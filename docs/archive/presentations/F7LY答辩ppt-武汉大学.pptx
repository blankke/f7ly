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3" r:id="rId2"/>
  </p:sldMasterIdLst>
  <p:notesMasterIdLst>
    <p:notesMasterId r:id="rId49"/>
  </p:notesMasterIdLst>
  <p:handoutMasterIdLst>
    <p:handoutMasterId r:id="rId50"/>
  </p:handoutMasterIdLst>
  <p:sldIdLst>
    <p:sldId id="1746" r:id="rId3"/>
    <p:sldId id="1748" r:id="rId4"/>
    <p:sldId id="1827" r:id="rId5"/>
    <p:sldId id="1828" r:id="rId6"/>
    <p:sldId id="1837" r:id="rId7"/>
    <p:sldId id="1732" r:id="rId8"/>
    <p:sldId id="1817" r:id="rId9"/>
    <p:sldId id="1830" r:id="rId10"/>
    <p:sldId id="1798" r:id="rId11"/>
    <p:sldId id="1780" r:id="rId12"/>
    <p:sldId id="1781" r:id="rId13"/>
    <p:sldId id="1782" r:id="rId14"/>
    <p:sldId id="1799" r:id="rId15"/>
    <p:sldId id="1831" r:id="rId16"/>
    <p:sldId id="1802" r:id="rId17"/>
    <p:sldId id="1785" r:id="rId18"/>
    <p:sldId id="1805" r:id="rId19"/>
    <p:sldId id="1786" r:id="rId20"/>
    <p:sldId id="1818" r:id="rId21"/>
    <p:sldId id="1807" r:id="rId22"/>
    <p:sldId id="1787" r:id="rId23"/>
    <p:sldId id="1808" r:id="rId24"/>
    <p:sldId id="1819" r:id="rId25"/>
    <p:sldId id="1820" r:id="rId26"/>
    <p:sldId id="1826" r:id="rId27"/>
    <p:sldId id="1814" r:id="rId28"/>
    <p:sldId id="1825" r:id="rId29"/>
    <p:sldId id="1822" r:id="rId30"/>
    <p:sldId id="1823" r:id="rId31"/>
    <p:sldId id="1821" r:id="rId32"/>
    <p:sldId id="1838" r:id="rId33"/>
    <p:sldId id="1839" r:id="rId34"/>
    <p:sldId id="1840" r:id="rId35"/>
    <p:sldId id="1836" r:id="rId36"/>
    <p:sldId id="1834" r:id="rId37"/>
    <p:sldId id="1835" r:id="rId38"/>
    <p:sldId id="1851" r:id="rId39"/>
    <p:sldId id="1842" r:id="rId40"/>
    <p:sldId id="1843" r:id="rId41"/>
    <p:sldId id="1844" r:id="rId42"/>
    <p:sldId id="1791" r:id="rId43"/>
    <p:sldId id="1846" r:id="rId44"/>
    <p:sldId id="1847" r:id="rId45"/>
    <p:sldId id="1850" r:id="rId46"/>
    <p:sldId id="1849" r:id="rId47"/>
    <p:sldId id="1745" r:id="rId48"/>
  </p:sldIdLst>
  <p:sldSz cx="12192000" cy="6858000"/>
  <p:notesSz cx="6858000" cy="9144000"/>
  <p:embeddedFontLst>
    <p:embeddedFont>
      <p:font typeface="方正小标宋简体" panose="02010600030101010101" charset="-122"/>
      <p:regular r:id="rId51"/>
    </p:embeddedFont>
    <p:embeddedFont>
      <p:font typeface="Cambria" panose="02040503050406030204" pitchFamily="18" charset="0"/>
      <p:regular r:id="rId52"/>
      <p:bold r:id="rId53"/>
      <p:italic r:id="rId54"/>
      <p:boldItalic r:id="rId55"/>
    </p:embeddedFont>
    <p:embeddedFont>
      <p:font typeface="Century Gothic" panose="020B0502020202020204" pitchFamily="34" charset="0"/>
      <p:regular r:id="rId56"/>
      <p:bold r:id="rId57"/>
      <p:italic r:id="rId58"/>
      <p:boldItalic r:id="rId59"/>
    </p:embeddedFont>
    <p:embeddedFont>
      <p:font typeface="Sitka Small Semibold" pitchFamily="2" charset="0"/>
      <p:bold r:id="rId60"/>
      <p:boldItalic r:id="rId61"/>
    </p:embeddedFont>
    <p:embeddedFont>
      <p:font typeface="等线" panose="02010600030101010101" pitchFamily="2" charset="-122"/>
      <p:regular r:id="rId62"/>
      <p:bold r:id="rId63"/>
    </p:embeddedFont>
    <p:embeddedFont>
      <p:font typeface="等线 Light" panose="02010600030101010101" pitchFamily="2" charset="-122"/>
      <p:regular r:id="rId64"/>
    </p:embeddedFont>
    <p:embeddedFont>
      <p:font typeface="方正舒体" panose="02010601030101010101" pitchFamily="2" charset="-122"/>
      <p:regular r:id="rId65"/>
    </p:embeddedFont>
    <p:embeddedFont>
      <p:font typeface="华文中宋" panose="02010600040101010101" pitchFamily="2" charset="-122"/>
      <p:regular r:id="rId66"/>
    </p:embeddedFont>
    <p:embeddedFont>
      <p:font typeface="微软雅黑" panose="020B0503020204020204" pitchFamily="34" charset="-122"/>
      <p:regular r:id="rId67"/>
      <p:bold r:id="rId68"/>
    </p:embeddedFont>
  </p:embeddedFontLst>
  <p:custDataLst>
    <p:tags r:id="rId6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523D"/>
    <a:srgbClr val="013785"/>
    <a:srgbClr val="B1DDF0"/>
    <a:srgbClr val="9FC280"/>
    <a:srgbClr val="C8C8A4"/>
    <a:srgbClr val="FFAFBA"/>
    <a:srgbClr val="FF7F94"/>
    <a:srgbClr val="F660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60" autoAdjust="0"/>
    <p:restoredTop sz="77473" autoAdjust="0"/>
  </p:normalViewPr>
  <p:slideViewPr>
    <p:cSldViewPr snapToGrid="0">
      <p:cViewPr>
        <p:scale>
          <a:sx n="66" d="100"/>
          <a:sy n="66" d="100"/>
        </p:scale>
        <p:origin x="90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notesViewPr>
    <p:cSldViewPr snapToGrid="0">
      <p:cViewPr varScale="1">
        <p:scale>
          <a:sx n="82" d="100"/>
          <a:sy n="82" d="100"/>
        </p:scale>
        <p:origin x="2784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font" Target="fonts/font13.fntdata"/><Relationship Id="rId68" Type="http://schemas.openxmlformats.org/officeDocument/2006/relationships/font" Target="fonts/font18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font" Target="fonts/font3.fntdata"/><Relationship Id="rId58" Type="http://schemas.openxmlformats.org/officeDocument/2006/relationships/font" Target="fonts/font8.fntdata"/><Relationship Id="rId66" Type="http://schemas.openxmlformats.org/officeDocument/2006/relationships/font" Target="fonts/font16.fntdata"/><Relationship Id="rId5" Type="http://schemas.openxmlformats.org/officeDocument/2006/relationships/slide" Target="slides/slide3.xml"/><Relationship Id="rId61" Type="http://schemas.openxmlformats.org/officeDocument/2006/relationships/font" Target="fonts/font11.fntdata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font" Target="fonts/font6.fntdata"/><Relationship Id="rId64" Type="http://schemas.openxmlformats.org/officeDocument/2006/relationships/font" Target="fonts/font14.fntdata"/><Relationship Id="rId69" Type="http://schemas.openxmlformats.org/officeDocument/2006/relationships/tags" Target="tags/tag1.xml"/><Relationship Id="rId8" Type="http://schemas.openxmlformats.org/officeDocument/2006/relationships/slide" Target="slides/slide6.xml"/><Relationship Id="rId51" Type="http://schemas.openxmlformats.org/officeDocument/2006/relationships/font" Target="fonts/font1.fntdata"/><Relationship Id="rId72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font" Target="fonts/font9.fntdata"/><Relationship Id="rId67" Type="http://schemas.openxmlformats.org/officeDocument/2006/relationships/font" Target="fonts/font17.fntdata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font" Target="fonts/font4.fntdata"/><Relationship Id="rId62" Type="http://schemas.openxmlformats.org/officeDocument/2006/relationships/font" Target="fonts/font12.fntdata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notesMaster" Target="notesMasters/notesMaster1.xml"/><Relationship Id="rId57" Type="http://schemas.openxmlformats.org/officeDocument/2006/relationships/font" Target="fonts/font7.fntdata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font" Target="fonts/font2.fntdata"/><Relationship Id="rId60" Type="http://schemas.openxmlformats.org/officeDocument/2006/relationships/font" Target="fonts/font10.fntdata"/><Relationship Id="rId65" Type="http://schemas.openxmlformats.org/officeDocument/2006/relationships/font" Target="fonts/font15.fntdata"/><Relationship Id="rId73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handoutMaster" Target="handoutMasters/handoutMaster1.xml"/><Relationship Id="rId55" Type="http://schemas.openxmlformats.org/officeDocument/2006/relationships/font" Target="fonts/font5.fntdata"/><Relationship Id="rId7" Type="http://schemas.openxmlformats.org/officeDocument/2006/relationships/slide" Target="slides/slide5.xml"/><Relationship Id="rId71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8CBB3D-2EBA-9D4F-8423-81DDA5C260D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A2A66C-1DB6-E44E-9EB9-C3C62BDEBC05}" type="datetimeFigureOut">
              <a:rPr kumimoji="1" lang="zh-CN" altLang="en-US" smtClean="0"/>
              <a:t>2025/8/21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A7D336-4BC6-EE4C-BD27-9292C4CE84D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266700" algn="just">
              <a:lnSpc>
                <a:spcPct val="150000"/>
              </a:lnSpc>
            </a:pPr>
            <a:r>
              <a:rPr lang="zh-CN" altLang="en-US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各位评委老师大家好，我们的队伍是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F7LY</a:t>
            </a:r>
            <a:r>
              <a:rPr lang="zh-CN" altLang="en-US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，读作飞起来，现在我为各位汇报我们的设计</a:t>
            </a:r>
            <a:endParaRPr lang="zh-CN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整个设计分为三个部分，概述、详细介绍和亮点与总结</a:t>
            </a:r>
          </a:p>
        </p:txBody>
      </p:sp>
    </p:spTree>
    <p:extLst>
      <p:ext uri="{BB962C8B-B14F-4D97-AF65-F5344CB8AC3E}">
        <p14:creationId xmlns:p14="http://schemas.microsoft.com/office/powerpoint/2010/main" val="15272801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我们的队伍使用</a:t>
            </a:r>
            <a:r>
              <a:rPr lang="en-US" altLang="zh-CN" dirty="0" err="1"/>
              <a:t>cpp</a:t>
            </a:r>
            <a:r>
              <a:rPr lang="zh-CN" altLang="en-US" dirty="0"/>
              <a:t>编写而成，比起位居前列的</a:t>
            </a:r>
            <a:r>
              <a:rPr lang="en-US" altLang="zh-CN" dirty="0"/>
              <a:t>rust</a:t>
            </a:r>
            <a:r>
              <a:rPr lang="zh-CN" altLang="en-US" dirty="0"/>
              <a:t>队伍，</a:t>
            </a:r>
            <a:r>
              <a:rPr lang="en-US" altLang="zh-CN" dirty="0" err="1"/>
              <a:t>cpp</a:t>
            </a:r>
            <a:r>
              <a:rPr lang="zh-CN" altLang="en-US" dirty="0"/>
              <a:t>编写内核的困难更多，可参考的代码更少。我们在</a:t>
            </a:r>
            <a:r>
              <a:rPr lang="en-US" altLang="zh-CN" dirty="0" err="1"/>
              <a:t>github</a:t>
            </a:r>
            <a:r>
              <a:rPr lang="zh-CN" altLang="en-US" dirty="0"/>
              <a:t>上有完整</a:t>
            </a:r>
            <a:r>
              <a:rPr lang="en-US" altLang="zh-CN" dirty="0"/>
              <a:t>commit</a:t>
            </a:r>
            <a:r>
              <a:rPr lang="zh-CN" altLang="en-US" dirty="0"/>
              <a:t>记录，参考</a:t>
            </a:r>
            <a:r>
              <a:rPr lang="en-US" altLang="zh-CN" dirty="0"/>
              <a:t>xv6</a:t>
            </a:r>
            <a:r>
              <a:rPr lang="zh-CN" altLang="en-US" dirty="0"/>
              <a:t>从第一次</a:t>
            </a:r>
            <a:r>
              <a:rPr lang="en-US" altLang="zh-CN" dirty="0"/>
              <a:t>commit</a:t>
            </a:r>
            <a:r>
              <a:rPr lang="zh-CN" altLang="en-US" dirty="0"/>
              <a:t>的仅有串口驱动，到</a:t>
            </a:r>
            <a:r>
              <a:rPr lang="en-US" altLang="zh-CN" dirty="0"/>
              <a:t>900</a:t>
            </a:r>
            <a:r>
              <a:rPr lang="zh-CN" altLang="en-US" dirty="0"/>
              <a:t>次提交，截止决赛提交居初赛测例排行榜第六名</a:t>
            </a:r>
          </a:p>
        </p:txBody>
      </p:sp>
    </p:spTree>
    <p:extLst>
      <p:ext uri="{BB962C8B-B14F-4D97-AF65-F5344CB8AC3E}">
        <p14:creationId xmlns:p14="http://schemas.microsoft.com/office/powerpoint/2010/main" val="15211198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这张图展示的是内核的全局结构，分为多个板块结构化管理，使用面向对象的方法，封装性良好。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往年使用</a:t>
            </a:r>
            <a:r>
              <a:rPr lang="en-US" altLang="zh-CN" dirty="0" err="1"/>
              <a:t>c++</a:t>
            </a:r>
            <a:r>
              <a:rPr lang="zh-CN" altLang="en-US" dirty="0"/>
              <a:t>的队伍较少，所以我们开发时仅参考了一些先前的设计思路。在此之上选择改写移植一些成熟的</a:t>
            </a:r>
            <a:r>
              <a:rPr lang="en-US" altLang="zh-CN" dirty="0"/>
              <a:t>c</a:t>
            </a:r>
            <a:r>
              <a:rPr lang="zh-CN" altLang="en-US" dirty="0"/>
              <a:t>语言库用于内核中。接下来是内核的详细介绍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第一部分是机器启动，根据</a:t>
            </a:r>
            <a:r>
              <a:rPr lang="en-US" altLang="zh-CN" dirty="0" err="1"/>
              <a:t>rv</a:t>
            </a:r>
            <a:r>
              <a:rPr lang="zh-CN" altLang="en-US" dirty="0"/>
              <a:t>和</a:t>
            </a:r>
            <a:r>
              <a:rPr lang="en-US" altLang="zh-CN" dirty="0"/>
              <a:t>la</a:t>
            </a:r>
            <a:r>
              <a:rPr lang="zh-CN" altLang="en-US" dirty="0"/>
              <a:t>的硬件特点不同，在装载内核到加载地址后我们选择不同的启动路线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</a:t>
            </a:r>
            <a:r>
              <a:rPr lang="en-US" altLang="zh-CN" dirty="0" err="1"/>
              <a:t>rv</a:t>
            </a:r>
            <a:r>
              <a:rPr lang="zh-CN" altLang="en-US" dirty="0"/>
              <a:t>架构我们选择让</a:t>
            </a:r>
            <a:r>
              <a:rPr lang="en-US" altLang="zh-CN" dirty="0" err="1"/>
              <a:t>entry.s</a:t>
            </a:r>
            <a:r>
              <a:rPr lang="zh-CN" altLang="en-US" dirty="0"/>
              <a:t>作为一个跳板，设置好栈后在</a:t>
            </a:r>
            <a:r>
              <a:rPr lang="en-US" altLang="zh-CN" dirty="0"/>
              <a:t>start.cc</a:t>
            </a:r>
            <a:r>
              <a:rPr lang="zh-CN" altLang="en-US" dirty="0"/>
              <a:t>进行</a:t>
            </a:r>
            <a:r>
              <a:rPr lang="en-US" altLang="zh-CN" dirty="0" err="1"/>
              <a:t>csr</a:t>
            </a:r>
            <a:r>
              <a:rPr lang="zh-CN" altLang="en-US" dirty="0"/>
              <a:t>的初步设置。而</a:t>
            </a:r>
            <a:r>
              <a:rPr lang="en-US" altLang="zh-CN" dirty="0"/>
              <a:t>la</a:t>
            </a:r>
            <a:r>
              <a:rPr lang="zh-CN" altLang="en-US" dirty="0"/>
              <a:t>则因为直接映射窗口等硬件较多，我们统一在</a:t>
            </a:r>
            <a:r>
              <a:rPr lang="en-US" altLang="zh-CN" dirty="0" err="1"/>
              <a:t>entry.s</a:t>
            </a:r>
            <a:r>
              <a:rPr lang="zh-CN" altLang="en-US" dirty="0"/>
              <a:t>中设置后进入</a:t>
            </a:r>
            <a:r>
              <a:rPr lang="en-US" altLang="zh-CN" dirty="0"/>
              <a:t>main</a:t>
            </a:r>
            <a:r>
              <a:rPr lang="zh-CN" altLang="en-US" dirty="0"/>
              <a:t>函数进行内核各模块的初始化。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首先和硬件结合最紧的是中断管理器，我们根据</a:t>
            </a:r>
            <a:r>
              <a:rPr lang="en-US" altLang="zh-CN" dirty="0" err="1"/>
              <a:t>rv</a:t>
            </a:r>
            <a:r>
              <a:rPr lang="zh-CN" altLang="en-US" dirty="0"/>
              <a:t>和</a:t>
            </a:r>
            <a:r>
              <a:rPr lang="en-US" altLang="zh-CN" dirty="0"/>
              <a:t>la</a:t>
            </a:r>
            <a:r>
              <a:rPr lang="zh-CN" altLang="en-US" dirty="0"/>
              <a:t>的错误码、</a:t>
            </a:r>
            <a:r>
              <a:rPr lang="en-US" altLang="zh-CN" dirty="0" err="1"/>
              <a:t>csr</a:t>
            </a:r>
            <a:r>
              <a:rPr lang="zh-CN" altLang="en-US" dirty="0"/>
              <a:t>等还有实现方法的不同封装了不同的中断处理器，具体的中断处理流程设置在</a:t>
            </a:r>
            <a:r>
              <a:rPr lang="en-US" altLang="zh-CN" dirty="0"/>
              <a:t>kernel</a:t>
            </a:r>
            <a:r>
              <a:rPr lang="zh-CN" altLang="en-US" dirty="0"/>
              <a:t>和</a:t>
            </a:r>
            <a:r>
              <a:rPr lang="en-US" altLang="zh-CN" dirty="0"/>
              <a:t>user</a:t>
            </a:r>
            <a:r>
              <a:rPr lang="zh-CN" altLang="en-US" dirty="0"/>
              <a:t>两个</a:t>
            </a:r>
            <a:r>
              <a:rPr lang="en-US" altLang="zh-CN" dirty="0"/>
              <a:t>trap</a:t>
            </a:r>
            <a:r>
              <a:rPr lang="zh-CN" altLang="en-US" dirty="0"/>
              <a:t>函数，并根据异常码不同进行懒分配或者系统调用等处理。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接下来就是内存管理，你们的右边这张图是用户地址空间，使用程序段管理，从基地址先装载程序段，然后是用户栈，上面部分是堆空间。顶部都是陷阱帧用户内核态切换。左边这张图则是内核地址空间，包含了物理空间，我们除了低地址处</a:t>
            </a:r>
            <a:r>
              <a:rPr lang="en-US" altLang="zh-CN" dirty="0" err="1"/>
              <a:t>mmio</a:t>
            </a:r>
            <a:r>
              <a:rPr lang="zh-CN" altLang="en-US" dirty="0"/>
              <a:t>的直接映射，加载的内核映像，内存分为共享内存、物理内存和堆内存三个部分。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E8135-8D24-5A8F-5DF5-BF3A98332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BA805D1-94A6-050E-1A0E-E523B6BF99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2DA9A8B-0E60-835D-1AA5-A4771E55FA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因为</a:t>
            </a:r>
            <a:r>
              <a:rPr lang="en-US" altLang="zh-CN" dirty="0" err="1"/>
              <a:t>cpp</a:t>
            </a:r>
            <a:r>
              <a:rPr lang="zh-CN" altLang="en-US" dirty="0"/>
              <a:t>要自行管理堆内存，这部分相当于是初始化内核时内部使用的内核堆，重载的</a:t>
            </a:r>
            <a:r>
              <a:rPr lang="en-US" altLang="zh-CN" dirty="0"/>
              <a:t>new</a:t>
            </a:r>
            <a:r>
              <a:rPr lang="zh-CN" altLang="en-US" dirty="0"/>
              <a:t>、</a:t>
            </a:r>
            <a:r>
              <a:rPr lang="en-US" altLang="zh-CN" dirty="0"/>
              <a:t>delete</a:t>
            </a:r>
            <a:r>
              <a:rPr lang="zh-CN" altLang="en-US" dirty="0"/>
              <a:t>操作符就调用这个管理器。</a:t>
            </a:r>
          </a:p>
        </p:txBody>
      </p:sp>
    </p:spTree>
    <p:extLst>
      <p:ext uri="{BB962C8B-B14F-4D97-AF65-F5344CB8AC3E}">
        <p14:creationId xmlns:p14="http://schemas.microsoft.com/office/powerpoint/2010/main" val="41369714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物理内存过后就是虚拟内存，虚存是页表和</a:t>
            </a:r>
            <a:r>
              <a:rPr lang="en-US" altLang="zh-CN" dirty="0" err="1"/>
              <a:t>pte</a:t>
            </a:r>
            <a:r>
              <a:rPr lang="zh-CN" altLang="en-US" dirty="0"/>
              <a:t>两个类别分别根据架构不同实现，并封装出统一的接口提供给虚拟内存管理器。它们内部则负责分配</a:t>
            </a:r>
            <a:r>
              <a:rPr lang="en-US" altLang="zh-CN" dirty="0" err="1"/>
              <a:t>pte</a:t>
            </a:r>
            <a:r>
              <a:rPr lang="zh-CN" altLang="en-US" dirty="0"/>
              <a:t>权限，页表查询等功能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我们内核中的进程线程统一使用</a:t>
            </a:r>
            <a:r>
              <a:rPr lang="en-US" altLang="zh-CN" dirty="0" err="1"/>
              <a:t>pcb</a:t>
            </a:r>
            <a:r>
              <a:rPr lang="zh-CN" altLang="en-US" dirty="0"/>
              <a:t>进行记录，这个控制块中包含了用于区分进程线程的标识、内部的内存管理器、属性、信号、状态以及打开文件等。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而调度器通过</a:t>
            </a:r>
            <a:r>
              <a:rPr lang="en-US" altLang="zh-CN" dirty="0"/>
              <a:t>scheduler</a:t>
            </a:r>
            <a:r>
              <a:rPr lang="zh-CN" altLang="en-US" dirty="0"/>
              <a:t>类进行全局管理，它的调度方法是循环调度，但是我们增加了进程优先级字段，一定程度实现调度的方法。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除开调度器，进程管理方面，我们的设计是双管理器结构，一个是全局的进程管理器，负责全局上的操作，比如分配回收进程、执行、等待、退出这种宏观上的进程操作。另一个是与单个进程绑定的进程内存管理器，</a:t>
            </a:r>
          </a:p>
        </p:txBody>
      </p:sp>
    </p:spTree>
    <p:extLst>
      <p:ext uri="{BB962C8B-B14F-4D97-AF65-F5344CB8AC3E}">
        <p14:creationId xmlns:p14="http://schemas.microsoft.com/office/powerpoint/2010/main" val="23099394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 内存管理器包含了进程的页表，、</a:t>
            </a:r>
            <a:r>
              <a:rPr lang="en-US" altLang="zh-CN" dirty="0" err="1"/>
              <a:t>vma</a:t>
            </a:r>
            <a:r>
              <a:rPr lang="zh-CN" altLang="en-US" dirty="0"/>
              <a:t>数组、这二者的引用计数等成员变量，在复制时拷贝内存、退出时清空内存时整合管理。能正确处理引用计数，以及创建回收</a:t>
            </a:r>
            <a:r>
              <a:rPr lang="en-US" altLang="zh-CN" dirty="0" err="1"/>
              <a:t>vma</a:t>
            </a:r>
            <a:r>
              <a:rPr lang="zh-CN" altLang="en-US" dirty="0"/>
              <a:t>等内存操作，并直观地移动堆指针。如</a:t>
            </a:r>
            <a:r>
              <a:rPr lang="en-US" altLang="zh-CN" dirty="0" err="1"/>
              <a:t>brk</a:t>
            </a:r>
            <a:r>
              <a:rPr lang="zh-CN" altLang="en-US" dirty="0"/>
              <a:t>、</a:t>
            </a:r>
            <a:r>
              <a:rPr lang="en-US" altLang="zh-CN" dirty="0" err="1"/>
              <a:t>mmap</a:t>
            </a:r>
            <a:r>
              <a:rPr lang="zh-CN" altLang="en-US" dirty="0"/>
              <a:t>操作。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我们的系统调用使用了一个</a:t>
            </a:r>
            <a:r>
              <a:rPr lang="en-US" altLang="zh-CN" dirty="0" err="1"/>
              <a:t>syscall_handler</a:t>
            </a:r>
            <a:r>
              <a:rPr lang="zh-CN" altLang="en-US" dirty="0"/>
              <a:t>进行处理，初始化时会在这个类里绑定我们的系统调用函数表，并在用户</a:t>
            </a:r>
            <a:r>
              <a:rPr lang="en-US" altLang="zh-CN" dirty="0" err="1"/>
              <a:t>usertrap</a:t>
            </a:r>
            <a:r>
              <a:rPr lang="zh-CN" altLang="en-US" dirty="0"/>
              <a:t>进入时通过这一层封装进入内核的进程管理器、文件系统等层次的结构实际处理，再从这里返回，结构清晰。</a:t>
            </a:r>
          </a:p>
        </p:txBody>
      </p:sp>
    </p:spTree>
    <p:extLst>
      <p:ext uri="{BB962C8B-B14F-4D97-AF65-F5344CB8AC3E}">
        <p14:creationId xmlns:p14="http://schemas.microsoft.com/office/powerpoint/2010/main" val="13844017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文件系统目前移植了</a:t>
            </a:r>
            <a:r>
              <a:rPr lang="en-US" altLang="zh-CN" dirty="0"/>
              <a:t>lwext4</a:t>
            </a:r>
            <a:r>
              <a:rPr lang="zh-CN" altLang="en-US" dirty="0"/>
              <a:t>库作为元数据管理结点，在其上封装了一层</a:t>
            </a:r>
            <a:r>
              <a:rPr lang="en-US" altLang="zh-CN" dirty="0" err="1"/>
              <a:t>vfs</a:t>
            </a:r>
            <a:r>
              <a:rPr lang="zh-CN" altLang="en-US" dirty="0"/>
              <a:t>进行调用避免破坏库的整体性。另外图中下面的</a:t>
            </a:r>
            <a:r>
              <a:rPr lang="en-US" altLang="zh-CN" dirty="0" err="1"/>
              <a:t>virtual_fs</a:t>
            </a:r>
            <a:r>
              <a:rPr lang="zh-CN" altLang="en-US" dirty="0"/>
              <a:t>实际上就是</a:t>
            </a:r>
            <a:r>
              <a:rPr lang="en-US" altLang="zh-CN" dirty="0" err="1"/>
              <a:t>ramfs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0016204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与封装的库函数类似，</a:t>
            </a:r>
            <a:r>
              <a:rPr lang="en-US" altLang="zh-CN" dirty="0"/>
              <a:t>file</a:t>
            </a:r>
            <a:r>
              <a:rPr lang="zh-CN" altLang="en-US" dirty="0"/>
              <a:t>类也是底层使用</a:t>
            </a:r>
            <a:r>
              <a:rPr lang="en-US" altLang="zh-CN" dirty="0"/>
              <a:t>lwext4</a:t>
            </a:r>
            <a:r>
              <a:rPr lang="zh-CN" altLang="en-US" dirty="0"/>
              <a:t>库，上层封装打开文件属性和文件操作，另外派生的不同类可以继承不同操作和属性，用于不同类型的访问。</a:t>
            </a:r>
          </a:p>
        </p:txBody>
      </p:sp>
    </p:spTree>
    <p:extLst>
      <p:ext uri="{BB962C8B-B14F-4D97-AF65-F5344CB8AC3E}">
        <p14:creationId xmlns:p14="http://schemas.microsoft.com/office/powerpoint/2010/main" val="233644179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目前我们支持所有常用的文件操作，如图中的</a:t>
            </a:r>
            <a:r>
              <a:rPr lang="en-US" altLang="zh-CN" dirty="0"/>
              <a:t>open</a:t>
            </a:r>
            <a:r>
              <a:rPr lang="zh-CN" altLang="en-US" dirty="0"/>
              <a:t>调用，在系统调用层进入进程管理器，通过判断文件是否存在来选择</a:t>
            </a:r>
            <a:r>
              <a:rPr lang="en-US" altLang="zh-CN" dirty="0"/>
              <a:t>ext4</a:t>
            </a:r>
            <a:r>
              <a:rPr lang="zh-CN" altLang="en-US" dirty="0"/>
              <a:t>的文件操作或者</a:t>
            </a:r>
            <a:r>
              <a:rPr lang="en-US" altLang="zh-CN" dirty="0" err="1"/>
              <a:t>procfs</a:t>
            </a:r>
            <a:r>
              <a:rPr lang="zh-CN" altLang="en-US" dirty="0"/>
              <a:t>的管理操作，此处使用两层封装的意味在于选择正确的文件。</a:t>
            </a:r>
          </a:p>
        </p:txBody>
      </p:sp>
    </p:spTree>
    <p:extLst>
      <p:ext uri="{BB962C8B-B14F-4D97-AF65-F5344CB8AC3E}">
        <p14:creationId xmlns:p14="http://schemas.microsoft.com/office/powerpoint/2010/main" val="22218534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有一个系统调用</a:t>
            </a:r>
            <a:r>
              <a:rPr lang="en-US" altLang="zh-CN" dirty="0" err="1"/>
              <a:t>fcntl</a:t>
            </a:r>
            <a:r>
              <a:rPr lang="zh-CN" altLang="en-US" dirty="0"/>
              <a:t>是对打开文件进行各类控制，我们目前已经支持包含文件锁、文件封印等控制操作。</a:t>
            </a:r>
          </a:p>
        </p:txBody>
      </p:sp>
    </p:spTree>
    <p:extLst>
      <p:ext uri="{BB962C8B-B14F-4D97-AF65-F5344CB8AC3E}">
        <p14:creationId xmlns:p14="http://schemas.microsoft.com/office/powerpoint/2010/main" val="162211735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我们的内核支持多种进程间通信，第一个是信号机制，兼容</a:t>
            </a:r>
            <a:r>
              <a:rPr lang="en-US" altLang="zh-CN" dirty="0"/>
              <a:t>Linux</a:t>
            </a:r>
            <a:r>
              <a:rPr lang="zh-CN" altLang="en-US" dirty="0"/>
              <a:t>的设计，使用</a:t>
            </a:r>
            <a:r>
              <a:rPr lang="en-US" altLang="zh-CN" dirty="0" err="1"/>
              <a:t>signal_frame</a:t>
            </a:r>
            <a:r>
              <a:rPr lang="zh-CN" altLang="en-US" dirty="0"/>
              <a:t>和</a:t>
            </a:r>
            <a:r>
              <a:rPr lang="en-US" altLang="zh-CN" dirty="0" err="1"/>
              <a:t>sigaction</a:t>
            </a:r>
            <a:r>
              <a:rPr lang="zh-CN" altLang="en-US" dirty="0"/>
              <a:t>结构体</a:t>
            </a:r>
          </a:p>
        </p:txBody>
      </p:sp>
    </p:spTree>
    <p:extLst>
      <p:ext uri="{BB962C8B-B14F-4D97-AF65-F5344CB8AC3E}">
        <p14:creationId xmlns:p14="http://schemas.microsoft.com/office/powerpoint/2010/main" val="344612071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在</a:t>
            </a:r>
            <a:r>
              <a:rPr lang="en-US" altLang="zh-CN" dirty="0" err="1"/>
              <a:t>usertrap</a:t>
            </a:r>
            <a:r>
              <a:rPr lang="zh-CN" altLang="en-US" dirty="0"/>
              <a:t>处设置</a:t>
            </a:r>
            <a:r>
              <a:rPr lang="en-US" altLang="zh-CN" dirty="0" err="1"/>
              <a:t>handle_signal</a:t>
            </a:r>
            <a:r>
              <a:rPr lang="zh-CN" altLang="en-US" dirty="0"/>
              <a:t>函数及时响应信号，通过</a:t>
            </a:r>
            <a:r>
              <a:rPr lang="en-US" altLang="zh-CN" dirty="0" err="1"/>
              <a:t>sigaction</a:t>
            </a:r>
            <a:r>
              <a:rPr lang="zh-CN" altLang="en-US" dirty="0"/>
              <a:t>中的字段判断是否进行默认处理，否则使用用户自定义的信号处理函数。可以处理</a:t>
            </a:r>
            <a:r>
              <a:rPr lang="en-US" altLang="zh-CN" dirty="0" err="1"/>
              <a:t>sigaction</a:t>
            </a:r>
            <a:r>
              <a:rPr lang="zh-CN" altLang="en-US" dirty="0"/>
              <a:t>的</a:t>
            </a:r>
            <a:r>
              <a:rPr lang="en-US" altLang="zh-CN" dirty="0" err="1"/>
              <a:t>siginfo</a:t>
            </a:r>
            <a:r>
              <a:rPr lang="zh-CN" altLang="en-US" dirty="0"/>
              <a:t>信号传递三参数信息。并使用</a:t>
            </a:r>
            <a:r>
              <a:rPr lang="en-US" altLang="zh-CN" dirty="0" err="1"/>
              <a:t>sig_guard</a:t>
            </a:r>
            <a:r>
              <a:rPr lang="zh-CN" altLang="en-US" dirty="0"/>
              <a:t>保证栈空间安全。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下一个是网络模块，我们移植了</a:t>
            </a:r>
            <a:r>
              <a:rPr lang="en-US" altLang="zh-CN" dirty="0" err="1"/>
              <a:t>OpenNPStack</a:t>
            </a:r>
            <a:r>
              <a:rPr lang="zh-CN" altLang="en-US" dirty="0"/>
              <a:t>协议栈，网络系统通过统一的抽象接口管理所有网络设备与套接字资源。整个网络系统主要包含如图几个核心组件</a:t>
            </a:r>
          </a:p>
        </p:txBody>
      </p:sp>
    </p:spTree>
    <p:extLst>
      <p:ext uri="{BB962C8B-B14F-4D97-AF65-F5344CB8AC3E}">
        <p14:creationId xmlns:p14="http://schemas.microsoft.com/office/powerpoint/2010/main" val="168242537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网络的数据流从硬件到软件会经过</a:t>
            </a:r>
            <a:r>
              <a:rPr lang="en-US" altLang="zh-CN" dirty="0" err="1"/>
              <a:t>virtio</a:t>
            </a:r>
            <a:r>
              <a:rPr lang="zh-CN" altLang="en-US" dirty="0"/>
              <a:t>、网络协议栈、套接字文件、系统调用几个阶段。</a:t>
            </a:r>
            <a:r>
              <a:rPr lang="en-US" altLang="zh-CN" dirty="0"/>
              <a:t>socket</a:t>
            </a:r>
            <a:r>
              <a:rPr lang="zh-CN" altLang="en-US" dirty="0"/>
              <a:t>文件被视为特殊文件，支持统一的文件操作接口。</a:t>
            </a:r>
          </a:p>
        </p:txBody>
      </p:sp>
    </p:spTree>
    <p:extLst>
      <p:ext uri="{BB962C8B-B14F-4D97-AF65-F5344CB8AC3E}">
        <p14:creationId xmlns:p14="http://schemas.microsoft.com/office/powerpoint/2010/main" val="186694885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设备管理方面我们以设备类型为导向，由虚拟设备基类模块化面向对象设计了多种包括磁盘驱动、控制台和流设备的支持和调度，可以在内核初始化的时候注册并设置设备。</a:t>
            </a:r>
          </a:p>
        </p:txBody>
      </p:sp>
    </p:spTree>
    <p:extLst>
      <p:ext uri="{BB962C8B-B14F-4D97-AF65-F5344CB8AC3E}">
        <p14:creationId xmlns:p14="http://schemas.microsoft.com/office/powerpoint/2010/main" val="196811134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由于</a:t>
            </a:r>
            <a:r>
              <a:rPr lang="en-US" altLang="zh-CN" dirty="0" err="1"/>
              <a:t>cpp</a:t>
            </a:r>
            <a:r>
              <a:rPr lang="zh-CN" altLang="en-US" dirty="0"/>
              <a:t>的开发缺少参考且没有选择从基线上改，初赛时期我们主要注重内核的完整性，用面向对象的方法基本实现了内核。</a:t>
            </a:r>
          </a:p>
        </p:txBody>
      </p:sp>
    </p:spTree>
    <p:extLst>
      <p:ext uri="{BB962C8B-B14F-4D97-AF65-F5344CB8AC3E}">
        <p14:creationId xmlns:p14="http://schemas.microsoft.com/office/powerpoint/2010/main" val="215061277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决赛阶段我们开始规范代码，重构内存布局，用更合理的方式书写内核，让我们的内核更加完善。</a:t>
            </a:r>
          </a:p>
        </p:txBody>
      </p:sp>
    </p:spTree>
    <p:extLst>
      <p:ext uri="{BB962C8B-B14F-4D97-AF65-F5344CB8AC3E}">
        <p14:creationId xmlns:p14="http://schemas.microsoft.com/office/powerpoint/2010/main" val="245936814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第一个是进程的内存规划以及线程支持方面，进线程的管理也颇为完善，拥有用户</a:t>
            </a:r>
            <a:r>
              <a:rPr lang="en-US" altLang="zh-CN" dirty="0"/>
              <a:t>id</a:t>
            </a:r>
            <a:r>
              <a:rPr lang="zh-CN" altLang="en-US" dirty="0"/>
              <a:t>、组</a:t>
            </a:r>
            <a:r>
              <a:rPr lang="en-US" altLang="zh-CN" dirty="0"/>
              <a:t>id</a:t>
            </a:r>
            <a:r>
              <a:rPr lang="zh-CN" altLang="en-US" dirty="0"/>
              <a:t>，并可以设置用户组组长并设置</a:t>
            </a:r>
            <a:r>
              <a:rPr lang="en-US" altLang="zh-CN" dirty="0" err="1"/>
              <a:t>pgid</a:t>
            </a:r>
            <a:r>
              <a:rPr lang="zh-CN" altLang="en-US" dirty="0"/>
              <a:t>。由于</a:t>
            </a:r>
            <a:r>
              <a:rPr lang="en-US" altLang="zh-CN" dirty="0"/>
              <a:t>clone</a:t>
            </a:r>
            <a:r>
              <a:rPr lang="zh-CN" altLang="en-US" dirty="0"/>
              <a:t>和</a:t>
            </a:r>
            <a:r>
              <a:rPr lang="en-US" altLang="zh-CN" dirty="0"/>
              <a:t>fork</a:t>
            </a:r>
            <a:r>
              <a:rPr lang="zh-CN" altLang="en-US" dirty="0"/>
              <a:t>对于共享内存的行为不一致，我们的内存管理器会根据</a:t>
            </a:r>
            <a:r>
              <a:rPr lang="en-US" altLang="zh-CN" dirty="0"/>
              <a:t>flag</a:t>
            </a:r>
            <a:r>
              <a:rPr lang="zh-CN" altLang="en-US" dirty="0"/>
              <a:t>进入不同的分支，选择深拷贝还是传递指针。</a:t>
            </a:r>
          </a:p>
        </p:txBody>
      </p:sp>
    </p:spTree>
    <p:extLst>
      <p:ext uri="{BB962C8B-B14F-4D97-AF65-F5344CB8AC3E}">
        <p14:creationId xmlns:p14="http://schemas.microsoft.com/office/powerpoint/2010/main" val="202413671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种内存操作会操作堆指针，比如</a:t>
            </a:r>
            <a:r>
              <a:rPr lang="en-US" altLang="zh-CN" dirty="0" err="1"/>
              <a:t>munmap</a:t>
            </a:r>
            <a:r>
              <a:rPr lang="zh-CN" altLang="en-US" dirty="0"/>
              <a:t>在一片</a:t>
            </a:r>
            <a:r>
              <a:rPr lang="en-US" altLang="zh-CN" dirty="0" err="1"/>
              <a:t>vma</a:t>
            </a:r>
            <a:r>
              <a:rPr lang="zh-CN" altLang="en-US" dirty="0"/>
              <a:t>区域的中间，需要拆解</a:t>
            </a:r>
            <a:r>
              <a:rPr lang="en-US" altLang="zh-CN" dirty="0" err="1"/>
              <a:t>vma</a:t>
            </a:r>
            <a:r>
              <a:rPr lang="zh-CN" altLang="en-US" dirty="0"/>
              <a:t>区域，并收缩堆区域，这在我们的进程管理器模式中就非常方便，可以调用</a:t>
            </a:r>
            <a:r>
              <a:rPr lang="en-US" altLang="zh-CN" dirty="0" err="1"/>
              <a:t>unmap</a:t>
            </a:r>
            <a:r>
              <a:rPr lang="zh-CN" altLang="en-US" dirty="0"/>
              <a:t>方法自动正确设置堆指针。</a:t>
            </a:r>
          </a:p>
        </p:txBody>
      </p:sp>
    </p:spTree>
    <p:extLst>
      <p:ext uri="{BB962C8B-B14F-4D97-AF65-F5344CB8AC3E}">
        <p14:creationId xmlns:p14="http://schemas.microsoft.com/office/powerpoint/2010/main" val="263828847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信号处理也是我们的一个亮点，前文提到我们可以兼容</a:t>
            </a:r>
            <a:r>
              <a:rPr lang="en-US" altLang="zh-CN" dirty="0" err="1"/>
              <a:t>linux</a:t>
            </a:r>
            <a:r>
              <a:rPr lang="zh-CN" altLang="en-US" dirty="0"/>
              <a:t>的结构体，处理</a:t>
            </a:r>
            <a:r>
              <a:rPr lang="en-US" altLang="zh-CN" dirty="0" err="1"/>
              <a:t>siginfo</a:t>
            </a:r>
            <a:r>
              <a:rPr lang="zh-CN" altLang="en-US" dirty="0"/>
              <a:t>信号并传递三参数信号支持用户的处理函数，</a:t>
            </a:r>
            <a:r>
              <a:rPr lang="en-US" altLang="zh-CN" dirty="0" err="1"/>
              <a:t>sigtrapoline</a:t>
            </a:r>
            <a:r>
              <a:rPr lang="zh-CN" altLang="en-US" dirty="0"/>
              <a:t>这个设计也能够保证栈安全。</a:t>
            </a:r>
          </a:p>
        </p:txBody>
      </p:sp>
    </p:spTree>
    <p:extLst>
      <p:ext uri="{BB962C8B-B14F-4D97-AF65-F5344CB8AC3E}">
        <p14:creationId xmlns:p14="http://schemas.microsoft.com/office/powerpoint/2010/main" val="287145397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另外我们内核里有很多</a:t>
            </a:r>
            <a:r>
              <a:rPr lang="en-US" altLang="zh-CN" dirty="0" err="1"/>
              <a:t>posix</a:t>
            </a:r>
            <a:r>
              <a:rPr lang="zh-CN" altLang="en-US" dirty="0"/>
              <a:t>标准的定时器都可以处理，用户态传入的时钟结构体，根据右边不同的</a:t>
            </a:r>
            <a:r>
              <a:rPr lang="en-US" altLang="zh-CN" dirty="0" err="1"/>
              <a:t>clockid</a:t>
            </a:r>
            <a:r>
              <a:rPr lang="zh-CN" altLang="en-US" dirty="0"/>
              <a:t>种类有多种对应处理的方法。</a:t>
            </a:r>
          </a:p>
        </p:txBody>
      </p:sp>
    </p:spTree>
    <p:extLst>
      <p:ext uri="{BB962C8B-B14F-4D97-AF65-F5344CB8AC3E}">
        <p14:creationId xmlns:p14="http://schemas.microsoft.com/office/powerpoint/2010/main" val="43164099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这些是我们在开发中遇到问题的应对方法</a:t>
            </a:r>
          </a:p>
        </p:txBody>
      </p:sp>
    </p:spTree>
    <p:extLst>
      <p:ext uri="{BB962C8B-B14F-4D97-AF65-F5344CB8AC3E}">
        <p14:creationId xmlns:p14="http://schemas.microsoft.com/office/powerpoint/2010/main" val="22290256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一开始开发难度较大，我们经常会遇到别人碰不到的问题，很典型的一个是</a:t>
            </a:r>
            <a:r>
              <a:rPr lang="en-US" altLang="zh-CN" dirty="0"/>
              <a:t>c</a:t>
            </a:r>
            <a:r>
              <a:rPr lang="zh-CN" altLang="en-US" dirty="0"/>
              <a:t>语言的驱动移植到</a:t>
            </a:r>
            <a:r>
              <a:rPr lang="en-US" altLang="zh-CN" dirty="0" err="1"/>
              <a:t>c++</a:t>
            </a:r>
            <a:r>
              <a:rPr lang="zh-CN" altLang="en-US" dirty="0"/>
              <a:t>后要添加可变关键字，或者关闭</a:t>
            </a:r>
            <a:r>
              <a:rPr lang="en-US" altLang="zh-CN" dirty="0" err="1"/>
              <a:t>rtti</a:t>
            </a:r>
            <a:r>
              <a:rPr lang="zh-CN" altLang="en-US" dirty="0"/>
              <a:t>的动态类型转化，这些很长时间查出的问题我们都记录到文档便于后续查询。</a:t>
            </a:r>
          </a:p>
        </p:txBody>
      </p:sp>
    </p:spTree>
    <p:extLst>
      <p:ext uri="{BB962C8B-B14F-4D97-AF65-F5344CB8AC3E}">
        <p14:creationId xmlns:p14="http://schemas.microsoft.com/office/powerpoint/2010/main" val="77195997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然后是调试日志，多抽象层的函数需要我们的多级日志系统，明显的标注可以帮助定位问题。比如打印内存使用情况的函数</a:t>
            </a:r>
          </a:p>
        </p:txBody>
      </p:sp>
    </p:spTree>
    <p:extLst>
      <p:ext uri="{BB962C8B-B14F-4D97-AF65-F5344CB8AC3E}">
        <p14:creationId xmlns:p14="http://schemas.microsoft.com/office/powerpoint/2010/main" val="141494897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02495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17123" y="1130301"/>
            <a:ext cx="7112161" cy="2177314"/>
          </a:xfrm>
          <a:prstGeom prst="rect">
            <a:avLst/>
          </a:prstGeom>
        </p:spPr>
        <p:txBody>
          <a:bodyPr lIns="0" anchor="b">
            <a:normAutofit/>
          </a:bodyPr>
          <a:lstStyle>
            <a:lvl1pPr algn="l">
              <a:lnSpc>
                <a:spcPct val="120000"/>
              </a:lnSpc>
              <a:defRPr sz="4400" b="1">
                <a:solidFill>
                  <a:schemeClr val="accent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03275" y="3307615"/>
            <a:ext cx="7126010" cy="508452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 algn="l">
              <a:lnSpc>
                <a:spcPct val="120000"/>
              </a:lnSpc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14" name="文本占位符 113"/>
          <p:cNvSpPr>
            <a:spLocks noGrp="1"/>
          </p:cNvSpPr>
          <p:nvPr>
            <p:ph type="body" sz="quarter" idx="14"/>
          </p:nvPr>
        </p:nvSpPr>
        <p:spPr>
          <a:xfrm>
            <a:off x="803275" y="4102632"/>
            <a:ext cx="7092950" cy="2031468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  <p:sp>
        <p:nvSpPr>
          <p:cNvPr id="117" name="矩形 116"/>
          <p:cNvSpPr/>
          <p:nvPr userDrawn="1"/>
        </p:nvSpPr>
        <p:spPr>
          <a:xfrm>
            <a:off x="12014027" y="0"/>
            <a:ext cx="17797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0" name="日期占位符 3"/>
          <p:cNvSpPr txBox="1"/>
          <p:nvPr userDrawn="1"/>
        </p:nvSpPr>
        <p:spPr>
          <a:xfrm>
            <a:off x="802095" y="6250105"/>
            <a:ext cx="29210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自强、弘毅、求是、拓新</a:t>
            </a:r>
          </a:p>
        </p:txBody>
      </p:sp>
      <p:grpSp>
        <p:nvGrpSpPr>
          <p:cNvPr id="121" name="组合 120"/>
          <p:cNvGrpSpPr/>
          <p:nvPr userDrawn="1"/>
        </p:nvGrpSpPr>
        <p:grpSpPr>
          <a:xfrm>
            <a:off x="817123" y="468793"/>
            <a:ext cx="1480571" cy="458860"/>
            <a:chOff x="2558030" y="228446"/>
            <a:chExt cx="6774643" cy="2099603"/>
          </a:xfrm>
        </p:grpSpPr>
        <p:grpSp>
          <p:nvGrpSpPr>
            <p:cNvPr id="122" name="íšḻîďê"/>
            <p:cNvGrpSpPr/>
            <p:nvPr userDrawn="1"/>
          </p:nvGrpSpPr>
          <p:grpSpPr>
            <a:xfrm>
              <a:off x="2558030" y="228446"/>
              <a:ext cx="2085857" cy="2099603"/>
              <a:chOff x="3551238" y="3067050"/>
              <a:chExt cx="722313" cy="727075"/>
            </a:xfrm>
          </p:grpSpPr>
          <p:sp>
            <p:nvSpPr>
              <p:cNvPr id="152" name="ïş1íḍê"/>
              <p:cNvSpPr/>
              <p:nvPr/>
            </p:nvSpPr>
            <p:spPr bwMode="auto">
              <a:xfrm>
                <a:off x="3575051" y="3087688"/>
                <a:ext cx="673100" cy="679450"/>
              </a:xfrm>
              <a:custGeom>
                <a:avLst/>
                <a:gdLst>
                  <a:gd name="T0" fmla="*/ 102 w 204"/>
                  <a:gd name="T1" fmla="*/ 0 h 204"/>
                  <a:gd name="T2" fmla="*/ 204 w 204"/>
                  <a:gd name="T3" fmla="*/ 102 h 204"/>
                  <a:gd name="T4" fmla="*/ 102 w 204"/>
                  <a:gd name="T5" fmla="*/ 204 h 204"/>
                  <a:gd name="T6" fmla="*/ 0 w 204"/>
                  <a:gd name="T7" fmla="*/ 102 h 204"/>
                  <a:gd name="T8" fmla="*/ 102 w 204"/>
                  <a:gd name="T9" fmla="*/ 0 h 204"/>
                  <a:gd name="T10" fmla="*/ 102 w 204"/>
                  <a:gd name="T11" fmla="*/ 25 h 204"/>
                  <a:gd name="T12" fmla="*/ 24 w 204"/>
                  <a:gd name="T13" fmla="*/ 103 h 204"/>
                  <a:gd name="T14" fmla="*/ 102 w 204"/>
                  <a:gd name="T15" fmla="*/ 181 h 204"/>
                  <a:gd name="T16" fmla="*/ 180 w 204"/>
                  <a:gd name="T17" fmla="*/ 103 h 204"/>
                  <a:gd name="T18" fmla="*/ 102 w 204"/>
                  <a:gd name="T19" fmla="*/ 25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4" h="204">
                    <a:moveTo>
                      <a:pt x="102" y="0"/>
                    </a:moveTo>
                    <a:cubicBezTo>
                      <a:pt x="159" y="0"/>
                      <a:pt x="204" y="46"/>
                      <a:pt x="204" y="102"/>
                    </a:cubicBezTo>
                    <a:cubicBezTo>
                      <a:pt x="204" y="158"/>
                      <a:pt x="159" y="204"/>
                      <a:pt x="102" y="204"/>
                    </a:cubicBezTo>
                    <a:cubicBezTo>
                      <a:pt x="46" y="204"/>
                      <a:pt x="0" y="158"/>
                      <a:pt x="0" y="102"/>
                    </a:cubicBezTo>
                    <a:cubicBezTo>
                      <a:pt x="0" y="46"/>
                      <a:pt x="46" y="0"/>
                      <a:pt x="102" y="0"/>
                    </a:cubicBezTo>
                    <a:close/>
                    <a:moveTo>
                      <a:pt x="102" y="25"/>
                    </a:moveTo>
                    <a:cubicBezTo>
                      <a:pt x="59" y="25"/>
                      <a:pt x="24" y="60"/>
                      <a:pt x="24" y="103"/>
                    </a:cubicBezTo>
                    <a:cubicBezTo>
                      <a:pt x="24" y="146"/>
                      <a:pt x="59" y="181"/>
                      <a:pt x="102" y="181"/>
                    </a:cubicBezTo>
                    <a:cubicBezTo>
                      <a:pt x="145" y="181"/>
                      <a:pt x="180" y="146"/>
                      <a:pt x="180" y="103"/>
                    </a:cubicBezTo>
                    <a:cubicBezTo>
                      <a:pt x="180" y="60"/>
                      <a:pt x="145" y="25"/>
                      <a:pt x="102" y="25"/>
                    </a:cubicBezTo>
                    <a:close/>
                  </a:path>
                </a:pathLst>
              </a:custGeom>
              <a:solidFill>
                <a:srgbClr val="0052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3" name="íšḻïḍè"/>
              <p:cNvSpPr/>
              <p:nvPr/>
            </p:nvSpPr>
            <p:spPr bwMode="auto">
              <a:xfrm>
                <a:off x="3621088" y="3103563"/>
                <a:ext cx="584200" cy="203200"/>
              </a:xfrm>
              <a:custGeom>
                <a:avLst/>
                <a:gdLst>
                  <a:gd name="T0" fmla="*/ 8 w 177"/>
                  <a:gd name="T1" fmla="*/ 53 h 61"/>
                  <a:gd name="T2" fmla="*/ 0 w 177"/>
                  <a:gd name="T3" fmla="*/ 56 h 61"/>
                  <a:gd name="T4" fmla="*/ 5 w 177"/>
                  <a:gd name="T5" fmla="*/ 52 h 61"/>
                  <a:gd name="T6" fmla="*/ 4 w 177"/>
                  <a:gd name="T7" fmla="*/ 50 h 61"/>
                  <a:gd name="T8" fmla="*/ 5 w 177"/>
                  <a:gd name="T9" fmla="*/ 48 h 61"/>
                  <a:gd name="T10" fmla="*/ 10 w 177"/>
                  <a:gd name="T11" fmla="*/ 41 h 61"/>
                  <a:gd name="T12" fmla="*/ 17 w 177"/>
                  <a:gd name="T13" fmla="*/ 50 h 61"/>
                  <a:gd name="T14" fmla="*/ 14 w 177"/>
                  <a:gd name="T15" fmla="*/ 35 h 61"/>
                  <a:gd name="T16" fmla="*/ 23 w 177"/>
                  <a:gd name="T17" fmla="*/ 46 h 61"/>
                  <a:gd name="T18" fmla="*/ 31 w 177"/>
                  <a:gd name="T19" fmla="*/ 38 h 61"/>
                  <a:gd name="T20" fmla="*/ 29 w 177"/>
                  <a:gd name="T21" fmla="*/ 40 h 61"/>
                  <a:gd name="T22" fmla="*/ 18 w 177"/>
                  <a:gd name="T23" fmla="*/ 32 h 61"/>
                  <a:gd name="T24" fmla="*/ 19 w 177"/>
                  <a:gd name="T25" fmla="*/ 30 h 61"/>
                  <a:gd name="T26" fmla="*/ 21 w 177"/>
                  <a:gd name="T27" fmla="*/ 27 h 61"/>
                  <a:gd name="T28" fmla="*/ 41 w 177"/>
                  <a:gd name="T29" fmla="*/ 29 h 61"/>
                  <a:gd name="T30" fmla="*/ 43 w 177"/>
                  <a:gd name="T31" fmla="*/ 29 h 61"/>
                  <a:gd name="T32" fmla="*/ 35 w 177"/>
                  <a:gd name="T33" fmla="*/ 35 h 61"/>
                  <a:gd name="T34" fmla="*/ 31 w 177"/>
                  <a:gd name="T35" fmla="*/ 21 h 61"/>
                  <a:gd name="T36" fmla="*/ 46 w 177"/>
                  <a:gd name="T37" fmla="*/ 11 h 61"/>
                  <a:gd name="T38" fmla="*/ 47 w 177"/>
                  <a:gd name="T39" fmla="*/ 11 h 61"/>
                  <a:gd name="T40" fmla="*/ 47 w 177"/>
                  <a:gd name="T41" fmla="*/ 26 h 61"/>
                  <a:gd name="T42" fmla="*/ 39 w 177"/>
                  <a:gd name="T43" fmla="*/ 15 h 61"/>
                  <a:gd name="T44" fmla="*/ 72 w 177"/>
                  <a:gd name="T45" fmla="*/ 16 h 61"/>
                  <a:gd name="T46" fmla="*/ 71 w 177"/>
                  <a:gd name="T47" fmla="*/ 2 h 61"/>
                  <a:gd name="T48" fmla="*/ 65 w 177"/>
                  <a:gd name="T49" fmla="*/ 15 h 61"/>
                  <a:gd name="T50" fmla="*/ 64 w 177"/>
                  <a:gd name="T51" fmla="*/ 4 h 61"/>
                  <a:gd name="T52" fmla="*/ 84 w 177"/>
                  <a:gd name="T53" fmla="*/ 1 h 61"/>
                  <a:gd name="T54" fmla="*/ 84 w 177"/>
                  <a:gd name="T55" fmla="*/ 1 h 61"/>
                  <a:gd name="T56" fmla="*/ 78 w 177"/>
                  <a:gd name="T57" fmla="*/ 16 h 61"/>
                  <a:gd name="T58" fmla="*/ 77 w 177"/>
                  <a:gd name="T59" fmla="*/ 15 h 61"/>
                  <a:gd name="T60" fmla="*/ 90 w 177"/>
                  <a:gd name="T61" fmla="*/ 1 h 61"/>
                  <a:gd name="T62" fmla="*/ 94 w 177"/>
                  <a:gd name="T63" fmla="*/ 15 h 61"/>
                  <a:gd name="T64" fmla="*/ 92 w 177"/>
                  <a:gd name="T65" fmla="*/ 15 h 61"/>
                  <a:gd name="T66" fmla="*/ 113 w 177"/>
                  <a:gd name="T67" fmla="*/ 3 h 61"/>
                  <a:gd name="T68" fmla="*/ 102 w 177"/>
                  <a:gd name="T69" fmla="*/ 2 h 61"/>
                  <a:gd name="T70" fmla="*/ 105 w 177"/>
                  <a:gd name="T71" fmla="*/ 14 h 61"/>
                  <a:gd name="T72" fmla="*/ 117 w 177"/>
                  <a:gd name="T73" fmla="*/ 5 h 61"/>
                  <a:gd name="T74" fmla="*/ 122 w 177"/>
                  <a:gd name="T75" fmla="*/ 19 h 61"/>
                  <a:gd name="T76" fmla="*/ 119 w 177"/>
                  <a:gd name="T77" fmla="*/ 13 h 61"/>
                  <a:gd name="T78" fmla="*/ 121 w 177"/>
                  <a:gd name="T79" fmla="*/ 12 h 61"/>
                  <a:gd name="T80" fmla="*/ 124 w 177"/>
                  <a:gd name="T81" fmla="*/ 10 h 61"/>
                  <a:gd name="T82" fmla="*/ 131 w 177"/>
                  <a:gd name="T83" fmla="*/ 26 h 61"/>
                  <a:gd name="T84" fmla="*/ 126 w 177"/>
                  <a:gd name="T85" fmla="*/ 23 h 61"/>
                  <a:gd name="T86" fmla="*/ 124 w 177"/>
                  <a:gd name="T87" fmla="*/ 23 h 61"/>
                  <a:gd name="T88" fmla="*/ 137 w 177"/>
                  <a:gd name="T89" fmla="*/ 14 h 61"/>
                  <a:gd name="T90" fmla="*/ 133 w 177"/>
                  <a:gd name="T91" fmla="*/ 11 h 61"/>
                  <a:gd name="T92" fmla="*/ 137 w 177"/>
                  <a:gd name="T93" fmla="*/ 32 h 61"/>
                  <a:gd name="T94" fmla="*/ 137 w 177"/>
                  <a:gd name="T95" fmla="*/ 32 h 61"/>
                  <a:gd name="T96" fmla="*/ 145 w 177"/>
                  <a:gd name="T97" fmla="*/ 19 h 61"/>
                  <a:gd name="T98" fmla="*/ 146 w 177"/>
                  <a:gd name="T99" fmla="*/ 19 h 61"/>
                  <a:gd name="T100" fmla="*/ 159 w 177"/>
                  <a:gd name="T101" fmla="*/ 31 h 61"/>
                  <a:gd name="T102" fmla="*/ 149 w 177"/>
                  <a:gd name="T103" fmla="*/ 42 h 61"/>
                  <a:gd name="T104" fmla="*/ 155 w 177"/>
                  <a:gd name="T105" fmla="*/ 27 h 61"/>
                  <a:gd name="T106" fmla="*/ 166 w 177"/>
                  <a:gd name="T107" fmla="*/ 40 h 61"/>
                  <a:gd name="T108" fmla="*/ 160 w 177"/>
                  <a:gd name="T109" fmla="*/ 37 h 61"/>
                  <a:gd name="T110" fmla="*/ 153 w 177"/>
                  <a:gd name="T111" fmla="*/ 46 h 61"/>
                  <a:gd name="T112" fmla="*/ 177 w 177"/>
                  <a:gd name="T113" fmla="*/ 55 h 61"/>
                  <a:gd name="T114" fmla="*/ 162 w 177"/>
                  <a:gd name="T115" fmla="*/ 60 h 61"/>
                  <a:gd name="T116" fmla="*/ 165 w 177"/>
                  <a:gd name="T117" fmla="*/ 55 h 61"/>
                  <a:gd name="T118" fmla="*/ 173 w 177"/>
                  <a:gd name="T119" fmla="*/ 49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77" h="61">
                    <a:moveTo>
                      <a:pt x="6" y="46"/>
                    </a:moveTo>
                    <a:cubicBezTo>
                      <a:pt x="6" y="46"/>
                      <a:pt x="6" y="46"/>
                      <a:pt x="6" y="46"/>
                    </a:cubicBezTo>
                    <a:cubicBezTo>
                      <a:pt x="6" y="46"/>
                      <a:pt x="6" y="46"/>
                      <a:pt x="6" y="46"/>
                    </a:cubicBezTo>
                    <a:cubicBezTo>
                      <a:pt x="6" y="46"/>
                      <a:pt x="6" y="47"/>
                      <a:pt x="6" y="47"/>
                    </a:cubicBezTo>
                    <a:cubicBezTo>
                      <a:pt x="6" y="47"/>
                      <a:pt x="6" y="47"/>
                      <a:pt x="6" y="47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8" y="53"/>
                      <a:pt x="8" y="53"/>
                      <a:pt x="8" y="53"/>
                    </a:cubicBezTo>
                    <a:cubicBezTo>
                      <a:pt x="8" y="54"/>
                      <a:pt x="8" y="54"/>
                      <a:pt x="8" y="54"/>
                    </a:cubicBezTo>
                    <a:cubicBezTo>
                      <a:pt x="15" y="60"/>
                      <a:pt x="15" y="60"/>
                      <a:pt x="15" y="60"/>
                    </a:cubicBezTo>
                    <a:cubicBezTo>
                      <a:pt x="15" y="61"/>
                      <a:pt x="15" y="61"/>
                      <a:pt x="15" y="61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4"/>
                      <a:pt x="2" y="54"/>
                    </a:cubicBezTo>
                    <a:cubicBezTo>
                      <a:pt x="2" y="54"/>
                      <a:pt x="2" y="54"/>
                      <a:pt x="2" y="54"/>
                    </a:cubicBezTo>
                    <a:cubicBezTo>
                      <a:pt x="11" y="58"/>
                      <a:pt x="11" y="58"/>
                      <a:pt x="11" y="58"/>
                    </a:cubicBezTo>
                    <a:cubicBezTo>
                      <a:pt x="12" y="58"/>
                      <a:pt x="12" y="58"/>
                      <a:pt x="12" y="58"/>
                    </a:cubicBezTo>
                    <a:cubicBezTo>
                      <a:pt x="5" y="52"/>
                      <a:pt x="5" y="52"/>
                      <a:pt x="5" y="52"/>
                    </a:cubicBezTo>
                    <a:cubicBezTo>
                      <a:pt x="4" y="52"/>
                      <a:pt x="4" y="52"/>
                      <a:pt x="4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2" y="52"/>
                      <a:pt x="2" y="52"/>
                      <a:pt x="2" y="52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4" y="50"/>
                      <a:pt x="4" y="50"/>
                      <a:pt x="4" y="50"/>
                    </a:cubicBezTo>
                    <a:cubicBezTo>
                      <a:pt x="4" y="50"/>
                      <a:pt x="4" y="50"/>
                      <a:pt x="4" y="50"/>
                    </a:cubicBezTo>
                    <a:cubicBezTo>
                      <a:pt x="4" y="50"/>
                      <a:pt x="4" y="50"/>
                      <a:pt x="4" y="51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6" y="48"/>
                      <a:pt x="6" y="48"/>
                      <a:pt x="6" y="48"/>
                    </a:cubicBezTo>
                    <a:cubicBezTo>
                      <a:pt x="6" y="48"/>
                      <a:pt x="6" y="48"/>
                      <a:pt x="5" y="48"/>
                    </a:cubicBezTo>
                    <a:cubicBezTo>
                      <a:pt x="5" y="48"/>
                      <a:pt x="5" y="48"/>
                      <a:pt x="5" y="48"/>
                    </a:cubicBezTo>
                    <a:cubicBezTo>
                      <a:pt x="5" y="48"/>
                      <a:pt x="5" y="48"/>
                      <a:pt x="5" y="48"/>
                    </a:cubicBezTo>
                    <a:cubicBezTo>
                      <a:pt x="4" y="48"/>
                      <a:pt x="4" y="48"/>
                      <a:pt x="4" y="48"/>
                    </a:cubicBezTo>
                    <a:cubicBezTo>
                      <a:pt x="6" y="46"/>
                      <a:pt x="6" y="46"/>
                      <a:pt x="6" y="46"/>
                    </a:cubicBezTo>
                    <a:close/>
                    <a:moveTo>
                      <a:pt x="22" y="48"/>
                    </a:moveTo>
                    <a:cubicBezTo>
                      <a:pt x="22" y="49"/>
                      <a:pt x="21" y="49"/>
                      <a:pt x="21" y="49"/>
                    </a:cubicBezTo>
                    <a:cubicBezTo>
                      <a:pt x="20" y="50"/>
                      <a:pt x="19" y="49"/>
                      <a:pt x="18" y="48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1"/>
                      <a:pt x="10" y="41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7" y="43"/>
                      <a:pt x="7" y="43"/>
                      <a:pt x="7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9" y="43"/>
                      <a:pt x="9" y="43"/>
                      <a:pt x="9" y="43"/>
                    </a:cubicBezTo>
                    <a:cubicBezTo>
                      <a:pt x="17" y="50"/>
                      <a:pt x="17" y="50"/>
                      <a:pt x="17" y="50"/>
                    </a:cubicBezTo>
                    <a:cubicBezTo>
                      <a:pt x="18" y="50"/>
                      <a:pt x="19" y="51"/>
                      <a:pt x="20" y="50"/>
                    </a:cubicBezTo>
                    <a:cubicBezTo>
                      <a:pt x="21" y="50"/>
                      <a:pt x="22" y="50"/>
                      <a:pt x="23" y="49"/>
                    </a:cubicBezTo>
                    <a:cubicBezTo>
                      <a:pt x="24" y="48"/>
                      <a:pt x="24" y="47"/>
                      <a:pt x="24" y="46"/>
                    </a:cubicBezTo>
                    <a:cubicBezTo>
                      <a:pt x="24" y="45"/>
                      <a:pt x="23" y="44"/>
                      <a:pt x="22" y="43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4" y="35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2" y="38"/>
                      <a:pt x="12" y="38"/>
                      <a:pt x="12" y="38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3" y="37"/>
                      <a:pt x="14" y="37"/>
                      <a:pt x="14" y="37"/>
                    </a:cubicBezTo>
                    <a:cubicBezTo>
                      <a:pt x="22" y="44"/>
                      <a:pt x="22" y="44"/>
                      <a:pt x="22" y="44"/>
                    </a:cubicBezTo>
                    <a:cubicBezTo>
                      <a:pt x="23" y="44"/>
                      <a:pt x="23" y="45"/>
                      <a:pt x="23" y="46"/>
                    </a:cubicBezTo>
                    <a:cubicBezTo>
                      <a:pt x="23" y="47"/>
                      <a:pt x="23" y="47"/>
                      <a:pt x="22" y="48"/>
                    </a:cubicBezTo>
                    <a:close/>
                    <a:moveTo>
                      <a:pt x="33" y="36"/>
                    </a:moveTo>
                    <a:cubicBezTo>
                      <a:pt x="33" y="36"/>
                      <a:pt x="33" y="36"/>
                      <a:pt x="33" y="36"/>
                    </a:cubicBezTo>
                    <a:cubicBezTo>
                      <a:pt x="33" y="36"/>
                      <a:pt x="34" y="36"/>
                      <a:pt x="34" y="36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32" y="39"/>
                      <a:pt x="32" y="39"/>
                      <a:pt x="32" y="39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2" y="38"/>
                      <a:pt x="32" y="37"/>
                      <a:pt x="32" y="37"/>
                    </a:cubicBezTo>
                    <a:cubicBezTo>
                      <a:pt x="32" y="37"/>
                      <a:pt x="32" y="37"/>
                      <a:pt x="32" y="37"/>
                    </a:cubicBezTo>
                    <a:cubicBezTo>
                      <a:pt x="27" y="32"/>
                      <a:pt x="27" y="32"/>
                      <a:pt x="27" y="32"/>
                    </a:cubicBezTo>
                    <a:cubicBezTo>
                      <a:pt x="23" y="36"/>
                      <a:pt x="23" y="36"/>
                      <a:pt x="23" y="36"/>
                    </a:cubicBezTo>
                    <a:cubicBezTo>
                      <a:pt x="28" y="40"/>
                      <a:pt x="28" y="40"/>
                      <a:pt x="28" y="40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8" y="41"/>
                      <a:pt x="29" y="41"/>
                      <a:pt x="29" y="40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30" y="41"/>
                      <a:pt x="30" y="41"/>
                      <a:pt x="30" y="41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2"/>
                      <a:pt x="27" y="42"/>
                      <a:pt x="27" y="42"/>
                    </a:cubicBezTo>
                    <a:cubicBezTo>
                      <a:pt x="27" y="42"/>
                      <a:pt x="27" y="42"/>
                      <a:pt x="27" y="41"/>
                    </a:cubicBezTo>
                    <a:cubicBezTo>
                      <a:pt x="18" y="32"/>
                      <a:pt x="18" y="32"/>
                      <a:pt x="18" y="32"/>
                    </a:cubicBezTo>
                    <a:cubicBezTo>
                      <a:pt x="18" y="32"/>
                      <a:pt x="17" y="32"/>
                      <a:pt x="17" y="32"/>
                    </a:cubicBezTo>
                    <a:cubicBezTo>
                      <a:pt x="17" y="32"/>
                      <a:pt x="17" y="32"/>
                      <a:pt x="17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1"/>
                      <a:pt x="19" y="31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7" y="31"/>
                      <a:pt x="27" y="31"/>
                      <a:pt x="27" y="31"/>
                    </a:cubicBezTo>
                    <a:cubicBezTo>
                      <a:pt x="23" y="27"/>
                      <a:pt x="23" y="27"/>
                      <a:pt x="23" y="27"/>
                    </a:cubicBezTo>
                    <a:cubicBezTo>
                      <a:pt x="23" y="27"/>
                      <a:pt x="22" y="27"/>
                      <a:pt x="22" y="27"/>
                    </a:cubicBezTo>
                    <a:cubicBezTo>
                      <a:pt x="22" y="27"/>
                      <a:pt x="22" y="27"/>
                      <a:pt x="22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6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33" y="36"/>
                      <a:pt x="33" y="36"/>
                      <a:pt x="33" y="36"/>
                    </a:cubicBezTo>
                    <a:close/>
                    <a:moveTo>
                      <a:pt x="38" y="26"/>
                    </a:moveTo>
                    <a:cubicBezTo>
                      <a:pt x="41" y="29"/>
                      <a:pt x="41" y="29"/>
                      <a:pt x="41" y="29"/>
                    </a:cubicBezTo>
                    <a:cubicBezTo>
                      <a:pt x="41" y="29"/>
                      <a:pt x="41" y="30"/>
                      <a:pt x="41" y="30"/>
                    </a:cubicBezTo>
                    <a:cubicBezTo>
                      <a:pt x="41" y="30"/>
                      <a:pt x="41" y="30"/>
                      <a:pt x="41" y="30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3" y="29"/>
                      <a:pt x="42" y="29"/>
                      <a:pt x="42" y="28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5" y="33"/>
                      <a:pt x="35" y="33"/>
                      <a:pt x="35" y="33"/>
                    </a:cubicBezTo>
                    <a:cubicBezTo>
                      <a:pt x="35" y="33"/>
                      <a:pt x="35" y="34"/>
                      <a:pt x="35" y="34"/>
                    </a:cubicBezTo>
                    <a:cubicBezTo>
                      <a:pt x="35" y="34"/>
                      <a:pt x="35" y="34"/>
                      <a:pt x="35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7" y="33"/>
                      <a:pt x="37" y="33"/>
                      <a:pt x="37" y="33"/>
                    </a:cubicBezTo>
                    <a:cubicBezTo>
                      <a:pt x="37" y="33"/>
                      <a:pt x="37" y="33"/>
                      <a:pt x="36" y="33"/>
                    </a:cubicBezTo>
                    <a:cubicBezTo>
                      <a:pt x="36" y="33"/>
                      <a:pt x="36" y="32"/>
                      <a:pt x="36" y="32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8" y="26"/>
                      <a:pt x="38" y="26"/>
                      <a:pt x="38" y="26"/>
                    </a:cubicBezTo>
                    <a:close/>
                    <a:moveTo>
                      <a:pt x="31" y="21"/>
                    </a:moveTo>
                    <a:cubicBezTo>
                      <a:pt x="31" y="21"/>
                      <a:pt x="31" y="21"/>
                      <a:pt x="31" y="21"/>
                    </a:cubicBezTo>
                    <a:cubicBezTo>
                      <a:pt x="34" y="28"/>
                      <a:pt x="34" y="28"/>
                      <a:pt x="34" y="28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1" y="21"/>
                      <a:pt x="31" y="21"/>
                      <a:pt x="31" y="21"/>
                    </a:cubicBezTo>
                    <a:close/>
                    <a:moveTo>
                      <a:pt x="51" y="21"/>
                    </a:moveTo>
                    <a:cubicBezTo>
                      <a:pt x="51" y="21"/>
                      <a:pt x="51" y="21"/>
                      <a:pt x="51" y="2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6" y="11"/>
                      <a:pt x="45" y="11"/>
                    </a:cubicBezTo>
                    <a:cubicBezTo>
                      <a:pt x="45" y="11"/>
                      <a:pt x="45" y="11"/>
                      <a:pt x="45" y="11"/>
                    </a:cubicBezTo>
                    <a:cubicBezTo>
                      <a:pt x="44" y="11"/>
                      <a:pt x="44" y="11"/>
                      <a:pt x="44" y="11"/>
                    </a:cubicBezTo>
                    <a:cubicBezTo>
                      <a:pt x="48" y="9"/>
                      <a:pt x="48" y="9"/>
                      <a:pt x="48" y="9"/>
                    </a:cubicBezTo>
                    <a:cubicBezTo>
                      <a:pt x="48" y="10"/>
                      <a:pt x="48" y="10"/>
                      <a:pt x="48" y="1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47" y="10"/>
                      <a:pt x="47" y="11"/>
                      <a:pt x="47" y="11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7" y="26"/>
                      <a:pt x="47" y="26"/>
                      <a:pt x="47" y="26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5" y="28"/>
                      <a:pt x="45" y="28"/>
                      <a:pt x="45" y="28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6" y="27"/>
                      <a:pt x="46" y="26"/>
                      <a:pt x="45" y="26"/>
                    </a:cubicBezTo>
                    <a:cubicBezTo>
                      <a:pt x="39" y="15"/>
                      <a:pt x="39" y="15"/>
                      <a:pt x="39" y="15"/>
                    </a:cubicBezTo>
                    <a:cubicBezTo>
                      <a:pt x="39" y="14"/>
                      <a:pt x="39" y="14"/>
                      <a:pt x="39" y="14"/>
                    </a:cubicBezTo>
                    <a:cubicBezTo>
                      <a:pt x="39" y="14"/>
                      <a:pt x="39" y="14"/>
                      <a:pt x="38" y="14"/>
                    </a:cubicBezTo>
                    <a:cubicBezTo>
                      <a:pt x="38" y="15"/>
                      <a:pt x="38" y="15"/>
                      <a:pt x="38" y="15"/>
                    </a:cubicBezTo>
                    <a:cubicBezTo>
                      <a:pt x="37" y="14"/>
                      <a:pt x="37" y="14"/>
                      <a:pt x="37" y="14"/>
                    </a:cubicBezTo>
                    <a:cubicBezTo>
                      <a:pt x="40" y="13"/>
                      <a:pt x="40" y="13"/>
                      <a:pt x="40" y="13"/>
                    </a:cubicBezTo>
                    <a:cubicBezTo>
                      <a:pt x="51" y="21"/>
                      <a:pt x="51" y="21"/>
                      <a:pt x="51" y="21"/>
                    </a:cubicBezTo>
                    <a:close/>
                    <a:moveTo>
                      <a:pt x="70" y="17"/>
                    </a:moveTo>
                    <a:cubicBezTo>
                      <a:pt x="70" y="17"/>
                      <a:pt x="71" y="17"/>
                      <a:pt x="72" y="16"/>
                    </a:cubicBezTo>
                    <a:cubicBezTo>
                      <a:pt x="72" y="15"/>
                      <a:pt x="72" y="14"/>
                      <a:pt x="72" y="14"/>
                    </a:cubicBezTo>
                    <a:cubicBezTo>
                      <a:pt x="70" y="3"/>
                      <a:pt x="70" y="3"/>
                      <a:pt x="70" y="3"/>
                    </a:cubicBezTo>
                    <a:cubicBezTo>
                      <a:pt x="70" y="3"/>
                      <a:pt x="69" y="3"/>
                      <a:pt x="69" y="3"/>
                    </a:cubicBezTo>
                    <a:cubicBezTo>
                      <a:pt x="69" y="3"/>
                      <a:pt x="69" y="3"/>
                      <a:pt x="69" y="3"/>
                    </a:cubicBezTo>
                    <a:cubicBezTo>
                      <a:pt x="68" y="3"/>
                      <a:pt x="68" y="3"/>
                      <a:pt x="68" y="3"/>
                    </a:cubicBezTo>
                    <a:cubicBezTo>
                      <a:pt x="68" y="2"/>
                      <a:pt x="68" y="2"/>
                      <a:pt x="68" y="2"/>
                    </a:cubicBezTo>
                    <a:cubicBezTo>
                      <a:pt x="71" y="1"/>
                      <a:pt x="71" y="1"/>
                      <a:pt x="71" y="1"/>
                    </a:cubicBezTo>
                    <a:cubicBezTo>
                      <a:pt x="71" y="2"/>
                      <a:pt x="71" y="2"/>
                      <a:pt x="71" y="2"/>
                    </a:cubicBezTo>
                    <a:cubicBezTo>
                      <a:pt x="71" y="2"/>
                      <a:pt x="71" y="2"/>
                      <a:pt x="71" y="2"/>
                    </a:cubicBezTo>
                    <a:cubicBezTo>
                      <a:pt x="71" y="2"/>
                      <a:pt x="70" y="2"/>
                      <a:pt x="70" y="2"/>
                    </a:cubicBezTo>
                    <a:cubicBezTo>
                      <a:pt x="70" y="3"/>
                      <a:pt x="70" y="3"/>
                      <a:pt x="70" y="3"/>
                    </a:cubicBezTo>
                    <a:cubicBezTo>
                      <a:pt x="73" y="13"/>
                      <a:pt x="73" y="13"/>
                      <a:pt x="73" y="13"/>
                    </a:cubicBezTo>
                    <a:cubicBezTo>
                      <a:pt x="73" y="15"/>
                      <a:pt x="73" y="16"/>
                      <a:pt x="72" y="16"/>
                    </a:cubicBezTo>
                    <a:cubicBezTo>
                      <a:pt x="71" y="17"/>
                      <a:pt x="71" y="18"/>
                      <a:pt x="70" y="18"/>
                    </a:cubicBezTo>
                    <a:cubicBezTo>
                      <a:pt x="68" y="18"/>
                      <a:pt x="67" y="18"/>
                      <a:pt x="66" y="18"/>
                    </a:cubicBezTo>
                    <a:cubicBezTo>
                      <a:pt x="66" y="17"/>
                      <a:pt x="65" y="17"/>
                      <a:pt x="65" y="15"/>
                    </a:cubicBezTo>
                    <a:cubicBezTo>
                      <a:pt x="62" y="5"/>
                      <a:pt x="62" y="5"/>
                      <a:pt x="62" y="5"/>
                    </a:cubicBezTo>
                    <a:cubicBezTo>
                      <a:pt x="62" y="5"/>
                      <a:pt x="62" y="4"/>
                      <a:pt x="62" y="4"/>
                    </a:cubicBezTo>
                    <a:cubicBezTo>
                      <a:pt x="62" y="4"/>
                      <a:pt x="62" y="4"/>
                      <a:pt x="61" y="4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5" y="3"/>
                      <a:pt x="65" y="3"/>
                      <a:pt x="65" y="3"/>
                    </a:cubicBezTo>
                    <a:cubicBezTo>
                      <a:pt x="65" y="4"/>
                      <a:pt x="65" y="4"/>
                      <a:pt x="65" y="4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4"/>
                      <a:pt x="64" y="4"/>
                      <a:pt x="64" y="5"/>
                    </a:cubicBezTo>
                    <a:cubicBezTo>
                      <a:pt x="66" y="15"/>
                      <a:pt x="66" y="15"/>
                      <a:pt x="66" y="15"/>
                    </a:cubicBezTo>
                    <a:cubicBezTo>
                      <a:pt x="66" y="16"/>
                      <a:pt x="67" y="17"/>
                      <a:pt x="67" y="17"/>
                    </a:cubicBezTo>
                    <a:cubicBezTo>
                      <a:pt x="68" y="18"/>
                      <a:pt x="69" y="18"/>
                      <a:pt x="70" y="17"/>
                    </a:cubicBezTo>
                    <a:close/>
                    <a:moveTo>
                      <a:pt x="84" y="12"/>
                    </a:moveTo>
                    <a:cubicBezTo>
                      <a:pt x="84" y="12"/>
                      <a:pt x="84" y="12"/>
                      <a:pt x="84" y="12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4" y="1"/>
                      <a:pt x="84" y="1"/>
                      <a:pt x="83" y="1"/>
                    </a:cubicBezTo>
                    <a:cubicBezTo>
                      <a:pt x="83" y="1"/>
                      <a:pt x="83" y="1"/>
                      <a:pt x="83" y="1"/>
                    </a:cubicBezTo>
                    <a:cubicBezTo>
                      <a:pt x="82" y="1"/>
                      <a:pt x="82" y="1"/>
                      <a:pt x="82" y="1"/>
                    </a:cubicBezTo>
                    <a:cubicBezTo>
                      <a:pt x="82" y="0"/>
                      <a:pt x="82" y="0"/>
                      <a:pt x="82" y="0"/>
                    </a:cubicBezTo>
                    <a:cubicBezTo>
                      <a:pt x="86" y="0"/>
                      <a:pt x="86" y="0"/>
                      <a:pt x="86" y="0"/>
                    </a:cubicBezTo>
                    <a:cubicBezTo>
                      <a:pt x="86" y="1"/>
                      <a:pt x="86" y="1"/>
                      <a:pt x="86" y="1"/>
                    </a:cubicBezTo>
                    <a:cubicBezTo>
                      <a:pt x="85" y="1"/>
                      <a:pt x="85" y="1"/>
                      <a:pt x="85" y="1"/>
                    </a:cubicBezTo>
                    <a:cubicBezTo>
                      <a:pt x="85" y="1"/>
                      <a:pt x="85" y="1"/>
                      <a:pt x="84" y="1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77" y="3"/>
                      <a:pt x="77" y="3"/>
                      <a:pt x="77" y="3"/>
                    </a:cubicBezTo>
                    <a:cubicBezTo>
                      <a:pt x="77" y="3"/>
                      <a:pt x="77" y="3"/>
                      <a:pt x="77" y="3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77" y="15"/>
                      <a:pt x="78" y="15"/>
                      <a:pt x="78" y="16"/>
                    </a:cubicBezTo>
                    <a:cubicBezTo>
                      <a:pt x="78" y="16"/>
                      <a:pt x="78" y="16"/>
                      <a:pt x="78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76" y="16"/>
                      <a:pt x="76" y="16"/>
                      <a:pt x="76" y="16"/>
                    </a:cubicBezTo>
                    <a:cubicBezTo>
                      <a:pt x="76" y="16"/>
                      <a:pt x="77" y="16"/>
                      <a:pt x="77" y="16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76" y="2"/>
                      <a:pt x="76" y="2"/>
                      <a:pt x="76" y="2"/>
                    </a:cubicBezTo>
                    <a:cubicBezTo>
                      <a:pt x="76" y="2"/>
                      <a:pt x="76" y="2"/>
                      <a:pt x="76" y="1"/>
                    </a:cubicBezTo>
                    <a:cubicBezTo>
                      <a:pt x="76" y="1"/>
                      <a:pt x="75" y="1"/>
                      <a:pt x="75" y="1"/>
                    </a:cubicBezTo>
                    <a:cubicBezTo>
                      <a:pt x="74" y="1"/>
                      <a:pt x="74" y="1"/>
                      <a:pt x="74" y="1"/>
                    </a:cubicBezTo>
                    <a:cubicBezTo>
                      <a:pt x="74" y="1"/>
                      <a:pt x="74" y="1"/>
                      <a:pt x="74" y="1"/>
                    </a:cubicBezTo>
                    <a:cubicBezTo>
                      <a:pt x="77" y="1"/>
                      <a:pt x="77" y="1"/>
                      <a:pt x="77" y="1"/>
                    </a:cubicBezTo>
                    <a:cubicBezTo>
                      <a:pt x="84" y="12"/>
                      <a:pt x="84" y="12"/>
                      <a:pt x="84" y="12"/>
                    </a:cubicBezTo>
                    <a:close/>
                    <a:moveTo>
                      <a:pt x="90" y="1"/>
                    </a:moveTo>
                    <a:cubicBezTo>
                      <a:pt x="90" y="0"/>
                      <a:pt x="90" y="0"/>
                      <a:pt x="90" y="0"/>
                    </a:cubicBezTo>
                    <a:cubicBezTo>
                      <a:pt x="98" y="1"/>
                      <a:pt x="98" y="1"/>
                      <a:pt x="98" y="1"/>
                    </a:cubicBezTo>
                    <a:cubicBezTo>
                      <a:pt x="98" y="1"/>
                      <a:pt x="98" y="1"/>
                      <a:pt x="98" y="1"/>
                    </a:cubicBezTo>
                    <a:cubicBezTo>
                      <a:pt x="96" y="1"/>
                      <a:pt x="96" y="1"/>
                      <a:pt x="96" y="1"/>
                    </a:cubicBezTo>
                    <a:cubicBezTo>
                      <a:pt x="95" y="1"/>
                      <a:pt x="95" y="1"/>
                      <a:pt x="95" y="1"/>
                    </a:cubicBezTo>
                    <a:cubicBezTo>
                      <a:pt x="95" y="1"/>
                      <a:pt x="95" y="1"/>
                      <a:pt x="95" y="2"/>
                    </a:cubicBezTo>
                    <a:cubicBezTo>
                      <a:pt x="94" y="15"/>
                      <a:pt x="94" y="15"/>
                      <a:pt x="94" y="15"/>
                    </a:cubicBezTo>
                    <a:cubicBezTo>
                      <a:pt x="94" y="15"/>
                      <a:pt x="94" y="15"/>
                      <a:pt x="94" y="15"/>
                    </a:cubicBezTo>
                    <a:cubicBezTo>
                      <a:pt x="94" y="15"/>
                      <a:pt x="94" y="15"/>
                      <a:pt x="95" y="15"/>
                    </a:cubicBezTo>
                    <a:cubicBezTo>
                      <a:pt x="97" y="16"/>
                      <a:pt x="97" y="16"/>
                      <a:pt x="97" y="16"/>
                    </a:cubicBezTo>
                    <a:cubicBezTo>
                      <a:pt x="97" y="16"/>
                      <a:pt x="97" y="16"/>
                      <a:pt x="97" y="16"/>
                    </a:cubicBezTo>
                    <a:cubicBezTo>
                      <a:pt x="89" y="16"/>
                      <a:pt x="89" y="16"/>
                      <a:pt x="89" y="16"/>
                    </a:cubicBezTo>
                    <a:cubicBezTo>
                      <a:pt x="89" y="15"/>
                      <a:pt x="89" y="15"/>
                      <a:pt x="89" y="15"/>
                    </a:cubicBezTo>
                    <a:cubicBezTo>
                      <a:pt x="91" y="15"/>
                      <a:pt x="91" y="15"/>
                      <a:pt x="91" y="15"/>
                    </a:cubicBezTo>
                    <a:cubicBezTo>
                      <a:pt x="92" y="15"/>
                      <a:pt x="92" y="15"/>
                      <a:pt x="92" y="15"/>
                    </a:cubicBezTo>
                    <a:cubicBezTo>
                      <a:pt x="92" y="15"/>
                      <a:pt x="92" y="15"/>
                      <a:pt x="92" y="15"/>
                    </a:cubicBezTo>
                    <a:cubicBezTo>
                      <a:pt x="93" y="2"/>
                      <a:pt x="93" y="2"/>
                      <a:pt x="93" y="2"/>
                    </a:cubicBezTo>
                    <a:cubicBezTo>
                      <a:pt x="93" y="1"/>
                      <a:pt x="93" y="1"/>
                      <a:pt x="93" y="1"/>
                    </a:cubicBezTo>
                    <a:cubicBezTo>
                      <a:pt x="93" y="1"/>
                      <a:pt x="93" y="1"/>
                      <a:pt x="92" y="1"/>
                    </a:cubicBezTo>
                    <a:cubicBezTo>
                      <a:pt x="90" y="1"/>
                      <a:pt x="90" y="1"/>
                      <a:pt x="90" y="1"/>
                    </a:cubicBezTo>
                    <a:close/>
                    <a:moveTo>
                      <a:pt x="109" y="3"/>
                    </a:moveTo>
                    <a:cubicBezTo>
                      <a:pt x="109" y="2"/>
                      <a:pt x="109" y="2"/>
                      <a:pt x="109" y="2"/>
                    </a:cubicBezTo>
                    <a:cubicBezTo>
                      <a:pt x="113" y="3"/>
                      <a:pt x="113" y="3"/>
                      <a:pt x="113" y="3"/>
                    </a:cubicBezTo>
                    <a:cubicBezTo>
                      <a:pt x="113" y="3"/>
                      <a:pt x="113" y="3"/>
                      <a:pt x="113" y="3"/>
                    </a:cubicBezTo>
                    <a:cubicBezTo>
                      <a:pt x="112" y="3"/>
                      <a:pt x="112" y="3"/>
                      <a:pt x="112" y="3"/>
                    </a:cubicBezTo>
                    <a:cubicBezTo>
                      <a:pt x="112" y="3"/>
                      <a:pt x="112" y="3"/>
                      <a:pt x="111" y="4"/>
                    </a:cubicBezTo>
                    <a:cubicBezTo>
                      <a:pt x="111" y="4"/>
                      <a:pt x="111" y="4"/>
                      <a:pt x="111" y="4"/>
                    </a:cubicBezTo>
                    <a:cubicBezTo>
                      <a:pt x="105" y="17"/>
                      <a:pt x="105" y="17"/>
                      <a:pt x="105" y="17"/>
                    </a:cubicBezTo>
                    <a:cubicBezTo>
                      <a:pt x="104" y="17"/>
                      <a:pt x="104" y="17"/>
                      <a:pt x="104" y="17"/>
                    </a:cubicBezTo>
                    <a:cubicBezTo>
                      <a:pt x="103" y="3"/>
                      <a:pt x="103" y="3"/>
                      <a:pt x="103" y="3"/>
                    </a:cubicBezTo>
                    <a:cubicBezTo>
                      <a:pt x="103" y="3"/>
                      <a:pt x="103" y="2"/>
                      <a:pt x="103" y="2"/>
                    </a:cubicBezTo>
                    <a:cubicBezTo>
                      <a:pt x="103" y="2"/>
                      <a:pt x="103" y="2"/>
                      <a:pt x="102" y="2"/>
                    </a:cubicBezTo>
                    <a:cubicBezTo>
                      <a:pt x="102" y="2"/>
                      <a:pt x="102" y="2"/>
                      <a:pt x="102" y="2"/>
                    </a:cubicBezTo>
                    <a:cubicBezTo>
                      <a:pt x="102" y="1"/>
                      <a:pt x="102" y="1"/>
                      <a:pt x="102" y="1"/>
                    </a:cubicBezTo>
                    <a:cubicBezTo>
                      <a:pt x="106" y="2"/>
                      <a:pt x="106" y="2"/>
                      <a:pt x="106" y="2"/>
                    </a:cubicBezTo>
                    <a:cubicBezTo>
                      <a:pt x="106" y="2"/>
                      <a:pt x="106" y="2"/>
                      <a:pt x="106" y="2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5" y="3"/>
                      <a:pt x="105" y="3"/>
                      <a:pt x="105" y="3"/>
                    </a:cubicBezTo>
                    <a:cubicBezTo>
                      <a:pt x="105" y="14"/>
                      <a:pt x="105" y="14"/>
                      <a:pt x="105" y="14"/>
                    </a:cubicBezTo>
                    <a:cubicBezTo>
                      <a:pt x="106" y="14"/>
                      <a:pt x="106" y="14"/>
                      <a:pt x="106" y="14"/>
                    </a:cubicBezTo>
                    <a:cubicBezTo>
                      <a:pt x="110" y="4"/>
                      <a:pt x="110" y="4"/>
                      <a:pt x="110" y="4"/>
                    </a:cubicBezTo>
                    <a:cubicBezTo>
                      <a:pt x="110" y="4"/>
                      <a:pt x="110" y="4"/>
                      <a:pt x="110" y="3"/>
                    </a:cubicBezTo>
                    <a:cubicBezTo>
                      <a:pt x="110" y="3"/>
                      <a:pt x="110" y="3"/>
                      <a:pt x="110" y="3"/>
                    </a:cubicBezTo>
                    <a:cubicBezTo>
                      <a:pt x="109" y="3"/>
                      <a:pt x="109" y="3"/>
                      <a:pt x="109" y="3"/>
                    </a:cubicBezTo>
                    <a:close/>
                    <a:moveTo>
                      <a:pt x="116" y="5"/>
                    </a:moveTo>
                    <a:cubicBezTo>
                      <a:pt x="116" y="5"/>
                      <a:pt x="116" y="5"/>
                      <a:pt x="116" y="5"/>
                    </a:cubicBezTo>
                    <a:cubicBezTo>
                      <a:pt x="117" y="5"/>
                      <a:pt x="117" y="5"/>
                      <a:pt x="117" y="5"/>
                    </a:cubicBezTo>
                    <a:cubicBezTo>
                      <a:pt x="117" y="5"/>
                      <a:pt x="117" y="6"/>
                      <a:pt x="117" y="6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9"/>
                      <a:pt x="113" y="19"/>
                    </a:cubicBezTo>
                    <a:cubicBezTo>
                      <a:pt x="112" y="19"/>
                      <a:pt x="112" y="19"/>
                      <a:pt x="112" y="19"/>
                    </a:cubicBezTo>
                    <a:cubicBezTo>
                      <a:pt x="111" y="18"/>
                      <a:pt x="111" y="18"/>
                      <a:pt x="111" y="18"/>
                    </a:cubicBezTo>
                    <a:cubicBezTo>
                      <a:pt x="111" y="19"/>
                      <a:pt x="111" y="19"/>
                      <a:pt x="111" y="19"/>
                    </a:cubicBezTo>
                    <a:cubicBezTo>
                      <a:pt x="120" y="22"/>
                      <a:pt x="120" y="22"/>
                      <a:pt x="120" y="22"/>
                    </a:cubicBezTo>
                    <a:cubicBezTo>
                      <a:pt x="122" y="19"/>
                      <a:pt x="122" y="19"/>
                      <a:pt x="122" y="19"/>
                    </a:cubicBezTo>
                    <a:cubicBezTo>
                      <a:pt x="122" y="18"/>
                      <a:pt x="122" y="18"/>
                      <a:pt x="122" y="18"/>
                    </a:cubicBezTo>
                    <a:cubicBezTo>
                      <a:pt x="121" y="19"/>
                      <a:pt x="120" y="20"/>
                      <a:pt x="120" y="20"/>
                    </a:cubicBezTo>
                    <a:cubicBezTo>
                      <a:pt x="119" y="21"/>
                      <a:pt x="118" y="21"/>
                      <a:pt x="117" y="20"/>
                    </a:cubicBezTo>
                    <a:cubicBezTo>
                      <a:pt x="115" y="20"/>
                      <a:pt x="115" y="20"/>
                      <a:pt x="115" y="20"/>
                    </a:cubicBezTo>
                    <a:cubicBezTo>
                      <a:pt x="115" y="20"/>
                      <a:pt x="114" y="19"/>
                      <a:pt x="114" y="19"/>
                    </a:cubicBezTo>
                    <a:cubicBezTo>
                      <a:pt x="114" y="19"/>
                      <a:pt x="114" y="19"/>
                      <a:pt x="114" y="19"/>
                    </a:cubicBezTo>
                    <a:cubicBezTo>
                      <a:pt x="116" y="12"/>
                      <a:pt x="116" y="12"/>
                      <a:pt x="116" y="12"/>
                    </a:cubicBezTo>
                    <a:cubicBezTo>
                      <a:pt x="119" y="13"/>
                      <a:pt x="119" y="13"/>
                      <a:pt x="119" y="13"/>
                    </a:cubicBezTo>
                    <a:cubicBezTo>
                      <a:pt x="120" y="13"/>
                      <a:pt x="120" y="13"/>
                      <a:pt x="120" y="14"/>
                    </a:cubicBezTo>
                    <a:cubicBezTo>
                      <a:pt x="120" y="14"/>
                      <a:pt x="120" y="15"/>
                      <a:pt x="120" y="15"/>
                    </a:cubicBezTo>
                    <a:cubicBezTo>
                      <a:pt x="120" y="16"/>
                      <a:pt x="120" y="16"/>
                      <a:pt x="120" y="16"/>
                    </a:cubicBezTo>
                    <a:cubicBezTo>
                      <a:pt x="120" y="16"/>
                      <a:pt x="120" y="16"/>
                      <a:pt x="120" y="16"/>
                    </a:cubicBezTo>
                    <a:cubicBezTo>
                      <a:pt x="122" y="11"/>
                      <a:pt x="122" y="11"/>
                      <a:pt x="122" y="11"/>
                    </a:cubicBezTo>
                    <a:cubicBezTo>
                      <a:pt x="122" y="11"/>
                      <a:pt x="122" y="11"/>
                      <a:pt x="122" y="11"/>
                    </a:cubicBezTo>
                    <a:cubicBezTo>
                      <a:pt x="121" y="11"/>
                      <a:pt x="121" y="11"/>
                      <a:pt x="121" y="11"/>
                    </a:cubicBezTo>
                    <a:cubicBezTo>
                      <a:pt x="121" y="12"/>
                      <a:pt x="121" y="12"/>
                      <a:pt x="121" y="12"/>
                    </a:cubicBezTo>
                    <a:cubicBezTo>
                      <a:pt x="120" y="13"/>
                      <a:pt x="120" y="13"/>
                      <a:pt x="119" y="12"/>
                    </a:cubicBezTo>
                    <a:cubicBezTo>
                      <a:pt x="117" y="12"/>
                      <a:pt x="117" y="12"/>
                      <a:pt x="117" y="12"/>
                    </a:cubicBezTo>
                    <a:cubicBezTo>
                      <a:pt x="118" y="6"/>
                      <a:pt x="118" y="6"/>
                      <a:pt x="118" y="6"/>
                    </a:cubicBezTo>
                    <a:cubicBezTo>
                      <a:pt x="118" y="6"/>
                      <a:pt x="119" y="6"/>
                      <a:pt x="119" y="6"/>
                    </a:cubicBezTo>
                    <a:cubicBezTo>
                      <a:pt x="119" y="6"/>
                      <a:pt x="119" y="6"/>
                      <a:pt x="119" y="6"/>
                    </a:cubicBezTo>
                    <a:cubicBezTo>
                      <a:pt x="122" y="7"/>
                      <a:pt x="122" y="7"/>
                      <a:pt x="122" y="7"/>
                    </a:cubicBezTo>
                    <a:cubicBezTo>
                      <a:pt x="122" y="7"/>
                      <a:pt x="123" y="7"/>
                      <a:pt x="123" y="8"/>
                    </a:cubicBezTo>
                    <a:cubicBezTo>
                      <a:pt x="124" y="8"/>
                      <a:pt x="124" y="9"/>
                      <a:pt x="124" y="10"/>
                    </a:cubicBezTo>
                    <a:cubicBezTo>
                      <a:pt x="125" y="10"/>
                      <a:pt x="125" y="10"/>
                      <a:pt x="125" y="10"/>
                    </a:cubicBezTo>
                    <a:cubicBezTo>
                      <a:pt x="125" y="7"/>
                      <a:pt x="125" y="7"/>
                      <a:pt x="125" y="7"/>
                    </a:cubicBezTo>
                    <a:cubicBezTo>
                      <a:pt x="116" y="4"/>
                      <a:pt x="116" y="4"/>
                      <a:pt x="116" y="4"/>
                    </a:cubicBezTo>
                    <a:cubicBezTo>
                      <a:pt x="116" y="5"/>
                      <a:pt x="116" y="5"/>
                      <a:pt x="116" y="5"/>
                    </a:cubicBezTo>
                    <a:close/>
                    <a:moveTo>
                      <a:pt x="136" y="17"/>
                    </a:moveTo>
                    <a:cubicBezTo>
                      <a:pt x="136" y="18"/>
                      <a:pt x="135" y="19"/>
                      <a:pt x="134" y="19"/>
                    </a:cubicBezTo>
                    <a:cubicBezTo>
                      <a:pt x="133" y="19"/>
                      <a:pt x="133" y="19"/>
                      <a:pt x="132" y="19"/>
                    </a:cubicBezTo>
                    <a:cubicBezTo>
                      <a:pt x="131" y="26"/>
                      <a:pt x="131" y="26"/>
                      <a:pt x="131" y="26"/>
                    </a:cubicBezTo>
                    <a:cubicBezTo>
                      <a:pt x="131" y="26"/>
                      <a:pt x="131" y="27"/>
                      <a:pt x="131" y="27"/>
                    </a:cubicBezTo>
                    <a:cubicBezTo>
                      <a:pt x="131" y="27"/>
                      <a:pt x="131" y="27"/>
                      <a:pt x="132" y="27"/>
                    </a:cubicBezTo>
                    <a:cubicBezTo>
                      <a:pt x="132" y="27"/>
                      <a:pt x="132" y="27"/>
                      <a:pt x="132" y="27"/>
                    </a:cubicBezTo>
                    <a:cubicBezTo>
                      <a:pt x="132" y="28"/>
                      <a:pt x="132" y="28"/>
                      <a:pt x="132" y="28"/>
                    </a:cubicBezTo>
                    <a:cubicBezTo>
                      <a:pt x="130" y="27"/>
                      <a:pt x="130" y="27"/>
                      <a:pt x="130" y="27"/>
                    </a:cubicBezTo>
                    <a:cubicBezTo>
                      <a:pt x="130" y="18"/>
                      <a:pt x="130" y="18"/>
                      <a:pt x="130" y="18"/>
                    </a:cubicBezTo>
                    <a:cubicBezTo>
                      <a:pt x="129" y="17"/>
                      <a:pt x="129" y="17"/>
                      <a:pt x="129" y="17"/>
                    </a:cubicBezTo>
                    <a:cubicBezTo>
                      <a:pt x="126" y="23"/>
                      <a:pt x="126" y="23"/>
                      <a:pt x="126" y="23"/>
                    </a:cubicBezTo>
                    <a:cubicBezTo>
                      <a:pt x="125" y="24"/>
                      <a:pt x="125" y="24"/>
                      <a:pt x="126" y="24"/>
                    </a:cubicBezTo>
                    <a:cubicBezTo>
                      <a:pt x="126" y="24"/>
                      <a:pt x="126" y="24"/>
                      <a:pt x="126" y="24"/>
                    </a:cubicBezTo>
                    <a:cubicBezTo>
                      <a:pt x="126" y="25"/>
                      <a:pt x="126" y="25"/>
                      <a:pt x="126" y="25"/>
                    </a:cubicBezTo>
                    <a:cubicBezTo>
                      <a:pt x="126" y="25"/>
                      <a:pt x="126" y="25"/>
                      <a:pt x="126" y="25"/>
                    </a:cubicBezTo>
                    <a:cubicBezTo>
                      <a:pt x="122" y="23"/>
                      <a:pt x="122" y="23"/>
                      <a:pt x="122" y="23"/>
                    </a:cubicBezTo>
                    <a:cubicBezTo>
                      <a:pt x="123" y="23"/>
                      <a:pt x="123" y="23"/>
                      <a:pt x="123" y="23"/>
                    </a:cubicBezTo>
                    <a:cubicBezTo>
                      <a:pt x="123" y="23"/>
                      <a:pt x="123" y="23"/>
                      <a:pt x="123" y="23"/>
                    </a:cubicBezTo>
                    <a:cubicBezTo>
                      <a:pt x="123" y="23"/>
                      <a:pt x="124" y="23"/>
                      <a:pt x="124" y="23"/>
                    </a:cubicBezTo>
                    <a:cubicBezTo>
                      <a:pt x="124" y="23"/>
                      <a:pt x="124" y="23"/>
                      <a:pt x="124" y="23"/>
                    </a:cubicBezTo>
                    <a:cubicBezTo>
                      <a:pt x="130" y="11"/>
                      <a:pt x="130" y="11"/>
                      <a:pt x="130" y="11"/>
                    </a:cubicBezTo>
                    <a:cubicBezTo>
                      <a:pt x="130" y="11"/>
                      <a:pt x="130" y="11"/>
                      <a:pt x="130" y="10"/>
                    </a:cubicBezTo>
                    <a:cubicBezTo>
                      <a:pt x="130" y="10"/>
                      <a:pt x="130" y="10"/>
                      <a:pt x="130" y="10"/>
                    </a:cubicBezTo>
                    <a:cubicBezTo>
                      <a:pt x="129" y="10"/>
                      <a:pt x="129" y="10"/>
                      <a:pt x="129" y="10"/>
                    </a:cubicBezTo>
                    <a:cubicBezTo>
                      <a:pt x="130" y="9"/>
                      <a:pt x="130" y="9"/>
                      <a:pt x="130" y="9"/>
                    </a:cubicBezTo>
                    <a:cubicBezTo>
                      <a:pt x="134" y="12"/>
                      <a:pt x="134" y="12"/>
                      <a:pt x="134" y="12"/>
                    </a:cubicBezTo>
                    <a:cubicBezTo>
                      <a:pt x="135" y="12"/>
                      <a:pt x="136" y="13"/>
                      <a:pt x="137" y="14"/>
                    </a:cubicBezTo>
                    <a:cubicBezTo>
                      <a:pt x="137" y="15"/>
                      <a:pt x="137" y="16"/>
                      <a:pt x="136" y="17"/>
                    </a:cubicBezTo>
                    <a:close/>
                    <a:moveTo>
                      <a:pt x="129" y="17"/>
                    </a:moveTo>
                    <a:cubicBezTo>
                      <a:pt x="131" y="18"/>
                      <a:pt x="131" y="18"/>
                      <a:pt x="131" y="18"/>
                    </a:cubicBezTo>
                    <a:cubicBezTo>
                      <a:pt x="131" y="18"/>
                      <a:pt x="132" y="18"/>
                      <a:pt x="133" y="18"/>
                    </a:cubicBezTo>
                    <a:cubicBezTo>
                      <a:pt x="134" y="18"/>
                      <a:pt x="134" y="17"/>
                      <a:pt x="135" y="16"/>
                    </a:cubicBezTo>
                    <a:cubicBezTo>
                      <a:pt x="135" y="15"/>
                      <a:pt x="136" y="15"/>
                      <a:pt x="135" y="14"/>
                    </a:cubicBezTo>
                    <a:cubicBezTo>
                      <a:pt x="135" y="13"/>
                      <a:pt x="135" y="12"/>
                      <a:pt x="133" y="12"/>
                    </a:cubicBezTo>
                    <a:cubicBezTo>
                      <a:pt x="133" y="11"/>
                      <a:pt x="133" y="11"/>
                      <a:pt x="133" y="11"/>
                    </a:cubicBezTo>
                    <a:cubicBezTo>
                      <a:pt x="132" y="11"/>
                      <a:pt x="132" y="11"/>
                      <a:pt x="132" y="11"/>
                    </a:cubicBezTo>
                    <a:cubicBezTo>
                      <a:pt x="132" y="11"/>
                      <a:pt x="132" y="11"/>
                      <a:pt x="132" y="12"/>
                    </a:cubicBezTo>
                    <a:cubicBezTo>
                      <a:pt x="129" y="17"/>
                      <a:pt x="129" y="17"/>
                      <a:pt x="129" y="17"/>
                    </a:cubicBezTo>
                    <a:close/>
                    <a:moveTo>
                      <a:pt x="141" y="25"/>
                    </a:moveTo>
                    <a:cubicBezTo>
                      <a:pt x="142" y="27"/>
                      <a:pt x="142" y="28"/>
                      <a:pt x="142" y="28"/>
                    </a:cubicBezTo>
                    <a:cubicBezTo>
                      <a:pt x="142" y="29"/>
                      <a:pt x="142" y="30"/>
                      <a:pt x="142" y="30"/>
                    </a:cubicBezTo>
                    <a:cubicBezTo>
                      <a:pt x="141" y="31"/>
                      <a:pt x="141" y="32"/>
                      <a:pt x="140" y="32"/>
                    </a:cubicBezTo>
                    <a:cubicBezTo>
                      <a:pt x="139" y="32"/>
                      <a:pt x="138" y="32"/>
                      <a:pt x="137" y="32"/>
                    </a:cubicBezTo>
                    <a:cubicBezTo>
                      <a:pt x="137" y="31"/>
                      <a:pt x="136" y="30"/>
                      <a:pt x="136" y="29"/>
                    </a:cubicBezTo>
                    <a:cubicBezTo>
                      <a:pt x="135" y="28"/>
                      <a:pt x="136" y="27"/>
                      <a:pt x="136" y="26"/>
                    </a:cubicBezTo>
                    <a:cubicBezTo>
                      <a:pt x="136" y="26"/>
                      <a:pt x="136" y="26"/>
                      <a:pt x="136" y="26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5" y="30"/>
                      <a:pt x="135" y="30"/>
                      <a:pt x="135" y="30"/>
                    </a:cubicBezTo>
                    <a:cubicBezTo>
                      <a:pt x="135" y="30"/>
                      <a:pt x="135" y="30"/>
                      <a:pt x="136" y="31"/>
                    </a:cubicBezTo>
                    <a:cubicBezTo>
                      <a:pt x="136" y="31"/>
                      <a:pt x="136" y="32"/>
                      <a:pt x="137" y="32"/>
                    </a:cubicBezTo>
                    <a:cubicBezTo>
                      <a:pt x="138" y="33"/>
                      <a:pt x="139" y="33"/>
                      <a:pt x="140" y="33"/>
                    </a:cubicBezTo>
                    <a:cubicBezTo>
                      <a:pt x="142" y="33"/>
                      <a:pt x="142" y="32"/>
                      <a:pt x="143" y="31"/>
                    </a:cubicBezTo>
                    <a:cubicBezTo>
                      <a:pt x="144" y="30"/>
                      <a:pt x="144" y="29"/>
                      <a:pt x="144" y="28"/>
                    </a:cubicBezTo>
                    <a:cubicBezTo>
                      <a:pt x="144" y="27"/>
                      <a:pt x="143" y="26"/>
                      <a:pt x="142" y="25"/>
                    </a:cubicBezTo>
                    <a:cubicBezTo>
                      <a:pt x="141" y="23"/>
                      <a:pt x="141" y="22"/>
                      <a:pt x="141" y="22"/>
                    </a:cubicBezTo>
                    <a:cubicBezTo>
                      <a:pt x="141" y="21"/>
                      <a:pt x="141" y="20"/>
                      <a:pt x="141" y="20"/>
                    </a:cubicBezTo>
                    <a:cubicBezTo>
                      <a:pt x="142" y="19"/>
                      <a:pt x="142" y="19"/>
                      <a:pt x="143" y="19"/>
                    </a:cubicBezTo>
                    <a:cubicBezTo>
                      <a:pt x="144" y="18"/>
                      <a:pt x="144" y="18"/>
                      <a:pt x="145" y="19"/>
                    </a:cubicBezTo>
                    <a:cubicBezTo>
                      <a:pt x="146" y="20"/>
                      <a:pt x="147" y="20"/>
                      <a:pt x="147" y="21"/>
                    </a:cubicBezTo>
                    <a:cubicBezTo>
                      <a:pt x="147" y="22"/>
                      <a:pt x="147" y="23"/>
                      <a:pt x="147" y="24"/>
                    </a:cubicBezTo>
                    <a:cubicBezTo>
                      <a:pt x="147" y="24"/>
                      <a:pt x="147" y="24"/>
                      <a:pt x="147" y="24"/>
                    </a:cubicBezTo>
                    <a:cubicBezTo>
                      <a:pt x="149" y="21"/>
                      <a:pt x="149" y="21"/>
                      <a:pt x="149" y="21"/>
                    </a:cubicBezTo>
                    <a:cubicBezTo>
                      <a:pt x="149" y="21"/>
                      <a:pt x="149" y="21"/>
                      <a:pt x="148" y="21"/>
                    </a:cubicBezTo>
                    <a:cubicBezTo>
                      <a:pt x="148" y="21"/>
                      <a:pt x="148" y="21"/>
                      <a:pt x="148" y="21"/>
                    </a:cubicBezTo>
                    <a:cubicBezTo>
                      <a:pt x="148" y="21"/>
                      <a:pt x="147" y="20"/>
                      <a:pt x="147" y="20"/>
                    </a:cubicBezTo>
                    <a:cubicBezTo>
                      <a:pt x="147" y="19"/>
                      <a:pt x="146" y="19"/>
                      <a:pt x="146" y="19"/>
                    </a:cubicBezTo>
                    <a:cubicBezTo>
                      <a:pt x="145" y="18"/>
                      <a:pt x="144" y="18"/>
                      <a:pt x="143" y="18"/>
                    </a:cubicBezTo>
                    <a:cubicBezTo>
                      <a:pt x="141" y="18"/>
                      <a:pt x="141" y="19"/>
                      <a:pt x="140" y="19"/>
                    </a:cubicBezTo>
                    <a:cubicBezTo>
                      <a:pt x="139" y="20"/>
                      <a:pt x="139" y="21"/>
                      <a:pt x="139" y="22"/>
                    </a:cubicBezTo>
                    <a:cubicBezTo>
                      <a:pt x="140" y="23"/>
                      <a:pt x="140" y="24"/>
                      <a:pt x="141" y="25"/>
                    </a:cubicBezTo>
                    <a:close/>
                    <a:moveTo>
                      <a:pt x="154" y="26"/>
                    </a:moveTo>
                    <a:cubicBezTo>
                      <a:pt x="154" y="26"/>
                      <a:pt x="154" y="26"/>
                      <a:pt x="154" y="26"/>
                    </a:cubicBezTo>
                    <a:cubicBezTo>
                      <a:pt x="159" y="31"/>
                      <a:pt x="159" y="31"/>
                      <a:pt x="159" y="31"/>
                    </a:cubicBezTo>
                    <a:cubicBezTo>
                      <a:pt x="159" y="31"/>
                      <a:pt x="159" y="31"/>
                      <a:pt x="159" y="31"/>
                    </a:cubicBezTo>
                    <a:cubicBezTo>
                      <a:pt x="158" y="30"/>
                      <a:pt x="158" y="30"/>
                      <a:pt x="158" y="30"/>
                    </a:cubicBezTo>
                    <a:cubicBezTo>
                      <a:pt x="157" y="29"/>
                      <a:pt x="157" y="29"/>
                      <a:pt x="157" y="29"/>
                    </a:cubicBezTo>
                    <a:cubicBezTo>
                      <a:pt x="157" y="29"/>
                      <a:pt x="157" y="29"/>
                      <a:pt x="156" y="30"/>
                    </a:cubicBezTo>
                    <a:cubicBezTo>
                      <a:pt x="147" y="39"/>
                      <a:pt x="147" y="39"/>
                      <a:pt x="147" y="39"/>
                    </a:cubicBezTo>
                    <a:cubicBezTo>
                      <a:pt x="147" y="39"/>
                      <a:pt x="147" y="39"/>
                      <a:pt x="147" y="40"/>
                    </a:cubicBezTo>
                    <a:cubicBezTo>
                      <a:pt x="147" y="40"/>
                      <a:pt x="147" y="40"/>
                      <a:pt x="148" y="40"/>
                    </a:cubicBezTo>
                    <a:cubicBezTo>
                      <a:pt x="149" y="42"/>
                      <a:pt x="149" y="42"/>
                      <a:pt x="149" y="42"/>
                    </a:cubicBezTo>
                    <a:cubicBezTo>
                      <a:pt x="149" y="42"/>
                      <a:pt x="149" y="42"/>
                      <a:pt x="149" y="42"/>
                    </a:cubicBezTo>
                    <a:cubicBezTo>
                      <a:pt x="143" y="37"/>
                      <a:pt x="143" y="37"/>
                      <a:pt x="143" y="37"/>
                    </a:cubicBezTo>
                    <a:cubicBezTo>
                      <a:pt x="144" y="37"/>
                      <a:pt x="144" y="37"/>
                      <a:pt x="144" y="37"/>
                    </a:cubicBezTo>
                    <a:cubicBezTo>
                      <a:pt x="145" y="38"/>
                      <a:pt x="145" y="38"/>
                      <a:pt x="145" y="38"/>
                    </a:cubicBezTo>
                    <a:cubicBezTo>
                      <a:pt x="146" y="38"/>
                      <a:pt x="146" y="38"/>
                      <a:pt x="146" y="38"/>
                    </a:cubicBezTo>
                    <a:cubicBezTo>
                      <a:pt x="146" y="38"/>
                      <a:pt x="146" y="38"/>
                      <a:pt x="146" y="38"/>
                    </a:cubicBezTo>
                    <a:cubicBezTo>
                      <a:pt x="155" y="29"/>
                      <a:pt x="155" y="29"/>
                      <a:pt x="155" y="29"/>
                    </a:cubicBezTo>
                    <a:cubicBezTo>
                      <a:pt x="155" y="28"/>
                      <a:pt x="156" y="28"/>
                      <a:pt x="156" y="28"/>
                    </a:cubicBezTo>
                    <a:cubicBezTo>
                      <a:pt x="156" y="28"/>
                      <a:pt x="155" y="28"/>
                      <a:pt x="155" y="27"/>
                    </a:cubicBezTo>
                    <a:cubicBezTo>
                      <a:pt x="154" y="26"/>
                      <a:pt x="154" y="26"/>
                      <a:pt x="154" y="26"/>
                    </a:cubicBezTo>
                    <a:close/>
                    <a:moveTo>
                      <a:pt x="155" y="50"/>
                    </a:moveTo>
                    <a:cubicBezTo>
                      <a:pt x="156" y="50"/>
                      <a:pt x="156" y="50"/>
                      <a:pt x="156" y="50"/>
                    </a:cubicBezTo>
                    <a:cubicBezTo>
                      <a:pt x="155" y="49"/>
                      <a:pt x="155" y="49"/>
                      <a:pt x="155" y="49"/>
                    </a:cubicBezTo>
                    <a:cubicBezTo>
                      <a:pt x="155" y="49"/>
                      <a:pt x="155" y="49"/>
                      <a:pt x="155" y="49"/>
                    </a:cubicBezTo>
                    <a:cubicBezTo>
                      <a:pt x="155" y="49"/>
                      <a:pt x="155" y="48"/>
                      <a:pt x="155" y="48"/>
                    </a:cubicBezTo>
                    <a:cubicBezTo>
                      <a:pt x="165" y="40"/>
                      <a:pt x="165" y="40"/>
                      <a:pt x="165" y="40"/>
                    </a:cubicBezTo>
                    <a:cubicBezTo>
                      <a:pt x="166" y="40"/>
                      <a:pt x="166" y="40"/>
                      <a:pt x="166" y="40"/>
                    </a:cubicBezTo>
                    <a:cubicBezTo>
                      <a:pt x="166" y="40"/>
                      <a:pt x="166" y="40"/>
                      <a:pt x="167" y="40"/>
                    </a:cubicBezTo>
                    <a:cubicBezTo>
                      <a:pt x="167" y="41"/>
                      <a:pt x="167" y="42"/>
                      <a:pt x="167" y="42"/>
                    </a:cubicBezTo>
                    <a:cubicBezTo>
                      <a:pt x="167" y="43"/>
                      <a:pt x="167" y="43"/>
                      <a:pt x="166" y="45"/>
                    </a:cubicBezTo>
                    <a:cubicBezTo>
                      <a:pt x="166" y="45"/>
                      <a:pt x="166" y="45"/>
                      <a:pt x="166" y="45"/>
                    </a:cubicBezTo>
                    <a:cubicBezTo>
                      <a:pt x="169" y="42"/>
                      <a:pt x="169" y="42"/>
                      <a:pt x="169" y="42"/>
                    </a:cubicBezTo>
                    <a:cubicBezTo>
                      <a:pt x="163" y="35"/>
                      <a:pt x="163" y="35"/>
                      <a:pt x="163" y="35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62" y="37"/>
                      <a:pt x="163" y="37"/>
                      <a:pt x="163" y="37"/>
                    </a:cubicBezTo>
                    <a:cubicBezTo>
                      <a:pt x="163" y="37"/>
                      <a:pt x="164" y="37"/>
                      <a:pt x="164" y="38"/>
                    </a:cubicBezTo>
                    <a:cubicBezTo>
                      <a:pt x="165" y="38"/>
                      <a:pt x="165" y="38"/>
                      <a:pt x="165" y="38"/>
                    </a:cubicBezTo>
                    <a:cubicBezTo>
                      <a:pt x="165" y="39"/>
                      <a:pt x="165" y="39"/>
                      <a:pt x="164" y="39"/>
                    </a:cubicBezTo>
                    <a:cubicBezTo>
                      <a:pt x="154" y="47"/>
                      <a:pt x="154" y="47"/>
                      <a:pt x="154" y="47"/>
                    </a:cubicBezTo>
                    <a:cubicBezTo>
                      <a:pt x="154" y="47"/>
                      <a:pt x="154" y="47"/>
                      <a:pt x="154" y="47"/>
                    </a:cubicBezTo>
                    <a:cubicBezTo>
                      <a:pt x="154" y="47"/>
                      <a:pt x="153" y="47"/>
                      <a:pt x="153" y="47"/>
                    </a:cubicBezTo>
                    <a:cubicBezTo>
                      <a:pt x="153" y="46"/>
                      <a:pt x="153" y="46"/>
                      <a:pt x="153" y="46"/>
                    </a:cubicBezTo>
                    <a:cubicBezTo>
                      <a:pt x="152" y="47"/>
                      <a:pt x="152" y="47"/>
                      <a:pt x="152" y="47"/>
                    </a:cubicBezTo>
                    <a:cubicBezTo>
                      <a:pt x="155" y="50"/>
                      <a:pt x="155" y="50"/>
                      <a:pt x="155" y="50"/>
                    </a:cubicBezTo>
                    <a:close/>
                    <a:moveTo>
                      <a:pt x="174" y="54"/>
                    </a:moveTo>
                    <a:cubicBezTo>
                      <a:pt x="174" y="54"/>
                      <a:pt x="175" y="54"/>
                      <a:pt x="175" y="53"/>
                    </a:cubicBezTo>
                    <a:cubicBezTo>
                      <a:pt x="175" y="53"/>
                      <a:pt x="175" y="53"/>
                      <a:pt x="174" y="53"/>
                    </a:cubicBezTo>
                    <a:cubicBezTo>
                      <a:pt x="174" y="52"/>
                      <a:pt x="174" y="52"/>
                      <a:pt x="174" y="52"/>
                    </a:cubicBezTo>
                    <a:cubicBezTo>
                      <a:pt x="175" y="52"/>
                      <a:pt x="175" y="52"/>
                      <a:pt x="175" y="52"/>
                    </a:cubicBezTo>
                    <a:cubicBezTo>
                      <a:pt x="177" y="55"/>
                      <a:pt x="177" y="55"/>
                      <a:pt x="177" y="55"/>
                    </a:cubicBezTo>
                    <a:cubicBezTo>
                      <a:pt x="176" y="55"/>
                      <a:pt x="176" y="55"/>
                      <a:pt x="176" y="55"/>
                    </a:cubicBezTo>
                    <a:cubicBezTo>
                      <a:pt x="176" y="55"/>
                      <a:pt x="176" y="55"/>
                      <a:pt x="176" y="55"/>
                    </a:cubicBezTo>
                    <a:cubicBezTo>
                      <a:pt x="176" y="55"/>
                      <a:pt x="176" y="55"/>
                      <a:pt x="175" y="55"/>
                    </a:cubicBezTo>
                    <a:cubicBezTo>
                      <a:pt x="175" y="55"/>
                      <a:pt x="175" y="55"/>
                      <a:pt x="174" y="55"/>
                    </a:cubicBezTo>
                    <a:cubicBezTo>
                      <a:pt x="166" y="56"/>
                      <a:pt x="166" y="56"/>
                      <a:pt x="166" y="56"/>
                    </a:cubicBezTo>
                    <a:cubicBezTo>
                      <a:pt x="162" y="58"/>
                      <a:pt x="162" y="58"/>
                      <a:pt x="162" y="58"/>
                    </a:cubicBezTo>
                    <a:cubicBezTo>
                      <a:pt x="162" y="59"/>
                      <a:pt x="162" y="59"/>
                      <a:pt x="162" y="59"/>
                    </a:cubicBezTo>
                    <a:cubicBezTo>
                      <a:pt x="161" y="59"/>
                      <a:pt x="162" y="59"/>
                      <a:pt x="162" y="60"/>
                    </a:cubicBezTo>
                    <a:cubicBezTo>
                      <a:pt x="162" y="60"/>
                      <a:pt x="162" y="60"/>
                      <a:pt x="162" y="60"/>
                    </a:cubicBezTo>
                    <a:cubicBezTo>
                      <a:pt x="162" y="61"/>
                      <a:pt x="162" y="61"/>
                      <a:pt x="162" y="61"/>
                    </a:cubicBezTo>
                    <a:cubicBezTo>
                      <a:pt x="159" y="56"/>
                      <a:pt x="159" y="56"/>
                      <a:pt x="159" y="56"/>
                    </a:cubicBezTo>
                    <a:cubicBezTo>
                      <a:pt x="160" y="56"/>
                      <a:pt x="160" y="56"/>
                      <a:pt x="160" y="56"/>
                    </a:cubicBezTo>
                    <a:cubicBezTo>
                      <a:pt x="160" y="57"/>
                      <a:pt x="160" y="57"/>
                      <a:pt x="160" y="57"/>
                    </a:cubicBezTo>
                    <a:cubicBezTo>
                      <a:pt x="160" y="57"/>
                      <a:pt x="160" y="57"/>
                      <a:pt x="161" y="57"/>
                    </a:cubicBezTo>
                    <a:cubicBezTo>
                      <a:pt x="161" y="57"/>
                      <a:pt x="161" y="57"/>
                      <a:pt x="161" y="57"/>
                    </a:cubicBezTo>
                    <a:cubicBezTo>
                      <a:pt x="165" y="55"/>
                      <a:pt x="165" y="55"/>
                      <a:pt x="165" y="55"/>
                    </a:cubicBezTo>
                    <a:cubicBezTo>
                      <a:pt x="171" y="48"/>
                      <a:pt x="171" y="48"/>
                      <a:pt x="171" y="48"/>
                    </a:cubicBezTo>
                    <a:cubicBezTo>
                      <a:pt x="171" y="48"/>
                      <a:pt x="171" y="48"/>
                      <a:pt x="171" y="47"/>
                    </a:cubicBezTo>
                    <a:cubicBezTo>
                      <a:pt x="171" y="47"/>
                      <a:pt x="171" y="47"/>
                      <a:pt x="171" y="47"/>
                    </a:cubicBezTo>
                    <a:cubicBezTo>
                      <a:pt x="171" y="46"/>
                      <a:pt x="171" y="46"/>
                      <a:pt x="171" y="46"/>
                    </a:cubicBezTo>
                    <a:cubicBezTo>
                      <a:pt x="171" y="46"/>
                      <a:pt x="171" y="46"/>
                      <a:pt x="171" y="46"/>
                    </a:cubicBezTo>
                    <a:cubicBezTo>
                      <a:pt x="173" y="50"/>
                      <a:pt x="173" y="50"/>
                      <a:pt x="173" y="50"/>
                    </a:cubicBezTo>
                    <a:cubicBezTo>
                      <a:pt x="173" y="50"/>
                      <a:pt x="173" y="50"/>
                      <a:pt x="173" y="50"/>
                    </a:cubicBezTo>
                    <a:cubicBezTo>
                      <a:pt x="173" y="49"/>
                      <a:pt x="173" y="49"/>
                      <a:pt x="173" y="49"/>
                    </a:cubicBezTo>
                    <a:cubicBezTo>
                      <a:pt x="172" y="49"/>
                      <a:pt x="172" y="49"/>
                      <a:pt x="172" y="49"/>
                    </a:cubicBezTo>
                    <a:cubicBezTo>
                      <a:pt x="172" y="49"/>
                      <a:pt x="172" y="49"/>
                      <a:pt x="171" y="49"/>
                    </a:cubicBezTo>
                    <a:cubicBezTo>
                      <a:pt x="167" y="55"/>
                      <a:pt x="167" y="55"/>
                      <a:pt x="167" y="55"/>
                    </a:cubicBezTo>
                    <a:cubicBezTo>
                      <a:pt x="167" y="55"/>
                      <a:pt x="167" y="55"/>
                      <a:pt x="167" y="55"/>
                    </a:cubicBezTo>
                    <a:lnTo>
                      <a:pt x="174" y="54"/>
                    </a:lnTo>
                    <a:close/>
                  </a:path>
                </a:pathLst>
              </a:custGeom>
              <a:solidFill>
                <a:srgbClr val="FFFFFF"/>
              </a:solidFill>
              <a:ln w="3175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4" name="ïśľíḓé"/>
              <p:cNvSpPr/>
              <p:nvPr/>
            </p:nvSpPr>
            <p:spPr bwMode="auto">
              <a:xfrm>
                <a:off x="3667126" y="3184525"/>
                <a:ext cx="492125" cy="496888"/>
              </a:xfrm>
              <a:custGeom>
                <a:avLst/>
                <a:gdLst>
                  <a:gd name="T0" fmla="*/ 74 w 149"/>
                  <a:gd name="T1" fmla="*/ 0 h 149"/>
                  <a:gd name="T2" fmla="*/ 149 w 149"/>
                  <a:gd name="T3" fmla="*/ 74 h 149"/>
                  <a:gd name="T4" fmla="*/ 74 w 149"/>
                  <a:gd name="T5" fmla="*/ 149 h 149"/>
                  <a:gd name="T6" fmla="*/ 0 w 149"/>
                  <a:gd name="T7" fmla="*/ 74 h 149"/>
                  <a:gd name="T8" fmla="*/ 74 w 149"/>
                  <a:gd name="T9" fmla="*/ 0 h 149"/>
                  <a:gd name="T10" fmla="*/ 74 w 149"/>
                  <a:gd name="T11" fmla="*/ 2 h 149"/>
                  <a:gd name="T12" fmla="*/ 2 w 149"/>
                  <a:gd name="T13" fmla="*/ 74 h 149"/>
                  <a:gd name="T14" fmla="*/ 74 w 149"/>
                  <a:gd name="T15" fmla="*/ 146 h 149"/>
                  <a:gd name="T16" fmla="*/ 146 w 149"/>
                  <a:gd name="T17" fmla="*/ 74 h 149"/>
                  <a:gd name="T18" fmla="*/ 74 w 149"/>
                  <a:gd name="T19" fmla="*/ 2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9" h="149">
                    <a:moveTo>
                      <a:pt x="74" y="0"/>
                    </a:moveTo>
                    <a:cubicBezTo>
                      <a:pt x="115" y="0"/>
                      <a:pt x="149" y="33"/>
                      <a:pt x="149" y="74"/>
                    </a:cubicBezTo>
                    <a:cubicBezTo>
                      <a:pt x="149" y="115"/>
                      <a:pt x="115" y="149"/>
                      <a:pt x="74" y="149"/>
                    </a:cubicBezTo>
                    <a:cubicBezTo>
                      <a:pt x="33" y="149"/>
                      <a:pt x="0" y="115"/>
                      <a:pt x="0" y="74"/>
                    </a:cubicBezTo>
                    <a:cubicBezTo>
                      <a:pt x="0" y="33"/>
                      <a:pt x="33" y="0"/>
                      <a:pt x="74" y="0"/>
                    </a:cubicBezTo>
                    <a:close/>
                    <a:moveTo>
                      <a:pt x="74" y="2"/>
                    </a:moveTo>
                    <a:cubicBezTo>
                      <a:pt x="35" y="2"/>
                      <a:pt x="2" y="34"/>
                      <a:pt x="2" y="74"/>
                    </a:cubicBezTo>
                    <a:cubicBezTo>
                      <a:pt x="2" y="114"/>
                      <a:pt x="35" y="146"/>
                      <a:pt x="74" y="146"/>
                    </a:cubicBezTo>
                    <a:cubicBezTo>
                      <a:pt x="114" y="146"/>
                      <a:pt x="146" y="114"/>
                      <a:pt x="146" y="74"/>
                    </a:cubicBezTo>
                    <a:cubicBezTo>
                      <a:pt x="146" y="34"/>
                      <a:pt x="114" y="2"/>
                      <a:pt x="74" y="2"/>
                    </a:cubicBezTo>
                    <a:close/>
                  </a:path>
                </a:pathLst>
              </a:custGeom>
              <a:solidFill>
                <a:srgbClr val="0052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5" name="ïslíḍê"/>
              <p:cNvSpPr/>
              <p:nvPr/>
            </p:nvSpPr>
            <p:spPr bwMode="auto">
              <a:xfrm>
                <a:off x="3775076" y="3248025"/>
                <a:ext cx="274638" cy="146050"/>
              </a:xfrm>
              <a:custGeom>
                <a:avLst/>
                <a:gdLst>
                  <a:gd name="T0" fmla="*/ 10 w 83"/>
                  <a:gd name="T1" fmla="*/ 43 h 44"/>
                  <a:gd name="T2" fmla="*/ 18 w 83"/>
                  <a:gd name="T3" fmla="*/ 39 h 44"/>
                  <a:gd name="T4" fmla="*/ 67 w 83"/>
                  <a:gd name="T5" fmla="*/ 39 h 44"/>
                  <a:gd name="T6" fmla="*/ 73 w 83"/>
                  <a:gd name="T7" fmla="*/ 42 h 44"/>
                  <a:gd name="T8" fmla="*/ 76 w 83"/>
                  <a:gd name="T9" fmla="*/ 43 h 44"/>
                  <a:gd name="T10" fmla="*/ 83 w 83"/>
                  <a:gd name="T11" fmla="*/ 35 h 44"/>
                  <a:gd name="T12" fmla="*/ 76 w 83"/>
                  <a:gd name="T13" fmla="*/ 37 h 44"/>
                  <a:gd name="T14" fmla="*/ 69 w 83"/>
                  <a:gd name="T15" fmla="*/ 33 h 44"/>
                  <a:gd name="T16" fmla="*/ 70 w 83"/>
                  <a:gd name="T17" fmla="*/ 26 h 44"/>
                  <a:gd name="T18" fmla="*/ 64 w 83"/>
                  <a:gd name="T19" fmla="*/ 30 h 44"/>
                  <a:gd name="T20" fmla="*/ 59 w 83"/>
                  <a:gd name="T21" fmla="*/ 31 h 44"/>
                  <a:gd name="T22" fmla="*/ 56 w 83"/>
                  <a:gd name="T23" fmla="*/ 29 h 44"/>
                  <a:gd name="T24" fmla="*/ 56 w 83"/>
                  <a:gd name="T25" fmla="*/ 24 h 44"/>
                  <a:gd name="T26" fmla="*/ 58 w 83"/>
                  <a:gd name="T27" fmla="*/ 23 h 44"/>
                  <a:gd name="T28" fmla="*/ 58 w 83"/>
                  <a:gd name="T29" fmla="*/ 19 h 44"/>
                  <a:gd name="T30" fmla="*/ 54 w 83"/>
                  <a:gd name="T31" fmla="*/ 19 h 44"/>
                  <a:gd name="T32" fmla="*/ 53 w 83"/>
                  <a:gd name="T33" fmla="*/ 21 h 44"/>
                  <a:gd name="T34" fmla="*/ 44 w 83"/>
                  <a:gd name="T35" fmla="*/ 21 h 44"/>
                  <a:gd name="T36" fmla="*/ 43 w 83"/>
                  <a:gd name="T37" fmla="*/ 18 h 44"/>
                  <a:gd name="T38" fmla="*/ 44 w 83"/>
                  <a:gd name="T39" fmla="*/ 13 h 44"/>
                  <a:gd name="T40" fmla="*/ 43 w 83"/>
                  <a:gd name="T41" fmla="*/ 8 h 44"/>
                  <a:gd name="T42" fmla="*/ 43 w 83"/>
                  <a:gd name="T43" fmla="*/ 6 h 44"/>
                  <a:gd name="T44" fmla="*/ 43 w 83"/>
                  <a:gd name="T45" fmla="*/ 2 h 44"/>
                  <a:gd name="T46" fmla="*/ 43 w 83"/>
                  <a:gd name="T47" fmla="*/ 0 h 44"/>
                  <a:gd name="T48" fmla="*/ 40 w 83"/>
                  <a:gd name="T49" fmla="*/ 0 h 44"/>
                  <a:gd name="T50" fmla="*/ 39 w 83"/>
                  <a:gd name="T51" fmla="*/ 2 h 44"/>
                  <a:gd name="T52" fmla="*/ 39 w 83"/>
                  <a:gd name="T53" fmla="*/ 6 h 44"/>
                  <a:gd name="T54" fmla="*/ 39 w 83"/>
                  <a:gd name="T55" fmla="*/ 8 h 44"/>
                  <a:gd name="T56" fmla="*/ 38 w 83"/>
                  <a:gd name="T57" fmla="*/ 13 h 44"/>
                  <a:gd name="T58" fmla="*/ 38 w 83"/>
                  <a:gd name="T59" fmla="*/ 18 h 44"/>
                  <a:gd name="T60" fmla="*/ 38 w 83"/>
                  <a:gd name="T61" fmla="*/ 21 h 44"/>
                  <a:gd name="T62" fmla="*/ 30 w 83"/>
                  <a:gd name="T63" fmla="*/ 21 h 44"/>
                  <a:gd name="T64" fmla="*/ 29 w 83"/>
                  <a:gd name="T65" fmla="*/ 19 h 44"/>
                  <a:gd name="T66" fmla="*/ 25 w 83"/>
                  <a:gd name="T67" fmla="*/ 19 h 44"/>
                  <a:gd name="T68" fmla="*/ 25 w 83"/>
                  <a:gd name="T69" fmla="*/ 23 h 44"/>
                  <a:gd name="T70" fmla="*/ 26 w 83"/>
                  <a:gd name="T71" fmla="*/ 24 h 44"/>
                  <a:gd name="T72" fmla="*/ 27 w 83"/>
                  <a:gd name="T73" fmla="*/ 29 h 44"/>
                  <a:gd name="T74" fmla="*/ 22 w 83"/>
                  <a:gd name="T75" fmla="*/ 31 h 44"/>
                  <a:gd name="T76" fmla="*/ 13 w 83"/>
                  <a:gd name="T77" fmla="*/ 26 h 44"/>
                  <a:gd name="T78" fmla="*/ 13 w 83"/>
                  <a:gd name="T79" fmla="*/ 35 h 44"/>
                  <a:gd name="T80" fmla="*/ 7 w 83"/>
                  <a:gd name="T81" fmla="*/ 37 h 44"/>
                  <a:gd name="T82" fmla="*/ 0 w 83"/>
                  <a:gd name="T83" fmla="*/ 34 h 44"/>
                  <a:gd name="T84" fmla="*/ 5 w 83"/>
                  <a:gd name="T85" fmla="*/ 42 h 44"/>
                  <a:gd name="T86" fmla="*/ 10 w 83"/>
                  <a:gd name="T87" fmla="*/ 43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83" h="44">
                    <a:moveTo>
                      <a:pt x="10" y="43"/>
                    </a:moveTo>
                    <a:cubicBezTo>
                      <a:pt x="18" y="39"/>
                      <a:pt x="18" y="39"/>
                      <a:pt x="18" y="39"/>
                    </a:cubicBezTo>
                    <a:cubicBezTo>
                      <a:pt x="67" y="39"/>
                      <a:pt x="67" y="39"/>
                      <a:pt x="67" y="39"/>
                    </a:cubicBezTo>
                    <a:cubicBezTo>
                      <a:pt x="73" y="42"/>
                      <a:pt x="73" y="42"/>
                      <a:pt x="73" y="42"/>
                    </a:cubicBezTo>
                    <a:cubicBezTo>
                      <a:pt x="74" y="43"/>
                      <a:pt x="75" y="43"/>
                      <a:pt x="76" y="43"/>
                    </a:cubicBezTo>
                    <a:cubicBezTo>
                      <a:pt x="80" y="42"/>
                      <a:pt x="83" y="35"/>
                      <a:pt x="83" y="35"/>
                    </a:cubicBezTo>
                    <a:cubicBezTo>
                      <a:pt x="83" y="35"/>
                      <a:pt x="79" y="38"/>
                      <a:pt x="76" y="37"/>
                    </a:cubicBezTo>
                    <a:cubicBezTo>
                      <a:pt x="73" y="37"/>
                      <a:pt x="69" y="36"/>
                      <a:pt x="69" y="33"/>
                    </a:cubicBezTo>
                    <a:cubicBezTo>
                      <a:pt x="69" y="30"/>
                      <a:pt x="70" y="27"/>
                      <a:pt x="70" y="26"/>
                    </a:cubicBezTo>
                    <a:cubicBezTo>
                      <a:pt x="70" y="26"/>
                      <a:pt x="67" y="29"/>
                      <a:pt x="64" y="30"/>
                    </a:cubicBezTo>
                    <a:cubicBezTo>
                      <a:pt x="61" y="32"/>
                      <a:pt x="60" y="31"/>
                      <a:pt x="59" y="31"/>
                    </a:cubicBezTo>
                    <a:cubicBezTo>
                      <a:pt x="57" y="30"/>
                      <a:pt x="56" y="29"/>
                      <a:pt x="56" y="29"/>
                    </a:cubicBezTo>
                    <a:cubicBezTo>
                      <a:pt x="56" y="24"/>
                      <a:pt x="56" y="24"/>
                      <a:pt x="56" y="24"/>
                    </a:cubicBezTo>
                    <a:cubicBezTo>
                      <a:pt x="58" y="23"/>
                      <a:pt x="58" y="23"/>
                      <a:pt x="58" y="23"/>
                    </a:cubicBezTo>
                    <a:cubicBezTo>
                      <a:pt x="58" y="19"/>
                      <a:pt x="58" y="19"/>
                      <a:pt x="58" y="19"/>
                    </a:cubicBezTo>
                    <a:cubicBezTo>
                      <a:pt x="54" y="19"/>
                      <a:pt x="54" y="19"/>
                      <a:pt x="54" y="19"/>
                    </a:cubicBezTo>
                    <a:cubicBezTo>
                      <a:pt x="54" y="19"/>
                      <a:pt x="54" y="21"/>
                      <a:pt x="53" y="21"/>
                    </a:cubicBezTo>
                    <a:cubicBezTo>
                      <a:pt x="52" y="21"/>
                      <a:pt x="44" y="21"/>
                      <a:pt x="44" y="21"/>
                    </a:cubicBezTo>
                    <a:cubicBezTo>
                      <a:pt x="44" y="21"/>
                      <a:pt x="43" y="20"/>
                      <a:pt x="43" y="18"/>
                    </a:cubicBezTo>
                    <a:cubicBezTo>
                      <a:pt x="44" y="17"/>
                      <a:pt x="44" y="17"/>
                      <a:pt x="44" y="13"/>
                    </a:cubicBezTo>
                    <a:cubicBezTo>
                      <a:pt x="44" y="10"/>
                      <a:pt x="44" y="9"/>
                      <a:pt x="43" y="8"/>
                    </a:cubicBezTo>
                    <a:cubicBezTo>
                      <a:pt x="43" y="7"/>
                      <a:pt x="42" y="7"/>
                      <a:pt x="43" y="6"/>
                    </a:cubicBezTo>
                    <a:cubicBezTo>
                      <a:pt x="44" y="5"/>
                      <a:pt x="44" y="4"/>
                      <a:pt x="43" y="2"/>
                    </a:cubicBezTo>
                    <a:cubicBezTo>
                      <a:pt x="42" y="1"/>
                      <a:pt x="43" y="2"/>
                      <a:pt x="43" y="0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39" y="0"/>
                      <a:pt x="40" y="1"/>
                      <a:pt x="39" y="2"/>
                    </a:cubicBezTo>
                    <a:cubicBezTo>
                      <a:pt x="38" y="3"/>
                      <a:pt x="38" y="5"/>
                      <a:pt x="39" y="6"/>
                    </a:cubicBezTo>
                    <a:cubicBezTo>
                      <a:pt x="39" y="7"/>
                      <a:pt x="40" y="7"/>
                      <a:pt x="39" y="8"/>
                    </a:cubicBezTo>
                    <a:cubicBezTo>
                      <a:pt x="38" y="9"/>
                      <a:pt x="38" y="10"/>
                      <a:pt x="38" y="13"/>
                    </a:cubicBezTo>
                    <a:cubicBezTo>
                      <a:pt x="38" y="16"/>
                      <a:pt x="38" y="17"/>
                      <a:pt x="38" y="18"/>
                    </a:cubicBezTo>
                    <a:cubicBezTo>
                      <a:pt x="39" y="20"/>
                      <a:pt x="38" y="21"/>
                      <a:pt x="38" y="21"/>
                    </a:cubicBezTo>
                    <a:cubicBezTo>
                      <a:pt x="37" y="21"/>
                      <a:pt x="30" y="21"/>
                      <a:pt x="30" y="21"/>
                    </a:cubicBezTo>
                    <a:cubicBezTo>
                      <a:pt x="30" y="21"/>
                      <a:pt x="29" y="20"/>
                      <a:pt x="29" y="19"/>
                    </a:cubicBezTo>
                    <a:cubicBezTo>
                      <a:pt x="25" y="19"/>
                      <a:pt x="25" y="19"/>
                      <a:pt x="25" y="19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7" y="29"/>
                      <a:pt x="24" y="31"/>
                      <a:pt x="22" y="31"/>
                    </a:cubicBezTo>
                    <a:cubicBezTo>
                      <a:pt x="19" y="31"/>
                      <a:pt x="13" y="26"/>
                      <a:pt x="13" y="26"/>
                    </a:cubicBezTo>
                    <a:cubicBezTo>
                      <a:pt x="13" y="26"/>
                      <a:pt x="14" y="33"/>
                      <a:pt x="13" y="35"/>
                    </a:cubicBezTo>
                    <a:cubicBezTo>
                      <a:pt x="13" y="37"/>
                      <a:pt x="10" y="37"/>
                      <a:pt x="7" y="37"/>
                    </a:cubicBezTo>
                    <a:cubicBezTo>
                      <a:pt x="4" y="37"/>
                      <a:pt x="0" y="35"/>
                      <a:pt x="0" y="34"/>
                    </a:cubicBezTo>
                    <a:cubicBezTo>
                      <a:pt x="0" y="34"/>
                      <a:pt x="3" y="40"/>
                      <a:pt x="5" y="42"/>
                    </a:cubicBezTo>
                    <a:cubicBezTo>
                      <a:pt x="7" y="44"/>
                      <a:pt x="10" y="43"/>
                      <a:pt x="10" y="43"/>
                    </a:cubicBez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6" name="íṡļïdê"/>
              <p:cNvSpPr/>
              <p:nvPr/>
            </p:nvSpPr>
            <p:spPr bwMode="auto">
              <a:xfrm>
                <a:off x="3614738" y="3370263"/>
                <a:ext cx="596900" cy="241300"/>
              </a:xfrm>
              <a:custGeom>
                <a:avLst/>
                <a:gdLst>
                  <a:gd name="T0" fmla="*/ 58 w 181"/>
                  <a:gd name="T1" fmla="*/ 72 h 72"/>
                  <a:gd name="T2" fmla="*/ 8 w 181"/>
                  <a:gd name="T3" fmla="*/ 72 h 72"/>
                  <a:gd name="T4" fmla="*/ 3 w 181"/>
                  <a:gd name="T5" fmla="*/ 63 h 72"/>
                  <a:gd name="T6" fmla="*/ 6 w 181"/>
                  <a:gd name="T7" fmla="*/ 63 h 72"/>
                  <a:gd name="T8" fmla="*/ 11 w 181"/>
                  <a:gd name="T9" fmla="*/ 55 h 72"/>
                  <a:gd name="T10" fmla="*/ 14 w 181"/>
                  <a:gd name="T11" fmla="*/ 55 h 72"/>
                  <a:gd name="T12" fmla="*/ 14 w 181"/>
                  <a:gd name="T13" fmla="*/ 29 h 72"/>
                  <a:gd name="T14" fmla="*/ 0 w 181"/>
                  <a:gd name="T15" fmla="*/ 4 h 72"/>
                  <a:gd name="T16" fmla="*/ 30 w 181"/>
                  <a:gd name="T17" fmla="*/ 0 h 72"/>
                  <a:gd name="T18" fmla="*/ 58 w 181"/>
                  <a:gd name="T19" fmla="*/ 8 h 72"/>
                  <a:gd name="T20" fmla="*/ 51 w 181"/>
                  <a:gd name="T21" fmla="*/ 25 h 72"/>
                  <a:gd name="T22" fmla="*/ 131 w 181"/>
                  <a:gd name="T23" fmla="*/ 25 h 72"/>
                  <a:gd name="T24" fmla="*/ 122 w 181"/>
                  <a:gd name="T25" fmla="*/ 8 h 72"/>
                  <a:gd name="T26" fmla="*/ 150 w 181"/>
                  <a:gd name="T27" fmla="*/ 0 h 72"/>
                  <a:gd name="T28" fmla="*/ 181 w 181"/>
                  <a:gd name="T29" fmla="*/ 5 h 72"/>
                  <a:gd name="T30" fmla="*/ 166 w 181"/>
                  <a:gd name="T31" fmla="*/ 28 h 72"/>
                  <a:gd name="T32" fmla="*/ 166 w 181"/>
                  <a:gd name="T33" fmla="*/ 55 h 72"/>
                  <a:gd name="T34" fmla="*/ 171 w 181"/>
                  <a:gd name="T35" fmla="*/ 55 h 72"/>
                  <a:gd name="T36" fmla="*/ 178 w 181"/>
                  <a:gd name="T37" fmla="*/ 65 h 72"/>
                  <a:gd name="T38" fmla="*/ 174 w 181"/>
                  <a:gd name="T39" fmla="*/ 72 h 72"/>
                  <a:gd name="T40" fmla="*/ 58 w 181"/>
                  <a:gd name="T41" fmla="*/ 7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81" h="72">
                    <a:moveTo>
                      <a:pt x="58" y="72"/>
                    </a:moveTo>
                    <a:cubicBezTo>
                      <a:pt x="8" y="72"/>
                      <a:pt x="8" y="72"/>
                      <a:pt x="8" y="72"/>
                    </a:cubicBezTo>
                    <a:cubicBezTo>
                      <a:pt x="3" y="63"/>
                      <a:pt x="3" y="63"/>
                      <a:pt x="3" y="63"/>
                    </a:cubicBezTo>
                    <a:cubicBezTo>
                      <a:pt x="6" y="63"/>
                      <a:pt x="6" y="63"/>
                      <a:pt x="6" y="63"/>
                    </a:cubicBezTo>
                    <a:cubicBezTo>
                      <a:pt x="7" y="61"/>
                      <a:pt x="10" y="57"/>
                      <a:pt x="11" y="55"/>
                    </a:cubicBezTo>
                    <a:cubicBezTo>
                      <a:pt x="12" y="55"/>
                      <a:pt x="13" y="55"/>
                      <a:pt x="14" y="55"/>
                    </a:cubicBezTo>
                    <a:cubicBezTo>
                      <a:pt x="14" y="45"/>
                      <a:pt x="14" y="39"/>
                      <a:pt x="14" y="29"/>
                    </a:cubicBezTo>
                    <a:cubicBezTo>
                      <a:pt x="6" y="25"/>
                      <a:pt x="0" y="19"/>
                      <a:pt x="0" y="4"/>
                    </a:cubicBezTo>
                    <a:cubicBezTo>
                      <a:pt x="13" y="19"/>
                      <a:pt x="25" y="20"/>
                      <a:pt x="30" y="0"/>
                    </a:cubicBezTo>
                    <a:cubicBezTo>
                      <a:pt x="40" y="22"/>
                      <a:pt x="50" y="16"/>
                      <a:pt x="58" y="8"/>
                    </a:cubicBezTo>
                    <a:cubicBezTo>
                      <a:pt x="59" y="17"/>
                      <a:pt x="51" y="24"/>
                      <a:pt x="51" y="25"/>
                    </a:cubicBezTo>
                    <a:cubicBezTo>
                      <a:pt x="131" y="25"/>
                      <a:pt x="131" y="25"/>
                      <a:pt x="131" y="25"/>
                    </a:cubicBezTo>
                    <a:cubicBezTo>
                      <a:pt x="128" y="21"/>
                      <a:pt x="123" y="15"/>
                      <a:pt x="122" y="8"/>
                    </a:cubicBezTo>
                    <a:cubicBezTo>
                      <a:pt x="131" y="18"/>
                      <a:pt x="141" y="23"/>
                      <a:pt x="150" y="0"/>
                    </a:cubicBezTo>
                    <a:cubicBezTo>
                      <a:pt x="160" y="23"/>
                      <a:pt x="169" y="16"/>
                      <a:pt x="181" y="5"/>
                    </a:cubicBezTo>
                    <a:cubicBezTo>
                      <a:pt x="178" y="23"/>
                      <a:pt x="174" y="23"/>
                      <a:pt x="166" y="28"/>
                    </a:cubicBezTo>
                    <a:cubicBezTo>
                      <a:pt x="166" y="38"/>
                      <a:pt x="166" y="45"/>
                      <a:pt x="166" y="55"/>
                    </a:cubicBezTo>
                    <a:cubicBezTo>
                      <a:pt x="168" y="55"/>
                      <a:pt x="169" y="55"/>
                      <a:pt x="171" y="55"/>
                    </a:cubicBezTo>
                    <a:cubicBezTo>
                      <a:pt x="178" y="65"/>
                      <a:pt x="178" y="65"/>
                      <a:pt x="178" y="65"/>
                    </a:cubicBezTo>
                    <a:cubicBezTo>
                      <a:pt x="174" y="72"/>
                      <a:pt x="174" y="72"/>
                      <a:pt x="174" y="72"/>
                    </a:cubicBezTo>
                    <a:lnTo>
                      <a:pt x="58" y="7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7" name="iş1ïďe"/>
              <p:cNvSpPr/>
              <p:nvPr/>
            </p:nvSpPr>
            <p:spPr bwMode="auto">
              <a:xfrm>
                <a:off x="3624263" y="3381375"/>
                <a:ext cx="577850" cy="200025"/>
              </a:xfrm>
              <a:custGeom>
                <a:avLst/>
                <a:gdLst>
                  <a:gd name="T0" fmla="*/ 130 w 175"/>
                  <a:gd name="T1" fmla="*/ 51 h 60"/>
                  <a:gd name="T2" fmla="*/ 130 w 175"/>
                  <a:gd name="T3" fmla="*/ 50 h 60"/>
                  <a:gd name="T4" fmla="*/ 48 w 175"/>
                  <a:gd name="T5" fmla="*/ 50 h 60"/>
                  <a:gd name="T6" fmla="*/ 48 w 175"/>
                  <a:gd name="T7" fmla="*/ 51 h 60"/>
                  <a:gd name="T8" fmla="*/ 52 w 175"/>
                  <a:gd name="T9" fmla="*/ 51 h 60"/>
                  <a:gd name="T10" fmla="*/ 48 w 175"/>
                  <a:gd name="T11" fmla="*/ 60 h 60"/>
                  <a:gd name="T12" fmla="*/ 7 w 175"/>
                  <a:gd name="T13" fmla="*/ 60 h 60"/>
                  <a:gd name="T14" fmla="*/ 10 w 175"/>
                  <a:gd name="T15" fmla="*/ 54 h 60"/>
                  <a:gd name="T16" fmla="*/ 14 w 175"/>
                  <a:gd name="T17" fmla="*/ 54 h 60"/>
                  <a:gd name="T18" fmla="*/ 13 w 175"/>
                  <a:gd name="T19" fmla="*/ 25 h 60"/>
                  <a:gd name="T20" fmla="*/ 0 w 175"/>
                  <a:gd name="T21" fmla="*/ 7 h 60"/>
                  <a:gd name="T22" fmla="*/ 28 w 175"/>
                  <a:gd name="T23" fmla="*/ 0 h 60"/>
                  <a:gd name="T24" fmla="*/ 55 w 175"/>
                  <a:gd name="T25" fmla="*/ 7 h 60"/>
                  <a:gd name="T26" fmla="*/ 48 w 175"/>
                  <a:gd name="T27" fmla="*/ 22 h 60"/>
                  <a:gd name="T28" fmla="*/ 127 w 175"/>
                  <a:gd name="T29" fmla="*/ 22 h 60"/>
                  <a:gd name="T30" fmla="*/ 119 w 175"/>
                  <a:gd name="T31" fmla="*/ 7 h 60"/>
                  <a:gd name="T32" fmla="*/ 147 w 175"/>
                  <a:gd name="T33" fmla="*/ 0 h 60"/>
                  <a:gd name="T34" fmla="*/ 175 w 175"/>
                  <a:gd name="T35" fmla="*/ 7 h 60"/>
                  <a:gd name="T36" fmla="*/ 161 w 175"/>
                  <a:gd name="T37" fmla="*/ 24 h 60"/>
                  <a:gd name="T38" fmla="*/ 161 w 175"/>
                  <a:gd name="T39" fmla="*/ 53 h 60"/>
                  <a:gd name="T40" fmla="*/ 165 w 175"/>
                  <a:gd name="T41" fmla="*/ 53 h 60"/>
                  <a:gd name="T42" fmla="*/ 169 w 175"/>
                  <a:gd name="T43" fmla="*/ 60 h 60"/>
                  <a:gd name="T44" fmla="*/ 128 w 175"/>
                  <a:gd name="T45" fmla="*/ 60 h 60"/>
                  <a:gd name="T46" fmla="*/ 124 w 175"/>
                  <a:gd name="T47" fmla="*/ 51 h 60"/>
                  <a:gd name="T48" fmla="*/ 130 w 175"/>
                  <a:gd name="T49" fmla="*/ 51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75" h="60">
                    <a:moveTo>
                      <a:pt x="130" y="51"/>
                    </a:moveTo>
                    <a:cubicBezTo>
                      <a:pt x="130" y="50"/>
                      <a:pt x="130" y="50"/>
                      <a:pt x="130" y="50"/>
                    </a:cubicBezTo>
                    <a:cubicBezTo>
                      <a:pt x="48" y="50"/>
                      <a:pt x="48" y="50"/>
                      <a:pt x="48" y="50"/>
                    </a:cubicBezTo>
                    <a:cubicBezTo>
                      <a:pt x="48" y="51"/>
                      <a:pt x="48" y="51"/>
                      <a:pt x="48" y="51"/>
                    </a:cubicBezTo>
                    <a:cubicBezTo>
                      <a:pt x="52" y="51"/>
                      <a:pt x="52" y="51"/>
                      <a:pt x="52" y="51"/>
                    </a:cubicBezTo>
                    <a:cubicBezTo>
                      <a:pt x="48" y="60"/>
                      <a:pt x="48" y="60"/>
                      <a:pt x="48" y="60"/>
                    </a:cubicBezTo>
                    <a:cubicBezTo>
                      <a:pt x="34" y="60"/>
                      <a:pt x="20" y="60"/>
                      <a:pt x="7" y="60"/>
                    </a:cubicBezTo>
                    <a:cubicBezTo>
                      <a:pt x="8" y="58"/>
                      <a:pt x="9" y="56"/>
                      <a:pt x="10" y="54"/>
                    </a:cubicBezTo>
                    <a:cubicBezTo>
                      <a:pt x="11" y="54"/>
                      <a:pt x="12" y="54"/>
                      <a:pt x="14" y="54"/>
                    </a:cubicBezTo>
                    <a:cubicBezTo>
                      <a:pt x="14" y="44"/>
                      <a:pt x="13" y="34"/>
                      <a:pt x="13" y="25"/>
                    </a:cubicBezTo>
                    <a:cubicBezTo>
                      <a:pt x="5" y="20"/>
                      <a:pt x="1" y="14"/>
                      <a:pt x="0" y="7"/>
                    </a:cubicBezTo>
                    <a:cubicBezTo>
                      <a:pt x="12" y="18"/>
                      <a:pt x="22" y="17"/>
                      <a:pt x="28" y="0"/>
                    </a:cubicBezTo>
                    <a:cubicBezTo>
                      <a:pt x="37" y="22"/>
                      <a:pt x="47" y="15"/>
                      <a:pt x="55" y="7"/>
                    </a:cubicBezTo>
                    <a:cubicBezTo>
                      <a:pt x="55" y="14"/>
                      <a:pt x="50" y="17"/>
                      <a:pt x="48" y="22"/>
                    </a:cubicBezTo>
                    <a:cubicBezTo>
                      <a:pt x="127" y="22"/>
                      <a:pt x="127" y="22"/>
                      <a:pt x="127" y="22"/>
                    </a:cubicBezTo>
                    <a:cubicBezTo>
                      <a:pt x="125" y="18"/>
                      <a:pt x="120" y="14"/>
                      <a:pt x="119" y="7"/>
                    </a:cubicBezTo>
                    <a:cubicBezTo>
                      <a:pt x="127" y="15"/>
                      <a:pt x="137" y="22"/>
                      <a:pt x="147" y="0"/>
                    </a:cubicBezTo>
                    <a:cubicBezTo>
                      <a:pt x="153" y="17"/>
                      <a:pt x="163" y="18"/>
                      <a:pt x="175" y="7"/>
                    </a:cubicBezTo>
                    <a:cubicBezTo>
                      <a:pt x="173" y="14"/>
                      <a:pt x="169" y="19"/>
                      <a:pt x="161" y="24"/>
                    </a:cubicBezTo>
                    <a:cubicBezTo>
                      <a:pt x="161" y="34"/>
                      <a:pt x="161" y="44"/>
                      <a:pt x="161" y="53"/>
                    </a:cubicBezTo>
                    <a:cubicBezTo>
                      <a:pt x="162" y="53"/>
                      <a:pt x="164" y="53"/>
                      <a:pt x="165" y="53"/>
                    </a:cubicBezTo>
                    <a:cubicBezTo>
                      <a:pt x="166" y="55"/>
                      <a:pt x="167" y="58"/>
                      <a:pt x="169" y="60"/>
                    </a:cubicBezTo>
                    <a:cubicBezTo>
                      <a:pt x="155" y="60"/>
                      <a:pt x="142" y="60"/>
                      <a:pt x="128" y="60"/>
                    </a:cubicBezTo>
                    <a:cubicBezTo>
                      <a:pt x="124" y="51"/>
                      <a:pt x="124" y="51"/>
                      <a:pt x="124" y="51"/>
                    </a:cubicBezTo>
                    <a:lnTo>
                      <a:pt x="130" y="51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8" name="ïṩḷíḍé"/>
              <p:cNvSpPr/>
              <p:nvPr/>
            </p:nvSpPr>
            <p:spPr bwMode="auto">
              <a:xfrm>
                <a:off x="4065588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9" name="ïśľíḍè"/>
              <p:cNvSpPr/>
              <p:nvPr/>
            </p:nvSpPr>
            <p:spPr bwMode="auto">
              <a:xfrm>
                <a:off x="3740151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0" name="í$ḻîḋè"/>
              <p:cNvSpPr/>
              <p:nvPr/>
            </p:nvSpPr>
            <p:spPr bwMode="auto">
              <a:xfrm>
                <a:off x="4125913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1" name="iṣļíḋe"/>
              <p:cNvSpPr/>
              <p:nvPr/>
            </p:nvSpPr>
            <p:spPr bwMode="auto">
              <a:xfrm>
                <a:off x="3709988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2" name="iṩḷiḓé"/>
              <p:cNvSpPr/>
              <p:nvPr/>
            </p:nvSpPr>
            <p:spPr bwMode="auto">
              <a:xfrm>
                <a:off x="4095751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3" name="iSľiḍè"/>
              <p:cNvSpPr/>
              <p:nvPr/>
            </p:nvSpPr>
            <p:spPr bwMode="auto">
              <a:xfrm>
                <a:off x="3663951" y="3460750"/>
                <a:ext cx="495300" cy="31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4" name="ïṩḷîḍe"/>
              <p:cNvSpPr/>
              <p:nvPr/>
            </p:nvSpPr>
            <p:spPr bwMode="auto">
              <a:xfrm>
                <a:off x="3663951" y="3473450"/>
                <a:ext cx="115888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5" name="íšḻiḑê"/>
              <p:cNvSpPr/>
              <p:nvPr/>
            </p:nvSpPr>
            <p:spPr bwMode="auto">
              <a:xfrm>
                <a:off x="3789363" y="3473450"/>
                <a:ext cx="428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6" name="ïṩļïďè"/>
              <p:cNvSpPr/>
              <p:nvPr/>
            </p:nvSpPr>
            <p:spPr bwMode="auto">
              <a:xfrm>
                <a:off x="3851276" y="3473450"/>
                <a:ext cx="57150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7" name="îṥlïḋê"/>
              <p:cNvSpPr/>
              <p:nvPr/>
            </p:nvSpPr>
            <p:spPr bwMode="auto">
              <a:xfrm>
                <a:off x="3917951" y="3473450"/>
                <a:ext cx="555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8" name="îṧľïdè"/>
              <p:cNvSpPr/>
              <p:nvPr/>
            </p:nvSpPr>
            <p:spPr bwMode="auto">
              <a:xfrm>
                <a:off x="3994151" y="3473450"/>
                <a:ext cx="428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9" name="iSḷîḓê"/>
              <p:cNvSpPr/>
              <p:nvPr/>
            </p:nvSpPr>
            <p:spPr bwMode="auto">
              <a:xfrm>
                <a:off x="4046538" y="3473450"/>
                <a:ext cx="11271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0" name="îślíďè"/>
              <p:cNvSpPr/>
              <p:nvPr/>
            </p:nvSpPr>
            <p:spPr bwMode="auto">
              <a:xfrm>
                <a:off x="3979863" y="3473450"/>
                <a:ext cx="7938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1" name="iSḻïḍè"/>
              <p:cNvSpPr/>
              <p:nvPr/>
            </p:nvSpPr>
            <p:spPr bwMode="auto">
              <a:xfrm>
                <a:off x="3838576" y="3473450"/>
                <a:ext cx="6350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" name="ïṡliḑê"/>
              <p:cNvSpPr/>
              <p:nvPr/>
            </p:nvSpPr>
            <p:spPr bwMode="auto">
              <a:xfrm>
                <a:off x="3851276" y="3384550"/>
                <a:ext cx="26988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" name="islïďé"/>
              <p:cNvSpPr/>
              <p:nvPr/>
            </p:nvSpPr>
            <p:spPr bwMode="auto">
              <a:xfrm>
                <a:off x="3817938" y="3384550"/>
                <a:ext cx="26988" cy="15875"/>
              </a:xfrm>
              <a:custGeom>
                <a:avLst/>
                <a:gdLst>
                  <a:gd name="T0" fmla="*/ 7 w 8"/>
                  <a:gd name="T1" fmla="*/ 0 h 5"/>
                  <a:gd name="T2" fmla="*/ 8 w 8"/>
                  <a:gd name="T3" fmla="*/ 2 h 5"/>
                  <a:gd name="T4" fmla="*/ 1 w 8"/>
                  <a:gd name="T5" fmla="*/ 5 h 5"/>
                  <a:gd name="T6" fmla="*/ 7 w 8"/>
                  <a:gd name="T7" fmla="*/ 0 h 5"/>
                  <a:gd name="T8" fmla="*/ 7 w 8"/>
                  <a:gd name="T9" fmla="*/ 0 h 5"/>
                  <a:gd name="T10" fmla="*/ 7 w 8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5">
                    <a:moveTo>
                      <a:pt x="7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0" y="2"/>
                      <a:pt x="7" y="0"/>
                    </a:cubicBezTo>
                    <a:close/>
                    <a:moveTo>
                      <a:pt x="7" y="0"/>
                    </a:moveTo>
                    <a:cubicBezTo>
                      <a:pt x="7" y="0"/>
                      <a:pt x="7" y="0"/>
                      <a:pt x="7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" name="îṥḷîdé"/>
              <p:cNvSpPr/>
              <p:nvPr/>
            </p:nvSpPr>
            <p:spPr bwMode="auto">
              <a:xfrm>
                <a:off x="3983038" y="3384550"/>
                <a:ext cx="26988" cy="15875"/>
              </a:xfrm>
              <a:custGeom>
                <a:avLst/>
                <a:gdLst>
                  <a:gd name="T0" fmla="*/ 1 w 8"/>
                  <a:gd name="T1" fmla="*/ 0 h 5"/>
                  <a:gd name="T2" fmla="*/ 0 w 8"/>
                  <a:gd name="T3" fmla="*/ 2 h 5"/>
                  <a:gd name="T4" fmla="*/ 7 w 8"/>
                  <a:gd name="T5" fmla="*/ 5 h 5"/>
                  <a:gd name="T6" fmla="*/ 1 w 8"/>
                  <a:gd name="T7" fmla="*/ 0 h 5"/>
                  <a:gd name="T8" fmla="*/ 1 w 8"/>
                  <a:gd name="T9" fmla="*/ 0 h 5"/>
                  <a:gd name="T10" fmla="*/ 1 w 8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5">
                    <a:moveTo>
                      <a:pt x="1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7" y="5"/>
                      <a:pt x="7" y="5"/>
                      <a:pt x="7" y="5"/>
                    </a:cubicBezTo>
                    <a:cubicBezTo>
                      <a:pt x="7" y="5"/>
                      <a:pt x="8" y="2"/>
                      <a:pt x="1" y="0"/>
                    </a:cubicBezTo>
                    <a:close/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" name="isḷîḋé"/>
              <p:cNvSpPr/>
              <p:nvPr/>
            </p:nvSpPr>
            <p:spPr bwMode="auto">
              <a:xfrm>
                <a:off x="3884613" y="3384550"/>
                <a:ext cx="26988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" name="iśḷïḑè"/>
              <p:cNvSpPr/>
              <p:nvPr/>
            </p:nvSpPr>
            <p:spPr bwMode="auto">
              <a:xfrm>
                <a:off x="3917951" y="3384550"/>
                <a:ext cx="25400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" name="iṧľiďé"/>
              <p:cNvSpPr/>
              <p:nvPr/>
            </p:nvSpPr>
            <p:spPr bwMode="auto">
              <a:xfrm>
                <a:off x="3951288" y="3384550"/>
                <a:ext cx="25400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" name="išľïḍé"/>
              <p:cNvSpPr/>
              <p:nvPr/>
            </p:nvSpPr>
            <p:spPr bwMode="auto">
              <a:xfrm>
                <a:off x="3771901" y="3484563"/>
                <a:ext cx="7938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" name="îŝlîḑè"/>
              <p:cNvSpPr/>
              <p:nvPr/>
            </p:nvSpPr>
            <p:spPr bwMode="auto">
              <a:xfrm>
                <a:off x="3786188" y="3484563"/>
                <a:ext cx="46038" cy="60325"/>
              </a:xfrm>
              <a:custGeom>
                <a:avLst/>
                <a:gdLst>
                  <a:gd name="T0" fmla="*/ 8 w 29"/>
                  <a:gd name="T1" fmla="*/ 0 h 38"/>
                  <a:gd name="T2" fmla="*/ 20 w 29"/>
                  <a:gd name="T3" fmla="*/ 0 h 38"/>
                  <a:gd name="T4" fmla="*/ 29 w 29"/>
                  <a:gd name="T5" fmla="*/ 8 h 38"/>
                  <a:gd name="T6" fmla="*/ 29 w 29"/>
                  <a:gd name="T7" fmla="*/ 38 h 38"/>
                  <a:gd name="T8" fmla="*/ 0 w 29"/>
                  <a:gd name="T9" fmla="*/ 38 h 38"/>
                  <a:gd name="T10" fmla="*/ 0 w 29"/>
                  <a:gd name="T11" fmla="*/ 8 h 38"/>
                  <a:gd name="T12" fmla="*/ 8 w 29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8">
                    <a:moveTo>
                      <a:pt x="8" y="0"/>
                    </a:moveTo>
                    <a:lnTo>
                      <a:pt x="20" y="0"/>
                    </a:lnTo>
                    <a:lnTo>
                      <a:pt x="29" y="8"/>
                    </a:lnTo>
                    <a:lnTo>
                      <a:pt x="29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0" name="îṩḻíḓe"/>
              <p:cNvSpPr/>
              <p:nvPr/>
            </p:nvSpPr>
            <p:spPr bwMode="auto">
              <a:xfrm>
                <a:off x="3994151" y="3484563"/>
                <a:ext cx="46038" cy="60325"/>
              </a:xfrm>
              <a:custGeom>
                <a:avLst/>
                <a:gdLst>
                  <a:gd name="T0" fmla="*/ 8 w 29"/>
                  <a:gd name="T1" fmla="*/ 0 h 38"/>
                  <a:gd name="T2" fmla="*/ 18 w 29"/>
                  <a:gd name="T3" fmla="*/ 0 h 38"/>
                  <a:gd name="T4" fmla="*/ 29 w 29"/>
                  <a:gd name="T5" fmla="*/ 8 h 38"/>
                  <a:gd name="T6" fmla="*/ 29 w 29"/>
                  <a:gd name="T7" fmla="*/ 38 h 38"/>
                  <a:gd name="T8" fmla="*/ 0 w 29"/>
                  <a:gd name="T9" fmla="*/ 38 h 38"/>
                  <a:gd name="T10" fmla="*/ 0 w 29"/>
                  <a:gd name="T11" fmla="*/ 8 h 38"/>
                  <a:gd name="T12" fmla="*/ 8 w 29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8">
                    <a:moveTo>
                      <a:pt x="8" y="0"/>
                    </a:moveTo>
                    <a:lnTo>
                      <a:pt x="18" y="0"/>
                    </a:lnTo>
                    <a:lnTo>
                      <a:pt x="29" y="8"/>
                    </a:lnTo>
                    <a:lnTo>
                      <a:pt x="29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1" name="î$1îdè"/>
              <p:cNvSpPr/>
              <p:nvPr/>
            </p:nvSpPr>
            <p:spPr bwMode="auto">
              <a:xfrm>
                <a:off x="3851276" y="3484563"/>
                <a:ext cx="122238" cy="60325"/>
              </a:xfrm>
              <a:custGeom>
                <a:avLst/>
                <a:gdLst>
                  <a:gd name="T0" fmla="*/ 9 w 77"/>
                  <a:gd name="T1" fmla="*/ 0 h 38"/>
                  <a:gd name="T2" fmla="*/ 69 w 77"/>
                  <a:gd name="T3" fmla="*/ 0 h 38"/>
                  <a:gd name="T4" fmla="*/ 77 w 77"/>
                  <a:gd name="T5" fmla="*/ 8 h 38"/>
                  <a:gd name="T6" fmla="*/ 77 w 77"/>
                  <a:gd name="T7" fmla="*/ 38 h 38"/>
                  <a:gd name="T8" fmla="*/ 0 w 77"/>
                  <a:gd name="T9" fmla="*/ 38 h 38"/>
                  <a:gd name="T10" fmla="*/ 0 w 77"/>
                  <a:gd name="T11" fmla="*/ 8 h 38"/>
                  <a:gd name="T12" fmla="*/ 9 w 77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7" h="38">
                    <a:moveTo>
                      <a:pt x="9" y="0"/>
                    </a:moveTo>
                    <a:lnTo>
                      <a:pt x="69" y="0"/>
                    </a:lnTo>
                    <a:lnTo>
                      <a:pt x="77" y="8"/>
                    </a:lnTo>
                    <a:lnTo>
                      <a:pt x="77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2" name="iśľïḓe"/>
              <p:cNvSpPr/>
              <p:nvPr/>
            </p:nvSpPr>
            <p:spPr bwMode="auto">
              <a:xfrm>
                <a:off x="4046538" y="3484563"/>
                <a:ext cx="6350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3" name="iṣļïḑè"/>
              <p:cNvSpPr/>
              <p:nvPr/>
            </p:nvSpPr>
            <p:spPr bwMode="auto">
              <a:xfrm>
                <a:off x="3838576" y="3484563"/>
                <a:ext cx="6350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4" name="iṡḷidé"/>
              <p:cNvSpPr/>
              <p:nvPr/>
            </p:nvSpPr>
            <p:spPr bwMode="auto">
              <a:xfrm>
                <a:off x="3979863" y="3484563"/>
                <a:ext cx="3175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5" name="íṡḷíḋe"/>
              <p:cNvSpPr/>
              <p:nvPr/>
            </p:nvSpPr>
            <p:spPr bwMode="auto">
              <a:xfrm>
                <a:off x="3811588" y="3551238"/>
                <a:ext cx="20478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6" name="íŝ1iḑê"/>
              <p:cNvSpPr/>
              <p:nvPr/>
            </p:nvSpPr>
            <p:spPr bwMode="auto">
              <a:xfrm>
                <a:off x="3805238" y="3557588"/>
                <a:ext cx="214313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7" name="îṩḷiḑe"/>
              <p:cNvSpPr/>
              <p:nvPr/>
            </p:nvSpPr>
            <p:spPr bwMode="auto">
              <a:xfrm>
                <a:off x="3802063" y="3567113"/>
                <a:ext cx="220663" cy="1588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8" name="iṧḻiḑê"/>
              <p:cNvSpPr/>
              <p:nvPr/>
            </p:nvSpPr>
            <p:spPr bwMode="auto">
              <a:xfrm>
                <a:off x="3802063" y="3570288"/>
                <a:ext cx="22383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9" name="ïṣḻîḋè"/>
              <p:cNvSpPr/>
              <p:nvPr/>
            </p:nvSpPr>
            <p:spPr bwMode="auto">
              <a:xfrm>
                <a:off x="3795713" y="3581400"/>
                <a:ext cx="234950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0" name="îṡ1îḍé"/>
              <p:cNvSpPr/>
              <p:nvPr/>
            </p:nvSpPr>
            <p:spPr bwMode="auto">
              <a:xfrm>
                <a:off x="3633788" y="3587750"/>
                <a:ext cx="560388" cy="6350"/>
              </a:xfrm>
              <a:custGeom>
                <a:avLst/>
                <a:gdLst>
                  <a:gd name="T0" fmla="*/ 0 w 353"/>
                  <a:gd name="T1" fmla="*/ 0 h 4"/>
                  <a:gd name="T2" fmla="*/ 353 w 353"/>
                  <a:gd name="T3" fmla="*/ 0 h 4"/>
                  <a:gd name="T4" fmla="*/ 351 w 353"/>
                  <a:gd name="T5" fmla="*/ 4 h 4"/>
                  <a:gd name="T6" fmla="*/ 2 w 353"/>
                  <a:gd name="T7" fmla="*/ 4 h 4"/>
                  <a:gd name="T8" fmla="*/ 0 w 353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3" h="4">
                    <a:moveTo>
                      <a:pt x="0" y="0"/>
                    </a:moveTo>
                    <a:lnTo>
                      <a:pt x="353" y="0"/>
                    </a:lnTo>
                    <a:lnTo>
                      <a:pt x="351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1" name="îš1íḑe"/>
              <p:cNvSpPr/>
              <p:nvPr/>
            </p:nvSpPr>
            <p:spPr bwMode="auto">
              <a:xfrm>
                <a:off x="3640138" y="3600450"/>
                <a:ext cx="547688" cy="6350"/>
              </a:xfrm>
              <a:custGeom>
                <a:avLst/>
                <a:gdLst>
                  <a:gd name="T0" fmla="*/ 0 w 345"/>
                  <a:gd name="T1" fmla="*/ 0 h 4"/>
                  <a:gd name="T2" fmla="*/ 345 w 345"/>
                  <a:gd name="T3" fmla="*/ 0 h 4"/>
                  <a:gd name="T4" fmla="*/ 343 w 345"/>
                  <a:gd name="T5" fmla="*/ 4 h 4"/>
                  <a:gd name="T6" fmla="*/ 2 w 345"/>
                  <a:gd name="T7" fmla="*/ 4 h 4"/>
                  <a:gd name="T8" fmla="*/ 0 w 345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5" h="4">
                    <a:moveTo>
                      <a:pt x="0" y="0"/>
                    </a:moveTo>
                    <a:lnTo>
                      <a:pt x="345" y="0"/>
                    </a:lnTo>
                    <a:lnTo>
                      <a:pt x="343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2" name="iš1ïḍe"/>
              <p:cNvSpPr/>
              <p:nvPr/>
            </p:nvSpPr>
            <p:spPr bwMode="auto">
              <a:xfrm>
                <a:off x="3736976" y="3406775"/>
                <a:ext cx="352425" cy="4763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3" name="îSḻîde"/>
              <p:cNvSpPr/>
              <p:nvPr/>
            </p:nvSpPr>
            <p:spPr bwMode="auto">
              <a:xfrm>
                <a:off x="3746501" y="3417888"/>
                <a:ext cx="3333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4" name="î$ḻîḑé"/>
              <p:cNvSpPr/>
              <p:nvPr/>
            </p:nvSpPr>
            <p:spPr bwMode="auto">
              <a:xfrm>
                <a:off x="3805238" y="3417888"/>
                <a:ext cx="211138" cy="1588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5" name="íŝļïḓe"/>
              <p:cNvSpPr/>
              <p:nvPr/>
            </p:nvSpPr>
            <p:spPr bwMode="auto">
              <a:xfrm>
                <a:off x="3811588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6" name="îS1iḍé"/>
              <p:cNvSpPr/>
              <p:nvPr/>
            </p:nvSpPr>
            <p:spPr bwMode="auto">
              <a:xfrm>
                <a:off x="3802063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7" name="išlïdé"/>
              <p:cNvSpPr/>
              <p:nvPr/>
            </p:nvSpPr>
            <p:spPr bwMode="auto">
              <a:xfrm>
                <a:off x="3789363" y="3421063"/>
                <a:ext cx="6350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8" name="ïSlïde"/>
              <p:cNvSpPr/>
              <p:nvPr/>
            </p:nvSpPr>
            <p:spPr bwMode="auto">
              <a:xfrm>
                <a:off x="3822701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9" name="îşľïďe"/>
              <p:cNvSpPr/>
              <p:nvPr/>
            </p:nvSpPr>
            <p:spPr bwMode="auto">
              <a:xfrm>
                <a:off x="3832226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0" name="ïşľíďê"/>
              <p:cNvSpPr/>
              <p:nvPr/>
            </p:nvSpPr>
            <p:spPr bwMode="auto">
              <a:xfrm>
                <a:off x="38449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1" name="íś1ïdè"/>
              <p:cNvSpPr/>
              <p:nvPr/>
            </p:nvSpPr>
            <p:spPr bwMode="auto">
              <a:xfrm>
                <a:off x="3854451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2" name="iṩḷiḍe"/>
              <p:cNvSpPr/>
              <p:nvPr/>
            </p:nvSpPr>
            <p:spPr bwMode="auto">
              <a:xfrm>
                <a:off x="3865563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3" name="ïŝ1iďè"/>
              <p:cNvSpPr/>
              <p:nvPr/>
            </p:nvSpPr>
            <p:spPr bwMode="auto">
              <a:xfrm>
                <a:off x="3878263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4" name="íṩļíḋê"/>
              <p:cNvSpPr/>
              <p:nvPr/>
            </p:nvSpPr>
            <p:spPr bwMode="auto">
              <a:xfrm>
                <a:off x="3887788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5" name="ïṧ1ïdè"/>
              <p:cNvSpPr/>
              <p:nvPr/>
            </p:nvSpPr>
            <p:spPr bwMode="auto">
              <a:xfrm>
                <a:off x="3897313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6" name="íŝḻîḍé"/>
              <p:cNvSpPr/>
              <p:nvPr/>
            </p:nvSpPr>
            <p:spPr bwMode="auto">
              <a:xfrm>
                <a:off x="3908426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7" name="îşḻïḓé"/>
              <p:cNvSpPr/>
              <p:nvPr/>
            </p:nvSpPr>
            <p:spPr bwMode="auto">
              <a:xfrm>
                <a:off x="39211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8" name="íśļíďè"/>
              <p:cNvSpPr/>
              <p:nvPr/>
            </p:nvSpPr>
            <p:spPr bwMode="auto">
              <a:xfrm>
                <a:off x="3930651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9" name="iŝ1ïdé"/>
              <p:cNvSpPr/>
              <p:nvPr/>
            </p:nvSpPr>
            <p:spPr bwMode="auto">
              <a:xfrm>
                <a:off x="3940176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0" name="is1ídè"/>
              <p:cNvSpPr/>
              <p:nvPr/>
            </p:nvSpPr>
            <p:spPr bwMode="auto">
              <a:xfrm>
                <a:off x="3951288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2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1" name="islíďê"/>
              <p:cNvSpPr/>
              <p:nvPr/>
            </p:nvSpPr>
            <p:spPr bwMode="auto">
              <a:xfrm>
                <a:off x="3963988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2" name="iṩlíḑê"/>
              <p:cNvSpPr/>
              <p:nvPr/>
            </p:nvSpPr>
            <p:spPr bwMode="auto">
              <a:xfrm>
                <a:off x="3973513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3" name="îṥḷïďê"/>
              <p:cNvSpPr/>
              <p:nvPr/>
            </p:nvSpPr>
            <p:spPr bwMode="auto">
              <a:xfrm>
                <a:off x="3983038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4" name="íṥḻïďè"/>
              <p:cNvSpPr/>
              <p:nvPr/>
            </p:nvSpPr>
            <p:spPr bwMode="auto">
              <a:xfrm>
                <a:off x="39973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5" name="íṡḷíḍè"/>
              <p:cNvSpPr/>
              <p:nvPr/>
            </p:nvSpPr>
            <p:spPr bwMode="auto">
              <a:xfrm>
                <a:off x="4006851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6" name="î$ḷîḑé"/>
              <p:cNvSpPr/>
              <p:nvPr/>
            </p:nvSpPr>
            <p:spPr bwMode="auto">
              <a:xfrm>
                <a:off x="4016376" y="3421063"/>
                <a:ext cx="6350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7" name="í$ľîdè"/>
              <p:cNvSpPr/>
              <p:nvPr/>
            </p:nvSpPr>
            <p:spPr bwMode="auto">
              <a:xfrm>
                <a:off x="4025901" y="3421063"/>
                <a:ext cx="7938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8" name="iṥ1iḍè"/>
              <p:cNvSpPr/>
              <p:nvPr/>
            </p:nvSpPr>
            <p:spPr bwMode="auto">
              <a:xfrm>
                <a:off x="4040188" y="3417888"/>
                <a:ext cx="3968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9" name="ïslidé"/>
              <p:cNvSpPr/>
              <p:nvPr/>
            </p:nvSpPr>
            <p:spPr bwMode="auto">
              <a:xfrm>
                <a:off x="3679826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20" name="íṡlïďè"/>
              <p:cNvSpPr/>
              <p:nvPr/>
            </p:nvSpPr>
            <p:spPr bwMode="auto">
              <a:xfrm>
                <a:off x="3884613" y="3490913"/>
                <a:ext cx="55563" cy="53975"/>
              </a:xfrm>
              <a:custGeom>
                <a:avLst/>
                <a:gdLst>
                  <a:gd name="T0" fmla="*/ 0 w 35"/>
                  <a:gd name="T1" fmla="*/ 0 h 34"/>
                  <a:gd name="T2" fmla="*/ 35 w 35"/>
                  <a:gd name="T3" fmla="*/ 0 h 34"/>
                  <a:gd name="T4" fmla="*/ 35 w 35"/>
                  <a:gd name="T5" fmla="*/ 34 h 34"/>
                  <a:gd name="T6" fmla="*/ 0 w 35"/>
                  <a:gd name="T7" fmla="*/ 34 h 34"/>
                  <a:gd name="T8" fmla="*/ 0 w 35"/>
                  <a:gd name="T9" fmla="*/ 0 h 34"/>
                  <a:gd name="T10" fmla="*/ 0 w 35"/>
                  <a:gd name="T11" fmla="*/ 0 h 34"/>
                  <a:gd name="T12" fmla="*/ 4 w 35"/>
                  <a:gd name="T13" fmla="*/ 8 h 34"/>
                  <a:gd name="T14" fmla="*/ 4 w 35"/>
                  <a:gd name="T15" fmla="*/ 27 h 34"/>
                  <a:gd name="T16" fmla="*/ 8 w 35"/>
                  <a:gd name="T17" fmla="*/ 27 h 34"/>
                  <a:gd name="T18" fmla="*/ 8 w 35"/>
                  <a:gd name="T19" fmla="*/ 8 h 34"/>
                  <a:gd name="T20" fmla="*/ 4 w 35"/>
                  <a:gd name="T21" fmla="*/ 8 h 34"/>
                  <a:gd name="T22" fmla="*/ 4 w 35"/>
                  <a:gd name="T23" fmla="*/ 8 h 34"/>
                  <a:gd name="T24" fmla="*/ 29 w 35"/>
                  <a:gd name="T25" fmla="*/ 8 h 34"/>
                  <a:gd name="T26" fmla="*/ 29 w 35"/>
                  <a:gd name="T27" fmla="*/ 27 h 34"/>
                  <a:gd name="T28" fmla="*/ 31 w 35"/>
                  <a:gd name="T29" fmla="*/ 27 h 34"/>
                  <a:gd name="T30" fmla="*/ 31 w 35"/>
                  <a:gd name="T31" fmla="*/ 8 h 34"/>
                  <a:gd name="T32" fmla="*/ 29 w 35"/>
                  <a:gd name="T33" fmla="*/ 8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5" h="34">
                    <a:moveTo>
                      <a:pt x="0" y="0"/>
                    </a:moveTo>
                    <a:lnTo>
                      <a:pt x="35" y="0"/>
                    </a:lnTo>
                    <a:lnTo>
                      <a:pt x="35" y="34"/>
                    </a:lnTo>
                    <a:lnTo>
                      <a:pt x="0" y="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4" y="8"/>
                    </a:moveTo>
                    <a:lnTo>
                      <a:pt x="4" y="27"/>
                    </a:lnTo>
                    <a:lnTo>
                      <a:pt x="8" y="27"/>
                    </a:lnTo>
                    <a:lnTo>
                      <a:pt x="8" y="8"/>
                    </a:lnTo>
                    <a:lnTo>
                      <a:pt x="4" y="8"/>
                    </a:lnTo>
                    <a:lnTo>
                      <a:pt x="4" y="8"/>
                    </a:lnTo>
                    <a:close/>
                    <a:moveTo>
                      <a:pt x="29" y="8"/>
                    </a:moveTo>
                    <a:lnTo>
                      <a:pt x="29" y="27"/>
                    </a:lnTo>
                    <a:lnTo>
                      <a:pt x="31" y="27"/>
                    </a:lnTo>
                    <a:lnTo>
                      <a:pt x="31" y="8"/>
                    </a:lnTo>
                    <a:lnTo>
                      <a:pt x="29" y="8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21" name="iṧ1ïḓè"/>
              <p:cNvSpPr/>
              <p:nvPr/>
            </p:nvSpPr>
            <p:spPr bwMode="auto">
              <a:xfrm>
                <a:off x="3551238" y="3067050"/>
                <a:ext cx="722313" cy="727075"/>
              </a:xfrm>
              <a:custGeom>
                <a:avLst/>
                <a:gdLst>
                  <a:gd name="T0" fmla="*/ 109 w 219"/>
                  <a:gd name="T1" fmla="*/ 0 h 218"/>
                  <a:gd name="T2" fmla="*/ 219 w 219"/>
                  <a:gd name="T3" fmla="*/ 109 h 218"/>
                  <a:gd name="T4" fmla="*/ 109 w 219"/>
                  <a:gd name="T5" fmla="*/ 218 h 218"/>
                  <a:gd name="T6" fmla="*/ 0 w 219"/>
                  <a:gd name="T7" fmla="*/ 109 h 218"/>
                  <a:gd name="T8" fmla="*/ 109 w 219"/>
                  <a:gd name="T9" fmla="*/ 0 h 218"/>
                  <a:gd name="T10" fmla="*/ 109 w 219"/>
                  <a:gd name="T11" fmla="*/ 3 h 218"/>
                  <a:gd name="T12" fmla="*/ 4 w 219"/>
                  <a:gd name="T13" fmla="*/ 109 h 218"/>
                  <a:gd name="T14" fmla="*/ 109 w 219"/>
                  <a:gd name="T15" fmla="*/ 215 h 218"/>
                  <a:gd name="T16" fmla="*/ 215 w 219"/>
                  <a:gd name="T17" fmla="*/ 109 h 218"/>
                  <a:gd name="T18" fmla="*/ 109 w 219"/>
                  <a:gd name="T19" fmla="*/ 3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9" h="218">
                    <a:moveTo>
                      <a:pt x="109" y="0"/>
                    </a:moveTo>
                    <a:cubicBezTo>
                      <a:pt x="170" y="0"/>
                      <a:pt x="219" y="49"/>
                      <a:pt x="219" y="109"/>
                    </a:cubicBezTo>
                    <a:cubicBezTo>
                      <a:pt x="219" y="169"/>
                      <a:pt x="170" y="218"/>
                      <a:pt x="109" y="218"/>
                    </a:cubicBezTo>
                    <a:cubicBezTo>
                      <a:pt x="49" y="218"/>
                      <a:pt x="0" y="169"/>
                      <a:pt x="0" y="109"/>
                    </a:cubicBezTo>
                    <a:cubicBezTo>
                      <a:pt x="0" y="49"/>
                      <a:pt x="49" y="0"/>
                      <a:pt x="109" y="0"/>
                    </a:cubicBezTo>
                    <a:close/>
                    <a:moveTo>
                      <a:pt x="109" y="3"/>
                    </a:moveTo>
                    <a:cubicBezTo>
                      <a:pt x="51" y="3"/>
                      <a:pt x="4" y="51"/>
                      <a:pt x="4" y="109"/>
                    </a:cubicBezTo>
                    <a:cubicBezTo>
                      <a:pt x="4" y="167"/>
                      <a:pt x="51" y="215"/>
                      <a:pt x="109" y="215"/>
                    </a:cubicBezTo>
                    <a:cubicBezTo>
                      <a:pt x="168" y="215"/>
                      <a:pt x="215" y="167"/>
                      <a:pt x="215" y="109"/>
                    </a:cubicBezTo>
                    <a:cubicBezTo>
                      <a:pt x="215" y="51"/>
                      <a:pt x="168" y="3"/>
                      <a:pt x="109" y="3"/>
                    </a:cubicBez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23" name="íşḷïḑe"/>
            <p:cNvGrpSpPr/>
            <p:nvPr userDrawn="1"/>
          </p:nvGrpSpPr>
          <p:grpSpPr>
            <a:xfrm>
              <a:off x="4894762" y="471192"/>
              <a:ext cx="4437911" cy="1614111"/>
              <a:chOff x="4412452" y="3106738"/>
              <a:chExt cx="2312689" cy="841148"/>
            </a:xfrm>
          </p:grpSpPr>
          <p:grpSp>
            <p:nvGrpSpPr>
              <p:cNvPr id="124" name="îṥľíḑé"/>
              <p:cNvGrpSpPr/>
              <p:nvPr/>
            </p:nvGrpSpPr>
            <p:grpSpPr>
              <a:xfrm>
                <a:off x="4422776" y="3106738"/>
                <a:ext cx="2293937" cy="617538"/>
                <a:chOff x="4422776" y="3106738"/>
                <a:chExt cx="2293937" cy="617538"/>
              </a:xfrm>
            </p:grpSpPr>
            <p:sp>
              <p:nvSpPr>
                <p:cNvPr id="141" name="išḻiḑé"/>
                <p:cNvSpPr/>
                <p:nvPr/>
              </p:nvSpPr>
              <p:spPr bwMode="auto">
                <a:xfrm>
                  <a:off x="4811713" y="3200400"/>
                  <a:ext cx="49213" cy="100013"/>
                </a:xfrm>
                <a:custGeom>
                  <a:avLst/>
                  <a:gdLst>
                    <a:gd name="T0" fmla="*/ 0 w 15"/>
                    <a:gd name="T1" fmla="*/ 1 h 30"/>
                    <a:gd name="T2" fmla="*/ 1 w 15"/>
                    <a:gd name="T3" fmla="*/ 12 h 30"/>
                    <a:gd name="T4" fmla="*/ 0 w 15"/>
                    <a:gd name="T5" fmla="*/ 21 h 30"/>
                    <a:gd name="T6" fmla="*/ 2 w 15"/>
                    <a:gd name="T7" fmla="*/ 28 h 30"/>
                    <a:gd name="T8" fmla="*/ 7 w 15"/>
                    <a:gd name="T9" fmla="*/ 30 h 30"/>
                    <a:gd name="T10" fmla="*/ 12 w 15"/>
                    <a:gd name="T11" fmla="*/ 26 h 30"/>
                    <a:gd name="T12" fmla="*/ 15 w 15"/>
                    <a:gd name="T13" fmla="*/ 18 h 30"/>
                    <a:gd name="T14" fmla="*/ 3 w 15"/>
                    <a:gd name="T15" fmla="*/ 0 h 30"/>
                    <a:gd name="T16" fmla="*/ 0 w 15"/>
                    <a:gd name="T17" fmla="*/ 1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30">
                      <a:moveTo>
                        <a:pt x="0" y="1"/>
                      </a:moveTo>
                      <a:cubicBezTo>
                        <a:pt x="1" y="12"/>
                        <a:pt x="1" y="12"/>
                        <a:pt x="1" y="12"/>
                      </a:cubicBezTo>
                      <a:cubicBezTo>
                        <a:pt x="1" y="13"/>
                        <a:pt x="0" y="18"/>
                        <a:pt x="0" y="21"/>
                      </a:cubicBezTo>
                      <a:cubicBezTo>
                        <a:pt x="0" y="24"/>
                        <a:pt x="2" y="25"/>
                        <a:pt x="2" y="28"/>
                      </a:cubicBezTo>
                      <a:cubicBezTo>
                        <a:pt x="7" y="30"/>
                        <a:pt x="7" y="30"/>
                        <a:pt x="7" y="30"/>
                      </a:cubicBezTo>
                      <a:cubicBezTo>
                        <a:pt x="9" y="27"/>
                        <a:pt x="10" y="29"/>
                        <a:pt x="12" y="26"/>
                      </a:cubicBezTo>
                      <a:cubicBezTo>
                        <a:pt x="14" y="23"/>
                        <a:pt x="14" y="21"/>
                        <a:pt x="15" y="18"/>
                      </a:cubicBezTo>
                      <a:cubicBezTo>
                        <a:pt x="12" y="7"/>
                        <a:pt x="13" y="5"/>
                        <a:pt x="3" y="0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42" name="íṥľíďè"/>
                <p:cNvSpPr/>
                <p:nvPr/>
              </p:nvSpPr>
              <p:spPr bwMode="auto">
                <a:xfrm>
                  <a:off x="5221288" y="3184525"/>
                  <a:ext cx="36513" cy="122238"/>
                </a:xfrm>
                <a:custGeom>
                  <a:avLst/>
                  <a:gdLst>
                    <a:gd name="T0" fmla="*/ 0 w 11"/>
                    <a:gd name="T1" fmla="*/ 3 h 37"/>
                    <a:gd name="T2" fmla="*/ 2 w 11"/>
                    <a:gd name="T3" fmla="*/ 14 h 37"/>
                    <a:gd name="T4" fmla="*/ 0 w 11"/>
                    <a:gd name="T5" fmla="*/ 33 h 37"/>
                    <a:gd name="T6" fmla="*/ 0 w 11"/>
                    <a:gd name="T7" fmla="*/ 36 h 37"/>
                    <a:gd name="T8" fmla="*/ 2 w 11"/>
                    <a:gd name="T9" fmla="*/ 37 h 37"/>
                    <a:gd name="T10" fmla="*/ 8 w 11"/>
                    <a:gd name="T11" fmla="*/ 27 h 37"/>
                    <a:gd name="T12" fmla="*/ 11 w 11"/>
                    <a:gd name="T13" fmla="*/ 17 h 37"/>
                    <a:gd name="T14" fmla="*/ 11 w 11"/>
                    <a:gd name="T15" fmla="*/ 15 h 37"/>
                    <a:gd name="T16" fmla="*/ 7 w 11"/>
                    <a:gd name="T17" fmla="*/ 2 h 37"/>
                    <a:gd name="T18" fmla="*/ 2 w 11"/>
                    <a:gd name="T19" fmla="*/ 0 h 37"/>
                    <a:gd name="T20" fmla="*/ 0 w 11"/>
                    <a:gd name="T21" fmla="*/ 3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1" h="37">
                      <a:moveTo>
                        <a:pt x="0" y="3"/>
                      </a:moveTo>
                      <a:cubicBezTo>
                        <a:pt x="2" y="14"/>
                        <a:pt x="2" y="14"/>
                        <a:pt x="2" y="14"/>
                      </a:cubicBezTo>
                      <a:cubicBezTo>
                        <a:pt x="2" y="19"/>
                        <a:pt x="0" y="27"/>
                        <a:pt x="0" y="33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2" y="36"/>
                        <a:pt x="1" y="37"/>
                        <a:pt x="2" y="37"/>
                      </a:cubicBezTo>
                      <a:cubicBezTo>
                        <a:pt x="3" y="37"/>
                        <a:pt x="7" y="28"/>
                        <a:pt x="8" y="27"/>
                      </a:cubicBezTo>
                      <a:cubicBezTo>
                        <a:pt x="9" y="24"/>
                        <a:pt x="11" y="21"/>
                        <a:pt x="11" y="17"/>
                      </a:cubicBezTo>
                      <a:cubicBezTo>
                        <a:pt x="11" y="15"/>
                        <a:pt x="11" y="15"/>
                        <a:pt x="11" y="15"/>
                      </a:cubicBezTo>
                      <a:cubicBezTo>
                        <a:pt x="11" y="7"/>
                        <a:pt x="8" y="7"/>
                        <a:pt x="7" y="2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1"/>
                        <a:pt x="0" y="1"/>
                        <a:pt x="0" y="3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43" name="íś1iḑe"/>
                <p:cNvSpPr/>
                <p:nvPr/>
              </p:nvSpPr>
              <p:spPr bwMode="auto">
                <a:xfrm>
                  <a:off x="4554538" y="3251200"/>
                  <a:ext cx="119063" cy="58738"/>
                </a:xfrm>
                <a:custGeom>
                  <a:avLst/>
                  <a:gdLst>
                    <a:gd name="T0" fmla="*/ 0 w 36"/>
                    <a:gd name="T1" fmla="*/ 15 h 18"/>
                    <a:gd name="T2" fmla="*/ 2 w 36"/>
                    <a:gd name="T3" fmla="*/ 16 h 18"/>
                    <a:gd name="T4" fmla="*/ 13 w 36"/>
                    <a:gd name="T5" fmla="*/ 18 h 18"/>
                    <a:gd name="T6" fmla="*/ 16 w 36"/>
                    <a:gd name="T7" fmla="*/ 18 h 18"/>
                    <a:gd name="T8" fmla="*/ 22 w 36"/>
                    <a:gd name="T9" fmla="*/ 17 h 18"/>
                    <a:gd name="T10" fmla="*/ 23 w 36"/>
                    <a:gd name="T11" fmla="*/ 17 h 18"/>
                    <a:gd name="T12" fmla="*/ 30 w 36"/>
                    <a:gd name="T13" fmla="*/ 13 h 18"/>
                    <a:gd name="T14" fmla="*/ 36 w 36"/>
                    <a:gd name="T15" fmla="*/ 8 h 18"/>
                    <a:gd name="T16" fmla="*/ 36 w 36"/>
                    <a:gd name="T17" fmla="*/ 7 h 18"/>
                    <a:gd name="T18" fmla="*/ 36 w 36"/>
                    <a:gd name="T19" fmla="*/ 4 h 18"/>
                    <a:gd name="T20" fmla="*/ 32 w 36"/>
                    <a:gd name="T21" fmla="*/ 0 h 18"/>
                    <a:gd name="T22" fmla="*/ 24 w 36"/>
                    <a:gd name="T23" fmla="*/ 3 h 18"/>
                    <a:gd name="T24" fmla="*/ 16 w 36"/>
                    <a:gd name="T25" fmla="*/ 7 h 18"/>
                    <a:gd name="T26" fmla="*/ 0 w 36"/>
                    <a:gd name="T27" fmla="*/ 15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6" h="18">
                      <a:moveTo>
                        <a:pt x="0" y="15"/>
                      </a:moveTo>
                      <a:cubicBezTo>
                        <a:pt x="1" y="16"/>
                        <a:pt x="1" y="16"/>
                        <a:pt x="2" y="16"/>
                      </a:cubicBezTo>
                      <a:cubicBezTo>
                        <a:pt x="6" y="16"/>
                        <a:pt x="9" y="18"/>
                        <a:pt x="13" y="18"/>
                      </a:cubicBezTo>
                      <a:cubicBezTo>
                        <a:pt x="16" y="18"/>
                        <a:pt x="16" y="18"/>
                        <a:pt x="16" y="18"/>
                      </a:cubicBezTo>
                      <a:cubicBezTo>
                        <a:pt x="22" y="17"/>
                        <a:pt x="22" y="17"/>
                        <a:pt x="22" y="17"/>
                      </a:cubicBezTo>
                      <a:cubicBezTo>
                        <a:pt x="23" y="17"/>
                        <a:pt x="23" y="17"/>
                        <a:pt x="23" y="17"/>
                      </a:cubicBezTo>
                      <a:cubicBezTo>
                        <a:pt x="26" y="16"/>
                        <a:pt x="28" y="14"/>
                        <a:pt x="30" y="13"/>
                      </a:cubicBezTo>
                      <a:cubicBezTo>
                        <a:pt x="34" y="11"/>
                        <a:pt x="33" y="10"/>
                        <a:pt x="36" y="8"/>
                      </a:cubicBezTo>
                      <a:cubicBezTo>
                        <a:pt x="36" y="7"/>
                        <a:pt x="36" y="7"/>
                        <a:pt x="36" y="7"/>
                      </a:cubicBezTo>
                      <a:cubicBezTo>
                        <a:pt x="36" y="4"/>
                        <a:pt x="36" y="4"/>
                        <a:pt x="36" y="4"/>
                      </a:cubicBezTo>
                      <a:cubicBezTo>
                        <a:pt x="36" y="1"/>
                        <a:pt x="33" y="2"/>
                        <a:pt x="32" y="0"/>
                      </a:cubicBezTo>
                      <a:cubicBezTo>
                        <a:pt x="29" y="1"/>
                        <a:pt x="27" y="1"/>
                        <a:pt x="24" y="3"/>
                      </a:cubicBezTo>
                      <a:cubicBezTo>
                        <a:pt x="21" y="4"/>
                        <a:pt x="19" y="6"/>
                        <a:pt x="16" y="7"/>
                      </a:cubicBezTo>
                      <a:cubicBezTo>
                        <a:pt x="11" y="11"/>
                        <a:pt x="4" y="10"/>
                        <a:pt x="0" y="1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44" name="iṩ1iḋè"/>
                <p:cNvSpPr/>
                <p:nvPr/>
              </p:nvSpPr>
              <p:spPr bwMode="auto">
                <a:xfrm>
                  <a:off x="6359526" y="3263900"/>
                  <a:ext cx="93663" cy="139700"/>
                </a:xfrm>
                <a:custGeom>
                  <a:avLst/>
                  <a:gdLst>
                    <a:gd name="T0" fmla="*/ 15 w 28"/>
                    <a:gd name="T1" fmla="*/ 1 h 42"/>
                    <a:gd name="T2" fmla="*/ 6 w 28"/>
                    <a:gd name="T3" fmla="*/ 11 h 42"/>
                    <a:gd name="T4" fmla="*/ 6 w 28"/>
                    <a:gd name="T5" fmla="*/ 13 h 42"/>
                    <a:gd name="T6" fmla="*/ 5 w 28"/>
                    <a:gd name="T7" fmla="*/ 16 h 42"/>
                    <a:gd name="T8" fmla="*/ 6 w 28"/>
                    <a:gd name="T9" fmla="*/ 20 h 42"/>
                    <a:gd name="T10" fmla="*/ 6 w 28"/>
                    <a:gd name="T11" fmla="*/ 21 h 42"/>
                    <a:gd name="T12" fmla="*/ 0 w 28"/>
                    <a:gd name="T13" fmla="*/ 38 h 42"/>
                    <a:gd name="T14" fmla="*/ 0 w 28"/>
                    <a:gd name="T15" fmla="*/ 41 h 42"/>
                    <a:gd name="T16" fmla="*/ 3 w 28"/>
                    <a:gd name="T17" fmla="*/ 42 h 42"/>
                    <a:gd name="T18" fmla="*/ 9 w 28"/>
                    <a:gd name="T19" fmla="*/ 32 h 42"/>
                    <a:gd name="T20" fmla="*/ 12 w 28"/>
                    <a:gd name="T21" fmla="*/ 26 h 42"/>
                    <a:gd name="T22" fmla="*/ 14 w 28"/>
                    <a:gd name="T23" fmla="*/ 26 h 42"/>
                    <a:gd name="T24" fmla="*/ 20 w 28"/>
                    <a:gd name="T25" fmla="*/ 26 h 42"/>
                    <a:gd name="T26" fmla="*/ 28 w 28"/>
                    <a:gd name="T27" fmla="*/ 14 h 42"/>
                    <a:gd name="T28" fmla="*/ 28 w 28"/>
                    <a:gd name="T29" fmla="*/ 6 h 42"/>
                    <a:gd name="T30" fmla="*/ 28 w 28"/>
                    <a:gd name="T31" fmla="*/ 5 h 42"/>
                    <a:gd name="T32" fmla="*/ 27 w 28"/>
                    <a:gd name="T33" fmla="*/ 3 h 42"/>
                    <a:gd name="T34" fmla="*/ 26 w 28"/>
                    <a:gd name="T35" fmla="*/ 3 h 42"/>
                    <a:gd name="T36" fmla="*/ 24 w 28"/>
                    <a:gd name="T37" fmla="*/ 3 h 42"/>
                    <a:gd name="T38" fmla="*/ 23 w 28"/>
                    <a:gd name="T39" fmla="*/ 3 h 42"/>
                    <a:gd name="T40" fmla="*/ 20 w 28"/>
                    <a:gd name="T41" fmla="*/ 0 h 42"/>
                    <a:gd name="T42" fmla="*/ 15 w 28"/>
                    <a:gd name="T43" fmla="*/ 1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28" h="42">
                      <a:moveTo>
                        <a:pt x="15" y="1"/>
                      </a:moveTo>
                      <a:cubicBezTo>
                        <a:pt x="15" y="10"/>
                        <a:pt x="8" y="6"/>
                        <a:pt x="6" y="11"/>
                      </a:cubicBezTo>
                      <a:cubicBezTo>
                        <a:pt x="6" y="13"/>
                        <a:pt x="6" y="13"/>
                        <a:pt x="6" y="13"/>
                      </a:cubicBezTo>
                      <a:cubicBezTo>
                        <a:pt x="6" y="14"/>
                        <a:pt x="5" y="14"/>
                        <a:pt x="5" y="16"/>
                      </a:cubicBezTo>
                      <a:cubicBezTo>
                        <a:pt x="6" y="20"/>
                        <a:pt x="6" y="20"/>
                        <a:pt x="6" y="20"/>
                      </a:cubicBezTo>
                      <a:cubicBezTo>
                        <a:pt x="6" y="21"/>
                        <a:pt x="6" y="21"/>
                        <a:pt x="6" y="21"/>
                      </a:cubicBezTo>
                      <a:cubicBezTo>
                        <a:pt x="6" y="29"/>
                        <a:pt x="0" y="31"/>
                        <a:pt x="0" y="3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2" y="42"/>
                        <a:pt x="2" y="42"/>
                        <a:pt x="3" y="42"/>
                      </a:cubicBezTo>
                      <a:cubicBezTo>
                        <a:pt x="7" y="42"/>
                        <a:pt x="9" y="36"/>
                        <a:pt x="9" y="32"/>
                      </a:cubicBezTo>
                      <a:cubicBezTo>
                        <a:pt x="9" y="29"/>
                        <a:pt x="10" y="26"/>
                        <a:pt x="12" y="26"/>
                      </a:cubicBezTo>
                      <a:cubicBezTo>
                        <a:pt x="14" y="26"/>
                        <a:pt x="14" y="26"/>
                        <a:pt x="14" y="26"/>
                      </a:cubicBezTo>
                      <a:cubicBezTo>
                        <a:pt x="20" y="26"/>
                        <a:pt x="20" y="26"/>
                        <a:pt x="20" y="26"/>
                      </a:cubicBezTo>
                      <a:cubicBezTo>
                        <a:pt x="24" y="24"/>
                        <a:pt x="28" y="21"/>
                        <a:pt x="28" y="14"/>
                      </a:cubicBezTo>
                      <a:cubicBezTo>
                        <a:pt x="28" y="6"/>
                        <a:pt x="28" y="6"/>
                        <a:pt x="28" y="6"/>
                      </a:cubicBezTo>
                      <a:cubicBezTo>
                        <a:pt x="28" y="5"/>
                        <a:pt x="28" y="5"/>
                        <a:pt x="28" y="5"/>
                      </a:cubicBezTo>
                      <a:cubicBezTo>
                        <a:pt x="27" y="3"/>
                        <a:pt x="27" y="3"/>
                        <a:pt x="27" y="3"/>
                      </a:cubicBezTo>
                      <a:cubicBezTo>
                        <a:pt x="26" y="3"/>
                        <a:pt x="26" y="3"/>
                        <a:pt x="26" y="3"/>
                      </a:cubicBezTo>
                      <a:cubicBezTo>
                        <a:pt x="24" y="3"/>
                        <a:pt x="24" y="3"/>
                        <a:pt x="24" y="3"/>
                      </a:cubicBezTo>
                      <a:cubicBezTo>
                        <a:pt x="23" y="3"/>
                        <a:pt x="23" y="3"/>
                        <a:pt x="23" y="3"/>
                      </a:cubicBezTo>
                      <a:cubicBezTo>
                        <a:pt x="20" y="0"/>
                        <a:pt x="20" y="0"/>
                        <a:pt x="20" y="0"/>
                      </a:cubicBezTo>
                      <a:lnTo>
                        <a:pt x="15" y="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45" name="íṩlïḓè"/>
                <p:cNvSpPr/>
                <p:nvPr/>
              </p:nvSpPr>
              <p:spPr bwMode="auto">
                <a:xfrm>
                  <a:off x="5826126" y="3273425"/>
                  <a:ext cx="223838" cy="293688"/>
                </a:xfrm>
                <a:custGeom>
                  <a:avLst/>
                  <a:gdLst>
                    <a:gd name="T0" fmla="*/ 38 w 68"/>
                    <a:gd name="T1" fmla="*/ 16 h 88"/>
                    <a:gd name="T2" fmla="*/ 40 w 68"/>
                    <a:gd name="T3" fmla="*/ 5 h 88"/>
                    <a:gd name="T4" fmla="*/ 36 w 68"/>
                    <a:gd name="T5" fmla="*/ 1 h 88"/>
                    <a:gd name="T6" fmla="*/ 36 w 68"/>
                    <a:gd name="T7" fmla="*/ 1 h 88"/>
                    <a:gd name="T8" fmla="*/ 33 w 68"/>
                    <a:gd name="T9" fmla="*/ 0 h 88"/>
                    <a:gd name="T10" fmla="*/ 24 w 68"/>
                    <a:gd name="T11" fmla="*/ 7 h 88"/>
                    <a:gd name="T12" fmla="*/ 24 w 68"/>
                    <a:gd name="T13" fmla="*/ 8 h 88"/>
                    <a:gd name="T14" fmla="*/ 26 w 68"/>
                    <a:gd name="T15" fmla="*/ 18 h 88"/>
                    <a:gd name="T16" fmla="*/ 27 w 68"/>
                    <a:gd name="T17" fmla="*/ 28 h 88"/>
                    <a:gd name="T18" fmla="*/ 27 w 68"/>
                    <a:gd name="T19" fmla="*/ 39 h 88"/>
                    <a:gd name="T20" fmla="*/ 16 w 68"/>
                    <a:gd name="T21" fmla="*/ 48 h 88"/>
                    <a:gd name="T22" fmla="*/ 7 w 68"/>
                    <a:gd name="T23" fmla="*/ 49 h 88"/>
                    <a:gd name="T24" fmla="*/ 5 w 68"/>
                    <a:gd name="T25" fmla="*/ 49 h 88"/>
                    <a:gd name="T26" fmla="*/ 4 w 68"/>
                    <a:gd name="T27" fmla="*/ 49 h 88"/>
                    <a:gd name="T28" fmla="*/ 0 w 68"/>
                    <a:gd name="T29" fmla="*/ 54 h 88"/>
                    <a:gd name="T30" fmla="*/ 5 w 68"/>
                    <a:gd name="T31" fmla="*/ 60 h 88"/>
                    <a:gd name="T32" fmla="*/ 11 w 68"/>
                    <a:gd name="T33" fmla="*/ 60 h 88"/>
                    <a:gd name="T34" fmla="*/ 13 w 68"/>
                    <a:gd name="T35" fmla="*/ 59 h 88"/>
                    <a:gd name="T36" fmla="*/ 20 w 68"/>
                    <a:gd name="T37" fmla="*/ 66 h 88"/>
                    <a:gd name="T38" fmla="*/ 17 w 68"/>
                    <a:gd name="T39" fmla="*/ 72 h 88"/>
                    <a:gd name="T40" fmla="*/ 13 w 68"/>
                    <a:gd name="T41" fmla="*/ 76 h 88"/>
                    <a:gd name="T42" fmla="*/ 2 w 68"/>
                    <a:gd name="T43" fmla="*/ 82 h 88"/>
                    <a:gd name="T44" fmla="*/ 2 w 68"/>
                    <a:gd name="T45" fmla="*/ 83 h 88"/>
                    <a:gd name="T46" fmla="*/ 2 w 68"/>
                    <a:gd name="T47" fmla="*/ 87 h 88"/>
                    <a:gd name="T48" fmla="*/ 4 w 68"/>
                    <a:gd name="T49" fmla="*/ 88 h 88"/>
                    <a:gd name="T50" fmla="*/ 25 w 68"/>
                    <a:gd name="T51" fmla="*/ 77 h 88"/>
                    <a:gd name="T52" fmla="*/ 31 w 68"/>
                    <a:gd name="T53" fmla="*/ 69 h 88"/>
                    <a:gd name="T54" fmla="*/ 40 w 68"/>
                    <a:gd name="T55" fmla="*/ 63 h 88"/>
                    <a:gd name="T56" fmla="*/ 52 w 68"/>
                    <a:gd name="T57" fmla="*/ 70 h 88"/>
                    <a:gd name="T58" fmla="*/ 48 w 68"/>
                    <a:gd name="T59" fmla="*/ 79 h 88"/>
                    <a:gd name="T60" fmla="*/ 59 w 68"/>
                    <a:gd name="T61" fmla="*/ 81 h 88"/>
                    <a:gd name="T62" fmla="*/ 68 w 68"/>
                    <a:gd name="T63" fmla="*/ 71 h 88"/>
                    <a:gd name="T64" fmla="*/ 59 w 68"/>
                    <a:gd name="T65" fmla="*/ 62 h 88"/>
                    <a:gd name="T66" fmla="*/ 44 w 68"/>
                    <a:gd name="T67" fmla="*/ 60 h 88"/>
                    <a:gd name="T68" fmla="*/ 42 w 68"/>
                    <a:gd name="T69" fmla="*/ 60 h 88"/>
                    <a:gd name="T70" fmla="*/ 36 w 68"/>
                    <a:gd name="T71" fmla="*/ 53 h 88"/>
                    <a:gd name="T72" fmla="*/ 48 w 68"/>
                    <a:gd name="T73" fmla="*/ 42 h 88"/>
                    <a:gd name="T74" fmla="*/ 59 w 68"/>
                    <a:gd name="T75" fmla="*/ 32 h 88"/>
                    <a:gd name="T76" fmla="*/ 59 w 68"/>
                    <a:gd name="T77" fmla="*/ 30 h 88"/>
                    <a:gd name="T78" fmla="*/ 59 w 68"/>
                    <a:gd name="T79" fmla="*/ 29 h 88"/>
                    <a:gd name="T80" fmla="*/ 54 w 68"/>
                    <a:gd name="T81" fmla="*/ 26 h 88"/>
                    <a:gd name="T82" fmla="*/ 51 w 68"/>
                    <a:gd name="T83" fmla="*/ 27 h 88"/>
                    <a:gd name="T84" fmla="*/ 50 w 68"/>
                    <a:gd name="T85" fmla="*/ 27 h 88"/>
                    <a:gd name="T86" fmla="*/ 41 w 68"/>
                    <a:gd name="T87" fmla="*/ 33 h 88"/>
                    <a:gd name="T88" fmla="*/ 38 w 68"/>
                    <a:gd name="T89" fmla="*/ 28 h 88"/>
                    <a:gd name="T90" fmla="*/ 38 w 68"/>
                    <a:gd name="T91" fmla="*/ 27 h 88"/>
                    <a:gd name="T92" fmla="*/ 38 w 68"/>
                    <a:gd name="T93" fmla="*/ 16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68" h="88">
                      <a:moveTo>
                        <a:pt x="38" y="16"/>
                      </a:moveTo>
                      <a:cubicBezTo>
                        <a:pt x="39" y="11"/>
                        <a:pt x="40" y="9"/>
                        <a:pt x="40" y="5"/>
                      </a:cubicBezTo>
                      <a:cubicBezTo>
                        <a:pt x="40" y="3"/>
                        <a:pt x="38" y="1"/>
                        <a:pt x="36" y="1"/>
                      </a:cubicBezTo>
                      <a:cubicBezTo>
                        <a:pt x="36" y="1"/>
                        <a:pt x="36" y="1"/>
                        <a:pt x="36" y="1"/>
                      </a:cubicBezTo>
                      <a:cubicBezTo>
                        <a:pt x="34" y="1"/>
                        <a:pt x="34" y="1"/>
                        <a:pt x="33" y="0"/>
                      </a:cubicBezTo>
                      <a:cubicBezTo>
                        <a:pt x="28" y="3"/>
                        <a:pt x="28" y="1"/>
                        <a:pt x="24" y="7"/>
                      </a:cubicBezTo>
                      <a:cubicBezTo>
                        <a:pt x="24" y="8"/>
                        <a:pt x="24" y="8"/>
                        <a:pt x="24" y="8"/>
                      </a:cubicBezTo>
                      <a:cubicBezTo>
                        <a:pt x="24" y="12"/>
                        <a:pt x="26" y="14"/>
                        <a:pt x="26" y="18"/>
                      </a:cubicBezTo>
                      <a:cubicBezTo>
                        <a:pt x="27" y="28"/>
                        <a:pt x="27" y="28"/>
                        <a:pt x="27" y="28"/>
                      </a:cubicBezTo>
                      <a:cubicBezTo>
                        <a:pt x="27" y="39"/>
                        <a:pt x="27" y="39"/>
                        <a:pt x="27" y="39"/>
                      </a:cubicBezTo>
                      <a:cubicBezTo>
                        <a:pt x="28" y="45"/>
                        <a:pt x="22" y="48"/>
                        <a:pt x="16" y="48"/>
                      </a:cubicBezTo>
                      <a:cubicBezTo>
                        <a:pt x="7" y="49"/>
                        <a:pt x="7" y="49"/>
                        <a:pt x="7" y="49"/>
                      </a:cubicBezTo>
                      <a:cubicBezTo>
                        <a:pt x="5" y="49"/>
                        <a:pt x="5" y="49"/>
                        <a:pt x="5" y="49"/>
                      </a:cubicBezTo>
                      <a:cubicBezTo>
                        <a:pt x="4" y="49"/>
                        <a:pt x="4" y="49"/>
                        <a:pt x="4" y="49"/>
                      </a:cubicBezTo>
                      <a:cubicBezTo>
                        <a:pt x="2" y="50"/>
                        <a:pt x="0" y="51"/>
                        <a:pt x="0" y="54"/>
                      </a:cubicBezTo>
                      <a:cubicBezTo>
                        <a:pt x="0" y="56"/>
                        <a:pt x="3" y="60"/>
                        <a:pt x="5" y="60"/>
                      </a:cubicBezTo>
                      <a:cubicBezTo>
                        <a:pt x="11" y="60"/>
                        <a:pt x="11" y="60"/>
                        <a:pt x="11" y="60"/>
                      </a:cubicBezTo>
                      <a:cubicBezTo>
                        <a:pt x="12" y="60"/>
                        <a:pt x="12" y="60"/>
                        <a:pt x="13" y="59"/>
                      </a:cubicBezTo>
                      <a:cubicBezTo>
                        <a:pt x="17" y="62"/>
                        <a:pt x="17" y="60"/>
                        <a:pt x="20" y="66"/>
                      </a:cubicBezTo>
                      <a:cubicBezTo>
                        <a:pt x="18" y="69"/>
                        <a:pt x="20" y="68"/>
                        <a:pt x="17" y="72"/>
                      </a:cubicBezTo>
                      <a:cubicBezTo>
                        <a:pt x="15" y="73"/>
                        <a:pt x="15" y="75"/>
                        <a:pt x="13" y="76"/>
                      </a:cubicBezTo>
                      <a:cubicBezTo>
                        <a:pt x="8" y="79"/>
                        <a:pt x="7" y="80"/>
                        <a:pt x="2" y="82"/>
                      </a:cubicBezTo>
                      <a:cubicBezTo>
                        <a:pt x="2" y="83"/>
                        <a:pt x="2" y="83"/>
                        <a:pt x="2" y="83"/>
                      </a:cubicBezTo>
                      <a:cubicBezTo>
                        <a:pt x="2" y="87"/>
                        <a:pt x="2" y="87"/>
                        <a:pt x="2" y="87"/>
                      </a:cubicBezTo>
                      <a:cubicBezTo>
                        <a:pt x="4" y="87"/>
                        <a:pt x="3" y="88"/>
                        <a:pt x="4" y="88"/>
                      </a:cubicBezTo>
                      <a:cubicBezTo>
                        <a:pt x="13" y="88"/>
                        <a:pt x="20" y="82"/>
                        <a:pt x="25" y="77"/>
                      </a:cubicBezTo>
                      <a:cubicBezTo>
                        <a:pt x="26" y="76"/>
                        <a:pt x="30" y="71"/>
                        <a:pt x="31" y="69"/>
                      </a:cubicBezTo>
                      <a:cubicBezTo>
                        <a:pt x="33" y="65"/>
                        <a:pt x="35" y="63"/>
                        <a:pt x="40" y="63"/>
                      </a:cubicBezTo>
                      <a:cubicBezTo>
                        <a:pt x="45" y="63"/>
                        <a:pt x="49" y="67"/>
                        <a:pt x="52" y="70"/>
                      </a:cubicBezTo>
                      <a:cubicBezTo>
                        <a:pt x="48" y="79"/>
                        <a:pt x="48" y="79"/>
                        <a:pt x="48" y="79"/>
                      </a:cubicBezTo>
                      <a:cubicBezTo>
                        <a:pt x="50" y="79"/>
                        <a:pt x="58" y="81"/>
                        <a:pt x="59" y="81"/>
                      </a:cubicBezTo>
                      <a:cubicBezTo>
                        <a:pt x="65" y="81"/>
                        <a:pt x="67" y="76"/>
                        <a:pt x="68" y="71"/>
                      </a:cubicBezTo>
                      <a:cubicBezTo>
                        <a:pt x="67" y="65"/>
                        <a:pt x="63" y="64"/>
                        <a:pt x="59" y="62"/>
                      </a:cubicBezTo>
                      <a:cubicBezTo>
                        <a:pt x="53" y="59"/>
                        <a:pt x="51" y="60"/>
                        <a:pt x="44" y="60"/>
                      </a:cubicBezTo>
                      <a:cubicBezTo>
                        <a:pt x="43" y="60"/>
                        <a:pt x="43" y="60"/>
                        <a:pt x="42" y="60"/>
                      </a:cubicBezTo>
                      <a:cubicBezTo>
                        <a:pt x="40" y="59"/>
                        <a:pt x="36" y="56"/>
                        <a:pt x="36" y="53"/>
                      </a:cubicBezTo>
                      <a:cubicBezTo>
                        <a:pt x="36" y="51"/>
                        <a:pt x="45" y="44"/>
                        <a:pt x="48" y="42"/>
                      </a:cubicBezTo>
                      <a:cubicBezTo>
                        <a:pt x="50" y="41"/>
                        <a:pt x="59" y="34"/>
                        <a:pt x="59" y="32"/>
                      </a:cubicBezTo>
                      <a:cubicBezTo>
                        <a:pt x="59" y="30"/>
                        <a:pt x="59" y="30"/>
                        <a:pt x="59" y="30"/>
                      </a:cubicBezTo>
                      <a:cubicBezTo>
                        <a:pt x="59" y="29"/>
                        <a:pt x="59" y="29"/>
                        <a:pt x="59" y="29"/>
                      </a:cubicBezTo>
                      <a:cubicBezTo>
                        <a:pt x="54" y="26"/>
                        <a:pt x="54" y="26"/>
                        <a:pt x="54" y="26"/>
                      </a:cubicBezTo>
                      <a:cubicBezTo>
                        <a:pt x="53" y="27"/>
                        <a:pt x="53" y="27"/>
                        <a:pt x="51" y="27"/>
                      </a:cubicBezTo>
                      <a:cubicBezTo>
                        <a:pt x="50" y="27"/>
                        <a:pt x="50" y="27"/>
                        <a:pt x="50" y="27"/>
                      </a:cubicBezTo>
                      <a:cubicBezTo>
                        <a:pt x="46" y="32"/>
                        <a:pt x="46" y="30"/>
                        <a:pt x="41" y="33"/>
                      </a:cubicBezTo>
                      <a:cubicBezTo>
                        <a:pt x="40" y="31"/>
                        <a:pt x="39" y="30"/>
                        <a:pt x="38" y="28"/>
                      </a:cubicBezTo>
                      <a:cubicBezTo>
                        <a:pt x="38" y="27"/>
                        <a:pt x="38" y="27"/>
                        <a:pt x="38" y="27"/>
                      </a:cubicBezTo>
                      <a:lnTo>
                        <a:pt x="38" y="16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46" name="ísḷïďè"/>
                <p:cNvSpPr/>
                <p:nvPr/>
              </p:nvSpPr>
              <p:spPr bwMode="auto">
                <a:xfrm>
                  <a:off x="4518026" y="3506788"/>
                  <a:ext cx="53975" cy="71438"/>
                </a:xfrm>
                <a:custGeom>
                  <a:avLst/>
                  <a:gdLst>
                    <a:gd name="T0" fmla="*/ 14 w 16"/>
                    <a:gd name="T1" fmla="*/ 17 h 21"/>
                    <a:gd name="T2" fmla="*/ 16 w 16"/>
                    <a:gd name="T3" fmla="*/ 12 h 21"/>
                    <a:gd name="T4" fmla="*/ 11 w 16"/>
                    <a:gd name="T5" fmla="*/ 5 h 21"/>
                    <a:gd name="T6" fmla="*/ 5 w 16"/>
                    <a:gd name="T7" fmla="*/ 0 h 21"/>
                    <a:gd name="T8" fmla="*/ 2 w 16"/>
                    <a:gd name="T9" fmla="*/ 4 h 21"/>
                    <a:gd name="T10" fmla="*/ 2 w 16"/>
                    <a:gd name="T11" fmla="*/ 5 h 21"/>
                    <a:gd name="T12" fmla="*/ 2 w 16"/>
                    <a:gd name="T13" fmla="*/ 8 h 21"/>
                    <a:gd name="T14" fmla="*/ 2 w 16"/>
                    <a:gd name="T15" fmla="*/ 9 h 21"/>
                    <a:gd name="T16" fmla="*/ 0 w 16"/>
                    <a:gd name="T17" fmla="*/ 17 h 21"/>
                    <a:gd name="T18" fmla="*/ 3 w 16"/>
                    <a:gd name="T19" fmla="*/ 21 h 21"/>
                    <a:gd name="T20" fmla="*/ 4 w 16"/>
                    <a:gd name="T21" fmla="*/ 21 h 21"/>
                    <a:gd name="T22" fmla="*/ 5 w 16"/>
                    <a:gd name="T23" fmla="*/ 21 h 21"/>
                    <a:gd name="T24" fmla="*/ 14 w 16"/>
                    <a:gd name="T25" fmla="*/ 17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6" h="21">
                      <a:moveTo>
                        <a:pt x="14" y="17"/>
                      </a:moveTo>
                      <a:cubicBezTo>
                        <a:pt x="14" y="15"/>
                        <a:pt x="16" y="13"/>
                        <a:pt x="16" y="12"/>
                      </a:cubicBezTo>
                      <a:cubicBezTo>
                        <a:pt x="16" y="11"/>
                        <a:pt x="12" y="7"/>
                        <a:pt x="11" y="5"/>
                      </a:cubicBezTo>
                      <a:cubicBezTo>
                        <a:pt x="11" y="3"/>
                        <a:pt x="8" y="0"/>
                        <a:pt x="5" y="0"/>
                      </a:cubicBezTo>
                      <a:cubicBezTo>
                        <a:pt x="4" y="0"/>
                        <a:pt x="3" y="3"/>
                        <a:pt x="2" y="4"/>
                      </a:cubicBezTo>
                      <a:cubicBezTo>
                        <a:pt x="2" y="5"/>
                        <a:pt x="2" y="5"/>
                        <a:pt x="2" y="5"/>
                      </a:cubicBezTo>
                      <a:cubicBezTo>
                        <a:pt x="2" y="8"/>
                        <a:pt x="2" y="8"/>
                        <a:pt x="2" y="8"/>
                      </a:cubicBezTo>
                      <a:cubicBezTo>
                        <a:pt x="2" y="9"/>
                        <a:pt x="2" y="9"/>
                        <a:pt x="2" y="9"/>
                      </a:cubicBezTo>
                      <a:cubicBezTo>
                        <a:pt x="1" y="11"/>
                        <a:pt x="0" y="14"/>
                        <a:pt x="0" y="17"/>
                      </a:cubicBezTo>
                      <a:cubicBezTo>
                        <a:pt x="0" y="19"/>
                        <a:pt x="1" y="20"/>
                        <a:pt x="3" y="21"/>
                      </a:cubicBezTo>
                      <a:cubicBezTo>
                        <a:pt x="4" y="21"/>
                        <a:pt x="4" y="21"/>
                        <a:pt x="4" y="21"/>
                      </a:cubicBezTo>
                      <a:cubicBezTo>
                        <a:pt x="5" y="21"/>
                        <a:pt x="5" y="21"/>
                        <a:pt x="5" y="21"/>
                      </a:cubicBezTo>
                      <a:cubicBezTo>
                        <a:pt x="7" y="21"/>
                        <a:pt x="11" y="17"/>
                        <a:pt x="14" y="17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47" name="îṧļîḓé"/>
                <p:cNvSpPr/>
                <p:nvPr/>
              </p:nvSpPr>
              <p:spPr bwMode="auto">
                <a:xfrm>
                  <a:off x="5319713" y="3133725"/>
                  <a:ext cx="222250" cy="500063"/>
                </a:xfrm>
                <a:custGeom>
                  <a:avLst/>
                  <a:gdLst>
                    <a:gd name="T0" fmla="*/ 47 w 67"/>
                    <a:gd name="T1" fmla="*/ 96 h 150"/>
                    <a:gd name="T2" fmla="*/ 51 w 67"/>
                    <a:gd name="T3" fmla="*/ 96 h 150"/>
                    <a:gd name="T4" fmla="*/ 46 w 67"/>
                    <a:gd name="T5" fmla="*/ 114 h 150"/>
                    <a:gd name="T6" fmla="*/ 42 w 67"/>
                    <a:gd name="T7" fmla="*/ 113 h 150"/>
                    <a:gd name="T8" fmla="*/ 39 w 67"/>
                    <a:gd name="T9" fmla="*/ 108 h 150"/>
                    <a:gd name="T10" fmla="*/ 21 w 67"/>
                    <a:gd name="T11" fmla="*/ 78 h 150"/>
                    <a:gd name="T12" fmla="*/ 29 w 67"/>
                    <a:gd name="T13" fmla="*/ 73 h 150"/>
                    <a:gd name="T14" fmla="*/ 32 w 67"/>
                    <a:gd name="T15" fmla="*/ 74 h 150"/>
                    <a:gd name="T16" fmla="*/ 32 w 67"/>
                    <a:gd name="T17" fmla="*/ 77 h 150"/>
                    <a:gd name="T18" fmla="*/ 32 w 67"/>
                    <a:gd name="T19" fmla="*/ 79 h 150"/>
                    <a:gd name="T20" fmla="*/ 21 w 67"/>
                    <a:gd name="T21" fmla="*/ 78 h 150"/>
                    <a:gd name="T22" fmla="*/ 53 w 67"/>
                    <a:gd name="T23" fmla="*/ 118 h 150"/>
                    <a:gd name="T24" fmla="*/ 66 w 67"/>
                    <a:gd name="T25" fmla="*/ 108 h 150"/>
                    <a:gd name="T26" fmla="*/ 60 w 67"/>
                    <a:gd name="T27" fmla="*/ 98 h 150"/>
                    <a:gd name="T28" fmla="*/ 51 w 67"/>
                    <a:gd name="T29" fmla="*/ 82 h 150"/>
                    <a:gd name="T30" fmla="*/ 47 w 67"/>
                    <a:gd name="T31" fmla="*/ 71 h 150"/>
                    <a:gd name="T32" fmla="*/ 60 w 67"/>
                    <a:gd name="T33" fmla="*/ 58 h 150"/>
                    <a:gd name="T34" fmla="*/ 53 w 67"/>
                    <a:gd name="T35" fmla="*/ 52 h 150"/>
                    <a:gd name="T36" fmla="*/ 44 w 67"/>
                    <a:gd name="T37" fmla="*/ 50 h 150"/>
                    <a:gd name="T38" fmla="*/ 48 w 67"/>
                    <a:gd name="T39" fmla="*/ 38 h 150"/>
                    <a:gd name="T40" fmla="*/ 66 w 67"/>
                    <a:gd name="T41" fmla="*/ 17 h 150"/>
                    <a:gd name="T42" fmla="*/ 66 w 67"/>
                    <a:gd name="T43" fmla="*/ 13 h 150"/>
                    <a:gd name="T44" fmla="*/ 56 w 67"/>
                    <a:gd name="T45" fmla="*/ 1 h 150"/>
                    <a:gd name="T46" fmla="*/ 55 w 67"/>
                    <a:gd name="T47" fmla="*/ 7 h 150"/>
                    <a:gd name="T48" fmla="*/ 50 w 67"/>
                    <a:gd name="T49" fmla="*/ 18 h 150"/>
                    <a:gd name="T50" fmla="*/ 42 w 67"/>
                    <a:gd name="T51" fmla="*/ 15 h 150"/>
                    <a:gd name="T52" fmla="*/ 40 w 67"/>
                    <a:gd name="T53" fmla="*/ 15 h 150"/>
                    <a:gd name="T54" fmla="*/ 41 w 67"/>
                    <a:gd name="T55" fmla="*/ 26 h 150"/>
                    <a:gd name="T56" fmla="*/ 41 w 67"/>
                    <a:gd name="T57" fmla="*/ 30 h 150"/>
                    <a:gd name="T58" fmla="*/ 37 w 67"/>
                    <a:gd name="T59" fmla="*/ 33 h 150"/>
                    <a:gd name="T60" fmla="*/ 30 w 67"/>
                    <a:gd name="T61" fmla="*/ 29 h 150"/>
                    <a:gd name="T62" fmla="*/ 9 w 67"/>
                    <a:gd name="T63" fmla="*/ 50 h 150"/>
                    <a:gd name="T64" fmla="*/ 4 w 67"/>
                    <a:gd name="T65" fmla="*/ 59 h 150"/>
                    <a:gd name="T66" fmla="*/ 23 w 67"/>
                    <a:gd name="T67" fmla="*/ 51 h 150"/>
                    <a:gd name="T68" fmla="*/ 30 w 67"/>
                    <a:gd name="T69" fmla="*/ 58 h 150"/>
                    <a:gd name="T70" fmla="*/ 26 w 67"/>
                    <a:gd name="T71" fmla="*/ 65 h 150"/>
                    <a:gd name="T72" fmla="*/ 19 w 67"/>
                    <a:gd name="T73" fmla="*/ 64 h 150"/>
                    <a:gd name="T74" fmla="*/ 16 w 67"/>
                    <a:gd name="T75" fmla="*/ 67 h 150"/>
                    <a:gd name="T76" fmla="*/ 16 w 67"/>
                    <a:gd name="T77" fmla="*/ 72 h 150"/>
                    <a:gd name="T78" fmla="*/ 3 w 67"/>
                    <a:gd name="T79" fmla="*/ 105 h 150"/>
                    <a:gd name="T80" fmla="*/ 6 w 67"/>
                    <a:gd name="T81" fmla="*/ 110 h 150"/>
                    <a:gd name="T82" fmla="*/ 9 w 67"/>
                    <a:gd name="T83" fmla="*/ 111 h 150"/>
                    <a:gd name="T84" fmla="*/ 24 w 67"/>
                    <a:gd name="T85" fmla="*/ 89 h 150"/>
                    <a:gd name="T86" fmla="*/ 32 w 67"/>
                    <a:gd name="T87" fmla="*/ 93 h 150"/>
                    <a:gd name="T88" fmla="*/ 32 w 67"/>
                    <a:gd name="T89" fmla="*/ 96 h 150"/>
                    <a:gd name="T90" fmla="*/ 29 w 67"/>
                    <a:gd name="T91" fmla="*/ 113 h 150"/>
                    <a:gd name="T92" fmla="*/ 29 w 67"/>
                    <a:gd name="T93" fmla="*/ 115 h 150"/>
                    <a:gd name="T94" fmla="*/ 22 w 67"/>
                    <a:gd name="T95" fmla="*/ 122 h 150"/>
                    <a:gd name="T96" fmla="*/ 10 w 67"/>
                    <a:gd name="T97" fmla="*/ 124 h 150"/>
                    <a:gd name="T98" fmla="*/ 15 w 67"/>
                    <a:gd name="T99" fmla="*/ 144 h 150"/>
                    <a:gd name="T100" fmla="*/ 17 w 67"/>
                    <a:gd name="T101" fmla="*/ 150 h 150"/>
                    <a:gd name="T102" fmla="*/ 38 w 67"/>
                    <a:gd name="T103" fmla="*/ 125 h 1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67" h="150">
                      <a:moveTo>
                        <a:pt x="39" y="107"/>
                      </a:moveTo>
                      <a:cubicBezTo>
                        <a:pt x="39" y="103"/>
                        <a:pt x="44" y="96"/>
                        <a:pt x="47" y="96"/>
                      </a:cubicBezTo>
                      <a:cubicBezTo>
                        <a:pt x="50" y="96"/>
                        <a:pt x="50" y="96"/>
                        <a:pt x="50" y="96"/>
                      </a:cubicBezTo>
                      <a:cubicBezTo>
                        <a:pt x="51" y="96"/>
                        <a:pt x="51" y="96"/>
                        <a:pt x="51" y="96"/>
                      </a:cubicBezTo>
                      <a:cubicBezTo>
                        <a:pt x="53" y="98"/>
                        <a:pt x="55" y="101"/>
                        <a:pt x="55" y="104"/>
                      </a:cubicBezTo>
                      <a:cubicBezTo>
                        <a:pt x="55" y="108"/>
                        <a:pt x="49" y="112"/>
                        <a:pt x="46" y="114"/>
                      </a:cubicBezTo>
                      <a:cubicBezTo>
                        <a:pt x="45" y="114"/>
                        <a:pt x="45" y="113"/>
                        <a:pt x="43" y="113"/>
                      </a:cubicBezTo>
                      <a:cubicBezTo>
                        <a:pt x="42" y="113"/>
                        <a:pt x="42" y="113"/>
                        <a:pt x="42" y="113"/>
                      </a:cubicBezTo>
                      <a:cubicBezTo>
                        <a:pt x="39" y="109"/>
                        <a:pt x="39" y="109"/>
                        <a:pt x="39" y="109"/>
                      </a:cubicBezTo>
                      <a:cubicBezTo>
                        <a:pt x="39" y="108"/>
                        <a:pt x="39" y="108"/>
                        <a:pt x="39" y="108"/>
                      </a:cubicBezTo>
                      <a:cubicBezTo>
                        <a:pt x="39" y="107"/>
                        <a:pt x="39" y="107"/>
                        <a:pt x="39" y="107"/>
                      </a:cubicBezTo>
                      <a:close/>
                      <a:moveTo>
                        <a:pt x="21" y="78"/>
                      </a:moveTo>
                      <a:cubicBezTo>
                        <a:pt x="21" y="77"/>
                        <a:pt x="25" y="73"/>
                        <a:pt x="26" y="73"/>
                      </a:cubicBezTo>
                      <a:cubicBezTo>
                        <a:pt x="27" y="73"/>
                        <a:pt x="27" y="73"/>
                        <a:pt x="29" y="73"/>
                      </a:cubicBezTo>
                      <a:cubicBezTo>
                        <a:pt x="30" y="73"/>
                        <a:pt x="30" y="73"/>
                        <a:pt x="30" y="73"/>
                      </a:cubicBezTo>
                      <a:cubicBezTo>
                        <a:pt x="32" y="74"/>
                        <a:pt x="32" y="74"/>
                        <a:pt x="32" y="74"/>
                      </a:cubicBezTo>
                      <a:cubicBezTo>
                        <a:pt x="32" y="76"/>
                        <a:pt x="32" y="76"/>
                        <a:pt x="32" y="76"/>
                      </a:cubicBezTo>
                      <a:cubicBezTo>
                        <a:pt x="32" y="77"/>
                        <a:pt x="32" y="77"/>
                        <a:pt x="32" y="77"/>
                      </a:cubicBezTo>
                      <a:cubicBezTo>
                        <a:pt x="32" y="78"/>
                        <a:pt x="32" y="78"/>
                        <a:pt x="32" y="78"/>
                      </a:cubicBezTo>
                      <a:cubicBezTo>
                        <a:pt x="32" y="79"/>
                        <a:pt x="32" y="79"/>
                        <a:pt x="32" y="79"/>
                      </a:cubicBezTo>
                      <a:cubicBezTo>
                        <a:pt x="31" y="82"/>
                        <a:pt x="29" y="83"/>
                        <a:pt x="25" y="83"/>
                      </a:cubicBezTo>
                      <a:cubicBezTo>
                        <a:pt x="23" y="83"/>
                        <a:pt x="21" y="81"/>
                        <a:pt x="21" y="78"/>
                      </a:cubicBezTo>
                      <a:close/>
                      <a:moveTo>
                        <a:pt x="38" y="125"/>
                      </a:moveTo>
                      <a:cubicBezTo>
                        <a:pt x="43" y="122"/>
                        <a:pt x="47" y="120"/>
                        <a:pt x="53" y="118"/>
                      </a:cubicBezTo>
                      <a:cubicBezTo>
                        <a:pt x="57" y="116"/>
                        <a:pt x="57" y="116"/>
                        <a:pt x="60" y="114"/>
                      </a:cubicBezTo>
                      <a:cubicBezTo>
                        <a:pt x="64" y="111"/>
                        <a:pt x="63" y="110"/>
                        <a:pt x="66" y="108"/>
                      </a:cubicBezTo>
                      <a:cubicBezTo>
                        <a:pt x="67" y="104"/>
                        <a:pt x="67" y="104"/>
                        <a:pt x="67" y="104"/>
                      </a:cubicBezTo>
                      <a:cubicBezTo>
                        <a:pt x="64" y="100"/>
                        <a:pt x="64" y="101"/>
                        <a:pt x="60" y="98"/>
                      </a:cubicBezTo>
                      <a:cubicBezTo>
                        <a:pt x="58" y="96"/>
                        <a:pt x="55" y="95"/>
                        <a:pt x="54" y="92"/>
                      </a:cubicBezTo>
                      <a:cubicBezTo>
                        <a:pt x="53" y="88"/>
                        <a:pt x="53" y="84"/>
                        <a:pt x="51" y="82"/>
                      </a:cubicBezTo>
                      <a:cubicBezTo>
                        <a:pt x="49" y="79"/>
                        <a:pt x="47" y="77"/>
                        <a:pt x="47" y="73"/>
                      </a:cubicBezTo>
                      <a:cubicBezTo>
                        <a:pt x="47" y="72"/>
                        <a:pt x="47" y="72"/>
                        <a:pt x="47" y="71"/>
                      </a:cubicBezTo>
                      <a:cubicBezTo>
                        <a:pt x="49" y="67"/>
                        <a:pt x="47" y="67"/>
                        <a:pt x="53" y="64"/>
                      </a:cubicBezTo>
                      <a:cubicBezTo>
                        <a:pt x="55" y="64"/>
                        <a:pt x="60" y="60"/>
                        <a:pt x="60" y="58"/>
                      </a:cubicBezTo>
                      <a:cubicBezTo>
                        <a:pt x="60" y="55"/>
                        <a:pt x="60" y="55"/>
                        <a:pt x="60" y="55"/>
                      </a:cubicBezTo>
                      <a:cubicBezTo>
                        <a:pt x="60" y="53"/>
                        <a:pt x="56" y="51"/>
                        <a:pt x="53" y="52"/>
                      </a:cubicBezTo>
                      <a:cubicBezTo>
                        <a:pt x="47" y="52"/>
                        <a:pt x="47" y="52"/>
                        <a:pt x="47" y="52"/>
                      </a:cubicBezTo>
                      <a:cubicBezTo>
                        <a:pt x="46" y="52"/>
                        <a:pt x="45" y="51"/>
                        <a:pt x="44" y="50"/>
                      </a:cubicBezTo>
                      <a:cubicBezTo>
                        <a:pt x="44" y="47"/>
                        <a:pt x="44" y="47"/>
                        <a:pt x="44" y="47"/>
                      </a:cubicBezTo>
                      <a:cubicBezTo>
                        <a:pt x="44" y="44"/>
                        <a:pt x="47" y="41"/>
                        <a:pt x="48" y="38"/>
                      </a:cubicBezTo>
                      <a:cubicBezTo>
                        <a:pt x="49" y="34"/>
                        <a:pt x="50" y="33"/>
                        <a:pt x="53" y="30"/>
                      </a:cubicBezTo>
                      <a:cubicBezTo>
                        <a:pt x="56" y="27"/>
                        <a:pt x="66" y="22"/>
                        <a:pt x="66" y="17"/>
                      </a:cubicBezTo>
                      <a:cubicBezTo>
                        <a:pt x="66" y="14"/>
                        <a:pt x="66" y="14"/>
                        <a:pt x="66" y="14"/>
                      </a:cubicBezTo>
                      <a:cubicBezTo>
                        <a:pt x="66" y="13"/>
                        <a:pt x="66" y="13"/>
                        <a:pt x="66" y="13"/>
                      </a:cubicBezTo>
                      <a:cubicBezTo>
                        <a:pt x="65" y="10"/>
                        <a:pt x="62" y="0"/>
                        <a:pt x="58" y="0"/>
                      </a:cubicBezTo>
                      <a:cubicBezTo>
                        <a:pt x="57" y="0"/>
                        <a:pt x="57" y="0"/>
                        <a:pt x="56" y="1"/>
                      </a:cubicBezTo>
                      <a:cubicBezTo>
                        <a:pt x="56" y="3"/>
                        <a:pt x="55" y="3"/>
                        <a:pt x="55" y="5"/>
                      </a:cubicBezTo>
                      <a:cubicBezTo>
                        <a:pt x="55" y="7"/>
                        <a:pt x="55" y="7"/>
                        <a:pt x="55" y="7"/>
                      </a:cubicBezTo>
                      <a:cubicBezTo>
                        <a:pt x="55" y="11"/>
                        <a:pt x="53" y="15"/>
                        <a:pt x="51" y="18"/>
                      </a:cubicBezTo>
                      <a:cubicBezTo>
                        <a:pt x="50" y="18"/>
                        <a:pt x="50" y="18"/>
                        <a:pt x="50" y="18"/>
                      </a:cubicBezTo>
                      <a:cubicBezTo>
                        <a:pt x="48" y="18"/>
                        <a:pt x="48" y="18"/>
                        <a:pt x="47" y="19"/>
                      </a:cubicBezTo>
                      <a:cubicBezTo>
                        <a:pt x="42" y="15"/>
                        <a:pt x="42" y="15"/>
                        <a:pt x="42" y="15"/>
                      </a:cubicBezTo>
                      <a:cubicBezTo>
                        <a:pt x="41" y="15"/>
                        <a:pt x="41" y="15"/>
                        <a:pt x="41" y="15"/>
                      </a:cubicBezTo>
                      <a:cubicBezTo>
                        <a:pt x="40" y="15"/>
                        <a:pt x="40" y="15"/>
                        <a:pt x="40" y="15"/>
                      </a:cubicBezTo>
                      <a:cubicBezTo>
                        <a:pt x="39" y="15"/>
                        <a:pt x="38" y="16"/>
                        <a:pt x="38" y="17"/>
                      </a:cubicBezTo>
                      <a:cubicBezTo>
                        <a:pt x="38" y="19"/>
                        <a:pt x="41" y="22"/>
                        <a:pt x="41" y="26"/>
                      </a:cubicBezTo>
                      <a:cubicBezTo>
                        <a:pt x="41" y="29"/>
                        <a:pt x="41" y="29"/>
                        <a:pt x="41" y="29"/>
                      </a:cubicBezTo>
                      <a:cubicBezTo>
                        <a:pt x="41" y="30"/>
                        <a:pt x="41" y="30"/>
                        <a:pt x="41" y="30"/>
                      </a:cubicBezTo>
                      <a:cubicBezTo>
                        <a:pt x="38" y="33"/>
                        <a:pt x="38" y="33"/>
                        <a:pt x="38" y="33"/>
                      </a:cubicBezTo>
                      <a:cubicBezTo>
                        <a:pt x="37" y="33"/>
                        <a:pt x="37" y="33"/>
                        <a:pt x="37" y="33"/>
                      </a:cubicBezTo>
                      <a:cubicBezTo>
                        <a:pt x="35" y="33"/>
                        <a:pt x="35" y="34"/>
                        <a:pt x="34" y="34"/>
                      </a:cubicBezTo>
                      <a:cubicBezTo>
                        <a:pt x="32" y="33"/>
                        <a:pt x="31" y="31"/>
                        <a:pt x="30" y="29"/>
                      </a:cubicBezTo>
                      <a:cubicBezTo>
                        <a:pt x="24" y="29"/>
                        <a:pt x="30" y="41"/>
                        <a:pt x="19" y="45"/>
                      </a:cubicBezTo>
                      <a:cubicBezTo>
                        <a:pt x="16" y="46"/>
                        <a:pt x="12" y="48"/>
                        <a:pt x="9" y="50"/>
                      </a:cubicBezTo>
                      <a:cubicBezTo>
                        <a:pt x="6" y="51"/>
                        <a:pt x="1" y="53"/>
                        <a:pt x="0" y="55"/>
                      </a:cubicBezTo>
                      <a:cubicBezTo>
                        <a:pt x="1" y="58"/>
                        <a:pt x="1" y="57"/>
                        <a:pt x="4" y="59"/>
                      </a:cubicBezTo>
                      <a:cubicBezTo>
                        <a:pt x="6" y="59"/>
                        <a:pt x="6" y="59"/>
                        <a:pt x="6" y="59"/>
                      </a:cubicBezTo>
                      <a:cubicBezTo>
                        <a:pt x="10" y="59"/>
                        <a:pt x="20" y="51"/>
                        <a:pt x="23" y="51"/>
                      </a:cubicBezTo>
                      <a:cubicBezTo>
                        <a:pt x="25" y="51"/>
                        <a:pt x="24" y="51"/>
                        <a:pt x="27" y="52"/>
                      </a:cubicBezTo>
                      <a:cubicBezTo>
                        <a:pt x="29" y="54"/>
                        <a:pt x="29" y="55"/>
                        <a:pt x="30" y="58"/>
                      </a:cubicBezTo>
                      <a:cubicBezTo>
                        <a:pt x="30" y="59"/>
                        <a:pt x="30" y="59"/>
                        <a:pt x="30" y="59"/>
                      </a:cubicBezTo>
                      <a:cubicBezTo>
                        <a:pt x="30" y="62"/>
                        <a:pt x="28" y="64"/>
                        <a:pt x="26" y="65"/>
                      </a:cubicBezTo>
                      <a:cubicBezTo>
                        <a:pt x="21" y="64"/>
                        <a:pt x="21" y="64"/>
                        <a:pt x="21" y="64"/>
                      </a:cubicBezTo>
                      <a:cubicBezTo>
                        <a:pt x="20" y="64"/>
                        <a:pt x="20" y="64"/>
                        <a:pt x="19" y="64"/>
                      </a:cubicBezTo>
                      <a:cubicBezTo>
                        <a:pt x="18" y="64"/>
                        <a:pt x="18" y="64"/>
                        <a:pt x="18" y="64"/>
                      </a:cubicBezTo>
                      <a:cubicBezTo>
                        <a:pt x="16" y="67"/>
                        <a:pt x="16" y="67"/>
                        <a:pt x="16" y="67"/>
                      </a:cubicBezTo>
                      <a:cubicBezTo>
                        <a:pt x="16" y="68"/>
                        <a:pt x="16" y="68"/>
                        <a:pt x="16" y="68"/>
                      </a:cubicBezTo>
                      <a:cubicBezTo>
                        <a:pt x="16" y="72"/>
                        <a:pt x="16" y="72"/>
                        <a:pt x="16" y="72"/>
                      </a:cubicBezTo>
                      <a:cubicBezTo>
                        <a:pt x="16" y="78"/>
                        <a:pt x="13" y="85"/>
                        <a:pt x="11" y="90"/>
                      </a:cubicBezTo>
                      <a:cubicBezTo>
                        <a:pt x="9" y="94"/>
                        <a:pt x="3" y="100"/>
                        <a:pt x="3" y="105"/>
                      </a:cubicBezTo>
                      <a:cubicBezTo>
                        <a:pt x="3" y="106"/>
                        <a:pt x="4" y="109"/>
                        <a:pt x="5" y="110"/>
                      </a:cubicBezTo>
                      <a:cubicBezTo>
                        <a:pt x="6" y="110"/>
                        <a:pt x="6" y="110"/>
                        <a:pt x="6" y="110"/>
                      </a:cubicBezTo>
                      <a:cubicBezTo>
                        <a:pt x="7" y="110"/>
                        <a:pt x="7" y="110"/>
                        <a:pt x="7" y="110"/>
                      </a:cubicBezTo>
                      <a:cubicBezTo>
                        <a:pt x="9" y="110"/>
                        <a:pt x="8" y="110"/>
                        <a:pt x="9" y="111"/>
                      </a:cubicBezTo>
                      <a:cubicBezTo>
                        <a:pt x="11" y="109"/>
                        <a:pt x="15" y="101"/>
                        <a:pt x="15" y="98"/>
                      </a:cubicBezTo>
                      <a:cubicBezTo>
                        <a:pt x="17" y="94"/>
                        <a:pt x="20" y="89"/>
                        <a:pt x="24" y="89"/>
                      </a:cubicBezTo>
                      <a:cubicBezTo>
                        <a:pt x="25" y="89"/>
                        <a:pt x="25" y="89"/>
                        <a:pt x="26" y="88"/>
                      </a:cubicBezTo>
                      <a:cubicBezTo>
                        <a:pt x="28" y="90"/>
                        <a:pt x="32" y="90"/>
                        <a:pt x="32" y="93"/>
                      </a:cubicBezTo>
                      <a:cubicBezTo>
                        <a:pt x="32" y="94"/>
                        <a:pt x="32" y="94"/>
                        <a:pt x="32" y="94"/>
                      </a:cubicBezTo>
                      <a:cubicBezTo>
                        <a:pt x="32" y="96"/>
                        <a:pt x="32" y="96"/>
                        <a:pt x="32" y="96"/>
                      </a:cubicBezTo>
                      <a:cubicBezTo>
                        <a:pt x="28" y="102"/>
                        <a:pt x="25" y="101"/>
                        <a:pt x="23" y="104"/>
                      </a:cubicBezTo>
                      <a:cubicBezTo>
                        <a:pt x="26" y="109"/>
                        <a:pt x="27" y="108"/>
                        <a:pt x="29" y="113"/>
                      </a:cubicBezTo>
                      <a:cubicBezTo>
                        <a:pt x="29" y="114"/>
                        <a:pt x="29" y="114"/>
                        <a:pt x="29" y="114"/>
                      </a:cubicBezTo>
                      <a:cubicBezTo>
                        <a:pt x="29" y="115"/>
                        <a:pt x="29" y="115"/>
                        <a:pt x="29" y="115"/>
                      </a:cubicBezTo>
                      <a:cubicBezTo>
                        <a:pt x="29" y="116"/>
                        <a:pt x="29" y="116"/>
                        <a:pt x="29" y="116"/>
                      </a:cubicBezTo>
                      <a:cubicBezTo>
                        <a:pt x="28" y="119"/>
                        <a:pt x="26" y="123"/>
                        <a:pt x="22" y="122"/>
                      </a:cubicBezTo>
                      <a:cubicBezTo>
                        <a:pt x="15" y="122"/>
                        <a:pt x="15" y="122"/>
                        <a:pt x="15" y="122"/>
                      </a:cubicBezTo>
                      <a:cubicBezTo>
                        <a:pt x="14" y="122"/>
                        <a:pt x="11" y="124"/>
                        <a:pt x="10" y="124"/>
                      </a:cubicBezTo>
                      <a:cubicBezTo>
                        <a:pt x="13" y="127"/>
                        <a:pt x="23" y="129"/>
                        <a:pt x="23" y="133"/>
                      </a:cubicBezTo>
                      <a:cubicBezTo>
                        <a:pt x="23" y="137"/>
                        <a:pt x="18" y="142"/>
                        <a:pt x="15" y="144"/>
                      </a:cubicBezTo>
                      <a:cubicBezTo>
                        <a:pt x="15" y="150"/>
                        <a:pt x="15" y="150"/>
                        <a:pt x="15" y="150"/>
                      </a:cubicBezTo>
                      <a:cubicBezTo>
                        <a:pt x="17" y="150"/>
                        <a:pt x="17" y="150"/>
                        <a:pt x="17" y="150"/>
                      </a:cubicBezTo>
                      <a:cubicBezTo>
                        <a:pt x="20" y="150"/>
                        <a:pt x="27" y="141"/>
                        <a:pt x="29" y="139"/>
                      </a:cubicBezTo>
                      <a:cubicBezTo>
                        <a:pt x="33" y="135"/>
                        <a:pt x="34" y="129"/>
                        <a:pt x="38" y="12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48" name="iSļïḑé"/>
                <p:cNvSpPr/>
                <p:nvPr/>
              </p:nvSpPr>
              <p:spPr bwMode="auto">
                <a:xfrm>
                  <a:off x="4422776" y="3106738"/>
                  <a:ext cx="412750" cy="596900"/>
                </a:xfrm>
                <a:custGeom>
                  <a:avLst/>
                  <a:gdLst>
                    <a:gd name="T0" fmla="*/ 63 w 125"/>
                    <a:gd name="T1" fmla="*/ 83 h 179"/>
                    <a:gd name="T2" fmla="*/ 69 w 125"/>
                    <a:gd name="T3" fmla="*/ 84 h 179"/>
                    <a:gd name="T4" fmla="*/ 71 w 125"/>
                    <a:gd name="T5" fmla="*/ 95 h 179"/>
                    <a:gd name="T6" fmla="*/ 56 w 125"/>
                    <a:gd name="T7" fmla="*/ 91 h 179"/>
                    <a:gd name="T8" fmla="*/ 77 w 125"/>
                    <a:gd name="T9" fmla="*/ 77 h 179"/>
                    <a:gd name="T10" fmla="*/ 90 w 125"/>
                    <a:gd name="T11" fmla="*/ 82 h 179"/>
                    <a:gd name="T12" fmla="*/ 93 w 125"/>
                    <a:gd name="T13" fmla="*/ 96 h 179"/>
                    <a:gd name="T14" fmla="*/ 88 w 125"/>
                    <a:gd name="T15" fmla="*/ 106 h 179"/>
                    <a:gd name="T16" fmla="*/ 75 w 125"/>
                    <a:gd name="T17" fmla="*/ 89 h 179"/>
                    <a:gd name="T18" fmla="*/ 91 w 125"/>
                    <a:gd name="T19" fmla="*/ 29 h 179"/>
                    <a:gd name="T20" fmla="*/ 95 w 125"/>
                    <a:gd name="T21" fmla="*/ 4 h 179"/>
                    <a:gd name="T22" fmla="*/ 92 w 125"/>
                    <a:gd name="T23" fmla="*/ 0 h 179"/>
                    <a:gd name="T24" fmla="*/ 86 w 125"/>
                    <a:gd name="T25" fmla="*/ 0 h 179"/>
                    <a:gd name="T26" fmla="*/ 80 w 125"/>
                    <a:gd name="T27" fmla="*/ 7 h 179"/>
                    <a:gd name="T28" fmla="*/ 83 w 125"/>
                    <a:gd name="T29" fmla="*/ 30 h 179"/>
                    <a:gd name="T30" fmla="*/ 86 w 125"/>
                    <a:gd name="T31" fmla="*/ 50 h 179"/>
                    <a:gd name="T32" fmla="*/ 46 w 125"/>
                    <a:gd name="T33" fmla="*/ 84 h 179"/>
                    <a:gd name="T34" fmla="*/ 0 w 125"/>
                    <a:gd name="T35" fmla="*/ 99 h 179"/>
                    <a:gd name="T36" fmla="*/ 13 w 125"/>
                    <a:gd name="T37" fmla="*/ 108 h 179"/>
                    <a:gd name="T38" fmla="*/ 30 w 125"/>
                    <a:gd name="T39" fmla="*/ 100 h 179"/>
                    <a:gd name="T40" fmla="*/ 47 w 125"/>
                    <a:gd name="T41" fmla="*/ 92 h 179"/>
                    <a:gd name="T42" fmla="*/ 51 w 125"/>
                    <a:gd name="T43" fmla="*/ 109 h 179"/>
                    <a:gd name="T44" fmla="*/ 50 w 125"/>
                    <a:gd name="T45" fmla="*/ 118 h 179"/>
                    <a:gd name="T46" fmla="*/ 54 w 125"/>
                    <a:gd name="T47" fmla="*/ 125 h 179"/>
                    <a:gd name="T48" fmla="*/ 62 w 125"/>
                    <a:gd name="T49" fmla="*/ 119 h 179"/>
                    <a:gd name="T50" fmla="*/ 62 w 125"/>
                    <a:gd name="T51" fmla="*/ 113 h 179"/>
                    <a:gd name="T52" fmla="*/ 78 w 125"/>
                    <a:gd name="T53" fmla="*/ 111 h 179"/>
                    <a:gd name="T54" fmla="*/ 78 w 125"/>
                    <a:gd name="T55" fmla="*/ 113 h 179"/>
                    <a:gd name="T56" fmla="*/ 78 w 125"/>
                    <a:gd name="T57" fmla="*/ 118 h 179"/>
                    <a:gd name="T58" fmla="*/ 46 w 125"/>
                    <a:gd name="T59" fmla="*/ 147 h 179"/>
                    <a:gd name="T60" fmla="*/ 28 w 125"/>
                    <a:gd name="T61" fmla="*/ 158 h 179"/>
                    <a:gd name="T62" fmla="*/ 1 w 125"/>
                    <a:gd name="T63" fmla="*/ 170 h 179"/>
                    <a:gd name="T64" fmla="*/ 14 w 125"/>
                    <a:gd name="T65" fmla="*/ 178 h 179"/>
                    <a:gd name="T66" fmla="*/ 20 w 125"/>
                    <a:gd name="T67" fmla="*/ 179 h 179"/>
                    <a:gd name="T68" fmla="*/ 22 w 125"/>
                    <a:gd name="T69" fmla="*/ 179 h 179"/>
                    <a:gd name="T70" fmla="*/ 38 w 125"/>
                    <a:gd name="T71" fmla="*/ 169 h 179"/>
                    <a:gd name="T72" fmla="*/ 61 w 125"/>
                    <a:gd name="T73" fmla="*/ 150 h 179"/>
                    <a:gd name="T74" fmla="*/ 79 w 125"/>
                    <a:gd name="T75" fmla="*/ 135 h 179"/>
                    <a:gd name="T76" fmla="*/ 96 w 125"/>
                    <a:gd name="T77" fmla="*/ 119 h 179"/>
                    <a:gd name="T78" fmla="*/ 106 w 125"/>
                    <a:gd name="T79" fmla="*/ 149 h 179"/>
                    <a:gd name="T80" fmla="*/ 125 w 125"/>
                    <a:gd name="T81" fmla="*/ 152 h 179"/>
                    <a:gd name="T82" fmla="*/ 116 w 125"/>
                    <a:gd name="T83" fmla="*/ 120 h 179"/>
                    <a:gd name="T84" fmla="*/ 115 w 125"/>
                    <a:gd name="T85" fmla="*/ 125 h 179"/>
                    <a:gd name="T86" fmla="*/ 109 w 125"/>
                    <a:gd name="T87" fmla="*/ 129 h 179"/>
                    <a:gd name="T88" fmla="*/ 97 w 125"/>
                    <a:gd name="T89" fmla="*/ 92 h 179"/>
                    <a:gd name="T90" fmla="*/ 94 w 125"/>
                    <a:gd name="T91" fmla="*/ 76 h 179"/>
                    <a:gd name="T92" fmla="*/ 110 w 125"/>
                    <a:gd name="T93" fmla="*/ 60 h 179"/>
                    <a:gd name="T94" fmla="*/ 105 w 125"/>
                    <a:gd name="T95" fmla="*/ 57 h 179"/>
                    <a:gd name="T96" fmla="*/ 101 w 125"/>
                    <a:gd name="T97" fmla="*/ 59 h 179"/>
                    <a:gd name="T98" fmla="*/ 91 w 125"/>
                    <a:gd name="T99" fmla="*/ 54 h 179"/>
                    <a:gd name="T100" fmla="*/ 91 w 125"/>
                    <a:gd name="T101" fmla="*/ 29 h 1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125" h="179">
                      <a:moveTo>
                        <a:pt x="56" y="91"/>
                      </a:moveTo>
                      <a:cubicBezTo>
                        <a:pt x="56" y="87"/>
                        <a:pt x="60" y="85"/>
                        <a:pt x="63" y="83"/>
                      </a:cubicBezTo>
                      <a:cubicBezTo>
                        <a:pt x="64" y="83"/>
                        <a:pt x="64" y="83"/>
                        <a:pt x="64" y="83"/>
                      </a:cubicBezTo>
                      <a:cubicBezTo>
                        <a:pt x="67" y="83"/>
                        <a:pt x="67" y="84"/>
                        <a:pt x="69" y="84"/>
                      </a:cubicBezTo>
                      <a:cubicBezTo>
                        <a:pt x="71" y="94"/>
                        <a:pt x="71" y="94"/>
                        <a:pt x="71" y="94"/>
                      </a:cubicBezTo>
                      <a:cubicBezTo>
                        <a:pt x="71" y="95"/>
                        <a:pt x="71" y="95"/>
                        <a:pt x="71" y="95"/>
                      </a:cubicBezTo>
                      <a:cubicBezTo>
                        <a:pt x="68" y="100"/>
                        <a:pt x="68" y="99"/>
                        <a:pt x="63" y="101"/>
                      </a:cubicBezTo>
                      <a:cubicBezTo>
                        <a:pt x="61" y="99"/>
                        <a:pt x="56" y="95"/>
                        <a:pt x="56" y="91"/>
                      </a:cubicBezTo>
                      <a:close/>
                      <a:moveTo>
                        <a:pt x="72" y="83"/>
                      </a:moveTo>
                      <a:cubicBezTo>
                        <a:pt x="74" y="79"/>
                        <a:pt x="73" y="79"/>
                        <a:pt x="77" y="77"/>
                      </a:cubicBezTo>
                      <a:cubicBezTo>
                        <a:pt x="79" y="75"/>
                        <a:pt x="82" y="75"/>
                        <a:pt x="83" y="73"/>
                      </a:cubicBezTo>
                      <a:cubicBezTo>
                        <a:pt x="88" y="76"/>
                        <a:pt x="89" y="76"/>
                        <a:pt x="90" y="82"/>
                      </a:cubicBezTo>
                      <a:cubicBezTo>
                        <a:pt x="92" y="95"/>
                        <a:pt x="92" y="95"/>
                        <a:pt x="92" y="95"/>
                      </a:cubicBezTo>
                      <a:cubicBezTo>
                        <a:pt x="93" y="96"/>
                        <a:pt x="93" y="96"/>
                        <a:pt x="93" y="96"/>
                      </a:cubicBezTo>
                      <a:cubicBezTo>
                        <a:pt x="94" y="99"/>
                        <a:pt x="94" y="99"/>
                        <a:pt x="94" y="99"/>
                      </a:cubicBezTo>
                      <a:cubicBezTo>
                        <a:pt x="91" y="105"/>
                        <a:pt x="93" y="103"/>
                        <a:pt x="88" y="106"/>
                      </a:cubicBezTo>
                      <a:cubicBezTo>
                        <a:pt x="83" y="101"/>
                        <a:pt x="82" y="101"/>
                        <a:pt x="79" y="95"/>
                      </a:cubicBezTo>
                      <a:cubicBezTo>
                        <a:pt x="77" y="93"/>
                        <a:pt x="77" y="91"/>
                        <a:pt x="75" y="89"/>
                      </a:cubicBezTo>
                      <a:cubicBezTo>
                        <a:pt x="73" y="87"/>
                        <a:pt x="73" y="86"/>
                        <a:pt x="72" y="83"/>
                      </a:cubicBezTo>
                      <a:close/>
                      <a:moveTo>
                        <a:pt x="91" y="29"/>
                      </a:moveTo>
                      <a:cubicBezTo>
                        <a:pt x="91" y="22"/>
                        <a:pt x="95" y="12"/>
                        <a:pt x="95" y="4"/>
                      </a:cubicBezTo>
                      <a:cubicBezTo>
                        <a:pt x="95" y="4"/>
                        <a:pt x="95" y="4"/>
                        <a:pt x="95" y="4"/>
                      </a:cubicBezTo>
                      <a:cubicBezTo>
                        <a:pt x="95" y="3"/>
                        <a:pt x="95" y="3"/>
                        <a:pt x="95" y="3"/>
                      </a:cubicBezTo>
                      <a:cubicBezTo>
                        <a:pt x="93" y="0"/>
                        <a:pt x="95" y="1"/>
                        <a:pt x="92" y="0"/>
                      </a:cubicBezTo>
                      <a:cubicBezTo>
                        <a:pt x="91" y="0"/>
                        <a:pt x="91" y="0"/>
                        <a:pt x="91" y="0"/>
                      </a:cubicBezTo>
                      <a:cubicBezTo>
                        <a:pt x="86" y="0"/>
                        <a:pt x="86" y="0"/>
                        <a:pt x="86" y="0"/>
                      </a:cubicBezTo>
                      <a:cubicBezTo>
                        <a:pt x="85" y="0"/>
                        <a:pt x="85" y="0"/>
                        <a:pt x="85" y="0"/>
                      </a:cubicBezTo>
                      <a:cubicBezTo>
                        <a:pt x="82" y="1"/>
                        <a:pt x="80" y="4"/>
                        <a:pt x="80" y="7"/>
                      </a:cubicBezTo>
                      <a:cubicBezTo>
                        <a:pt x="83" y="30"/>
                        <a:pt x="83" y="30"/>
                        <a:pt x="83" y="30"/>
                      </a:cubicBezTo>
                      <a:cubicBezTo>
                        <a:pt x="83" y="30"/>
                        <a:pt x="83" y="30"/>
                        <a:pt x="83" y="30"/>
                      </a:cubicBezTo>
                      <a:cubicBezTo>
                        <a:pt x="83" y="38"/>
                        <a:pt x="86" y="44"/>
                        <a:pt x="86" y="49"/>
                      </a:cubicBezTo>
                      <a:cubicBezTo>
                        <a:pt x="86" y="50"/>
                        <a:pt x="86" y="50"/>
                        <a:pt x="86" y="50"/>
                      </a:cubicBezTo>
                      <a:cubicBezTo>
                        <a:pt x="87" y="62"/>
                        <a:pt x="87" y="62"/>
                        <a:pt x="87" y="62"/>
                      </a:cubicBezTo>
                      <a:cubicBezTo>
                        <a:pt x="87" y="68"/>
                        <a:pt x="52" y="81"/>
                        <a:pt x="46" y="84"/>
                      </a:cubicBezTo>
                      <a:cubicBezTo>
                        <a:pt x="39" y="87"/>
                        <a:pt x="31" y="89"/>
                        <a:pt x="23" y="92"/>
                      </a:cubicBezTo>
                      <a:cubicBezTo>
                        <a:pt x="20" y="94"/>
                        <a:pt x="0" y="96"/>
                        <a:pt x="0" y="99"/>
                      </a:cubicBezTo>
                      <a:cubicBezTo>
                        <a:pt x="0" y="101"/>
                        <a:pt x="9" y="108"/>
                        <a:pt x="11" y="108"/>
                      </a:cubicBezTo>
                      <a:cubicBezTo>
                        <a:pt x="13" y="108"/>
                        <a:pt x="13" y="108"/>
                        <a:pt x="13" y="108"/>
                      </a:cubicBezTo>
                      <a:cubicBezTo>
                        <a:pt x="14" y="108"/>
                        <a:pt x="14" y="108"/>
                        <a:pt x="14" y="108"/>
                      </a:cubicBezTo>
                      <a:cubicBezTo>
                        <a:pt x="20" y="105"/>
                        <a:pt x="24" y="103"/>
                        <a:pt x="30" y="100"/>
                      </a:cubicBezTo>
                      <a:cubicBezTo>
                        <a:pt x="34" y="98"/>
                        <a:pt x="41" y="93"/>
                        <a:pt x="45" y="93"/>
                      </a:cubicBezTo>
                      <a:cubicBezTo>
                        <a:pt x="46" y="93"/>
                        <a:pt x="46" y="93"/>
                        <a:pt x="47" y="92"/>
                      </a:cubicBezTo>
                      <a:cubicBezTo>
                        <a:pt x="49" y="94"/>
                        <a:pt x="52" y="96"/>
                        <a:pt x="51" y="101"/>
                      </a:cubicBezTo>
                      <a:cubicBezTo>
                        <a:pt x="51" y="109"/>
                        <a:pt x="51" y="109"/>
                        <a:pt x="51" y="109"/>
                      </a:cubicBezTo>
                      <a:cubicBezTo>
                        <a:pt x="51" y="110"/>
                        <a:pt x="51" y="110"/>
                        <a:pt x="51" y="110"/>
                      </a:cubicBezTo>
                      <a:cubicBezTo>
                        <a:pt x="50" y="118"/>
                        <a:pt x="50" y="118"/>
                        <a:pt x="50" y="118"/>
                      </a:cubicBezTo>
                      <a:cubicBezTo>
                        <a:pt x="50" y="119"/>
                        <a:pt x="50" y="119"/>
                        <a:pt x="50" y="120"/>
                      </a:cubicBezTo>
                      <a:cubicBezTo>
                        <a:pt x="51" y="123"/>
                        <a:pt x="51" y="123"/>
                        <a:pt x="54" y="125"/>
                      </a:cubicBezTo>
                      <a:cubicBezTo>
                        <a:pt x="56" y="125"/>
                        <a:pt x="56" y="125"/>
                        <a:pt x="56" y="125"/>
                      </a:cubicBezTo>
                      <a:cubicBezTo>
                        <a:pt x="59" y="125"/>
                        <a:pt x="60" y="121"/>
                        <a:pt x="62" y="119"/>
                      </a:cubicBezTo>
                      <a:cubicBezTo>
                        <a:pt x="62" y="118"/>
                        <a:pt x="62" y="118"/>
                        <a:pt x="62" y="118"/>
                      </a:cubicBezTo>
                      <a:cubicBezTo>
                        <a:pt x="62" y="113"/>
                        <a:pt x="62" y="113"/>
                        <a:pt x="62" y="113"/>
                      </a:cubicBezTo>
                      <a:cubicBezTo>
                        <a:pt x="63" y="110"/>
                        <a:pt x="68" y="106"/>
                        <a:pt x="71" y="106"/>
                      </a:cubicBezTo>
                      <a:cubicBezTo>
                        <a:pt x="75" y="106"/>
                        <a:pt x="77" y="109"/>
                        <a:pt x="78" y="111"/>
                      </a:cubicBezTo>
                      <a:cubicBezTo>
                        <a:pt x="78" y="112"/>
                        <a:pt x="78" y="112"/>
                        <a:pt x="78" y="112"/>
                      </a:cubicBezTo>
                      <a:cubicBezTo>
                        <a:pt x="78" y="113"/>
                        <a:pt x="78" y="113"/>
                        <a:pt x="78" y="113"/>
                      </a:cubicBezTo>
                      <a:cubicBezTo>
                        <a:pt x="78" y="115"/>
                        <a:pt x="78" y="115"/>
                        <a:pt x="79" y="116"/>
                      </a:cubicBezTo>
                      <a:cubicBezTo>
                        <a:pt x="78" y="117"/>
                        <a:pt x="78" y="117"/>
                        <a:pt x="78" y="118"/>
                      </a:cubicBezTo>
                      <a:cubicBezTo>
                        <a:pt x="78" y="119"/>
                        <a:pt x="78" y="119"/>
                        <a:pt x="78" y="119"/>
                      </a:cubicBezTo>
                      <a:cubicBezTo>
                        <a:pt x="72" y="130"/>
                        <a:pt x="57" y="140"/>
                        <a:pt x="46" y="147"/>
                      </a:cubicBezTo>
                      <a:cubicBezTo>
                        <a:pt x="44" y="148"/>
                        <a:pt x="40" y="151"/>
                        <a:pt x="37" y="152"/>
                      </a:cubicBezTo>
                      <a:cubicBezTo>
                        <a:pt x="35" y="153"/>
                        <a:pt x="29" y="157"/>
                        <a:pt x="28" y="158"/>
                      </a:cubicBezTo>
                      <a:cubicBezTo>
                        <a:pt x="25" y="161"/>
                        <a:pt x="12" y="165"/>
                        <a:pt x="6" y="165"/>
                      </a:cubicBezTo>
                      <a:cubicBezTo>
                        <a:pt x="4" y="165"/>
                        <a:pt x="2" y="168"/>
                        <a:pt x="1" y="170"/>
                      </a:cubicBezTo>
                      <a:cubicBezTo>
                        <a:pt x="4" y="171"/>
                        <a:pt x="4" y="173"/>
                        <a:pt x="7" y="175"/>
                      </a:cubicBezTo>
                      <a:cubicBezTo>
                        <a:pt x="10" y="176"/>
                        <a:pt x="12" y="176"/>
                        <a:pt x="14" y="178"/>
                      </a:cubicBezTo>
                      <a:cubicBezTo>
                        <a:pt x="18" y="179"/>
                        <a:pt x="18" y="179"/>
                        <a:pt x="18" y="179"/>
                      </a:cubicBezTo>
                      <a:cubicBezTo>
                        <a:pt x="20" y="179"/>
                        <a:pt x="18" y="179"/>
                        <a:pt x="20" y="179"/>
                      </a:cubicBezTo>
                      <a:cubicBezTo>
                        <a:pt x="21" y="179"/>
                        <a:pt x="21" y="179"/>
                        <a:pt x="21" y="179"/>
                      </a:cubicBezTo>
                      <a:cubicBezTo>
                        <a:pt x="22" y="179"/>
                        <a:pt x="22" y="179"/>
                        <a:pt x="22" y="179"/>
                      </a:cubicBezTo>
                      <a:cubicBezTo>
                        <a:pt x="26" y="177"/>
                        <a:pt x="30" y="175"/>
                        <a:pt x="33" y="173"/>
                      </a:cubicBezTo>
                      <a:cubicBezTo>
                        <a:pt x="35" y="171"/>
                        <a:pt x="36" y="170"/>
                        <a:pt x="38" y="169"/>
                      </a:cubicBezTo>
                      <a:cubicBezTo>
                        <a:pt x="39" y="168"/>
                        <a:pt x="43" y="166"/>
                        <a:pt x="43" y="166"/>
                      </a:cubicBezTo>
                      <a:cubicBezTo>
                        <a:pt x="49" y="160"/>
                        <a:pt x="55" y="156"/>
                        <a:pt x="61" y="150"/>
                      </a:cubicBezTo>
                      <a:cubicBezTo>
                        <a:pt x="64" y="148"/>
                        <a:pt x="67" y="145"/>
                        <a:pt x="70" y="143"/>
                      </a:cubicBezTo>
                      <a:cubicBezTo>
                        <a:pt x="73" y="140"/>
                        <a:pt x="76" y="137"/>
                        <a:pt x="79" y="135"/>
                      </a:cubicBezTo>
                      <a:cubicBezTo>
                        <a:pt x="82" y="132"/>
                        <a:pt x="85" y="130"/>
                        <a:pt x="87" y="127"/>
                      </a:cubicBezTo>
                      <a:cubicBezTo>
                        <a:pt x="90" y="124"/>
                        <a:pt x="91" y="119"/>
                        <a:pt x="96" y="119"/>
                      </a:cubicBezTo>
                      <a:cubicBezTo>
                        <a:pt x="98" y="119"/>
                        <a:pt x="100" y="126"/>
                        <a:pt x="100" y="128"/>
                      </a:cubicBezTo>
                      <a:cubicBezTo>
                        <a:pt x="100" y="132"/>
                        <a:pt x="105" y="145"/>
                        <a:pt x="106" y="149"/>
                      </a:cubicBezTo>
                      <a:cubicBezTo>
                        <a:pt x="108" y="155"/>
                        <a:pt x="111" y="165"/>
                        <a:pt x="118" y="165"/>
                      </a:cubicBezTo>
                      <a:cubicBezTo>
                        <a:pt x="119" y="163"/>
                        <a:pt x="125" y="161"/>
                        <a:pt x="125" y="152"/>
                      </a:cubicBezTo>
                      <a:cubicBezTo>
                        <a:pt x="125" y="143"/>
                        <a:pt x="120" y="120"/>
                        <a:pt x="117" y="116"/>
                      </a:cubicBezTo>
                      <a:cubicBezTo>
                        <a:pt x="117" y="118"/>
                        <a:pt x="116" y="118"/>
                        <a:pt x="116" y="120"/>
                      </a:cubicBezTo>
                      <a:cubicBezTo>
                        <a:pt x="116" y="123"/>
                        <a:pt x="115" y="121"/>
                        <a:pt x="115" y="124"/>
                      </a:cubicBezTo>
                      <a:cubicBezTo>
                        <a:pt x="115" y="125"/>
                        <a:pt x="115" y="125"/>
                        <a:pt x="115" y="125"/>
                      </a:cubicBezTo>
                      <a:cubicBezTo>
                        <a:pt x="115" y="126"/>
                        <a:pt x="114" y="129"/>
                        <a:pt x="112" y="129"/>
                      </a:cubicBezTo>
                      <a:cubicBezTo>
                        <a:pt x="109" y="129"/>
                        <a:pt x="109" y="129"/>
                        <a:pt x="109" y="129"/>
                      </a:cubicBezTo>
                      <a:cubicBezTo>
                        <a:pt x="105" y="129"/>
                        <a:pt x="102" y="110"/>
                        <a:pt x="100" y="105"/>
                      </a:cubicBezTo>
                      <a:cubicBezTo>
                        <a:pt x="98" y="101"/>
                        <a:pt x="98" y="97"/>
                        <a:pt x="97" y="92"/>
                      </a:cubicBezTo>
                      <a:cubicBezTo>
                        <a:pt x="96" y="87"/>
                        <a:pt x="94" y="86"/>
                        <a:pt x="94" y="79"/>
                      </a:cubicBezTo>
                      <a:cubicBezTo>
                        <a:pt x="94" y="76"/>
                        <a:pt x="94" y="76"/>
                        <a:pt x="94" y="76"/>
                      </a:cubicBezTo>
                      <a:cubicBezTo>
                        <a:pt x="94" y="65"/>
                        <a:pt x="110" y="67"/>
                        <a:pt x="110" y="61"/>
                      </a:cubicBezTo>
                      <a:cubicBezTo>
                        <a:pt x="110" y="60"/>
                        <a:pt x="110" y="60"/>
                        <a:pt x="110" y="60"/>
                      </a:cubicBezTo>
                      <a:cubicBezTo>
                        <a:pt x="110" y="58"/>
                        <a:pt x="109" y="57"/>
                        <a:pt x="108" y="57"/>
                      </a:cubicBezTo>
                      <a:cubicBezTo>
                        <a:pt x="105" y="57"/>
                        <a:pt x="105" y="57"/>
                        <a:pt x="105" y="57"/>
                      </a:cubicBezTo>
                      <a:cubicBezTo>
                        <a:pt x="104" y="57"/>
                        <a:pt x="104" y="57"/>
                        <a:pt x="104" y="57"/>
                      </a:cubicBezTo>
                      <a:cubicBezTo>
                        <a:pt x="103" y="58"/>
                        <a:pt x="102" y="59"/>
                        <a:pt x="101" y="59"/>
                      </a:cubicBezTo>
                      <a:cubicBezTo>
                        <a:pt x="99" y="60"/>
                        <a:pt x="99" y="59"/>
                        <a:pt x="97" y="60"/>
                      </a:cubicBezTo>
                      <a:cubicBezTo>
                        <a:pt x="95" y="59"/>
                        <a:pt x="91" y="56"/>
                        <a:pt x="91" y="54"/>
                      </a:cubicBezTo>
                      <a:cubicBezTo>
                        <a:pt x="91" y="41"/>
                        <a:pt x="91" y="41"/>
                        <a:pt x="91" y="41"/>
                      </a:cubicBezTo>
                      <a:lnTo>
                        <a:pt x="91" y="29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49" name="íšlïďè"/>
                <p:cNvSpPr/>
                <p:nvPr/>
              </p:nvSpPr>
              <p:spPr bwMode="auto">
                <a:xfrm>
                  <a:off x="5478463" y="3581400"/>
                  <a:ext cx="46038" cy="76200"/>
                </a:xfrm>
                <a:custGeom>
                  <a:avLst/>
                  <a:gdLst>
                    <a:gd name="T0" fmla="*/ 14 w 14"/>
                    <a:gd name="T1" fmla="*/ 15 h 23"/>
                    <a:gd name="T2" fmla="*/ 10 w 14"/>
                    <a:gd name="T3" fmla="*/ 6 h 23"/>
                    <a:gd name="T4" fmla="*/ 3 w 14"/>
                    <a:gd name="T5" fmla="*/ 0 h 23"/>
                    <a:gd name="T6" fmla="*/ 0 w 14"/>
                    <a:gd name="T7" fmla="*/ 3 h 23"/>
                    <a:gd name="T8" fmla="*/ 5 w 14"/>
                    <a:gd name="T9" fmla="*/ 11 h 23"/>
                    <a:gd name="T10" fmla="*/ 5 w 14"/>
                    <a:gd name="T11" fmla="*/ 12 h 23"/>
                    <a:gd name="T12" fmla="*/ 5 w 14"/>
                    <a:gd name="T13" fmla="*/ 14 h 23"/>
                    <a:gd name="T14" fmla="*/ 5 w 14"/>
                    <a:gd name="T15" fmla="*/ 15 h 23"/>
                    <a:gd name="T16" fmla="*/ 2 w 14"/>
                    <a:gd name="T17" fmla="*/ 19 h 23"/>
                    <a:gd name="T18" fmla="*/ 2 w 14"/>
                    <a:gd name="T19" fmla="*/ 22 h 23"/>
                    <a:gd name="T20" fmla="*/ 5 w 14"/>
                    <a:gd name="T21" fmla="*/ 23 h 23"/>
                    <a:gd name="T22" fmla="*/ 6 w 14"/>
                    <a:gd name="T23" fmla="*/ 23 h 23"/>
                    <a:gd name="T24" fmla="*/ 11 w 14"/>
                    <a:gd name="T25" fmla="*/ 20 h 23"/>
                    <a:gd name="T26" fmla="*/ 14 w 14"/>
                    <a:gd name="T27" fmla="*/ 15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4" h="23">
                      <a:moveTo>
                        <a:pt x="14" y="15"/>
                      </a:moveTo>
                      <a:cubicBezTo>
                        <a:pt x="14" y="11"/>
                        <a:pt x="12" y="9"/>
                        <a:pt x="10" y="6"/>
                      </a:cubicBezTo>
                      <a:cubicBezTo>
                        <a:pt x="8" y="5"/>
                        <a:pt x="3" y="1"/>
                        <a:pt x="3" y="0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5" y="12"/>
                        <a:pt x="5" y="12"/>
                        <a:pt x="5" y="12"/>
                      </a:cubicBez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5" y="15"/>
                        <a:pt x="5" y="15"/>
                        <a:pt x="5" y="15"/>
                      </a:cubicBezTo>
                      <a:cubicBezTo>
                        <a:pt x="2" y="19"/>
                        <a:pt x="2" y="19"/>
                        <a:pt x="2" y="19"/>
                      </a:cubicBezTo>
                      <a:cubicBezTo>
                        <a:pt x="2" y="22"/>
                        <a:pt x="2" y="22"/>
                        <a:pt x="2" y="22"/>
                      </a:cubicBezTo>
                      <a:cubicBezTo>
                        <a:pt x="5" y="23"/>
                        <a:pt x="5" y="23"/>
                        <a:pt x="5" y="23"/>
                      </a:cubicBezTo>
                      <a:cubicBezTo>
                        <a:pt x="6" y="23"/>
                        <a:pt x="6" y="23"/>
                        <a:pt x="6" y="23"/>
                      </a:cubicBezTo>
                      <a:cubicBezTo>
                        <a:pt x="7" y="23"/>
                        <a:pt x="11" y="21"/>
                        <a:pt x="11" y="20"/>
                      </a:cubicBezTo>
                      <a:cubicBezTo>
                        <a:pt x="13" y="19"/>
                        <a:pt x="13" y="17"/>
                        <a:pt x="14" y="1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50" name="işḷîḑe"/>
                <p:cNvSpPr/>
                <p:nvPr/>
              </p:nvSpPr>
              <p:spPr bwMode="auto">
                <a:xfrm>
                  <a:off x="6310313" y="3136900"/>
                  <a:ext cx="406400" cy="554038"/>
                </a:xfrm>
                <a:custGeom>
                  <a:avLst/>
                  <a:gdLst>
                    <a:gd name="T0" fmla="*/ 101 w 123"/>
                    <a:gd name="T1" fmla="*/ 9 h 166"/>
                    <a:gd name="T2" fmla="*/ 96 w 123"/>
                    <a:gd name="T3" fmla="*/ 0 h 166"/>
                    <a:gd name="T4" fmla="*/ 76 w 123"/>
                    <a:gd name="T5" fmla="*/ 23 h 166"/>
                    <a:gd name="T6" fmla="*/ 66 w 123"/>
                    <a:gd name="T7" fmla="*/ 20 h 166"/>
                    <a:gd name="T8" fmla="*/ 69 w 123"/>
                    <a:gd name="T9" fmla="*/ 29 h 166"/>
                    <a:gd name="T10" fmla="*/ 64 w 123"/>
                    <a:gd name="T11" fmla="*/ 38 h 166"/>
                    <a:gd name="T12" fmla="*/ 71 w 123"/>
                    <a:gd name="T13" fmla="*/ 37 h 166"/>
                    <a:gd name="T14" fmla="*/ 78 w 123"/>
                    <a:gd name="T15" fmla="*/ 38 h 166"/>
                    <a:gd name="T16" fmla="*/ 104 w 123"/>
                    <a:gd name="T17" fmla="*/ 37 h 166"/>
                    <a:gd name="T18" fmla="*/ 97 w 123"/>
                    <a:gd name="T19" fmla="*/ 43 h 166"/>
                    <a:gd name="T20" fmla="*/ 85 w 123"/>
                    <a:gd name="T21" fmla="*/ 56 h 166"/>
                    <a:gd name="T22" fmla="*/ 78 w 123"/>
                    <a:gd name="T23" fmla="*/ 67 h 166"/>
                    <a:gd name="T24" fmla="*/ 72 w 123"/>
                    <a:gd name="T25" fmla="*/ 62 h 166"/>
                    <a:gd name="T26" fmla="*/ 72 w 123"/>
                    <a:gd name="T27" fmla="*/ 48 h 166"/>
                    <a:gd name="T28" fmla="*/ 63 w 123"/>
                    <a:gd name="T29" fmla="*/ 57 h 166"/>
                    <a:gd name="T30" fmla="*/ 56 w 123"/>
                    <a:gd name="T31" fmla="*/ 57 h 166"/>
                    <a:gd name="T32" fmla="*/ 61 w 123"/>
                    <a:gd name="T33" fmla="*/ 66 h 166"/>
                    <a:gd name="T34" fmla="*/ 59 w 123"/>
                    <a:gd name="T35" fmla="*/ 70 h 166"/>
                    <a:gd name="T36" fmla="*/ 68 w 123"/>
                    <a:gd name="T37" fmla="*/ 74 h 166"/>
                    <a:gd name="T38" fmla="*/ 68 w 123"/>
                    <a:gd name="T39" fmla="*/ 78 h 166"/>
                    <a:gd name="T40" fmla="*/ 40 w 123"/>
                    <a:gd name="T41" fmla="*/ 92 h 166"/>
                    <a:gd name="T42" fmla="*/ 24 w 123"/>
                    <a:gd name="T43" fmla="*/ 99 h 166"/>
                    <a:gd name="T44" fmla="*/ 3 w 123"/>
                    <a:gd name="T45" fmla="*/ 105 h 166"/>
                    <a:gd name="T46" fmla="*/ 2 w 123"/>
                    <a:gd name="T47" fmla="*/ 112 h 166"/>
                    <a:gd name="T48" fmla="*/ 14 w 123"/>
                    <a:gd name="T49" fmla="*/ 120 h 166"/>
                    <a:gd name="T50" fmla="*/ 32 w 123"/>
                    <a:gd name="T51" fmla="*/ 108 h 166"/>
                    <a:gd name="T52" fmla="*/ 55 w 123"/>
                    <a:gd name="T53" fmla="*/ 93 h 166"/>
                    <a:gd name="T54" fmla="*/ 63 w 123"/>
                    <a:gd name="T55" fmla="*/ 89 h 166"/>
                    <a:gd name="T56" fmla="*/ 82 w 123"/>
                    <a:gd name="T57" fmla="*/ 83 h 166"/>
                    <a:gd name="T58" fmla="*/ 82 w 123"/>
                    <a:gd name="T59" fmla="*/ 86 h 166"/>
                    <a:gd name="T60" fmla="*/ 74 w 123"/>
                    <a:gd name="T61" fmla="*/ 97 h 166"/>
                    <a:gd name="T62" fmla="*/ 61 w 123"/>
                    <a:gd name="T63" fmla="*/ 107 h 166"/>
                    <a:gd name="T64" fmla="*/ 64 w 123"/>
                    <a:gd name="T65" fmla="*/ 118 h 166"/>
                    <a:gd name="T66" fmla="*/ 55 w 123"/>
                    <a:gd name="T67" fmla="*/ 126 h 166"/>
                    <a:gd name="T68" fmla="*/ 40 w 123"/>
                    <a:gd name="T69" fmla="*/ 129 h 166"/>
                    <a:gd name="T70" fmla="*/ 30 w 123"/>
                    <a:gd name="T71" fmla="*/ 130 h 166"/>
                    <a:gd name="T72" fmla="*/ 35 w 123"/>
                    <a:gd name="T73" fmla="*/ 141 h 166"/>
                    <a:gd name="T74" fmla="*/ 38 w 123"/>
                    <a:gd name="T75" fmla="*/ 141 h 166"/>
                    <a:gd name="T76" fmla="*/ 56 w 123"/>
                    <a:gd name="T77" fmla="*/ 133 h 166"/>
                    <a:gd name="T78" fmla="*/ 63 w 123"/>
                    <a:gd name="T79" fmla="*/ 141 h 166"/>
                    <a:gd name="T80" fmla="*/ 56 w 123"/>
                    <a:gd name="T81" fmla="*/ 154 h 166"/>
                    <a:gd name="T82" fmla="*/ 53 w 123"/>
                    <a:gd name="T83" fmla="*/ 154 h 166"/>
                    <a:gd name="T84" fmla="*/ 49 w 123"/>
                    <a:gd name="T85" fmla="*/ 154 h 166"/>
                    <a:gd name="T86" fmla="*/ 46 w 123"/>
                    <a:gd name="T87" fmla="*/ 156 h 166"/>
                    <a:gd name="T88" fmla="*/ 56 w 123"/>
                    <a:gd name="T89" fmla="*/ 166 h 166"/>
                    <a:gd name="T90" fmla="*/ 71 w 123"/>
                    <a:gd name="T91" fmla="*/ 160 h 166"/>
                    <a:gd name="T92" fmla="*/ 75 w 123"/>
                    <a:gd name="T93" fmla="*/ 146 h 166"/>
                    <a:gd name="T94" fmla="*/ 80 w 123"/>
                    <a:gd name="T95" fmla="*/ 124 h 166"/>
                    <a:gd name="T96" fmla="*/ 94 w 123"/>
                    <a:gd name="T97" fmla="*/ 120 h 166"/>
                    <a:gd name="T98" fmla="*/ 81 w 123"/>
                    <a:gd name="T99" fmla="*/ 117 h 166"/>
                    <a:gd name="T100" fmla="*/ 72 w 123"/>
                    <a:gd name="T101" fmla="*/ 107 h 166"/>
                    <a:gd name="T102" fmla="*/ 78 w 123"/>
                    <a:gd name="T103" fmla="*/ 96 h 166"/>
                    <a:gd name="T104" fmla="*/ 92 w 123"/>
                    <a:gd name="T105" fmla="*/ 89 h 166"/>
                    <a:gd name="T106" fmla="*/ 102 w 123"/>
                    <a:gd name="T107" fmla="*/ 78 h 166"/>
                    <a:gd name="T108" fmla="*/ 95 w 123"/>
                    <a:gd name="T109" fmla="*/ 61 h 166"/>
                    <a:gd name="T110" fmla="*/ 109 w 123"/>
                    <a:gd name="T111" fmla="*/ 48 h 166"/>
                    <a:gd name="T112" fmla="*/ 116 w 123"/>
                    <a:gd name="T113" fmla="*/ 42 h 166"/>
                    <a:gd name="T114" fmla="*/ 121 w 123"/>
                    <a:gd name="T115" fmla="*/ 32 h 166"/>
                    <a:gd name="T116" fmla="*/ 116 w 123"/>
                    <a:gd name="T117" fmla="*/ 17 h 166"/>
                    <a:gd name="T118" fmla="*/ 104 w 123"/>
                    <a:gd name="T119" fmla="*/ 20 h 166"/>
                    <a:gd name="T120" fmla="*/ 93 w 123"/>
                    <a:gd name="T121" fmla="*/ 21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123" h="166">
                      <a:moveTo>
                        <a:pt x="93" y="21"/>
                      </a:moveTo>
                      <a:cubicBezTo>
                        <a:pt x="94" y="14"/>
                        <a:pt x="98" y="14"/>
                        <a:pt x="101" y="9"/>
                      </a:cubicBezTo>
                      <a:cubicBezTo>
                        <a:pt x="101" y="8"/>
                        <a:pt x="101" y="8"/>
                        <a:pt x="101" y="8"/>
                      </a:cubicBezTo>
                      <a:cubicBezTo>
                        <a:pt x="101" y="5"/>
                        <a:pt x="97" y="1"/>
                        <a:pt x="96" y="0"/>
                      </a:cubicBezTo>
                      <a:cubicBezTo>
                        <a:pt x="89" y="3"/>
                        <a:pt x="91" y="6"/>
                        <a:pt x="88" y="13"/>
                      </a:cubicBezTo>
                      <a:cubicBezTo>
                        <a:pt x="85" y="17"/>
                        <a:pt x="82" y="23"/>
                        <a:pt x="76" y="23"/>
                      </a:cubicBezTo>
                      <a:cubicBezTo>
                        <a:pt x="75" y="23"/>
                        <a:pt x="70" y="18"/>
                        <a:pt x="67" y="17"/>
                      </a:cubicBezTo>
                      <a:cubicBezTo>
                        <a:pt x="66" y="20"/>
                        <a:pt x="66" y="20"/>
                        <a:pt x="66" y="20"/>
                      </a:cubicBezTo>
                      <a:cubicBezTo>
                        <a:pt x="67" y="23"/>
                        <a:pt x="69" y="24"/>
                        <a:pt x="69" y="28"/>
                      </a:cubicBezTo>
                      <a:cubicBezTo>
                        <a:pt x="69" y="29"/>
                        <a:pt x="69" y="29"/>
                        <a:pt x="69" y="29"/>
                      </a:cubicBezTo>
                      <a:cubicBezTo>
                        <a:pt x="69" y="29"/>
                        <a:pt x="63" y="36"/>
                        <a:pt x="62" y="37"/>
                      </a:cubicBezTo>
                      <a:cubicBezTo>
                        <a:pt x="63" y="38"/>
                        <a:pt x="61" y="38"/>
                        <a:pt x="64" y="38"/>
                      </a:cubicBezTo>
                      <a:cubicBezTo>
                        <a:pt x="64" y="38"/>
                        <a:pt x="64" y="38"/>
                        <a:pt x="64" y="38"/>
                      </a:cubicBezTo>
                      <a:cubicBezTo>
                        <a:pt x="71" y="37"/>
                        <a:pt x="71" y="37"/>
                        <a:pt x="71" y="37"/>
                      </a:cubicBezTo>
                      <a:cubicBezTo>
                        <a:pt x="74" y="37"/>
                        <a:pt x="74" y="38"/>
                        <a:pt x="78" y="38"/>
                      </a:cubicBezTo>
                      <a:cubicBezTo>
                        <a:pt x="78" y="38"/>
                        <a:pt x="78" y="38"/>
                        <a:pt x="78" y="38"/>
                      </a:cubicBezTo>
                      <a:cubicBezTo>
                        <a:pt x="79" y="38"/>
                        <a:pt x="84" y="33"/>
                        <a:pt x="91" y="32"/>
                      </a:cubicBezTo>
                      <a:cubicBezTo>
                        <a:pt x="96" y="31"/>
                        <a:pt x="104" y="30"/>
                        <a:pt x="104" y="37"/>
                      </a:cubicBezTo>
                      <a:cubicBezTo>
                        <a:pt x="104" y="39"/>
                        <a:pt x="102" y="41"/>
                        <a:pt x="101" y="43"/>
                      </a:cubicBezTo>
                      <a:cubicBezTo>
                        <a:pt x="98" y="43"/>
                        <a:pt x="99" y="43"/>
                        <a:pt x="97" y="43"/>
                      </a:cubicBezTo>
                      <a:cubicBezTo>
                        <a:pt x="96" y="43"/>
                        <a:pt x="93" y="42"/>
                        <a:pt x="92" y="41"/>
                      </a:cubicBezTo>
                      <a:cubicBezTo>
                        <a:pt x="85" y="46"/>
                        <a:pt x="88" y="49"/>
                        <a:pt x="85" y="56"/>
                      </a:cubicBezTo>
                      <a:cubicBezTo>
                        <a:pt x="84" y="57"/>
                        <a:pt x="81" y="64"/>
                        <a:pt x="81" y="64"/>
                      </a:cubicBezTo>
                      <a:cubicBezTo>
                        <a:pt x="80" y="66"/>
                        <a:pt x="80" y="64"/>
                        <a:pt x="78" y="67"/>
                      </a:cubicBezTo>
                      <a:cubicBezTo>
                        <a:pt x="77" y="70"/>
                        <a:pt x="78" y="68"/>
                        <a:pt x="76" y="70"/>
                      </a:cubicBezTo>
                      <a:cubicBezTo>
                        <a:pt x="74" y="67"/>
                        <a:pt x="72" y="66"/>
                        <a:pt x="72" y="62"/>
                      </a:cubicBezTo>
                      <a:cubicBezTo>
                        <a:pt x="72" y="61"/>
                        <a:pt x="75" y="55"/>
                        <a:pt x="76" y="54"/>
                      </a:cubicBezTo>
                      <a:cubicBezTo>
                        <a:pt x="75" y="51"/>
                        <a:pt x="75" y="48"/>
                        <a:pt x="72" y="48"/>
                      </a:cubicBezTo>
                      <a:cubicBezTo>
                        <a:pt x="71" y="48"/>
                        <a:pt x="70" y="49"/>
                        <a:pt x="70" y="49"/>
                      </a:cubicBezTo>
                      <a:cubicBezTo>
                        <a:pt x="70" y="55"/>
                        <a:pt x="67" y="55"/>
                        <a:pt x="63" y="57"/>
                      </a:cubicBezTo>
                      <a:cubicBezTo>
                        <a:pt x="62" y="56"/>
                        <a:pt x="60" y="55"/>
                        <a:pt x="59" y="55"/>
                      </a:cubicBezTo>
                      <a:cubicBezTo>
                        <a:pt x="58" y="55"/>
                        <a:pt x="56" y="57"/>
                        <a:pt x="56" y="57"/>
                      </a:cubicBezTo>
                      <a:cubicBezTo>
                        <a:pt x="58" y="60"/>
                        <a:pt x="59" y="60"/>
                        <a:pt x="61" y="64"/>
                      </a:cubicBezTo>
                      <a:cubicBezTo>
                        <a:pt x="61" y="66"/>
                        <a:pt x="61" y="66"/>
                        <a:pt x="61" y="66"/>
                      </a:cubicBezTo>
                      <a:cubicBezTo>
                        <a:pt x="61" y="67"/>
                        <a:pt x="61" y="67"/>
                        <a:pt x="61" y="67"/>
                      </a:cubicBezTo>
                      <a:cubicBezTo>
                        <a:pt x="59" y="70"/>
                        <a:pt x="59" y="70"/>
                        <a:pt x="59" y="70"/>
                      </a:cubicBezTo>
                      <a:cubicBezTo>
                        <a:pt x="60" y="71"/>
                        <a:pt x="58" y="71"/>
                        <a:pt x="61" y="71"/>
                      </a:cubicBezTo>
                      <a:cubicBezTo>
                        <a:pt x="64" y="71"/>
                        <a:pt x="66" y="72"/>
                        <a:pt x="68" y="74"/>
                      </a:cubicBezTo>
                      <a:cubicBezTo>
                        <a:pt x="68" y="75"/>
                        <a:pt x="68" y="75"/>
                        <a:pt x="68" y="75"/>
                      </a:cubicBezTo>
                      <a:cubicBezTo>
                        <a:pt x="68" y="78"/>
                        <a:pt x="68" y="78"/>
                        <a:pt x="68" y="78"/>
                      </a:cubicBezTo>
                      <a:cubicBezTo>
                        <a:pt x="68" y="82"/>
                        <a:pt x="58" y="85"/>
                        <a:pt x="55" y="86"/>
                      </a:cubicBezTo>
                      <a:cubicBezTo>
                        <a:pt x="50" y="88"/>
                        <a:pt x="44" y="91"/>
                        <a:pt x="40" y="92"/>
                      </a:cubicBezTo>
                      <a:cubicBezTo>
                        <a:pt x="36" y="94"/>
                        <a:pt x="35" y="94"/>
                        <a:pt x="32" y="96"/>
                      </a:cubicBezTo>
                      <a:cubicBezTo>
                        <a:pt x="29" y="97"/>
                        <a:pt x="27" y="97"/>
                        <a:pt x="24" y="99"/>
                      </a:cubicBezTo>
                      <a:cubicBezTo>
                        <a:pt x="20" y="101"/>
                        <a:pt x="13" y="104"/>
                        <a:pt x="9" y="104"/>
                      </a:cubicBezTo>
                      <a:cubicBezTo>
                        <a:pt x="3" y="105"/>
                        <a:pt x="3" y="105"/>
                        <a:pt x="3" y="105"/>
                      </a:cubicBezTo>
                      <a:cubicBezTo>
                        <a:pt x="1" y="105"/>
                        <a:pt x="1" y="106"/>
                        <a:pt x="0" y="107"/>
                      </a:cubicBezTo>
                      <a:cubicBezTo>
                        <a:pt x="0" y="108"/>
                        <a:pt x="0" y="111"/>
                        <a:pt x="2" y="112"/>
                      </a:cubicBezTo>
                      <a:cubicBezTo>
                        <a:pt x="4" y="114"/>
                        <a:pt x="3" y="114"/>
                        <a:pt x="5" y="115"/>
                      </a:cubicBezTo>
                      <a:cubicBezTo>
                        <a:pt x="6" y="116"/>
                        <a:pt x="12" y="119"/>
                        <a:pt x="14" y="120"/>
                      </a:cubicBezTo>
                      <a:cubicBezTo>
                        <a:pt x="15" y="119"/>
                        <a:pt x="15" y="119"/>
                        <a:pt x="17" y="119"/>
                      </a:cubicBezTo>
                      <a:cubicBezTo>
                        <a:pt x="20" y="119"/>
                        <a:pt x="30" y="110"/>
                        <a:pt x="32" y="108"/>
                      </a:cubicBezTo>
                      <a:cubicBezTo>
                        <a:pt x="36" y="104"/>
                        <a:pt x="42" y="101"/>
                        <a:pt x="47" y="98"/>
                      </a:cubicBezTo>
                      <a:cubicBezTo>
                        <a:pt x="50" y="96"/>
                        <a:pt x="52" y="95"/>
                        <a:pt x="55" y="93"/>
                      </a:cubicBezTo>
                      <a:cubicBezTo>
                        <a:pt x="57" y="92"/>
                        <a:pt x="58" y="92"/>
                        <a:pt x="59" y="91"/>
                      </a:cubicBezTo>
                      <a:cubicBezTo>
                        <a:pt x="61" y="90"/>
                        <a:pt x="61" y="90"/>
                        <a:pt x="63" y="89"/>
                      </a:cubicBezTo>
                      <a:cubicBezTo>
                        <a:pt x="68" y="87"/>
                        <a:pt x="74" y="80"/>
                        <a:pt x="79" y="80"/>
                      </a:cubicBezTo>
                      <a:cubicBezTo>
                        <a:pt x="81" y="80"/>
                        <a:pt x="82" y="82"/>
                        <a:pt x="82" y="83"/>
                      </a:cubicBezTo>
                      <a:cubicBezTo>
                        <a:pt x="82" y="85"/>
                        <a:pt x="82" y="85"/>
                        <a:pt x="82" y="85"/>
                      </a:cubicBezTo>
                      <a:cubicBezTo>
                        <a:pt x="82" y="86"/>
                        <a:pt x="82" y="86"/>
                        <a:pt x="82" y="86"/>
                      </a:cubicBezTo>
                      <a:cubicBezTo>
                        <a:pt x="80" y="90"/>
                        <a:pt x="79" y="89"/>
                        <a:pt x="78" y="93"/>
                      </a:cubicBezTo>
                      <a:cubicBezTo>
                        <a:pt x="75" y="94"/>
                        <a:pt x="75" y="94"/>
                        <a:pt x="74" y="97"/>
                      </a:cubicBezTo>
                      <a:cubicBezTo>
                        <a:pt x="69" y="98"/>
                        <a:pt x="71" y="99"/>
                        <a:pt x="67" y="101"/>
                      </a:cubicBezTo>
                      <a:cubicBezTo>
                        <a:pt x="63" y="103"/>
                        <a:pt x="63" y="103"/>
                        <a:pt x="61" y="107"/>
                      </a:cubicBezTo>
                      <a:cubicBezTo>
                        <a:pt x="61" y="110"/>
                        <a:pt x="64" y="114"/>
                        <a:pt x="64" y="117"/>
                      </a:cubicBezTo>
                      <a:cubicBezTo>
                        <a:pt x="64" y="118"/>
                        <a:pt x="64" y="118"/>
                        <a:pt x="64" y="118"/>
                      </a:cubicBezTo>
                      <a:cubicBezTo>
                        <a:pt x="64" y="119"/>
                        <a:pt x="64" y="119"/>
                        <a:pt x="64" y="119"/>
                      </a:cubicBezTo>
                      <a:cubicBezTo>
                        <a:pt x="61" y="123"/>
                        <a:pt x="60" y="125"/>
                        <a:pt x="55" y="126"/>
                      </a:cubicBezTo>
                      <a:cubicBezTo>
                        <a:pt x="51" y="127"/>
                        <a:pt x="43" y="129"/>
                        <a:pt x="41" y="129"/>
                      </a:cubicBezTo>
                      <a:cubicBezTo>
                        <a:pt x="40" y="129"/>
                        <a:pt x="40" y="129"/>
                        <a:pt x="40" y="129"/>
                      </a:cubicBezTo>
                      <a:cubicBezTo>
                        <a:pt x="32" y="130"/>
                        <a:pt x="32" y="130"/>
                        <a:pt x="32" y="130"/>
                      </a:cubicBezTo>
                      <a:cubicBezTo>
                        <a:pt x="30" y="130"/>
                        <a:pt x="30" y="130"/>
                        <a:pt x="30" y="130"/>
                      </a:cubicBezTo>
                      <a:cubicBezTo>
                        <a:pt x="27" y="132"/>
                        <a:pt x="27" y="132"/>
                        <a:pt x="27" y="132"/>
                      </a:cubicBezTo>
                      <a:cubicBezTo>
                        <a:pt x="30" y="136"/>
                        <a:pt x="30" y="138"/>
                        <a:pt x="35" y="141"/>
                      </a:cubicBezTo>
                      <a:cubicBezTo>
                        <a:pt x="36" y="141"/>
                        <a:pt x="36" y="141"/>
                        <a:pt x="36" y="141"/>
                      </a:cubicBezTo>
                      <a:cubicBezTo>
                        <a:pt x="38" y="141"/>
                        <a:pt x="38" y="141"/>
                        <a:pt x="38" y="141"/>
                      </a:cubicBezTo>
                      <a:cubicBezTo>
                        <a:pt x="39" y="141"/>
                        <a:pt x="39" y="141"/>
                        <a:pt x="39" y="141"/>
                      </a:cubicBezTo>
                      <a:cubicBezTo>
                        <a:pt x="43" y="138"/>
                        <a:pt x="51" y="133"/>
                        <a:pt x="56" y="133"/>
                      </a:cubicBezTo>
                      <a:cubicBezTo>
                        <a:pt x="58" y="133"/>
                        <a:pt x="58" y="133"/>
                        <a:pt x="58" y="133"/>
                      </a:cubicBezTo>
                      <a:cubicBezTo>
                        <a:pt x="62" y="133"/>
                        <a:pt x="63" y="137"/>
                        <a:pt x="63" y="141"/>
                      </a:cubicBezTo>
                      <a:cubicBezTo>
                        <a:pt x="63" y="143"/>
                        <a:pt x="63" y="143"/>
                        <a:pt x="63" y="143"/>
                      </a:cubicBezTo>
                      <a:cubicBezTo>
                        <a:pt x="63" y="150"/>
                        <a:pt x="60" y="152"/>
                        <a:pt x="56" y="154"/>
                      </a:cubicBezTo>
                      <a:cubicBezTo>
                        <a:pt x="55" y="154"/>
                        <a:pt x="55" y="154"/>
                        <a:pt x="55" y="154"/>
                      </a:cubicBezTo>
                      <a:cubicBezTo>
                        <a:pt x="53" y="154"/>
                        <a:pt x="53" y="154"/>
                        <a:pt x="53" y="154"/>
                      </a:cubicBezTo>
                      <a:cubicBezTo>
                        <a:pt x="52" y="154"/>
                        <a:pt x="52" y="154"/>
                        <a:pt x="51" y="153"/>
                      </a:cubicBezTo>
                      <a:cubicBezTo>
                        <a:pt x="50" y="154"/>
                        <a:pt x="50" y="154"/>
                        <a:pt x="49" y="154"/>
                      </a:cubicBezTo>
                      <a:cubicBezTo>
                        <a:pt x="47" y="154"/>
                        <a:pt x="47" y="154"/>
                        <a:pt x="47" y="154"/>
                      </a:cubicBezTo>
                      <a:cubicBezTo>
                        <a:pt x="47" y="155"/>
                        <a:pt x="46" y="155"/>
                        <a:pt x="46" y="156"/>
                      </a:cubicBezTo>
                      <a:cubicBezTo>
                        <a:pt x="46" y="158"/>
                        <a:pt x="53" y="165"/>
                        <a:pt x="55" y="166"/>
                      </a:cubicBezTo>
                      <a:cubicBezTo>
                        <a:pt x="56" y="166"/>
                        <a:pt x="56" y="166"/>
                        <a:pt x="56" y="166"/>
                      </a:cubicBezTo>
                      <a:cubicBezTo>
                        <a:pt x="61" y="166"/>
                        <a:pt x="61" y="166"/>
                        <a:pt x="61" y="166"/>
                      </a:cubicBezTo>
                      <a:cubicBezTo>
                        <a:pt x="66" y="166"/>
                        <a:pt x="69" y="163"/>
                        <a:pt x="71" y="160"/>
                      </a:cubicBezTo>
                      <a:cubicBezTo>
                        <a:pt x="74" y="155"/>
                        <a:pt x="74" y="151"/>
                        <a:pt x="76" y="148"/>
                      </a:cubicBezTo>
                      <a:cubicBezTo>
                        <a:pt x="75" y="146"/>
                        <a:pt x="75" y="148"/>
                        <a:pt x="75" y="146"/>
                      </a:cubicBezTo>
                      <a:cubicBezTo>
                        <a:pt x="75" y="138"/>
                        <a:pt x="75" y="138"/>
                        <a:pt x="75" y="138"/>
                      </a:cubicBezTo>
                      <a:cubicBezTo>
                        <a:pt x="75" y="130"/>
                        <a:pt x="74" y="128"/>
                        <a:pt x="80" y="124"/>
                      </a:cubicBezTo>
                      <a:cubicBezTo>
                        <a:pt x="81" y="124"/>
                        <a:pt x="81" y="124"/>
                        <a:pt x="81" y="124"/>
                      </a:cubicBezTo>
                      <a:cubicBezTo>
                        <a:pt x="90" y="124"/>
                        <a:pt x="90" y="127"/>
                        <a:pt x="94" y="120"/>
                      </a:cubicBezTo>
                      <a:cubicBezTo>
                        <a:pt x="92" y="117"/>
                        <a:pt x="91" y="116"/>
                        <a:pt x="88" y="115"/>
                      </a:cubicBezTo>
                      <a:cubicBezTo>
                        <a:pt x="86" y="116"/>
                        <a:pt x="84" y="117"/>
                        <a:pt x="81" y="117"/>
                      </a:cubicBezTo>
                      <a:cubicBezTo>
                        <a:pt x="79" y="117"/>
                        <a:pt x="79" y="117"/>
                        <a:pt x="79" y="117"/>
                      </a:cubicBezTo>
                      <a:cubicBezTo>
                        <a:pt x="77" y="116"/>
                        <a:pt x="72" y="109"/>
                        <a:pt x="72" y="107"/>
                      </a:cubicBezTo>
                      <a:cubicBezTo>
                        <a:pt x="72" y="105"/>
                        <a:pt x="72" y="105"/>
                        <a:pt x="72" y="105"/>
                      </a:cubicBezTo>
                      <a:cubicBezTo>
                        <a:pt x="72" y="99"/>
                        <a:pt x="75" y="100"/>
                        <a:pt x="78" y="96"/>
                      </a:cubicBezTo>
                      <a:cubicBezTo>
                        <a:pt x="80" y="96"/>
                        <a:pt x="80" y="96"/>
                        <a:pt x="80" y="96"/>
                      </a:cubicBezTo>
                      <a:cubicBezTo>
                        <a:pt x="82" y="93"/>
                        <a:pt x="89" y="90"/>
                        <a:pt x="92" y="89"/>
                      </a:cubicBezTo>
                      <a:cubicBezTo>
                        <a:pt x="95" y="87"/>
                        <a:pt x="101" y="83"/>
                        <a:pt x="101" y="80"/>
                      </a:cubicBezTo>
                      <a:cubicBezTo>
                        <a:pt x="101" y="77"/>
                        <a:pt x="101" y="79"/>
                        <a:pt x="102" y="78"/>
                      </a:cubicBezTo>
                      <a:cubicBezTo>
                        <a:pt x="101" y="77"/>
                        <a:pt x="101" y="79"/>
                        <a:pt x="101" y="77"/>
                      </a:cubicBezTo>
                      <a:cubicBezTo>
                        <a:pt x="101" y="73"/>
                        <a:pt x="96" y="64"/>
                        <a:pt x="95" y="61"/>
                      </a:cubicBezTo>
                      <a:cubicBezTo>
                        <a:pt x="95" y="61"/>
                        <a:pt x="101" y="55"/>
                        <a:pt x="102" y="55"/>
                      </a:cubicBezTo>
                      <a:cubicBezTo>
                        <a:pt x="104" y="52"/>
                        <a:pt x="106" y="51"/>
                        <a:pt x="109" y="48"/>
                      </a:cubicBezTo>
                      <a:cubicBezTo>
                        <a:pt x="110" y="47"/>
                        <a:pt x="112" y="46"/>
                        <a:pt x="113" y="45"/>
                      </a:cubicBezTo>
                      <a:cubicBezTo>
                        <a:pt x="114" y="44"/>
                        <a:pt x="115" y="43"/>
                        <a:pt x="116" y="42"/>
                      </a:cubicBezTo>
                      <a:cubicBezTo>
                        <a:pt x="118" y="39"/>
                        <a:pt x="118" y="35"/>
                        <a:pt x="121" y="34"/>
                      </a:cubicBezTo>
                      <a:cubicBezTo>
                        <a:pt x="121" y="32"/>
                        <a:pt x="121" y="32"/>
                        <a:pt x="121" y="32"/>
                      </a:cubicBezTo>
                      <a:cubicBezTo>
                        <a:pt x="121" y="27"/>
                        <a:pt x="123" y="30"/>
                        <a:pt x="120" y="24"/>
                      </a:cubicBezTo>
                      <a:cubicBezTo>
                        <a:pt x="118" y="20"/>
                        <a:pt x="118" y="20"/>
                        <a:pt x="116" y="17"/>
                      </a:cubicBezTo>
                      <a:cubicBezTo>
                        <a:pt x="113" y="17"/>
                        <a:pt x="113" y="17"/>
                        <a:pt x="113" y="17"/>
                      </a:cubicBezTo>
                      <a:cubicBezTo>
                        <a:pt x="111" y="17"/>
                        <a:pt x="105" y="19"/>
                        <a:pt x="104" y="20"/>
                      </a:cubicBezTo>
                      <a:cubicBezTo>
                        <a:pt x="101" y="23"/>
                        <a:pt x="102" y="23"/>
                        <a:pt x="96" y="24"/>
                      </a:cubicBezTo>
                      <a:lnTo>
                        <a:pt x="93" y="2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51" name="íṥḻiďê"/>
                <p:cNvSpPr/>
                <p:nvPr/>
              </p:nvSpPr>
              <p:spPr bwMode="auto">
                <a:xfrm>
                  <a:off x="5159376" y="3357563"/>
                  <a:ext cx="117475" cy="366713"/>
                </a:xfrm>
                <a:custGeom>
                  <a:avLst/>
                  <a:gdLst>
                    <a:gd name="T0" fmla="*/ 23 w 36"/>
                    <a:gd name="T1" fmla="*/ 14 h 110"/>
                    <a:gd name="T2" fmla="*/ 23 w 36"/>
                    <a:gd name="T3" fmla="*/ 12 h 110"/>
                    <a:gd name="T4" fmla="*/ 18 w 36"/>
                    <a:gd name="T5" fmla="*/ 6 h 110"/>
                    <a:gd name="T6" fmla="*/ 13 w 36"/>
                    <a:gd name="T7" fmla="*/ 0 h 110"/>
                    <a:gd name="T8" fmla="*/ 11 w 36"/>
                    <a:gd name="T9" fmla="*/ 4 h 110"/>
                    <a:gd name="T10" fmla="*/ 13 w 36"/>
                    <a:gd name="T11" fmla="*/ 16 h 110"/>
                    <a:gd name="T12" fmla="*/ 12 w 36"/>
                    <a:gd name="T13" fmla="*/ 34 h 110"/>
                    <a:gd name="T14" fmla="*/ 7 w 36"/>
                    <a:gd name="T15" fmla="*/ 65 h 110"/>
                    <a:gd name="T16" fmla="*/ 3 w 36"/>
                    <a:gd name="T17" fmla="*/ 80 h 110"/>
                    <a:gd name="T18" fmla="*/ 0 w 36"/>
                    <a:gd name="T19" fmla="*/ 95 h 110"/>
                    <a:gd name="T20" fmla="*/ 0 w 36"/>
                    <a:gd name="T21" fmla="*/ 98 h 110"/>
                    <a:gd name="T22" fmla="*/ 0 w 36"/>
                    <a:gd name="T23" fmla="*/ 100 h 110"/>
                    <a:gd name="T24" fmla="*/ 4 w 36"/>
                    <a:gd name="T25" fmla="*/ 105 h 110"/>
                    <a:gd name="T26" fmla="*/ 9 w 36"/>
                    <a:gd name="T27" fmla="*/ 110 h 110"/>
                    <a:gd name="T28" fmla="*/ 15 w 36"/>
                    <a:gd name="T29" fmla="*/ 104 h 110"/>
                    <a:gd name="T30" fmla="*/ 18 w 36"/>
                    <a:gd name="T31" fmla="*/ 96 h 110"/>
                    <a:gd name="T32" fmla="*/ 18 w 36"/>
                    <a:gd name="T33" fmla="*/ 90 h 110"/>
                    <a:gd name="T34" fmla="*/ 21 w 36"/>
                    <a:gd name="T35" fmla="*/ 71 h 110"/>
                    <a:gd name="T36" fmla="*/ 25 w 36"/>
                    <a:gd name="T37" fmla="*/ 53 h 110"/>
                    <a:gd name="T38" fmla="*/ 30 w 36"/>
                    <a:gd name="T39" fmla="*/ 36 h 110"/>
                    <a:gd name="T40" fmla="*/ 35 w 36"/>
                    <a:gd name="T41" fmla="*/ 20 h 110"/>
                    <a:gd name="T42" fmla="*/ 33 w 36"/>
                    <a:gd name="T43" fmla="*/ 20 h 110"/>
                    <a:gd name="T44" fmla="*/ 30 w 36"/>
                    <a:gd name="T45" fmla="*/ 22 h 110"/>
                    <a:gd name="T46" fmla="*/ 23 w 36"/>
                    <a:gd name="T47" fmla="*/ 17 h 110"/>
                    <a:gd name="T48" fmla="*/ 23 w 36"/>
                    <a:gd name="T49" fmla="*/ 15 h 110"/>
                    <a:gd name="T50" fmla="*/ 23 w 36"/>
                    <a:gd name="T51" fmla="*/ 14 h 1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6" h="110">
                      <a:moveTo>
                        <a:pt x="23" y="14"/>
                      </a:moveTo>
                      <a:cubicBezTo>
                        <a:pt x="23" y="12"/>
                        <a:pt x="23" y="12"/>
                        <a:pt x="23" y="12"/>
                      </a:cubicBezTo>
                      <a:cubicBezTo>
                        <a:pt x="21" y="8"/>
                        <a:pt x="22" y="9"/>
                        <a:pt x="18" y="6"/>
                      </a:cubicBezTo>
                      <a:cubicBezTo>
                        <a:pt x="17" y="4"/>
                        <a:pt x="15" y="2"/>
                        <a:pt x="13" y="0"/>
                      </a:cubicBezTo>
                      <a:cubicBezTo>
                        <a:pt x="12" y="1"/>
                        <a:pt x="11" y="3"/>
                        <a:pt x="11" y="4"/>
                      </a:cubicBezTo>
                      <a:cubicBezTo>
                        <a:pt x="11" y="7"/>
                        <a:pt x="13" y="12"/>
                        <a:pt x="13" y="16"/>
                      </a:cubicBezTo>
                      <a:cubicBezTo>
                        <a:pt x="12" y="34"/>
                        <a:pt x="12" y="34"/>
                        <a:pt x="12" y="34"/>
                      </a:cubicBezTo>
                      <a:cubicBezTo>
                        <a:pt x="12" y="43"/>
                        <a:pt x="9" y="56"/>
                        <a:pt x="7" y="65"/>
                      </a:cubicBezTo>
                      <a:cubicBezTo>
                        <a:pt x="6" y="72"/>
                        <a:pt x="4" y="75"/>
                        <a:pt x="3" y="80"/>
                      </a:cubicBezTo>
                      <a:cubicBezTo>
                        <a:pt x="2" y="85"/>
                        <a:pt x="0" y="91"/>
                        <a:pt x="0" y="95"/>
                      </a:cubicBezTo>
                      <a:cubicBezTo>
                        <a:pt x="0" y="98"/>
                        <a:pt x="0" y="98"/>
                        <a:pt x="0" y="98"/>
                      </a:cubicBezTo>
                      <a:cubicBezTo>
                        <a:pt x="0" y="100"/>
                        <a:pt x="0" y="100"/>
                        <a:pt x="0" y="100"/>
                      </a:cubicBezTo>
                      <a:cubicBezTo>
                        <a:pt x="2" y="102"/>
                        <a:pt x="2" y="103"/>
                        <a:pt x="4" y="105"/>
                      </a:cubicBezTo>
                      <a:cubicBezTo>
                        <a:pt x="6" y="108"/>
                        <a:pt x="7" y="108"/>
                        <a:pt x="9" y="110"/>
                      </a:cubicBezTo>
                      <a:cubicBezTo>
                        <a:pt x="12" y="108"/>
                        <a:pt x="13" y="108"/>
                        <a:pt x="15" y="104"/>
                      </a:cubicBezTo>
                      <a:cubicBezTo>
                        <a:pt x="16" y="102"/>
                        <a:pt x="18" y="99"/>
                        <a:pt x="18" y="96"/>
                      </a:cubicBezTo>
                      <a:cubicBezTo>
                        <a:pt x="18" y="90"/>
                        <a:pt x="18" y="90"/>
                        <a:pt x="18" y="90"/>
                      </a:cubicBezTo>
                      <a:cubicBezTo>
                        <a:pt x="18" y="83"/>
                        <a:pt x="20" y="77"/>
                        <a:pt x="21" y="71"/>
                      </a:cubicBezTo>
                      <a:cubicBezTo>
                        <a:pt x="23" y="65"/>
                        <a:pt x="23" y="59"/>
                        <a:pt x="25" y="53"/>
                      </a:cubicBezTo>
                      <a:cubicBezTo>
                        <a:pt x="26" y="47"/>
                        <a:pt x="29" y="42"/>
                        <a:pt x="30" y="36"/>
                      </a:cubicBezTo>
                      <a:cubicBezTo>
                        <a:pt x="31" y="28"/>
                        <a:pt x="34" y="27"/>
                        <a:pt x="35" y="20"/>
                      </a:cubicBezTo>
                      <a:cubicBezTo>
                        <a:pt x="34" y="19"/>
                        <a:pt x="36" y="20"/>
                        <a:pt x="33" y="20"/>
                      </a:cubicBezTo>
                      <a:cubicBezTo>
                        <a:pt x="33" y="20"/>
                        <a:pt x="30" y="22"/>
                        <a:pt x="30" y="22"/>
                      </a:cubicBezTo>
                      <a:cubicBezTo>
                        <a:pt x="25" y="21"/>
                        <a:pt x="25" y="21"/>
                        <a:pt x="23" y="17"/>
                      </a:cubicBezTo>
                      <a:cubicBezTo>
                        <a:pt x="23" y="15"/>
                        <a:pt x="23" y="15"/>
                        <a:pt x="23" y="15"/>
                      </a:cubicBezTo>
                      <a:lnTo>
                        <a:pt x="23" y="14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grpSp>
            <p:nvGrpSpPr>
              <p:cNvPr id="125" name="ïšľîḍê"/>
              <p:cNvGrpSpPr/>
              <p:nvPr/>
            </p:nvGrpSpPr>
            <p:grpSpPr>
              <a:xfrm>
                <a:off x="4412452" y="3781425"/>
                <a:ext cx="2312689" cy="166461"/>
                <a:chOff x="6986588" y="3521075"/>
                <a:chExt cx="1654176" cy="119063"/>
              </a:xfrm>
            </p:grpSpPr>
            <p:sp>
              <p:nvSpPr>
                <p:cNvPr id="126" name="îṩľîḑê"/>
                <p:cNvSpPr/>
                <p:nvPr/>
              </p:nvSpPr>
              <p:spPr bwMode="auto">
                <a:xfrm>
                  <a:off x="6986588" y="3521075"/>
                  <a:ext cx="155575" cy="119063"/>
                </a:xfrm>
                <a:custGeom>
                  <a:avLst/>
                  <a:gdLst>
                    <a:gd name="T0" fmla="*/ 84 w 98"/>
                    <a:gd name="T1" fmla="*/ 0 h 75"/>
                    <a:gd name="T2" fmla="*/ 59 w 98"/>
                    <a:gd name="T3" fmla="*/ 52 h 75"/>
                    <a:gd name="T4" fmla="*/ 57 w 98"/>
                    <a:gd name="T5" fmla="*/ 0 h 75"/>
                    <a:gd name="T6" fmla="*/ 40 w 98"/>
                    <a:gd name="T7" fmla="*/ 0 h 75"/>
                    <a:gd name="T8" fmla="*/ 15 w 98"/>
                    <a:gd name="T9" fmla="*/ 52 h 75"/>
                    <a:gd name="T10" fmla="*/ 15 w 98"/>
                    <a:gd name="T11" fmla="*/ 0 h 75"/>
                    <a:gd name="T12" fmla="*/ 0 w 98"/>
                    <a:gd name="T13" fmla="*/ 0 h 75"/>
                    <a:gd name="T14" fmla="*/ 2 w 98"/>
                    <a:gd name="T15" fmla="*/ 75 h 75"/>
                    <a:gd name="T16" fmla="*/ 19 w 98"/>
                    <a:gd name="T17" fmla="*/ 75 h 75"/>
                    <a:gd name="T18" fmla="*/ 44 w 98"/>
                    <a:gd name="T19" fmla="*/ 21 h 75"/>
                    <a:gd name="T20" fmla="*/ 46 w 98"/>
                    <a:gd name="T21" fmla="*/ 75 h 75"/>
                    <a:gd name="T22" fmla="*/ 63 w 98"/>
                    <a:gd name="T23" fmla="*/ 75 h 75"/>
                    <a:gd name="T24" fmla="*/ 98 w 98"/>
                    <a:gd name="T25" fmla="*/ 0 h 75"/>
                    <a:gd name="T26" fmla="*/ 84 w 98"/>
                    <a:gd name="T27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98" h="75">
                      <a:moveTo>
                        <a:pt x="84" y="0"/>
                      </a:moveTo>
                      <a:lnTo>
                        <a:pt x="59" y="52"/>
                      </a:lnTo>
                      <a:lnTo>
                        <a:pt x="57" y="0"/>
                      </a:lnTo>
                      <a:lnTo>
                        <a:pt x="40" y="0"/>
                      </a:lnTo>
                      <a:lnTo>
                        <a:pt x="15" y="52"/>
                      </a:ln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2" y="75"/>
                      </a:lnTo>
                      <a:lnTo>
                        <a:pt x="19" y="75"/>
                      </a:lnTo>
                      <a:lnTo>
                        <a:pt x="44" y="21"/>
                      </a:lnTo>
                      <a:lnTo>
                        <a:pt x="46" y="75"/>
                      </a:lnTo>
                      <a:lnTo>
                        <a:pt x="63" y="75"/>
                      </a:lnTo>
                      <a:lnTo>
                        <a:pt x="98" y="0"/>
                      </a:lnTo>
                      <a:lnTo>
                        <a:pt x="8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27" name="îṩḷîde"/>
                <p:cNvSpPr/>
                <p:nvPr/>
              </p:nvSpPr>
              <p:spPr bwMode="auto">
                <a:xfrm>
                  <a:off x="7135813" y="3521075"/>
                  <a:ext cx="112713" cy="119063"/>
                </a:xfrm>
                <a:custGeom>
                  <a:avLst/>
                  <a:gdLst>
                    <a:gd name="T0" fmla="*/ 22 w 34"/>
                    <a:gd name="T1" fmla="*/ 20 h 36"/>
                    <a:gd name="T2" fmla="*/ 20 w 34"/>
                    <a:gd name="T3" fmla="*/ 26 h 36"/>
                    <a:gd name="T4" fmla="*/ 18 w 34"/>
                    <a:gd name="T5" fmla="*/ 29 h 36"/>
                    <a:gd name="T6" fmla="*/ 13 w 34"/>
                    <a:gd name="T7" fmla="*/ 30 h 36"/>
                    <a:gd name="T8" fmla="*/ 9 w 34"/>
                    <a:gd name="T9" fmla="*/ 29 h 36"/>
                    <a:gd name="T10" fmla="*/ 7 w 34"/>
                    <a:gd name="T11" fmla="*/ 25 h 36"/>
                    <a:gd name="T12" fmla="*/ 7 w 34"/>
                    <a:gd name="T13" fmla="*/ 24 h 36"/>
                    <a:gd name="T14" fmla="*/ 8 w 34"/>
                    <a:gd name="T15" fmla="*/ 19 h 36"/>
                    <a:gd name="T16" fmla="*/ 12 w 34"/>
                    <a:gd name="T17" fmla="*/ 0 h 36"/>
                    <a:gd name="T18" fmla="*/ 5 w 34"/>
                    <a:gd name="T19" fmla="*/ 0 h 36"/>
                    <a:gd name="T20" fmla="*/ 1 w 34"/>
                    <a:gd name="T21" fmla="*/ 19 h 36"/>
                    <a:gd name="T22" fmla="*/ 0 w 34"/>
                    <a:gd name="T23" fmla="*/ 23 h 36"/>
                    <a:gd name="T24" fmla="*/ 0 w 34"/>
                    <a:gd name="T25" fmla="*/ 25 h 36"/>
                    <a:gd name="T26" fmla="*/ 3 w 34"/>
                    <a:gd name="T27" fmla="*/ 33 h 36"/>
                    <a:gd name="T28" fmla="*/ 13 w 34"/>
                    <a:gd name="T29" fmla="*/ 36 h 36"/>
                    <a:gd name="T30" fmla="*/ 22 w 34"/>
                    <a:gd name="T31" fmla="*/ 34 h 36"/>
                    <a:gd name="T32" fmla="*/ 27 w 34"/>
                    <a:gd name="T33" fmla="*/ 29 h 36"/>
                    <a:gd name="T34" fmla="*/ 30 w 34"/>
                    <a:gd name="T35" fmla="*/ 20 h 36"/>
                    <a:gd name="T36" fmla="*/ 34 w 34"/>
                    <a:gd name="T37" fmla="*/ 0 h 36"/>
                    <a:gd name="T38" fmla="*/ 26 w 34"/>
                    <a:gd name="T39" fmla="*/ 0 h 36"/>
                    <a:gd name="T40" fmla="*/ 22 w 34"/>
                    <a:gd name="T41" fmla="*/ 2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34" h="36">
                      <a:moveTo>
                        <a:pt x="22" y="20"/>
                      </a:moveTo>
                      <a:cubicBezTo>
                        <a:pt x="22" y="23"/>
                        <a:pt x="21" y="25"/>
                        <a:pt x="20" y="26"/>
                      </a:cubicBezTo>
                      <a:cubicBezTo>
                        <a:pt x="20" y="28"/>
                        <a:pt x="19" y="29"/>
                        <a:pt x="18" y="29"/>
                      </a:cubicBezTo>
                      <a:cubicBezTo>
                        <a:pt x="17" y="30"/>
                        <a:pt x="15" y="30"/>
                        <a:pt x="13" y="30"/>
                      </a:cubicBezTo>
                      <a:cubicBezTo>
                        <a:pt x="11" y="30"/>
                        <a:pt x="10" y="30"/>
                        <a:pt x="9" y="29"/>
                      </a:cubicBezTo>
                      <a:cubicBezTo>
                        <a:pt x="8" y="28"/>
                        <a:pt x="7" y="27"/>
                        <a:pt x="7" y="25"/>
                      </a:cubicBezTo>
                      <a:cubicBezTo>
                        <a:pt x="7" y="25"/>
                        <a:pt x="7" y="25"/>
                        <a:pt x="7" y="24"/>
                      </a:cubicBezTo>
                      <a:cubicBezTo>
                        <a:pt x="8" y="19"/>
                        <a:pt x="8" y="19"/>
                        <a:pt x="8" y="19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1" y="19"/>
                        <a:pt x="1" y="19"/>
                        <a:pt x="1" y="19"/>
                      </a:cubicBezTo>
                      <a:cubicBezTo>
                        <a:pt x="1" y="21"/>
                        <a:pt x="0" y="23"/>
                        <a:pt x="0" y="23"/>
                      </a:cubicBezTo>
                      <a:cubicBezTo>
                        <a:pt x="0" y="24"/>
                        <a:pt x="0" y="25"/>
                        <a:pt x="0" y="25"/>
                      </a:cubicBezTo>
                      <a:cubicBezTo>
                        <a:pt x="0" y="29"/>
                        <a:pt x="1" y="31"/>
                        <a:pt x="3" y="33"/>
                      </a:cubicBezTo>
                      <a:cubicBezTo>
                        <a:pt x="6" y="35"/>
                        <a:pt x="9" y="36"/>
                        <a:pt x="13" y="36"/>
                      </a:cubicBezTo>
                      <a:cubicBezTo>
                        <a:pt x="16" y="36"/>
                        <a:pt x="19" y="36"/>
                        <a:pt x="22" y="34"/>
                      </a:cubicBezTo>
                      <a:cubicBezTo>
                        <a:pt x="24" y="33"/>
                        <a:pt x="25" y="31"/>
                        <a:pt x="27" y="29"/>
                      </a:cubicBezTo>
                      <a:cubicBezTo>
                        <a:pt x="28" y="27"/>
                        <a:pt x="29" y="24"/>
                        <a:pt x="30" y="20"/>
                      </a:cubicBezTo>
                      <a:cubicBezTo>
                        <a:pt x="34" y="0"/>
                        <a:pt x="34" y="0"/>
                        <a:pt x="34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lnTo>
                        <a:pt x="22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28" name="îṣḻîḑê"/>
                <p:cNvSpPr/>
                <p:nvPr/>
              </p:nvSpPr>
              <p:spPr bwMode="auto">
                <a:xfrm>
                  <a:off x="7248526" y="3521075"/>
                  <a:ext cx="114300" cy="119063"/>
                </a:xfrm>
                <a:custGeom>
                  <a:avLst/>
                  <a:gdLst>
                    <a:gd name="T0" fmla="*/ 58 w 72"/>
                    <a:gd name="T1" fmla="*/ 0 h 75"/>
                    <a:gd name="T2" fmla="*/ 52 w 72"/>
                    <a:gd name="T3" fmla="*/ 29 h 75"/>
                    <a:gd name="T4" fmla="*/ 22 w 72"/>
                    <a:gd name="T5" fmla="*/ 29 h 75"/>
                    <a:gd name="T6" fmla="*/ 29 w 72"/>
                    <a:gd name="T7" fmla="*/ 0 h 75"/>
                    <a:gd name="T8" fmla="*/ 14 w 72"/>
                    <a:gd name="T9" fmla="*/ 0 h 75"/>
                    <a:gd name="T10" fmla="*/ 0 w 72"/>
                    <a:gd name="T11" fmla="*/ 75 h 75"/>
                    <a:gd name="T12" fmla="*/ 14 w 72"/>
                    <a:gd name="T13" fmla="*/ 75 h 75"/>
                    <a:gd name="T14" fmla="*/ 20 w 72"/>
                    <a:gd name="T15" fmla="*/ 42 h 75"/>
                    <a:gd name="T16" fmla="*/ 50 w 72"/>
                    <a:gd name="T17" fmla="*/ 42 h 75"/>
                    <a:gd name="T18" fmla="*/ 43 w 72"/>
                    <a:gd name="T19" fmla="*/ 75 h 75"/>
                    <a:gd name="T20" fmla="*/ 58 w 72"/>
                    <a:gd name="T21" fmla="*/ 75 h 75"/>
                    <a:gd name="T22" fmla="*/ 72 w 72"/>
                    <a:gd name="T23" fmla="*/ 0 h 75"/>
                    <a:gd name="T24" fmla="*/ 58 w 72"/>
                    <a:gd name="T25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2" h="75">
                      <a:moveTo>
                        <a:pt x="58" y="0"/>
                      </a:moveTo>
                      <a:lnTo>
                        <a:pt x="52" y="29"/>
                      </a:lnTo>
                      <a:lnTo>
                        <a:pt x="22" y="29"/>
                      </a:lnTo>
                      <a:lnTo>
                        <a:pt x="29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lnTo>
                        <a:pt x="14" y="75"/>
                      </a:lnTo>
                      <a:lnTo>
                        <a:pt x="20" y="42"/>
                      </a:lnTo>
                      <a:lnTo>
                        <a:pt x="50" y="42"/>
                      </a:lnTo>
                      <a:lnTo>
                        <a:pt x="43" y="75"/>
                      </a:lnTo>
                      <a:lnTo>
                        <a:pt x="58" y="75"/>
                      </a:lnTo>
                      <a:lnTo>
                        <a:pt x="72" y="0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29" name="ïṥlíḑê"/>
                <p:cNvSpPr/>
                <p:nvPr/>
              </p:nvSpPr>
              <p:spPr bwMode="auto">
                <a:xfrm>
                  <a:off x="7356476" y="3521075"/>
                  <a:ext cx="112713" cy="119063"/>
                </a:xfrm>
                <a:custGeom>
                  <a:avLst/>
                  <a:gdLst>
                    <a:gd name="T0" fmla="*/ 42 w 71"/>
                    <a:gd name="T1" fmla="*/ 0 h 75"/>
                    <a:gd name="T2" fmla="*/ 0 w 71"/>
                    <a:gd name="T3" fmla="*/ 75 h 75"/>
                    <a:gd name="T4" fmla="*/ 15 w 71"/>
                    <a:gd name="T5" fmla="*/ 75 h 75"/>
                    <a:gd name="T6" fmla="*/ 23 w 71"/>
                    <a:gd name="T7" fmla="*/ 59 h 75"/>
                    <a:gd name="T8" fmla="*/ 54 w 71"/>
                    <a:gd name="T9" fmla="*/ 59 h 75"/>
                    <a:gd name="T10" fmla="*/ 56 w 71"/>
                    <a:gd name="T11" fmla="*/ 75 h 75"/>
                    <a:gd name="T12" fmla="*/ 71 w 71"/>
                    <a:gd name="T13" fmla="*/ 75 h 75"/>
                    <a:gd name="T14" fmla="*/ 58 w 71"/>
                    <a:gd name="T15" fmla="*/ 0 h 75"/>
                    <a:gd name="T16" fmla="*/ 42 w 71"/>
                    <a:gd name="T17" fmla="*/ 0 h 75"/>
                    <a:gd name="T18" fmla="*/ 29 w 71"/>
                    <a:gd name="T19" fmla="*/ 46 h 75"/>
                    <a:gd name="T20" fmla="*/ 48 w 71"/>
                    <a:gd name="T21" fmla="*/ 17 h 75"/>
                    <a:gd name="T22" fmla="*/ 52 w 71"/>
                    <a:gd name="T23" fmla="*/ 46 h 75"/>
                    <a:gd name="T24" fmla="*/ 29 w 71"/>
                    <a:gd name="T25" fmla="*/ 46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1" h="75">
                      <a:moveTo>
                        <a:pt x="42" y="0"/>
                      </a:moveTo>
                      <a:lnTo>
                        <a:pt x="0" y="75"/>
                      </a:lnTo>
                      <a:lnTo>
                        <a:pt x="15" y="75"/>
                      </a:lnTo>
                      <a:lnTo>
                        <a:pt x="23" y="59"/>
                      </a:lnTo>
                      <a:lnTo>
                        <a:pt x="54" y="59"/>
                      </a:lnTo>
                      <a:lnTo>
                        <a:pt x="56" y="75"/>
                      </a:lnTo>
                      <a:lnTo>
                        <a:pt x="71" y="75"/>
                      </a:lnTo>
                      <a:lnTo>
                        <a:pt x="58" y="0"/>
                      </a:lnTo>
                      <a:lnTo>
                        <a:pt x="42" y="0"/>
                      </a:lnTo>
                      <a:close/>
                      <a:moveTo>
                        <a:pt x="29" y="46"/>
                      </a:moveTo>
                      <a:lnTo>
                        <a:pt x="48" y="17"/>
                      </a:lnTo>
                      <a:lnTo>
                        <a:pt x="52" y="46"/>
                      </a:lnTo>
                      <a:lnTo>
                        <a:pt x="29" y="4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30" name="îş1íḋe"/>
                <p:cNvSpPr/>
                <p:nvPr/>
              </p:nvSpPr>
              <p:spPr bwMode="auto">
                <a:xfrm>
                  <a:off x="7481888" y="3521075"/>
                  <a:ext cx="119063" cy="119063"/>
                </a:xfrm>
                <a:custGeom>
                  <a:avLst/>
                  <a:gdLst>
                    <a:gd name="T0" fmla="*/ 50 w 75"/>
                    <a:gd name="T1" fmla="*/ 50 h 75"/>
                    <a:gd name="T2" fmla="*/ 31 w 75"/>
                    <a:gd name="T3" fmla="*/ 0 h 75"/>
                    <a:gd name="T4" fmla="*/ 17 w 75"/>
                    <a:gd name="T5" fmla="*/ 0 h 75"/>
                    <a:gd name="T6" fmla="*/ 0 w 75"/>
                    <a:gd name="T7" fmla="*/ 75 h 75"/>
                    <a:gd name="T8" fmla="*/ 15 w 75"/>
                    <a:gd name="T9" fmla="*/ 75 h 75"/>
                    <a:gd name="T10" fmla="*/ 25 w 75"/>
                    <a:gd name="T11" fmla="*/ 25 h 75"/>
                    <a:gd name="T12" fmla="*/ 46 w 75"/>
                    <a:gd name="T13" fmla="*/ 75 h 75"/>
                    <a:gd name="T14" fmla="*/ 58 w 75"/>
                    <a:gd name="T15" fmla="*/ 75 h 75"/>
                    <a:gd name="T16" fmla="*/ 75 w 75"/>
                    <a:gd name="T17" fmla="*/ 0 h 75"/>
                    <a:gd name="T18" fmla="*/ 61 w 75"/>
                    <a:gd name="T19" fmla="*/ 0 h 75"/>
                    <a:gd name="T20" fmla="*/ 50 w 75"/>
                    <a:gd name="T21" fmla="*/ 5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5" h="75">
                      <a:moveTo>
                        <a:pt x="50" y="50"/>
                      </a:moveTo>
                      <a:lnTo>
                        <a:pt x="31" y="0"/>
                      </a:lnTo>
                      <a:lnTo>
                        <a:pt x="17" y="0"/>
                      </a:lnTo>
                      <a:lnTo>
                        <a:pt x="0" y="75"/>
                      </a:lnTo>
                      <a:lnTo>
                        <a:pt x="15" y="75"/>
                      </a:lnTo>
                      <a:lnTo>
                        <a:pt x="25" y="25"/>
                      </a:lnTo>
                      <a:lnTo>
                        <a:pt x="46" y="75"/>
                      </a:lnTo>
                      <a:lnTo>
                        <a:pt x="58" y="75"/>
                      </a:lnTo>
                      <a:lnTo>
                        <a:pt x="75" y="0"/>
                      </a:lnTo>
                      <a:lnTo>
                        <a:pt x="61" y="0"/>
                      </a:lnTo>
                      <a:lnTo>
                        <a:pt x="50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31" name="îş1ïḋe"/>
                <p:cNvSpPr/>
                <p:nvPr/>
              </p:nvSpPr>
              <p:spPr bwMode="auto">
                <a:xfrm>
                  <a:off x="7653338" y="3521075"/>
                  <a:ext cx="112713" cy="119063"/>
                </a:xfrm>
                <a:custGeom>
                  <a:avLst/>
                  <a:gdLst>
                    <a:gd name="T0" fmla="*/ 22 w 34"/>
                    <a:gd name="T1" fmla="*/ 20 h 36"/>
                    <a:gd name="T2" fmla="*/ 20 w 34"/>
                    <a:gd name="T3" fmla="*/ 26 h 36"/>
                    <a:gd name="T4" fmla="*/ 18 w 34"/>
                    <a:gd name="T5" fmla="*/ 29 h 36"/>
                    <a:gd name="T6" fmla="*/ 13 w 34"/>
                    <a:gd name="T7" fmla="*/ 30 h 36"/>
                    <a:gd name="T8" fmla="*/ 9 w 34"/>
                    <a:gd name="T9" fmla="*/ 29 h 36"/>
                    <a:gd name="T10" fmla="*/ 7 w 34"/>
                    <a:gd name="T11" fmla="*/ 25 h 36"/>
                    <a:gd name="T12" fmla="*/ 7 w 34"/>
                    <a:gd name="T13" fmla="*/ 24 h 36"/>
                    <a:gd name="T14" fmla="*/ 8 w 34"/>
                    <a:gd name="T15" fmla="*/ 19 h 36"/>
                    <a:gd name="T16" fmla="*/ 12 w 34"/>
                    <a:gd name="T17" fmla="*/ 0 h 36"/>
                    <a:gd name="T18" fmla="*/ 5 w 34"/>
                    <a:gd name="T19" fmla="*/ 0 h 36"/>
                    <a:gd name="T20" fmla="*/ 1 w 34"/>
                    <a:gd name="T21" fmla="*/ 19 h 36"/>
                    <a:gd name="T22" fmla="*/ 0 w 34"/>
                    <a:gd name="T23" fmla="*/ 23 h 36"/>
                    <a:gd name="T24" fmla="*/ 0 w 34"/>
                    <a:gd name="T25" fmla="*/ 25 h 36"/>
                    <a:gd name="T26" fmla="*/ 3 w 34"/>
                    <a:gd name="T27" fmla="*/ 33 h 36"/>
                    <a:gd name="T28" fmla="*/ 13 w 34"/>
                    <a:gd name="T29" fmla="*/ 36 h 36"/>
                    <a:gd name="T30" fmla="*/ 22 w 34"/>
                    <a:gd name="T31" fmla="*/ 34 h 36"/>
                    <a:gd name="T32" fmla="*/ 27 w 34"/>
                    <a:gd name="T33" fmla="*/ 29 h 36"/>
                    <a:gd name="T34" fmla="*/ 30 w 34"/>
                    <a:gd name="T35" fmla="*/ 20 h 36"/>
                    <a:gd name="T36" fmla="*/ 34 w 34"/>
                    <a:gd name="T37" fmla="*/ 0 h 36"/>
                    <a:gd name="T38" fmla="*/ 26 w 34"/>
                    <a:gd name="T39" fmla="*/ 0 h 36"/>
                    <a:gd name="T40" fmla="*/ 22 w 34"/>
                    <a:gd name="T41" fmla="*/ 2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34" h="36">
                      <a:moveTo>
                        <a:pt x="22" y="20"/>
                      </a:moveTo>
                      <a:cubicBezTo>
                        <a:pt x="22" y="23"/>
                        <a:pt x="21" y="25"/>
                        <a:pt x="20" y="26"/>
                      </a:cubicBezTo>
                      <a:cubicBezTo>
                        <a:pt x="20" y="28"/>
                        <a:pt x="19" y="29"/>
                        <a:pt x="18" y="29"/>
                      </a:cubicBezTo>
                      <a:cubicBezTo>
                        <a:pt x="17" y="30"/>
                        <a:pt x="15" y="30"/>
                        <a:pt x="13" y="30"/>
                      </a:cubicBezTo>
                      <a:cubicBezTo>
                        <a:pt x="11" y="30"/>
                        <a:pt x="10" y="30"/>
                        <a:pt x="9" y="29"/>
                      </a:cubicBezTo>
                      <a:cubicBezTo>
                        <a:pt x="8" y="28"/>
                        <a:pt x="7" y="27"/>
                        <a:pt x="7" y="25"/>
                      </a:cubicBezTo>
                      <a:cubicBezTo>
                        <a:pt x="7" y="25"/>
                        <a:pt x="7" y="25"/>
                        <a:pt x="7" y="24"/>
                      </a:cubicBezTo>
                      <a:cubicBezTo>
                        <a:pt x="8" y="19"/>
                        <a:pt x="8" y="19"/>
                        <a:pt x="8" y="19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1" y="19"/>
                        <a:pt x="1" y="19"/>
                        <a:pt x="1" y="19"/>
                      </a:cubicBezTo>
                      <a:cubicBezTo>
                        <a:pt x="1" y="21"/>
                        <a:pt x="0" y="23"/>
                        <a:pt x="0" y="23"/>
                      </a:cubicBezTo>
                      <a:cubicBezTo>
                        <a:pt x="0" y="24"/>
                        <a:pt x="0" y="25"/>
                        <a:pt x="0" y="25"/>
                      </a:cubicBezTo>
                      <a:cubicBezTo>
                        <a:pt x="0" y="29"/>
                        <a:pt x="1" y="31"/>
                        <a:pt x="3" y="33"/>
                      </a:cubicBezTo>
                      <a:cubicBezTo>
                        <a:pt x="6" y="35"/>
                        <a:pt x="9" y="36"/>
                        <a:pt x="13" y="36"/>
                      </a:cubicBezTo>
                      <a:cubicBezTo>
                        <a:pt x="16" y="36"/>
                        <a:pt x="19" y="36"/>
                        <a:pt x="22" y="34"/>
                      </a:cubicBezTo>
                      <a:cubicBezTo>
                        <a:pt x="24" y="33"/>
                        <a:pt x="25" y="31"/>
                        <a:pt x="27" y="29"/>
                      </a:cubicBezTo>
                      <a:cubicBezTo>
                        <a:pt x="28" y="27"/>
                        <a:pt x="29" y="24"/>
                        <a:pt x="30" y="20"/>
                      </a:cubicBezTo>
                      <a:cubicBezTo>
                        <a:pt x="34" y="0"/>
                        <a:pt x="34" y="0"/>
                        <a:pt x="34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lnTo>
                        <a:pt x="22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32" name="íšlídè"/>
                <p:cNvSpPr/>
                <p:nvPr/>
              </p:nvSpPr>
              <p:spPr bwMode="auto">
                <a:xfrm>
                  <a:off x="7766051" y="3521075"/>
                  <a:ext cx="115888" cy="119063"/>
                </a:xfrm>
                <a:custGeom>
                  <a:avLst/>
                  <a:gdLst>
                    <a:gd name="T0" fmla="*/ 58 w 73"/>
                    <a:gd name="T1" fmla="*/ 0 h 75"/>
                    <a:gd name="T2" fmla="*/ 50 w 73"/>
                    <a:gd name="T3" fmla="*/ 50 h 75"/>
                    <a:gd name="T4" fmla="*/ 29 w 73"/>
                    <a:gd name="T5" fmla="*/ 0 h 75"/>
                    <a:gd name="T6" fmla="*/ 15 w 73"/>
                    <a:gd name="T7" fmla="*/ 0 h 75"/>
                    <a:gd name="T8" fmla="*/ 0 w 73"/>
                    <a:gd name="T9" fmla="*/ 75 h 75"/>
                    <a:gd name="T10" fmla="*/ 13 w 73"/>
                    <a:gd name="T11" fmla="*/ 75 h 75"/>
                    <a:gd name="T12" fmla="*/ 23 w 73"/>
                    <a:gd name="T13" fmla="*/ 25 h 75"/>
                    <a:gd name="T14" fmla="*/ 44 w 73"/>
                    <a:gd name="T15" fmla="*/ 75 h 75"/>
                    <a:gd name="T16" fmla="*/ 58 w 73"/>
                    <a:gd name="T17" fmla="*/ 75 h 75"/>
                    <a:gd name="T18" fmla="*/ 73 w 73"/>
                    <a:gd name="T19" fmla="*/ 0 h 75"/>
                    <a:gd name="T20" fmla="*/ 58 w 73"/>
                    <a:gd name="T21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3" h="75">
                      <a:moveTo>
                        <a:pt x="58" y="0"/>
                      </a:moveTo>
                      <a:lnTo>
                        <a:pt x="50" y="50"/>
                      </a:lnTo>
                      <a:lnTo>
                        <a:pt x="29" y="0"/>
                      </a:lnTo>
                      <a:lnTo>
                        <a:pt x="15" y="0"/>
                      </a:lnTo>
                      <a:lnTo>
                        <a:pt x="0" y="75"/>
                      </a:lnTo>
                      <a:lnTo>
                        <a:pt x="13" y="75"/>
                      </a:lnTo>
                      <a:lnTo>
                        <a:pt x="23" y="25"/>
                      </a:lnTo>
                      <a:lnTo>
                        <a:pt x="44" y="75"/>
                      </a:lnTo>
                      <a:lnTo>
                        <a:pt x="58" y="75"/>
                      </a:lnTo>
                      <a:lnTo>
                        <a:pt x="73" y="0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33" name="îṣḻîďe"/>
                <p:cNvSpPr/>
                <p:nvPr/>
              </p:nvSpPr>
              <p:spPr bwMode="auto">
                <a:xfrm>
                  <a:off x="7881938" y="3521075"/>
                  <a:ext cx="49213" cy="119063"/>
                </a:xfrm>
                <a:custGeom>
                  <a:avLst/>
                  <a:gdLst>
                    <a:gd name="T0" fmla="*/ 0 w 31"/>
                    <a:gd name="T1" fmla="*/ 75 h 75"/>
                    <a:gd name="T2" fmla="*/ 14 w 31"/>
                    <a:gd name="T3" fmla="*/ 75 h 75"/>
                    <a:gd name="T4" fmla="*/ 31 w 31"/>
                    <a:gd name="T5" fmla="*/ 0 h 75"/>
                    <a:gd name="T6" fmla="*/ 14 w 31"/>
                    <a:gd name="T7" fmla="*/ 0 h 75"/>
                    <a:gd name="T8" fmla="*/ 0 w 31"/>
                    <a:gd name="T9" fmla="*/ 75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75">
                      <a:moveTo>
                        <a:pt x="0" y="75"/>
                      </a:moveTo>
                      <a:lnTo>
                        <a:pt x="14" y="75"/>
                      </a:lnTo>
                      <a:lnTo>
                        <a:pt x="31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34" name="íŝḻiḋè"/>
                <p:cNvSpPr/>
                <p:nvPr/>
              </p:nvSpPr>
              <p:spPr bwMode="auto">
                <a:xfrm>
                  <a:off x="7940676" y="3521075"/>
                  <a:ext cx="109538" cy="119063"/>
                </a:xfrm>
                <a:custGeom>
                  <a:avLst/>
                  <a:gdLst>
                    <a:gd name="T0" fmla="*/ 54 w 69"/>
                    <a:gd name="T1" fmla="*/ 0 h 75"/>
                    <a:gd name="T2" fmla="*/ 23 w 69"/>
                    <a:gd name="T3" fmla="*/ 57 h 75"/>
                    <a:gd name="T4" fmla="*/ 15 w 69"/>
                    <a:gd name="T5" fmla="*/ 0 h 75"/>
                    <a:gd name="T6" fmla="*/ 0 w 69"/>
                    <a:gd name="T7" fmla="*/ 0 h 75"/>
                    <a:gd name="T8" fmla="*/ 13 w 69"/>
                    <a:gd name="T9" fmla="*/ 75 h 75"/>
                    <a:gd name="T10" fmla="*/ 29 w 69"/>
                    <a:gd name="T11" fmla="*/ 75 h 75"/>
                    <a:gd name="T12" fmla="*/ 69 w 69"/>
                    <a:gd name="T13" fmla="*/ 0 h 75"/>
                    <a:gd name="T14" fmla="*/ 54 w 69"/>
                    <a:gd name="T15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69" h="75">
                      <a:moveTo>
                        <a:pt x="54" y="0"/>
                      </a:moveTo>
                      <a:lnTo>
                        <a:pt x="23" y="57"/>
                      </a:ln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13" y="75"/>
                      </a:lnTo>
                      <a:lnTo>
                        <a:pt x="29" y="75"/>
                      </a:lnTo>
                      <a:lnTo>
                        <a:pt x="69" y="0"/>
                      </a:lnTo>
                      <a:lnTo>
                        <a:pt x="5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35" name="î$ḷíďé"/>
                <p:cNvSpPr/>
                <p:nvPr/>
              </p:nvSpPr>
              <p:spPr bwMode="auto">
                <a:xfrm>
                  <a:off x="8037513" y="3521075"/>
                  <a:ext cx="111125" cy="119063"/>
                </a:xfrm>
                <a:custGeom>
                  <a:avLst/>
                  <a:gdLst>
                    <a:gd name="T0" fmla="*/ 68 w 70"/>
                    <a:gd name="T1" fmla="*/ 12 h 75"/>
                    <a:gd name="T2" fmla="*/ 70 w 70"/>
                    <a:gd name="T3" fmla="*/ 0 h 75"/>
                    <a:gd name="T4" fmla="*/ 16 w 70"/>
                    <a:gd name="T5" fmla="*/ 0 h 75"/>
                    <a:gd name="T6" fmla="*/ 0 w 70"/>
                    <a:gd name="T7" fmla="*/ 75 h 75"/>
                    <a:gd name="T8" fmla="*/ 58 w 70"/>
                    <a:gd name="T9" fmla="*/ 75 h 75"/>
                    <a:gd name="T10" fmla="*/ 60 w 70"/>
                    <a:gd name="T11" fmla="*/ 63 h 75"/>
                    <a:gd name="T12" fmla="*/ 16 w 70"/>
                    <a:gd name="T13" fmla="*/ 63 h 75"/>
                    <a:gd name="T14" fmla="*/ 22 w 70"/>
                    <a:gd name="T15" fmla="*/ 42 h 75"/>
                    <a:gd name="T16" fmla="*/ 60 w 70"/>
                    <a:gd name="T17" fmla="*/ 42 h 75"/>
                    <a:gd name="T18" fmla="*/ 62 w 70"/>
                    <a:gd name="T19" fmla="*/ 29 h 75"/>
                    <a:gd name="T20" fmla="*/ 24 w 70"/>
                    <a:gd name="T21" fmla="*/ 29 h 75"/>
                    <a:gd name="T22" fmla="*/ 29 w 70"/>
                    <a:gd name="T23" fmla="*/ 12 h 75"/>
                    <a:gd name="T24" fmla="*/ 68 w 70"/>
                    <a:gd name="T25" fmla="*/ 12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0" h="75">
                      <a:moveTo>
                        <a:pt x="68" y="12"/>
                      </a:moveTo>
                      <a:lnTo>
                        <a:pt x="70" y="0"/>
                      </a:lnTo>
                      <a:lnTo>
                        <a:pt x="16" y="0"/>
                      </a:lnTo>
                      <a:lnTo>
                        <a:pt x="0" y="75"/>
                      </a:lnTo>
                      <a:lnTo>
                        <a:pt x="58" y="75"/>
                      </a:lnTo>
                      <a:lnTo>
                        <a:pt x="60" y="63"/>
                      </a:lnTo>
                      <a:lnTo>
                        <a:pt x="16" y="63"/>
                      </a:lnTo>
                      <a:lnTo>
                        <a:pt x="22" y="42"/>
                      </a:lnTo>
                      <a:lnTo>
                        <a:pt x="60" y="42"/>
                      </a:lnTo>
                      <a:lnTo>
                        <a:pt x="62" y="29"/>
                      </a:lnTo>
                      <a:lnTo>
                        <a:pt x="24" y="29"/>
                      </a:lnTo>
                      <a:lnTo>
                        <a:pt x="29" y="12"/>
                      </a:lnTo>
                      <a:lnTo>
                        <a:pt x="68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36" name="îṡlîďe"/>
                <p:cNvSpPr/>
                <p:nvPr/>
              </p:nvSpPr>
              <p:spPr bwMode="auto">
                <a:xfrm>
                  <a:off x="8145463" y="3521075"/>
                  <a:ext cx="115888" cy="119063"/>
                </a:xfrm>
                <a:custGeom>
                  <a:avLst/>
                  <a:gdLst>
                    <a:gd name="T0" fmla="*/ 30 w 35"/>
                    <a:gd name="T1" fmla="*/ 1 h 36"/>
                    <a:gd name="T2" fmla="*/ 24 w 35"/>
                    <a:gd name="T3" fmla="*/ 0 h 36"/>
                    <a:gd name="T4" fmla="*/ 8 w 35"/>
                    <a:gd name="T5" fmla="*/ 0 h 36"/>
                    <a:gd name="T6" fmla="*/ 0 w 35"/>
                    <a:gd name="T7" fmla="*/ 36 h 36"/>
                    <a:gd name="T8" fmla="*/ 8 w 35"/>
                    <a:gd name="T9" fmla="*/ 36 h 36"/>
                    <a:gd name="T10" fmla="*/ 11 w 35"/>
                    <a:gd name="T11" fmla="*/ 21 h 36"/>
                    <a:gd name="T12" fmla="*/ 14 w 35"/>
                    <a:gd name="T13" fmla="*/ 21 h 36"/>
                    <a:gd name="T14" fmla="*/ 17 w 35"/>
                    <a:gd name="T15" fmla="*/ 22 h 36"/>
                    <a:gd name="T16" fmla="*/ 21 w 35"/>
                    <a:gd name="T17" fmla="*/ 26 h 36"/>
                    <a:gd name="T18" fmla="*/ 24 w 35"/>
                    <a:gd name="T19" fmla="*/ 36 h 36"/>
                    <a:gd name="T20" fmla="*/ 32 w 35"/>
                    <a:gd name="T21" fmla="*/ 36 h 36"/>
                    <a:gd name="T22" fmla="*/ 27 w 35"/>
                    <a:gd name="T23" fmla="*/ 24 h 36"/>
                    <a:gd name="T24" fmla="*/ 24 w 35"/>
                    <a:gd name="T25" fmla="*/ 21 h 36"/>
                    <a:gd name="T26" fmla="*/ 32 w 35"/>
                    <a:gd name="T27" fmla="*/ 17 h 36"/>
                    <a:gd name="T28" fmla="*/ 35 w 35"/>
                    <a:gd name="T29" fmla="*/ 9 h 36"/>
                    <a:gd name="T30" fmla="*/ 34 w 35"/>
                    <a:gd name="T31" fmla="*/ 4 h 36"/>
                    <a:gd name="T32" fmla="*/ 30 w 35"/>
                    <a:gd name="T33" fmla="*/ 1 h 36"/>
                    <a:gd name="T34" fmla="*/ 27 w 35"/>
                    <a:gd name="T35" fmla="*/ 13 h 36"/>
                    <a:gd name="T36" fmla="*/ 24 w 35"/>
                    <a:gd name="T37" fmla="*/ 15 h 36"/>
                    <a:gd name="T38" fmla="*/ 16 w 35"/>
                    <a:gd name="T39" fmla="*/ 16 h 36"/>
                    <a:gd name="T40" fmla="*/ 12 w 35"/>
                    <a:gd name="T41" fmla="*/ 16 h 36"/>
                    <a:gd name="T42" fmla="*/ 14 w 35"/>
                    <a:gd name="T43" fmla="*/ 6 h 36"/>
                    <a:gd name="T44" fmla="*/ 22 w 35"/>
                    <a:gd name="T45" fmla="*/ 6 h 36"/>
                    <a:gd name="T46" fmla="*/ 26 w 35"/>
                    <a:gd name="T47" fmla="*/ 7 h 36"/>
                    <a:gd name="T48" fmla="*/ 28 w 35"/>
                    <a:gd name="T49" fmla="*/ 10 h 36"/>
                    <a:gd name="T50" fmla="*/ 27 w 35"/>
                    <a:gd name="T51" fmla="*/ 13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5" h="36">
                      <a:moveTo>
                        <a:pt x="30" y="1"/>
                      </a:moveTo>
                      <a:cubicBezTo>
                        <a:pt x="28" y="0"/>
                        <a:pt x="26" y="0"/>
                        <a:pt x="24" y="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8" y="36"/>
                        <a:pt x="8" y="36"/>
                        <a:pt x="8" y="36"/>
                      </a:cubicBezTo>
                      <a:cubicBezTo>
                        <a:pt x="11" y="21"/>
                        <a:pt x="11" y="21"/>
                        <a:pt x="11" y="21"/>
                      </a:cubicBezTo>
                      <a:cubicBezTo>
                        <a:pt x="14" y="21"/>
                        <a:pt x="14" y="21"/>
                        <a:pt x="14" y="21"/>
                      </a:cubicBezTo>
                      <a:cubicBezTo>
                        <a:pt x="15" y="21"/>
                        <a:pt x="17" y="21"/>
                        <a:pt x="17" y="22"/>
                      </a:cubicBezTo>
                      <a:cubicBezTo>
                        <a:pt x="18" y="22"/>
                        <a:pt x="20" y="24"/>
                        <a:pt x="21" y="26"/>
                      </a:cubicBezTo>
                      <a:cubicBezTo>
                        <a:pt x="22" y="31"/>
                        <a:pt x="24" y="34"/>
                        <a:pt x="24" y="36"/>
                      </a:cubicBezTo>
                      <a:cubicBezTo>
                        <a:pt x="32" y="36"/>
                        <a:pt x="32" y="36"/>
                        <a:pt x="32" y="36"/>
                      </a:cubicBezTo>
                      <a:cubicBezTo>
                        <a:pt x="30" y="31"/>
                        <a:pt x="28" y="27"/>
                        <a:pt x="27" y="24"/>
                      </a:cubicBezTo>
                      <a:cubicBezTo>
                        <a:pt x="26" y="23"/>
                        <a:pt x="25" y="21"/>
                        <a:pt x="24" y="21"/>
                      </a:cubicBezTo>
                      <a:cubicBezTo>
                        <a:pt x="28" y="20"/>
                        <a:pt x="30" y="19"/>
                        <a:pt x="32" y="17"/>
                      </a:cubicBezTo>
                      <a:cubicBezTo>
                        <a:pt x="34" y="15"/>
                        <a:pt x="35" y="13"/>
                        <a:pt x="35" y="9"/>
                      </a:cubicBezTo>
                      <a:cubicBezTo>
                        <a:pt x="35" y="7"/>
                        <a:pt x="34" y="6"/>
                        <a:pt x="34" y="4"/>
                      </a:cubicBezTo>
                      <a:cubicBezTo>
                        <a:pt x="33" y="3"/>
                        <a:pt x="31" y="2"/>
                        <a:pt x="30" y="1"/>
                      </a:cubicBezTo>
                      <a:close/>
                      <a:moveTo>
                        <a:pt x="27" y="13"/>
                      </a:moveTo>
                      <a:cubicBezTo>
                        <a:pt x="26" y="14"/>
                        <a:pt x="25" y="14"/>
                        <a:pt x="24" y="15"/>
                      </a:cubicBezTo>
                      <a:cubicBezTo>
                        <a:pt x="22" y="15"/>
                        <a:pt x="20" y="16"/>
                        <a:pt x="16" y="16"/>
                      </a:cubicBezTo>
                      <a:cubicBezTo>
                        <a:pt x="12" y="16"/>
                        <a:pt x="12" y="16"/>
                        <a:pt x="12" y="16"/>
                      </a:cubicBezTo>
                      <a:cubicBezTo>
                        <a:pt x="14" y="6"/>
                        <a:pt x="14" y="6"/>
                        <a:pt x="14" y="6"/>
                      </a:cubicBezTo>
                      <a:cubicBezTo>
                        <a:pt x="22" y="6"/>
                        <a:pt x="22" y="6"/>
                        <a:pt x="22" y="6"/>
                      </a:cubicBezTo>
                      <a:cubicBezTo>
                        <a:pt x="24" y="6"/>
                        <a:pt x="25" y="6"/>
                        <a:pt x="26" y="7"/>
                      </a:cubicBezTo>
                      <a:cubicBezTo>
                        <a:pt x="27" y="7"/>
                        <a:pt x="28" y="8"/>
                        <a:pt x="28" y="10"/>
                      </a:cubicBezTo>
                      <a:cubicBezTo>
                        <a:pt x="28" y="11"/>
                        <a:pt x="27" y="12"/>
                        <a:pt x="27" y="1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37" name="ïşľîḍé"/>
                <p:cNvSpPr/>
                <p:nvPr/>
              </p:nvSpPr>
              <p:spPr bwMode="auto">
                <a:xfrm>
                  <a:off x="8267701" y="3521075"/>
                  <a:ext cx="98425" cy="119063"/>
                </a:xfrm>
                <a:custGeom>
                  <a:avLst/>
                  <a:gdLst>
                    <a:gd name="T0" fmla="*/ 17 w 30"/>
                    <a:gd name="T1" fmla="*/ 5 h 36"/>
                    <a:gd name="T2" fmla="*/ 22 w 30"/>
                    <a:gd name="T3" fmla="*/ 7 h 36"/>
                    <a:gd name="T4" fmla="*/ 23 w 30"/>
                    <a:gd name="T5" fmla="*/ 11 h 36"/>
                    <a:gd name="T6" fmla="*/ 30 w 30"/>
                    <a:gd name="T7" fmla="*/ 10 h 36"/>
                    <a:gd name="T8" fmla="*/ 27 w 30"/>
                    <a:gd name="T9" fmla="*/ 3 h 36"/>
                    <a:gd name="T10" fmla="*/ 17 w 30"/>
                    <a:gd name="T11" fmla="*/ 0 h 36"/>
                    <a:gd name="T12" fmla="*/ 8 w 30"/>
                    <a:gd name="T13" fmla="*/ 3 h 36"/>
                    <a:gd name="T14" fmla="*/ 4 w 30"/>
                    <a:gd name="T15" fmla="*/ 10 h 36"/>
                    <a:gd name="T16" fmla="*/ 6 w 30"/>
                    <a:gd name="T17" fmla="*/ 14 h 36"/>
                    <a:gd name="T18" fmla="*/ 8 w 30"/>
                    <a:gd name="T19" fmla="*/ 18 h 36"/>
                    <a:gd name="T20" fmla="*/ 15 w 30"/>
                    <a:gd name="T21" fmla="*/ 21 h 36"/>
                    <a:gd name="T22" fmla="*/ 20 w 30"/>
                    <a:gd name="T23" fmla="*/ 23 h 36"/>
                    <a:gd name="T24" fmla="*/ 21 w 30"/>
                    <a:gd name="T25" fmla="*/ 26 h 36"/>
                    <a:gd name="T26" fmla="*/ 19 w 30"/>
                    <a:gd name="T27" fmla="*/ 29 h 36"/>
                    <a:gd name="T28" fmla="*/ 14 w 30"/>
                    <a:gd name="T29" fmla="*/ 30 h 36"/>
                    <a:gd name="T30" fmla="*/ 8 w 30"/>
                    <a:gd name="T31" fmla="*/ 28 h 36"/>
                    <a:gd name="T32" fmla="*/ 7 w 30"/>
                    <a:gd name="T33" fmla="*/ 24 h 36"/>
                    <a:gd name="T34" fmla="*/ 0 w 30"/>
                    <a:gd name="T35" fmla="*/ 24 h 36"/>
                    <a:gd name="T36" fmla="*/ 1 w 30"/>
                    <a:gd name="T37" fmla="*/ 30 h 36"/>
                    <a:gd name="T38" fmla="*/ 6 w 30"/>
                    <a:gd name="T39" fmla="*/ 35 h 36"/>
                    <a:gd name="T40" fmla="*/ 14 w 30"/>
                    <a:gd name="T41" fmla="*/ 36 h 36"/>
                    <a:gd name="T42" fmla="*/ 24 w 30"/>
                    <a:gd name="T43" fmla="*/ 33 h 36"/>
                    <a:gd name="T44" fmla="*/ 28 w 30"/>
                    <a:gd name="T45" fmla="*/ 25 h 36"/>
                    <a:gd name="T46" fmla="*/ 26 w 30"/>
                    <a:gd name="T47" fmla="*/ 19 h 36"/>
                    <a:gd name="T48" fmla="*/ 18 w 30"/>
                    <a:gd name="T49" fmla="*/ 14 h 36"/>
                    <a:gd name="T50" fmla="*/ 13 w 30"/>
                    <a:gd name="T51" fmla="*/ 12 h 36"/>
                    <a:gd name="T52" fmla="*/ 11 w 30"/>
                    <a:gd name="T53" fmla="*/ 9 h 36"/>
                    <a:gd name="T54" fmla="*/ 13 w 30"/>
                    <a:gd name="T55" fmla="*/ 6 h 36"/>
                    <a:gd name="T56" fmla="*/ 17 w 30"/>
                    <a:gd name="T57" fmla="*/ 5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30" h="36">
                      <a:moveTo>
                        <a:pt x="17" y="5"/>
                      </a:moveTo>
                      <a:cubicBezTo>
                        <a:pt x="19" y="5"/>
                        <a:pt x="21" y="6"/>
                        <a:pt x="22" y="7"/>
                      </a:cubicBezTo>
                      <a:cubicBezTo>
                        <a:pt x="23" y="8"/>
                        <a:pt x="23" y="9"/>
                        <a:pt x="23" y="11"/>
                      </a:cubicBezTo>
                      <a:cubicBezTo>
                        <a:pt x="30" y="10"/>
                        <a:pt x="30" y="10"/>
                        <a:pt x="30" y="10"/>
                      </a:cubicBezTo>
                      <a:cubicBezTo>
                        <a:pt x="30" y="7"/>
                        <a:pt x="29" y="4"/>
                        <a:pt x="27" y="3"/>
                      </a:cubicBezTo>
                      <a:cubicBezTo>
                        <a:pt x="24" y="1"/>
                        <a:pt x="21" y="0"/>
                        <a:pt x="17" y="0"/>
                      </a:cubicBezTo>
                      <a:cubicBezTo>
                        <a:pt x="13" y="0"/>
                        <a:pt x="10" y="1"/>
                        <a:pt x="8" y="3"/>
                      </a:cubicBezTo>
                      <a:cubicBezTo>
                        <a:pt x="5" y="5"/>
                        <a:pt x="4" y="7"/>
                        <a:pt x="4" y="10"/>
                      </a:cubicBezTo>
                      <a:cubicBezTo>
                        <a:pt x="4" y="12"/>
                        <a:pt x="5" y="13"/>
                        <a:pt x="6" y="14"/>
                      </a:cubicBezTo>
                      <a:cubicBezTo>
                        <a:pt x="6" y="16"/>
                        <a:pt x="7" y="17"/>
                        <a:pt x="8" y="18"/>
                      </a:cubicBezTo>
                      <a:cubicBezTo>
                        <a:pt x="10" y="18"/>
                        <a:pt x="12" y="19"/>
                        <a:pt x="15" y="21"/>
                      </a:cubicBezTo>
                      <a:cubicBezTo>
                        <a:pt x="17" y="22"/>
                        <a:pt x="19" y="23"/>
                        <a:pt x="20" y="23"/>
                      </a:cubicBezTo>
                      <a:cubicBezTo>
                        <a:pt x="20" y="24"/>
                        <a:pt x="21" y="25"/>
                        <a:pt x="21" y="26"/>
                      </a:cubicBezTo>
                      <a:cubicBezTo>
                        <a:pt x="21" y="27"/>
                        <a:pt x="20" y="28"/>
                        <a:pt x="19" y="29"/>
                      </a:cubicBezTo>
                      <a:cubicBezTo>
                        <a:pt x="18" y="30"/>
                        <a:pt x="16" y="30"/>
                        <a:pt x="14" y="30"/>
                      </a:cubicBezTo>
                      <a:cubicBezTo>
                        <a:pt x="11" y="30"/>
                        <a:pt x="9" y="30"/>
                        <a:pt x="8" y="28"/>
                      </a:cubicBezTo>
                      <a:cubicBezTo>
                        <a:pt x="8" y="28"/>
                        <a:pt x="7" y="26"/>
                        <a:pt x="7" y="24"/>
                      </a:cubicBezTo>
                      <a:cubicBezTo>
                        <a:pt x="0" y="24"/>
                        <a:pt x="0" y="24"/>
                        <a:pt x="0" y="24"/>
                      </a:cubicBezTo>
                      <a:cubicBezTo>
                        <a:pt x="0" y="27"/>
                        <a:pt x="0" y="29"/>
                        <a:pt x="1" y="30"/>
                      </a:cubicBezTo>
                      <a:cubicBezTo>
                        <a:pt x="2" y="32"/>
                        <a:pt x="4" y="34"/>
                        <a:pt x="6" y="35"/>
                      </a:cubicBezTo>
                      <a:cubicBezTo>
                        <a:pt x="8" y="36"/>
                        <a:pt x="11" y="36"/>
                        <a:pt x="14" y="36"/>
                      </a:cubicBezTo>
                      <a:cubicBezTo>
                        <a:pt x="18" y="36"/>
                        <a:pt x="22" y="35"/>
                        <a:pt x="24" y="33"/>
                      </a:cubicBezTo>
                      <a:cubicBezTo>
                        <a:pt x="27" y="31"/>
                        <a:pt x="28" y="28"/>
                        <a:pt x="28" y="25"/>
                      </a:cubicBezTo>
                      <a:cubicBezTo>
                        <a:pt x="28" y="22"/>
                        <a:pt x="27" y="20"/>
                        <a:pt x="26" y="19"/>
                      </a:cubicBezTo>
                      <a:cubicBezTo>
                        <a:pt x="25" y="18"/>
                        <a:pt x="22" y="16"/>
                        <a:pt x="18" y="14"/>
                      </a:cubicBezTo>
                      <a:cubicBezTo>
                        <a:pt x="15" y="13"/>
                        <a:pt x="13" y="12"/>
                        <a:pt x="13" y="12"/>
                      </a:cubicBezTo>
                      <a:cubicBezTo>
                        <a:pt x="12" y="11"/>
                        <a:pt x="11" y="10"/>
                        <a:pt x="11" y="9"/>
                      </a:cubicBezTo>
                      <a:cubicBezTo>
                        <a:pt x="11" y="8"/>
                        <a:pt x="12" y="7"/>
                        <a:pt x="13" y="6"/>
                      </a:cubicBezTo>
                      <a:cubicBezTo>
                        <a:pt x="14" y="6"/>
                        <a:pt x="15" y="5"/>
                        <a:pt x="17" y="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38" name="îṩľîďe"/>
                <p:cNvSpPr/>
                <p:nvPr/>
              </p:nvSpPr>
              <p:spPr bwMode="auto">
                <a:xfrm>
                  <a:off x="8374063" y="3521075"/>
                  <a:ext cx="46038" cy="119063"/>
                </a:xfrm>
                <a:custGeom>
                  <a:avLst/>
                  <a:gdLst>
                    <a:gd name="T0" fmla="*/ 0 w 29"/>
                    <a:gd name="T1" fmla="*/ 75 h 75"/>
                    <a:gd name="T2" fmla="*/ 14 w 29"/>
                    <a:gd name="T3" fmla="*/ 75 h 75"/>
                    <a:gd name="T4" fmla="*/ 29 w 29"/>
                    <a:gd name="T5" fmla="*/ 0 h 75"/>
                    <a:gd name="T6" fmla="*/ 14 w 29"/>
                    <a:gd name="T7" fmla="*/ 0 h 75"/>
                    <a:gd name="T8" fmla="*/ 0 w 29"/>
                    <a:gd name="T9" fmla="*/ 75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75">
                      <a:moveTo>
                        <a:pt x="0" y="75"/>
                      </a:moveTo>
                      <a:lnTo>
                        <a:pt x="14" y="75"/>
                      </a:lnTo>
                      <a:lnTo>
                        <a:pt x="29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39" name="iS1idè"/>
                <p:cNvSpPr/>
                <p:nvPr/>
              </p:nvSpPr>
              <p:spPr bwMode="auto">
                <a:xfrm>
                  <a:off x="8432801" y="3521075"/>
                  <a:ext cx="95250" cy="119063"/>
                </a:xfrm>
                <a:custGeom>
                  <a:avLst/>
                  <a:gdLst>
                    <a:gd name="T0" fmla="*/ 0 w 60"/>
                    <a:gd name="T1" fmla="*/ 12 h 75"/>
                    <a:gd name="T2" fmla="*/ 21 w 60"/>
                    <a:gd name="T3" fmla="*/ 12 h 75"/>
                    <a:gd name="T4" fmla="*/ 8 w 60"/>
                    <a:gd name="T5" fmla="*/ 75 h 75"/>
                    <a:gd name="T6" fmla="*/ 23 w 60"/>
                    <a:gd name="T7" fmla="*/ 75 h 75"/>
                    <a:gd name="T8" fmla="*/ 35 w 60"/>
                    <a:gd name="T9" fmla="*/ 12 h 75"/>
                    <a:gd name="T10" fmla="*/ 58 w 60"/>
                    <a:gd name="T11" fmla="*/ 12 h 75"/>
                    <a:gd name="T12" fmla="*/ 60 w 60"/>
                    <a:gd name="T13" fmla="*/ 0 h 75"/>
                    <a:gd name="T14" fmla="*/ 2 w 60"/>
                    <a:gd name="T15" fmla="*/ 0 h 75"/>
                    <a:gd name="T16" fmla="*/ 0 w 60"/>
                    <a:gd name="T17" fmla="*/ 12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0" h="75">
                      <a:moveTo>
                        <a:pt x="0" y="12"/>
                      </a:moveTo>
                      <a:lnTo>
                        <a:pt x="21" y="12"/>
                      </a:lnTo>
                      <a:lnTo>
                        <a:pt x="8" y="75"/>
                      </a:lnTo>
                      <a:lnTo>
                        <a:pt x="23" y="75"/>
                      </a:lnTo>
                      <a:lnTo>
                        <a:pt x="35" y="12"/>
                      </a:lnTo>
                      <a:lnTo>
                        <a:pt x="58" y="12"/>
                      </a:lnTo>
                      <a:lnTo>
                        <a:pt x="60" y="0"/>
                      </a:lnTo>
                      <a:lnTo>
                        <a:pt x="2" y="0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40" name="iṣḷîḋe"/>
                <p:cNvSpPr/>
                <p:nvPr/>
              </p:nvSpPr>
              <p:spPr bwMode="auto">
                <a:xfrm>
                  <a:off x="8531226" y="3521075"/>
                  <a:ext cx="109538" cy="119063"/>
                </a:xfrm>
                <a:custGeom>
                  <a:avLst/>
                  <a:gdLst>
                    <a:gd name="T0" fmla="*/ 25 w 33"/>
                    <a:gd name="T1" fmla="*/ 0 h 36"/>
                    <a:gd name="T2" fmla="*/ 19 w 33"/>
                    <a:gd name="T3" fmla="*/ 7 h 36"/>
                    <a:gd name="T4" fmla="*/ 16 w 33"/>
                    <a:gd name="T5" fmla="*/ 12 h 36"/>
                    <a:gd name="T6" fmla="*/ 14 w 33"/>
                    <a:gd name="T7" fmla="*/ 15 h 36"/>
                    <a:gd name="T8" fmla="*/ 12 w 33"/>
                    <a:gd name="T9" fmla="*/ 10 h 36"/>
                    <a:gd name="T10" fmla="*/ 8 w 33"/>
                    <a:gd name="T11" fmla="*/ 0 h 36"/>
                    <a:gd name="T12" fmla="*/ 0 w 33"/>
                    <a:gd name="T13" fmla="*/ 0 h 36"/>
                    <a:gd name="T14" fmla="*/ 10 w 33"/>
                    <a:gd name="T15" fmla="*/ 22 h 36"/>
                    <a:gd name="T16" fmla="*/ 7 w 33"/>
                    <a:gd name="T17" fmla="*/ 36 h 36"/>
                    <a:gd name="T18" fmla="*/ 14 w 33"/>
                    <a:gd name="T19" fmla="*/ 36 h 36"/>
                    <a:gd name="T20" fmla="*/ 17 w 33"/>
                    <a:gd name="T21" fmla="*/ 23 h 36"/>
                    <a:gd name="T22" fmla="*/ 33 w 33"/>
                    <a:gd name="T23" fmla="*/ 0 h 36"/>
                    <a:gd name="T24" fmla="*/ 25 w 33"/>
                    <a:gd name="T25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33" h="36">
                      <a:moveTo>
                        <a:pt x="25" y="0"/>
                      </a:moveTo>
                      <a:cubicBezTo>
                        <a:pt x="19" y="7"/>
                        <a:pt x="19" y="7"/>
                        <a:pt x="19" y="7"/>
                      </a:cubicBezTo>
                      <a:cubicBezTo>
                        <a:pt x="16" y="12"/>
                        <a:pt x="16" y="12"/>
                        <a:pt x="16" y="12"/>
                      </a:cubicBezTo>
                      <a:cubicBezTo>
                        <a:pt x="15" y="13"/>
                        <a:pt x="15" y="14"/>
                        <a:pt x="14" y="15"/>
                      </a:cubicBezTo>
                      <a:cubicBezTo>
                        <a:pt x="14" y="14"/>
                        <a:pt x="13" y="13"/>
                        <a:pt x="12" y="1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0" y="22"/>
                        <a:pt x="10" y="22"/>
                        <a:pt x="10" y="22"/>
                      </a:cubicBezTo>
                      <a:cubicBezTo>
                        <a:pt x="7" y="36"/>
                        <a:pt x="7" y="36"/>
                        <a:pt x="7" y="36"/>
                      </a:cubicBezTo>
                      <a:cubicBezTo>
                        <a:pt x="14" y="36"/>
                        <a:pt x="14" y="36"/>
                        <a:pt x="14" y="36"/>
                      </a:cubicBezTo>
                      <a:cubicBezTo>
                        <a:pt x="17" y="23"/>
                        <a:pt x="17" y="23"/>
                        <a:pt x="17" y="23"/>
                      </a:cubicBezTo>
                      <a:cubicBezTo>
                        <a:pt x="33" y="0"/>
                        <a:pt x="33" y="0"/>
                        <a:pt x="33" y="0"/>
                      </a:cubicBezTo>
                      <a:lnTo>
                        <a:pt x="2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</p:grpSp>
      </p:grpSp>
      <p:sp>
        <p:nvSpPr>
          <p:cNvPr id="116" name="图片占位符 115"/>
          <p:cNvSpPr>
            <a:spLocks noGrp="1"/>
          </p:cNvSpPr>
          <p:nvPr>
            <p:ph type="pic" sz="quarter" idx="15"/>
          </p:nvPr>
        </p:nvSpPr>
        <p:spPr>
          <a:xfrm>
            <a:off x="7916864" y="0"/>
            <a:ext cx="4097163" cy="6858000"/>
          </a:xfrm>
          <a:custGeom>
            <a:avLst/>
            <a:gdLst>
              <a:gd name="connsiteX0" fmla="*/ 533952 w 4167120"/>
              <a:gd name="connsiteY0" fmla="*/ 0 h 6858000"/>
              <a:gd name="connsiteX1" fmla="*/ 4167120 w 4167120"/>
              <a:gd name="connsiteY1" fmla="*/ 0 h 6858000"/>
              <a:gd name="connsiteX2" fmla="*/ 4167120 w 4167120"/>
              <a:gd name="connsiteY2" fmla="*/ 6858000 h 6858000"/>
              <a:gd name="connsiteX3" fmla="*/ 427599 w 4167120"/>
              <a:gd name="connsiteY3" fmla="*/ 6858000 h 6858000"/>
              <a:gd name="connsiteX4" fmla="*/ 322189 w 4167120"/>
              <a:gd name="connsiteY4" fmla="*/ 6466939 h 6858000"/>
              <a:gd name="connsiteX5" fmla="*/ 0 w 4167120"/>
              <a:gd name="connsiteY5" fmla="*/ 3599121 h 6858000"/>
              <a:gd name="connsiteX6" fmla="*/ 455902 w 4167120"/>
              <a:gd name="connsiteY6" fmla="*/ 23524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120" h="6858000">
                <a:moveTo>
                  <a:pt x="533952" y="0"/>
                </a:moveTo>
                <a:lnTo>
                  <a:pt x="4167120" y="0"/>
                </a:lnTo>
                <a:lnTo>
                  <a:pt x="4167120" y="6858000"/>
                </a:lnTo>
                <a:lnTo>
                  <a:pt x="427599" y="6858000"/>
                </a:lnTo>
                <a:lnTo>
                  <a:pt x="322189" y="6466939"/>
                </a:lnTo>
                <a:cubicBezTo>
                  <a:pt x="116715" y="5614442"/>
                  <a:pt x="0" y="4637502"/>
                  <a:pt x="0" y="3599121"/>
                </a:cubicBezTo>
                <a:cubicBezTo>
                  <a:pt x="0" y="2353065"/>
                  <a:pt x="168069" y="1195481"/>
                  <a:pt x="455902" y="235243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kumimoji="1" lang="zh-CN" altLang="en-US"/>
          </a:p>
        </p:txBody>
      </p:sp>
      <p:sp>
        <p:nvSpPr>
          <p:cNvPr id="230" name="任意形状 229"/>
          <p:cNvSpPr/>
          <p:nvPr userDrawn="1"/>
        </p:nvSpPr>
        <p:spPr>
          <a:xfrm>
            <a:off x="7812540" y="-86497"/>
            <a:ext cx="4270127" cy="7027086"/>
          </a:xfrm>
          <a:custGeom>
            <a:avLst/>
            <a:gdLst>
              <a:gd name="connsiteX0" fmla="*/ 533952 w 4167120"/>
              <a:gd name="connsiteY0" fmla="*/ 0 h 6858000"/>
              <a:gd name="connsiteX1" fmla="*/ 4167120 w 4167120"/>
              <a:gd name="connsiteY1" fmla="*/ 0 h 6858000"/>
              <a:gd name="connsiteX2" fmla="*/ 4167120 w 4167120"/>
              <a:gd name="connsiteY2" fmla="*/ 6858000 h 6858000"/>
              <a:gd name="connsiteX3" fmla="*/ 427599 w 4167120"/>
              <a:gd name="connsiteY3" fmla="*/ 6858000 h 6858000"/>
              <a:gd name="connsiteX4" fmla="*/ 322189 w 4167120"/>
              <a:gd name="connsiteY4" fmla="*/ 6466939 h 6858000"/>
              <a:gd name="connsiteX5" fmla="*/ 0 w 4167120"/>
              <a:gd name="connsiteY5" fmla="*/ 3599121 h 6858000"/>
              <a:gd name="connsiteX6" fmla="*/ 455902 w 4167120"/>
              <a:gd name="connsiteY6" fmla="*/ 23524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120" h="6858000">
                <a:moveTo>
                  <a:pt x="533952" y="0"/>
                </a:moveTo>
                <a:lnTo>
                  <a:pt x="4167120" y="0"/>
                </a:lnTo>
                <a:lnTo>
                  <a:pt x="4167120" y="6858000"/>
                </a:lnTo>
                <a:lnTo>
                  <a:pt x="427599" y="6858000"/>
                </a:lnTo>
                <a:lnTo>
                  <a:pt x="322189" y="6466939"/>
                </a:lnTo>
                <a:cubicBezTo>
                  <a:pt x="116715" y="5614442"/>
                  <a:pt x="0" y="4637502"/>
                  <a:pt x="0" y="3599121"/>
                </a:cubicBezTo>
                <a:cubicBezTo>
                  <a:pt x="0" y="2353065"/>
                  <a:pt x="168069" y="1195481"/>
                  <a:pt x="455902" y="235243"/>
                </a:cubicBezTo>
                <a:close/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Autofit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 userDrawn="1"/>
        </p:nvPicPr>
        <p:blipFill>
          <a:blip r:embed="rId2">
            <a:alphaModFix amt="3000"/>
            <a:lum contrast="100000"/>
          </a:blip>
          <a:stretch>
            <a:fillRect/>
          </a:stretch>
        </p:blipFill>
        <p:spPr>
          <a:xfrm>
            <a:off x="6782813" y="-271201"/>
            <a:ext cx="7356956" cy="74004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2646" y="0"/>
            <a:ext cx="17797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图片占位符 8"/>
          <p:cNvSpPr>
            <a:spLocks noGrp="1"/>
          </p:cNvSpPr>
          <p:nvPr>
            <p:ph type="pic" sz="quarter" idx="15"/>
          </p:nvPr>
        </p:nvSpPr>
        <p:spPr>
          <a:xfrm flipH="1">
            <a:off x="170624" y="0"/>
            <a:ext cx="4097163" cy="6858000"/>
          </a:xfrm>
          <a:custGeom>
            <a:avLst/>
            <a:gdLst>
              <a:gd name="connsiteX0" fmla="*/ 533952 w 4167120"/>
              <a:gd name="connsiteY0" fmla="*/ 0 h 6858000"/>
              <a:gd name="connsiteX1" fmla="*/ 4167120 w 4167120"/>
              <a:gd name="connsiteY1" fmla="*/ 0 h 6858000"/>
              <a:gd name="connsiteX2" fmla="*/ 4167120 w 4167120"/>
              <a:gd name="connsiteY2" fmla="*/ 6858000 h 6858000"/>
              <a:gd name="connsiteX3" fmla="*/ 427599 w 4167120"/>
              <a:gd name="connsiteY3" fmla="*/ 6858000 h 6858000"/>
              <a:gd name="connsiteX4" fmla="*/ 322189 w 4167120"/>
              <a:gd name="connsiteY4" fmla="*/ 6466939 h 6858000"/>
              <a:gd name="connsiteX5" fmla="*/ 0 w 4167120"/>
              <a:gd name="connsiteY5" fmla="*/ 3599121 h 6858000"/>
              <a:gd name="connsiteX6" fmla="*/ 455902 w 4167120"/>
              <a:gd name="connsiteY6" fmla="*/ 23524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120" h="6858000">
                <a:moveTo>
                  <a:pt x="533952" y="0"/>
                </a:moveTo>
                <a:lnTo>
                  <a:pt x="4167120" y="0"/>
                </a:lnTo>
                <a:lnTo>
                  <a:pt x="4167120" y="6858000"/>
                </a:lnTo>
                <a:lnTo>
                  <a:pt x="427599" y="6858000"/>
                </a:lnTo>
                <a:lnTo>
                  <a:pt x="322189" y="6466939"/>
                </a:lnTo>
                <a:cubicBezTo>
                  <a:pt x="116715" y="5614442"/>
                  <a:pt x="0" y="4637502"/>
                  <a:pt x="0" y="3599121"/>
                </a:cubicBezTo>
                <a:cubicBezTo>
                  <a:pt x="0" y="2353065"/>
                  <a:pt x="168069" y="1195481"/>
                  <a:pt x="455902" y="235243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kumimoji="1" lang="zh-CN" altLang="en-US"/>
          </a:p>
        </p:txBody>
      </p:sp>
      <p:sp>
        <p:nvSpPr>
          <p:cNvPr id="10" name="任意形状 9"/>
          <p:cNvSpPr/>
          <p:nvPr userDrawn="1"/>
        </p:nvSpPr>
        <p:spPr>
          <a:xfrm flipH="1">
            <a:off x="33862" y="-98854"/>
            <a:ext cx="4332705" cy="7039443"/>
          </a:xfrm>
          <a:custGeom>
            <a:avLst/>
            <a:gdLst>
              <a:gd name="connsiteX0" fmla="*/ 533952 w 4167120"/>
              <a:gd name="connsiteY0" fmla="*/ 0 h 6858000"/>
              <a:gd name="connsiteX1" fmla="*/ 4167120 w 4167120"/>
              <a:gd name="connsiteY1" fmla="*/ 0 h 6858000"/>
              <a:gd name="connsiteX2" fmla="*/ 4167120 w 4167120"/>
              <a:gd name="connsiteY2" fmla="*/ 6858000 h 6858000"/>
              <a:gd name="connsiteX3" fmla="*/ 427599 w 4167120"/>
              <a:gd name="connsiteY3" fmla="*/ 6858000 h 6858000"/>
              <a:gd name="connsiteX4" fmla="*/ 322189 w 4167120"/>
              <a:gd name="connsiteY4" fmla="*/ 6466939 h 6858000"/>
              <a:gd name="connsiteX5" fmla="*/ 0 w 4167120"/>
              <a:gd name="connsiteY5" fmla="*/ 3599121 h 6858000"/>
              <a:gd name="connsiteX6" fmla="*/ 455902 w 4167120"/>
              <a:gd name="connsiteY6" fmla="*/ 23524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120" h="6858000">
                <a:moveTo>
                  <a:pt x="533952" y="0"/>
                </a:moveTo>
                <a:lnTo>
                  <a:pt x="4167120" y="0"/>
                </a:lnTo>
                <a:lnTo>
                  <a:pt x="4167120" y="6858000"/>
                </a:lnTo>
                <a:lnTo>
                  <a:pt x="427599" y="6858000"/>
                </a:lnTo>
                <a:lnTo>
                  <a:pt x="322189" y="6466939"/>
                </a:lnTo>
                <a:cubicBezTo>
                  <a:pt x="116715" y="5614442"/>
                  <a:pt x="0" y="4637502"/>
                  <a:pt x="0" y="3599121"/>
                </a:cubicBezTo>
                <a:cubicBezTo>
                  <a:pt x="0" y="2353065"/>
                  <a:pt x="168069" y="1195481"/>
                  <a:pt x="455902" y="235243"/>
                </a:cubicBezTo>
                <a:close/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Autofit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转场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alphaModFix amt="3000"/>
            <a:lum contrast="100000"/>
          </a:blip>
          <a:stretch>
            <a:fillRect/>
          </a:stretch>
        </p:blipFill>
        <p:spPr>
          <a:xfrm>
            <a:off x="8505934" y="-278834"/>
            <a:ext cx="7372131" cy="741566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>
            <a:alphaModFix amt="3000"/>
            <a:lum contrast="100000"/>
          </a:blip>
          <a:stretch>
            <a:fillRect/>
          </a:stretch>
        </p:blipFill>
        <p:spPr>
          <a:xfrm>
            <a:off x="-3686066" y="-278834"/>
            <a:ext cx="7372131" cy="7415667"/>
          </a:xfrm>
          <a:prstGeom prst="rect">
            <a:avLst/>
          </a:prstGeom>
        </p:spPr>
      </p:pic>
      <p:grpSp>
        <p:nvGrpSpPr>
          <p:cNvPr id="7" name="íşḷïḑe"/>
          <p:cNvGrpSpPr/>
          <p:nvPr userDrawn="1"/>
        </p:nvGrpSpPr>
        <p:grpSpPr>
          <a:xfrm>
            <a:off x="10318826" y="6251198"/>
            <a:ext cx="1054401" cy="383497"/>
            <a:chOff x="4412452" y="3106738"/>
            <a:chExt cx="2312689" cy="841148"/>
          </a:xfrm>
        </p:grpSpPr>
        <p:grpSp>
          <p:nvGrpSpPr>
            <p:cNvPr id="8" name="îṥľíḑé"/>
            <p:cNvGrpSpPr/>
            <p:nvPr/>
          </p:nvGrpSpPr>
          <p:grpSpPr>
            <a:xfrm>
              <a:off x="4422776" y="3106738"/>
              <a:ext cx="2293937" cy="617538"/>
              <a:chOff x="4422776" y="3106738"/>
              <a:chExt cx="2293937" cy="617538"/>
            </a:xfrm>
          </p:grpSpPr>
          <p:sp>
            <p:nvSpPr>
              <p:cNvPr id="25" name="išḻiḑé"/>
              <p:cNvSpPr/>
              <p:nvPr/>
            </p:nvSpPr>
            <p:spPr bwMode="auto">
              <a:xfrm>
                <a:off x="4811713" y="3200400"/>
                <a:ext cx="49213" cy="100013"/>
              </a:xfrm>
              <a:custGeom>
                <a:avLst/>
                <a:gdLst>
                  <a:gd name="T0" fmla="*/ 0 w 15"/>
                  <a:gd name="T1" fmla="*/ 1 h 30"/>
                  <a:gd name="T2" fmla="*/ 1 w 15"/>
                  <a:gd name="T3" fmla="*/ 12 h 30"/>
                  <a:gd name="T4" fmla="*/ 0 w 15"/>
                  <a:gd name="T5" fmla="*/ 21 h 30"/>
                  <a:gd name="T6" fmla="*/ 2 w 15"/>
                  <a:gd name="T7" fmla="*/ 28 h 30"/>
                  <a:gd name="T8" fmla="*/ 7 w 15"/>
                  <a:gd name="T9" fmla="*/ 30 h 30"/>
                  <a:gd name="T10" fmla="*/ 12 w 15"/>
                  <a:gd name="T11" fmla="*/ 26 h 30"/>
                  <a:gd name="T12" fmla="*/ 15 w 15"/>
                  <a:gd name="T13" fmla="*/ 18 h 30"/>
                  <a:gd name="T14" fmla="*/ 3 w 15"/>
                  <a:gd name="T15" fmla="*/ 0 h 30"/>
                  <a:gd name="T16" fmla="*/ 0 w 15"/>
                  <a:gd name="T17" fmla="*/ 1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" h="30">
                    <a:moveTo>
                      <a:pt x="0" y="1"/>
                    </a:moveTo>
                    <a:cubicBezTo>
                      <a:pt x="1" y="12"/>
                      <a:pt x="1" y="12"/>
                      <a:pt x="1" y="12"/>
                    </a:cubicBezTo>
                    <a:cubicBezTo>
                      <a:pt x="1" y="13"/>
                      <a:pt x="0" y="18"/>
                      <a:pt x="0" y="21"/>
                    </a:cubicBezTo>
                    <a:cubicBezTo>
                      <a:pt x="0" y="24"/>
                      <a:pt x="2" y="25"/>
                      <a:pt x="2" y="28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9" y="27"/>
                      <a:pt x="10" y="29"/>
                      <a:pt x="12" y="26"/>
                    </a:cubicBezTo>
                    <a:cubicBezTo>
                      <a:pt x="14" y="23"/>
                      <a:pt x="14" y="21"/>
                      <a:pt x="15" y="18"/>
                    </a:cubicBezTo>
                    <a:cubicBezTo>
                      <a:pt x="12" y="7"/>
                      <a:pt x="13" y="5"/>
                      <a:pt x="3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6001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6" name="íṥľíďè"/>
              <p:cNvSpPr/>
              <p:nvPr/>
            </p:nvSpPr>
            <p:spPr bwMode="auto">
              <a:xfrm>
                <a:off x="5221288" y="3184525"/>
                <a:ext cx="36513" cy="122238"/>
              </a:xfrm>
              <a:custGeom>
                <a:avLst/>
                <a:gdLst>
                  <a:gd name="T0" fmla="*/ 0 w 11"/>
                  <a:gd name="T1" fmla="*/ 3 h 37"/>
                  <a:gd name="T2" fmla="*/ 2 w 11"/>
                  <a:gd name="T3" fmla="*/ 14 h 37"/>
                  <a:gd name="T4" fmla="*/ 0 w 11"/>
                  <a:gd name="T5" fmla="*/ 33 h 37"/>
                  <a:gd name="T6" fmla="*/ 0 w 11"/>
                  <a:gd name="T7" fmla="*/ 36 h 37"/>
                  <a:gd name="T8" fmla="*/ 2 w 11"/>
                  <a:gd name="T9" fmla="*/ 37 h 37"/>
                  <a:gd name="T10" fmla="*/ 8 w 11"/>
                  <a:gd name="T11" fmla="*/ 27 h 37"/>
                  <a:gd name="T12" fmla="*/ 11 w 11"/>
                  <a:gd name="T13" fmla="*/ 17 h 37"/>
                  <a:gd name="T14" fmla="*/ 11 w 11"/>
                  <a:gd name="T15" fmla="*/ 15 h 37"/>
                  <a:gd name="T16" fmla="*/ 7 w 11"/>
                  <a:gd name="T17" fmla="*/ 2 h 37"/>
                  <a:gd name="T18" fmla="*/ 2 w 11"/>
                  <a:gd name="T19" fmla="*/ 0 h 37"/>
                  <a:gd name="T20" fmla="*/ 0 w 11"/>
                  <a:gd name="T21" fmla="*/ 3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1" h="37">
                    <a:moveTo>
                      <a:pt x="0" y="3"/>
                    </a:moveTo>
                    <a:cubicBezTo>
                      <a:pt x="2" y="14"/>
                      <a:pt x="2" y="14"/>
                      <a:pt x="2" y="14"/>
                    </a:cubicBezTo>
                    <a:cubicBezTo>
                      <a:pt x="2" y="19"/>
                      <a:pt x="0" y="27"/>
                      <a:pt x="0" y="33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2" y="36"/>
                      <a:pt x="1" y="37"/>
                      <a:pt x="2" y="37"/>
                    </a:cubicBezTo>
                    <a:cubicBezTo>
                      <a:pt x="3" y="37"/>
                      <a:pt x="7" y="28"/>
                      <a:pt x="8" y="27"/>
                    </a:cubicBezTo>
                    <a:cubicBezTo>
                      <a:pt x="9" y="24"/>
                      <a:pt x="11" y="21"/>
                      <a:pt x="11" y="17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11" y="7"/>
                      <a:pt x="8" y="7"/>
                      <a:pt x="7" y="2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1"/>
                      <a:pt x="0" y="1"/>
                      <a:pt x="0" y="3"/>
                    </a:cubicBezTo>
                    <a:close/>
                  </a:path>
                </a:pathLst>
              </a:custGeom>
              <a:solidFill>
                <a:srgbClr val="E6001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" name="íś1iḑe"/>
              <p:cNvSpPr/>
              <p:nvPr/>
            </p:nvSpPr>
            <p:spPr bwMode="auto">
              <a:xfrm>
                <a:off x="4554538" y="3251200"/>
                <a:ext cx="119063" cy="58738"/>
              </a:xfrm>
              <a:custGeom>
                <a:avLst/>
                <a:gdLst>
                  <a:gd name="T0" fmla="*/ 0 w 36"/>
                  <a:gd name="T1" fmla="*/ 15 h 18"/>
                  <a:gd name="T2" fmla="*/ 2 w 36"/>
                  <a:gd name="T3" fmla="*/ 16 h 18"/>
                  <a:gd name="T4" fmla="*/ 13 w 36"/>
                  <a:gd name="T5" fmla="*/ 18 h 18"/>
                  <a:gd name="T6" fmla="*/ 16 w 36"/>
                  <a:gd name="T7" fmla="*/ 18 h 18"/>
                  <a:gd name="T8" fmla="*/ 22 w 36"/>
                  <a:gd name="T9" fmla="*/ 17 h 18"/>
                  <a:gd name="T10" fmla="*/ 23 w 36"/>
                  <a:gd name="T11" fmla="*/ 17 h 18"/>
                  <a:gd name="T12" fmla="*/ 30 w 36"/>
                  <a:gd name="T13" fmla="*/ 13 h 18"/>
                  <a:gd name="T14" fmla="*/ 36 w 36"/>
                  <a:gd name="T15" fmla="*/ 8 h 18"/>
                  <a:gd name="T16" fmla="*/ 36 w 36"/>
                  <a:gd name="T17" fmla="*/ 7 h 18"/>
                  <a:gd name="T18" fmla="*/ 36 w 36"/>
                  <a:gd name="T19" fmla="*/ 4 h 18"/>
                  <a:gd name="T20" fmla="*/ 32 w 36"/>
                  <a:gd name="T21" fmla="*/ 0 h 18"/>
                  <a:gd name="T22" fmla="*/ 24 w 36"/>
                  <a:gd name="T23" fmla="*/ 3 h 18"/>
                  <a:gd name="T24" fmla="*/ 16 w 36"/>
                  <a:gd name="T25" fmla="*/ 7 h 18"/>
                  <a:gd name="T26" fmla="*/ 0 w 36"/>
                  <a:gd name="T27" fmla="*/ 15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6" h="18">
                    <a:moveTo>
                      <a:pt x="0" y="15"/>
                    </a:moveTo>
                    <a:cubicBezTo>
                      <a:pt x="1" y="16"/>
                      <a:pt x="1" y="16"/>
                      <a:pt x="2" y="16"/>
                    </a:cubicBezTo>
                    <a:cubicBezTo>
                      <a:pt x="6" y="16"/>
                      <a:pt x="9" y="18"/>
                      <a:pt x="13" y="18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22" y="17"/>
                      <a:pt x="22" y="17"/>
                      <a:pt x="22" y="17"/>
                    </a:cubicBezTo>
                    <a:cubicBezTo>
                      <a:pt x="23" y="17"/>
                      <a:pt x="23" y="17"/>
                      <a:pt x="23" y="17"/>
                    </a:cubicBezTo>
                    <a:cubicBezTo>
                      <a:pt x="26" y="16"/>
                      <a:pt x="28" y="14"/>
                      <a:pt x="30" y="13"/>
                    </a:cubicBezTo>
                    <a:cubicBezTo>
                      <a:pt x="34" y="11"/>
                      <a:pt x="33" y="10"/>
                      <a:pt x="36" y="8"/>
                    </a:cubicBezTo>
                    <a:cubicBezTo>
                      <a:pt x="36" y="7"/>
                      <a:pt x="36" y="7"/>
                      <a:pt x="36" y="7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36" y="1"/>
                      <a:pt x="33" y="2"/>
                      <a:pt x="32" y="0"/>
                    </a:cubicBezTo>
                    <a:cubicBezTo>
                      <a:pt x="29" y="1"/>
                      <a:pt x="27" y="1"/>
                      <a:pt x="24" y="3"/>
                    </a:cubicBezTo>
                    <a:cubicBezTo>
                      <a:pt x="21" y="4"/>
                      <a:pt x="19" y="6"/>
                      <a:pt x="16" y="7"/>
                    </a:cubicBezTo>
                    <a:cubicBezTo>
                      <a:pt x="11" y="11"/>
                      <a:pt x="4" y="10"/>
                      <a:pt x="0" y="15"/>
                    </a:cubicBezTo>
                    <a:close/>
                  </a:path>
                </a:pathLst>
              </a:custGeom>
              <a:solidFill>
                <a:srgbClr val="E6001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" name="iṩ1iḋè"/>
              <p:cNvSpPr/>
              <p:nvPr/>
            </p:nvSpPr>
            <p:spPr bwMode="auto">
              <a:xfrm>
                <a:off x="6359526" y="3263900"/>
                <a:ext cx="93663" cy="139700"/>
              </a:xfrm>
              <a:custGeom>
                <a:avLst/>
                <a:gdLst>
                  <a:gd name="T0" fmla="*/ 15 w 28"/>
                  <a:gd name="T1" fmla="*/ 1 h 42"/>
                  <a:gd name="T2" fmla="*/ 6 w 28"/>
                  <a:gd name="T3" fmla="*/ 11 h 42"/>
                  <a:gd name="T4" fmla="*/ 6 w 28"/>
                  <a:gd name="T5" fmla="*/ 13 h 42"/>
                  <a:gd name="T6" fmla="*/ 5 w 28"/>
                  <a:gd name="T7" fmla="*/ 16 h 42"/>
                  <a:gd name="T8" fmla="*/ 6 w 28"/>
                  <a:gd name="T9" fmla="*/ 20 h 42"/>
                  <a:gd name="T10" fmla="*/ 6 w 28"/>
                  <a:gd name="T11" fmla="*/ 21 h 42"/>
                  <a:gd name="T12" fmla="*/ 0 w 28"/>
                  <a:gd name="T13" fmla="*/ 38 h 42"/>
                  <a:gd name="T14" fmla="*/ 0 w 28"/>
                  <a:gd name="T15" fmla="*/ 41 h 42"/>
                  <a:gd name="T16" fmla="*/ 3 w 28"/>
                  <a:gd name="T17" fmla="*/ 42 h 42"/>
                  <a:gd name="T18" fmla="*/ 9 w 28"/>
                  <a:gd name="T19" fmla="*/ 32 h 42"/>
                  <a:gd name="T20" fmla="*/ 12 w 28"/>
                  <a:gd name="T21" fmla="*/ 26 h 42"/>
                  <a:gd name="T22" fmla="*/ 14 w 28"/>
                  <a:gd name="T23" fmla="*/ 26 h 42"/>
                  <a:gd name="T24" fmla="*/ 20 w 28"/>
                  <a:gd name="T25" fmla="*/ 26 h 42"/>
                  <a:gd name="T26" fmla="*/ 28 w 28"/>
                  <a:gd name="T27" fmla="*/ 14 h 42"/>
                  <a:gd name="T28" fmla="*/ 28 w 28"/>
                  <a:gd name="T29" fmla="*/ 6 h 42"/>
                  <a:gd name="T30" fmla="*/ 28 w 28"/>
                  <a:gd name="T31" fmla="*/ 5 h 42"/>
                  <a:gd name="T32" fmla="*/ 27 w 28"/>
                  <a:gd name="T33" fmla="*/ 3 h 42"/>
                  <a:gd name="T34" fmla="*/ 26 w 28"/>
                  <a:gd name="T35" fmla="*/ 3 h 42"/>
                  <a:gd name="T36" fmla="*/ 24 w 28"/>
                  <a:gd name="T37" fmla="*/ 3 h 42"/>
                  <a:gd name="T38" fmla="*/ 23 w 28"/>
                  <a:gd name="T39" fmla="*/ 3 h 42"/>
                  <a:gd name="T40" fmla="*/ 20 w 28"/>
                  <a:gd name="T41" fmla="*/ 0 h 42"/>
                  <a:gd name="T42" fmla="*/ 15 w 28"/>
                  <a:gd name="T43" fmla="*/ 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8" h="42">
                    <a:moveTo>
                      <a:pt x="15" y="1"/>
                    </a:moveTo>
                    <a:cubicBezTo>
                      <a:pt x="15" y="10"/>
                      <a:pt x="8" y="6"/>
                      <a:pt x="6" y="11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6" y="14"/>
                      <a:pt x="5" y="14"/>
                      <a:pt x="5" y="16"/>
                    </a:cubicBezTo>
                    <a:cubicBezTo>
                      <a:pt x="6" y="20"/>
                      <a:pt x="6" y="20"/>
                      <a:pt x="6" y="20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6" y="29"/>
                      <a:pt x="0" y="31"/>
                      <a:pt x="0" y="38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2" y="42"/>
                      <a:pt x="2" y="42"/>
                      <a:pt x="3" y="42"/>
                    </a:cubicBezTo>
                    <a:cubicBezTo>
                      <a:pt x="7" y="42"/>
                      <a:pt x="9" y="36"/>
                      <a:pt x="9" y="32"/>
                    </a:cubicBezTo>
                    <a:cubicBezTo>
                      <a:pt x="9" y="29"/>
                      <a:pt x="10" y="26"/>
                      <a:pt x="12" y="26"/>
                    </a:cubicBezTo>
                    <a:cubicBezTo>
                      <a:pt x="14" y="26"/>
                      <a:pt x="14" y="26"/>
                      <a:pt x="14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4" y="24"/>
                      <a:pt x="28" y="21"/>
                      <a:pt x="28" y="14"/>
                    </a:cubicBezTo>
                    <a:cubicBezTo>
                      <a:pt x="28" y="6"/>
                      <a:pt x="28" y="6"/>
                      <a:pt x="28" y="6"/>
                    </a:cubicBezTo>
                    <a:cubicBezTo>
                      <a:pt x="28" y="5"/>
                      <a:pt x="28" y="5"/>
                      <a:pt x="28" y="5"/>
                    </a:cubicBezTo>
                    <a:cubicBezTo>
                      <a:pt x="27" y="3"/>
                      <a:pt x="27" y="3"/>
                      <a:pt x="27" y="3"/>
                    </a:cubicBezTo>
                    <a:cubicBezTo>
                      <a:pt x="26" y="3"/>
                      <a:pt x="26" y="3"/>
                      <a:pt x="26" y="3"/>
                    </a:cubicBezTo>
                    <a:cubicBezTo>
                      <a:pt x="24" y="3"/>
                      <a:pt x="24" y="3"/>
                      <a:pt x="24" y="3"/>
                    </a:cubicBezTo>
                    <a:cubicBezTo>
                      <a:pt x="23" y="3"/>
                      <a:pt x="23" y="3"/>
                      <a:pt x="23" y="3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15" y="1"/>
                    </a:lnTo>
                    <a:close/>
                  </a:path>
                </a:pathLst>
              </a:custGeom>
              <a:solidFill>
                <a:srgbClr val="E6001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" name="íṩlïḓè"/>
              <p:cNvSpPr/>
              <p:nvPr/>
            </p:nvSpPr>
            <p:spPr bwMode="auto">
              <a:xfrm>
                <a:off x="5826126" y="3273425"/>
                <a:ext cx="223838" cy="293688"/>
              </a:xfrm>
              <a:custGeom>
                <a:avLst/>
                <a:gdLst>
                  <a:gd name="T0" fmla="*/ 38 w 68"/>
                  <a:gd name="T1" fmla="*/ 16 h 88"/>
                  <a:gd name="T2" fmla="*/ 40 w 68"/>
                  <a:gd name="T3" fmla="*/ 5 h 88"/>
                  <a:gd name="T4" fmla="*/ 36 w 68"/>
                  <a:gd name="T5" fmla="*/ 1 h 88"/>
                  <a:gd name="T6" fmla="*/ 36 w 68"/>
                  <a:gd name="T7" fmla="*/ 1 h 88"/>
                  <a:gd name="T8" fmla="*/ 33 w 68"/>
                  <a:gd name="T9" fmla="*/ 0 h 88"/>
                  <a:gd name="T10" fmla="*/ 24 w 68"/>
                  <a:gd name="T11" fmla="*/ 7 h 88"/>
                  <a:gd name="T12" fmla="*/ 24 w 68"/>
                  <a:gd name="T13" fmla="*/ 8 h 88"/>
                  <a:gd name="T14" fmla="*/ 26 w 68"/>
                  <a:gd name="T15" fmla="*/ 18 h 88"/>
                  <a:gd name="T16" fmla="*/ 27 w 68"/>
                  <a:gd name="T17" fmla="*/ 28 h 88"/>
                  <a:gd name="T18" fmla="*/ 27 w 68"/>
                  <a:gd name="T19" fmla="*/ 39 h 88"/>
                  <a:gd name="T20" fmla="*/ 16 w 68"/>
                  <a:gd name="T21" fmla="*/ 48 h 88"/>
                  <a:gd name="T22" fmla="*/ 7 w 68"/>
                  <a:gd name="T23" fmla="*/ 49 h 88"/>
                  <a:gd name="T24" fmla="*/ 5 w 68"/>
                  <a:gd name="T25" fmla="*/ 49 h 88"/>
                  <a:gd name="T26" fmla="*/ 4 w 68"/>
                  <a:gd name="T27" fmla="*/ 49 h 88"/>
                  <a:gd name="T28" fmla="*/ 0 w 68"/>
                  <a:gd name="T29" fmla="*/ 54 h 88"/>
                  <a:gd name="T30" fmla="*/ 5 w 68"/>
                  <a:gd name="T31" fmla="*/ 60 h 88"/>
                  <a:gd name="T32" fmla="*/ 11 w 68"/>
                  <a:gd name="T33" fmla="*/ 60 h 88"/>
                  <a:gd name="T34" fmla="*/ 13 w 68"/>
                  <a:gd name="T35" fmla="*/ 59 h 88"/>
                  <a:gd name="T36" fmla="*/ 20 w 68"/>
                  <a:gd name="T37" fmla="*/ 66 h 88"/>
                  <a:gd name="T38" fmla="*/ 17 w 68"/>
                  <a:gd name="T39" fmla="*/ 72 h 88"/>
                  <a:gd name="T40" fmla="*/ 13 w 68"/>
                  <a:gd name="T41" fmla="*/ 76 h 88"/>
                  <a:gd name="T42" fmla="*/ 2 w 68"/>
                  <a:gd name="T43" fmla="*/ 82 h 88"/>
                  <a:gd name="T44" fmla="*/ 2 w 68"/>
                  <a:gd name="T45" fmla="*/ 83 h 88"/>
                  <a:gd name="T46" fmla="*/ 2 w 68"/>
                  <a:gd name="T47" fmla="*/ 87 h 88"/>
                  <a:gd name="T48" fmla="*/ 4 w 68"/>
                  <a:gd name="T49" fmla="*/ 88 h 88"/>
                  <a:gd name="T50" fmla="*/ 25 w 68"/>
                  <a:gd name="T51" fmla="*/ 77 h 88"/>
                  <a:gd name="T52" fmla="*/ 31 w 68"/>
                  <a:gd name="T53" fmla="*/ 69 h 88"/>
                  <a:gd name="T54" fmla="*/ 40 w 68"/>
                  <a:gd name="T55" fmla="*/ 63 h 88"/>
                  <a:gd name="T56" fmla="*/ 52 w 68"/>
                  <a:gd name="T57" fmla="*/ 70 h 88"/>
                  <a:gd name="T58" fmla="*/ 48 w 68"/>
                  <a:gd name="T59" fmla="*/ 79 h 88"/>
                  <a:gd name="T60" fmla="*/ 59 w 68"/>
                  <a:gd name="T61" fmla="*/ 81 h 88"/>
                  <a:gd name="T62" fmla="*/ 68 w 68"/>
                  <a:gd name="T63" fmla="*/ 71 h 88"/>
                  <a:gd name="T64" fmla="*/ 59 w 68"/>
                  <a:gd name="T65" fmla="*/ 62 h 88"/>
                  <a:gd name="T66" fmla="*/ 44 w 68"/>
                  <a:gd name="T67" fmla="*/ 60 h 88"/>
                  <a:gd name="T68" fmla="*/ 42 w 68"/>
                  <a:gd name="T69" fmla="*/ 60 h 88"/>
                  <a:gd name="T70" fmla="*/ 36 w 68"/>
                  <a:gd name="T71" fmla="*/ 53 h 88"/>
                  <a:gd name="T72" fmla="*/ 48 w 68"/>
                  <a:gd name="T73" fmla="*/ 42 h 88"/>
                  <a:gd name="T74" fmla="*/ 59 w 68"/>
                  <a:gd name="T75" fmla="*/ 32 h 88"/>
                  <a:gd name="T76" fmla="*/ 59 w 68"/>
                  <a:gd name="T77" fmla="*/ 30 h 88"/>
                  <a:gd name="T78" fmla="*/ 59 w 68"/>
                  <a:gd name="T79" fmla="*/ 29 h 88"/>
                  <a:gd name="T80" fmla="*/ 54 w 68"/>
                  <a:gd name="T81" fmla="*/ 26 h 88"/>
                  <a:gd name="T82" fmla="*/ 51 w 68"/>
                  <a:gd name="T83" fmla="*/ 27 h 88"/>
                  <a:gd name="T84" fmla="*/ 50 w 68"/>
                  <a:gd name="T85" fmla="*/ 27 h 88"/>
                  <a:gd name="T86" fmla="*/ 41 w 68"/>
                  <a:gd name="T87" fmla="*/ 33 h 88"/>
                  <a:gd name="T88" fmla="*/ 38 w 68"/>
                  <a:gd name="T89" fmla="*/ 28 h 88"/>
                  <a:gd name="T90" fmla="*/ 38 w 68"/>
                  <a:gd name="T91" fmla="*/ 27 h 88"/>
                  <a:gd name="T92" fmla="*/ 38 w 68"/>
                  <a:gd name="T93" fmla="*/ 16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68" h="88">
                    <a:moveTo>
                      <a:pt x="38" y="16"/>
                    </a:moveTo>
                    <a:cubicBezTo>
                      <a:pt x="39" y="11"/>
                      <a:pt x="40" y="9"/>
                      <a:pt x="40" y="5"/>
                    </a:cubicBezTo>
                    <a:cubicBezTo>
                      <a:pt x="40" y="3"/>
                      <a:pt x="38" y="1"/>
                      <a:pt x="36" y="1"/>
                    </a:cubicBezTo>
                    <a:cubicBezTo>
                      <a:pt x="36" y="1"/>
                      <a:pt x="36" y="1"/>
                      <a:pt x="36" y="1"/>
                    </a:cubicBezTo>
                    <a:cubicBezTo>
                      <a:pt x="34" y="1"/>
                      <a:pt x="34" y="1"/>
                      <a:pt x="33" y="0"/>
                    </a:cubicBezTo>
                    <a:cubicBezTo>
                      <a:pt x="28" y="3"/>
                      <a:pt x="28" y="1"/>
                      <a:pt x="24" y="7"/>
                    </a:cubicBezTo>
                    <a:cubicBezTo>
                      <a:pt x="24" y="8"/>
                      <a:pt x="24" y="8"/>
                      <a:pt x="24" y="8"/>
                    </a:cubicBezTo>
                    <a:cubicBezTo>
                      <a:pt x="24" y="12"/>
                      <a:pt x="26" y="14"/>
                      <a:pt x="26" y="18"/>
                    </a:cubicBezTo>
                    <a:cubicBezTo>
                      <a:pt x="27" y="28"/>
                      <a:pt x="27" y="28"/>
                      <a:pt x="27" y="28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8" y="45"/>
                      <a:pt x="22" y="48"/>
                      <a:pt x="16" y="48"/>
                    </a:cubicBezTo>
                    <a:cubicBezTo>
                      <a:pt x="7" y="49"/>
                      <a:pt x="7" y="49"/>
                      <a:pt x="7" y="49"/>
                    </a:cubicBezTo>
                    <a:cubicBezTo>
                      <a:pt x="5" y="49"/>
                      <a:pt x="5" y="49"/>
                      <a:pt x="5" y="49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2" y="50"/>
                      <a:pt x="0" y="51"/>
                      <a:pt x="0" y="54"/>
                    </a:cubicBezTo>
                    <a:cubicBezTo>
                      <a:pt x="0" y="56"/>
                      <a:pt x="3" y="60"/>
                      <a:pt x="5" y="60"/>
                    </a:cubicBezTo>
                    <a:cubicBezTo>
                      <a:pt x="11" y="60"/>
                      <a:pt x="11" y="60"/>
                      <a:pt x="11" y="60"/>
                    </a:cubicBezTo>
                    <a:cubicBezTo>
                      <a:pt x="12" y="60"/>
                      <a:pt x="12" y="60"/>
                      <a:pt x="13" y="59"/>
                    </a:cubicBezTo>
                    <a:cubicBezTo>
                      <a:pt x="17" y="62"/>
                      <a:pt x="17" y="60"/>
                      <a:pt x="20" y="66"/>
                    </a:cubicBezTo>
                    <a:cubicBezTo>
                      <a:pt x="18" y="69"/>
                      <a:pt x="20" y="68"/>
                      <a:pt x="17" y="72"/>
                    </a:cubicBezTo>
                    <a:cubicBezTo>
                      <a:pt x="15" y="73"/>
                      <a:pt x="15" y="75"/>
                      <a:pt x="13" y="76"/>
                    </a:cubicBezTo>
                    <a:cubicBezTo>
                      <a:pt x="8" y="79"/>
                      <a:pt x="7" y="80"/>
                      <a:pt x="2" y="82"/>
                    </a:cubicBezTo>
                    <a:cubicBezTo>
                      <a:pt x="2" y="83"/>
                      <a:pt x="2" y="83"/>
                      <a:pt x="2" y="83"/>
                    </a:cubicBezTo>
                    <a:cubicBezTo>
                      <a:pt x="2" y="87"/>
                      <a:pt x="2" y="87"/>
                      <a:pt x="2" y="87"/>
                    </a:cubicBezTo>
                    <a:cubicBezTo>
                      <a:pt x="4" y="87"/>
                      <a:pt x="3" y="88"/>
                      <a:pt x="4" y="88"/>
                    </a:cubicBezTo>
                    <a:cubicBezTo>
                      <a:pt x="13" y="88"/>
                      <a:pt x="20" y="82"/>
                      <a:pt x="25" y="77"/>
                    </a:cubicBezTo>
                    <a:cubicBezTo>
                      <a:pt x="26" y="76"/>
                      <a:pt x="30" y="71"/>
                      <a:pt x="31" y="69"/>
                    </a:cubicBezTo>
                    <a:cubicBezTo>
                      <a:pt x="33" y="65"/>
                      <a:pt x="35" y="63"/>
                      <a:pt x="40" y="63"/>
                    </a:cubicBezTo>
                    <a:cubicBezTo>
                      <a:pt x="45" y="63"/>
                      <a:pt x="49" y="67"/>
                      <a:pt x="52" y="70"/>
                    </a:cubicBezTo>
                    <a:cubicBezTo>
                      <a:pt x="48" y="79"/>
                      <a:pt x="48" y="79"/>
                      <a:pt x="48" y="79"/>
                    </a:cubicBezTo>
                    <a:cubicBezTo>
                      <a:pt x="50" y="79"/>
                      <a:pt x="58" y="81"/>
                      <a:pt x="59" y="81"/>
                    </a:cubicBezTo>
                    <a:cubicBezTo>
                      <a:pt x="65" y="81"/>
                      <a:pt x="67" y="76"/>
                      <a:pt x="68" y="71"/>
                    </a:cubicBezTo>
                    <a:cubicBezTo>
                      <a:pt x="67" y="65"/>
                      <a:pt x="63" y="64"/>
                      <a:pt x="59" y="62"/>
                    </a:cubicBezTo>
                    <a:cubicBezTo>
                      <a:pt x="53" y="59"/>
                      <a:pt x="51" y="60"/>
                      <a:pt x="44" y="60"/>
                    </a:cubicBezTo>
                    <a:cubicBezTo>
                      <a:pt x="43" y="60"/>
                      <a:pt x="43" y="60"/>
                      <a:pt x="42" y="60"/>
                    </a:cubicBezTo>
                    <a:cubicBezTo>
                      <a:pt x="40" y="59"/>
                      <a:pt x="36" y="56"/>
                      <a:pt x="36" y="53"/>
                    </a:cubicBezTo>
                    <a:cubicBezTo>
                      <a:pt x="36" y="51"/>
                      <a:pt x="45" y="44"/>
                      <a:pt x="48" y="42"/>
                    </a:cubicBezTo>
                    <a:cubicBezTo>
                      <a:pt x="50" y="41"/>
                      <a:pt x="59" y="34"/>
                      <a:pt x="59" y="32"/>
                    </a:cubicBezTo>
                    <a:cubicBezTo>
                      <a:pt x="59" y="30"/>
                      <a:pt x="59" y="30"/>
                      <a:pt x="59" y="30"/>
                    </a:cubicBezTo>
                    <a:cubicBezTo>
                      <a:pt x="59" y="29"/>
                      <a:pt x="59" y="29"/>
                      <a:pt x="59" y="29"/>
                    </a:cubicBezTo>
                    <a:cubicBezTo>
                      <a:pt x="54" y="26"/>
                      <a:pt x="54" y="26"/>
                      <a:pt x="54" y="26"/>
                    </a:cubicBezTo>
                    <a:cubicBezTo>
                      <a:pt x="53" y="27"/>
                      <a:pt x="53" y="27"/>
                      <a:pt x="51" y="27"/>
                    </a:cubicBezTo>
                    <a:cubicBezTo>
                      <a:pt x="50" y="27"/>
                      <a:pt x="50" y="27"/>
                      <a:pt x="50" y="27"/>
                    </a:cubicBezTo>
                    <a:cubicBezTo>
                      <a:pt x="46" y="32"/>
                      <a:pt x="46" y="30"/>
                      <a:pt x="41" y="33"/>
                    </a:cubicBezTo>
                    <a:cubicBezTo>
                      <a:pt x="40" y="31"/>
                      <a:pt x="39" y="30"/>
                      <a:pt x="38" y="28"/>
                    </a:cubicBezTo>
                    <a:cubicBezTo>
                      <a:pt x="38" y="27"/>
                      <a:pt x="38" y="27"/>
                      <a:pt x="38" y="27"/>
                    </a:cubicBezTo>
                    <a:lnTo>
                      <a:pt x="38" y="16"/>
                    </a:lnTo>
                    <a:close/>
                  </a:path>
                </a:pathLst>
              </a:custGeom>
              <a:solidFill>
                <a:srgbClr val="E6001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" name="ísḷïďè"/>
              <p:cNvSpPr/>
              <p:nvPr/>
            </p:nvSpPr>
            <p:spPr bwMode="auto">
              <a:xfrm>
                <a:off x="4518026" y="3506788"/>
                <a:ext cx="53975" cy="71438"/>
              </a:xfrm>
              <a:custGeom>
                <a:avLst/>
                <a:gdLst>
                  <a:gd name="T0" fmla="*/ 14 w 16"/>
                  <a:gd name="T1" fmla="*/ 17 h 21"/>
                  <a:gd name="T2" fmla="*/ 16 w 16"/>
                  <a:gd name="T3" fmla="*/ 12 h 21"/>
                  <a:gd name="T4" fmla="*/ 11 w 16"/>
                  <a:gd name="T5" fmla="*/ 5 h 21"/>
                  <a:gd name="T6" fmla="*/ 5 w 16"/>
                  <a:gd name="T7" fmla="*/ 0 h 21"/>
                  <a:gd name="T8" fmla="*/ 2 w 16"/>
                  <a:gd name="T9" fmla="*/ 4 h 21"/>
                  <a:gd name="T10" fmla="*/ 2 w 16"/>
                  <a:gd name="T11" fmla="*/ 5 h 21"/>
                  <a:gd name="T12" fmla="*/ 2 w 16"/>
                  <a:gd name="T13" fmla="*/ 8 h 21"/>
                  <a:gd name="T14" fmla="*/ 2 w 16"/>
                  <a:gd name="T15" fmla="*/ 9 h 21"/>
                  <a:gd name="T16" fmla="*/ 0 w 16"/>
                  <a:gd name="T17" fmla="*/ 17 h 21"/>
                  <a:gd name="T18" fmla="*/ 3 w 16"/>
                  <a:gd name="T19" fmla="*/ 21 h 21"/>
                  <a:gd name="T20" fmla="*/ 4 w 16"/>
                  <a:gd name="T21" fmla="*/ 21 h 21"/>
                  <a:gd name="T22" fmla="*/ 5 w 16"/>
                  <a:gd name="T23" fmla="*/ 21 h 21"/>
                  <a:gd name="T24" fmla="*/ 14 w 16"/>
                  <a:gd name="T25" fmla="*/ 17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" h="21">
                    <a:moveTo>
                      <a:pt x="14" y="17"/>
                    </a:moveTo>
                    <a:cubicBezTo>
                      <a:pt x="14" y="15"/>
                      <a:pt x="16" y="13"/>
                      <a:pt x="16" y="12"/>
                    </a:cubicBezTo>
                    <a:cubicBezTo>
                      <a:pt x="16" y="11"/>
                      <a:pt x="12" y="7"/>
                      <a:pt x="11" y="5"/>
                    </a:cubicBezTo>
                    <a:cubicBezTo>
                      <a:pt x="11" y="3"/>
                      <a:pt x="8" y="0"/>
                      <a:pt x="5" y="0"/>
                    </a:cubicBezTo>
                    <a:cubicBezTo>
                      <a:pt x="4" y="0"/>
                      <a:pt x="3" y="3"/>
                      <a:pt x="2" y="4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2" y="9"/>
                      <a:pt x="2" y="9"/>
                      <a:pt x="2" y="9"/>
                    </a:cubicBezTo>
                    <a:cubicBezTo>
                      <a:pt x="1" y="11"/>
                      <a:pt x="0" y="14"/>
                      <a:pt x="0" y="17"/>
                    </a:cubicBezTo>
                    <a:cubicBezTo>
                      <a:pt x="0" y="19"/>
                      <a:pt x="1" y="20"/>
                      <a:pt x="3" y="21"/>
                    </a:cubicBezTo>
                    <a:cubicBezTo>
                      <a:pt x="4" y="21"/>
                      <a:pt x="4" y="21"/>
                      <a:pt x="4" y="21"/>
                    </a:cubicBezTo>
                    <a:cubicBezTo>
                      <a:pt x="5" y="21"/>
                      <a:pt x="5" y="21"/>
                      <a:pt x="5" y="21"/>
                    </a:cubicBezTo>
                    <a:cubicBezTo>
                      <a:pt x="7" y="21"/>
                      <a:pt x="11" y="17"/>
                      <a:pt x="14" y="17"/>
                    </a:cubicBezTo>
                    <a:close/>
                  </a:path>
                </a:pathLst>
              </a:custGeom>
              <a:solidFill>
                <a:srgbClr val="E6001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" name="îṧļîḓé"/>
              <p:cNvSpPr/>
              <p:nvPr/>
            </p:nvSpPr>
            <p:spPr bwMode="auto">
              <a:xfrm>
                <a:off x="5319713" y="3133725"/>
                <a:ext cx="222250" cy="500063"/>
              </a:xfrm>
              <a:custGeom>
                <a:avLst/>
                <a:gdLst>
                  <a:gd name="T0" fmla="*/ 47 w 67"/>
                  <a:gd name="T1" fmla="*/ 96 h 150"/>
                  <a:gd name="T2" fmla="*/ 51 w 67"/>
                  <a:gd name="T3" fmla="*/ 96 h 150"/>
                  <a:gd name="T4" fmla="*/ 46 w 67"/>
                  <a:gd name="T5" fmla="*/ 114 h 150"/>
                  <a:gd name="T6" fmla="*/ 42 w 67"/>
                  <a:gd name="T7" fmla="*/ 113 h 150"/>
                  <a:gd name="T8" fmla="*/ 39 w 67"/>
                  <a:gd name="T9" fmla="*/ 108 h 150"/>
                  <a:gd name="T10" fmla="*/ 21 w 67"/>
                  <a:gd name="T11" fmla="*/ 78 h 150"/>
                  <a:gd name="T12" fmla="*/ 29 w 67"/>
                  <a:gd name="T13" fmla="*/ 73 h 150"/>
                  <a:gd name="T14" fmla="*/ 32 w 67"/>
                  <a:gd name="T15" fmla="*/ 74 h 150"/>
                  <a:gd name="T16" fmla="*/ 32 w 67"/>
                  <a:gd name="T17" fmla="*/ 77 h 150"/>
                  <a:gd name="T18" fmla="*/ 32 w 67"/>
                  <a:gd name="T19" fmla="*/ 79 h 150"/>
                  <a:gd name="T20" fmla="*/ 21 w 67"/>
                  <a:gd name="T21" fmla="*/ 78 h 150"/>
                  <a:gd name="T22" fmla="*/ 53 w 67"/>
                  <a:gd name="T23" fmla="*/ 118 h 150"/>
                  <a:gd name="T24" fmla="*/ 66 w 67"/>
                  <a:gd name="T25" fmla="*/ 108 h 150"/>
                  <a:gd name="T26" fmla="*/ 60 w 67"/>
                  <a:gd name="T27" fmla="*/ 98 h 150"/>
                  <a:gd name="T28" fmla="*/ 51 w 67"/>
                  <a:gd name="T29" fmla="*/ 82 h 150"/>
                  <a:gd name="T30" fmla="*/ 47 w 67"/>
                  <a:gd name="T31" fmla="*/ 71 h 150"/>
                  <a:gd name="T32" fmla="*/ 60 w 67"/>
                  <a:gd name="T33" fmla="*/ 58 h 150"/>
                  <a:gd name="T34" fmla="*/ 53 w 67"/>
                  <a:gd name="T35" fmla="*/ 52 h 150"/>
                  <a:gd name="T36" fmla="*/ 44 w 67"/>
                  <a:gd name="T37" fmla="*/ 50 h 150"/>
                  <a:gd name="T38" fmla="*/ 48 w 67"/>
                  <a:gd name="T39" fmla="*/ 38 h 150"/>
                  <a:gd name="T40" fmla="*/ 66 w 67"/>
                  <a:gd name="T41" fmla="*/ 17 h 150"/>
                  <a:gd name="T42" fmla="*/ 66 w 67"/>
                  <a:gd name="T43" fmla="*/ 13 h 150"/>
                  <a:gd name="T44" fmla="*/ 56 w 67"/>
                  <a:gd name="T45" fmla="*/ 1 h 150"/>
                  <a:gd name="T46" fmla="*/ 55 w 67"/>
                  <a:gd name="T47" fmla="*/ 7 h 150"/>
                  <a:gd name="T48" fmla="*/ 50 w 67"/>
                  <a:gd name="T49" fmla="*/ 18 h 150"/>
                  <a:gd name="T50" fmla="*/ 42 w 67"/>
                  <a:gd name="T51" fmla="*/ 15 h 150"/>
                  <a:gd name="T52" fmla="*/ 40 w 67"/>
                  <a:gd name="T53" fmla="*/ 15 h 150"/>
                  <a:gd name="T54" fmla="*/ 41 w 67"/>
                  <a:gd name="T55" fmla="*/ 26 h 150"/>
                  <a:gd name="T56" fmla="*/ 41 w 67"/>
                  <a:gd name="T57" fmla="*/ 30 h 150"/>
                  <a:gd name="T58" fmla="*/ 37 w 67"/>
                  <a:gd name="T59" fmla="*/ 33 h 150"/>
                  <a:gd name="T60" fmla="*/ 30 w 67"/>
                  <a:gd name="T61" fmla="*/ 29 h 150"/>
                  <a:gd name="T62" fmla="*/ 9 w 67"/>
                  <a:gd name="T63" fmla="*/ 50 h 150"/>
                  <a:gd name="T64" fmla="*/ 4 w 67"/>
                  <a:gd name="T65" fmla="*/ 59 h 150"/>
                  <a:gd name="T66" fmla="*/ 23 w 67"/>
                  <a:gd name="T67" fmla="*/ 51 h 150"/>
                  <a:gd name="T68" fmla="*/ 30 w 67"/>
                  <a:gd name="T69" fmla="*/ 58 h 150"/>
                  <a:gd name="T70" fmla="*/ 26 w 67"/>
                  <a:gd name="T71" fmla="*/ 65 h 150"/>
                  <a:gd name="T72" fmla="*/ 19 w 67"/>
                  <a:gd name="T73" fmla="*/ 64 h 150"/>
                  <a:gd name="T74" fmla="*/ 16 w 67"/>
                  <a:gd name="T75" fmla="*/ 67 h 150"/>
                  <a:gd name="T76" fmla="*/ 16 w 67"/>
                  <a:gd name="T77" fmla="*/ 72 h 150"/>
                  <a:gd name="T78" fmla="*/ 3 w 67"/>
                  <a:gd name="T79" fmla="*/ 105 h 150"/>
                  <a:gd name="T80" fmla="*/ 6 w 67"/>
                  <a:gd name="T81" fmla="*/ 110 h 150"/>
                  <a:gd name="T82" fmla="*/ 9 w 67"/>
                  <a:gd name="T83" fmla="*/ 111 h 150"/>
                  <a:gd name="T84" fmla="*/ 24 w 67"/>
                  <a:gd name="T85" fmla="*/ 89 h 150"/>
                  <a:gd name="T86" fmla="*/ 32 w 67"/>
                  <a:gd name="T87" fmla="*/ 93 h 150"/>
                  <a:gd name="T88" fmla="*/ 32 w 67"/>
                  <a:gd name="T89" fmla="*/ 96 h 150"/>
                  <a:gd name="T90" fmla="*/ 29 w 67"/>
                  <a:gd name="T91" fmla="*/ 113 h 150"/>
                  <a:gd name="T92" fmla="*/ 29 w 67"/>
                  <a:gd name="T93" fmla="*/ 115 h 150"/>
                  <a:gd name="T94" fmla="*/ 22 w 67"/>
                  <a:gd name="T95" fmla="*/ 122 h 150"/>
                  <a:gd name="T96" fmla="*/ 10 w 67"/>
                  <a:gd name="T97" fmla="*/ 124 h 150"/>
                  <a:gd name="T98" fmla="*/ 15 w 67"/>
                  <a:gd name="T99" fmla="*/ 144 h 150"/>
                  <a:gd name="T100" fmla="*/ 17 w 67"/>
                  <a:gd name="T101" fmla="*/ 150 h 150"/>
                  <a:gd name="T102" fmla="*/ 38 w 67"/>
                  <a:gd name="T103" fmla="*/ 125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7" h="150">
                    <a:moveTo>
                      <a:pt x="39" y="107"/>
                    </a:moveTo>
                    <a:cubicBezTo>
                      <a:pt x="39" y="103"/>
                      <a:pt x="44" y="96"/>
                      <a:pt x="47" y="96"/>
                    </a:cubicBezTo>
                    <a:cubicBezTo>
                      <a:pt x="50" y="96"/>
                      <a:pt x="50" y="96"/>
                      <a:pt x="50" y="96"/>
                    </a:cubicBezTo>
                    <a:cubicBezTo>
                      <a:pt x="51" y="96"/>
                      <a:pt x="51" y="96"/>
                      <a:pt x="51" y="96"/>
                    </a:cubicBezTo>
                    <a:cubicBezTo>
                      <a:pt x="53" y="98"/>
                      <a:pt x="55" y="101"/>
                      <a:pt x="55" y="104"/>
                    </a:cubicBezTo>
                    <a:cubicBezTo>
                      <a:pt x="55" y="108"/>
                      <a:pt x="49" y="112"/>
                      <a:pt x="46" y="114"/>
                    </a:cubicBezTo>
                    <a:cubicBezTo>
                      <a:pt x="45" y="114"/>
                      <a:pt x="45" y="113"/>
                      <a:pt x="43" y="113"/>
                    </a:cubicBezTo>
                    <a:cubicBezTo>
                      <a:pt x="42" y="113"/>
                      <a:pt x="42" y="113"/>
                      <a:pt x="42" y="113"/>
                    </a:cubicBezTo>
                    <a:cubicBezTo>
                      <a:pt x="39" y="109"/>
                      <a:pt x="39" y="109"/>
                      <a:pt x="39" y="109"/>
                    </a:cubicBezTo>
                    <a:cubicBezTo>
                      <a:pt x="39" y="108"/>
                      <a:pt x="39" y="108"/>
                      <a:pt x="39" y="108"/>
                    </a:cubicBezTo>
                    <a:cubicBezTo>
                      <a:pt x="39" y="107"/>
                      <a:pt x="39" y="107"/>
                      <a:pt x="39" y="107"/>
                    </a:cubicBezTo>
                    <a:close/>
                    <a:moveTo>
                      <a:pt x="21" y="78"/>
                    </a:moveTo>
                    <a:cubicBezTo>
                      <a:pt x="21" y="77"/>
                      <a:pt x="25" y="73"/>
                      <a:pt x="26" y="73"/>
                    </a:cubicBezTo>
                    <a:cubicBezTo>
                      <a:pt x="27" y="73"/>
                      <a:pt x="27" y="73"/>
                      <a:pt x="29" y="73"/>
                    </a:cubicBezTo>
                    <a:cubicBezTo>
                      <a:pt x="30" y="73"/>
                      <a:pt x="30" y="73"/>
                      <a:pt x="30" y="73"/>
                    </a:cubicBezTo>
                    <a:cubicBezTo>
                      <a:pt x="32" y="74"/>
                      <a:pt x="32" y="74"/>
                      <a:pt x="32" y="74"/>
                    </a:cubicBezTo>
                    <a:cubicBezTo>
                      <a:pt x="32" y="76"/>
                      <a:pt x="32" y="76"/>
                      <a:pt x="32" y="76"/>
                    </a:cubicBezTo>
                    <a:cubicBezTo>
                      <a:pt x="32" y="77"/>
                      <a:pt x="32" y="77"/>
                      <a:pt x="32" y="77"/>
                    </a:cubicBezTo>
                    <a:cubicBezTo>
                      <a:pt x="32" y="78"/>
                      <a:pt x="32" y="78"/>
                      <a:pt x="32" y="78"/>
                    </a:cubicBezTo>
                    <a:cubicBezTo>
                      <a:pt x="32" y="79"/>
                      <a:pt x="32" y="79"/>
                      <a:pt x="32" y="79"/>
                    </a:cubicBezTo>
                    <a:cubicBezTo>
                      <a:pt x="31" y="82"/>
                      <a:pt x="29" y="83"/>
                      <a:pt x="25" y="83"/>
                    </a:cubicBezTo>
                    <a:cubicBezTo>
                      <a:pt x="23" y="83"/>
                      <a:pt x="21" y="81"/>
                      <a:pt x="21" y="78"/>
                    </a:cubicBezTo>
                    <a:close/>
                    <a:moveTo>
                      <a:pt x="38" y="125"/>
                    </a:moveTo>
                    <a:cubicBezTo>
                      <a:pt x="43" y="122"/>
                      <a:pt x="47" y="120"/>
                      <a:pt x="53" y="118"/>
                    </a:cubicBezTo>
                    <a:cubicBezTo>
                      <a:pt x="57" y="116"/>
                      <a:pt x="57" y="116"/>
                      <a:pt x="60" y="114"/>
                    </a:cubicBezTo>
                    <a:cubicBezTo>
                      <a:pt x="64" y="111"/>
                      <a:pt x="63" y="110"/>
                      <a:pt x="66" y="108"/>
                    </a:cubicBezTo>
                    <a:cubicBezTo>
                      <a:pt x="67" y="104"/>
                      <a:pt x="67" y="104"/>
                      <a:pt x="67" y="104"/>
                    </a:cubicBezTo>
                    <a:cubicBezTo>
                      <a:pt x="64" y="100"/>
                      <a:pt x="64" y="101"/>
                      <a:pt x="60" y="98"/>
                    </a:cubicBezTo>
                    <a:cubicBezTo>
                      <a:pt x="58" y="96"/>
                      <a:pt x="55" y="95"/>
                      <a:pt x="54" y="92"/>
                    </a:cubicBezTo>
                    <a:cubicBezTo>
                      <a:pt x="53" y="88"/>
                      <a:pt x="53" y="84"/>
                      <a:pt x="51" y="82"/>
                    </a:cubicBezTo>
                    <a:cubicBezTo>
                      <a:pt x="49" y="79"/>
                      <a:pt x="47" y="77"/>
                      <a:pt x="47" y="73"/>
                    </a:cubicBezTo>
                    <a:cubicBezTo>
                      <a:pt x="47" y="72"/>
                      <a:pt x="47" y="72"/>
                      <a:pt x="47" y="71"/>
                    </a:cubicBezTo>
                    <a:cubicBezTo>
                      <a:pt x="49" y="67"/>
                      <a:pt x="47" y="67"/>
                      <a:pt x="53" y="64"/>
                    </a:cubicBezTo>
                    <a:cubicBezTo>
                      <a:pt x="55" y="64"/>
                      <a:pt x="60" y="60"/>
                      <a:pt x="60" y="58"/>
                    </a:cubicBezTo>
                    <a:cubicBezTo>
                      <a:pt x="60" y="55"/>
                      <a:pt x="60" y="55"/>
                      <a:pt x="60" y="55"/>
                    </a:cubicBezTo>
                    <a:cubicBezTo>
                      <a:pt x="60" y="53"/>
                      <a:pt x="56" y="51"/>
                      <a:pt x="53" y="52"/>
                    </a:cubicBezTo>
                    <a:cubicBezTo>
                      <a:pt x="47" y="52"/>
                      <a:pt x="47" y="52"/>
                      <a:pt x="47" y="52"/>
                    </a:cubicBezTo>
                    <a:cubicBezTo>
                      <a:pt x="46" y="52"/>
                      <a:pt x="45" y="51"/>
                      <a:pt x="44" y="50"/>
                    </a:cubicBezTo>
                    <a:cubicBezTo>
                      <a:pt x="44" y="47"/>
                      <a:pt x="44" y="47"/>
                      <a:pt x="44" y="47"/>
                    </a:cubicBezTo>
                    <a:cubicBezTo>
                      <a:pt x="44" y="44"/>
                      <a:pt x="47" y="41"/>
                      <a:pt x="48" y="38"/>
                    </a:cubicBezTo>
                    <a:cubicBezTo>
                      <a:pt x="49" y="34"/>
                      <a:pt x="50" y="33"/>
                      <a:pt x="53" y="30"/>
                    </a:cubicBezTo>
                    <a:cubicBezTo>
                      <a:pt x="56" y="27"/>
                      <a:pt x="66" y="22"/>
                      <a:pt x="66" y="17"/>
                    </a:cubicBezTo>
                    <a:cubicBezTo>
                      <a:pt x="66" y="14"/>
                      <a:pt x="66" y="14"/>
                      <a:pt x="66" y="14"/>
                    </a:cubicBezTo>
                    <a:cubicBezTo>
                      <a:pt x="66" y="13"/>
                      <a:pt x="66" y="13"/>
                      <a:pt x="66" y="13"/>
                    </a:cubicBezTo>
                    <a:cubicBezTo>
                      <a:pt x="65" y="10"/>
                      <a:pt x="62" y="0"/>
                      <a:pt x="58" y="0"/>
                    </a:cubicBezTo>
                    <a:cubicBezTo>
                      <a:pt x="57" y="0"/>
                      <a:pt x="57" y="0"/>
                      <a:pt x="56" y="1"/>
                    </a:cubicBezTo>
                    <a:cubicBezTo>
                      <a:pt x="56" y="3"/>
                      <a:pt x="55" y="3"/>
                      <a:pt x="55" y="5"/>
                    </a:cubicBezTo>
                    <a:cubicBezTo>
                      <a:pt x="55" y="7"/>
                      <a:pt x="55" y="7"/>
                      <a:pt x="55" y="7"/>
                    </a:cubicBezTo>
                    <a:cubicBezTo>
                      <a:pt x="55" y="11"/>
                      <a:pt x="53" y="15"/>
                      <a:pt x="51" y="18"/>
                    </a:cubicBezTo>
                    <a:cubicBezTo>
                      <a:pt x="50" y="18"/>
                      <a:pt x="50" y="18"/>
                      <a:pt x="50" y="18"/>
                    </a:cubicBezTo>
                    <a:cubicBezTo>
                      <a:pt x="48" y="18"/>
                      <a:pt x="48" y="18"/>
                      <a:pt x="47" y="19"/>
                    </a:cubicBezTo>
                    <a:cubicBezTo>
                      <a:pt x="42" y="15"/>
                      <a:pt x="42" y="15"/>
                      <a:pt x="42" y="15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39" y="15"/>
                      <a:pt x="38" y="16"/>
                      <a:pt x="38" y="17"/>
                    </a:cubicBezTo>
                    <a:cubicBezTo>
                      <a:pt x="38" y="19"/>
                      <a:pt x="41" y="22"/>
                      <a:pt x="41" y="26"/>
                    </a:cubicBezTo>
                    <a:cubicBezTo>
                      <a:pt x="41" y="29"/>
                      <a:pt x="41" y="29"/>
                      <a:pt x="41" y="29"/>
                    </a:cubicBezTo>
                    <a:cubicBezTo>
                      <a:pt x="41" y="30"/>
                      <a:pt x="41" y="30"/>
                      <a:pt x="41" y="30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7" y="33"/>
                      <a:pt x="37" y="33"/>
                      <a:pt x="37" y="33"/>
                    </a:cubicBezTo>
                    <a:cubicBezTo>
                      <a:pt x="35" y="33"/>
                      <a:pt x="35" y="34"/>
                      <a:pt x="34" y="34"/>
                    </a:cubicBezTo>
                    <a:cubicBezTo>
                      <a:pt x="32" y="33"/>
                      <a:pt x="31" y="31"/>
                      <a:pt x="30" y="29"/>
                    </a:cubicBezTo>
                    <a:cubicBezTo>
                      <a:pt x="24" y="29"/>
                      <a:pt x="30" y="41"/>
                      <a:pt x="19" y="45"/>
                    </a:cubicBezTo>
                    <a:cubicBezTo>
                      <a:pt x="16" y="46"/>
                      <a:pt x="12" y="48"/>
                      <a:pt x="9" y="50"/>
                    </a:cubicBezTo>
                    <a:cubicBezTo>
                      <a:pt x="6" y="51"/>
                      <a:pt x="1" y="53"/>
                      <a:pt x="0" y="55"/>
                    </a:cubicBezTo>
                    <a:cubicBezTo>
                      <a:pt x="1" y="58"/>
                      <a:pt x="1" y="57"/>
                      <a:pt x="4" y="59"/>
                    </a:cubicBezTo>
                    <a:cubicBezTo>
                      <a:pt x="6" y="59"/>
                      <a:pt x="6" y="59"/>
                      <a:pt x="6" y="59"/>
                    </a:cubicBezTo>
                    <a:cubicBezTo>
                      <a:pt x="10" y="59"/>
                      <a:pt x="20" y="51"/>
                      <a:pt x="23" y="51"/>
                    </a:cubicBezTo>
                    <a:cubicBezTo>
                      <a:pt x="25" y="51"/>
                      <a:pt x="24" y="51"/>
                      <a:pt x="27" y="52"/>
                    </a:cubicBezTo>
                    <a:cubicBezTo>
                      <a:pt x="29" y="54"/>
                      <a:pt x="29" y="55"/>
                      <a:pt x="30" y="58"/>
                    </a:cubicBezTo>
                    <a:cubicBezTo>
                      <a:pt x="30" y="59"/>
                      <a:pt x="30" y="59"/>
                      <a:pt x="30" y="59"/>
                    </a:cubicBezTo>
                    <a:cubicBezTo>
                      <a:pt x="30" y="62"/>
                      <a:pt x="28" y="64"/>
                      <a:pt x="26" y="65"/>
                    </a:cubicBezTo>
                    <a:cubicBezTo>
                      <a:pt x="21" y="64"/>
                      <a:pt x="21" y="64"/>
                      <a:pt x="21" y="64"/>
                    </a:cubicBezTo>
                    <a:cubicBezTo>
                      <a:pt x="20" y="64"/>
                      <a:pt x="20" y="64"/>
                      <a:pt x="19" y="64"/>
                    </a:cubicBezTo>
                    <a:cubicBezTo>
                      <a:pt x="18" y="64"/>
                      <a:pt x="18" y="64"/>
                      <a:pt x="18" y="64"/>
                    </a:cubicBezTo>
                    <a:cubicBezTo>
                      <a:pt x="16" y="67"/>
                      <a:pt x="16" y="67"/>
                      <a:pt x="16" y="67"/>
                    </a:cubicBezTo>
                    <a:cubicBezTo>
                      <a:pt x="16" y="68"/>
                      <a:pt x="16" y="68"/>
                      <a:pt x="16" y="68"/>
                    </a:cubicBezTo>
                    <a:cubicBezTo>
                      <a:pt x="16" y="72"/>
                      <a:pt x="16" y="72"/>
                      <a:pt x="16" y="72"/>
                    </a:cubicBezTo>
                    <a:cubicBezTo>
                      <a:pt x="16" y="78"/>
                      <a:pt x="13" y="85"/>
                      <a:pt x="11" y="90"/>
                    </a:cubicBezTo>
                    <a:cubicBezTo>
                      <a:pt x="9" y="94"/>
                      <a:pt x="3" y="100"/>
                      <a:pt x="3" y="105"/>
                    </a:cubicBezTo>
                    <a:cubicBezTo>
                      <a:pt x="3" y="106"/>
                      <a:pt x="4" y="109"/>
                      <a:pt x="5" y="110"/>
                    </a:cubicBezTo>
                    <a:cubicBezTo>
                      <a:pt x="6" y="110"/>
                      <a:pt x="6" y="110"/>
                      <a:pt x="6" y="110"/>
                    </a:cubicBezTo>
                    <a:cubicBezTo>
                      <a:pt x="7" y="110"/>
                      <a:pt x="7" y="110"/>
                      <a:pt x="7" y="110"/>
                    </a:cubicBezTo>
                    <a:cubicBezTo>
                      <a:pt x="9" y="110"/>
                      <a:pt x="8" y="110"/>
                      <a:pt x="9" y="111"/>
                    </a:cubicBezTo>
                    <a:cubicBezTo>
                      <a:pt x="11" y="109"/>
                      <a:pt x="15" y="101"/>
                      <a:pt x="15" y="98"/>
                    </a:cubicBezTo>
                    <a:cubicBezTo>
                      <a:pt x="17" y="94"/>
                      <a:pt x="20" y="89"/>
                      <a:pt x="24" y="89"/>
                    </a:cubicBezTo>
                    <a:cubicBezTo>
                      <a:pt x="25" y="89"/>
                      <a:pt x="25" y="89"/>
                      <a:pt x="26" y="88"/>
                    </a:cubicBezTo>
                    <a:cubicBezTo>
                      <a:pt x="28" y="90"/>
                      <a:pt x="32" y="90"/>
                      <a:pt x="32" y="93"/>
                    </a:cubicBezTo>
                    <a:cubicBezTo>
                      <a:pt x="32" y="94"/>
                      <a:pt x="32" y="94"/>
                      <a:pt x="32" y="94"/>
                    </a:cubicBezTo>
                    <a:cubicBezTo>
                      <a:pt x="32" y="96"/>
                      <a:pt x="32" y="96"/>
                      <a:pt x="32" y="96"/>
                    </a:cubicBezTo>
                    <a:cubicBezTo>
                      <a:pt x="28" y="102"/>
                      <a:pt x="25" y="101"/>
                      <a:pt x="23" y="104"/>
                    </a:cubicBezTo>
                    <a:cubicBezTo>
                      <a:pt x="26" y="109"/>
                      <a:pt x="27" y="108"/>
                      <a:pt x="29" y="113"/>
                    </a:cubicBezTo>
                    <a:cubicBezTo>
                      <a:pt x="29" y="114"/>
                      <a:pt x="29" y="114"/>
                      <a:pt x="29" y="114"/>
                    </a:cubicBezTo>
                    <a:cubicBezTo>
                      <a:pt x="29" y="115"/>
                      <a:pt x="29" y="115"/>
                      <a:pt x="29" y="115"/>
                    </a:cubicBezTo>
                    <a:cubicBezTo>
                      <a:pt x="29" y="116"/>
                      <a:pt x="29" y="116"/>
                      <a:pt x="29" y="116"/>
                    </a:cubicBezTo>
                    <a:cubicBezTo>
                      <a:pt x="28" y="119"/>
                      <a:pt x="26" y="123"/>
                      <a:pt x="22" y="122"/>
                    </a:cubicBezTo>
                    <a:cubicBezTo>
                      <a:pt x="15" y="122"/>
                      <a:pt x="15" y="122"/>
                      <a:pt x="15" y="122"/>
                    </a:cubicBezTo>
                    <a:cubicBezTo>
                      <a:pt x="14" y="122"/>
                      <a:pt x="11" y="124"/>
                      <a:pt x="10" y="124"/>
                    </a:cubicBezTo>
                    <a:cubicBezTo>
                      <a:pt x="13" y="127"/>
                      <a:pt x="23" y="129"/>
                      <a:pt x="23" y="133"/>
                    </a:cubicBezTo>
                    <a:cubicBezTo>
                      <a:pt x="23" y="137"/>
                      <a:pt x="18" y="142"/>
                      <a:pt x="15" y="144"/>
                    </a:cubicBezTo>
                    <a:cubicBezTo>
                      <a:pt x="15" y="150"/>
                      <a:pt x="15" y="150"/>
                      <a:pt x="15" y="150"/>
                    </a:cubicBezTo>
                    <a:cubicBezTo>
                      <a:pt x="17" y="150"/>
                      <a:pt x="17" y="150"/>
                      <a:pt x="17" y="150"/>
                    </a:cubicBezTo>
                    <a:cubicBezTo>
                      <a:pt x="20" y="150"/>
                      <a:pt x="27" y="141"/>
                      <a:pt x="29" y="139"/>
                    </a:cubicBezTo>
                    <a:cubicBezTo>
                      <a:pt x="33" y="135"/>
                      <a:pt x="34" y="129"/>
                      <a:pt x="38" y="125"/>
                    </a:cubicBezTo>
                    <a:close/>
                  </a:path>
                </a:pathLst>
              </a:custGeom>
              <a:solidFill>
                <a:srgbClr val="E6001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" name="iSļïḑé"/>
              <p:cNvSpPr/>
              <p:nvPr/>
            </p:nvSpPr>
            <p:spPr bwMode="auto">
              <a:xfrm>
                <a:off x="4422776" y="3106738"/>
                <a:ext cx="412750" cy="596900"/>
              </a:xfrm>
              <a:custGeom>
                <a:avLst/>
                <a:gdLst>
                  <a:gd name="T0" fmla="*/ 63 w 125"/>
                  <a:gd name="T1" fmla="*/ 83 h 179"/>
                  <a:gd name="T2" fmla="*/ 69 w 125"/>
                  <a:gd name="T3" fmla="*/ 84 h 179"/>
                  <a:gd name="T4" fmla="*/ 71 w 125"/>
                  <a:gd name="T5" fmla="*/ 95 h 179"/>
                  <a:gd name="T6" fmla="*/ 56 w 125"/>
                  <a:gd name="T7" fmla="*/ 91 h 179"/>
                  <a:gd name="T8" fmla="*/ 77 w 125"/>
                  <a:gd name="T9" fmla="*/ 77 h 179"/>
                  <a:gd name="T10" fmla="*/ 90 w 125"/>
                  <a:gd name="T11" fmla="*/ 82 h 179"/>
                  <a:gd name="T12" fmla="*/ 93 w 125"/>
                  <a:gd name="T13" fmla="*/ 96 h 179"/>
                  <a:gd name="T14" fmla="*/ 88 w 125"/>
                  <a:gd name="T15" fmla="*/ 106 h 179"/>
                  <a:gd name="T16" fmla="*/ 75 w 125"/>
                  <a:gd name="T17" fmla="*/ 89 h 179"/>
                  <a:gd name="T18" fmla="*/ 91 w 125"/>
                  <a:gd name="T19" fmla="*/ 29 h 179"/>
                  <a:gd name="T20" fmla="*/ 95 w 125"/>
                  <a:gd name="T21" fmla="*/ 4 h 179"/>
                  <a:gd name="T22" fmla="*/ 92 w 125"/>
                  <a:gd name="T23" fmla="*/ 0 h 179"/>
                  <a:gd name="T24" fmla="*/ 86 w 125"/>
                  <a:gd name="T25" fmla="*/ 0 h 179"/>
                  <a:gd name="T26" fmla="*/ 80 w 125"/>
                  <a:gd name="T27" fmla="*/ 7 h 179"/>
                  <a:gd name="T28" fmla="*/ 83 w 125"/>
                  <a:gd name="T29" fmla="*/ 30 h 179"/>
                  <a:gd name="T30" fmla="*/ 86 w 125"/>
                  <a:gd name="T31" fmla="*/ 50 h 179"/>
                  <a:gd name="T32" fmla="*/ 46 w 125"/>
                  <a:gd name="T33" fmla="*/ 84 h 179"/>
                  <a:gd name="T34" fmla="*/ 0 w 125"/>
                  <a:gd name="T35" fmla="*/ 99 h 179"/>
                  <a:gd name="T36" fmla="*/ 13 w 125"/>
                  <a:gd name="T37" fmla="*/ 108 h 179"/>
                  <a:gd name="T38" fmla="*/ 30 w 125"/>
                  <a:gd name="T39" fmla="*/ 100 h 179"/>
                  <a:gd name="T40" fmla="*/ 47 w 125"/>
                  <a:gd name="T41" fmla="*/ 92 h 179"/>
                  <a:gd name="T42" fmla="*/ 51 w 125"/>
                  <a:gd name="T43" fmla="*/ 109 h 179"/>
                  <a:gd name="T44" fmla="*/ 50 w 125"/>
                  <a:gd name="T45" fmla="*/ 118 h 179"/>
                  <a:gd name="T46" fmla="*/ 54 w 125"/>
                  <a:gd name="T47" fmla="*/ 125 h 179"/>
                  <a:gd name="T48" fmla="*/ 62 w 125"/>
                  <a:gd name="T49" fmla="*/ 119 h 179"/>
                  <a:gd name="T50" fmla="*/ 62 w 125"/>
                  <a:gd name="T51" fmla="*/ 113 h 179"/>
                  <a:gd name="T52" fmla="*/ 78 w 125"/>
                  <a:gd name="T53" fmla="*/ 111 h 179"/>
                  <a:gd name="T54" fmla="*/ 78 w 125"/>
                  <a:gd name="T55" fmla="*/ 113 h 179"/>
                  <a:gd name="T56" fmla="*/ 78 w 125"/>
                  <a:gd name="T57" fmla="*/ 118 h 179"/>
                  <a:gd name="T58" fmla="*/ 46 w 125"/>
                  <a:gd name="T59" fmla="*/ 147 h 179"/>
                  <a:gd name="T60" fmla="*/ 28 w 125"/>
                  <a:gd name="T61" fmla="*/ 158 h 179"/>
                  <a:gd name="T62" fmla="*/ 1 w 125"/>
                  <a:gd name="T63" fmla="*/ 170 h 179"/>
                  <a:gd name="T64" fmla="*/ 14 w 125"/>
                  <a:gd name="T65" fmla="*/ 178 h 179"/>
                  <a:gd name="T66" fmla="*/ 20 w 125"/>
                  <a:gd name="T67" fmla="*/ 179 h 179"/>
                  <a:gd name="T68" fmla="*/ 22 w 125"/>
                  <a:gd name="T69" fmla="*/ 179 h 179"/>
                  <a:gd name="T70" fmla="*/ 38 w 125"/>
                  <a:gd name="T71" fmla="*/ 169 h 179"/>
                  <a:gd name="T72" fmla="*/ 61 w 125"/>
                  <a:gd name="T73" fmla="*/ 150 h 179"/>
                  <a:gd name="T74" fmla="*/ 79 w 125"/>
                  <a:gd name="T75" fmla="*/ 135 h 179"/>
                  <a:gd name="T76" fmla="*/ 96 w 125"/>
                  <a:gd name="T77" fmla="*/ 119 h 179"/>
                  <a:gd name="T78" fmla="*/ 106 w 125"/>
                  <a:gd name="T79" fmla="*/ 149 h 179"/>
                  <a:gd name="T80" fmla="*/ 125 w 125"/>
                  <a:gd name="T81" fmla="*/ 152 h 179"/>
                  <a:gd name="T82" fmla="*/ 116 w 125"/>
                  <a:gd name="T83" fmla="*/ 120 h 179"/>
                  <a:gd name="T84" fmla="*/ 115 w 125"/>
                  <a:gd name="T85" fmla="*/ 125 h 179"/>
                  <a:gd name="T86" fmla="*/ 109 w 125"/>
                  <a:gd name="T87" fmla="*/ 129 h 179"/>
                  <a:gd name="T88" fmla="*/ 97 w 125"/>
                  <a:gd name="T89" fmla="*/ 92 h 179"/>
                  <a:gd name="T90" fmla="*/ 94 w 125"/>
                  <a:gd name="T91" fmla="*/ 76 h 179"/>
                  <a:gd name="T92" fmla="*/ 110 w 125"/>
                  <a:gd name="T93" fmla="*/ 60 h 179"/>
                  <a:gd name="T94" fmla="*/ 105 w 125"/>
                  <a:gd name="T95" fmla="*/ 57 h 179"/>
                  <a:gd name="T96" fmla="*/ 101 w 125"/>
                  <a:gd name="T97" fmla="*/ 59 h 179"/>
                  <a:gd name="T98" fmla="*/ 91 w 125"/>
                  <a:gd name="T99" fmla="*/ 54 h 179"/>
                  <a:gd name="T100" fmla="*/ 91 w 125"/>
                  <a:gd name="T101" fmla="*/ 29 h 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125" h="179">
                    <a:moveTo>
                      <a:pt x="56" y="91"/>
                    </a:moveTo>
                    <a:cubicBezTo>
                      <a:pt x="56" y="87"/>
                      <a:pt x="60" y="85"/>
                      <a:pt x="63" y="83"/>
                    </a:cubicBezTo>
                    <a:cubicBezTo>
                      <a:pt x="64" y="83"/>
                      <a:pt x="64" y="83"/>
                      <a:pt x="64" y="83"/>
                    </a:cubicBezTo>
                    <a:cubicBezTo>
                      <a:pt x="67" y="83"/>
                      <a:pt x="67" y="84"/>
                      <a:pt x="69" y="84"/>
                    </a:cubicBezTo>
                    <a:cubicBezTo>
                      <a:pt x="71" y="94"/>
                      <a:pt x="71" y="94"/>
                      <a:pt x="71" y="94"/>
                    </a:cubicBezTo>
                    <a:cubicBezTo>
                      <a:pt x="71" y="95"/>
                      <a:pt x="71" y="95"/>
                      <a:pt x="71" y="95"/>
                    </a:cubicBezTo>
                    <a:cubicBezTo>
                      <a:pt x="68" y="100"/>
                      <a:pt x="68" y="99"/>
                      <a:pt x="63" y="101"/>
                    </a:cubicBezTo>
                    <a:cubicBezTo>
                      <a:pt x="61" y="99"/>
                      <a:pt x="56" y="95"/>
                      <a:pt x="56" y="91"/>
                    </a:cubicBezTo>
                    <a:close/>
                    <a:moveTo>
                      <a:pt x="72" y="83"/>
                    </a:moveTo>
                    <a:cubicBezTo>
                      <a:pt x="74" y="79"/>
                      <a:pt x="73" y="79"/>
                      <a:pt x="77" y="77"/>
                    </a:cubicBezTo>
                    <a:cubicBezTo>
                      <a:pt x="79" y="75"/>
                      <a:pt x="82" y="75"/>
                      <a:pt x="83" y="73"/>
                    </a:cubicBezTo>
                    <a:cubicBezTo>
                      <a:pt x="88" y="76"/>
                      <a:pt x="89" y="76"/>
                      <a:pt x="90" y="82"/>
                    </a:cubicBezTo>
                    <a:cubicBezTo>
                      <a:pt x="92" y="95"/>
                      <a:pt x="92" y="95"/>
                      <a:pt x="92" y="95"/>
                    </a:cubicBezTo>
                    <a:cubicBezTo>
                      <a:pt x="93" y="96"/>
                      <a:pt x="93" y="96"/>
                      <a:pt x="93" y="96"/>
                    </a:cubicBezTo>
                    <a:cubicBezTo>
                      <a:pt x="94" y="99"/>
                      <a:pt x="94" y="99"/>
                      <a:pt x="94" y="99"/>
                    </a:cubicBezTo>
                    <a:cubicBezTo>
                      <a:pt x="91" y="105"/>
                      <a:pt x="93" y="103"/>
                      <a:pt x="88" y="106"/>
                    </a:cubicBezTo>
                    <a:cubicBezTo>
                      <a:pt x="83" y="101"/>
                      <a:pt x="82" y="101"/>
                      <a:pt x="79" y="95"/>
                    </a:cubicBezTo>
                    <a:cubicBezTo>
                      <a:pt x="77" y="93"/>
                      <a:pt x="77" y="91"/>
                      <a:pt x="75" y="89"/>
                    </a:cubicBezTo>
                    <a:cubicBezTo>
                      <a:pt x="73" y="87"/>
                      <a:pt x="73" y="86"/>
                      <a:pt x="72" y="83"/>
                    </a:cubicBezTo>
                    <a:close/>
                    <a:moveTo>
                      <a:pt x="91" y="29"/>
                    </a:moveTo>
                    <a:cubicBezTo>
                      <a:pt x="91" y="22"/>
                      <a:pt x="95" y="12"/>
                      <a:pt x="95" y="4"/>
                    </a:cubicBezTo>
                    <a:cubicBezTo>
                      <a:pt x="95" y="4"/>
                      <a:pt x="95" y="4"/>
                      <a:pt x="95" y="4"/>
                    </a:cubicBezTo>
                    <a:cubicBezTo>
                      <a:pt x="95" y="3"/>
                      <a:pt x="95" y="3"/>
                      <a:pt x="95" y="3"/>
                    </a:cubicBezTo>
                    <a:cubicBezTo>
                      <a:pt x="93" y="0"/>
                      <a:pt x="95" y="1"/>
                      <a:pt x="92" y="0"/>
                    </a:cubicBezTo>
                    <a:cubicBezTo>
                      <a:pt x="91" y="0"/>
                      <a:pt x="91" y="0"/>
                      <a:pt x="91" y="0"/>
                    </a:cubicBezTo>
                    <a:cubicBezTo>
                      <a:pt x="86" y="0"/>
                      <a:pt x="86" y="0"/>
                      <a:pt x="86" y="0"/>
                    </a:cubicBezTo>
                    <a:cubicBezTo>
                      <a:pt x="85" y="0"/>
                      <a:pt x="85" y="0"/>
                      <a:pt x="85" y="0"/>
                    </a:cubicBezTo>
                    <a:cubicBezTo>
                      <a:pt x="82" y="1"/>
                      <a:pt x="80" y="4"/>
                      <a:pt x="80" y="7"/>
                    </a:cubicBezTo>
                    <a:cubicBezTo>
                      <a:pt x="83" y="30"/>
                      <a:pt x="83" y="30"/>
                      <a:pt x="83" y="30"/>
                    </a:cubicBezTo>
                    <a:cubicBezTo>
                      <a:pt x="83" y="30"/>
                      <a:pt x="83" y="30"/>
                      <a:pt x="83" y="30"/>
                    </a:cubicBezTo>
                    <a:cubicBezTo>
                      <a:pt x="83" y="38"/>
                      <a:pt x="86" y="44"/>
                      <a:pt x="86" y="49"/>
                    </a:cubicBezTo>
                    <a:cubicBezTo>
                      <a:pt x="86" y="50"/>
                      <a:pt x="86" y="50"/>
                      <a:pt x="86" y="50"/>
                    </a:cubicBezTo>
                    <a:cubicBezTo>
                      <a:pt x="87" y="62"/>
                      <a:pt x="87" y="62"/>
                      <a:pt x="87" y="62"/>
                    </a:cubicBezTo>
                    <a:cubicBezTo>
                      <a:pt x="87" y="68"/>
                      <a:pt x="52" y="81"/>
                      <a:pt x="46" y="84"/>
                    </a:cubicBezTo>
                    <a:cubicBezTo>
                      <a:pt x="39" y="87"/>
                      <a:pt x="31" y="89"/>
                      <a:pt x="23" y="92"/>
                    </a:cubicBezTo>
                    <a:cubicBezTo>
                      <a:pt x="20" y="94"/>
                      <a:pt x="0" y="96"/>
                      <a:pt x="0" y="99"/>
                    </a:cubicBezTo>
                    <a:cubicBezTo>
                      <a:pt x="0" y="101"/>
                      <a:pt x="9" y="108"/>
                      <a:pt x="11" y="108"/>
                    </a:cubicBezTo>
                    <a:cubicBezTo>
                      <a:pt x="13" y="108"/>
                      <a:pt x="13" y="108"/>
                      <a:pt x="13" y="108"/>
                    </a:cubicBezTo>
                    <a:cubicBezTo>
                      <a:pt x="14" y="108"/>
                      <a:pt x="14" y="108"/>
                      <a:pt x="14" y="108"/>
                    </a:cubicBezTo>
                    <a:cubicBezTo>
                      <a:pt x="20" y="105"/>
                      <a:pt x="24" y="103"/>
                      <a:pt x="30" y="100"/>
                    </a:cubicBezTo>
                    <a:cubicBezTo>
                      <a:pt x="34" y="98"/>
                      <a:pt x="41" y="93"/>
                      <a:pt x="45" y="93"/>
                    </a:cubicBezTo>
                    <a:cubicBezTo>
                      <a:pt x="46" y="93"/>
                      <a:pt x="46" y="93"/>
                      <a:pt x="47" y="92"/>
                    </a:cubicBezTo>
                    <a:cubicBezTo>
                      <a:pt x="49" y="94"/>
                      <a:pt x="52" y="96"/>
                      <a:pt x="51" y="101"/>
                    </a:cubicBezTo>
                    <a:cubicBezTo>
                      <a:pt x="51" y="109"/>
                      <a:pt x="51" y="109"/>
                      <a:pt x="51" y="109"/>
                    </a:cubicBezTo>
                    <a:cubicBezTo>
                      <a:pt x="51" y="110"/>
                      <a:pt x="51" y="110"/>
                      <a:pt x="51" y="110"/>
                    </a:cubicBezTo>
                    <a:cubicBezTo>
                      <a:pt x="50" y="118"/>
                      <a:pt x="50" y="118"/>
                      <a:pt x="50" y="118"/>
                    </a:cubicBezTo>
                    <a:cubicBezTo>
                      <a:pt x="50" y="119"/>
                      <a:pt x="50" y="119"/>
                      <a:pt x="50" y="120"/>
                    </a:cubicBezTo>
                    <a:cubicBezTo>
                      <a:pt x="51" y="123"/>
                      <a:pt x="51" y="123"/>
                      <a:pt x="54" y="125"/>
                    </a:cubicBezTo>
                    <a:cubicBezTo>
                      <a:pt x="56" y="125"/>
                      <a:pt x="56" y="125"/>
                      <a:pt x="56" y="125"/>
                    </a:cubicBezTo>
                    <a:cubicBezTo>
                      <a:pt x="59" y="125"/>
                      <a:pt x="60" y="121"/>
                      <a:pt x="62" y="119"/>
                    </a:cubicBezTo>
                    <a:cubicBezTo>
                      <a:pt x="62" y="118"/>
                      <a:pt x="62" y="118"/>
                      <a:pt x="62" y="118"/>
                    </a:cubicBezTo>
                    <a:cubicBezTo>
                      <a:pt x="62" y="113"/>
                      <a:pt x="62" y="113"/>
                      <a:pt x="62" y="113"/>
                    </a:cubicBezTo>
                    <a:cubicBezTo>
                      <a:pt x="63" y="110"/>
                      <a:pt x="68" y="106"/>
                      <a:pt x="71" y="106"/>
                    </a:cubicBezTo>
                    <a:cubicBezTo>
                      <a:pt x="75" y="106"/>
                      <a:pt x="77" y="109"/>
                      <a:pt x="78" y="111"/>
                    </a:cubicBezTo>
                    <a:cubicBezTo>
                      <a:pt x="78" y="112"/>
                      <a:pt x="78" y="112"/>
                      <a:pt x="78" y="112"/>
                    </a:cubicBezTo>
                    <a:cubicBezTo>
                      <a:pt x="78" y="113"/>
                      <a:pt x="78" y="113"/>
                      <a:pt x="78" y="113"/>
                    </a:cubicBezTo>
                    <a:cubicBezTo>
                      <a:pt x="78" y="115"/>
                      <a:pt x="78" y="115"/>
                      <a:pt x="79" y="116"/>
                    </a:cubicBezTo>
                    <a:cubicBezTo>
                      <a:pt x="78" y="117"/>
                      <a:pt x="78" y="117"/>
                      <a:pt x="78" y="118"/>
                    </a:cubicBezTo>
                    <a:cubicBezTo>
                      <a:pt x="78" y="119"/>
                      <a:pt x="78" y="119"/>
                      <a:pt x="78" y="119"/>
                    </a:cubicBezTo>
                    <a:cubicBezTo>
                      <a:pt x="72" y="130"/>
                      <a:pt x="57" y="140"/>
                      <a:pt x="46" y="147"/>
                    </a:cubicBezTo>
                    <a:cubicBezTo>
                      <a:pt x="44" y="148"/>
                      <a:pt x="40" y="151"/>
                      <a:pt x="37" y="152"/>
                    </a:cubicBezTo>
                    <a:cubicBezTo>
                      <a:pt x="35" y="153"/>
                      <a:pt x="29" y="157"/>
                      <a:pt x="28" y="158"/>
                    </a:cubicBezTo>
                    <a:cubicBezTo>
                      <a:pt x="25" y="161"/>
                      <a:pt x="12" y="165"/>
                      <a:pt x="6" y="165"/>
                    </a:cubicBezTo>
                    <a:cubicBezTo>
                      <a:pt x="4" y="165"/>
                      <a:pt x="2" y="168"/>
                      <a:pt x="1" y="170"/>
                    </a:cubicBezTo>
                    <a:cubicBezTo>
                      <a:pt x="4" y="171"/>
                      <a:pt x="4" y="173"/>
                      <a:pt x="7" y="175"/>
                    </a:cubicBezTo>
                    <a:cubicBezTo>
                      <a:pt x="10" y="176"/>
                      <a:pt x="12" y="176"/>
                      <a:pt x="14" y="178"/>
                    </a:cubicBezTo>
                    <a:cubicBezTo>
                      <a:pt x="18" y="179"/>
                      <a:pt x="18" y="179"/>
                      <a:pt x="18" y="179"/>
                    </a:cubicBezTo>
                    <a:cubicBezTo>
                      <a:pt x="20" y="179"/>
                      <a:pt x="18" y="179"/>
                      <a:pt x="20" y="179"/>
                    </a:cubicBezTo>
                    <a:cubicBezTo>
                      <a:pt x="21" y="179"/>
                      <a:pt x="21" y="179"/>
                      <a:pt x="21" y="179"/>
                    </a:cubicBezTo>
                    <a:cubicBezTo>
                      <a:pt x="22" y="179"/>
                      <a:pt x="22" y="179"/>
                      <a:pt x="22" y="179"/>
                    </a:cubicBezTo>
                    <a:cubicBezTo>
                      <a:pt x="26" y="177"/>
                      <a:pt x="30" y="175"/>
                      <a:pt x="33" y="173"/>
                    </a:cubicBezTo>
                    <a:cubicBezTo>
                      <a:pt x="35" y="171"/>
                      <a:pt x="36" y="170"/>
                      <a:pt x="38" y="169"/>
                    </a:cubicBezTo>
                    <a:cubicBezTo>
                      <a:pt x="39" y="168"/>
                      <a:pt x="43" y="166"/>
                      <a:pt x="43" y="166"/>
                    </a:cubicBezTo>
                    <a:cubicBezTo>
                      <a:pt x="49" y="160"/>
                      <a:pt x="55" y="156"/>
                      <a:pt x="61" y="150"/>
                    </a:cubicBezTo>
                    <a:cubicBezTo>
                      <a:pt x="64" y="148"/>
                      <a:pt x="67" y="145"/>
                      <a:pt x="70" y="143"/>
                    </a:cubicBezTo>
                    <a:cubicBezTo>
                      <a:pt x="73" y="140"/>
                      <a:pt x="76" y="137"/>
                      <a:pt x="79" y="135"/>
                    </a:cubicBezTo>
                    <a:cubicBezTo>
                      <a:pt x="82" y="132"/>
                      <a:pt x="85" y="130"/>
                      <a:pt x="87" y="127"/>
                    </a:cubicBezTo>
                    <a:cubicBezTo>
                      <a:pt x="90" y="124"/>
                      <a:pt x="91" y="119"/>
                      <a:pt x="96" y="119"/>
                    </a:cubicBezTo>
                    <a:cubicBezTo>
                      <a:pt x="98" y="119"/>
                      <a:pt x="100" y="126"/>
                      <a:pt x="100" y="128"/>
                    </a:cubicBezTo>
                    <a:cubicBezTo>
                      <a:pt x="100" y="132"/>
                      <a:pt x="105" y="145"/>
                      <a:pt x="106" y="149"/>
                    </a:cubicBezTo>
                    <a:cubicBezTo>
                      <a:pt x="108" y="155"/>
                      <a:pt x="111" y="165"/>
                      <a:pt x="118" y="165"/>
                    </a:cubicBezTo>
                    <a:cubicBezTo>
                      <a:pt x="119" y="163"/>
                      <a:pt x="125" y="161"/>
                      <a:pt x="125" y="152"/>
                    </a:cubicBezTo>
                    <a:cubicBezTo>
                      <a:pt x="125" y="143"/>
                      <a:pt x="120" y="120"/>
                      <a:pt x="117" y="116"/>
                    </a:cubicBezTo>
                    <a:cubicBezTo>
                      <a:pt x="117" y="118"/>
                      <a:pt x="116" y="118"/>
                      <a:pt x="116" y="120"/>
                    </a:cubicBezTo>
                    <a:cubicBezTo>
                      <a:pt x="116" y="123"/>
                      <a:pt x="115" y="121"/>
                      <a:pt x="115" y="124"/>
                    </a:cubicBezTo>
                    <a:cubicBezTo>
                      <a:pt x="115" y="125"/>
                      <a:pt x="115" y="125"/>
                      <a:pt x="115" y="125"/>
                    </a:cubicBezTo>
                    <a:cubicBezTo>
                      <a:pt x="115" y="126"/>
                      <a:pt x="114" y="129"/>
                      <a:pt x="112" y="129"/>
                    </a:cubicBezTo>
                    <a:cubicBezTo>
                      <a:pt x="109" y="129"/>
                      <a:pt x="109" y="129"/>
                      <a:pt x="109" y="129"/>
                    </a:cubicBezTo>
                    <a:cubicBezTo>
                      <a:pt x="105" y="129"/>
                      <a:pt x="102" y="110"/>
                      <a:pt x="100" y="105"/>
                    </a:cubicBezTo>
                    <a:cubicBezTo>
                      <a:pt x="98" y="101"/>
                      <a:pt x="98" y="97"/>
                      <a:pt x="97" y="92"/>
                    </a:cubicBezTo>
                    <a:cubicBezTo>
                      <a:pt x="96" y="87"/>
                      <a:pt x="94" y="86"/>
                      <a:pt x="94" y="79"/>
                    </a:cubicBezTo>
                    <a:cubicBezTo>
                      <a:pt x="94" y="76"/>
                      <a:pt x="94" y="76"/>
                      <a:pt x="94" y="76"/>
                    </a:cubicBezTo>
                    <a:cubicBezTo>
                      <a:pt x="94" y="65"/>
                      <a:pt x="110" y="67"/>
                      <a:pt x="110" y="61"/>
                    </a:cubicBezTo>
                    <a:cubicBezTo>
                      <a:pt x="110" y="60"/>
                      <a:pt x="110" y="60"/>
                      <a:pt x="110" y="60"/>
                    </a:cubicBezTo>
                    <a:cubicBezTo>
                      <a:pt x="110" y="58"/>
                      <a:pt x="109" y="57"/>
                      <a:pt x="108" y="57"/>
                    </a:cubicBezTo>
                    <a:cubicBezTo>
                      <a:pt x="105" y="57"/>
                      <a:pt x="105" y="57"/>
                      <a:pt x="105" y="57"/>
                    </a:cubicBezTo>
                    <a:cubicBezTo>
                      <a:pt x="104" y="57"/>
                      <a:pt x="104" y="57"/>
                      <a:pt x="104" y="57"/>
                    </a:cubicBezTo>
                    <a:cubicBezTo>
                      <a:pt x="103" y="58"/>
                      <a:pt x="102" y="59"/>
                      <a:pt x="101" y="59"/>
                    </a:cubicBezTo>
                    <a:cubicBezTo>
                      <a:pt x="99" y="60"/>
                      <a:pt x="99" y="59"/>
                      <a:pt x="97" y="60"/>
                    </a:cubicBezTo>
                    <a:cubicBezTo>
                      <a:pt x="95" y="59"/>
                      <a:pt x="91" y="56"/>
                      <a:pt x="91" y="54"/>
                    </a:cubicBezTo>
                    <a:cubicBezTo>
                      <a:pt x="91" y="41"/>
                      <a:pt x="91" y="41"/>
                      <a:pt x="91" y="41"/>
                    </a:cubicBezTo>
                    <a:lnTo>
                      <a:pt x="91" y="29"/>
                    </a:lnTo>
                    <a:close/>
                  </a:path>
                </a:pathLst>
              </a:custGeom>
              <a:solidFill>
                <a:srgbClr val="E6001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" name="íšlïďè"/>
              <p:cNvSpPr/>
              <p:nvPr/>
            </p:nvSpPr>
            <p:spPr bwMode="auto">
              <a:xfrm>
                <a:off x="5478463" y="3581400"/>
                <a:ext cx="46038" cy="76200"/>
              </a:xfrm>
              <a:custGeom>
                <a:avLst/>
                <a:gdLst>
                  <a:gd name="T0" fmla="*/ 14 w 14"/>
                  <a:gd name="T1" fmla="*/ 15 h 23"/>
                  <a:gd name="T2" fmla="*/ 10 w 14"/>
                  <a:gd name="T3" fmla="*/ 6 h 23"/>
                  <a:gd name="T4" fmla="*/ 3 w 14"/>
                  <a:gd name="T5" fmla="*/ 0 h 23"/>
                  <a:gd name="T6" fmla="*/ 0 w 14"/>
                  <a:gd name="T7" fmla="*/ 3 h 23"/>
                  <a:gd name="T8" fmla="*/ 5 w 14"/>
                  <a:gd name="T9" fmla="*/ 11 h 23"/>
                  <a:gd name="T10" fmla="*/ 5 w 14"/>
                  <a:gd name="T11" fmla="*/ 12 h 23"/>
                  <a:gd name="T12" fmla="*/ 5 w 14"/>
                  <a:gd name="T13" fmla="*/ 14 h 23"/>
                  <a:gd name="T14" fmla="*/ 5 w 14"/>
                  <a:gd name="T15" fmla="*/ 15 h 23"/>
                  <a:gd name="T16" fmla="*/ 2 w 14"/>
                  <a:gd name="T17" fmla="*/ 19 h 23"/>
                  <a:gd name="T18" fmla="*/ 2 w 14"/>
                  <a:gd name="T19" fmla="*/ 22 h 23"/>
                  <a:gd name="T20" fmla="*/ 5 w 14"/>
                  <a:gd name="T21" fmla="*/ 23 h 23"/>
                  <a:gd name="T22" fmla="*/ 6 w 14"/>
                  <a:gd name="T23" fmla="*/ 23 h 23"/>
                  <a:gd name="T24" fmla="*/ 11 w 14"/>
                  <a:gd name="T25" fmla="*/ 20 h 23"/>
                  <a:gd name="T26" fmla="*/ 14 w 14"/>
                  <a:gd name="T27" fmla="*/ 15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" h="23">
                    <a:moveTo>
                      <a:pt x="14" y="15"/>
                    </a:moveTo>
                    <a:cubicBezTo>
                      <a:pt x="14" y="11"/>
                      <a:pt x="12" y="9"/>
                      <a:pt x="10" y="6"/>
                    </a:cubicBezTo>
                    <a:cubicBezTo>
                      <a:pt x="8" y="5"/>
                      <a:pt x="3" y="1"/>
                      <a:pt x="3" y="0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2" y="19"/>
                      <a:pt x="2" y="19"/>
                      <a:pt x="2" y="19"/>
                    </a:cubicBezTo>
                    <a:cubicBezTo>
                      <a:pt x="2" y="22"/>
                      <a:pt x="2" y="22"/>
                      <a:pt x="2" y="22"/>
                    </a:cubicBezTo>
                    <a:cubicBezTo>
                      <a:pt x="5" y="23"/>
                      <a:pt x="5" y="23"/>
                      <a:pt x="5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7" y="23"/>
                      <a:pt x="11" y="21"/>
                      <a:pt x="11" y="20"/>
                    </a:cubicBezTo>
                    <a:cubicBezTo>
                      <a:pt x="13" y="19"/>
                      <a:pt x="13" y="17"/>
                      <a:pt x="14" y="15"/>
                    </a:cubicBezTo>
                    <a:close/>
                  </a:path>
                </a:pathLst>
              </a:custGeom>
              <a:solidFill>
                <a:srgbClr val="E6001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" name="işḷîḑe"/>
              <p:cNvSpPr/>
              <p:nvPr/>
            </p:nvSpPr>
            <p:spPr bwMode="auto">
              <a:xfrm>
                <a:off x="6310313" y="3136900"/>
                <a:ext cx="406400" cy="554038"/>
              </a:xfrm>
              <a:custGeom>
                <a:avLst/>
                <a:gdLst>
                  <a:gd name="T0" fmla="*/ 101 w 123"/>
                  <a:gd name="T1" fmla="*/ 9 h 166"/>
                  <a:gd name="T2" fmla="*/ 96 w 123"/>
                  <a:gd name="T3" fmla="*/ 0 h 166"/>
                  <a:gd name="T4" fmla="*/ 76 w 123"/>
                  <a:gd name="T5" fmla="*/ 23 h 166"/>
                  <a:gd name="T6" fmla="*/ 66 w 123"/>
                  <a:gd name="T7" fmla="*/ 20 h 166"/>
                  <a:gd name="T8" fmla="*/ 69 w 123"/>
                  <a:gd name="T9" fmla="*/ 29 h 166"/>
                  <a:gd name="T10" fmla="*/ 64 w 123"/>
                  <a:gd name="T11" fmla="*/ 38 h 166"/>
                  <a:gd name="T12" fmla="*/ 71 w 123"/>
                  <a:gd name="T13" fmla="*/ 37 h 166"/>
                  <a:gd name="T14" fmla="*/ 78 w 123"/>
                  <a:gd name="T15" fmla="*/ 38 h 166"/>
                  <a:gd name="T16" fmla="*/ 104 w 123"/>
                  <a:gd name="T17" fmla="*/ 37 h 166"/>
                  <a:gd name="T18" fmla="*/ 97 w 123"/>
                  <a:gd name="T19" fmla="*/ 43 h 166"/>
                  <a:gd name="T20" fmla="*/ 85 w 123"/>
                  <a:gd name="T21" fmla="*/ 56 h 166"/>
                  <a:gd name="T22" fmla="*/ 78 w 123"/>
                  <a:gd name="T23" fmla="*/ 67 h 166"/>
                  <a:gd name="T24" fmla="*/ 72 w 123"/>
                  <a:gd name="T25" fmla="*/ 62 h 166"/>
                  <a:gd name="T26" fmla="*/ 72 w 123"/>
                  <a:gd name="T27" fmla="*/ 48 h 166"/>
                  <a:gd name="T28" fmla="*/ 63 w 123"/>
                  <a:gd name="T29" fmla="*/ 57 h 166"/>
                  <a:gd name="T30" fmla="*/ 56 w 123"/>
                  <a:gd name="T31" fmla="*/ 57 h 166"/>
                  <a:gd name="T32" fmla="*/ 61 w 123"/>
                  <a:gd name="T33" fmla="*/ 66 h 166"/>
                  <a:gd name="T34" fmla="*/ 59 w 123"/>
                  <a:gd name="T35" fmla="*/ 70 h 166"/>
                  <a:gd name="T36" fmla="*/ 68 w 123"/>
                  <a:gd name="T37" fmla="*/ 74 h 166"/>
                  <a:gd name="T38" fmla="*/ 68 w 123"/>
                  <a:gd name="T39" fmla="*/ 78 h 166"/>
                  <a:gd name="T40" fmla="*/ 40 w 123"/>
                  <a:gd name="T41" fmla="*/ 92 h 166"/>
                  <a:gd name="T42" fmla="*/ 24 w 123"/>
                  <a:gd name="T43" fmla="*/ 99 h 166"/>
                  <a:gd name="T44" fmla="*/ 3 w 123"/>
                  <a:gd name="T45" fmla="*/ 105 h 166"/>
                  <a:gd name="T46" fmla="*/ 2 w 123"/>
                  <a:gd name="T47" fmla="*/ 112 h 166"/>
                  <a:gd name="T48" fmla="*/ 14 w 123"/>
                  <a:gd name="T49" fmla="*/ 120 h 166"/>
                  <a:gd name="T50" fmla="*/ 32 w 123"/>
                  <a:gd name="T51" fmla="*/ 108 h 166"/>
                  <a:gd name="T52" fmla="*/ 55 w 123"/>
                  <a:gd name="T53" fmla="*/ 93 h 166"/>
                  <a:gd name="T54" fmla="*/ 63 w 123"/>
                  <a:gd name="T55" fmla="*/ 89 h 166"/>
                  <a:gd name="T56" fmla="*/ 82 w 123"/>
                  <a:gd name="T57" fmla="*/ 83 h 166"/>
                  <a:gd name="T58" fmla="*/ 82 w 123"/>
                  <a:gd name="T59" fmla="*/ 86 h 166"/>
                  <a:gd name="T60" fmla="*/ 74 w 123"/>
                  <a:gd name="T61" fmla="*/ 97 h 166"/>
                  <a:gd name="T62" fmla="*/ 61 w 123"/>
                  <a:gd name="T63" fmla="*/ 107 h 166"/>
                  <a:gd name="T64" fmla="*/ 64 w 123"/>
                  <a:gd name="T65" fmla="*/ 118 h 166"/>
                  <a:gd name="T66" fmla="*/ 55 w 123"/>
                  <a:gd name="T67" fmla="*/ 126 h 166"/>
                  <a:gd name="T68" fmla="*/ 40 w 123"/>
                  <a:gd name="T69" fmla="*/ 129 h 166"/>
                  <a:gd name="T70" fmla="*/ 30 w 123"/>
                  <a:gd name="T71" fmla="*/ 130 h 166"/>
                  <a:gd name="T72" fmla="*/ 35 w 123"/>
                  <a:gd name="T73" fmla="*/ 141 h 166"/>
                  <a:gd name="T74" fmla="*/ 38 w 123"/>
                  <a:gd name="T75" fmla="*/ 141 h 166"/>
                  <a:gd name="T76" fmla="*/ 56 w 123"/>
                  <a:gd name="T77" fmla="*/ 133 h 166"/>
                  <a:gd name="T78" fmla="*/ 63 w 123"/>
                  <a:gd name="T79" fmla="*/ 141 h 166"/>
                  <a:gd name="T80" fmla="*/ 56 w 123"/>
                  <a:gd name="T81" fmla="*/ 154 h 166"/>
                  <a:gd name="T82" fmla="*/ 53 w 123"/>
                  <a:gd name="T83" fmla="*/ 154 h 166"/>
                  <a:gd name="T84" fmla="*/ 49 w 123"/>
                  <a:gd name="T85" fmla="*/ 154 h 166"/>
                  <a:gd name="T86" fmla="*/ 46 w 123"/>
                  <a:gd name="T87" fmla="*/ 156 h 166"/>
                  <a:gd name="T88" fmla="*/ 56 w 123"/>
                  <a:gd name="T89" fmla="*/ 166 h 166"/>
                  <a:gd name="T90" fmla="*/ 71 w 123"/>
                  <a:gd name="T91" fmla="*/ 160 h 166"/>
                  <a:gd name="T92" fmla="*/ 75 w 123"/>
                  <a:gd name="T93" fmla="*/ 146 h 166"/>
                  <a:gd name="T94" fmla="*/ 80 w 123"/>
                  <a:gd name="T95" fmla="*/ 124 h 166"/>
                  <a:gd name="T96" fmla="*/ 94 w 123"/>
                  <a:gd name="T97" fmla="*/ 120 h 166"/>
                  <a:gd name="T98" fmla="*/ 81 w 123"/>
                  <a:gd name="T99" fmla="*/ 117 h 166"/>
                  <a:gd name="T100" fmla="*/ 72 w 123"/>
                  <a:gd name="T101" fmla="*/ 107 h 166"/>
                  <a:gd name="T102" fmla="*/ 78 w 123"/>
                  <a:gd name="T103" fmla="*/ 96 h 166"/>
                  <a:gd name="T104" fmla="*/ 92 w 123"/>
                  <a:gd name="T105" fmla="*/ 89 h 166"/>
                  <a:gd name="T106" fmla="*/ 102 w 123"/>
                  <a:gd name="T107" fmla="*/ 78 h 166"/>
                  <a:gd name="T108" fmla="*/ 95 w 123"/>
                  <a:gd name="T109" fmla="*/ 61 h 166"/>
                  <a:gd name="T110" fmla="*/ 109 w 123"/>
                  <a:gd name="T111" fmla="*/ 48 h 166"/>
                  <a:gd name="T112" fmla="*/ 116 w 123"/>
                  <a:gd name="T113" fmla="*/ 42 h 166"/>
                  <a:gd name="T114" fmla="*/ 121 w 123"/>
                  <a:gd name="T115" fmla="*/ 32 h 166"/>
                  <a:gd name="T116" fmla="*/ 116 w 123"/>
                  <a:gd name="T117" fmla="*/ 17 h 166"/>
                  <a:gd name="T118" fmla="*/ 104 w 123"/>
                  <a:gd name="T119" fmla="*/ 20 h 166"/>
                  <a:gd name="T120" fmla="*/ 93 w 123"/>
                  <a:gd name="T121" fmla="*/ 21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23" h="166">
                    <a:moveTo>
                      <a:pt x="93" y="21"/>
                    </a:moveTo>
                    <a:cubicBezTo>
                      <a:pt x="94" y="14"/>
                      <a:pt x="98" y="14"/>
                      <a:pt x="101" y="9"/>
                    </a:cubicBezTo>
                    <a:cubicBezTo>
                      <a:pt x="101" y="8"/>
                      <a:pt x="101" y="8"/>
                      <a:pt x="101" y="8"/>
                    </a:cubicBezTo>
                    <a:cubicBezTo>
                      <a:pt x="101" y="5"/>
                      <a:pt x="97" y="1"/>
                      <a:pt x="96" y="0"/>
                    </a:cubicBezTo>
                    <a:cubicBezTo>
                      <a:pt x="89" y="3"/>
                      <a:pt x="91" y="6"/>
                      <a:pt x="88" y="13"/>
                    </a:cubicBezTo>
                    <a:cubicBezTo>
                      <a:pt x="85" y="17"/>
                      <a:pt x="82" y="23"/>
                      <a:pt x="76" y="23"/>
                    </a:cubicBezTo>
                    <a:cubicBezTo>
                      <a:pt x="75" y="23"/>
                      <a:pt x="70" y="18"/>
                      <a:pt x="67" y="17"/>
                    </a:cubicBezTo>
                    <a:cubicBezTo>
                      <a:pt x="66" y="20"/>
                      <a:pt x="66" y="20"/>
                      <a:pt x="66" y="20"/>
                    </a:cubicBezTo>
                    <a:cubicBezTo>
                      <a:pt x="67" y="23"/>
                      <a:pt x="69" y="24"/>
                      <a:pt x="69" y="28"/>
                    </a:cubicBezTo>
                    <a:cubicBezTo>
                      <a:pt x="69" y="29"/>
                      <a:pt x="69" y="29"/>
                      <a:pt x="69" y="29"/>
                    </a:cubicBezTo>
                    <a:cubicBezTo>
                      <a:pt x="69" y="29"/>
                      <a:pt x="63" y="36"/>
                      <a:pt x="62" y="37"/>
                    </a:cubicBezTo>
                    <a:cubicBezTo>
                      <a:pt x="63" y="38"/>
                      <a:pt x="61" y="38"/>
                      <a:pt x="64" y="38"/>
                    </a:cubicBezTo>
                    <a:cubicBezTo>
                      <a:pt x="64" y="38"/>
                      <a:pt x="64" y="38"/>
                      <a:pt x="64" y="38"/>
                    </a:cubicBezTo>
                    <a:cubicBezTo>
                      <a:pt x="71" y="37"/>
                      <a:pt x="71" y="37"/>
                      <a:pt x="71" y="37"/>
                    </a:cubicBezTo>
                    <a:cubicBezTo>
                      <a:pt x="74" y="37"/>
                      <a:pt x="74" y="38"/>
                      <a:pt x="78" y="38"/>
                    </a:cubicBezTo>
                    <a:cubicBezTo>
                      <a:pt x="78" y="38"/>
                      <a:pt x="78" y="38"/>
                      <a:pt x="78" y="38"/>
                    </a:cubicBezTo>
                    <a:cubicBezTo>
                      <a:pt x="79" y="38"/>
                      <a:pt x="84" y="33"/>
                      <a:pt x="91" y="32"/>
                    </a:cubicBezTo>
                    <a:cubicBezTo>
                      <a:pt x="96" y="31"/>
                      <a:pt x="104" y="30"/>
                      <a:pt x="104" y="37"/>
                    </a:cubicBezTo>
                    <a:cubicBezTo>
                      <a:pt x="104" y="39"/>
                      <a:pt x="102" y="41"/>
                      <a:pt x="101" y="43"/>
                    </a:cubicBezTo>
                    <a:cubicBezTo>
                      <a:pt x="98" y="43"/>
                      <a:pt x="99" y="43"/>
                      <a:pt x="97" y="43"/>
                    </a:cubicBezTo>
                    <a:cubicBezTo>
                      <a:pt x="96" y="43"/>
                      <a:pt x="93" y="42"/>
                      <a:pt x="92" y="41"/>
                    </a:cubicBezTo>
                    <a:cubicBezTo>
                      <a:pt x="85" y="46"/>
                      <a:pt x="88" y="49"/>
                      <a:pt x="85" y="56"/>
                    </a:cubicBezTo>
                    <a:cubicBezTo>
                      <a:pt x="84" y="57"/>
                      <a:pt x="81" y="64"/>
                      <a:pt x="81" y="64"/>
                    </a:cubicBezTo>
                    <a:cubicBezTo>
                      <a:pt x="80" y="66"/>
                      <a:pt x="80" y="64"/>
                      <a:pt x="78" y="67"/>
                    </a:cubicBezTo>
                    <a:cubicBezTo>
                      <a:pt x="77" y="70"/>
                      <a:pt x="78" y="68"/>
                      <a:pt x="76" y="70"/>
                    </a:cubicBezTo>
                    <a:cubicBezTo>
                      <a:pt x="74" y="67"/>
                      <a:pt x="72" y="66"/>
                      <a:pt x="72" y="62"/>
                    </a:cubicBezTo>
                    <a:cubicBezTo>
                      <a:pt x="72" y="61"/>
                      <a:pt x="75" y="55"/>
                      <a:pt x="76" y="54"/>
                    </a:cubicBezTo>
                    <a:cubicBezTo>
                      <a:pt x="75" y="51"/>
                      <a:pt x="75" y="48"/>
                      <a:pt x="72" y="48"/>
                    </a:cubicBezTo>
                    <a:cubicBezTo>
                      <a:pt x="71" y="48"/>
                      <a:pt x="70" y="49"/>
                      <a:pt x="70" y="49"/>
                    </a:cubicBezTo>
                    <a:cubicBezTo>
                      <a:pt x="70" y="55"/>
                      <a:pt x="67" y="55"/>
                      <a:pt x="63" y="57"/>
                    </a:cubicBezTo>
                    <a:cubicBezTo>
                      <a:pt x="62" y="56"/>
                      <a:pt x="60" y="55"/>
                      <a:pt x="59" y="55"/>
                    </a:cubicBezTo>
                    <a:cubicBezTo>
                      <a:pt x="58" y="55"/>
                      <a:pt x="56" y="57"/>
                      <a:pt x="56" y="57"/>
                    </a:cubicBezTo>
                    <a:cubicBezTo>
                      <a:pt x="58" y="60"/>
                      <a:pt x="59" y="60"/>
                      <a:pt x="61" y="64"/>
                    </a:cubicBezTo>
                    <a:cubicBezTo>
                      <a:pt x="61" y="66"/>
                      <a:pt x="61" y="66"/>
                      <a:pt x="61" y="66"/>
                    </a:cubicBezTo>
                    <a:cubicBezTo>
                      <a:pt x="61" y="67"/>
                      <a:pt x="61" y="67"/>
                      <a:pt x="61" y="67"/>
                    </a:cubicBezTo>
                    <a:cubicBezTo>
                      <a:pt x="59" y="70"/>
                      <a:pt x="59" y="70"/>
                      <a:pt x="59" y="70"/>
                    </a:cubicBezTo>
                    <a:cubicBezTo>
                      <a:pt x="60" y="71"/>
                      <a:pt x="58" y="71"/>
                      <a:pt x="61" y="71"/>
                    </a:cubicBezTo>
                    <a:cubicBezTo>
                      <a:pt x="64" y="71"/>
                      <a:pt x="66" y="72"/>
                      <a:pt x="68" y="74"/>
                    </a:cubicBezTo>
                    <a:cubicBezTo>
                      <a:pt x="68" y="75"/>
                      <a:pt x="68" y="75"/>
                      <a:pt x="68" y="75"/>
                    </a:cubicBezTo>
                    <a:cubicBezTo>
                      <a:pt x="68" y="78"/>
                      <a:pt x="68" y="78"/>
                      <a:pt x="68" y="78"/>
                    </a:cubicBezTo>
                    <a:cubicBezTo>
                      <a:pt x="68" y="82"/>
                      <a:pt x="58" y="85"/>
                      <a:pt x="55" y="86"/>
                    </a:cubicBezTo>
                    <a:cubicBezTo>
                      <a:pt x="50" y="88"/>
                      <a:pt x="44" y="91"/>
                      <a:pt x="40" y="92"/>
                    </a:cubicBezTo>
                    <a:cubicBezTo>
                      <a:pt x="36" y="94"/>
                      <a:pt x="35" y="94"/>
                      <a:pt x="32" y="96"/>
                    </a:cubicBezTo>
                    <a:cubicBezTo>
                      <a:pt x="29" y="97"/>
                      <a:pt x="27" y="97"/>
                      <a:pt x="24" y="99"/>
                    </a:cubicBezTo>
                    <a:cubicBezTo>
                      <a:pt x="20" y="101"/>
                      <a:pt x="13" y="104"/>
                      <a:pt x="9" y="104"/>
                    </a:cubicBezTo>
                    <a:cubicBezTo>
                      <a:pt x="3" y="105"/>
                      <a:pt x="3" y="105"/>
                      <a:pt x="3" y="105"/>
                    </a:cubicBezTo>
                    <a:cubicBezTo>
                      <a:pt x="1" y="105"/>
                      <a:pt x="1" y="106"/>
                      <a:pt x="0" y="107"/>
                    </a:cubicBezTo>
                    <a:cubicBezTo>
                      <a:pt x="0" y="108"/>
                      <a:pt x="0" y="111"/>
                      <a:pt x="2" y="112"/>
                    </a:cubicBezTo>
                    <a:cubicBezTo>
                      <a:pt x="4" y="114"/>
                      <a:pt x="3" y="114"/>
                      <a:pt x="5" y="115"/>
                    </a:cubicBezTo>
                    <a:cubicBezTo>
                      <a:pt x="6" y="116"/>
                      <a:pt x="12" y="119"/>
                      <a:pt x="14" y="120"/>
                    </a:cubicBezTo>
                    <a:cubicBezTo>
                      <a:pt x="15" y="119"/>
                      <a:pt x="15" y="119"/>
                      <a:pt x="17" y="119"/>
                    </a:cubicBezTo>
                    <a:cubicBezTo>
                      <a:pt x="20" y="119"/>
                      <a:pt x="30" y="110"/>
                      <a:pt x="32" y="108"/>
                    </a:cubicBezTo>
                    <a:cubicBezTo>
                      <a:pt x="36" y="104"/>
                      <a:pt x="42" y="101"/>
                      <a:pt x="47" y="98"/>
                    </a:cubicBezTo>
                    <a:cubicBezTo>
                      <a:pt x="50" y="96"/>
                      <a:pt x="52" y="95"/>
                      <a:pt x="55" y="93"/>
                    </a:cubicBezTo>
                    <a:cubicBezTo>
                      <a:pt x="57" y="92"/>
                      <a:pt x="58" y="92"/>
                      <a:pt x="59" y="91"/>
                    </a:cubicBezTo>
                    <a:cubicBezTo>
                      <a:pt x="61" y="90"/>
                      <a:pt x="61" y="90"/>
                      <a:pt x="63" y="89"/>
                    </a:cubicBezTo>
                    <a:cubicBezTo>
                      <a:pt x="68" y="87"/>
                      <a:pt x="74" y="80"/>
                      <a:pt x="79" y="80"/>
                    </a:cubicBezTo>
                    <a:cubicBezTo>
                      <a:pt x="81" y="80"/>
                      <a:pt x="82" y="82"/>
                      <a:pt x="82" y="83"/>
                    </a:cubicBezTo>
                    <a:cubicBezTo>
                      <a:pt x="82" y="85"/>
                      <a:pt x="82" y="85"/>
                      <a:pt x="82" y="85"/>
                    </a:cubicBezTo>
                    <a:cubicBezTo>
                      <a:pt x="82" y="86"/>
                      <a:pt x="82" y="86"/>
                      <a:pt x="82" y="86"/>
                    </a:cubicBezTo>
                    <a:cubicBezTo>
                      <a:pt x="80" y="90"/>
                      <a:pt x="79" y="89"/>
                      <a:pt x="78" y="93"/>
                    </a:cubicBezTo>
                    <a:cubicBezTo>
                      <a:pt x="75" y="94"/>
                      <a:pt x="75" y="94"/>
                      <a:pt x="74" y="97"/>
                    </a:cubicBezTo>
                    <a:cubicBezTo>
                      <a:pt x="69" y="98"/>
                      <a:pt x="71" y="99"/>
                      <a:pt x="67" y="101"/>
                    </a:cubicBezTo>
                    <a:cubicBezTo>
                      <a:pt x="63" y="103"/>
                      <a:pt x="63" y="103"/>
                      <a:pt x="61" y="107"/>
                    </a:cubicBezTo>
                    <a:cubicBezTo>
                      <a:pt x="61" y="110"/>
                      <a:pt x="64" y="114"/>
                      <a:pt x="64" y="117"/>
                    </a:cubicBezTo>
                    <a:cubicBezTo>
                      <a:pt x="64" y="118"/>
                      <a:pt x="64" y="118"/>
                      <a:pt x="64" y="118"/>
                    </a:cubicBezTo>
                    <a:cubicBezTo>
                      <a:pt x="64" y="119"/>
                      <a:pt x="64" y="119"/>
                      <a:pt x="64" y="119"/>
                    </a:cubicBezTo>
                    <a:cubicBezTo>
                      <a:pt x="61" y="123"/>
                      <a:pt x="60" y="125"/>
                      <a:pt x="55" y="126"/>
                    </a:cubicBezTo>
                    <a:cubicBezTo>
                      <a:pt x="51" y="127"/>
                      <a:pt x="43" y="129"/>
                      <a:pt x="41" y="129"/>
                    </a:cubicBezTo>
                    <a:cubicBezTo>
                      <a:pt x="40" y="129"/>
                      <a:pt x="40" y="129"/>
                      <a:pt x="40" y="129"/>
                    </a:cubicBezTo>
                    <a:cubicBezTo>
                      <a:pt x="32" y="130"/>
                      <a:pt x="32" y="130"/>
                      <a:pt x="32" y="130"/>
                    </a:cubicBezTo>
                    <a:cubicBezTo>
                      <a:pt x="30" y="130"/>
                      <a:pt x="30" y="130"/>
                      <a:pt x="30" y="130"/>
                    </a:cubicBezTo>
                    <a:cubicBezTo>
                      <a:pt x="27" y="132"/>
                      <a:pt x="27" y="132"/>
                      <a:pt x="27" y="132"/>
                    </a:cubicBezTo>
                    <a:cubicBezTo>
                      <a:pt x="30" y="136"/>
                      <a:pt x="30" y="138"/>
                      <a:pt x="35" y="141"/>
                    </a:cubicBezTo>
                    <a:cubicBezTo>
                      <a:pt x="36" y="141"/>
                      <a:pt x="36" y="141"/>
                      <a:pt x="36" y="141"/>
                    </a:cubicBezTo>
                    <a:cubicBezTo>
                      <a:pt x="38" y="141"/>
                      <a:pt x="38" y="141"/>
                      <a:pt x="38" y="141"/>
                    </a:cubicBezTo>
                    <a:cubicBezTo>
                      <a:pt x="39" y="141"/>
                      <a:pt x="39" y="141"/>
                      <a:pt x="39" y="141"/>
                    </a:cubicBezTo>
                    <a:cubicBezTo>
                      <a:pt x="43" y="138"/>
                      <a:pt x="51" y="133"/>
                      <a:pt x="56" y="133"/>
                    </a:cubicBezTo>
                    <a:cubicBezTo>
                      <a:pt x="58" y="133"/>
                      <a:pt x="58" y="133"/>
                      <a:pt x="58" y="133"/>
                    </a:cubicBezTo>
                    <a:cubicBezTo>
                      <a:pt x="62" y="133"/>
                      <a:pt x="63" y="137"/>
                      <a:pt x="63" y="141"/>
                    </a:cubicBezTo>
                    <a:cubicBezTo>
                      <a:pt x="63" y="143"/>
                      <a:pt x="63" y="143"/>
                      <a:pt x="63" y="143"/>
                    </a:cubicBezTo>
                    <a:cubicBezTo>
                      <a:pt x="63" y="150"/>
                      <a:pt x="60" y="152"/>
                      <a:pt x="56" y="154"/>
                    </a:cubicBezTo>
                    <a:cubicBezTo>
                      <a:pt x="55" y="154"/>
                      <a:pt x="55" y="154"/>
                      <a:pt x="55" y="154"/>
                    </a:cubicBezTo>
                    <a:cubicBezTo>
                      <a:pt x="53" y="154"/>
                      <a:pt x="53" y="154"/>
                      <a:pt x="53" y="154"/>
                    </a:cubicBezTo>
                    <a:cubicBezTo>
                      <a:pt x="52" y="154"/>
                      <a:pt x="52" y="154"/>
                      <a:pt x="51" y="153"/>
                    </a:cubicBezTo>
                    <a:cubicBezTo>
                      <a:pt x="50" y="154"/>
                      <a:pt x="50" y="154"/>
                      <a:pt x="49" y="154"/>
                    </a:cubicBezTo>
                    <a:cubicBezTo>
                      <a:pt x="47" y="154"/>
                      <a:pt x="47" y="154"/>
                      <a:pt x="47" y="154"/>
                    </a:cubicBezTo>
                    <a:cubicBezTo>
                      <a:pt x="47" y="155"/>
                      <a:pt x="46" y="155"/>
                      <a:pt x="46" y="156"/>
                    </a:cubicBezTo>
                    <a:cubicBezTo>
                      <a:pt x="46" y="158"/>
                      <a:pt x="53" y="165"/>
                      <a:pt x="55" y="166"/>
                    </a:cubicBezTo>
                    <a:cubicBezTo>
                      <a:pt x="56" y="166"/>
                      <a:pt x="56" y="166"/>
                      <a:pt x="56" y="166"/>
                    </a:cubicBezTo>
                    <a:cubicBezTo>
                      <a:pt x="61" y="166"/>
                      <a:pt x="61" y="166"/>
                      <a:pt x="61" y="166"/>
                    </a:cubicBezTo>
                    <a:cubicBezTo>
                      <a:pt x="66" y="166"/>
                      <a:pt x="69" y="163"/>
                      <a:pt x="71" y="160"/>
                    </a:cubicBezTo>
                    <a:cubicBezTo>
                      <a:pt x="74" y="155"/>
                      <a:pt x="74" y="151"/>
                      <a:pt x="76" y="148"/>
                    </a:cubicBezTo>
                    <a:cubicBezTo>
                      <a:pt x="75" y="146"/>
                      <a:pt x="75" y="148"/>
                      <a:pt x="75" y="146"/>
                    </a:cubicBezTo>
                    <a:cubicBezTo>
                      <a:pt x="75" y="138"/>
                      <a:pt x="75" y="138"/>
                      <a:pt x="75" y="138"/>
                    </a:cubicBezTo>
                    <a:cubicBezTo>
                      <a:pt x="75" y="130"/>
                      <a:pt x="74" y="128"/>
                      <a:pt x="80" y="124"/>
                    </a:cubicBezTo>
                    <a:cubicBezTo>
                      <a:pt x="81" y="124"/>
                      <a:pt x="81" y="124"/>
                      <a:pt x="81" y="124"/>
                    </a:cubicBezTo>
                    <a:cubicBezTo>
                      <a:pt x="90" y="124"/>
                      <a:pt x="90" y="127"/>
                      <a:pt x="94" y="120"/>
                    </a:cubicBezTo>
                    <a:cubicBezTo>
                      <a:pt x="92" y="117"/>
                      <a:pt x="91" y="116"/>
                      <a:pt x="88" y="115"/>
                    </a:cubicBezTo>
                    <a:cubicBezTo>
                      <a:pt x="86" y="116"/>
                      <a:pt x="84" y="117"/>
                      <a:pt x="81" y="117"/>
                    </a:cubicBezTo>
                    <a:cubicBezTo>
                      <a:pt x="79" y="117"/>
                      <a:pt x="79" y="117"/>
                      <a:pt x="79" y="117"/>
                    </a:cubicBezTo>
                    <a:cubicBezTo>
                      <a:pt x="77" y="116"/>
                      <a:pt x="72" y="109"/>
                      <a:pt x="72" y="107"/>
                    </a:cubicBezTo>
                    <a:cubicBezTo>
                      <a:pt x="72" y="105"/>
                      <a:pt x="72" y="105"/>
                      <a:pt x="72" y="105"/>
                    </a:cubicBezTo>
                    <a:cubicBezTo>
                      <a:pt x="72" y="99"/>
                      <a:pt x="75" y="100"/>
                      <a:pt x="78" y="96"/>
                    </a:cubicBezTo>
                    <a:cubicBezTo>
                      <a:pt x="80" y="96"/>
                      <a:pt x="80" y="96"/>
                      <a:pt x="80" y="96"/>
                    </a:cubicBezTo>
                    <a:cubicBezTo>
                      <a:pt x="82" y="93"/>
                      <a:pt x="89" y="90"/>
                      <a:pt x="92" y="89"/>
                    </a:cubicBezTo>
                    <a:cubicBezTo>
                      <a:pt x="95" y="87"/>
                      <a:pt x="101" y="83"/>
                      <a:pt x="101" y="80"/>
                    </a:cubicBezTo>
                    <a:cubicBezTo>
                      <a:pt x="101" y="77"/>
                      <a:pt x="101" y="79"/>
                      <a:pt x="102" y="78"/>
                    </a:cubicBezTo>
                    <a:cubicBezTo>
                      <a:pt x="101" y="77"/>
                      <a:pt x="101" y="79"/>
                      <a:pt x="101" y="77"/>
                    </a:cubicBezTo>
                    <a:cubicBezTo>
                      <a:pt x="101" y="73"/>
                      <a:pt x="96" y="64"/>
                      <a:pt x="95" y="61"/>
                    </a:cubicBezTo>
                    <a:cubicBezTo>
                      <a:pt x="95" y="61"/>
                      <a:pt x="101" y="55"/>
                      <a:pt x="102" y="55"/>
                    </a:cubicBezTo>
                    <a:cubicBezTo>
                      <a:pt x="104" y="52"/>
                      <a:pt x="106" y="51"/>
                      <a:pt x="109" y="48"/>
                    </a:cubicBezTo>
                    <a:cubicBezTo>
                      <a:pt x="110" y="47"/>
                      <a:pt x="112" y="46"/>
                      <a:pt x="113" y="45"/>
                    </a:cubicBezTo>
                    <a:cubicBezTo>
                      <a:pt x="114" y="44"/>
                      <a:pt x="115" y="43"/>
                      <a:pt x="116" y="42"/>
                    </a:cubicBezTo>
                    <a:cubicBezTo>
                      <a:pt x="118" y="39"/>
                      <a:pt x="118" y="35"/>
                      <a:pt x="121" y="34"/>
                    </a:cubicBezTo>
                    <a:cubicBezTo>
                      <a:pt x="121" y="32"/>
                      <a:pt x="121" y="32"/>
                      <a:pt x="121" y="32"/>
                    </a:cubicBezTo>
                    <a:cubicBezTo>
                      <a:pt x="121" y="27"/>
                      <a:pt x="123" y="30"/>
                      <a:pt x="120" y="24"/>
                    </a:cubicBezTo>
                    <a:cubicBezTo>
                      <a:pt x="118" y="20"/>
                      <a:pt x="118" y="20"/>
                      <a:pt x="116" y="17"/>
                    </a:cubicBezTo>
                    <a:cubicBezTo>
                      <a:pt x="113" y="17"/>
                      <a:pt x="113" y="17"/>
                      <a:pt x="113" y="17"/>
                    </a:cubicBezTo>
                    <a:cubicBezTo>
                      <a:pt x="111" y="17"/>
                      <a:pt x="105" y="19"/>
                      <a:pt x="104" y="20"/>
                    </a:cubicBezTo>
                    <a:cubicBezTo>
                      <a:pt x="101" y="23"/>
                      <a:pt x="102" y="23"/>
                      <a:pt x="96" y="24"/>
                    </a:cubicBezTo>
                    <a:lnTo>
                      <a:pt x="93" y="21"/>
                    </a:lnTo>
                    <a:close/>
                  </a:path>
                </a:pathLst>
              </a:custGeom>
              <a:solidFill>
                <a:srgbClr val="E6001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5" name="íṥḻiďê"/>
              <p:cNvSpPr/>
              <p:nvPr/>
            </p:nvSpPr>
            <p:spPr bwMode="auto">
              <a:xfrm>
                <a:off x="5159376" y="3357563"/>
                <a:ext cx="117475" cy="366713"/>
              </a:xfrm>
              <a:custGeom>
                <a:avLst/>
                <a:gdLst>
                  <a:gd name="T0" fmla="*/ 23 w 36"/>
                  <a:gd name="T1" fmla="*/ 14 h 110"/>
                  <a:gd name="T2" fmla="*/ 23 w 36"/>
                  <a:gd name="T3" fmla="*/ 12 h 110"/>
                  <a:gd name="T4" fmla="*/ 18 w 36"/>
                  <a:gd name="T5" fmla="*/ 6 h 110"/>
                  <a:gd name="T6" fmla="*/ 13 w 36"/>
                  <a:gd name="T7" fmla="*/ 0 h 110"/>
                  <a:gd name="T8" fmla="*/ 11 w 36"/>
                  <a:gd name="T9" fmla="*/ 4 h 110"/>
                  <a:gd name="T10" fmla="*/ 13 w 36"/>
                  <a:gd name="T11" fmla="*/ 16 h 110"/>
                  <a:gd name="T12" fmla="*/ 12 w 36"/>
                  <a:gd name="T13" fmla="*/ 34 h 110"/>
                  <a:gd name="T14" fmla="*/ 7 w 36"/>
                  <a:gd name="T15" fmla="*/ 65 h 110"/>
                  <a:gd name="T16" fmla="*/ 3 w 36"/>
                  <a:gd name="T17" fmla="*/ 80 h 110"/>
                  <a:gd name="T18" fmla="*/ 0 w 36"/>
                  <a:gd name="T19" fmla="*/ 95 h 110"/>
                  <a:gd name="T20" fmla="*/ 0 w 36"/>
                  <a:gd name="T21" fmla="*/ 98 h 110"/>
                  <a:gd name="T22" fmla="*/ 0 w 36"/>
                  <a:gd name="T23" fmla="*/ 100 h 110"/>
                  <a:gd name="T24" fmla="*/ 4 w 36"/>
                  <a:gd name="T25" fmla="*/ 105 h 110"/>
                  <a:gd name="T26" fmla="*/ 9 w 36"/>
                  <a:gd name="T27" fmla="*/ 110 h 110"/>
                  <a:gd name="T28" fmla="*/ 15 w 36"/>
                  <a:gd name="T29" fmla="*/ 104 h 110"/>
                  <a:gd name="T30" fmla="*/ 18 w 36"/>
                  <a:gd name="T31" fmla="*/ 96 h 110"/>
                  <a:gd name="T32" fmla="*/ 18 w 36"/>
                  <a:gd name="T33" fmla="*/ 90 h 110"/>
                  <a:gd name="T34" fmla="*/ 21 w 36"/>
                  <a:gd name="T35" fmla="*/ 71 h 110"/>
                  <a:gd name="T36" fmla="*/ 25 w 36"/>
                  <a:gd name="T37" fmla="*/ 53 h 110"/>
                  <a:gd name="T38" fmla="*/ 30 w 36"/>
                  <a:gd name="T39" fmla="*/ 36 h 110"/>
                  <a:gd name="T40" fmla="*/ 35 w 36"/>
                  <a:gd name="T41" fmla="*/ 20 h 110"/>
                  <a:gd name="T42" fmla="*/ 33 w 36"/>
                  <a:gd name="T43" fmla="*/ 20 h 110"/>
                  <a:gd name="T44" fmla="*/ 30 w 36"/>
                  <a:gd name="T45" fmla="*/ 22 h 110"/>
                  <a:gd name="T46" fmla="*/ 23 w 36"/>
                  <a:gd name="T47" fmla="*/ 17 h 110"/>
                  <a:gd name="T48" fmla="*/ 23 w 36"/>
                  <a:gd name="T49" fmla="*/ 15 h 110"/>
                  <a:gd name="T50" fmla="*/ 23 w 36"/>
                  <a:gd name="T51" fmla="*/ 14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36" h="110">
                    <a:moveTo>
                      <a:pt x="23" y="14"/>
                    </a:moveTo>
                    <a:cubicBezTo>
                      <a:pt x="23" y="12"/>
                      <a:pt x="23" y="12"/>
                      <a:pt x="23" y="12"/>
                    </a:cubicBezTo>
                    <a:cubicBezTo>
                      <a:pt x="21" y="8"/>
                      <a:pt x="22" y="9"/>
                      <a:pt x="18" y="6"/>
                    </a:cubicBezTo>
                    <a:cubicBezTo>
                      <a:pt x="17" y="4"/>
                      <a:pt x="15" y="2"/>
                      <a:pt x="13" y="0"/>
                    </a:cubicBezTo>
                    <a:cubicBezTo>
                      <a:pt x="12" y="1"/>
                      <a:pt x="11" y="3"/>
                      <a:pt x="11" y="4"/>
                    </a:cubicBezTo>
                    <a:cubicBezTo>
                      <a:pt x="11" y="7"/>
                      <a:pt x="13" y="12"/>
                      <a:pt x="13" y="16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43"/>
                      <a:pt x="9" y="56"/>
                      <a:pt x="7" y="65"/>
                    </a:cubicBezTo>
                    <a:cubicBezTo>
                      <a:pt x="6" y="72"/>
                      <a:pt x="4" y="75"/>
                      <a:pt x="3" y="80"/>
                    </a:cubicBezTo>
                    <a:cubicBezTo>
                      <a:pt x="2" y="85"/>
                      <a:pt x="0" y="91"/>
                      <a:pt x="0" y="95"/>
                    </a:cubicBezTo>
                    <a:cubicBezTo>
                      <a:pt x="0" y="98"/>
                      <a:pt x="0" y="98"/>
                      <a:pt x="0" y="98"/>
                    </a:cubicBezTo>
                    <a:cubicBezTo>
                      <a:pt x="0" y="100"/>
                      <a:pt x="0" y="100"/>
                      <a:pt x="0" y="100"/>
                    </a:cubicBezTo>
                    <a:cubicBezTo>
                      <a:pt x="2" y="102"/>
                      <a:pt x="2" y="103"/>
                      <a:pt x="4" y="105"/>
                    </a:cubicBezTo>
                    <a:cubicBezTo>
                      <a:pt x="6" y="108"/>
                      <a:pt x="7" y="108"/>
                      <a:pt x="9" y="110"/>
                    </a:cubicBezTo>
                    <a:cubicBezTo>
                      <a:pt x="12" y="108"/>
                      <a:pt x="13" y="108"/>
                      <a:pt x="15" y="104"/>
                    </a:cubicBezTo>
                    <a:cubicBezTo>
                      <a:pt x="16" y="102"/>
                      <a:pt x="18" y="99"/>
                      <a:pt x="18" y="96"/>
                    </a:cubicBezTo>
                    <a:cubicBezTo>
                      <a:pt x="18" y="90"/>
                      <a:pt x="18" y="90"/>
                      <a:pt x="18" y="90"/>
                    </a:cubicBezTo>
                    <a:cubicBezTo>
                      <a:pt x="18" y="83"/>
                      <a:pt x="20" y="77"/>
                      <a:pt x="21" y="71"/>
                    </a:cubicBezTo>
                    <a:cubicBezTo>
                      <a:pt x="23" y="65"/>
                      <a:pt x="23" y="59"/>
                      <a:pt x="25" y="53"/>
                    </a:cubicBezTo>
                    <a:cubicBezTo>
                      <a:pt x="26" y="47"/>
                      <a:pt x="29" y="42"/>
                      <a:pt x="30" y="36"/>
                    </a:cubicBezTo>
                    <a:cubicBezTo>
                      <a:pt x="31" y="28"/>
                      <a:pt x="34" y="27"/>
                      <a:pt x="35" y="20"/>
                    </a:cubicBezTo>
                    <a:cubicBezTo>
                      <a:pt x="34" y="19"/>
                      <a:pt x="36" y="20"/>
                      <a:pt x="33" y="20"/>
                    </a:cubicBezTo>
                    <a:cubicBezTo>
                      <a:pt x="33" y="20"/>
                      <a:pt x="30" y="22"/>
                      <a:pt x="30" y="22"/>
                    </a:cubicBezTo>
                    <a:cubicBezTo>
                      <a:pt x="25" y="21"/>
                      <a:pt x="25" y="21"/>
                      <a:pt x="23" y="17"/>
                    </a:cubicBezTo>
                    <a:cubicBezTo>
                      <a:pt x="23" y="15"/>
                      <a:pt x="23" y="15"/>
                      <a:pt x="23" y="15"/>
                    </a:cubicBezTo>
                    <a:lnTo>
                      <a:pt x="23" y="14"/>
                    </a:lnTo>
                    <a:close/>
                  </a:path>
                </a:pathLst>
              </a:custGeom>
              <a:solidFill>
                <a:srgbClr val="E6001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9" name="ïšľîḍê"/>
            <p:cNvGrpSpPr/>
            <p:nvPr/>
          </p:nvGrpSpPr>
          <p:grpSpPr>
            <a:xfrm>
              <a:off x="4412452" y="3781425"/>
              <a:ext cx="2312689" cy="166461"/>
              <a:chOff x="6986588" y="3521075"/>
              <a:chExt cx="1654176" cy="119063"/>
            </a:xfrm>
          </p:grpSpPr>
          <p:sp>
            <p:nvSpPr>
              <p:cNvPr id="10" name="îṩľîḑê"/>
              <p:cNvSpPr/>
              <p:nvPr/>
            </p:nvSpPr>
            <p:spPr bwMode="auto">
              <a:xfrm>
                <a:off x="6986588" y="3521075"/>
                <a:ext cx="155575" cy="119063"/>
              </a:xfrm>
              <a:custGeom>
                <a:avLst/>
                <a:gdLst>
                  <a:gd name="T0" fmla="*/ 84 w 98"/>
                  <a:gd name="T1" fmla="*/ 0 h 75"/>
                  <a:gd name="T2" fmla="*/ 59 w 98"/>
                  <a:gd name="T3" fmla="*/ 52 h 75"/>
                  <a:gd name="T4" fmla="*/ 57 w 98"/>
                  <a:gd name="T5" fmla="*/ 0 h 75"/>
                  <a:gd name="T6" fmla="*/ 40 w 98"/>
                  <a:gd name="T7" fmla="*/ 0 h 75"/>
                  <a:gd name="T8" fmla="*/ 15 w 98"/>
                  <a:gd name="T9" fmla="*/ 52 h 75"/>
                  <a:gd name="T10" fmla="*/ 15 w 98"/>
                  <a:gd name="T11" fmla="*/ 0 h 75"/>
                  <a:gd name="T12" fmla="*/ 0 w 98"/>
                  <a:gd name="T13" fmla="*/ 0 h 75"/>
                  <a:gd name="T14" fmla="*/ 2 w 98"/>
                  <a:gd name="T15" fmla="*/ 75 h 75"/>
                  <a:gd name="T16" fmla="*/ 19 w 98"/>
                  <a:gd name="T17" fmla="*/ 75 h 75"/>
                  <a:gd name="T18" fmla="*/ 44 w 98"/>
                  <a:gd name="T19" fmla="*/ 21 h 75"/>
                  <a:gd name="T20" fmla="*/ 46 w 98"/>
                  <a:gd name="T21" fmla="*/ 75 h 75"/>
                  <a:gd name="T22" fmla="*/ 63 w 98"/>
                  <a:gd name="T23" fmla="*/ 75 h 75"/>
                  <a:gd name="T24" fmla="*/ 98 w 98"/>
                  <a:gd name="T25" fmla="*/ 0 h 75"/>
                  <a:gd name="T26" fmla="*/ 84 w 98"/>
                  <a:gd name="T27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8" h="75">
                    <a:moveTo>
                      <a:pt x="84" y="0"/>
                    </a:moveTo>
                    <a:lnTo>
                      <a:pt x="59" y="52"/>
                    </a:lnTo>
                    <a:lnTo>
                      <a:pt x="57" y="0"/>
                    </a:lnTo>
                    <a:lnTo>
                      <a:pt x="40" y="0"/>
                    </a:lnTo>
                    <a:lnTo>
                      <a:pt x="15" y="52"/>
                    </a:lnTo>
                    <a:lnTo>
                      <a:pt x="15" y="0"/>
                    </a:lnTo>
                    <a:lnTo>
                      <a:pt x="0" y="0"/>
                    </a:lnTo>
                    <a:lnTo>
                      <a:pt x="2" y="75"/>
                    </a:lnTo>
                    <a:lnTo>
                      <a:pt x="19" y="75"/>
                    </a:lnTo>
                    <a:lnTo>
                      <a:pt x="44" y="21"/>
                    </a:lnTo>
                    <a:lnTo>
                      <a:pt x="46" y="75"/>
                    </a:lnTo>
                    <a:lnTo>
                      <a:pt x="63" y="75"/>
                    </a:lnTo>
                    <a:lnTo>
                      <a:pt x="98" y="0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" name="îṩḷîde"/>
              <p:cNvSpPr/>
              <p:nvPr/>
            </p:nvSpPr>
            <p:spPr bwMode="auto">
              <a:xfrm>
                <a:off x="7135813" y="3521075"/>
                <a:ext cx="112713" cy="119063"/>
              </a:xfrm>
              <a:custGeom>
                <a:avLst/>
                <a:gdLst>
                  <a:gd name="T0" fmla="*/ 22 w 34"/>
                  <a:gd name="T1" fmla="*/ 20 h 36"/>
                  <a:gd name="T2" fmla="*/ 20 w 34"/>
                  <a:gd name="T3" fmla="*/ 26 h 36"/>
                  <a:gd name="T4" fmla="*/ 18 w 34"/>
                  <a:gd name="T5" fmla="*/ 29 h 36"/>
                  <a:gd name="T6" fmla="*/ 13 w 34"/>
                  <a:gd name="T7" fmla="*/ 30 h 36"/>
                  <a:gd name="T8" fmla="*/ 9 w 34"/>
                  <a:gd name="T9" fmla="*/ 29 h 36"/>
                  <a:gd name="T10" fmla="*/ 7 w 34"/>
                  <a:gd name="T11" fmla="*/ 25 h 36"/>
                  <a:gd name="T12" fmla="*/ 7 w 34"/>
                  <a:gd name="T13" fmla="*/ 24 h 36"/>
                  <a:gd name="T14" fmla="*/ 8 w 34"/>
                  <a:gd name="T15" fmla="*/ 19 h 36"/>
                  <a:gd name="T16" fmla="*/ 12 w 34"/>
                  <a:gd name="T17" fmla="*/ 0 h 36"/>
                  <a:gd name="T18" fmla="*/ 5 w 34"/>
                  <a:gd name="T19" fmla="*/ 0 h 36"/>
                  <a:gd name="T20" fmla="*/ 1 w 34"/>
                  <a:gd name="T21" fmla="*/ 19 h 36"/>
                  <a:gd name="T22" fmla="*/ 0 w 34"/>
                  <a:gd name="T23" fmla="*/ 23 h 36"/>
                  <a:gd name="T24" fmla="*/ 0 w 34"/>
                  <a:gd name="T25" fmla="*/ 25 h 36"/>
                  <a:gd name="T26" fmla="*/ 3 w 34"/>
                  <a:gd name="T27" fmla="*/ 33 h 36"/>
                  <a:gd name="T28" fmla="*/ 13 w 34"/>
                  <a:gd name="T29" fmla="*/ 36 h 36"/>
                  <a:gd name="T30" fmla="*/ 22 w 34"/>
                  <a:gd name="T31" fmla="*/ 34 h 36"/>
                  <a:gd name="T32" fmla="*/ 27 w 34"/>
                  <a:gd name="T33" fmla="*/ 29 h 36"/>
                  <a:gd name="T34" fmla="*/ 30 w 34"/>
                  <a:gd name="T35" fmla="*/ 20 h 36"/>
                  <a:gd name="T36" fmla="*/ 34 w 34"/>
                  <a:gd name="T37" fmla="*/ 0 h 36"/>
                  <a:gd name="T38" fmla="*/ 26 w 34"/>
                  <a:gd name="T39" fmla="*/ 0 h 36"/>
                  <a:gd name="T40" fmla="*/ 22 w 34"/>
                  <a:gd name="T41" fmla="*/ 2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4" h="36">
                    <a:moveTo>
                      <a:pt x="22" y="20"/>
                    </a:moveTo>
                    <a:cubicBezTo>
                      <a:pt x="22" y="23"/>
                      <a:pt x="21" y="25"/>
                      <a:pt x="20" y="26"/>
                    </a:cubicBezTo>
                    <a:cubicBezTo>
                      <a:pt x="20" y="28"/>
                      <a:pt x="19" y="29"/>
                      <a:pt x="18" y="29"/>
                    </a:cubicBezTo>
                    <a:cubicBezTo>
                      <a:pt x="17" y="30"/>
                      <a:pt x="15" y="30"/>
                      <a:pt x="13" y="30"/>
                    </a:cubicBezTo>
                    <a:cubicBezTo>
                      <a:pt x="11" y="30"/>
                      <a:pt x="10" y="30"/>
                      <a:pt x="9" y="29"/>
                    </a:cubicBezTo>
                    <a:cubicBezTo>
                      <a:pt x="8" y="28"/>
                      <a:pt x="7" y="27"/>
                      <a:pt x="7" y="25"/>
                    </a:cubicBezTo>
                    <a:cubicBezTo>
                      <a:pt x="7" y="25"/>
                      <a:pt x="7" y="25"/>
                      <a:pt x="7" y="24"/>
                    </a:cubicBezTo>
                    <a:cubicBezTo>
                      <a:pt x="8" y="19"/>
                      <a:pt x="8" y="19"/>
                      <a:pt x="8" y="19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1" y="19"/>
                      <a:pt x="1" y="19"/>
                      <a:pt x="1" y="19"/>
                    </a:cubicBezTo>
                    <a:cubicBezTo>
                      <a:pt x="1" y="21"/>
                      <a:pt x="0" y="23"/>
                      <a:pt x="0" y="23"/>
                    </a:cubicBezTo>
                    <a:cubicBezTo>
                      <a:pt x="0" y="24"/>
                      <a:pt x="0" y="25"/>
                      <a:pt x="0" y="25"/>
                    </a:cubicBezTo>
                    <a:cubicBezTo>
                      <a:pt x="0" y="29"/>
                      <a:pt x="1" y="31"/>
                      <a:pt x="3" y="33"/>
                    </a:cubicBezTo>
                    <a:cubicBezTo>
                      <a:pt x="6" y="35"/>
                      <a:pt x="9" y="36"/>
                      <a:pt x="13" y="36"/>
                    </a:cubicBezTo>
                    <a:cubicBezTo>
                      <a:pt x="16" y="36"/>
                      <a:pt x="19" y="36"/>
                      <a:pt x="22" y="34"/>
                    </a:cubicBezTo>
                    <a:cubicBezTo>
                      <a:pt x="24" y="33"/>
                      <a:pt x="25" y="31"/>
                      <a:pt x="27" y="29"/>
                    </a:cubicBezTo>
                    <a:cubicBezTo>
                      <a:pt x="28" y="27"/>
                      <a:pt x="29" y="24"/>
                      <a:pt x="30" y="20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26" y="0"/>
                      <a:pt x="26" y="0"/>
                      <a:pt x="26" y="0"/>
                    </a:cubicBezTo>
                    <a:lnTo>
                      <a:pt x="22" y="2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" name="îṣḻîḑê"/>
              <p:cNvSpPr/>
              <p:nvPr/>
            </p:nvSpPr>
            <p:spPr bwMode="auto">
              <a:xfrm>
                <a:off x="7248526" y="3521075"/>
                <a:ext cx="114300" cy="119063"/>
              </a:xfrm>
              <a:custGeom>
                <a:avLst/>
                <a:gdLst>
                  <a:gd name="T0" fmla="*/ 58 w 72"/>
                  <a:gd name="T1" fmla="*/ 0 h 75"/>
                  <a:gd name="T2" fmla="*/ 52 w 72"/>
                  <a:gd name="T3" fmla="*/ 29 h 75"/>
                  <a:gd name="T4" fmla="*/ 22 w 72"/>
                  <a:gd name="T5" fmla="*/ 29 h 75"/>
                  <a:gd name="T6" fmla="*/ 29 w 72"/>
                  <a:gd name="T7" fmla="*/ 0 h 75"/>
                  <a:gd name="T8" fmla="*/ 14 w 72"/>
                  <a:gd name="T9" fmla="*/ 0 h 75"/>
                  <a:gd name="T10" fmla="*/ 0 w 72"/>
                  <a:gd name="T11" fmla="*/ 75 h 75"/>
                  <a:gd name="T12" fmla="*/ 14 w 72"/>
                  <a:gd name="T13" fmla="*/ 75 h 75"/>
                  <a:gd name="T14" fmla="*/ 20 w 72"/>
                  <a:gd name="T15" fmla="*/ 42 h 75"/>
                  <a:gd name="T16" fmla="*/ 50 w 72"/>
                  <a:gd name="T17" fmla="*/ 42 h 75"/>
                  <a:gd name="T18" fmla="*/ 43 w 72"/>
                  <a:gd name="T19" fmla="*/ 75 h 75"/>
                  <a:gd name="T20" fmla="*/ 58 w 72"/>
                  <a:gd name="T21" fmla="*/ 75 h 75"/>
                  <a:gd name="T22" fmla="*/ 72 w 72"/>
                  <a:gd name="T23" fmla="*/ 0 h 75"/>
                  <a:gd name="T24" fmla="*/ 58 w 72"/>
                  <a:gd name="T25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2" h="75">
                    <a:moveTo>
                      <a:pt x="58" y="0"/>
                    </a:moveTo>
                    <a:lnTo>
                      <a:pt x="52" y="29"/>
                    </a:lnTo>
                    <a:lnTo>
                      <a:pt x="22" y="29"/>
                    </a:lnTo>
                    <a:lnTo>
                      <a:pt x="29" y="0"/>
                    </a:lnTo>
                    <a:lnTo>
                      <a:pt x="14" y="0"/>
                    </a:lnTo>
                    <a:lnTo>
                      <a:pt x="0" y="75"/>
                    </a:lnTo>
                    <a:lnTo>
                      <a:pt x="14" y="75"/>
                    </a:lnTo>
                    <a:lnTo>
                      <a:pt x="20" y="42"/>
                    </a:lnTo>
                    <a:lnTo>
                      <a:pt x="50" y="42"/>
                    </a:lnTo>
                    <a:lnTo>
                      <a:pt x="43" y="75"/>
                    </a:lnTo>
                    <a:lnTo>
                      <a:pt x="58" y="75"/>
                    </a:lnTo>
                    <a:lnTo>
                      <a:pt x="72" y="0"/>
                    </a:lnTo>
                    <a:lnTo>
                      <a:pt x="5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" name="ïṥlíḑê"/>
              <p:cNvSpPr/>
              <p:nvPr/>
            </p:nvSpPr>
            <p:spPr bwMode="auto">
              <a:xfrm>
                <a:off x="7356476" y="3521075"/>
                <a:ext cx="112713" cy="119063"/>
              </a:xfrm>
              <a:custGeom>
                <a:avLst/>
                <a:gdLst>
                  <a:gd name="T0" fmla="*/ 42 w 71"/>
                  <a:gd name="T1" fmla="*/ 0 h 75"/>
                  <a:gd name="T2" fmla="*/ 0 w 71"/>
                  <a:gd name="T3" fmla="*/ 75 h 75"/>
                  <a:gd name="T4" fmla="*/ 15 w 71"/>
                  <a:gd name="T5" fmla="*/ 75 h 75"/>
                  <a:gd name="T6" fmla="*/ 23 w 71"/>
                  <a:gd name="T7" fmla="*/ 59 h 75"/>
                  <a:gd name="T8" fmla="*/ 54 w 71"/>
                  <a:gd name="T9" fmla="*/ 59 h 75"/>
                  <a:gd name="T10" fmla="*/ 56 w 71"/>
                  <a:gd name="T11" fmla="*/ 75 h 75"/>
                  <a:gd name="T12" fmla="*/ 71 w 71"/>
                  <a:gd name="T13" fmla="*/ 75 h 75"/>
                  <a:gd name="T14" fmla="*/ 58 w 71"/>
                  <a:gd name="T15" fmla="*/ 0 h 75"/>
                  <a:gd name="T16" fmla="*/ 42 w 71"/>
                  <a:gd name="T17" fmla="*/ 0 h 75"/>
                  <a:gd name="T18" fmla="*/ 29 w 71"/>
                  <a:gd name="T19" fmla="*/ 46 h 75"/>
                  <a:gd name="T20" fmla="*/ 48 w 71"/>
                  <a:gd name="T21" fmla="*/ 17 h 75"/>
                  <a:gd name="T22" fmla="*/ 52 w 71"/>
                  <a:gd name="T23" fmla="*/ 46 h 75"/>
                  <a:gd name="T24" fmla="*/ 29 w 71"/>
                  <a:gd name="T25" fmla="*/ 46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1" h="75">
                    <a:moveTo>
                      <a:pt x="42" y="0"/>
                    </a:moveTo>
                    <a:lnTo>
                      <a:pt x="0" y="75"/>
                    </a:lnTo>
                    <a:lnTo>
                      <a:pt x="15" y="75"/>
                    </a:lnTo>
                    <a:lnTo>
                      <a:pt x="23" y="59"/>
                    </a:lnTo>
                    <a:lnTo>
                      <a:pt x="54" y="59"/>
                    </a:lnTo>
                    <a:lnTo>
                      <a:pt x="56" y="75"/>
                    </a:lnTo>
                    <a:lnTo>
                      <a:pt x="71" y="75"/>
                    </a:lnTo>
                    <a:lnTo>
                      <a:pt x="58" y="0"/>
                    </a:lnTo>
                    <a:lnTo>
                      <a:pt x="42" y="0"/>
                    </a:lnTo>
                    <a:close/>
                    <a:moveTo>
                      <a:pt x="29" y="46"/>
                    </a:moveTo>
                    <a:lnTo>
                      <a:pt x="48" y="17"/>
                    </a:lnTo>
                    <a:lnTo>
                      <a:pt x="52" y="46"/>
                    </a:lnTo>
                    <a:lnTo>
                      <a:pt x="29" y="4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" name="îş1íḋe"/>
              <p:cNvSpPr/>
              <p:nvPr/>
            </p:nvSpPr>
            <p:spPr bwMode="auto">
              <a:xfrm>
                <a:off x="7481888" y="3521075"/>
                <a:ext cx="119063" cy="119063"/>
              </a:xfrm>
              <a:custGeom>
                <a:avLst/>
                <a:gdLst>
                  <a:gd name="T0" fmla="*/ 50 w 75"/>
                  <a:gd name="T1" fmla="*/ 50 h 75"/>
                  <a:gd name="T2" fmla="*/ 31 w 75"/>
                  <a:gd name="T3" fmla="*/ 0 h 75"/>
                  <a:gd name="T4" fmla="*/ 17 w 75"/>
                  <a:gd name="T5" fmla="*/ 0 h 75"/>
                  <a:gd name="T6" fmla="*/ 0 w 75"/>
                  <a:gd name="T7" fmla="*/ 75 h 75"/>
                  <a:gd name="T8" fmla="*/ 15 w 75"/>
                  <a:gd name="T9" fmla="*/ 75 h 75"/>
                  <a:gd name="T10" fmla="*/ 25 w 75"/>
                  <a:gd name="T11" fmla="*/ 25 h 75"/>
                  <a:gd name="T12" fmla="*/ 46 w 75"/>
                  <a:gd name="T13" fmla="*/ 75 h 75"/>
                  <a:gd name="T14" fmla="*/ 58 w 75"/>
                  <a:gd name="T15" fmla="*/ 75 h 75"/>
                  <a:gd name="T16" fmla="*/ 75 w 75"/>
                  <a:gd name="T17" fmla="*/ 0 h 75"/>
                  <a:gd name="T18" fmla="*/ 61 w 75"/>
                  <a:gd name="T19" fmla="*/ 0 h 75"/>
                  <a:gd name="T20" fmla="*/ 50 w 75"/>
                  <a:gd name="T21" fmla="*/ 5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5">
                    <a:moveTo>
                      <a:pt x="50" y="50"/>
                    </a:moveTo>
                    <a:lnTo>
                      <a:pt x="31" y="0"/>
                    </a:lnTo>
                    <a:lnTo>
                      <a:pt x="17" y="0"/>
                    </a:lnTo>
                    <a:lnTo>
                      <a:pt x="0" y="75"/>
                    </a:lnTo>
                    <a:lnTo>
                      <a:pt x="15" y="75"/>
                    </a:lnTo>
                    <a:lnTo>
                      <a:pt x="25" y="25"/>
                    </a:lnTo>
                    <a:lnTo>
                      <a:pt x="46" y="75"/>
                    </a:lnTo>
                    <a:lnTo>
                      <a:pt x="58" y="75"/>
                    </a:lnTo>
                    <a:lnTo>
                      <a:pt x="75" y="0"/>
                    </a:lnTo>
                    <a:lnTo>
                      <a:pt x="61" y="0"/>
                    </a:lnTo>
                    <a:lnTo>
                      <a:pt x="50" y="5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" name="îş1ïḋe"/>
              <p:cNvSpPr/>
              <p:nvPr/>
            </p:nvSpPr>
            <p:spPr bwMode="auto">
              <a:xfrm>
                <a:off x="7653338" y="3521075"/>
                <a:ext cx="112713" cy="119063"/>
              </a:xfrm>
              <a:custGeom>
                <a:avLst/>
                <a:gdLst>
                  <a:gd name="T0" fmla="*/ 22 w 34"/>
                  <a:gd name="T1" fmla="*/ 20 h 36"/>
                  <a:gd name="T2" fmla="*/ 20 w 34"/>
                  <a:gd name="T3" fmla="*/ 26 h 36"/>
                  <a:gd name="T4" fmla="*/ 18 w 34"/>
                  <a:gd name="T5" fmla="*/ 29 h 36"/>
                  <a:gd name="T6" fmla="*/ 13 w 34"/>
                  <a:gd name="T7" fmla="*/ 30 h 36"/>
                  <a:gd name="T8" fmla="*/ 9 w 34"/>
                  <a:gd name="T9" fmla="*/ 29 h 36"/>
                  <a:gd name="T10" fmla="*/ 7 w 34"/>
                  <a:gd name="T11" fmla="*/ 25 h 36"/>
                  <a:gd name="T12" fmla="*/ 7 w 34"/>
                  <a:gd name="T13" fmla="*/ 24 h 36"/>
                  <a:gd name="T14" fmla="*/ 8 w 34"/>
                  <a:gd name="T15" fmla="*/ 19 h 36"/>
                  <a:gd name="T16" fmla="*/ 12 w 34"/>
                  <a:gd name="T17" fmla="*/ 0 h 36"/>
                  <a:gd name="T18" fmla="*/ 5 w 34"/>
                  <a:gd name="T19" fmla="*/ 0 h 36"/>
                  <a:gd name="T20" fmla="*/ 1 w 34"/>
                  <a:gd name="T21" fmla="*/ 19 h 36"/>
                  <a:gd name="T22" fmla="*/ 0 w 34"/>
                  <a:gd name="T23" fmla="*/ 23 h 36"/>
                  <a:gd name="T24" fmla="*/ 0 w 34"/>
                  <a:gd name="T25" fmla="*/ 25 h 36"/>
                  <a:gd name="T26" fmla="*/ 3 w 34"/>
                  <a:gd name="T27" fmla="*/ 33 h 36"/>
                  <a:gd name="T28" fmla="*/ 13 w 34"/>
                  <a:gd name="T29" fmla="*/ 36 h 36"/>
                  <a:gd name="T30" fmla="*/ 22 w 34"/>
                  <a:gd name="T31" fmla="*/ 34 h 36"/>
                  <a:gd name="T32" fmla="*/ 27 w 34"/>
                  <a:gd name="T33" fmla="*/ 29 h 36"/>
                  <a:gd name="T34" fmla="*/ 30 w 34"/>
                  <a:gd name="T35" fmla="*/ 20 h 36"/>
                  <a:gd name="T36" fmla="*/ 34 w 34"/>
                  <a:gd name="T37" fmla="*/ 0 h 36"/>
                  <a:gd name="T38" fmla="*/ 26 w 34"/>
                  <a:gd name="T39" fmla="*/ 0 h 36"/>
                  <a:gd name="T40" fmla="*/ 22 w 34"/>
                  <a:gd name="T41" fmla="*/ 2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4" h="36">
                    <a:moveTo>
                      <a:pt x="22" y="20"/>
                    </a:moveTo>
                    <a:cubicBezTo>
                      <a:pt x="22" y="23"/>
                      <a:pt x="21" y="25"/>
                      <a:pt x="20" y="26"/>
                    </a:cubicBezTo>
                    <a:cubicBezTo>
                      <a:pt x="20" y="28"/>
                      <a:pt x="19" y="29"/>
                      <a:pt x="18" y="29"/>
                    </a:cubicBezTo>
                    <a:cubicBezTo>
                      <a:pt x="17" y="30"/>
                      <a:pt x="15" y="30"/>
                      <a:pt x="13" y="30"/>
                    </a:cubicBezTo>
                    <a:cubicBezTo>
                      <a:pt x="11" y="30"/>
                      <a:pt x="10" y="30"/>
                      <a:pt x="9" y="29"/>
                    </a:cubicBezTo>
                    <a:cubicBezTo>
                      <a:pt x="8" y="28"/>
                      <a:pt x="7" y="27"/>
                      <a:pt x="7" y="25"/>
                    </a:cubicBezTo>
                    <a:cubicBezTo>
                      <a:pt x="7" y="25"/>
                      <a:pt x="7" y="25"/>
                      <a:pt x="7" y="24"/>
                    </a:cubicBezTo>
                    <a:cubicBezTo>
                      <a:pt x="8" y="19"/>
                      <a:pt x="8" y="19"/>
                      <a:pt x="8" y="19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1" y="19"/>
                      <a:pt x="1" y="19"/>
                      <a:pt x="1" y="19"/>
                    </a:cubicBezTo>
                    <a:cubicBezTo>
                      <a:pt x="1" y="21"/>
                      <a:pt x="0" y="23"/>
                      <a:pt x="0" y="23"/>
                    </a:cubicBezTo>
                    <a:cubicBezTo>
                      <a:pt x="0" y="24"/>
                      <a:pt x="0" y="25"/>
                      <a:pt x="0" y="25"/>
                    </a:cubicBezTo>
                    <a:cubicBezTo>
                      <a:pt x="0" y="29"/>
                      <a:pt x="1" y="31"/>
                      <a:pt x="3" y="33"/>
                    </a:cubicBezTo>
                    <a:cubicBezTo>
                      <a:pt x="6" y="35"/>
                      <a:pt x="9" y="36"/>
                      <a:pt x="13" y="36"/>
                    </a:cubicBezTo>
                    <a:cubicBezTo>
                      <a:pt x="16" y="36"/>
                      <a:pt x="19" y="36"/>
                      <a:pt x="22" y="34"/>
                    </a:cubicBezTo>
                    <a:cubicBezTo>
                      <a:pt x="24" y="33"/>
                      <a:pt x="25" y="31"/>
                      <a:pt x="27" y="29"/>
                    </a:cubicBezTo>
                    <a:cubicBezTo>
                      <a:pt x="28" y="27"/>
                      <a:pt x="29" y="24"/>
                      <a:pt x="30" y="20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26" y="0"/>
                      <a:pt x="26" y="0"/>
                      <a:pt x="26" y="0"/>
                    </a:cubicBezTo>
                    <a:lnTo>
                      <a:pt x="22" y="2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" name="íšlídè"/>
              <p:cNvSpPr/>
              <p:nvPr/>
            </p:nvSpPr>
            <p:spPr bwMode="auto">
              <a:xfrm>
                <a:off x="7766051" y="3521075"/>
                <a:ext cx="115888" cy="119063"/>
              </a:xfrm>
              <a:custGeom>
                <a:avLst/>
                <a:gdLst>
                  <a:gd name="T0" fmla="*/ 58 w 73"/>
                  <a:gd name="T1" fmla="*/ 0 h 75"/>
                  <a:gd name="T2" fmla="*/ 50 w 73"/>
                  <a:gd name="T3" fmla="*/ 50 h 75"/>
                  <a:gd name="T4" fmla="*/ 29 w 73"/>
                  <a:gd name="T5" fmla="*/ 0 h 75"/>
                  <a:gd name="T6" fmla="*/ 15 w 73"/>
                  <a:gd name="T7" fmla="*/ 0 h 75"/>
                  <a:gd name="T8" fmla="*/ 0 w 73"/>
                  <a:gd name="T9" fmla="*/ 75 h 75"/>
                  <a:gd name="T10" fmla="*/ 13 w 73"/>
                  <a:gd name="T11" fmla="*/ 75 h 75"/>
                  <a:gd name="T12" fmla="*/ 23 w 73"/>
                  <a:gd name="T13" fmla="*/ 25 h 75"/>
                  <a:gd name="T14" fmla="*/ 44 w 73"/>
                  <a:gd name="T15" fmla="*/ 75 h 75"/>
                  <a:gd name="T16" fmla="*/ 58 w 73"/>
                  <a:gd name="T17" fmla="*/ 75 h 75"/>
                  <a:gd name="T18" fmla="*/ 73 w 73"/>
                  <a:gd name="T19" fmla="*/ 0 h 75"/>
                  <a:gd name="T20" fmla="*/ 58 w 73"/>
                  <a:gd name="T21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3" h="75">
                    <a:moveTo>
                      <a:pt x="58" y="0"/>
                    </a:moveTo>
                    <a:lnTo>
                      <a:pt x="50" y="50"/>
                    </a:lnTo>
                    <a:lnTo>
                      <a:pt x="29" y="0"/>
                    </a:lnTo>
                    <a:lnTo>
                      <a:pt x="15" y="0"/>
                    </a:lnTo>
                    <a:lnTo>
                      <a:pt x="0" y="75"/>
                    </a:lnTo>
                    <a:lnTo>
                      <a:pt x="13" y="75"/>
                    </a:lnTo>
                    <a:lnTo>
                      <a:pt x="23" y="25"/>
                    </a:lnTo>
                    <a:lnTo>
                      <a:pt x="44" y="75"/>
                    </a:lnTo>
                    <a:lnTo>
                      <a:pt x="58" y="75"/>
                    </a:lnTo>
                    <a:lnTo>
                      <a:pt x="73" y="0"/>
                    </a:lnTo>
                    <a:lnTo>
                      <a:pt x="5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" name="îṣḻîďe"/>
              <p:cNvSpPr/>
              <p:nvPr/>
            </p:nvSpPr>
            <p:spPr bwMode="auto">
              <a:xfrm>
                <a:off x="7881938" y="3521075"/>
                <a:ext cx="49213" cy="119063"/>
              </a:xfrm>
              <a:custGeom>
                <a:avLst/>
                <a:gdLst>
                  <a:gd name="T0" fmla="*/ 0 w 31"/>
                  <a:gd name="T1" fmla="*/ 75 h 75"/>
                  <a:gd name="T2" fmla="*/ 14 w 31"/>
                  <a:gd name="T3" fmla="*/ 75 h 75"/>
                  <a:gd name="T4" fmla="*/ 31 w 31"/>
                  <a:gd name="T5" fmla="*/ 0 h 75"/>
                  <a:gd name="T6" fmla="*/ 14 w 31"/>
                  <a:gd name="T7" fmla="*/ 0 h 75"/>
                  <a:gd name="T8" fmla="*/ 0 w 31"/>
                  <a:gd name="T9" fmla="*/ 75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75">
                    <a:moveTo>
                      <a:pt x="0" y="75"/>
                    </a:moveTo>
                    <a:lnTo>
                      <a:pt x="14" y="75"/>
                    </a:lnTo>
                    <a:lnTo>
                      <a:pt x="31" y="0"/>
                    </a:lnTo>
                    <a:lnTo>
                      <a:pt x="14" y="0"/>
                    </a:lnTo>
                    <a:lnTo>
                      <a:pt x="0" y="7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" name="íŝḻiḋè"/>
              <p:cNvSpPr/>
              <p:nvPr/>
            </p:nvSpPr>
            <p:spPr bwMode="auto">
              <a:xfrm>
                <a:off x="7940676" y="3521075"/>
                <a:ext cx="109538" cy="119063"/>
              </a:xfrm>
              <a:custGeom>
                <a:avLst/>
                <a:gdLst>
                  <a:gd name="T0" fmla="*/ 54 w 69"/>
                  <a:gd name="T1" fmla="*/ 0 h 75"/>
                  <a:gd name="T2" fmla="*/ 23 w 69"/>
                  <a:gd name="T3" fmla="*/ 57 h 75"/>
                  <a:gd name="T4" fmla="*/ 15 w 69"/>
                  <a:gd name="T5" fmla="*/ 0 h 75"/>
                  <a:gd name="T6" fmla="*/ 0 w 69"/>
                  <a:gd name="T7" fmla="*/ 0 h 75"/>
                  <a:gd name="T8" fmla="*/ 13 w 69"/>
                  <a:gd name="T9" fmla="*/ 75 h 75"/>
                  <a:gd name="T10" fmla="*/ 29 w 69"/>
                  <a:gd name="T11" fmla="*/ 75 h 75"/>
                  <a:gd name="T12" fmla="*/ 69 w 69"/>
                  <a:gd name="T13" fmla="*/ 0 h 75"/>
                  <a:gd name="T14" fmla="*/ 54 w 69"/>
                  <a:gd name="T15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5">
                    <a:moveTo>
                      <a:pt x="54" y="0"/>
                    </a:moveTo>
                    <a:lnTo>
                      <a:pt x="23" y="57"/>
                    </a:lnTo>
                    <a:lnTo>
                      <a:pt x="15" y="0"/>
                    </a:lnTo>
                    <a:lnTo>
                      <a:pt x="0" y="0"/>
                    </a:lnTo>
                    <a:lnTo>
                      <a:pt x="13" y="75"/>
                    </a:lnTo>
                    <a:lnTo>
                      <a:pt x="29" y="75"/>
                    </a:lnTo>
                    <a:lnTo>
                      <a:pt x="69" y="0"/>
                    </a:lnTo>
                    <a:lnTo>
                      <a:pt x="5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" name="î$ḷíďé"/>
              <p:cNvSpPr/>
              <p:nvPr/>
            </p:nvSpPr>
            <p:spPr bwMode="auto">
              <a:xfrm>
                <a:off x="8037513" y="3521075"/>
                <a:ext cx="111125" cy="119063"/>
              </a:xfrm>
              <a:custGeom>
                <a:avLst/>
                <a:gdLst>
                  <a:gd name="T0" fmla="*/ 68 w 70"/>
                  <a:gd name="T1" fmla="*/ 12 h 75"/>
                  <a:gd name="T2" fmla="*/ 70 w 70"/>
                  <a:gd name="T3" fmla="*/ 0 h 75"/>
                  <a:gd name="T4" fmla="*/ 16 w 70"/>
                  <a:gd name="T5" fmla="*/ 0 h 75"/>
                  <a:gd name="T6" fmla="*/ 0 w 70"/>
                  <a:gd name="T7" fmla="*/ 75 h 75"/>
                  <a:gd name="T8" fmla="*/ 58 w 70"/>
                  <a:gd name="T9" fmla="*/ 75 h 75"/>
                  <a:gd name="T10" fmla="*/ 60 w 70"/>
                  <a:gd name="T11" fmla="*/ 63 h 75"/>
                  <a:gd name="T12" fmla="*/ 16 w 70"/>
                  <a:gd name="T13" fmla="*/ 63 h 75"/>
                  <a:gd name="T14" fmla="*/ 22 w 70"/>
                  <a:gd name="T15" fmla="*/ 42 h 75"/>
                  <a:gd name="T16" fmla="*/ 60 w 70"/>
                  <a:gd name="T17" fmla="*/ 42 h 75"/>
                  <a:gd name="T18" fmla="*/ 62 w 70"/>
                  <a:gd name="T19" fmla="*/ 29 h 75"/>
                  <a:gd name="T20" fmla="*/ 24 w 70"/>
                  <a:gd name="T21" fmla="*/ 29 h 75"/>
                  <a:gd name="T22" fmla="*/ 29 w 70"/>
                  <a:gd name="T23" fmla="*/ 12 h 75"/>
                  <a:gd name="T24" fmla="*/ 68 w 70"/>
                  <a:gd name="T25" fmla="*/ 12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0" h="75">
                    <a:moveTo>
                      <a:pt x="68" y="12"/>
                    </a:moveTo>
                    <a:lnTo>
                      <a:pt x="70" y="0"/>
                    </a:lnTo>
                    <a:lnTo>
                      <a:pt x="16" y="0"/>
                    </a:lnTo>
                    <a:lnTo>
                      <a:pt x="0" y="75"/>
                    </a:lnTo>
                    <a:lnTo>
                      <a:pt x="58" y="75"/>
                    </a:lnTo>
                    <a:lnTo>
                      <a:pt x="60" y="63"/>
                    </a:lnTo>
                    <a:lnTo>
                      <a:pt x="16" y="63"/>
                    </a:lnTo>
                    <a:lnTo>
                      <a:pt x="22" y="42"/>
                    </a:lnTo>
                    <a:lnTo>
                      <a:pt x="60" y="42"/>
                    </a:lnTo>
                    <a:lnTo>
                      <a:pt x="62" y="29"/>
                    </a:lnTo>
                    <a:lnTo>
                      <a:pt x="24" y="29"/>
                    </a:lnTo>
                    <a:lnTo>
                      <a:pt x="29" y="12"/>
                    </a:lnTo>
                    <a:lnTo>
                      <a:pt x="68" y="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" name="îṡlîďe"/>
              <p:cNvSpPr/>
              <p:nvPr/>
            </p:nvSpPr>
            <p:spPr bwMode="auto">
              <a:xfrm>
                <a:off x="8145463" y="3521075"/>
                <a:ext cx="115888" cy="119063"/>
              </a:xfrm>
              <a:custGeom>
                <a:avLst/>
                <a:gdLst>
                  <a:gd name="T0" fmla="*/ 30 w 35"/>
                  <a:gd name="T1" fmla="*/ 1 h 36"/>
                  <a:gd name="T2" fmla="*/ 24 w 35"/>
                  <a:gd name="T3" fmla="*/ 0 h 36"/>
                  <a:gd name="T4" fmla="*/ 8 w 35"/>
                  <a:gd name="T5" fmla="*/ 0 h 36"/>
                  <a:gd name="T6" fmla="*/ 0 w 35"/>
                  <a:gd name="T7" fmla="*/ 36 h 36"/>
                  <a:gd name="T8" fmla="*/ 8 w 35"/>
                  <a:gd name="T9" fmla="*/ 36 h 36"/>
                  <a:gd name="T10" fmla="*/ 11 w 35"/>
                  <a:gd name="T11" fmla="*/ 21 h 36"/>
                  <a:gd name="T12" fmla="*/ 14 w 35"/>
                  <a:gd name="T13" fmla="*/ 21 h 36"/>
                  <a:gd name="T14" fmla="*/ 17 w 35"/>
                  <a:gd name="T15" fmla="*/ 22 h 36"/>
                  <a:gd name="T16" fmla="*/ 21 w 35"/>
                  <a:gd name="T17" fmla="*/ 26 h 36"/>
                  <a:gd name="T18" fmla="*/ 24 w 35"/>
                  <a:gd name="T19" fmla="*/ 36 h 36"/>
                  <a:gd name="T20" fmla="*/ 32 w 35"/>
                  <a:gd name="T21" fmla="*/ 36 h 36"/>
                  <a:gd name="T22" fmla="*/ 27 w 35"/>
                  <a:gd name="T23" fmla="*/ 24 h 36"/>
                  <a:gd name="T24" fmla="*/ 24 w 35"/>
                  <a:gd name="T25" fmla="*/ 21 h 36"/>
                  <a:gd name="T26" fmla="*/ 32 w 35"/>
                  <a:gd name="T27" fmla="*/ 17 h 36"/>
                  <a:gd name="T28" fmla="*/ 35 w 35"/>
                  <a:gd name="T29" fmla="*/ 9 h 36"/>
                  <a:gd name="T30" fmla="*/ 34 w 35"/>
                  <a:gd name="T31" fmla="*/ 4 h 36"/>
                  <a:gd name="T32" fmla="*/ 30 w 35"/>
                  <a:gd name="T33" fmla="*/ 1 h 36"/>
                  <a:gd name="T34" fmla="*/ 27 w 35"/>
                  <a:gd name="T35" fmla="*/ 13 h 36"/>
                  <a:gd name="T36" fmla="*/ 24 w 35"/>
                  <a:gd name="T37" fmla="*/ 15 h 36"/>
                  <a:gd name="T38" fmla="*/ 16 w 35"/>
                  <a:gd name="T39" fmla="*/ 16 h 36"/>
                  <a:gd name="T40" fmla="*/ 12 w 35"/>
                  <a:gd name="T41" fmla="*/ 16 h 36"/>
                  <a:gd name="T42" fmla="*/ 14 w 35"/>
                  <a:gd name="T43" fmla="*/ 6 h 36"/>
                  <a:gd name="T44" fmla="*/ 22 w 35"/>
                  <a:gd name="T45" fmla="*/ 6 h 36"/>
                  <a:gd name="T46" fmla="*/ 26 w 35"/>
                  <a:gd name="T47" fmla="*/ 7 h 36"/>
                  <a:gd name="T48" fmla="*/ 28 w 35"/>
                  <a:gd name="T49" fmla="*/ 10 h 36"/>
                  <a:gd name="T50" fmla="*/ 27 w 35"/>
                  <a:gd name="T51" fmla="*/ 1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35" h="36">
                    <a:moveTo>
                      <a:pt x="30" y="1"/>
                    </a:moveTo>
                    <a:cubicBezTo>
                      <a:pt x="28" y="0"/>
                      <a:pt x="26" y="0"/>
                      <a:pt x="24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8" y="36"/>
                      <a:pt x="8" y="36"/>
                      <a:pt x="8" y="36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5" y="21"/>
                      <a:pt x="17" y="21"/>
                      <a:pt x="17" y="22"/>
                    </a:cubicBezTo>
                    <a:cubicBezTo>
                      <a:pt x="18" y="22"/>
                      <a:pt x="20" y="24"/>
                      <a:pt x="21" y="26"/>
                    </a:cubicBezTo>
                    <a:cubicBezTo>
                      <a:pt x="22" y="31"/>
                      <a:pt x="24" y="34"/>
                      <a:pt x="24" y="36"/>
                    </a:cubicBezTo>
                    <a:cubicBezTo>
                      <a:pt x="32" y="36"/>
                      <a:pt x="32" y="36"/>
                      <a:pt x="32" y="36"/>
                    </a:cubicBezTo>
                    <a:cubicBezTo>
                      <a:pt x="30" y="31"/>
                      <a:pt x="28" y="27"/>
                      <a:pt x="27" y="24"/>
                    </a:cubicBezTo>
                    <a:cubicBezTo>
                      <a:pt x="26" y="23"/>
                      <a:pt x="25" y="21"/>
                      <a:pt x="24" y="21"/>
                    </a:cubicBezTo>
                    <a:cubicBezTo>
                      <a:pt x="28" y="20"/>
                      <a:pt x="30" y="19"/>
                      <a:pt x="32" y="17"/>
                    </a:cubicBezTo>
                    <a:cubicBezTo>
                      <a:pt x="34" y="15"/>
                      <a:pt x="35" y="13"/>
                      <a:pt x="35" y="9"/>
                    </a:cubicBezTo>
                    <a:cubicBezTo>
                      <a:pt x="35" y="7"/>
                      <a:pt x="34" y="6"/>
                      <a:pt x="34" y="4"/>
                    </a:cubicBezTo>
                    <a:cubicBezTo>
                      <a:pt x="33" y="3"/>
                      <a:pt x="31" y="2"/>
                      <a:pt x="30" y="1"/>
                    </a:cubicBezTo>
                    <a:close/>
                    <a:moveTo>
                      <a:pt x="27" y="13"/>
                    </a:moveTo>
                    <a:cubicBezTo>
                      <a:pt x="26" y="14"/>
                      <a:pt x="25" y="14"/>
                      <a:pt x="24" y="15"/>
                    </a:cubicBezTo>
                    <a:cubicBezTo>
                      <a:pt x="22" y="15"/>
                      <a:pt x="20" y="16"/>
                      <a:pt x="16" y="16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22" y="6"/>
                      <a:pt x="22" y="6"/>
                      <a:pt x="22" y="6"/>
                    </a:cubicBezTo>
                    <a:cubicBezTo>
                      <a:pt x="24" y="6"/>
                      <a:pt x="25" y="6"/>
                      <a:pt x="26" y="7"/>
                    </a:cubicBezTo>
                    <a:cubicBezTo>
                      <a:pt x="27" y="7"/>
                      <a:pt x="28" y="8"/>
                      <a:pt x="28" y="10"/>
                    </a:cubicBezTo>
                    <a:cubicBezTo>
                      <a:pt x="28" y="11"/>
                      <a:pt x="27" y="12"/>
                      <a:pt x="27" y="1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" name="ïşľîḍé"/>
              <p:cNvSpPr/>
              <p:nvPr/>
            </p:nvSpPr>
            <p:spPr bwMode="auto">
              <a:xfrm>
                <a:off x="8267701" y="3521075"/>
                <a:ext cx="98425" cy="119063"/>
              </a:xfrm>
              <a:custGeom>
                <a:avLst/>
                <a:gdLst>
                  <a:gd name="T0" fmla="*/ 17 w 30"/>
                  <a:gd name="T1" fmla="*/ 5 h 36"/>
                  <a:gd name="T2" fmla="*/ 22 w 30"/>
                  <a:gd name="T3" fmla="*/ 7 h 36"/>
                  <a:gd name="T4" fmla="*/ 23 w 30"/>
                  <a:gd name="T5" fmla="*/ 11 h 36"/>
                  <a:gd name="T6" fmla="*/ 30 w 30"/>
                  <a:gd name="T7" fmla="*/ 10 h 36"/>
                  <a:gd name="T8" fmla="*/ 27 w 30"/>
                  <a:gd name="T9" fmla="*/ 3 h 36"/>
                  <a:gd name="T10" fmla="*/ 17 w 30"/>
                  <a:gd name="T11" fmla="*/ 0 h 36"/>
                  <a:gd name="T12" fmla="*/ 8 w 30"/>
                  <a:gd name="T13" fmla="*/ 3 h 36"/>
                  <a:gd name="T14" fmla="*/ 4 w 30"/>
                  <a:gd name="T15" fmla="*/ 10 h 36"/>
                  <a:gd name="T16" fmla="*/ 6 w 30"/>
                  <a:gd name="T17" fmla="*/ 14 h 36"/>
                  <a:gd name="T18" fmla="*/ 8 w 30"/>
                  <a:gd name="T19" fmla="*/ 18 h 36"/>
                  <a:gd name="T20" fmla="*/ 15 w 30"/>
                  <a:gd name="T21" fmla="*/ 21 h 36"/>
                  <a:gd name="T22" fmla="*/ 20 w 30"/>
                  <a:gd name="T23" fmla="*/ 23 h 36"/>
                  <a:gd name="T24" fmla="*/ 21 w 30"/>
                  <a:gd name="T25" fmla="*/ 26 h 36"/>
                  <a:gd name="T26" fmla="*/ 19 w 30"/>
                  <a:gd name="T27" fmla="*/ 29 h 36"/>
                  <a:gd name="T28" fmla="*/ 14 w 30"/>
                  <a:gd name="T29" fmla="*/ 30 h 36"/>
                  <a:gd name="T30" fmla="*/ 8 w 30"/>
                  <a:gd name="T31" fmla="*/ 28 h 36"/>
                  <a:gd name="T32" fmla="*/ 7 w 30"/>
                  <a:gd name="T33" fmla="*/ 24 h 36"/>
                  <a:gd name="T34" fmla="*/ 0 w 30"/>
                  <a:gd name="T35" fmla="*/ 24 h 36"/>
                  <a:gd name="T36" fmla="*/ 1 w 30"/>
                  <a:gd name="T37" fmla="*/ 30 h 36"/>
                  <a:gd name="T38" fmla="*/ 6 w 30"/>
                  <a:gd name="T39" fmla="*/ 35 h 36"/>
                  <a:gd name="T40" fmla="*/ 14 w 30"/>
                  <a:gd name="T41" fmla="*/ 36 h 36"/>
                  <a:gd name="T42" fmla="*/ 24 w 30"/>
                  <a:gd name="T43" fmla="*/ 33 h 36"/>
                  <a:gd name="T44" fmla="*/ 28 w 30"/>
                  <a:gd name="T45" fmla="*/ 25 h 36"/>
                  <a:gd name="T46" fmla="*/ 26 w 30"/>
                  <a:gd name="T47" fmla="*/ 19 h 36"/>
                  <a:gd name="T48" fmla="*/ 18 w 30"/>
                  <a:gd name="T49" fmla="*/ 14 h 36"/>
                  <a:gd name="T50" fmla="*/ 13 w 30"/>
                  <a:gd name="T51" fmla="*/ 12 h 36"/>
                  <a:gd name="T52" fmla="*/ 11 w 30"/>
                  <a:gd name="T53" fmla="*/ 9 h 36"/>
                  <a:gd name="T54" fmla="*/ 13 w 30"/>
                  <a:gd name="T55" fmla="*/ 6 h 36"/>
                  <a:gd name="T56" fmla="*/ 17 w 30"/>
                  <a:gd name="T57" fmla="*/ 5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30" h="36">
                    <a:moveTo>
                      <a:pt x="17" y="5"/>
                    </a:moveTo>
                    <a:cubicBezTo>
                      <a:pt x="19" y="5"/>
                      <a:pt x="21" y="6"/>
                      <a:pt x="22" y="7"/>
                    </a:cubicBezTo>
                    <a:cubicBezTo>
                      <a:pt x="23" y="8"/>
                      <a:pt x="23" y="9"/>
                      <a:pt x="23" y="11"/>
                    </a:cubicBezTo>
                    <a:cubicBezTo>
                      <a:pt x="30" y="10"/>
                      <a:pt x="30" y="10"/>
                      <a:pt x="30" y="10"/>
                    </a:cubicBezTo>
                    <a:cubicBezTo>
                      <a:pt x="30" y="7"/>
                      <a:pt x="29" y="4"/>
                      <a:pt x="27" y="3"/>
                    </a:cubicBezTo>
                    <a:cubicBezTo>
                      <a:pt x="24" y="1"/>
                      <a:pt x="21" y="0"/>
                      <a:pt x="17" y="0"/>
                    </a:cubicBezTo>
                    <a:cubicBezTo>
                      <a:pt x="13" y="0"/>
                      <a:pt x="10" y="1"/>
                      <a:pt x="8" y="3"/>
                    </a:cubicBezTo>
                    <a:cubicBezTo>
                      <a:pt x="5" y="5"/>
                      <a:pt x="4" y="7"/>
                      <a:pt x="4" y="10"/>
                    </a:cubicBezTo>
                    <a:cubicBezTo>
                      <a:pt x="4" y="12"/>
                      <a:pt x="5" y="13"/>
                      <a:pt x="6" y="14"/>
                    </a:cubicBezTo>
                    <a:cubicBezTo>
                      <a:pt x="6" y="16"/>
                      <a:pt x="7" y="17"/>
                      <a:pt x="8" y="18"/>
                    </a:cubicBezTo>
                    <a:cubicBezTo>
                      <a:pt x="10" y="18"/>
                      <a:pt x="12" y="19"/>
                      <a:pt x="15" y="21"/>
                    </a:cubicBezTo>
                    <a:cubicBezTo>
                      <a:pt x="17" y="22"/>
                      <a:pt x="19" y="23"/>
                      <a:pt x="20" y="23"/>
                    </a:cubicBezTo>
                    <a:cubicBezTo>
                      <a:pt x="20" y="24"/>
                      <a:pt x="21" y="25"/>
                      <a:pt x="21" y="26"/>
                    </a:cubicBezTo>
                    <a:cubicBezTo>
                      <a:pt x="21" y="27"/>
                      <a:pt x="20" y="28"/>
                      <a:pt x="19" y="29"/>
                    </a:cubicBezTo>
                    <a:cubicBezTo>
                      <a:pt x="18" y="30"/>
                      <a:pt x="16" y="30"/>
                      <a:pt x="14" y="30"/>
                    </a:cubicBezTo>
                    <a:cubicBezTo>
                      <a:pt x="11" y="30"/>
                      <a:pt x="9" y="30"/>
                      <a:pt x="8" y="28"/>
                    </a:cubicBezTo>
                    <a:cubicBezTo>
                      <a:pt x="8" y="28"/>
                      <a:pt x="7" y="26"/>
                      <a:pt x="7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27"/>
                      <a:pt x="0" y="29"/>
                      <a:pt x="1" y="30"/>
                    </a:cubicBezTo>
                    <a:cubicBezTo>
                      <a:pt x="2" y="32"/>
                      <a:pt x="4" y="34"/>
                      <a:pt x="6" y="35"/>
                    </a:cubicBezTo>
                    <a:cubicBezTo>
                      <a:pt x="8" y="36"/>
                      <a:pt x="11" y="36"/>
                      <a:pt x="14" y="36"/>
                    </a:cubicBezTo>
                    <a:cubicBezTo>
                      <a:pt x="18" y="36"/>
                      <a:pt x="22" y="35"/>
                      <a:pt x="24" y="33"/>
                    </a:cubicBezTo>
                    <a:cubicBezTo>
                      <a:pt x="27" y="31"/>
                      <a:pt x="28" y="28"/>
                      <a:pt x="28" y="25"/>
                    </a:cubicBezTo>
                    <a:cubicBezTo>
                      <a:pt x="28" y="22"/>
                      <a:pt x="27" y="20"/>
                      <a:pt x="26" y="19"/>
                    </a:cubicBezTo>
                    <a:cubicBezTo>
                      <a:pt x="25" y="18"/>
                      <a:pt x="22" y="16"/>
                      <a:pt x="18" y="14"/>
                    </a:cubicBezTo>
                    <a:cubicBezTo>
                      <a:pt x="15" y="13"/>
                      <a:pt x="13" y="12"/>
                      <a:pt x="13" y="12"/>
                    </a:cubicBezTo>
                    <a:cubicBezTo>
                      <a:pt x="12" y="11"/>
                      <a:pt x="11" y="10"/>
                      <a:pt x="11" y="9"/>
                    </a:cubicBezTo>
                    <a:cubicBezTo>
                      <a:pt x="11" y="8"/>
                      <a:pt x="12" y="7"/>
                      <a:pt x="13" y="6"/>
                    </a:cubicBezTo>
                    <a:cubicBezTo>
                      <a:pt x="14" y="6"/>
                      <a:pt x="15" y="5"/>
                      <a:pt x="17" y="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2" name="îṩľîďe"/>
              <p:cNvSpPr/>
              <p:nvPr/>
            </p:nvSpPr>
            <p:spPr bwMode="auto">
              <a:xfrm>
                <a:off x="8374063" y="3521075"/>
                <a:ext cx="46038" cy="119063"/>
              </a:xfrm>
              <a:custGeom>
                <a:avLst/>
                <a:gdLst>
                  <a:gd name="T0" fmla="*/ 0 w 29"/>
                  <a:gd name="T1" fmla="*/ 75 h 75"/>
                  <a:gd name="T2" fmla="*/ 14 w 29"/>
                  <a:gd name="T3" fmla="*/ 75 h 75"/>
                  <a:gd name="T4" fmla="*/ 29 w 29"/>
                  <a:gd name="T5" fmla="*/ 0 h 75"/>
                  <a:gd name="T6" fmla="*/ 14 w 29"/>
                  <a:gd name="T7" fmla="*/ 0 h 75"/>
                  <a:gd name="T8" fmla="*/ 0 w 29"/>
                  <a:gd name="T9" fmla="*/ 75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75">
                    <a:moveTo>
                      <a:pt x="0" y="75"/>
                    </a:moveTo>
                    <a:lnTo>
                      <a:pt x="14" y="75"/>
                    </a:lnTo>
                    <a:lnTo>
                      <a:pt x="29" y="0"/>
                    </a:lnTo>
                    <a:lnTo>
                      <a:pt x="14" y="0"/>
                    </a:lnTo>
                    <a:lnTo>
                      <a:pt x="0" y="7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3" name="iS1idè"/>
              <p:cNvSpPr/>
              <p:nvPr/>
            </p:nvSpPr>
            <p:spPr bwMode="auto">
              <a:xfrm>
                <a:off x="8432801" y="3521075"/>
                <a:ext cx="95250" cy="119063"/>
              </a:xfrm>
              <a:custGeom>
                <a:avLst/>
                <a:gdLst>
                  <a:gd name="T0" fmla="*/ 0 w 60"/>
                  <a:gd name="T1" fmla="*/ 12 h 75"/>
                  <a:gd name="T2" fmla="*/ 21 w 60"/>
                  <a:gd name="T3" fmla="*/ 12 h 75"/>
                  <a:gd name="T4" fmla="*/ 8 w 60"/>
                  <a:gd name="T5" fmla="*/ 75 h 75"/>
                  <a:gd name="T6" fmla="*/ 23 w 60"/>
                  <a:gd name="T7" fmla="*/ 75 h 75"/>
                  <a:gd name="T8" fmla="*/ 35 w 60"/>
                  <a:gd name="T9" fmla="*/ 12 h 75"/>
                  <a:gd name="T10" fmla="*/ 58 w 60"/>
                  <a:gd name="T11" fmla="*/ 12 h 75"/>
                  <a:gd name="T12" fmla="*/ 60 w 60"/>
                  <a:gd name="T13" fmla="*/ 0 h 75"/>
                  <a:gd name="T14" fmla="*/ 2 w 60"/>
                  <a:gd name="T15" fmla="*/ 0 h 75"/>
                  <a:gd name="T16" fmla="*/ 0 w 60"/>
                  <a:gd name="T17" fmla="*/ 12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0" h="75">
                    <a:moveTo>
                      <a:pt x="0" y="12"/>
                    </a:moveTo>
                    <a:lnTo>
                      <a:pt x="21" y="12"/>
                    </a:lnTo>
                    <a:lnTo>
                      <a:pt x="8" y="75"/>
                    </a:lnTo>
                    <a:lnTo>
                      <a:pt x="23" y="75"/>
                    </a:lnTo>
                    <a:lnTo>
                      <a:pt x="35" y="12"/>
                    </a:lnTo>
                    <a:lnTo>
                      <a:pt x="58" y="12"/>
                    </a:lnTo>
                    <a:lnTo>
                      <a:pt x="60" y="0"/>
                    </a:lnTo>
                    <a:lnTo>
                      <a:pt x="2" y="0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4" name="iṣḷîḋe"/>
              <p:cNvSpPr/>
              <p:nvPr/>
            </p:nvSpPr>
            <p:spPr bwMode="auto">
              <a:xfrm>
                <a:off x="8531226" y="3521075"/>
                <a:ext cx="109538" cy="119063"/>
              </a:xfrm>
              <a:custGeom>
                <a:avLst/>
                <a:gdLst>
                  <a:gd name="T0" fmla="*/ 25 w 33"/>
                  <a:gd name="T1" fmla="*/ 0 h 36"/>
                  <a:gd name="T2" fmla="*/ 19 w 33"/>
                  <a:gd name="T3" fmla="*/ 7 h 36"/>
                  <a:gd name="T4" fmla="*/ 16 w 33"/>
                  <a:gd name="T5" fmla="*/ 12 h 36"/>
                  <a:gd name="T6" fmla="*/ 14 w 33"/>
                  <a:gd name="T7" fmla="*/ 15 h 36"/>
                  <a:gd name="T8" fmla="*/ 12 w 33"/>
                  <a:gd name="T9" fmla="*/ 10 h 36"/>
                  <a:gd name="T10" fmla="*/ 8 w 33"/>
                  <a:gd name="T11" fmla="*/ 0 h 36"/>
                  <a:gd name="T12" fmla="*/ 0 w 33"/>
                  <a:gd name="T13" fmla="*/ 0 h 36"/>
                  <a:gd name="T14" fmla="*/ 10 w 33"/>
                  <a:gd name="T15" fmla="*/ 22 h 36"/>
                  <a:gd name="T16" fmla="*/ 7 w 33"/>
                  <a:gd name="T17" fmla="*/ 36 h 36"/>
                  <a:gd name="T18" fmla="*/ 14 w 33"/>
                  <a:gd name="T19" fmla="*/ 36 h 36"/>
                  <a:gd name="T20" fmla="*/ 17 w 33"/>
                  <a:gd name="T21" fmla="*/ 23 h 36"/>
                  <a:gd name="T22" fmla="*/ 33 w 33"/>
                  <a:gd name="T23" fmla="*/ 0 h 36"/>
                  <a:gd name="T24" fmla="*/ 25 w 33"/>
                  <a:gd name="T25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3" h="36">
                    <a:moveTo>
                      <a:pt x="25" y="0"/>
                    </a:moveTo>
                    <a:cubicBezTo>
                      <a:pt x="19" y="7"/>
                      <a:pt x="19" y="7"/>
                      <a:pt x="19" y="7"/>
                    </a:cubicBezTo>
                    <a:cubicBezTo>
                      <a:pt x="16" y="12"/>
                      <a:pt x="16" y="12"/>
                      <a:pt x="16" y="12"/>
                    </a:cubicBezTo>
                    <a:cubicBezTo>
                      <a:pt x="15" y="13"/>
                      <a:pt x="15" y="14"/>
                      <a:pt x="14" y="15"/>
                    </a:cubicBezTo>
                    <a:cubicBezTo>
                      <a:pt x="14" y="14"/>
                      <a:pt x="13" y="13"/>
                      <a:pt x="12" y="1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0" y="22"/>
                      <a:pt x="10" y="22"/>
                      <a:pt x="10" y="22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33" y="0"/>
                      <a:pt x="33" y="0"/>
                      <a:pt x="33" y="0"/>
                    </a:cubicBez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结尾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副标题 2"/>
          <p:cNvSpPr>
            <a:spLocks noGrp="1"/>
          </p:cNvSpPr>
          <p:nvPr>
            <p:ph type="subTitle" idx="1"/>
          </p:nvPr>
        </p:nvSpPr>
        <p:spPr>
          <a:xfrm>
            <a:off x="803275" y="3658405"/>
            <a:ext cx="5292725" cy="508452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 algn="dist">
              <a:lnSpc>
                <a:spcPct val="120000"/>
              </a:lnSpc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12" name="文本占位符 111"/>
          <p:cNvSpPr>
            <a:spLocks noGrp="1"/>
          </p:cNvSpPr>
          <p:nvPr>
            <p:ph type="body" sz="quarter" idx="14"/>
          </p:nvPr>
        </p:nvSpPr>
        <p:spPr>
          <a:xfrm>
            <a:off x="803275" y="1130300"/>
            <a:ext cx="5292726" cy="2501900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 algn="dist">
              <a:buNone/>
              <a:defRPr sz="4400" b="1">
                <a:solidFill>
                  <a:schemeClr val="accent2"/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  <p:sp>
        <p:nvSpPr>
          <p:cNvPr id="113" name="日期占位符 3"/>
          <p:cNvSpPr txBox="1"/>
          <p:nvPr userDrawn="1"/>
        </p:nvSpPr>
        <p:spPr>
          <a:xfrm>
            <a:off x="803274" y="6235699"/>
            <a:ext cx="29210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自强、弘毅、求是、拓新</a:t>
            </a:r>
          </a:p>
        </p:txBody>
      </p:sp>
      <p:grpSp>
        <p:nvGrpSpPr>
          <p:cNvPr id="115" name="组合 114"/>
          <p:cNvGrpSpPr/>
          <p:nvPr userDrawn="1"/>
        </p:nvGrpSpPr>
        <p:grpSpPr>
          <a:xfrm>
            <a:off x="817123" y="468793"/>
            <a:ext cx="1480571" cy="458860"/>
            <a:chOff x="2558030" y="228446"/>
            <a:chExt cx="6774643" cy="2099603"/>
          </a:xfrm>
        </p:grpSpPr>
        <p:grpSp>
          <p:nvGrpSpPr>
            <p:cNvPr id="116" name="íšḻîďê"/>
            <p:cNvGrpSpPr/>
            <p:nvPr userDrawn="1"/>
          </p:nvGrpSpPr>
          <p:grpSpPr>
            <a:xfrm>
              <a:off x="2558030" y="228446"/>
              <a:ext cx="2085857" cy="2099603"/>
              <a:chOff x="3551238" y="3067050"/>
              <a:chExt cx="722313" cy="727075"/>
            </a:xfrm>
          </p:grpSpPr>
          <p:sp>
            <p:nvSpPr>
              <p:cNvPr id="146" name="ïş1íḍê"/>
              <p:cNvSpPr/>
              <p:nvPr/>
            </p:nvSpPr>
            <p:spPr bwMode="auto">
              <a:xfrm>
                <a:off x="3575051" y="3087688"/>
                <a:ext cx="673100" cy="679450"/>
              </a:xfrm>
              <a:custGeom>
                <a:avLst/>
                <a:gdLst>
                  <a:gd name="T0" fmla="*/ 102 w 204"/>
                  <a:gd name="T1" fmla="*/ 0 h 204"/>
                  <a:gd name="T2" fmla="*/ 204 w 204"/>
                  <a:gd name="T3" fmla="*/ 102 h 204"/>
                  <a:gd name="T4" fmla="*/ 102 w 204"/>
                  <a:gd name="T5" fmla="*/ 204 h 204"/>
                  <a:gd name="T6" fmla="*/ 0 w 204"/>
                  <a:gd name="T7" fmla="*/ 102 h 204"/>
                  <a:gd name="T8" fmla="*/ 102 w 204"/>
                  <a:gd name="T9" fmla="*/ 0 h 204"/>
                  <a:gd name="T10" fmla="*/ 102 w 204"/>
                  <a:gd name="T11" fmla="*/ 25 h 204"/>
                  <a:gd name="T12" fmla="*/ 24 w 204"/>
                  <a:gd name="T13" fmla="*/ 103 h 204"/>
                  <a:gd name="T14" fmla="*/ 102 w 204"/>
                  <a:gd name="T15" fmla="*/ 181 h 204"/>
                  <a:gd name="T16" fmla="*/ 180 w 204"/>
                  <a:gd name="T17" fmla="*/ 103 h 204"/>
                  <a:gd name="T18" fmla="*/ 102 w 204"/>
                  <a:gd name="T19" fmla="*/ 25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4" h="204">
                    <a:moveTo>
                      <a:pt x="102" y="0"/>
                    </a:moveTo>
                    <a:cubicBezTo>
                      <a:pt x="159" y="0"/>
                      <a:pt x="204" y="46"/>
                      <a:pt x="204" y="102"/>
                    </a:cubicBezTo>
                    <a:cubicBezTo>
                      <a:pt x="204" y="158"/>
                      <a:pt x="159" y="204"/>
                      <a:pt x="102" y="204"/>
                    </a:cubicBezTo>
                    <a:cubicBezTo>
                      <a:pt x="46" y="204"/>
                      <a:pt x="0" y="158"/>
                      <a:pt x="0" y="102"/>
                    </a:cubicBezTo>
                    <a:cubicBezTo>
                      <a:pt x="0" y="46"/>
                      <a:pt x="46" y="0"/>
                      <a:pt x="102" y="0"/>
                    </a:cubicBezTo>
                    <a:close/>
                    <a:moveTo>
                      <a:pt x="102" y="25"/>
                    </a:moveTo>
                    <a:cubicBezTo>
                      <a:pt x="59" y="25"/>
                      <a:pt x="24" y="60"/>
                      <a:pt x="24" y="103"/>
                    </a:cubicBezTo>
                    <a:cubicBezTo>
                      <a:pt x="24" y="146"/>
                      <a:pt x="59" y="181"/>
                      <a:pt x="102" y="181"/>
                    </a:cubicBezTo>
                    <a:cubicBezTo>
                      <a:pt x="145" y="181"/>
                      <a:pt x="180" y="146"/>
                      <a:pt x="180" y="103"/>
                    </a:cubicBezTo>
                    <a:cubicBezTo>
                      <a:pt x="180" y="60"/>
                      <a:pt x="145" y="25"/>
                      <a:pt x="102" y="25"/>
                    </a:cubicBezTo>
                    <a:close/>
                  </a:path>
                </a:pathLst>
              </a:custGeom>
              <a:solidFill>
                <a:srgbClr val="0052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7" name="íšḻïḍè"/>
              <p:cNvSpPr/>
              <p:nvPr/>
            </p:nvSpPr>
            <p:spPr bwMode="auto">
              <a:xfrm>
                <a:off x="3621088" y="3103563"/>
                <a:ext cx="584200" cy="203200"/>
              </a:xfrm>
              <a:custGeom>
                <a:avLst/>
                <a:gdLst>
                  <a:gd name="T0" fmla="*/ 8 w 177"/>
                  <a:gd name="T1" fmla="*/ 53 h 61"/>
                  <a:gd name="T2" fmla="*/ 0 w 177"/>
                  <a:gd name="T3" fmla="*/ 56 h 61"/>
                  <a:gd name="T4" fmla="*/ 5 w 177"/>
                  <a:gd name="T5" fmla="*/ 52 h 61"/>
                  <a:gd name="T6" fmla="*/ 4 w 177"/>
                  <a:gd name="T7" fmla="*/ 50 h 61"/>
                  <a:gd name="T8" fmla="*/ 5 w 177"/>
                  <a:gd name="T9" fmla="*/ 48 h 61"/>
                  <a:gd name="T10" fmla="*/ 10 w 177"/>
                  <a:gd name="T11" fmla="*/ 41 h 61"/>
                  <a:gd name="T12" fmla="*/ 17 w 177"/>
                  <a:gd name="T13" fmla="*/ 50 h 61"/>
                  <a:gd name="T14" fmla="*/ 14 w 177"/>
                  <a:gd name="T15" fmla="*/ 35 h 61"/>
                  <a:gd name="T16" fmla="*/ 23 w 177"/>
                  <a:gd name="T17" fmla="*/ 46 h 61"/>
                  <a:gd name="T18" fmla="*/ 31 w 177"/>
                  <a:gd name="T19" fmla="*/ 38 h 61"/>
                  <a:gd name="T20" fmla="*/ 29 w 177"/>
                  <a:gd name="T21" fmla="*/ 40 h 61"/>
                  <a:gd name="T22" fmla="*/ 18 w 177"/>
                  <a:gd name="T23" fmla="*/ 32 h 61"/>
                  <a:gd name="T24" fmla="*/ 19 w 177"/>
                  <a:gd name="T25" fmla="*/ 30 h 61"/>
                  <a:gd name="T26" fmla="*/ 21 w 177"/>
                  <a:gd name="T27" fmla="*/ 27 h 61"/>
                  <a:gd name="T28" fmla="*/ 41 w 177"/>
                  <a:gd name="T29" fmla="*/ 29 h 61"/>
                  <a:gd name="T30" fmla="*/ 43 w 177"/>
                  <a:gd name="T31" fmla="*/ 29 h 61"/>
                  <a:gd name="T32" fmla="*/ 35 w 177"/>
                  <a:gd name="T33" fmla="*/ 35 h 61"/>
                  <a:gd name="T34" fmla="*/ 31 w 177"/>
                  <a:gd name="T35" fmla="*/ 21 h 61"/>
                  <a:gd name="T36" fmla="*/ 46 w 177"/>
                  <a:gd name="T37" fmla="*/ 11 h 61"/>
                  <a:gd name="T38" fmla="*/ 47 w 177"/>
                  <a:gd name="T39" fmla="*/ 11 h 61"/>
                  <a:gd name="T40" fmla="*/ 47 w 177"/>
                  <a:gd name="T41" fmla="*/ 26 h 61"/>
                  <a:gd name="T42" fmla="*/ 39 w 177"/>
                  <a:gd name="T43" fmla="*/ 15 h 61"/>
                  <a:gd name="T44" fmla="*/ 72 w 177"/>
                  <a:gd name="T45" fmla="*/ 16 h 61"/>
                  <a:gd name="T46" fmla="*/ 71 w 177"/>
                  <a:gd name="T47" fmla="*/ 2 h 61"/>
                  <a:gd name="T48" fmla="*/ 65 w 177"/>
                  <a:gd name="T49" fmla="*/ 15 h 61"/>
                  <a:gd name="T50" fmla="*/ 64 w 177"/>
                  <a:gd name="T51" fmla="*/ 4 h 61"/>
                  <a:gd name="T52" fmla="*/ 84 w 177"/>
                  <a:gd name="T53" fmla="*/ 1 h 61"/>
                  <a:gd name="T54" fmla="*/ 84 w 177"/>
                  <a:gd name="T55" fmla="*/ 1 h 61"/>
                  <a:gd name="T56" fmla="*/ 78 w 177"/>
                  <a:gd name="T57" fmla="*/ 16 h 61"/>
                  <a:gd name="T58" fmla="*/ 77 w 177"/>
                  <a:gd name="T59" fmla="*/ 15 h 61"/>
                  <a:gd name="T60" fmla="*/ 90 w 177"/>
                  <a:gd name="T61" fmla="*/ 1 h 61"/>
                  <a:gd name="T62" fmla="*/ 94 w 177"/>
                  <a:gd name="T63" fmla="*/ 15 h 61"/>
                  <a:gd name="T64" fmla="*/ 92 w 177"/>
                  <a:gd name="T65" fmla="*/ 15 h 61"/>
                  <a:gd name="T66" fmla="*/ 113 w 177"/>
                  <a:gd name="T67" fmla="*/ 3 h 61"/>
                  <a:gd name="T68" fmla="*/ 102 w 177"/>
                  <a:gd name="T69" fmla="*/ 2 h 61"/>
                  <a:gd name="T70" fmla="*/ 105 w 177"/>
                  <a:gd name="T71" fmla="*/ 14 h 61"/>
                  <a:gd name="T72" fmla="*/ 117 w 177"/>
                  <a:gd name="T73" fmla="*/ 5 h 61"/>
                  <a:gd name="T74" fmla="*/ 122 w 177"/>
                  <a:gd name="T75" fmla="*/ 19 h 61"/>
                  <a:gd name="T76" fmla="*/ 119 w 177"/>
                  <a:gd name="T77" fmla="*/ 13 h 61"/>
                  <a:gd name="T78" fmla="*/ 121 w 177"/>
                  <a:gd name="T79" fmla="*/ 12 h 61"/>
                  <a:gd name="T80" fmla="*/ 124 w 177"/>
                  <a:gd name="T81" fmla="*/ 10 h 61"/>
                  <a:gd name="T82" fmla="*/ 131 w 177"/>
                  <a:gd name="T83" fmla="*/ 26 h 61"/>
                  <a:gd name="T84" fmla="*/ 126 w 177"/>
                  <a:gd name="T85" fmla="*/ 23 h 61"/>
                  <a:gd name="T86" fmla="*/ 124 w 177"/>
                  <a:gd name="T87" fmla="*/ 23 h 61"/>
                  <a:gd name="T88" fmla="*/ 137 w 177"/>
                  <a:gd name="T89" fmla="*/ 14 h 61"/>
                  <a:gd name="T90" fmla="*/ 133 w 177"/>
                  <a:gd name="T91" fmla="*/ 11 h 61"/>
                  <a:gd name="T92" fmla="*/ 137 w 177"/>
                  <a:gd name="T93" fmla="*/ 32 h 61"/>
                  <a:gd name="T94" fmla="*/ 137 w 177"/>
                  <a:gd name="T95" fmla="*/ 32 h 61"/>
                  <a:gd name="T96" fmla="*/ 145 w 177"/>
                  <a:gd name="T97" fmla="*/ 19 h 61"/>
                  <a:gd name="T98" fmla="*/ 146 w 177"/>
                  <a:gd name="T99" fmla="*/ 19 h 61"/>
                  <a:gd name="T100" fmla="*/ 159 w 177"/>
                  <a:gd name="T101" fmla="*/ 31 h 61"/>
                  <a:gd name="T102" fmla="*/ 149 w 177"/>
                  <a:gd name="T103" fmla="*/ 42 h 61"/>
                  <a:gd name="T104" fmla="*/ 155 w 177"/>
                  <a:gd name="T105" fmla="*/ 27 h 61"/>
                  <a:gd name="T106" fmla="*/ 166 w 177"/>
                  <a:gd name="T107" fmla="*/ 40 h 61"/>
                  <a:gd name="T108" fmla="*/ 160 w 177"/>
                  <a:gd name="T109" fmla="*/ 37 h 61"/>
                  <a:gd name="T110" fmla="*/ 153 w 177"/>
                  <a:gd name="T111" fmla="*/ 46 h 61"/>
                  <a:gd name="T112" fmla="*/ 177 w 177"/>
                  <a:gd name="T113" fmla="*/ 55 h 61"/>
                  <a:gd name="T114" fmla="*/ 162 w 177"/>
                  <a:gd name="T115" fmla="*/ 60 h 61"/>
                  <a:gd name="T116" fmla="*/ 165 w 177"/>
                  <a:gd name="T117" fmla="*/ 55 h 61"/>
                  <a:gd name="T118" fmla="*/ 173 w 177"/>
                  <a:gd name="T119" fmla="*/ 49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77" h="61">
                    <a:moveTo>
                      <a:pt x="6" y="46"/>
                    </a:moveTo>
                    <a:cubicBezTo>
                      <a:pt x="6" y="46"/>
                      <a:pt x="6" y="46"/>
                      <a:pt x="6" y="46"/>
                    </a:cubicBezTo>
                    <a:cubicBezTo>
                      <a:pt x="6" y="46"/>
                      <a:pt x="6" y="46"/>
                      <a:pt x="6" y="46"/>
                    </a:cubicBezTo>
                    <a:cubicBezTo>
                      <a:pt x="6" y="46"/>
                      <a:pt x="6" y="47"/>
                      <a:pt x="6" y="47"/>
                    </a:cubicBezTo>
                    <a:cubicBezTo>
                      <a:pt x="6" y="47"/>
                      <a:pt x="6" y="47"/>
                      <a:pt x="6" y="47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8" y="53"/>
                      <a:pt x="8" y="53"/>
                      <a:pt x="8" y="53"/>
                    </a:cubicBezTo>
                    <a:cubicBezTo>
                      <a:pt x="8" y="54"/>
                      <a:pt x="8" y="54"/>
                      <a:pt x="8" y="54"/>
                    </a:cubicBezTo>
                    <a:cubicBezTo>
                      <a:pt x="15" y="60"/>
                      <a:pt x="15" y="60"/>
                      <a:pt x="15" y="60"/>
                    </a:cubicBezTo>
                    <a:cubicBezTo>
                      <a:pt x="15" y="61"/>
                      <a:pt x="15" y="61"/>
                      <a:pt x="15" y="61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4"/>
                      <a:pt x="2" y="54"/>
                    </a:cubicBezTo>
                    <a:cubicBezTo>
                      <a:pt x="2" y="54"/>
                      <a:pt x="2" y="54"/>
                      <a:pt x="2" y="54"/>
                    </a:cubicBezTo>
                    <a:cubicBezTo>
                      <a:pt x="11" y="58"/>
                      <a:pt x="11" y="58"/>
                      <a:pt x="11" y="58"/>
                    </a:cubicBezTo>
                    <a:cubicBezTo>
                      <a:pt x="12" y="58"/>
                      <a:pt x="12" y="58"/>
                      <a:pt x="12" y="58"/>
                    </a:cubicBezTo>
                    <a:cubicBezTo>
                      <a:pt x="5" y="52"/>
                      <a:pt x="5" y="52"/>
                      <a:pt x="5" y="52"/>
                    </a:cubicBezTo>
                    <a:cubicBezTo>
                      <a:pt x="4" y="52"/>
                      <a:pt x="4" y="52"/>
                      <a:pt x="4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2" y="52"/>
                      <a:pt x="2" y="52"/>
                      <a:pt x="2" y="52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4" y="50"/>
                      <a:pt x="4" y="50"/>
                      <a:pt x="4" y="50"/>
                    </a:cubicBezTo>
                    <a:cubicBezTo>
                      <a:pt x="4" y="50"/>
                      <a:pt x="4" y="50"/>
                      <a:pt x="4" y="50"/>
                    </a:cubicBezTo>
                    <a:cubicBezTo>
                      <a:pt x="4" y="50"/>
                      <a:pt x="4" y="50"/>
                      <a:pt x="4" y="51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6" y="48"/>
                      <a:pt x="6" y="48"/>
                      <a:pt x="6" y="48"/>
                    </a:cubicBezTo>
                    <a:cubicBezTo>
                      <a:pt x="6" y="48"/>
                      <a:pt x="6" y="48"/>
                      <a:pt x="5" y="48"/>
                    </a:cubicBezTo>
                    <a:cubicBezTo>
                      <a:pt x="5" y="48"/>
                      <a:pt x="5" y="48"/>
                      <a:pt x="5" y="48"/>
                    </a:cubicBezTo>
                    <a:cubicBezTo>
                      <a:pt x="5" y="48"/>
                      <a:pt x="5" y="48"/>
                      <a:pt x="5" y="48"/>
                    </a:cubicBezTo>
                    <a:cubicBezTo>
                      <a:pt x="4" y="48"/>
                      <a:pt x="4" y="48"/>
                      <a:pt x="4" y="48"/>
                    </a:cubicBezTo>
                    <a:cubicBezTo>
                      <a:pt x="6" y="46"/>
                      <a:pt x="6" y="46"/>
                      <a:pt x="6" y="46"/>
                    </a:cubicBezTo>
                    <a:close/>
                    <a:moveTo>
                      <a:pt x="22" y="48"/>
                    </a:moveTo>
                    <a:cubicBezTo>
                      <a:pt x="22" y="49"/>
                      <a:pt x="21" y="49"/>
                      <a:pt x="21" y="49"/>
                    </a:cubicBezTo>
                    <a:cubicBezTo>
                      <a:pt x="20" y="50"/>
                      <a:pt x="19" y="49"/>
                      <a:pt x="18" y="48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1"/>
                      <a:pt x="10" y="41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7" y="43"/>
                      <a:pt x="7" y="43"/>
                      <a:pt x="7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9" y="43"/>
                      <a:pt x="9" y="43"/>
                      <a:pt x="9" y="43"/>
                    </a:cubicBezTo>
                    <a:cubicBezTo>
                      <a:pt x="17" y="50"/>
                      <a:pt x="17" y="50"/>
                      <a:pt x="17" y="50"/>
                    </a:cubicBezTo>
                    <a:cubicBezTo>
                      <a:pt x="18" y="50"/>
                      <a:pt x="19" y="51"/>
                      <a:pt x="20" y="50"/>
                    </a:cubicBezTo>
                    <a:cubicBezTo>
                      <a:pt x="21" y="50"/>
                      <a:pt x="22" y="50"/>
                      <a:pt x="23" y="49"/>
                    </a:cubicBezTo>
                    <a:cubicBezTo>
                      <a:pt x="24" y="48"/>
                      <a:pt x="24" y="47"/>
                      <a:pt x="24" y="46"/>
                    </a:cubicBezTo>
                    <a:cubicBezTo>
                      <a:pt x="24" y="45"/>
                      <a:pt x="23" y="44"/>
                      <a:pt x="22" y="43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4" y="35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2" y="38"/>
                      <a:pt x="12" y="38"/>
                      <a:pt x="12" y="38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3" y="37"/>
                      <a:pt x="14" y="37"/>
                      <a:pt x="14" y="37"/>
                    </a:cubicBezTo>
                    <a:cubicBezTo>
                      <a:pt x="22" y="44"/>
                      <a:pt x="22" y="44"/>
                      <a:pt x="22" y="44"/>
                    </a:cubicBezTo>
                    <a:cubicBezTo>
                      <a:pt x="23" y="44"/>
                      <a:pt x="23" y="45"/>
                      <a:pt x="23" y="46"/>
                    </a:cubicBezTo>
                    <a:cubicBezTo>
                      <a:pt x="23" y="47"/>
                      <a:pt x="23" y="47"/>
                      <a:pt x="22" y="48"/>
                    </a:cubicBezTo>
                    <a:close/>
                    <a:moveTo>
                      <a:pt x="33" y="36"/>
                    </a:moveTo>
                    <a:cubicBezTo>
                      <a:pt x="33" y="36"/>
                      <a:pt x="33" y="36"/>
                      <a:pt x="33" y="36"/>
                    </a:cubicBezTo>
                    <a:cubicBezTo>
                      <a:pt x="33" y="36"/>
                      <a:pt x="34" y="36"/>
                      <a:pt x="34" y="36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32" y="39"/>
                      <a:pt x="32" y="39"/>
                      <a:pt x="32" y="39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2" y="38"/>
                      <a:pt x="32" y="37"/>
                      <a:pt x="32" y="37"/>
                    </a:cubicBezTo>
                    <a:cubicBezTo>
                      <a:pt x="32" y="37"/>
                      <a:pt x="32" y="37"/>
                      <a:pt x="32" y="37"/>
                    </a:cubicBezTo>
                    <a:cubicBezTo>
                      <a:pt x="27" y="32"/>
                      <a:pt x="27" y="32"/>
                      <a:pt x="27" y="32"/>
                    </a:cubicBezTo>
                    <a:cubicBezTo>
                      <a:pt x="23" y="36"/>
                      <a:pt x="23" y="36"/>
                      <a:pt x="23" y="36"/>
                    </a:cubicBezTo>
                    <a:cubicBezTo>
                      <a:pt x="28" y="40"/>
                      <a:pt x="28" y="40"/>
                      <a:pt x="28" y="40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8" y="41"/>
                      <a:pt x="29" y="41"/>
                      <a:pt x="29" y="40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30" y="41"/>
                      <a:pt x="30" y="41"/>
                      <a:pt x="30" y="41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2"/>
                      <a:pt x="27" y="42"/>
                      <a:pt x="27" y="42"/>
                    </a:cubicBezTo>
                    <a:cubicBezTo>
                      <a:pt x="27" y="42"/>
                      <a:pt x="27" y="42"/>
                      <a:pt x="27" y="41"/>
                    </a:cubicBezTo>
                    <a:cubicBezTo>
                      <a:pt x="18" y="32"/>
                      <a:pt x="18" y="32"/>
                      <a:pt x="18" y="32"/>
                    </a:cubicBezTo>
                    <a:cubicBezTo>
                      <a:pt x="18" y="32"/>
                      <a:pt x="17" y="32"/>
                      <a:pt x="17" y="32"/>
                    </a:cubicBezTo>
                    <a:cubicBezTo>
                      <a:pt x="17" y="32"/>
                      <a:pt x="17" y="32"/>
                      <a:pt x="17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1"/>
                      <a:pt x="19" y="31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7" y="31"/>
                      <a:pt x="27" y="31"/>
                      <a:pt x="27" y="31"/>
                    </a:cubicBezTo>
                    <a:cubicBezTo>
                      <a:pt x="23" y="27"/>
                      <a:pt x="23" y="27"/>
                      <a:pt x="23" y="27"/>
                    </a:cubicBezTo>
                    <a:cubicBezTo>
                      <a:pt x="23" y="27"/>
                      <a:pt x="22" y="27"/>
                      <a:pt x="22" y="27"/>
                    </a:cubicBezTo>
                    <a:cubicBezTo>
                      <a:pt x="22" y="27"/>
                      <a:pt x="22" y="27"/>
                      <a:pt x="22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6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33" y="36"/>
                      <a:pt x="33" y="36"/>
                      <a:pt x="33" y="36"/>
                    </a:cubicBezTo>
                    <a:close/>
                    <a:moveTo>
                      <a:pt x="38" y="26"/>
                    </a:moveTo>
                    <a:cubicBezTo>
                      <a:pt x="41" y="29"/>
                      <a:pt x="41" y="29"/>
                      <a:pt x="41" y="29"/>
                    </a:cubicBezTo>
                    <a:cubicBezTo>
                      <a:pt x="41" y="29"/>
                      <a:pt x="41" y="30"/>
                      <a:pt x="41" y="30"/>
                    </a:cubicBezTo>
                    <a:cubicBezTo>
                      <a:pt x="41" y="30"/>
                      <a:pt x="41" y="30"/>
                      <a:pt x="41" y="30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3" y="29"/>
                      <a:pt x="42" y="29"/>
                      <a:pt x="42" y="28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5" y="33"/>
                      <a:pt x="35" y="33"/>
                      <a:pt x="35" y="33"/>
                    </a:cubicBezTo>
                    <a:cubicBezTo>
                      <a:pt x="35" y="33"/>
                      <a:pt x="35" y="34"/>
                      <a:pt x="35" y="34"/>
                    </a:cubicBezTo>
                    <a:cubicBezTo>
                      <a:pt x="35" y="34"/>
                      <a:pt x="35" y="34"/>
                      <a:pt x="35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7" y="33"/>
                      <a:pt x="37" y="33"/>
                      <a:pt x="37" y="33"/>
                    </a:cubicBezTo>
                    <a:cubicBezTo>
                      <a:pt x="37" y="33"/>
                      <a:pt x="37" y="33"/>
                      <a:pt x="36" y="33"/>
                    </a:cubicBezTo>
                    <a:cubicBezTo>
                      <a:pt x="36" y="33"/>
                      <a:pt x="36" y="32"/>
                      <a:pt x="36" y="32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8" y="26"/>
                      <a:pt x="38" y="26"/>
                      <a:pt x="38" y="26"/>
                    </a:cubicBezTo>
                    <a:close/>
                    <a:moveTo>
                      <a:pt x="31" y="21"/>
                    </a:moveTo>
                    <a:cubicBezTo>
                      <a:pt x="31" y="21"/>
                      <a:pt x="31" y="21"/>
                      <a:pt x="31" y="21"/>
                    </a:cubicBezTo>
                    <a:cubicBezTo>
                      <a:pt x="34" y="28"/>
                      <a:pt x="34" y="28"/>
                      <a:pt x="34" y="28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1" y="21"/>
                      <a:pt x="31" y="21"/>
                      <a:pt x="31" y="21"/>
                    </a:cubicBezTo>
                    <a:close/>
                    <a:moveTo>
                      <a:pt x="51" y="21"/>
                    </a:moveTo>
                    <a:cubicBezTo>
                      <a:pt x="51" y="21"/>
                      <a:pt x="51" y="21"/>
                      <a:pt x="51" y="2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6" y="11"/>
                      <a:pt x="45" y="11"/>
                    </a:cubicBezTo>
                    <a:cubicBezTo>
                      <a:pt x="45" y="11"/>
                      <a:pt x="45" y="11"/>
                      <a:pt x="45" y="11"/>
                    </a:cubicBezTo>
                    <a:cubicBezTo>
                      <a:pt x="44" y="11"/>
                      <a:pt x="44" y="11"/>
                      <a:pt x="44" y="11"/>
                    </a:cubicBezTo>
                    <a:cubicBezTo>
                      <a:pt x="48" y="9"/>
                      <a:pt x="48" y="9"/>
                      <a:pt x="48" y="9"/>
                    </a:cubicBezTo>
                    <a:cubicBezTo>
                      <a:pt x="48" y="10"/>
                      <a:pt x="48" y="10"/>
                      <a:pt x="48" y="1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47" y="10"/>
                      <a:pt x="47" y="11"/>
                      <a:pt x="47" y="11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7" y="26"/>
                      <a:pt x="47" y="26"/>
                      <a:pt x="47" y="26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5" y="28"/>
                      <a:pt x="45" y="28"/>
                      <a:pt x="45" y="28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6" y="27"/>
                      <a:pt x="46" y="26"/>
                      <a:pt x="45" y="26"/>
                    </a:cubicBezTo>
                    <a:cubicBezTo>
                      <a:pt x="39" y="15"/>
                      <a:pt x="39" y="15"/>
                      <a:pt x="39" y="15"/>
                    </a:cubicBezTo>
                    <a:cubicBezTo>
                      <a:pt x="39" y="14"/>
                      <a:pt x="39" y="14"/>
                      <a:pt x="39" y="14"/>
                    </a:cubicBezTo>
                    <a:cubicBezTo>
                      <a:pt x="39" y="14"/>
                      <a:pt x="39" y="14"/>
                      <a:pt x="38" y="14"/>
                    </a:cubicBezTo>
                    <a:cubicBezTo>
                      <a:pt x="38" y="15"/>
                      <a:pt x="38" y="15"/>
                      <a:pt x="38" y="15"/>
                    </a:cubicBezTo>
                    <a:cubicBezTo>
                      <a:pt x="37" y="14"/>
                      <a:pt x="37" y="14"/>
                      <a:pt x="37" y="14"/>
                    </a:cubicBezTo>
                    <a:cubicBezTo>
                      <a:pt x="40" y="13"/>
                      <a:pt x="40" y="13"/>
                      <a:pt x="40" y="13"/>
                    </a:cubicBezTo>
                    <a:cubicBezTo>
                      <a:pt x="51" y="21"/>
                      <a:pt x="51" y="21"/>
                      <a:pt x="51" y="21"/>
                    </a:cubicBezTo>
                    <a:close/>
                    <a:moveTo>
                      <a:pt x="70" y="17"/>
                    </a:moveTo>
                    <a:cubicBezTo>
                      <a:pt x="70" y="17"/>
                      <a:pt x="71" y="17"/>
                      <a:pt x="72" y="16"/>
                    </a:cubicBezTo>
                    <a:cubicBezTo>
                      <a:pt x="72" y="15"/>
                      <a:pt x="72" y="14"/>
                      <a:pt x="72" y="14"/>
                    </a:cubicBezTo>
                    <a:cubicBezTo>
                      <a:pt x="70" y="3"/>
                      <a:pt x="70" y="3"/>
                      <a:pt x="70" y="3"/>
                    </a:cubicBezTo>
                    <a:cubicBezTo>
                      <a:pt x="70" y="3"/>
                      <a:pt x="69" y="3"/>
                      <a:pt x="69" y="3"/>
                    </a:cubicBezTo>
                    <a:cubicBezTo>
                      <a:pt x="69" y="3"/>
                      <a:pt x="69" y="3"/>
                      <a:pt x="69" y="3"/>
                    </a:cubicBezTo>
                    <a:cubicBezTo>
                      <a:pt x="68" y="3"/>
                      <a:pt x="68" y="3"/>
                      <a:pt x="68" y="3"/>
                    </a:cubicBezTo>
                    <a:cubicBezTo>
                      <a:pt x="68" y="2"/>
                      <a:pt x="68" y="2"/>
                      <a:pt x="68" y="2"/>
                    </a:cubicBezTo>
                    <a:cubicBezTo>
                      <a:pt x="71" y="1"/>
                      <a:pt x="71" y="1"/>
                      <a:pt x="71" y="1"/>
                    </a:cubicBezTo>
                    <a:cubicBezTo>
                      <a:pt x="71" y="2"/>
                      <a:pt x="71" y="2"/>
                      <a:pt x="71" y="2"/>
                    </a:cubicBezTo>
                    <a:cubicBezTo>
                      <a:pt x="71" y="2"/>
                      <a:pt x="71" y="2"/>
                      <a:pt x="71" y="2"/>
                    </a:cubicBezTo>
                    <a:cubicBezTo>
                      <a:pt x="71" y="2"/>
                      <a:pt x="70" y="2"/>
                      <a:pt x="70" y="2"/>
                    </a:cubicBezTo>
                    <a:cubicBezTo>
                      <a:pt x="70" y="3"/>
                      <a:pt x="70" y="3"/>
                      <a:pt x="70" y="3"/>
                    </a:cubicBezTo>
                    <a:cubicBezTo>
                      <a:pt x="73" y="13"/>
                      <a:pt x="73" y="13"/>
                      <a:pt x="73" y="13"/>
                    </a:cubicBezTo>
                    <a:cubicBezTo>
                      <a:pt x="73" y="15"/>
                      <a:pt x="73" y="16"/>
                      <a:pt x="72" y="16"/>
                    </a:cubicBezTo>
                    <a:cubicBezTo>
                      <a:pt x="71" y="17"/>
                      <a:pt x="71" y="18"/>
                      <a:pt x="70" y="18"/>
                    </a:cubicBezTo>
                    <a:cubicBezTo>
                      <a:pt x="68" y="18"/>
                      <a:pt x="67" y="18"/>
                      <a:pt x="66" y="18"/>
                    </a:cubicBezTo>
                    <a:cubicBezTo>
                      <a:pt x="66" y="17"/>
                      <a:pt x="65" y="17"/>
                      <a:pt x="65" y="15"/>
                    </a:cubicBezTo>
                    <a:cubicBezTo>
                      <a:pt x="62" y="5"/>
                      <a:pt x="62" y="5"/>
                      <a:pt x="62" y="5"/>
                    </a:cubicBezTo>
                    <a:cubicBezTo>
                      <a:pt x="62" y="5"/>
                      <a:pt x="62" y="4"/>
                      <a:pt x="62" y="4"/>
                    </a:cubicBezTo>
                    <a:cubicBezTo>
                      <a:pt x="62" y="4"/>
                      <a:pt x="62" y="4"/>
                      <a:pt x="61" y="4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5" y="3"/>
                      <a:pt x="65" y="3"/>
                      <a:pt x="65" y="3"/>
                    </a:cubicBezTo>
                    <a:cubicBezTo>
                      <a:pt x="65" y="4"/>
                      <a:pt x="65" y="4"/>
                      <a:pt x="65" y="4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4"/>
                      <a:pt x="64" y="4"/>
                      <a:pt x="64" y="5"/>
                    </a:cubicBezTo>
                    <a:cubicBezTo>
                      <a:pt x="66" y="15"/>
                      <a:pt x="66" y="15"/>
                      <a:pt x="66" y="15"/>
                    </a:cubicBezTo>
                    <a:cubicBezTo>
                      <a:pt x="66" y="16"/>
                      <a:pt x="67" y="17"/>
                      <a:pt x="67" y="17"/>
                    </a:cubicBezTo>
                    <a:cubicBezTo>
                      <a:pt x="68" y="18"/>
                      <a:pt x="69" y="18"/>
                      <a:pt x="70" y="17"/>
                    </a:cubicBezTo>
                    <a:close/>
                    <a:moveTo>
                      <a:pt x="84" y="12"/>
                    </a:moveTo>
                    <a:cubicBezTo>
                      <a:pt x="84" y="12"/>
                      <a:pt x="84" y="12"/>
                      <a:pt x="84" y="12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4" y="1"/>
                      <a:pt x="84" y="1"/>
                      <a:pt x="83" y="1"/>
                    </a:cubicBezTo>
                    <a:cubicBezTo>
                      <a:pt x="83" y="1"/>
                      <a:pt x="83" y="1"/>
                      <a:pt x="83" y="1"/>
                    </a:cubicBezTo>
                    <a:cubicBezTo>
                      <a:pt x="82" y="1"/>
                      <a:pt x="82" y="1"/>
                      <a:pt x="82" y="1"/>
                    </a:cubicBezTo>
                    <a:cubicBezTo>
                      <a:pt x="82" y="0"/>
                      <a:pt x="82" y="0"/>
                      <a:pt x="82" y="0"/>
                    </a:cubicBezTo>
                    <a:cubicBezTo>
                      <a:pt x="86" y="0"/>
                      <a:pt x="86" y="0"/>
                      <a:pt x="86" y="0"/>
                    </a:cubicBezTo>
                    <a:cubicBezTo>
                      <a:pt x="86" y="1"/>
                      <a:pt x="86" y="1"/>
                      <a:pt x="86" y="1"/>
                    </a:cubicBezTo>
                    <a:cubicBezTo>
                      <a:pt x="85" y="1"/>
                      <a:pt x="85" y="1"/>
                      <a:pt x="85" y="1"/>
                    </a:cubicBezTo>
                    <a:cubicBezTo>
                      <a:pt x="85" y="1"/>
                      <a:pt x="85" y="1"/>
                      <a:pt x="84" y="1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77" y="3"/>
                      <a:pt x="77" y="3"/>
                      <a:pt x="77" y="3"/>
                    </a:cubicBezTo>
                    <a:cubicBezTo>
                      <a:pt x="77" y="3"/>
                      <a:pt x="77" y="3"/>
                      <a:pt x="77" y="3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77" y="15"/>
                      <a:pt x="78" y="15"/>
                      <a:pt x="78" y="16"/>
                    </a:cubicBezTo>
                    <a:cubicBezTo>
                      <a:pt x="78" y="16"/>
                      <a:pt x="78" y="16"/>
                      <a:pt x="78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76" y="16"/>
                      <a:pt x="76" y="16"/>
                      <a:pt x="76" y="16"/>
                    </a:cubicBezTo>
                    <a:cubicBezTo>
                      <a:pt x="76" y="16"/>
                      <a:pt x="77" y="16"/>
                      <a:pt x="77" y="16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76" y="2"/>
                      <a:pt x="76" y="2"/>
                      <a:pt x="76" y="2"/>
                    </a:cubicBezTo>
                    <a:cubicBezTo>
                      <a:pt x="76" y="2"/>
                      <a:pt x="76" y="2"/>
                      <a:pt x="76" y="1"/>
                    </a:cubicBezTo>
                    <a:cubicBezTo>
                      <a:pt x="76" y="1"/>
                      <a:pt x="75" y="1"/>
                      <a:pt x="75" y="1"/>
                    </a:cubicBezTo>
                    <a:cubicBezTo>
                      <a:pt x="74" y="1"/>
                      <a:pt x="74" y="1"/>
                      <a:pt x="74" y="1"/>
                    </a:cubicBezTo>
                    <a:cubicBezTo>
                      <a:pt x="74" y="1"/>
                      <a:pt x="74" y="1"/>
                      <a:pt x="74" y="1"/>
                    </a:cubicBezTo>
                    <a:cubicBezTo>
                      <a:pt x="77" y="1"/>
                      <a:pt x="77" y="1"/>
                      <a:pt x="77" y="1"/>
                    </a:cubicBezTo>
                    <a:cubicBezTo>
                      <a:pt x="84" y="12"/>
                      <a:pt x="84" y="12"/>
                      <a:pt x="84" y="12"/>
                    </a:cubicBezTo>
                    <a:close/>
                    <a:moveTo>
                      <a:pt x="90" y="1"/>
                    </a:moveTo>
                    <a:cubicBezTo>
                      <a:pt x="90" y="0"/>
                      <a:pt x="90" y="0"/>
                      <a:pt x="90" y="0"/>
                    </a:cubicBezTo>
                    <a:cubicBezTo>
                      <a:pt x="98" y="1"/>
                      <a:pt x="98" y="1"/>
                      <a:pt x="98" y="1"/>
                    </a:cubicBezTo>
                    <a:cubicBezTo>
                      <a:pt x="98" y="1"/>
                      <a:pt x="98" y="1"/>
                      <a:pt x="98" y="1"/>
                    </a:cubicBezTo>
                    <a:cubicBezTo>
                      <a:pt x="96" y="1"/>
                      <a:pt x="96" y="1"/>
                      <a:pt x="96" y="1"/>
                    </a:cubicBezTo>
                    <a:cubicBezTo>
                      <a:pt x="95" y="1"/>
                      <a:pt x="95" y="1"/>
                      <a:pt x="95" y="1"/>
                    </a:cubicBezTo>
                    <a:cubicBezTo>
                      <a:pt x="95" y="1"/>
                      <a:pt x="95" y="1"/>
                      <a:pt x="95" y="2"/>
                    </a:cubicBezTo>
                    <a:cubicBezTo>
                      <a:pt x="94" y="15"/>
                      <a:pt x="94" y="15"/>
                      <a:pt x="94" y="15"/>
                    </a:cubicBezTo>
                    <a:cubicBezTo>
                      <a:pt x="94" y="15"/>
                      <a:pt x="94" y="15"/>
                      <a:pt x="94" y="15"/>
                    </a:cubicBezTo>
                    <a:cubicBezTo>
                      <a:pt x="94" y="15"/>
                      <a:pt x="94" y="15"/>
                      <a:pt x="95" y="15"/>
                    </a:cubicBezTo>
                    <a:cubicBezTo>
                      <a:pt x="97" y="16"/>
                      <a:pt x="97" y="16"/>
                      <a:pt x="97" y="16"/>
                    </a:cubicBezTo>
                    <a:cubicBezTo>
                      <a:pt x="97" y="16"/>
                      <a:pt x="97" y="16"/>
                      <a:pt x="97" y="16"/>
                    </a:cubicBezTo>
                    <a:cubicBezTo>
                      <a:pt x="89" y="16"/>
                      <a:pt x="89" y="16"/>
                      <a:pt x="89" y="16"/>
                    </a:cubicBezTo>
                    <a:cubicBezTo>
                      <a:pt x="89" y="15"/>
                      <a:pt x="89" y="15"/>
                      <a:pt x="89" y="15"/>
                    </a:cubicBezTo>
                    <a:cubicBezTo>
                      <a:pt x="91" y="15"/>
                      <a:pt x="91" y="15"/>
                      <a:pt x="91" y="15"/>
                    </a:cubicBezTo>
                    <a:cubicBezTo>
                      <a:pt x="92" y="15"/>
                      <a:pt x="92" y="15"/>
                      <a:pt x="92" y="15"/>
                    </a:cubicBezTo>
                    <a:cubicBezTo>
                      <a:pt x="92" y="15"/>
                      <a:pt x="92" y="15"/>
                      <a:pt x="92" y="15"/>
                    </a:cubicBezTo>
                    <a:cubicBezTo>
                      <a:pt x="93" y="2"/>
                      <a:pt x="93" y="2"/>
                      <a:pt x="93" y="2"/>
                    </a:cubicBezTo>
                    <a:cubicBezTo>
                      <a:pt x="93" y="1"/>
                      <a:pt x="93" y="1"/>
                      <a:pt x="93" y="1"/>
                    </a:cubicBezTo>
                    <a:cubicBezTo>
                      <a:pt x="93" y="1"/>
                      <a:pt x="93" y="1"/>
                      <a:pt x="92" y="1"/>
                    </a:cubicBezTo>
                    <a:cubicBezTo>
                      <a:pt x="90" y="1"/>
                      <a:pt x="90" y="1"/>
                      <a:pt x="90" y="1"/>
                    </a:cubicBezTo>
                    <a:close/>
                    <a:moveTo>
                      <a:pt x="109" y="3"/>
                    </a:moveTo>
                    <a:cubicBezTo>
                      <a:pt x="109" y="2"/>
                      <a:pt x="109" y="2"/>
                      <a:pt x="109" y="2"/>
                    </a:cubicBezTo>
                    <a:cubicBezTo>
                      <a:pt x="113" y="3"/>
                      <a:pt x="113" y="3"/>
                      <a:pt x="113" y="3"/>
                    </a:cubicBezTo>
                    <a:cubicBezTo>
                      <a:pt x="113" y="3"/>
                      <a:pt x="113" y="3"/>
                      <a:pt x="113" y="3"/>
                    </a:cubicBezTo>
                    <a:cubicBezTo>
                      <a:pt x="112" y="3"/>
                      <a:pt x="112" y="3"/>
                      <a:pt x="112" y="3"/>
                    </a:cubicBezTo>
                    <a:cubicBezTo>
                      <a:pt x="112" y="3"/>
                      <a:pt x="112" y="3"/>
                      <a:pt x="111" y="4"/>
                    </a:cubicBezTo>
                    <a:cubicBezTo>
                      <a:pt x="111" y="4"/>
                      <a:pt x="111" y="4"/>
                      <a:pt x="111" y="4"/>
                    </a:cubicBezTo>
                    <a:cubicBezTo>
                      <a:pt x="105" y="17"/>
                      <a:pt x="105" y="17"/>
                      <a:pt x="105" y="17"/>
                    </a:cubicBezTo>
                    <a:cubicBezTo>
                      <a:pt x="104" y="17"/>
                      <a:pt x="104" y="17"/>
                      <a:pt x="104" y="17"/>
                    </a:cubicBezTo>
                    <a:cubicBezTo>
                      <a:pt x="103" y="3"/>
                      <a:pt x="103" y="3"/>
                      <a:pt x="103" y="3"/>
                    </a:cubicBezTo>
                    <a:cubicBezTo>
                      <a:pt x="103" y="3"/>
                      <a:pt x="103" y="2"/>
                      <a:pt x="103" y="2"/>
                    </a:cubicBezTo>
                    <a:cubicBezTo>
                      <a:pt x="103" y="2"/>
                      <a:pt x="103" y="2"/>
                      <a:pt x="102" y="2"/>
                    </a:cubicBezTo>
                    <a:cubicBezTo>
                      <a:pt x="102" y="2"/>
                      <a:pt x="102" y="2"/>
                      <a:pt x="102" y="2"/>
                    </a:cubicBezTo>
                    <a:cubicBezTo>
                      <a:pt x="102" y="1"/>
                      <a:pt x="102" y="1"/>
                      <a:pt x="102" y="1"/>
                    </a:cubicBezTo>
                    <a:cubicBezTo>
                      <a:pt x="106" y="2"/>
                      <a:pt x="106" y="2"/>
                      <a:pt x="106" y="2"/>
                    </a:cubicBezTo>
                    <a:cubicBezTo>
                      <a:pt x="106" y="2"/>
                      <a:pt x="106" y="2"/>
                      <a:pt x="106" y="2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5" y="3"/>
                      <a:pt x="105" y="3"/>
                      <a:pt x="105" y="3"/>
                    </a:cubicBezTo>
                    <a:cubicBezTo>
                      <a:pt x="105" y="14"/>
                      <a:pt x="105" y="14"/>
                      <a:pt x="105" y="14"/>
                    </a:cubicBezTo>
                    <a:cubicBezTo>
                      <a:pt x="106" y="14"/>
                      <a:pt x="106" y="14"/>
                      <a:pt x="106" y="14"/>
                    </a:cubicBezTo>
                    <a:cubicBezTo>
                      <a:pt x="110" y="4"/>
                      <a:pt x="110" y="4"/>
                      <a:pt x="110" y="4"/>
                    </a:cubicBezTo>
                    <a:cubicBezTo>
                      <a:pt x="110" y="4"/>
                      <a:pt x="110" y="4"/>
                      <a:pt x="110" y="3"/>
                    </a:cubicBezTo>
                    <a:cubicBezTo>
                      <a:pt x="110" y="3"/>
                      <a:pt x="110" y="3"/>
                      <a:pt x="110" y="3"/>
                    </a:cubicBezTo>
                    <a:cubicBezTo>
                      <a:pt x="109" y="3"/>
                      <a:pt x="109" y="3"/>
                      <a:pt x="109" y="3"/>
                    </a:cubicBezTo>
                    <a:close/>
                    <a:moveTo>
                      <a:pt x="116" y="5"/>
                    </a:moveTo>
                    <a:cubicBezTo>
                      <a:pt x="116" y="5"/>
                      <a:pt x="116" y="5"/>
                      <a:pt x="116" y="5"/>
                    </a:cubicBezTo>
                    <a:cubicBezTo>
                      <a:pt x="117" y="5"/>
                      <a:pt x="117" y="5"/>
                      <a:pt x="117" y="5"/>
                    </a:cubicBezTo>
                    <a:cubicBezTo>
                      <a:pt x="117" y="5"/>
                      <a:pt x="117" y="6"/>
                      <a:pt x="117" y="6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9"/>
                      <a:pt x="113" y="19"/>
                    </a:cubicBezTo>
                    <a:cubicBezTo>
                      <a:pt x="112" y="19"/>
                      <a:pt x="112" y="19"/>
                      <a:pt x="112" y="19"/>
                    </a:cubicBezTo>
                    <a:cubicBezTo>
                      <a:pt x="111" y="18"/>
                      <a:pt x="111" y="18"/>
                      <a:pt x="111" y="18"/>
                    </a:cubicBezTo>
                    <a:cubicBezTo>
                      <a:pt x="111" y="19"/>
                      <a:pt x="111" y="19"/>
                      <a:pt x="111" y="19"/>
                    </a:cubicBezTo>
                    <a:cubicBezTo>
                      <a:pt x="120" y="22"/>
                      <a:pt x="120" y="22"/>
                      <a:pt x="120" y="22"/>
                    </a:cubicBezTo>
                    <a:cubicBezTo>
                      <a:pt x="122" y="19"/>
                      <a:pt x="122" y="19"/>
                      <a:pt x="122" y="19"/>
                    </a:cubicBezTo>
                    <a:cubicBezTo>
                      <a:pt x="122" y="18"/>
                      <a:pt x="122" y="18"/>
                      <a:pt x="122" y="18"/>
                    </a:cubicBezTo>
                    <a:cubicBezTo>
                      <a:pt x="121" y="19"/>
                      <a:pt x="120" y="20"/>
                      <a:pt x="120" y="20"/>
                    </a:cubicBezTo>
                    <a:cubicBezTo>
                      <a:pt x="119" y="21"/>
                      <a:pt x="118" y="21"/>
                      <a:pt x="117" y="20"/>
                    </a:cubicBezTo>
                    <a:cubicBezTo>
                      <a:pt x="115" y="20"/>
                      <a:pt x="115" y="20"/>
                      <a:pt x="115" y="20"/>
                    </a:cubicBezTo>
                    <a:cubicBezTo>
                      <a:pt x="115" y="20"/>
                      <a:pt x="114" y="19"/>
                      <a:pt x="114" y="19"/>
                    </a:cubicBezTo>
                    <a:cubicBezTo>
                      <a:pt x="114" y="19"/>
                      <a:pt x="114" y="19"/>
                      <a:pt x="114" y="19"/>
                    </a:cubicBezTo>
                    <a:cubicBezTo>
                      <a:pt x="116" y="12"/>
                      <a:pt x="116" y="12"/>
                      <a:pt x="116" y="12"/>
                    </a:cubicBezTo>
                    <a:cubicBezTo>
                      <a:pt x="119" y="13"/>
                      <a:pt x="119" y="13"/>
                      <a:pt x="119" y="13"/>
                    </a:cubicBezTo>
                    <a:cubicBezTo>
                      <a:pt x="120" y="13"/>
                      <a:pt x="120" y="13"/>
                      <a:pt x="120" y="14"/>
                    </a:cubicBezTo>
                    <a:cubicBezTo>
                      <a:pt x="120" y="14"/>
                      <a:pt x="120" y="15"/>
                      <a:pt x="120" y="15"/>
                    </a:cubicBezTo>
                    <a:cubicBezTo>
                      <a:pt x="120" y="16"/>
                      <a:pt x="120" y="16"/>
                      <a:pt x="120" y="16"/>
                    </a:cubicBezTo>
                    <a:cubicBezTo>
                      <a:pt x="120" y="16"/>
                      <a:pt x="120" y="16"/>
                      <a:pt x="120" y="16"/>
                    </a:cubicBezTo>
                    <a:cubicBezTo>
                      <a:pt x="122" y="11"/>
                      <a:pt x="122" y="11"/>
                      <a:pt x="122" y="11"/>
                    </a:cubicBezTo>
                    <a:cubicBezTo>
                      <a:pt x="122" y="11"/>
                      <a:pt x="122" y="11"/>
                      <a:pt x="122" y="11"/>
                    </a:cubicBezTo>
                    <a:cubicBezTo>
                      <a:pt x="121" y="11"/>
                      <a:pt x="121" y="11"/>
                      <a:pt x="121" y="11"/>
                    </a:cubicBezTo>
                    <a:cubicBezTo>
                      <a:pt x="121" y="12"/>
                      <a:pt x="121" y="12"/>
                      <a:pt x="121" y="12"/>
                    </a:cubicBezTo>
                    <a:cubicBezTo>
                      <a:pt x="120" y="13"/>
                      <a:pt x="120" y="13"/>
                      <a:pt x="119" y="12"/>
                    </a:cubicBezTo>
                    <a:cubicBezTo>
                      <a:pt x="117" y="12"/>
                      <a:pt x="117" y="12"/>
                      <a:pt x="117" y="12"/>
                    </a:cubicBezTo>
                    <a:cubicBezTo>
                      <a:pt x="118" y="6"/>
                      <a:pt x="118" y="6"/>
                      <a:pt x="118" y="6"/>
                    </a:cubicBezTo>
                    <a:cubicBezTo>
                      <a:pt x="118" y="6"/>
                      <a:pt x="119" y="6"/>
                      <a:pt x="119" y="6"/>
                    </a:cubicBezTo>
                    <a:cubicBezTo>
                      <a:pt x="119" y="6"/>
                      <a:pt x="119" y="6"/>
                      <a:pt x="119" y="6"/>
                    </a:cubicBezTo>
                    <a:cubicBezTo>
                      <a:pt x="122" y="7"/>
                      <a:pt x="122" y="7"/>
                      <a:pt x="122" y="7"/>
                    </a:cubicBezTo>
                    <a:cubicBezTo>
                      <a:pt x="122" y="7"/>
                      <a:pt x="123" y="7"/>
                      <a:pt x="123" y="8"/>
                    </a:cubicBezTo>
                    <a:cubicBezTo>
                      <a:pt x="124" y="8"/>
                      <a:pt x="124" y="9"/>
                      <a:pt x="124" y="10"/>
                    </a:cubicBezTo>
                    <a:cubicBezTo>
                      <a:pt x="125" y="10"/>
                      <a:pt x="125" y="10"/>
                      <a:pt x="125" y="10"/>
                    </a:cubicBezTo>
                    <a:cubicBezTo>
                      <a:pt x="125" y="7"/>
                      <a:pt x="125" y="7"/>
                      <a:pt x="125" y="7"/>
                    </a:cubicBezTo>
                    <a:cubicBezTo>
                      <a:pt x="116" y="4"/>
                      <a:pt x="116" y="4"/>
                      <a:pt x="116" y="4"/>
                    </a:cubicBezTo>
                    <a:cubicBezTo>
                      <a:pt x="116" y="5"/>
                      <a:pt x="116" y="5"/>
                      <a:pt x="116" y="5"/>
                    </a:cubicBezTo>
                    <a:close/>
                    <a:moveTo>
                      <a:pt x="136" y="17"/>
                    </a:moveTo>
                    <a:cubicBezTo>
                      <a:pt x="136" y="18"/>
                      <a:pt x="135" y="19"/>
                      <a:pt x="134" y="19"/>
                    </a:cubicBezTo>
                    <a:cubicBezTo>
                      <a:pt x="133" y="19"/>
                      <a:pt x="133" y="19"/>
                      <a:pt x="132" y="19"/>
                    </a:cubicBezTo>
                    <a:cubicBezTo>
                      <a:pt x="131" y="26"/>
                      <a:pt x="131" y="26"/>
                      <a:pt x="131" y="26"/>
                    </a:cubicBezTo>
                    <a:cubicBezTo>
                      <a:pt x="131" y="26"/>
                      <a:pt x="131" y="27"/>
                      <a:pt x="131" y="27"/>
                    </a:cubicBezTo>
                    <a:cubicBezTo>
                      <a:pt x="131" y="27"/>
                      <a:pt x="131" y="27"/>
                      <a:pt x="132" y="27"/>
                    </a:cubicBezTo>
                    <a:cubicBezTo>
                      <a:pt x="132" y="27"/>
                      <a:pt x="132" y="27"/>
                      <a:pt x="132" y="27"/>
                    </a:cubicBezTo>
                    <a:cubicBezTo>
                      <a:pt x="132" y="28"/>
                      <a:pt x="132" y="28"/>
                      <a:pt x="132" y="28"/>
                    </a:cubicBezTo>
                    <a:cubicBezTo>
                      <a:pt x="130" y="27"/>
                      <a:pt x="130" y="27"/>
                      <a:pt x="130" y="27"/>
                    </a:cubicBezTo>
                    <a:cubicBezTo>
                      <a:pt x="130" y="18"/>
                      <a:pt x="130" y="18"/>
                      <a:pt x="130" y="18"/>
                    </a:cubicBezTo>
                    <a:cubicBezTo>
                      <a:pt x="129" y="17"/>
                      <a:pt x="129" y="17"/>
                      <a:pt x="129" y="17"/>
                    </a:cubicBezTo>
                    <a:cubicBezTo>
                      <a:pt x="126" y="23"/>
                      <a:pt x="126" y="23"/>
                      <a:pt x="126" y="23"/>
                    </a:cubicBezTo>
                    <a:cubicBezTo>
                      <a:pt x="125" y="24"/>
                      <a:pt x="125" y="24"/>
                      <a:pt x="126" y="24"/>
                    </a:cubicBezTo>
                    <a:cubicBezTo>
                      <a:pt x="126" y="24"/>
                      <a:pt x="126" y="24"/>
                      <a:pt x="126" y="24"/>
                    </a:cubicBezTo>
                    <a:cubicBezTo>
                      <a:pt x="126" y="25"/>
                      <a:pt x="126" y="25"/>
                      <a:pt x="126" y="25"/>
                    </a:cubicBezTo>
                    <a:cubicBezTo>
                      <a:pt x="126" y="25"/>
                      <a:pt x="126" y="25"/>
                      <a:pt x="126" y="25"/>
                    </a:cubicBezTo>
                    <a:cubicBezTo>
                      <a:pt x="122" y="23"/>
                      <a:pt x="122" y="23"/>
                      <a:pt x="122" y="23"/>
                    </a:cubicBezTo>
                    <a:cubicBezTo>
                      <a:pt x="123" y="23"/>
                      <a:pt x="123" y="23"/>
                      <a:pt x="123" y="23"/>
                    </a:cubicBezTo>
                    <a:cubicBezTo>
                      <a:pt x="123" y="23"/>
                      <a:pt x="123" y="23"/>
                      <a:pt x="123" y="23"/>
                    </a:cubicBezTo>
                    <a:cubicBezTo>
                      <a:pt x="123" y="23"/>
                      <a:pt x="124" y="23"/>
                      <a:pt x="124" y="23"/>
                    </a:cubicBezTo>
                    <a:cubicBezTo>
                      <a:pt x="124" y="23"/>
                      <a:pt x="124" y="23"/>
                      <a:pt x="124" y="23"/>
                    </a:cubicBezTo>
                    <a:cubicBezTo>
                      <a:pt x="130" y="11"/>
                      <a:pt x="130" y="11"/>
                      <a:pt x="130" y="11"/>
                    </a:cubicBezTo>
                    <a:cubicBezTo>
                      <a:pt x="130" y="11"/>
                      <a:pt x="130" y="11"/>
                      <a:pt x="130" y="10"/>
                    </a:cubicBezTo>
                    <a:cubicBezTo>
                      <a:pt x="130" y="10"/>
                      <a:pt x="130" y="10"/>
                      <a:pt x="130" y="10"/>
                    </a:cubicBezTo>
                    <a:cubicBezTo>
                      <a:pt x="129" y="10"/>
                      <a:pt x="129" y="10"/>
                      <a:pt x="129" y="10"/>
                    </a:cubicBezTo>
                    <a:cubicBezTo>
                      <a:pt x="130" y="9"/>
                      <a:pt x="130" y="9"/>
                      <a:pt x="130" y="9"/>
                    </a:cubicBezTo>
                    <a:cubicBezTo>
                      <a:pt x="134" y="12"/>
                      <a:pt x="134" y="12"/>
                      <a:pt x="134" y="12"/>
                    </a:cubicBezTo>
                    <a:cubicBezTo>
                      <a:pt x="135" y="12"/>
                      <a:pt x="136" y="13"/>
                      <a:pt x="137" y="14"/>
                    </a:cubicBezTo>
                    <a:cubicBezTo>
                      <a:pt x="137" y="15"/>
                      <a:pt x="137" y="16"/>
                      <a:pt x="136" y="17"/>
                    </a:cubicBezTo>
                    <a:close/>
                    <a:moveTo>
                      <a:pt x="129" y="17"/>
                    </a:moveTo>
                    <a:cubicBezTo>
                      <a:pt x="131" y="18"/>
                      <a:pt x="131" y="18"/>
                      <a:pt x="131" y="18"/>
                    </a:cubicBezTo>
                    <a:cubicBezTo>
                      <a:pt x="131" y="18"/>
                      <a:pt x="132" y="18"/>
                      <a:pt x="133" y="18"/>
                    </a:cubicBezTo>
                    <a:cubicBezTo>
                      <a:pt x="134" y="18"/>
                      <a:pt x="134" y="17"/>
                      <a:pt x="135" y="16"/>
                    </a:cubicBezTo>
                    <a:cubicBezTo>
                      <a:pt x="135" y="15"/>
                      <a:pt x="136" y="15"/>
                      <a:pt x="135" y="14"/>
                    </a:cubicBezTo>
                    <a:cubicBezTo>
                      <a:pt x="135" y="13"/>
                      <a:pt x="135" y="12"/>
                      <a:pt x="133" y="12"/>
                    </a:cubicBezTo>
                    <a:cubicBezTo>
                      <a:pt x="133" y="11"/>
                      <a:pt x="133" y="11"/>
                      <a:pt x="133" y="11"/>
                    </a:cubicBezTo>
                    <a:cubicBezTo>
                      <a:pt x="132" y="11"/>
                      <a:pt x="132" y="11"/>
                      <a:pt x="132" y="11"/>
                    </a:cubicBezTo>
                    <a:cubicBezTo>
                      <a:pt x="132" y="11"/>
                      <a:pt x="132" y="11"/>
                      <a:pt x="132" y="12"/>
                    </a:cubicBezTo>
                    <a:cubicBezTo>
                      <a:pt x="129" y="17"/>
                      <a:pt x="129" y="17"/>
                      <a:pt x="129" y="17"/>
                    </a:cubicBezTo>
                    <a:close/>
                    <a:moveTo>
                      <a:pt x="141" y="25"/>
                    </a:moveTo>
                    <a:cubicBezTo>
                      <a:pt x="142" y="27"/>
                      <a:pt x="142" y="28"/>
                      <a:pt x="142" y="28"/>
                    </a:cubicBezTo>
                    <a:cubicBezTo>
                      <a:pt x="142" y="29"/>
                      <a:pt x="142" y="30"/>
                      <a:pt x="142" y="30"/>
                    </a:cubicBezTo>
                    <a:cubicBezTo>
                      <a:pt x="141" y="31"/>
                      <a:pt x="141" y="32"/>
                      <a:pt x="140" y="32"/>
                    </a:cubicBezTo>
                    <a:cubicBezTo>
                      <a:pt x="139" y="32"/>
                      <a:pt x="138" y="32"/>
                      <a:pt x="137" y="32"/>
                    </a:cubicBezTo>
                    <a:cubicBezTo>
                      <a:pt x="137" y="31"/>
                      <a:pt x="136" y="30"/>
                      <a:pt x="136" y="29"/>
                    </a:cubicBezTo>
                    <a:cubicBezTo>
                      <a:pt x="135" y="28"/>
                      <a:pt x="136" y="27"/>
                      <a:pt x="136" y="26"/>
                    </a:cubicBezTo>
                    <a:cubicBezTo>
                      <a:pt x="136" y="26"/>
                      <a:pt x="136" y="26"/>
                      <a:pt x="136" y="26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5" y="30"/>
                      <a:pt x="135" y="30"/>
                      <a:pt x="135" y="30"/>
                    </a:cubicBezTo>
                    <a:cubicBezTo>
                      <a:pt x="135" y="30"/>
                      <a:pt x="135" y="30"/>
                      <a:pt x="136" y="31"/>
                    </a:cubicBezTo>
                    <a:cubicBezTo>
                      <a:pt x="136" y="31"/>
                      <a:pt x="136" y="32"/>
                      <a:pt x="137" y="32"/>
                    </a:cubicBezTo>
                    <a:cubicBezTo>
                      <a:pt x="138" y="33"/>
                      <a:pt x="139" y="33"/>
                      <a:pt x="140" y="33"/>
                    </a:cubicBezTo>
                    <a:cubicBezTo>
                      <a:pt x="142" y="33"/>
                      <a:pt x="142" y="32"/>
                      <a:pt x="143" y="31"/>
                    </a:cubicBezTo>
                    <a:cubicBezTo>
                      <a:pt x="144" y="30"/>
                      <a:pt x="144" y="29"/>
                      <a:pt x="144" y="28"/>
                    </a:cubicBezTo>
                    <a:cubicBezTo>
                      <a:pt x="144" y="27"/>
                      <a:pt x="143" y="26"/>
                      <a:pt x="142" y="25"/>
                    </a:cubicBezTo>
                    <a:cubicBezTo>
                      <a:pt x="141" y="23"/>
                      <a:pt x="141" y="22"/>
                      <a:pt x="141" y="22"/>
                    </a:cubicBezTo>
                    <a:cubicBezTo>
                      <a:pt x="141" y="21"/>
                      <a:pt x="141" y="20"/>
                      <a:pt x="141" y="20"/>
                    </a:cubicBezTo>
                    <a:cubicBezTo>
                      <a:pt x="142" y="19"/>
                      <a:pt x="142" y="19"/>
                      <a:pt x="143" y="19"/>
                    </a:cubicBezTo>
                    <a:cubicBezTo>
                      <a:pt x="144" y="18"/>
                      <a:pt x="144" y="18"/>
                      <a:pt x="145" y="19"/>
                    </a:cubicBezTo>
                    <a:cubicBezTo>
                      <a:pt x="146" y="20"/>
                      <a:pt x="147" y="20"/>
                      <a:pt x="147" y="21"/>
                    </a:cubicBezTo>
                    <a:cubicBezTo>
                      <a:pt x="147" y="22"/>
                      <a:pt x="147" y="23"/>
                      <a:pt x="147" y="24"/>
                    </a:cubicBezTo>
                    <a:cubicBezTo>
                      <a:pt x="147" y="24"/>
                      <a:pt x="147" y="24"/>
                      <a:pt x="147" y="24"/>
                    </a:cubicBezTo>
                    <a:cubicBezTo>
                      <a:pt x="149" y="21"/>
                      <a:pt x="149" y="21"/>
                      <a:pt x="149" y="21"/>
                    </a:cubicBezTo>
                    <a:cubicBezTo>
                      <a:pt x="149" y="21"/>
                      <a:pt x="149" y="21"/>
                      <a:pt x="148" y="21"/>
                    </a:cubicBezTo>
                    <a:cubicBezTo>
                      <a:pt x="148" y="21"/>
                      <a:pt x="148" y="21"/>
                      <a:pt x="148" y="21"/>
                    </a:cubicBezTo>
                    <a:cubicBezTo>
                      <a:pt x="148" y="21"/>
                      <a:pt x="147" y="20"/>
                      <a:pt x="147" y="20"/>
                    </a:cubicBezTo>
                    <a:cubicBezTo>
                      <a:pt x="147" y="19"/>
                      <a:pt x="146" y="19"/>
                      <a:pt x="146" y="19"/>
                    </a:cubicBezTo>
                    <a:cubicBezTo>
                      <a:pt x="145" y="18"/>
                      <a:pt x="144" y="18"/>
                      <a:pt x="143" y="18"/>
                    </a:cubicBezTo>
                    <a:cubicBezTo>
                      <a:pt x="141" y="18"/>
                      <a:pt x="141" y="19"/>
                      <a:pt x="140" y="19"/>
                    </a:cubicBezTo>
                    <a:cubicBezTo>
                      <a:pt x="139" y="20"/>
                      <a:pt x="139" y="21"/>
                      <a:pt x="139" y="22"/>
                    </a:cubicBezTo>
                    <a:cubicBezTo>
                      <a:pt x="140" y="23"/>
                      <a:pt x="140" y="24"/>
                      <a:pt x="141" y="25"/>
                    </a:cubicBezTo>
                    <a:close/>
                    <a:moveTo>
                      <a:pt x="154" y="26"/>
                    </a:moveTo>
                    <a:cubicBezTo>
                      <a:pt x="154" y="26"/>
                      <a:pt x="154" y="26"/>
                      <a:pt x="154" y="26"/>
                    </a:cubicBezTo>
                    <a:cubicBezTo>
                      <a:pt x="159" y="31"/>
                      <a:pt x="159" y="31"/>
                      <a:pt x="159" y="31"/>
                    </a:cubicBezTo>
                    <a:cubicBezTo>
                      <a:pt x="159" y="31"/>
                      <a:pt x="159" y="31"/>
                      <a:pt x="159" y="31"/>
                    </a:cubicBezTo>
                    <a:cubicBezTo>
                      <a:pt x="158" y="30"/>
                      <a:pt x="158" y="30"/>
                      <a:pt x="158" y="30"/>
                    </a:cubicBezTo>
                    <a:cubicBezTo>
                      <a:pt x="157" y="29"/>
                      <a:pt x="157" y="29"/>
                      <a:pt x="157" y="29"/>
                    </a:cubicBezTo>
                    <a:cubicBezTo>
                      <a:pt x="157" y="29"/>
                      <a:pt x="157" y="29"/>
                      <a:pt x="156" y="30"/>
                    </a:cubicBezTo>
                    <a:cubicBezTo>
                      <a:pt x="147" y="39"/>
                      <a:pt x="147" y="39"/>
                      <a:pt x="147" y="39"/>
                    </a:cubicBezTo>
                    <a:cubicBezTo>
                      <a:pt x="147" y="39"/>
                      <a:pt x="147" y="39"/>
                      <a:pt x="147" y="40"/>
                    </a:cubicBezTo>
                    <a:cubicBezTo>
                      <a:pt x="147" y="40"/>
                      <a:pt x="147" y="40"/>
                      <a:pt x="148" y="40"/>
                    </a:cubicBezTo>
                    <a:cubicBezTo>
                      <a:pt x="149" y="42"/>
                      <a:pt x="149" y="42"/>
                      <a:pt x="149" y="42"/>
                    </a:cubicBezTo>
                    <a:cubicBezTo>
                      <a:pt x="149" y="42"/>
                      <a:pt x="149" y="42"/>
                      <a:pt x="149" y="42"/>
                    </a:cubicBezTo>
                    <a:cubicBezTo>
                      <a:pt x="143" y="37"/>
                      <a:pt x="143" y="37"/>
                      <a:pt x="143" y="37"/>
                    </a:cubicBezTo>
                    <a:cubicBezTo>
                      <a:pt x="144" y="37"/>
                      <a:pt x="144" y="37"/>
                      <a:pt x="144" y="37"/>
                    </a:cubicBezTo>
                    <a:cubicBezTo>
                      <a:pt x="145" y="38"/>
                      <a:pt x="145" y="38"/>
                      <a:pt x="145" y="38"/>
                    </a:cubicBezTo>
                    <a:cubicBezTo>
                      <a:pt x="146" y="38"/>
                      <a:pt x="146" y="38"/>
                      <a:pt x="146" y="38"/>
                    </a:cubicBezTo>
                    <a:cubicBezTo>
                      <a:pt x="146" y="38"/>
                      <a:pt x="146" y="38"/>
                      <a:pt x="146" y="38"/>
                    </a:cubicBezTo>
                    <a:cubicBezTo>
                      <a:pt x="155" y="29"/>
                      <a:pt x="155" y="29"/>
                      <a:pt x="155" y="29"/>
                    </a:cubicBezTo>
                    <a:cubicBezTo>
                      <a:pt x="155" y="28"/>
                      <a:pt x="156" y="28"/>
                      <a:pt x="156" y="28"/>
                    </a:cubicBezTo>
                    <a:cubicBezTo>
                      <a:pt x="156" y="28"/>
                      <a:pt x="155" y="28"/>
                      <a:pt x="155" y="27"/>
                    </a:cubicBezTo>
                    <a:cubicBezTo>
                      <a:pt x="154" y="26"/>
                      <a:pt x="154" y="26"/>
                      <a:pt x="154" y="26"/>
                    </a:cubicBezTo>
                    <a:close/>
                    <a:moveTo>
                      <a:pt x="155" y="50"/>
                    </a:moveTo>
                    <a:cubicBezTo>
                      <a:pt x="156" y="50"/>
                      <a:pt x="156" y="50"/>
                      <a:pt x="156" y="50"/>
                    </a:cubicBezTo>
                    <a:cubicBezTo>
                      <a:pt x="155" y="49"/>
                      <a:pt x="155" y="49"/>
                      <a:pt x="155" y="49"/>
                    </a:cubicBezTo>
                    <a:cubicBezTo>
                      <a:pt x="155" y="49"/>
                      <a:pt x="155" y="49"/>
                      <a:pt x="155" y="49"/>
                    </a:cubicBezTo>
                    <a:cubicBezTo>
                      <a:pt x="155" y="49"/>
                      <a:pt x="155" y="48"/>
                      <a:pt x="155" y="48"/>
                    </a:cubicBezTo>
                    <a:cubicBezTo>
                      <a:pt x="165" y="40"/>
                      <a:pt x="165" y="40"/>
                      <a:pt x="165" y="40"/>
                    </a:cubicBezTo>
                    <a:cubicBezTo>
                      <a:pt x="166" y="40"/>
                      <a:pt x="166" y="40"/>
                      <a:pt x="166" y="40"/>
                    </a:cubicBezTo>
                    <a:cubicBezTo>
                      <a:pt x="166" y="40"/>
                      <a:pt x="166" y="40"/>
                      <a:pt x="167" y="40"/>
                    </a:cubicBezTo>
                    <a:cubicBezTo>
                      <a:pt x="167" y="41"/>
                      <a:pt x="167" y="42"/>
                      <a:pt x="167" y="42"/>
                    </a:cubicBezTo>
                    <a:cubicBezTo>
                      <a:pt x="167" y="43"/>
                      <a:pt x="167" y="43"/>
                      <a:pt x="166" y="45"/>
                    </a:cubicBezTo>
                    <a:cubicBezTo>
                      <a:pt x="166" y="45"/>
                      <a:pt x="166" y="45"/>
                      <a:pt x="166" y="45"/>
                    </a:cubicBezTo>
                    <a:cubicBezTo>
                      <a:pt x="169" y="42"/>
                      <a:pt x="169" y="42"/>
                      <a:pt x="169" y="42"/>
                    </a:cubicBezTo>
                    <a:cubicBezTo>
                      <a:pt x="163" y="35"/>
                      <a:pt x="163" y="35"/>
                      <a:pt x="163" y="35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62" y="37"/>
                      <a:pt x="163" y="37"/>
                      <a:pt x="163" y="37"/>
                    </a:cubicBezTo>
                    <a:cubicBezTo>
                      <a:pt x="163" y="37"/>
                      <a:pt x="164" y="37"/>
                      <a:pt x="164" y="38"/>
                    </a:cubicBezTo>
                    <a:cubicBezTo>
                      <a:pt x="165" y="38"/>
                      <a:pt x="165" y="38"/>
                      <a:pt x="165" y="38"/>
                    </a:cubicBezTo>
                    <a:cubicBezTo>
                      <a:pt x="165" y="39"/>
                      <a:pt x="165" y="39"/>
                      <a:pt x="164" y="39"/>
                    </a:cubicBezTo>
                    <a:cubicBezTo>
                      <a:pt x="154" y="47"/>
                      <a:pt x="154" y="47"/>
                      <a:pt x="154" y="47"/>
                    </a:cubicBezTo>
                    <a:cubicBezTo>
                      <a:pt x="154" y="47"/>
                      <a:pt x="154" y="47"/>
                      <a:pt x="154" y="47"/>
                    </a:cubicBezTo>
                    <a:cubicBezTo>
                      <a:pt x="154" y="47"/>
                      <a:pt x="153" y="47"/>
                      <a:pt x="153" y="47"/>
                    </a:cubicBezTo>
                    <a:cubicBezTo>
                      <a:pt x="153" y="46"/>
                      <a:pt x="153" y="46"/>
                      <a:pt x="153" y="46"/>
                    </a:cubicBezTo>
                    <a:cubicBezTo>
                      <a:pt x="152" y="47"/>
                      <a:pt x="152" y="47"/>
                      <a:pt x="152" y="47"/>
                    </a:cubicBezTo>
                    <a:cubicBezTo>
                      <a:pt x="155" y="50"/>
                      <a:pt x="155" y="50"/>
                      <a:pt x="155" y="50"/>
                    </a:cubicBezTo>
                    <a:close/>
                    <a:moveTo>
                      <a:pt x="174" y="54"/>
                    </a:moveTo>
                    <a:cubicBezTo>
                      <a:pt x="174" y="54"/>
                      <a:pt x="175" y="54"/>
                      <a:pt x="175" y="53"/>
                    </a:cubicBezTo>
                    <a:cubicBezTo>
                      <a:pt x="175" y="53"/>
                      <a:pt x="175" y="53"/>
                      <a:pt x="174" y="53"/>
                    </a:cubicBezTo>
                    <a:cubicBezTo>
                      <a:pt x="174" y="52"/>
                      <a:pt x="174" y="52"/>
                      <a:pt x="174" y="52"/>
                    </a:cubicBezTo>
                    <a:cubicBezTo>
                      <a:pt x="175" y="52"/>
                      <a:pt x="175" y="52"/>
                      <a:pt x="175" y="52"/>
                    </a:cubicBezTo>
                    <a:cubicBezTo>
                      <a:pt x="177" y="55"/>
                      <a:pt x="177" y="55"/>
                      <a:pt x="177" y="55"/>
                    </a:cubicBezTo>
                    <a:cubicBezTo>
                      <a:pt x="176" y="55"/>
                      <a:pt x="176" y="55"/>
                      <a:pt x="176" y="55"/>
                    </a:cubicBezTo>
                    <a:cubicBezTo>
                      <a:pt x="176" y="55"/>
                      <a:pt x="176" y="55"/>
                      <a:pt x="176" y="55"/>
                    </a:cubicBezTo>
                    <a:cubicBezTo>
                      <a:pt x="176" y="55"/>
                      <a:pt x="176" y="55"/>
                      <a:pt x="175" y="55"/>
                    </a:cubicBezTo>
                    <a:cubicBezTo>
                      <a:pt x="175" y="55"/>
                      <a:pt x="175" y="55"/>
                      <a:pt x="174" y="55"/>
                    </a:cubicBezTo>
                    <a:cubicBezTo>
                      <a:pt x="166" y="56"/>
                      <a:pt x="166" y="56"/>
                      <a:pt x="166" y="56"/>
                    </a:cubicBezTo>
                    <a:cubicBezTo>
                      <a:pt x="162" y="58"/>
                      <a:pt x="162" y="58"/>
                      <a:pt x="162" y="58"/>
                    </a:cubicBezTo>
                    <a:cubicBezTo>
                      <a:pt x="162" y="59"/>
                      <a:pt x="162" y="59"/>
                      <a:pt x="162" y="59"/>
                    </a:cubicBezTo>
                    <a:cubicBezTo>
                      <a:pt x="161" y="59"/>
                      <a:pt x="162" y="59"/>
                      <a:pt x="162" y="60"/>
                    </a:cubicBezTo>
                    <a:cubicBezTo>
                      <a:pt x="162" y="60"/>
                      <a:pt x="162" y="60"/>
                      <a:pt x="162" y="60"/>
                    </a:cubicBezTo>
                    <a:cubicBezTo>
                      <a:pt x="162" y="61"/>
                      <a:pt x="162" y="61"/>
                      <a:pt x="162" y="61"/>
                    </a:cubicBezTo>
                    <a:cubicBezTo>
                      <a:pt x="159" y="56"/>
                      <a:pt x="159" y="56"/>
                      <a:pt x="159" y="56"/>
                    </a:cubicBezTo>
                    <a:cubicBezTo>
                      <a:pt x="160" y="56"/>
                      <a:pt x="160" y="56"/>
                      <a:pt x="160" y="56"/>
                    </a:cubicBezTo>
                    <a:cubicBezTo>
                      <a:pt x="160" y="57"/>
                      <a:pt x="160" y="57"/>
                      <a:pt x="160" y="57"/>
                    </a:cubicBezTo>
                    <a:cubicBezTo>
                      <a:pt x="160" y="57"/>
                      <a:pt x="160" y="57"/>
                      <a:pt x="161" y="57"/>
                    </a:cubicBezTo>
                    <a:cubicBezTo>
                      <a:pt x="161" y="57"/>
                      <a:pt x="161" y="57"/>
                      <a:pt x="161" y="57"/>
                    </a:cubicBezTo>
                    <a:cubicBezTo>
                      <a:pt x="165" y="55"/>
                      <a:pt x="165" y="55"/>
                      <a:pt x="165" y="55"/>
                    </a:cubicBezTo>
                    <a:cubicBezTo>
                      <a:pt x="171" y="48"/>
                      <a:pt x="171" y="48"/>
                      <a:pt x="171" y="48"/>
                    </a:cubicBezTo>
                    <a:cubicBezTo>
                      <a:pt x="171" y="48"/>
                      <a:pt x="171" y="48"/>
                      <a:pt x="171" y="47"/>
                    </a:cubicBezTo>
                    <a:cubicBezTo>
                      <a:pt x="171" y="47"/>
                      <a:pt x="171" y="47"/>
                      <a:pt x="171" y="47"/>
                    </a:cubicBezTo>
                    <a:cubicBezTo>
                      <a:pt x="171" y="46"/>
                      <a:pt x="171" y="46"/>
                      <a:pt x="171" y="46"/>
                    </a:cubicBezTo>
                    <a:cubicBezTo>
                      <a:pt x="171" y="46"/>
                      <a:pt x="171" y="46"/>
                      <a:pt x="171" y="46"/>
                    </a:cubicBezTo>
                    <a:cubicBezTo>
                      <a:pt x="173" y="50"/>
                      <a:pt x="173" y="50"/>
                      <a:pt x="173" y="50"/>
                    </a:cubicBezTo>
                    <a:cubicBezTo>
                      <a:pt x="173" y="50"/>
                      <a:pt x="173" y="50"/>
                      <a:pt x="173" y="50"/>
                    </a:cubicBezTo>
                    <a:cubicBezTo>
                      <a:pt x="173" y="49"/>
                      <a:pt x="173" y="49"/>
                      <a:pt x="173" y="49"/>
                    </a:cubicBezTo>
                    <a:cubicBezTo>
                      <a:pt x="172" y="49"/>
                      <a:pt x="172" y="49"/>
                      <a:pt x="172" y="49"/>
                    </a:cubicBezTo>
                    <a:cubicBezTo>
                      <a:pt x="172" y="49"/>
                      <a:pt x="172" y="49"/>
                      <a:pt x="171" y="49"/>
                    </a:cubicBezTo>
                    <a:cubicBezTo>
                      <a:pt x="167" y="55"/>
                      <a:pt x="167" y="55"/>
                      <a:pt x="167" y="55"/>
                    </a:cubicBezTo>
                    <a:cubicBezTo>
                      <a:pt x="167" y="55"/>
                      <a:pt x="167" y="55"/>
                      <a:pt x="167" y="55"/>
                    </a:cubicBezTo>
                    <a:lnTo>
                      <a:pt x="174" y="54"/>
                    </a:lnTo>
                    <a:close/>
                  </a:path>
                </a:pathLst>
              </a:custGeom>
              <a:solidFill>
                <a:srgbClr val="FFFFFF"/>
              </a:solidFill>
              <a:ln w="3175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8" name="ïśľíḓé"/>
              <p:cNvSpPr/>
              <p:nvPr/>
            </p:nvSpPr>
            <p:spPr bwMode="auto">
              <a:xfrm>
                <a:off x="3667126" y="3184525"/>
                <a:ext cx="492125" cy="496888"/>
              </a:xfrm>
              <a:custGeom>
                <a:avLst/>
                <a:gdLst>
                  <a:gd name="T0" fmla="*/ 74 w 149"/>
                  <a:gd name="T1" fmla="*/ 0 h 149"/>
                  <a:gd name="T2" fmla="*/ 149 w 149"/>
                  <a:gd name="T3" fmla="*/ 74 h 149"/>
                  <a:gd name="T4" fmla="*/ 74 w 149"/>
                  <a:gd name="T5" fmla="*/ 149 h 149"/>
                  <a:gd name="T6" fmla="*/ 0 w 149"/>
                  <a:gd name="T7" fmla="*/ 74 h 149"/>
                  <a:gd name="T8" fmla="*/ 74 w 149"/>
                  <a:gd name="T9" fmla="*/ 0 h 149"/>
                  <a:gd name="T10" fmla="*/ 74 w 149"/>
                  <a:gd name="T11" fmla="*/ 2 h 149"/>
                  <a:gd name="T12" fmla="*/ 2 w 149"/>
                  <a:gd name="T13" fmla="*/ 74 h 149"/>
                  <a:gd name="T14" fmla="*/ 74 w 149"/>
                  <a:gd name="T15" fmla="*/ 146 h 149"/>
                  <a:gd name="T16" fmla="*/ 146 w 149"/>
                  <a:gd name="T17" fmla="*/ 74 h 149"/>
                  <a:gd name="T18" fmla="*/ 74 w 149"/>
                  <a:gd name="T19" fmla="*/ 2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9" h="149">
                    <a:moveTo>
                      <a:pt x="74" y="0"/>
                    </a:moveTo>
                    <a:cubicBezTo>
                      <a:pt x="115" y="0"/>
                      <a:pt x="149" y="33"/>
                      <a:pt x="149" y="74"/>
                    </a:cubicBezTo>
                    <a:cubicBezTo>
                      <a:pt x="149" y="115"/>
                      <a:pt x="115" y="149"/>
                      <a:pt x="74" y="149"/>
                    </a:cubicBezTo>
                    <a:cubicBezTo>
                      <a:pt x="33" y="149"/>
                      <a:pt x="0" y="115"/>
                      <a:pt x="0" y="74"/>
                    </a:cubicBezTo>
                    <a:cubicBezTo>
                      <a:pt x="0" y="33"/>
                      <a:pt x="33" y="0"/>
                      <a:pt x="74" y="0"/>
                    </a:cubicBezTo>
                    <a:close/>
                    <a:moveTo>
                      <a:pt x="74" y="2"/>
                    </a:moveTo>
                    <a:cubicBezTo>
                      <a:pt x="35" y="2"/>
                      <a:pt x="2" y="34"/>
                      <a:pt x="2" y="74"/>
                    </a:cubicBezTo>
                    <a:cubicBezTo>
                      <a:pt x="2" y="114"/>
                      <a:pt x="35" y="146"/>
                      <a:pt x="74" y="146"/>
                    </a:cubicBezTo>
                    <a:cubicBezTo>
                      <a:pt x="114" y="146"/>
                      <a:pt x="146" y="114"/>
                      <a:pt x="146" y="74"/>
                    </a:cubicBezTo>
                    <a:cubicBezTo>
                      <a:pt x="146" y="34"/>
                      <a:pt x="114" y="2"/>
                      <a:pt x="74" y="2"/>
                    </a:cubicBezTo>
                    <a:close/>
                  </a:path>
                </a:pathLst>
              </a:custGeom>
              <a:solidFill>
                <a:srgbClr val="0052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9" name="ïslíḍê"/>
              <p:cNvSpPr/>
              <p:nvPr/>
            </p:nvSpPr>
            <p:spPr bwMode="auto">
              <a:xfrm>
                <a:off x="3775076" y="3248025"/>
                <a:ext cx="274638" cy="146050"/>
              </a:xfrm>
              <a:custGeom>
                <a:avLst/>
                <a:gdLst>
                  <a:gd name="T0" fmla="*/ 10 w 83"/>
                  <a:gd name="T1" fmla="*/ 43 h 44"/>
                  <a:gd name="T2" fmla="*/ 18 w 83"/>
                  <a:gd name="T3" fmla="*/ 39 h 44"/>
                  <a:gd name="T4" fmla="*/ 67 w 83"/>
                  <a:gd name="T5" fmla="*/ 39 h 44"/>
                  <a:gd name="T6" fmla="*/ 73 w 83"/>
                  <a:gd name="T7" fmla="*/ 42 h 44"/>
                  <a:gd name="T8" fmla="*/ 76 w 83"/>
                  <a:gd name="T9" fmla="*/ 43 h 44"/>
                  <a:gd name="T10" fmla="*/ 83 w 83"/>
                  <a:gd name="T11" fmla="*/ 35 h 44"/>
                  <a:gd name="T12" fmla="*/ 76 w 83"/>
                  <a:gd name="T13" fmla="*/ 37 h 44"/>
                  <a:gd name="T14" fmla="*/ 69 w 83"/>
                  <a:gd name="T15" fmla="*/ 33 h 44"/>
                  <a:gd name="T16" fmla="*/ 70 w 83"/>
                  <a:gd name="T17" fmla="*/ 26 h 44"/>
                  <a:gd name="T18" fmla="*/ 64 w 83"/>
                  <a:gd name="T19" fmla="*/ 30 h 44"/>
                  <a:gd name="T20" fmla="*/ 59 w 83"/>
                  <a:gd name="T21" fmla="*/ 31 h 44"/>
                  <a:gd name="T22" fmla="*/ 56 w 83"/>
                  <a:gd name="T23" fmla="*/ 29 h 44"/>
                  <a:gd name="T24" fmla="*/ 56 w 83"/>
                  <a:gd name="T25" fmla="*/ 24 h 44"/>
                  <a:gd name="T26" fmla="*/ 58 w 83"/>
                  <a:gd name="T27" fmla="*/ 23 h 44"/>
                  <a:gd name="T28" fmla="*/ 58 w 83"/>
                  <a:gd name="T29" fmla="*/ 19 h 44"/>
                  <a:gd name="T30" fmla="*/ 54 w 83"/>
                  <a:gd name="T31" fmla="*/ 19 h 44"/>
                  <a:gd name="T32" fmla="*/ 53 w 83"/>
                  <a:gd name="T33" fmla="*/ 21 h 44"/>
                  <a:gd name="T34" fmla="*/ 44 w 83"/>
                  <a:gd name="T35" fmla="*/ 21 h 44"/>
                  <a:gd name="T36" fmla="*/ 43 w 83"/>
                  <a:gd name="T37" fmla="*/ 18 h 44"/>
                  <a:gd name="T38" fmla="*/ 44 w 83"/>
                  <a:gd name="T39" fmla="*/ 13 h 44"/>
                  <a:gd name="T40" fmla="*/ 43 w 83"/>
                  <a:gd name="T41" fmla="*/ 8 h 44"/>
                  <a:gd name="T42" fmla="*/ 43 w 83"/>
                  <a:gd name="T43" fmla="*/ 6 h 44"/>
                  <a:gd name="T44" fmla="*/ 43 w 83"/>
                  <a:gd name="T45" fmla="*/ 2 h 44"/>
                  <a:gd name="T46" fmla="*/ 43 w 83"/>
                  <a:gd name="T47" fmla="*/ 0 h 44"/>
                  <a:gd name="T48" fmla="*/ 40 w 83"/>
                  <a:gd name="T49" fmla="*/ 0 h 44"/>
                  <a:gd name="T50" fmla="*/ 39 w 83"/>
                  <a:gd name="T51" fmla="*/ 2 h 44"/>
                  <a:gd name="T52" fmla="*/ 39 w 83"/>
                  <a:gd name="T53" fmla="*/ 6 h 44"/>
                  <a:gd name="T54" fmla="*/ 39 w 83"/>
                  <a:gd name="T55" fmla="*/ 8 h 44"/>
                  <a:gd name="T56" fmla="*/ 38 w 83"/>
                  <a:gd name="T57" fmla="*/ 13 h 44"/>
                  <a:gd name="T58" fmla="*/ 38 w 83"/>
                  <a:gd name="T59" fmla="*/ 18 h 44"/>
                  <a:gd name="T60" fmla="*/ 38 w 83"/>
                  <a:gd name="T61" fmla="*/ 21 h 44"/>
                  <a:gd name="T62" fmla="*/ 30 w 83"/>
                  <a:gd name="T63" fmla="*/ 21 h 44"/>
                  <a:gd name="T64" fmla="*/ 29 w 83"/>
                  <a:gd name="T65" fmla="*/ 19 h 44"/>
                  <a:gd name="T66" fmla="*/ 25 w 83"/>
                  <a:gd name="T67" fmla="*/ 19 h 44"/>
                  <a:gd name="T68" fmla="*/ 25 w 83"/>
                  <a:gd name="T69" fmla="*/ 23 h 44"/>
                  <a:gd name="T70" fmla="*/ 26 w 83"/>
                  <a:gd name="T71" fmla="*/ 24 h 44"/>
                  <a:gd name="T72" fmla="*/ 27 w 83"/>
                  <a:gd name="T73" fmla="*/ 29 h 44"/>
                  <a:gd name="T74" fmla="*/ 22 w 83"/>
                  <a:gd name="T75" fmla="*/ 31 h 44"/>
                  <a:gd name="T76" fmla="*/ 13 w 83"/>
                  <a:gd name="T77" fmla="*/ 26 h 44"/>
                  <a:gd name="T78" fmla="*/ 13 w 83"/>
                  <a:gd name="T79" fmla="*/ 35 h 44"/>
                  <a:gd name="T80" fmla="*/ 7 w 83"/>
                  <a:gd name="T81" fmla="*/ 37 h 44"/>
                  <a:gd name="T82" fmla="*/ 0 w 83"/>
                  <a:gd name="T83" fmla="*/ 34 h 44"/>
                  <a:gd name="T84" fmla="*/ 5 w 83"/>
                  <a:gd name="T85" fmla="*/ 42 h 44"/>
                  <a:gd name="T86" fmla="*/ 10 w 83"/>
                  <a:gd name="T87" fmla="*/ 43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83" h="44">
                    <a:moveTo>
                      <a:pt x="10" y="43"/>
                    </a:moveTo>
                    <a:cubicBezTo>
                      <a:pt x="18" y="39"/>
                      <a:pt x="18" y="39"/>
                      <a:pt x="18" y="39"/>
                    </a:cubicBezTo>
                    <a:cubicBezTo>
                      <a:pt x="67" y="39"/>
                      <a:pt x="67" y="39"/>
                      <a:pt x="67" y="39"/>
                    </a:cubicBezTo>
                    <a:cubicBezTo>
                      <a:pt x="73" y="42"/>
                      <a:pt x="73" y="42"/>
                      <a:pt x="73" y="42"/>
                    </a:cubicBezTo>
                    <a:cubicBezTo>
                      <a:pt x="74" y="43"/>
                      <a:pt x="75" y="43"/>
                      <a:pt x="76" y="43"/>
                    </a:cubicBezTo>
                    <a:cubicBezTo>
                      <a:pt x="80" y="42"/>
                      <a:pt x="83" y="35"/>
                      <a:pt x="83" y="35"/>
                    </a:cubicBezTo>
                    <a:cubicBezTo>
                      <a:pt x="83" y="35"/>
                      <a:pt x="79" y="38"/>
                      <a:pt x="76" y="37"/>
                    </a:cubicBezTo>
                    <a:cubicBezTo>
                      <a:pt x="73" y="37"/>
                      <a:pt x="69" y="36"/>
                      <a:pt x="69" y="33"/>
                    </a:cubicBezTo>
                    <a:cubicBezTo>
                      <a:pt x="69" y="30"/>
                      <a:pt x="70" y="27"/>
                      <a:pt x="70" y="26"/>
                    </a:cubicBezTo>
                    <a:cubicBezTo>
                      <a:pt x="70" y="26"/>
                      <a:pt x="67" y="29"/>
                      <a:pt x="64" y="30"/>
                    </a:cubicBezTo>
                    <a:cubicBezTo>
                      <a:pt x="61" y="32"/>
                      <a:pt x="60" y="31"/>
                      <a:pt x="59" y="31"/>
                    </a:cubicBezTo>
                    <a:cubicBezTo>
                      <a:pt x="57" y="30"/>
                      <a:pt x="56" y="29"/>
                      <a:pt x="56" y="29"/>
                    </a:cubicBezTo>
                    <a:cubicBezTo>
                      <a:pt x="56" y="24"/>
                      <a:pt x="56" y="24"/>
                      <a:pt x="56" y="24"/>
                    </a:cubicBezTo>
                    <a:cubicBezTo>
                      <a:pt x="58" y="23"/>
                      <a:pt x="58" y="23"/>
                      <a:pt x="58" y="23"/>
                    </a:cubicBezTo>
                    <a:cubicBezTo>
                      <a:pt x="58" y="19"/>
                      <a:pt x="58" y="19"/>
                      <a:pt x="58" y="19"/>
                    </a:cubicBezTo>
                    <a:cubicBezTo>
                      <a:pt x="54" y="19"/>
                      <a:pt x="54" y="19"/>
                      <a:pt x="54" y="19"/>
                    </a:cubicBezTo>
                    <a:cubicBezTo>
                      <a:pt x="54" y="19"/>
                      <a:pt x="54" y="21"/>
                      <a:pt x="53" y="21"/>
                    </a:cubicBezTo>
                    <a:cubicBezTo>
                      <a:pt x="52" y="21"/>
                      <a:pt x="44" y="21"/>
                      <a:pt x="44" y="21"/>
                    </a:cubicBezTo>
                    <a:cubicBezTo>
                      <a:pt x="44" y="21"/>
                      <a:pt x="43" y="20"/>
                      <a:pt x="43" y="18"/>
                    </a:cubicBezTo>
                    <a:cubicBezTo>
                      <a:pt x="44" y="17"/>
                      <a:pt x="44" y="17"/>
                      <a:pt x="44" y="13"/>
                    </a:cubicBezTo>
                    <a:cubicBezTo>
                      <a:pt x="44" y="10"/>
                      <a:pt x="44" y="9"/>
                      <a:pt x="43" y="8"/>
                    </a:cubicBezTo>
                    <a:cubicBezTo>
                      <a:pt x="43" y="7"/>
                      <a:pt x="42" y="7"/>
                      <a:pt x="43" y="6"/>
                    </a:cubicBezTo>
                    <a:cubicBezTo>
                      <a:pt x="44" y="5"/>
                      <a:pt x="44" y="4"/>
                      <a:pt x="43" y="2"/>
                    </a:cubicBezTo>
                    <a:cubicBezTo>
                      <a:pt x="42" y="1"/>
                      <a:pt x="43" y="2"/>
                      <a:pt x="43" y="0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39" y="0"/>
                      <a:pt x="40" y="1"/>
                      <a:pt x="39" y="2"/>
                    </a:cubicBezTo>
                    <a:cubicBezTo>
                      <a:pt x="38" y="3"/>
                      <a:pt x="38" y="5"/>
                      <a:pt x="39" y="6"/>
                    </a:cubicBezTo>
                    <a:cubicBezTo>
                      <a:pt x="39" y="7"/>
                      <a:pt x="40" y="7"/>
                      <a:pt x="39" y="8"/>
                    </a:cubicBezTo>
                    <a:cubicBezTo>
                      <a:pt x="38" y="9"/>
                      <a:pt x="38" y="10"/>
                      <a:pt x="38" y="13"/>
                    </a:cubicBezTo>
                    <a:cubicBezTo>
                      <a:pt x="38" y="16"/>
                      <a:pt x="38" y="17"/>
                      <a:pt x="38" y="18"/>
                    </a:cubicBezTo>
                    <a:cubicBezTo>
                      <a:pt x="39" y="20"/>
                      <a:pt x="38" y="21"/>
                      <a:pt x="38" y="21"/>
                    </a:cubicBezTo>
                    <a:cubicBezTo>
                      <a:pt x="37" y="21"/>
                      <a:pt x="30" y="21"/>
                      <a:pt x="30" y="21"/>
                    </a:cubicBezTo>
                    <a:cubicBezTo>
                      <a:pt x="30" y="21"/>
                      <a:pt x="29" y="20"/>
                      <a:pt x="29" y="19"/>
                    </a:cubicBezTo>
                    <a:cubicBezTo>
                      <a:pt x="25" y="19"/>
                      <a:pt x="25" y="19"/>
                      <a:pt x="25" y="19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7" y="29"/>
                      <a:pt x="24" y="31"/>
                      <a:pt x="22" y="31"/>
                    </a:cubicBezTo>
                    <a:cubicBezTo>
                      <a:pt x="19" y="31"/>
                      <a:pt x="13" y="26"/>
                      <a:pt x="13" y="26"/>
                    </a:cubicBezTo>
                    <a:cubicBezTo>
                      <a:pt x="13" y="26"/>
                      <a:pt x="14" y="33"/>
                      <a:pt x="13" y="35"/>
                    </a:cubicBezTo>
                    <a:cubicBezTo>
                      <a:pt x="13" y="37"/>
                      <a:pt x="10" y="37"/>
                      <a:pt x="7" y="37"/>
                    </a:cubicBezTo>
                    <a:cubicBezTo>
                      <a:pt x="4" y="37"/>
                      <a:pt x="0" y="35"/>
                      <a:pt x="0" y="34"/>
                    </a:cubicBezTo>
                    <a:cubicBezTo>
                      <a:pt x="0" y="34"/>
                      <a:pt x="3" y="40"/>
                      <a:pt x="5" y="42"/>
                    </a:cubicBezTo>
                    <a:cubicBezTo>
                      <a:pt x="7" y="44"/>
                      <a:pt x="10" y="43"/>
                      <a:pt x="10" y="43"/>
                    </a:cubicBez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0" name="íṡļïdê"/>
              <p:cNvSpPr/>
              <p:nvPr/>
            </p:nvSpPr>
            <p:spPr bwMode="auto">
              <a:xfrm>
                <a:off x="3614738" y="3370263"/>
                <a:ext cx="596900" cy="241300"/>
              </a:xfrm>
              <a:custGeom>
                <a:avLst/>
                <a:gdLst>
                  <a:gd name="T0" fmla="*/ 58 w 181"/>
                  <a:gd name="T1" fmla="*/ 72 h 72"/>
                  <a:gd name="T2" fmla="*/ 8 w 181"/>
                  <a:gd name="T3" fmla="*/ 72 h 72"/>
                  <a:gd name="T4" fmla="*/ 3 w 181"/>
                  <a:gd name="T5" fmla="*/ 63 h 72"/>
                  <a:gd name="T6" fmla="*/ 6 w 181"/>
                  <a:gd name="T7" fmla="*/ 63 h 72"/>
                  <a:gd name="T8" fmla="*/ 11 w 181"/>
                  <a:gd name="T9" fmla="*/ 55 h 72"/>
                  <a:gd name="T10" fmla="*/ 14 w 181"/>
                  <a:gd name="T11" fmla="*/ 55 h 72"/>
                  <a:gd name="T12" fmla="*/ 14 w 181"/>
                  <a:gd name="T13" fmla="*/ 29 h 72"/>
                  <a:gd name="T14" fmla="*/ 0 w 181"/>
                  <a:gd name="T15" fmla="*/ 4 h 72"/>
                  <a:gd name="T16" fmla="*/ 30 w 181"/>
                  <a:gd name="T17" fmla="*/ 0 h 72"/>
                  <a:gd name="T18" fmla="*/ 58 w 181"/>
                  <a:gd name="T19" fmla="*/ 8 h 72"/>
                  <a:gd name="T20" fmla="*/ 51 w 181"/>
                  <a:gd name="T21" fmla="*/ 25 h 72"/>
                  <a:gd name="T22" fmla="*/ 131 w 181"/>
                  <a:gd name="T23" fmla="*/ 25 h 72"/>
                  <a:gd name="T24" fmla="*/ 122 w 181"/>
                  <a:gd name="T25" fmla="*/ 8 h 72"/>
                  <a:gd name="T26" fmla="*/ 150 w 181"/>
                  <a:gd name="T27" fmla="*/ 0 h 72"/>
                  <a:gd name="T28" fmla="*/ 181 w 181"/>
                  <a:gd name="T29" fmla="*/ 5 h 72"/>
                  <a:gd name="T30" fmla="*/ 166 w 181"/>
                  <a:gd name="T31" fmla="*/ 28 h 72"/>
                  <a:gd name="T32" fmla="*/ 166 w 181"/>
                  <a:gd name="T33" fmla="*/ 55 h 72"/>
                  <a:gd name="T34" fmla="*/ 171 w 181"/>
                  <a:gd name="T35" fmla="*/ 55 h 72"/>
                  <a:gd name="T36" fmla="*/ 178 w 181"/>
                  <a:gd name="T37" fmla="*/ 65 h 72"/>
                  <a:gd name="T38" fmla="*/ 174 w 181"/>
                  <a:gd name="T39" fmla="*/ 72 h 72"/>
                  <a:gd name="T40" fmla="*/ 58 w 181"/>
                  <a:gd name="T41" fmla="*/ 7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81" h="72">
                    <a:moveTo>
                      <a:pt x="58" y="72"/>
                    </a:moveTo>
                    <a:cubicBezTo>
                      <a:pt x="8" y="72"/>
                      <a:pt x="8" y="72"/>
                      <a:pt x="8" y="72"/>
                    </a:cubicBezTo>
                    <a:cubicBezTo>
                      <a:pt x="3" y="63"/>
                      <a:pt x="3" y="63"/>
                      <a:pt x="3" y="63"/>
                    </a:cubicBezTo>
                    <a:cubicBezTo>
                      <a:pt x="6" y="63"/>
                      <a:pt x="6" y="63"/>
                      <a:pt x="6" y="63"/>
                    </a:cubicBezTo>
                    <a:cubicBezTo>
                      <a:pt x="7" y="61"/>
                      <a:pt x="10" y="57"/>
                      <a:pt x="11" y="55"/>
                    </a:cubicBezTo>
                    <a:cubicBezTo>
                      <a:pt x="12" y="55"/>
                      <a:pt x="13" y="55"/>
                      <a:pt x="14" y="55"/>
                    </a:cubicBezTo>
                    <a:cubicBezTo>
                      <a:pt x="14" y="45"/>
                      <a:pt x="14" y="39"/>
                      <a:pt x="14" y="29"/>
                    </a:cubicBezTo>
                    <a:cubicBezTo>
                      <a:pt x="6" y="25"/>
                      <a:pt x="0" y="19"/>
                      <a:pt x="0" y="4"/>
                    </a:cubicBezTo>
                    <a:cubicBezTo>
                      <a:pt x="13" y="19"/>
                      <a:pt x="25" y="20"/>
                      <a:pt x="30" y="0"/>
                    </a:cubicBezTo>
                    <a:cubicBezTo>
                      <a:pt x="40" y="22"/>
                      <a:pt x="50" y="16"/>
                      <a:pt x="58" y="8"/>
                    </a:cubicBezTo>
                    <a:cubicBezTo>
                      <a:pt x="59" y="17"/>
                      <a:pt x="51" y="24"/>
                      <a:pt x="51" y="25"/>
                    </a:cubicBezTo>
                    <a:cubicBezTo>
                      <a:pt x="131" y="25"/>
                      <a:pt x="131" y="25"/>
                      <a:pt x="131" y="25"/>
                    </a:cubicBezTo>
                    <a:cubicBezTo>
                      <a:pt x="128" y="21"/>
                      <a:pt x="123" y="15"/>
                      <a:pt x="122" y="8"/>
                    </a:cubicBezTo>
                    <a:cubicBezTo>
                      <a:pt x="131" y="18"/>
                      <a:pt x="141" y="23"/>
                      <a:pt x="150" y="0"/>
                    </a:cubicBezTo>
                    <a:cubicBezTo>
                      <a:pt x="160" y="23"/>
                      <a:pt x="169" y="16"/>
                      <a:pt x="181" y="5"/>
                    </a:cubicBezTo>
                    <a:cubicBezTo>
                      <a:pt x="178" y="23"/>
                      <a:pt x="174" y="23"/>
                      <a:pt x="166" y="28"/>
                    </a:cubicBezTo>
                    <a:cubicBezTo>
                      <a:pt x="166" y="38"/>
                      <a:pt x="166" y="45"/>
                      <a:pt x="166" y="55"/>
                    </a:cubicBezTo>
                    <a:cubicBezTo>
                      <a:pt x="168" y="55"/>
                      <a:pt x="169" y="55"/>
                      <a:pt x="171" y="55"/>
                    </a:cubicBezTo>
                    <a:cubicBezTo>
                      <a:pt x="178" y="65"/>
                      <a:pt x="178" y="65"/>
                      <a:pt x="178" y="65"/>
                    </a:cubicBezTo>
                    <a:cubicBezTo>
                      <a:pt x="174" y="72"/>
                      <a:pt x="174" y="72"/>
                      <a:pt x="174" y="72"/>
                    </a:cubicBezTo>
                    <a:lnTo>
                      <a:pt x="58" y="7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1" name="iş1ïďe"/>
              <p:cNvSpPr/>
              <p:nvPr/>
            </p:nvSpPr>
            <p:spPr bwMode="auto">
              <a:xfrm>
                <a:off x="3624263" y="3381375"/>
                <a:ext cx="577850" cy="200025"/>
              </a:xfrm>
              <a:custGeom>
                <a:avLst/>
                <a:gdLst>
                  <a:gd name="T0" fmla="*/ 130 w 175"/>
                  <a:gd name="T1" fmla="*/ 51 h 60"/>
                  <a:gd name="T2" fmla="*/ 130 w 175"/>
                  <a:gd name="T3" fmla="*/ 50 h 60"/>
                  <a:gd name="T4" fmla="*/ 48 w 175"/>
                  <a:gd name="T5" fmla="*/ 50 h 60"/>
                  <a:gd name="T6" fmla="*/ 48 w 175"/>
                  <a:gd name="T7" fmla="*/ 51 h 60"/>
                  <a:gd name="T8" fmla="*/ 52 w 175"/>
                  <a:gd name="T9" fmla="*/ 51 h 60"/>
                  <a:gd name="T10" fmla="*/ 48 w 175"/>
                  <a:gd name="T11" fmla="*/ 60 h 60"/>
                  <a:gd name="T12" fmla="*/ 7 w 175"/>
                  <a:gd name="T13" fmla="*/ 60 h 60"/>
                  <a:gd name="T14" fmla="*/ 10 w 175"/>
                  <a:gd name="T15" fmla="*/ 54 h 60"/>
                  <a:gd name="T16" fmla="*/ 14 w 175"/>
                  <a:gd name="T17" fmla="*/ 54 h 60"/>
                  <a:gd name="T18" fmla="*/ 13 w 175"/>
                  <a:gd name="T19" fmla="*/ 25 h 60"/>
                  <a:gd name="T20" fmla="*/ 0 w 175"/>
                  <a:gd name="T21" fmla="*/ 7 h 60"/>
                  <a:gd name="T22" fmla="*/ 28 w 175"/>
                  <a:gd name="T23" fmla="*/ 0 h 60"/>
                  <a:gd name="T24" fmla="*/ 55 w 175"/>
                  <a:gd name="T25" fmla="*/ 7 h 60"/>
                  <a:gd name="T26" fmla="*/ 48 w 175"/>
                  <a:gd name="T27" fmla="*/ 22 h 60"/>
                  <a:gd name="T28" fmla="*/ 127 w 175"/>
                  <a:gd name="T29" fmla="*/ 22 h 60"/>
                  <a:gd name="T30" fmla="*/ 119 w 175"/>
                  <a:gd name="T31" fmla="*/ 7 h 60"/>
                  <a:gd name="T32" fmla="*/ 147 w 175"/>
                  <a:gd name="T33" fmla="*/ 0 h 60"/>
                  <a:gd name="T34" fmla="*/ 175 w 175"/>
                  <a:gd name="T35" fmla="*/ 7 h 60"/>
                  <a:gd name="T36" fmla="*/ 161 w 175"/>
                  <a:gd name="T37" fmla="*/ 24 h 60"/>
                  <a:gd name="T38" fmla="*/ 161 w 175"/>
                  <a:gd name="T39" fmla="*/ 53 h 60"/>
                  <a:gd name="T40" fmla="*/ 165 w 175"/>
                  <a:gd name="T41" fmla="*/ 53 h 60"/>
                  <a:gd name="T42" fmla="*/ 169 w 175"/>
                  <a:gd name="T43" fmla="*/ 60 h 60"/>
                  <a:gd name="T44" fmla="*/ 128 w 175"/>
                  <a:gd name="T45" fmla="*/ 60 h 60"/>
                  <a:gd name="T46" fmla="*/ 124 w 175"/>
                  <a:gd name="T47" fmla="*/ 51 h 60"/>
                  <a:gd name="T48" fmla="*/ 130 w 175"/>
                  <a:gd name="T49" fmla="*/ 51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75" h="60">
                    <a:moveTo>
                      <a:pt x="130" y="51"/>
                    </a:moveTo>
                    <a:cubicBezTo>
                      <a:pt x="130" y="50"/>
                      <a:pt x="130" y="50"/>
                      <a:pt x="130" y="50"/>
                    </a:cubicBezTo>
                    <a:cubicBezTo>
                      <a:pt x="48" y="50"/>
                      <a:pt x="48" y="50"/>
                      <a:pt x="48" y="50"/>
                    </a:cubicBezTo>
                    <a:cubicBezTo>
                      <a:pt x="48" y="51"/>
                      <a:pt x="48" y="51"/>
                      <a:pt x="48" y="51"/>
                    </a:cubicBezTo>
                    <a:cubicBezTo>
                      <a:pt x="52" y="51"/>
                      <a:pt x="52" y="51"/>
                      <a:pt x="52" y="51"/>
                    </a:cubicBezTo>
                    <a:cubicBezTo>
                      <a:pt x="48" y="60"/>
                      <a:pt x="48" y="60"/>
                      <a:pt x="48" y="60"/>
                    </a:cubicBezTo>
                    <a:cubicBezTo>
                      <a:pt x="34" y="60"/>
                      <a:pt x="20" y="60"/>
                      <a:pt x="7" y="60"/>
                    </a:cubicBezTo>
                    <a:cubicBezTo>
                      <a:pt x="8" y="58"/>
                      <a:pt x="9" y="56"/>
                      <a:pt x="10" y="54"/>
                    </a:cubicBezTo>
                    <a:cubicBezTo>
                      <a:pt x="11" y="54"/>
                      <a:pt x="12" y="54"/>
                      <a:pt x="14" y="54"/>
                    </a:cubicBezTo>
                    <a:cubicBezTo>
                      <a:pt x="14" y="44"/>
                      <a:pt x="13" y="34"/>
                      <a:pt x="13" y="25"/>
                    </a:cubicBezTo>
                    <a:cubicBezTo>
                      <a:pt x="5" y="20"/>
                      <a:pt x="1" y="14"/>
                      <a:pt x="0" y="7"/>
                    </a:cubicBezTo>
                    <a:cubicBezTo>
                      <a:pt x="12" y="18"/>
                      <a:pt x="22" y="17"/>
                      <a:pt x="28" y="0"/>
                    </a:cubicBezTo>
                    <a:cubicBezTo>
                      <a:pt x="37" y="22"/>
                      <a:pt x="47" y="15"/>
                      <a:pt x="55" y="7"/>
                    </a:cubicBezTo>
                    <a:cubicBezTo>
                      <a:pt x="55" y="14"/>
                      <a:pt x="50" y="17"/>
                      <a:pt x="48" y="22"/>
                    </a:cubicBezTo>
                    <a:cubicBezTo>
                      <a:pt x="127" y="22"/>
                      <a:pt x="127" y="22"/>
                      <a:pt x="127" y="22"/>
                    </a:cubicBezTo>
                    <a:cubicBezTo>
                      <a:pt x="125" y="18"/>
                      <a:pt x="120" y="14"/>
                      <a:pt x="119" y="7"/>
                    </a:cubicBezTo>
                    <a:cubicBezTo>
                      <a:pt x="127" y="15"/>
                      <a:pt x="137" y="22"/>
                      <a:pt x="147" y="0"/>
                    </a:cubicBezTo>
                    <a:cubicBezTo>
                      <a:pt x="153" y="17"/>
                      <a:pt x="163" y="18"/>
                      <a:pt x="175" y="7"/>
                    </a:cubicBezTo>
                    <a:cubicBezTo>
                      <a:pt x="173" y="14"/>
                      <a:pt x="169" y="19"/>
                      <a:pt x="161" y="24"/>
                    </a:cubicBezTo>
                    <a:cubicBezTo>
                      <a:pt x="161" y="34"/>
                      <a:pt x="161" y="44"/>
                      <a:pt x="161" y="53"/>
                    </a:cubicBezTo>
                    <a:cubicBezTo>
                      <a:pt x="162" y="53"/>
                      <a:pt x="164" y="53"/>
                      <a:pt x="165" y="53"/>
                    </a:cubicBezTo>
                    <a:cubicBezTo>
                      <a:pt x="166" y="55"/>
                      <a:pt x="167" y="58"/>
                      <a:pt x="169" y="60"/>
                    </a:cubicBezTo>
                    <a:cubicBezTo>
                      <a:pt x="155" y="60"/>
                      <a:pt x="142" y="60"/>
                      <a:pt x="128" y="60"/>
                    </a:cubicBezTo>
                    <a:cubicBezTo>
                      <a:pt x="124" y="51"/>
                      <a:pt x="124" y="51"/>
                      <a:pt x="124" y="51"/>
                    </a:cubicBezTo>
                    <a:lnTo>
                      <a:pt x="130" y="51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2" name="ïṩḷíḍé"/>
              <p:cNvSpPr/>
              <p:nvPr/>
            </p:nvSpPr>
            <p:spPr bwMode="auto">
              <a:xfrm>
                <a:off x="4065588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3" name="ïśľíḍè"/>
              <p:cNvSpPr/>
              <p:nvPr/>
            </p:nvSpPr>
            <p:spPr bwMode="auto">
              <a:xfrm>
                <a:off x="3740151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4" name="í$ḻîḋè"/>
              <p:cNvSpPr/>
              <p:nvPr/>
            </p:nvSpPr>
            <p:spPr bwMode="auto">
              <a:xfrm>
                <a:off x="4125913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5" name="iṣļíḋe"/>
              <p:cNvSpPr/>
              <p:nvPr/>
            </p:nvSpPr>
            <p:spPr bwMode="auto">
              <a:xfrm>
                <a:off x="3709988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6" name="iṩḷiḓé"/>
              <p:cNvSpPr/>
              <p:nvPr/>
            </p:nvSpPr>
            <p:spPr bwMode="auto">
              <a:xfrm>
                <a:off x="4095751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7" name="iSľiḍè"/>
              <p:cNvSpPr/>
              <p:nvPr/>
            </p:nvSpPr>
            <p:spPr bwMode="auto">
              <a:xfrm>
                <a:off x="3663951" y="3460750"/>
                <a:ext cx="495300" cy="31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8" name="ïṩḷîḍe"/>
              <p:cNvSpPr/>
              <p:nvPr/>
            </p:nvSpPr>
            <p:spPr bwMode="auto">
              <a:xfrm>
                <a:off x="3663951" y="3473450"/>
                <a:ext cx="115888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9" name="íšḻiḑê"/>
              <p:cNvSpPr/>
              <p:nvPr/>
            </p:nvSpPr>
            <p:spPr bwMode="auto">
              <a:xfrm>
                <a:off x="3789363" y="3473450"/>
                <a:ext cx="428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0" name="ïṩļïďè"/>
              <p:cNvSpPr/>
              <p:nvPr/>
            </p:nvSpPr>
            <p:spPr bwMode="auto">
              <a:xfrm>
                <a:off x="3851276" y="3473450"/>
                <a:ext cx="57150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1" name="îṥlïḋê"/>
              <p:cNvSpPr/>
              <p:nvPr/>
            </p:nvSpPr>
            <p:spPr bwMode="auto">
              <a:xfrm>
                <a:off x="3917951" y="3473450"/>
                <a:ext cx="555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2" name="îṧľïdè"/>
              <p:cNvSpPr/>
              <p:nvPr/>
            </p:nvSpPr>
            <p:spPr bwMode="auto">
              <a:xfrm>
                <a:off x="3994151" y="3473450"/>
                <a:ext cx="428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3" name="iSḷîḓê"/>
              <p:cNvSpPr/>
              <p:nvPr/>
            </p:nvSpPr>
            <p:spPr bwMode="auto">
              <a:xfrm>
                <a:off x="4046538" y="3473450"/>
                <a:ext cx="11271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4" name="îślíďè"/>
              <p:cNvSpPr/>
              <p:nvPr/>
            </p:nvSpPr>
            <p:spPr bwMode="auto">
              <a:xfrm>
                <a:off x="3979863" y="3473450"/>
                <a:ext cx="7938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5" name="iSḻïḍè"/>
              <p:cNvSpPr/>
              <p:nvPr/>
            </p:nvSpPr>
            <p:spPr bwMode="auto">
              <a:xfrm>
                <a:off x="3838576" y="3473450"/>
                <a:ext cx="6350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6" name="ïṡliḑê"/>
              <p:cNvSpPr/>
              <p:nvPr/>
            </p:nvSpPr>
            <p:spPr bwMode="auto">
              <a:xfrm>
                <a:off x="3851276" y="3384550"/>
                <a:ext cx="26988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7" name="islïďé"/>
              <p:cNvSpPr/>
              <p:nvPr/>
            </p:nvSpPr>
            <p:spPr bwMode="auto">
              <a:xfrm>
                <a:off x="3817938" y="3384550"/>
                <a:ext cx="26988" cy="15875"/>
              </a:xfrm>
              <a:custGeom>
                <a:avLst/>
                <a:gdLst>
                  <a:gd name="T0" fmla="*/ 7 w 8"/>
                  <a:gd name="T1" fmla="*/ 0 h 5"/>
                  <a:gd name="T2" fmla="*/ 8 w 8"/>
                  <a:gd name="T3" fmla="*/ 2 h 5"/>
                  <a:gd name="T4" fmla="*/ 1 w 8"/>
                  <a:gd name="T5" fmla="*/ 5 h 5"/>
                  <a:gd name="T6" fmla="*/ 7 w 8"/>
                  <a:gd name="T7" fmla="*/ 0 h 5"/>
                  <a:gd name="T8" fmla="*/ 7 w 8"/>
                  <a:gd name="T9" fmla="*/ 0 h 5"/>
                  <a:gd name="T10" fmla="*/ 7 w 8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5">
                    <a:moveTo>
                      <a:pt x="7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0" y="2"/>
                      <a:pt x="7" y="0"/>
                    </a:cubicBezTo>
                    <a:close/>
                    <a:moveTo>
                      <a:pt x="7" y="0"/>
                    </a:moveTo>
                    <a:cubicBezTo>
                      <a:pt x="7" y="0"/>
                      <a:pt x="7" y="0"/>
                      <a:pt x="7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8" name="îṥḷîdé"/>
              <p:cNvSpPr/>
              <p:nvPr/>
            </p:nvSpPr>
            <p:spPr bwMode="auto">
              <a:xfrm>
                <a:off x="3983038" y="3384550"/>
                <a:ext cx="26988" cy="15875"/>
              </a:xfrm>
              <a:custGeom>
                <a:avLst/>
                <a:gdLst>
                  <a:gd name="T0" fmla="*/ 1 w 8"/>
                  <a:gd name="T1" fmla="*/ 0 h 5"/>
                  <a:gd name="T2" fmla="*/ 0 w 8"/>
                  <a:gd name="T3" fmla="*/ 2 h 5"/>
                  <a:gd name="T4" fmla="*/ 7 w 8"/>
                  <a:gd name="T5" fmla="*/ 5 h 5"/>
                  <a:gd name="T6" fmla="*/ 1 w 8"/>
                  <a:gd name="T7" fmla="*/ 0 h 5"/>
                  <a:gd name="T8" fmla="*/ 1 w 8"/>
                  <a:gd name="T9" fmla="*/ 0 h 5"/>
                  <a:gd name="T10" fmla="*/ 1 w 8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5">
                    <a:moveTo>
                      <a:pt x="1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7" y="5"/>
                      <a:pt x="7" y="5"/>
                      <a:pt x="7" y="5"/>
                    </a:cubicBezTo>
                    <a:cubicBezTo>
                      <a:pt x="7" y="5"/>
                      <a:pt x="8" y="2"/>
                      <a:pt x="1" y="0"/>
                    </a:cubicBezTo>
                    <a:close/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9" name="isḷîḋé"/>
              <p:cNvSpPr/>
              <p:nvPr/>
            </p:nvSpPr>
            <p:spPr bwMode="auto">
              <a:xfrm>
                <a:off x="3884613" y="3384550"/>
                <a:ext cx="26988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0" name="iśḷïḑè"/>
              <p:cNvSpPr/>
              <p:nvPr/>
            </p:nvSpPr>
            <p:spPr bwMode="auto">
              <a:xfrm>
                <a:off x="3917951" y="3384550"/>
                <a:ext cx="25400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1" name="iṧľiďé"/>
              <p:cNvSpPr/>
              <p:nvPr/>
            </p:nvSpPr>
            <p:spPr bwMode="auto">
              <a:xfrm>
                <a:off x="3951288" y="3384550"/>
                <a:ext cx="25400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" name="išľïḍé"/>
              <p:cNvSpPr/>
              <p:nvPr/>
            </p:nvSpPr>
            <p:spPr bwMode="auto">
              <a:xfrm>
                <a:off x="3771901" y="3484563"/>
                <a:ext cx="7938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" name="îŝlîḑè"/>
              <p:cNvSpPr/>
              <p:nvPr/>
            </p:nvSpPr>
            <p:spPr bwMode="auto">
              <a:xfrm>
                <a:off x="3786188" y="3484563"/>
                <a:ext cx="46038" cy="60325"/>
              </a:xfrm>
              <a:custGeom>
                <a:avLst/>
                <a:gdLst>
                  <a:gd name="T0" fmla="*/ 8 w 29"/>
                  <a:gd name="T1" fmla="*/ 0 h 38"/>
                  <a:gd name="T2" fmla="*/ 20 w 29"/>
                  <a:gd name="T3" fmla="*/ 0 h 38"/>
                  <a:gd name="T4" fmla="*/ 29 w 29"/>
                  <a:gd name="T5" fmla="*/ 8 h 38"/>
                  <a:gd name="T6" fmla="*/ 29 w 29"/>
                  <a:gd name="T7" fmla="*/ 38 h 38"/>
                  <a:gd name="T8" fmla="*/ 0 w 29"/>
                  <a:gd name="T9" fmla="*/ 38 h 38"/>
                  <a:gd name="T10" fmla="*/ 0 w 29"/>
                  <a:gd name="T11" fmla="*/ 8 h 38"/>
                  <a:gd name="T12" fmla="*/ 8 w 29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8">
                    <a:moveTo>
                      <a:pt x="8" y="0"/>
                    </a:moveTo>
                    <a:lnTo>
                      <a:pt x="20" y="0"/>
                    </a:lnTo>
                    <a:lnTo>
                      <a:pt x="29" y="8"/>
                    </a:lnTo>
                    <a:lnTo>
                      <a:pt x="29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" name="îṩḻíḓe"/>
              <p:cNvSpPr/>
              <p:nvPr/>
            </p:nvSpPr>
            <p:spPr bwMode="auto">
              <a:xfrm>
                <a:off x="3994151" y="3484563"/>
                <a:ext cx="46038" cy="60325"/>
              </a:xfrm>
              <a:custGeom>
                <a:avLst/>
                <a:gdLst>
                  <a:gd name="T0" fmla="*/ 8 w 29"/>
                  <a:gd name="T1" fmla="*/ 0 h 38"/>
                  <a:gd name="T2" fmla="*/ 18 w 29"/>
                  <a:gd name="T3" fmla="*/ 0 h 38"/>
                  <a:gd name="T4" fmla="*/ 29 w 29"/>
                  <a:gd name="T5" fmla="*/ 8 h 38"/>
                  <a:gd name="T6" fmla="*/ 29 w 29"/>
                  <a:gd name="T7" fmla="*/ 38 h 38"/>
                  <a:gd name="T8" fmla="*/ 0 w 29"/>
                  <a:gd name="T9" fmla="*/ 38 h 38"/>
                  <a:gd name="T10" fmla="*/ 0 w 29"/>
                  <a:gd name="T11" fmla="*/ 8 h 38"/>
                  <a:gd name="T12" fmla="*/ 8 w 29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8">
                    <a:moveTo>
                      <a:pt x="8" y="0"/>
                    </a:moveTo>
                    <a:lnTo>
                      <a:pt x="18" y="0"/>
                    </a:lnTo>
                    <a:lnTo>
                      <a:pt x="29" y="8"/>
                    </a:lnTo>
                    <a:lnTo>
                      <a:pt x="29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" name="î$1îdè"/>
              <p:cNvSpPr/>
              <p:nvPr/>
            </p:nvSpPr>
            <p:spPr bwMode="auto">
              <a:xfrm>
                <a:off x="3851276" y="3484563"/>
                <a:ext cx="122238" cy="60325"/>
              </a:xfrm>
              <a:custGeom>
                <a:avLst/>
                <a:gdLst>
                  <a:gd name="T0" fmla="*/ 9 w 77"/>
                  <a:gd name="T1" fmla="*/ 0 h 38"/>
                  <a:gd name="T2" fmla="*/ 69 w 77"/>
                  <a:gd name="T3" fmla="*/ 0 h 38"/>
                  <a:gd name="T4" fmla="*/ 77 w 77"/>
                  <a:gd name="T5" fmla="*/ 8 h 38"/>
                  <a:gd name="T6" fmla="*/ 77 w 77"/>
                  <a:gd name="T7" fmla="*/ 38 h 38"/>
                  <a:gd name="T8" fmla="*/ 0 w 77"/>
                  <a:gd name="T9" fmla="*/ 38 h 38"/>
                  <a:gd name="T10" fmla="*/ 0 w 77"/>
                  <a:gd name="T11" fmla="*/ 8 h 38"/>
                  <a:gd name="T12" fmla="*/ 9 w 77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7" h="38">
                    <a:moveTo>
                      <a:pt x="9" y="0"/>
                    </a:moveTo>
                    <a:lnTo>
                      <a:pt x="69" y="0"/>
                    </a:lnTo>
                    <a:lnTo>
                      <a:pt x="77" y="8"/>
                    </a:lnTo>
                    <a:lnTo>
                      <a:pt x="77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" name="iśľïḓe"/>
              <p:cNvSpPr/>
              <p:nvPr/>
            </p:nvSpPr>
            <p:spPr bwMode="auto">
              <a:xfrm>
                <a:off x="4046538" y="3484563"/>
                <a:ext cx="6350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" name="iṣļïḑè"/>
              <p:cNvSpPr/>
              <p:nvPr/>
            </p:nvSpPr>
            <p:spPr bwMode="auto">
              <a:xfrm>
                <a:off x="3838576" y="3484563"/>
                <a:ext cx="6350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" name="iṡḷidé"/>
              <p:cNvSpPr/>
              <p:nvPr/>
            </p:nvSpPr>
            <p:spPr bwMode="auto">
              <a:xfrm>
                <a:off x="3979863" y="3484563"/>
                <a:ext cx="3175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" name="íṡḷíḋe"/>
              <p:cNvSpPr/>
              <p:nvPr/>
            </p:nvSpPr>
            <p:spPr bwMode="auto">
              <a:xfrm>
                <a:off x="3811588" y="3551238"/>
                <a:ext cx="20478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0" name="íŝ1iḑê"/>
              <p:cNvSpPr/>
              <p:nvPr/>
            </p:nvSpPr>
            <p:spPr bwMode="auto">
              <a:xfrm>
                <a:off x="3805238" y="3557588"/>
                <a:ext cx="214313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1" name="îṩḷiḑe"/>
              <p:cNvSpPr/>
              <p:nvPr/>
            </p:nvSpPr>
            <p:spPr bwMode="auto">
              <a:xfrm>
                <a:off x="3802063" y="3567113"/>
                <a:ext cx="220663" cy="1588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2" name="iṧḻiḑê"/>
              <p:cNvSpPr/>
              <p:nvPr/>
            </p:nvSpPr>
            <p:spPr bwMode="auto">
              <a:xfrm>
                <a:off x="3802063" y="3570288"/>
                <a:ext cx="22383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3" name="ïṣḻîḋè"/>
              <p:cNvSpPr/>
              <p:nvPr/>
            </p:nvSpPr>
            <p:spPr bwMode="auto">
              <a:xfrm>
                <a:off x="3795713" y="3581400"/>
                <a:ext cx="234950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4" name="îṡ1îḍé"/>
              <p:cNvSpPr/>
              <p:nvPr/>
            </p:nvSpPr>
            <p:spPr bwMode="auto">
              <a:xfrm>
                <a:off x="3633788" y="3587750"/>
                <a:ext cx="560388" cy="6350"/>
              </a:xfrm>
              <a:custGeom>
                <a:avLst/>
                <a:gdLst>
                  <a:gd name="T0" fmla="*/ 0 w 353"/>
                  <a:gd name="T1" fmla="*/ 0 h 4"/>
                  <a:gd name="T2" fmla="*/ 353 w 353"/>
                  <a:gd name="T3" fmla="*/ 0 h 4"/>
                  <a:gd name="T4" fmla="*/ 351 w 353"/>
                  <a:gd name="T5" fmla="*/ 4 h 4"/>
                  <a:gd name="T6" fmla="*/ 2 w 353"/>
                  <a:gd name="T7" fmla="*/ 4 h 4"/>
                  <a:gd name="T8" fmla="*/ 0 w 353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3" h="4">
                    <a:moveTo>
                      <a:pt x="0" y="0"/>
                    </a:moveTo>
                    <a:lnTo>
                      <a:pt x="353" y="0"/>
                    </a:lnTo>
                    <a:lnTo>
                      <a:pt x="351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5" name="îš1íḑe"/>
              <p:cNvSpPr/>
              <p:nvPr/>
            </p:nvSpPr>
            <p:spPr bwMode="auto">
              <a:xfrm>
                <a:off x="3640138" y="3600450"/>
                <a:ext cx="547688" cy="6350"/>
              </a:xfrm>
              <a:custGeom>
                <a:avLst/>
                <a:gdLst>
                  <a:gd name="T0" fmla="*/ 0 w 345"/>
                  <a:gd name="T1" fmla="*/ 0 h 4"/>
                  <a:gd name="T2" fmla="*/ 345 w 345"/>
                  <a:gd name="T3" fmla="*/ 0 h 4"/>
                  <a:gd name="T4" fmla="*/ 343 w 345"/>
                  <a:gd name="T5" fmla="*/ 4 h 4"/>
                  <a:gd name="T6" fmla="*/ 2 w 345"/>
                  <a:gd name="T7" fmla="*/ 4 h 4"/>
                  <a:gd name="T8" fmla="*/ 0 w 345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5" h="4">
                    <a:moveTo>
                      <a:pt x="0" y="0"/>
                    </a:moveTo>
                    <a:lnTo>
                      <a:pt x="345" y="0"/>
                    </a:lnTo>
                    <a:lnTo>
                      <a:pt x="343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6" name="iš1ïḍe"/>
              <p:cNvSpPr/>
              <p:nvPr/>
            </p:nvSpPr>
            <p:spPr bwMode="auto">
              <a:xfrm>
                <a:off x="3736976" y="3406775"/>
                <a:ext cx="352425" cy="4763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7" name="îSḻîde"/>
              <p:cNvSpPr/>
              <p:nvPr/>
            </p:nvSpPr>
            <p:spPr bwMode="auto">
              <a:xfrm>
                <a:off x="3746501" y="3417888"/>
                <a:ext cx="3333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8" name="î$ḻîḑé"/>
              <p:cNvSpPr/>
              <p:nvPr/>
            </p:nvSpPr>
            <p:spPr bwMode="auto">
              <a:xfrm>
                <a:off x="3805238" y="3417888"/>
                <a:ext cx="211138" cy="1588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9" name="íŝļïḓe"/>
              <p:cNvSpPr/>
              <p:nvPr/>
            </p:nvSpPr>
            <p:spPr bwMode="auto">
              <a:xfrm>
                <a:off x="3811588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0" name="îS1iḍé"/>
              <p:cNvSpPr/>
              <p:nvPr/>
            </p:nvSpPr>
            <p:spPr bwMode="auto">
              <a:xfrm>
                <a:off x="3802063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1" name="išlïdé"/>
              <p:cNvSpPr/>
              <p:nvPr/>
            </p:nvSpPr>
            <p:spPr bwMode="auto">
              <a:xfrm>
                <a:off x="3789363" y="3421063"/>
                <a:ext cx="6350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2" name="ïSlïde"/>
              <p:cNvSpPr/>
              <p:nvPr/>
            </p:nvSpPr>
            <p:spPr bwMode="auto">
              <a:xfrm>
                <a:off x="3822701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3" name="îşľïďe"/>
              <p:cNvSpPr/>
              <p:nvPr/>
            </p:nvSpPr>
            <p:spPr bwMode="auto">
              <a:xfrm>
                <a:off x="3832226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4" name="ïşľíďê"/>
              <p:cNvSpPr/>
              <p:nvPr/>
            </p:nvSpPr>
            <p:spPr bwMode="auto">
              <a:xfrm>
                <a:off x="38449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5" name="íś1ïdè"/>
              <p:cNvSpPr/>
              <p:nvPr/>
            </p:nvSpPr>
            <p:spPr bwMode="auto">
              <a:xfrm>
                <a:off x="3854451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6" name="iṩḷiḍe"/>
              <p:cNvSpPr/>
              <p:nvPr/>
            </p:nvSpPr>
            <p:spPr bwMode="auto">
              <a:xfrm>
                <a:off x="3865563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7" name="ïŝ1iďè"/>
              <p:cNvSpPr/>
              <p:nvPr/>
            </p:nvSpPr>
            <p:spPr bwMode="auto">
              <a:xfrm>
                <a:off x="3878263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8" name="íṩļíḋê"/>
              <p:cNvSpPr/>
              <p:nvPr/>
            </p:nvSpPr>
            <p:spPr bwMode="auto">
              <a:xfrm>
                <a:off x="3887788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9" name="ïṧ1ïdè"/>
              <p:cNvSpPr/>
              <p:nvPr/>
            </p:nvSpPr>
            <p:spPr bwMode="auto">
              <a:xfrm>
                <a:off x="3897313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0" name="íŝḻîḍé"/>
              <p:cNvSpPr/>
              <p:nvPr/>
            </p:nvSpPr>
            <p:spPr bwMode="auto">
              <a:xfrm>
                <a:off x="3908426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1" name="îşḻïḓé"/>
              <p:cNvSpPr/>
              <p:nvPr/>
            </p:nvSpPr>
            <p:spPr bwMode="auto">
              <a:xfrm>
                <a:off x="39211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2" name="íśļíďè"/>
              <p:cNvSpPr/>
              <p:nvPr/>
            </p:nvSpPr>
            <p:spPr bwMode="auto">
              <a:xfrm>
                <a:off x="3930651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3" name="iŝ1ïdé"/>
              <p:cNvSpPr/>
              <p:nvPr/>
            </p:nvSpPr>
            <p:spPr bwMode="auto">
              <a:xfrm>
                <a:off x="3940176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4" name="is1ídè"/>
              <p:cNvSpPr/>
              <p:nvPr/>
            </p:nvSpPr>
            <p:spPr bwMode="auto">
              <a:xfrm>
                <a:off x="3951288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2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5" name="islíďê"/>
              <p:cNvSpPr/>
              <p:nvPr/>
            </p:nvSpPr>
            <p:spPr bwMode="auto">
              <a:xfrm>
                <a:off x="3963988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6" name="iṩlíḑê"/>
              <p:cNvSpPr/>
              <p:nvPr/>
            </p:nvSpPr>
            <p:spPr bwMode="auto">
              <a:xfrm>
                <a:off x="3973513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7" name="îṥḷïďê"/>
              <p:cNvSpPr/>
              <p:nvPr/>
            </p:nvSpPr>
            <p:spPr bwMode="auto">
              <a:xfrm>
                <a:off x="3983038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8" name="íṥḻïďè"/>
              <p:cNvSpPr/>
              <p:nvPr/>
            </p:nvSpPr>
            <p:spPr bwMode="auto">
              <a:xfrm>
                <a:off x="39973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9" name="íṡḷíḍè"/>
              <p:cNvSpPr/>
              <p:nvPr/>
            </p:nvSpPr>
            <p:spPr bwMode="auto">
              <a:xfrm>
                <a:off x="4006851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0" name="î$ḷîḑé"/>
              <p:cNvSpPr/>
              <p:nvPr/>
            </p:nvSpPr>
            <p:spPr bwMode="auto">
              <a:xfrm>
                <a:off x="4016376" y="3421063"/>
                <a:ext cx="6350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1" name="í$ľîdè"/>
              <p:cNvSpPr/>
              <p:nvPr/>
            </p:nvSpPr>
            <p:spPr bwMode="auto">
              <a:xfrm>
                <a:off x="4025901" y="3421063"/>
                <a:ext cx="7938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2" name="iṥ1iḍè"/>
              <p:cNvSpPr/>
              <p:nvPr/>
            </p:nvSpPr>
            <p:spPr bwMode="auto">
              <a:xfrm>
                <a:off x="4040188" y="3417888"/>
                <a:ext cx="3968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3" name="ïslidé"/>
              <p:cNvSpPr/>
              <p:nvPr/>
            </p:nvSpPr>
            <p:spPr bwMode="auto">
              <a:xfrm>
                <a:off x="3679826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4" name="íṡlïďè"/>
              <p:cNvSpPr/>
              <p:nvPr/>
            </p:nvSpPr>
            <p:spPr bwMode="auto">
              <a:xfrm>
                <a:off x="3884613" y="3490913"/>
                <a:ext cx="55563" cy="53975"/>
              </a:xfrm>
              <a:custGeom>
                <a:avLst/>
                <a:gdLst>
                  <a:gd name="T0" fmla="*/ 0 w 35"/>
                  <a:gd name="T1" fmla="*/ 0 h 34"/>
                  <a:gd name="T2" fmla="*/ 35 w 35"/>
                  <a:gd name="T3" fmla="*/ 0 h 34"/>
                  <a:gd name="T4" fmla="*/ 35 w 35"/>
                  <a:gd name="T5" fmla="*/ 34 h 34"/>
                  <a:gd name="T6" fmla="*/ 0 w 35"/>
                  <a:gd name="T7" fmla="*/ 34 h 34"/>
                  <a:gd name="T8" fmla="*/ 0 w 35"/>
                  <a:gd name="T9" fmla="*/ 0 h 34"/>
                  <a:gd name="T10" fmla="*/ 0 w 35"/>
                  <a:gd name="T11" fmla="*/ 0 h 34"/>
                  <a:gd name="T12" fmla="*/ 4 w 35"/>
                  <a:gd name="T13" fmla="*/ 8 h 34"/>
                  <a:gd name="T14" fmla="*/ 4 w 35"/>
                  <a:gd name="T15" fmla="*/ 27 h 34"/>
                  <a:gd name="T16" fmla="*/ 8 w 35"/>
                  <a:gd name="T17" fmla="*/ 27 h 34"/>
                  <a:gd name="T18" fmla="*/ 8 w 35"/>
                  <a:gd name="T19" fmla="*/ 8 h 34"/>
                  <a:gd name="T20" fmla="*/ 4 w 35"/>
                  <a:gd name="T21" fmla="*/ 8 h 34"/>
                  <a:gd name="T22" fmla="*/ 4 w 35"/>
                  <a:gd name="T23" fmla="*/ 8 h 34"/>
                  <a:gd name="T24" fmla="*/ 29 w 35"/>
                  <a:gd name="T25" fmla="*/ 8 h 34"/>
                  <a:gd name="T26" fmla="*/ 29 w 35"/>
                  <a:gd name="T27" fmla="*/ 27 h 34"/>
                  <a:gd name="T28" fmla="*/ 31 w 35"/>
                  <a:gd name="T29" fmla="*/ 27 h 34"/>
                  <a:gd name="T30" fmla="*/ 31 w 35"/>
                  <a:gd name="T31" fmla="*/ 8 h 34"/>
                  <a:gd name="T32" fmla="*/ 29 w 35"/>
                  <a:gd name="T33" fmla="*/ 8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5" h="34">
                    <a:moveTo>
                      <a:pt x="0" y="0"/>
                    </a:moveTo>
                    <a:lnTo>
                      <a:pt x="35" y="0"/>
                    </a:lnTo>
                    <a:lnTo>
                      <a:pt x="35" y="34"/>
                    </a:lnTo>
                    <a:lnTo>
                      <a:pt x="0" y="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4" y="8"/>
                    </a:moveTo>
                    <a:lnTo>
                      <a:pt x="4" y="27"/>
                    </a:lnTo>
                    <a:lnTo>
                      <a:pt x="8" y="27"/>
                    </a:lnTo>
                    <a:lnTo>
                      <a:pt x="8" y="8"/>
                    </a:lnTo>
                    <a:lnTo>
                      <a:pt x="4" y="8"/>
                    </a:lnTo>
                    <a:lnTo>
                      <a:pt x="4" y="8"/>
                    </a:lnTo>
                    <a:close/>
                    <a:moveTo>
                      <a:pt x="29" y="8"/>
                    </a:moveTo>
                    <a:lnTo>
                      <a:pt x="29" y="27"/>
                    </a:lnTo>
                    <a:lnTo>
                      <a:pt x="31" y="27"/>
                    </a:lnTo>
                    <a:lnTo>
                      <a:pt x="31" y="8"/>
                    </a:lnTo>
                    <a:lnTo>
                      <a:pt x="29" y="8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5" name="iṧ1ïḓè"/>
              <p:cNvSpPr/>
              <p:nvPr/>
            </p:nvSpPr>
            <p:spPr bwMode="auto">
              <a:xfrm>
                <a:off x="3551238" y="3067050"/>
                <a:ext cx="722313" cy="727075"/>
              </a:xfrm>
              <a:custGeom>
                <a:avLst/>
                <a:gdLst>
                  <a:gd name="T0" fmla="*/ 109 w 219"/>
                  <a:gd name="T1" fmla="*/ 0 h 218"/>
                  <a:gd name="T2" fmla="*/ 219 w 219"/>
                  <a:gd name="T3" fmla="*/ 109 h 218"/>
                  <a:gd name="T4" fmla="*/ 109 w 219"/>
                  <a:gd name="T5" fmla="*/ 218 h 218"/>
                  <a:gd name="T6" fmla="*/ 0 w 219"/>
                  <a:gd name="T7" fmla="*/ 109 h 218"/>
                  <a:gd name="T8" fmla="*/ 109 w 219"/>
                  <a:gd name="T9" fmla="*/ 0 h 218"/>
                  <a:gd name="T10" fmla="*/ 109 w 219"/>
                  <a:gd name="T11" fmla="*/ 3 h 218"/>
                  <a:gd name="T12" fmla="*/ 4 w 219"/>
                  <a:gd name="T13" fmla="*/ 109 h 218"/>
                  <a:gd name="T14" fmla="*/ 109 w 219"/>
                  <a:gd name="T15" fmla="*/ 215 h 218"/>
                  <a:gd name="T16" fmla="*/ 215 w 219"/>
                  <a:gd name="T17" fmla="*/ 109 h 218"/>
                  <a:gd name="T18" fmla="*/ 109 w 219"/>
                  <a:gd name="T19" fmla="*/ 3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9" h="218">
                    <a:moveTo>
                      <a:pt x="109" y="0"/>
                    </a:moveTo>
                    <a:cubicBezTo>
                      <a:pt x="170" y="0"/>
                      <a:pt x="219" y="49"/>
                      <a:pt x="219" y="109"/>
                    </a:cubicBezTo>
                    <a:cubicBezTo>
                      <a:pt x="219" y="169"/>
                      <a:pt x="170" y="218"/>
                      <a:pt x="109" y="218"/>
                    </a:cubicBezTo>
                    <a:cubicBezTo>
                      <a:pt x="49" y="218"/>
                      <a:pt x="0" y="169"/>
                      <a:pt x="0" y="109"/>
                    </a:cubicBezTo>
                    <a:cubicBezTo>
                      <a:pt x="0" y="49"/>
                      <a:pt x="49" y="0"/>
                      <a:pt x="109" y="0"/>
                    </a:cubicBezTo>
                    <a:close/>
                    <a:moveTo>
                      <a:pt x="109" y="3"/>
                    </a:moveTo>
                    <a:cubicBezTo>
                      <a:pt x="51" y="3"/>
                      <a:pt x="4" y="51"/>
                      <a:pt x="4" y="109"/>
                    </a:cubicBezTo>
                    <a:cubicBezTo>
                      <a:pt x="4" y="167"/>
                      <a:pt x="51" y="215"/>
                      <a:pt x="109" y="215"/>
                    </a:cubicBezTo>
                    <a:cubicBezTo>
                      <a:pt x="168" y="215"/>
                      <a:pt x="215" y="167"/>
                      <a:pt x="215" y="109"/>
                    </a:cubicBezTo>
                    <a:cubicBezTo>
                      <a:pt x="215" y="51"/>
                      <a:pt x="168" y="3"/>
                      <a:pt x="109" y="3"/>
                    </a:cubicBez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17" name="íşḷïḑe"/>
            <p:cNvGrpSpPr/>
            <p:nvPr userDrawn="1"/>
          </p:nvGrpSpPr>
          <p:grpSpPr>
            <a:xfrm>
              <a:off x="4894762" y="471192"/>
              <a:ext cx="4437911" cy="1614111"/>
              <a:chOff x="4412452" y="3106738"/>
              <a:chExt cx="2312689" cy="841148"/>
            </a:xfrm>
          </p:grpSpPr>
          <p:grpSp>
            <p:nvGrpSpPr>
              <p:cNvPr id="118" name="îṥľíḑé"/>
              <p:cNvGrpSpPr/>
              <p:nvPr/>
            </p:nvGrpSpPr>
            <p:grpSpPr>
              <a:xfrm>
                <a:off x="4422776" y="3106738"/>
                <a:ext cx="2293937" cy="617538"/>
                <a:chOff x="4422776" y="3106738"/>
                <a:chExt cx="2293937" cy="617538"/>
              </a:xfrm>
            </p:grpSpPr>
            <p:sp>
              <p:nvSpPr>
                <p:cNvPr id="135" name="išḻiḑé"/>
                <p:cNvSpPr/>
                <p:nvPr/>
              </p:nvSpPr>
              <p:spPr bwMode="auto">
                <a:xfrm>
                  <a:off x="4811713" y="3200400"/>
                  <a:ext cx="49213" cy="100013"/>
                </a:xfrm>
                <a:custGeom>
                  <a:avLst/>
                  <a:gdLst>
                    <a:gd name="T0" fmla="*/ 0 w 15"/>
                    <a:gd name="T1" fmla="*/ 1 h 30"/>
                    <a:gd name="T2" fmla="*/ 1 w 15"/>
                    <a:gd name="T3" fmla="*/ 12 h 30"/>
                    <a:gd name="T4" fmla="*/ 0 w 15"/>
                    <a:gd name="T5" fmla="*/ 21 h 30"/>
                    <a:gd name="T6" fmla="*/ 2 w 15"/>
                    <a:gd name="T7" fmla="*/ 28 h 30"/>
                    <a:gd name="T8" fmla="*/ 7 w 15"/>
                    <a:gd name="T9" fmla="*/ 30 h 30"/>
                    <a:gd name="T10" fmla="*/ 12 w 15"/>
                    <a:gd name="T11" fmla="*/ 26 h 30"/>
                    <a:gd name="T12" fmla="*/ 15 w 15"/>
                    <a:gd name="T13" fmla="*/ 18 h 30"/>
                    <a:gd name="T14" fmla="*/ 3 w 15"/>
                    <a:gd name="T15" fmla="*/ 0 h 30"/>
                    <a:gd name="T16" fmla="*/ 0 w 15"/>
                    <a:gd name="T17" fmla="*/ 1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30">
                      <a:moveTo>
                        <a:pt x="0" y="1"/>
                      </a:moveTo>
                      <a:cubicBezTo>
                        <a:pt x="1" y="12"/>
                        <a:pt x="1" y="12"/>
                        <a:pt x="1" y="12"/>
                      </a:cubicBezTo>
                      <a:cubicBezTo>
                        <a:pt x="1" y="13"/>
                        <a:pt x="0" y="18"/>
                        <a:pt x="0" y="21"/>
                      </a:cubicBezTo>
                      <a:cubicBezTo>
                        <a:pt x="0" y="24"/>
                        <a:pt x="2" y="25"/>
                        <a:pt x="2" y="28"/>
                      </a:cubicBezTo>
                      <a:cubicBezTo>
                        <a:pt x="7" y="30"/>
                        <a:pt x="7" y="30"/>
                        <a:pt x="7" y="30"/>
                      </a:cubicBezTo>
                      <a:cubicBezTo>
                        <a:pt x="9" y="27"/>
                        <a:pt x="10" y="29"/>
                        <a:pt x="12" y="26"/>
                      </a:cubicBezTo>
                      <a:cubicBezTo>
                        <a:pt x="14" y="23"/>
                        <a:pt x="14" y="21"/>
                        <a:pt x="15" y="18"/>
                      </a:cubicBezTo>
                      <a:cubicBezTo>
                        <a:pt x="12" y="7"/>
                        <a:pt x="13" y="5"/>
                        <a:pt x="3" y="0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36" name="íṥľíďè"/>
                <p:cNvSpPr/>
                <p:nvPr/>
              </p:nvSpPr>
              <p:spPr bwMode="auto">
                <a:xfrm>
                  <a:off x="5221288" y="3184525"/>
                  <a:ext cx="36513" cy="122238"/>
                </a:xfrm>
                <a:custGeom>
                  <a:avLst/>
                  <a:gdLst>
                    <a:gd name="T0" fmla="*/ 0 w 11"/>
                    <a:gd name="T1" fmla="*/ 3 h 37"/>
                    <a:gd name="T2" fmla="*/ 2 w 11"/>
                    <a:gd name="T3" fmla="*/ 14 h 37"/>
                    <a:gd name="T4" fmla="*/ 0 w 11"/>
                    <a:gd name="T5" fmla="*/ 33 h 37"/>
                    <a:gd name="T6" fmla="*/ 0 w 11"/>
                    <a:gd name="T7" fmla="*/ 36 h 37"/>
                    <a:gd name="T8" fmla="*/ 2 w 11"/>
                    <a:gd name="T9" fmla="*/ 37 h 37"/>
                    <a:gd name="T10" fmla="*/ 8 w 11"/>
                    <a:gd name="T11" fmla="*/ 27 h 37"/>
                    <a:gd name="T12" fmla="*/ 11 w 11"/>
                    <a:gd name="T13" fmla="*/ 17 h 37"/>
                    <a:gd name="T14" fmla="*/ 11 w 11"/>
                    <a:gd name="T15" fmla="*/ 15 h 37"/>
                    <a:gd name="T16" fmla="*/ 7 w 11"/>
                    <a:gd name="T17" fmla="*/ 2 h 37"/>
                    <a:gd name="T18" fmla="*/ 2 w 11"/>
                    <a:gd name="T19" fmla="*/ 0 h 37"/>
                    <a:gd name="T20" fmla="*/ 0 w 11"/>
                    <a:gd name="T21" fmla="*/ 3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1" h="37">
                      <a:moveTo>
                        <a:pt x="0" y="3"/>
                      </a:moveTo>
                      <a:cubicBezTo>
                        <a:pt x="2" y="14"/>
                        <a:pt x="2" y="14"/>
                        <a:pt x="2" y="14"/>
                      </a:cubicBezTo>
                      <a:cubicBezTo>
                        <a:pt x="2" y="19"/>
                        <a:pt x="0" y="27"/>
                        <a:pt x="0" y="33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2" y="36"/>
                        <a:pt x="1" y="37"/>
                        <a:pt x="2" y="37"/>
                      </a:cubicBezTo>
                      <a:cubicBezTo>
                        <a:pt x="3" y="37"/>
                        <a:pt x="7" y="28"/>
                        <a:pt x="8" y="27"/>
                      </a:cubicBezTo>
                      <a:cubicBezTo>
                        <a:pt x="9" y="24"/>
                        <a:pt x="11" y="21"/>
                        <a:pt x="11" y="17"/>
                      </a:cubicBezTo>
                      <a:cubicBezTo>
                        <a:pt x="11" y="15"/>
                        <a:pt x="11" y="15"/>
                        <a:pt x="11" y="15"/>
                      </a:cubicBezTo>
                      <a:cubicBezTo>
                        <a:pt x="11" y="7"/>
                        <a:pt x="8" y="7"/>
                        <a:pt x="7" y="2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1"/>
                        <a:pt x="0" y="1"/>
                        <a:pt x="0" y="3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37" name="íś1iḑe"/>
                <p:cNvSpPr/>
                <p:nvPr/>
              </p:nvSpPr>
              <p:spPr bwMode="auto">
                <a:xfrm>
                  <a:off x="4554538" y="3251200"/>
                  <a:ext cx="119063" cy="58738"/>
                </a:xfrm>
                <a:custGeom>
                  <a:avLst/>
                  <a:gdLst>
                    <a:gd name="T0" fmla="*/ 0 w 36"/>
                    <a:gd name="T1" fmla="*/ 15 h 18"/>
                    <a:gd name="T2" fmla="*/ 2 w 36"/>
                    <a:gd name="T3" fmla="*/ 16 h 18"/>
                    <a:gd name="T4" fmla="*/ 13 w 36"/>
                    <a:gd name="T5" fmla="*/ 18 h 18"/>
                    <a:gd name="T6" fmla="*/ 16 w 36"/>
                    <a:gd name="T7" fmla="*/ 18 h 18"/>
                    <a:gd name="T8" fmla="*/ 22 w 36"/>
                    <a:gd name="T9" fmla="*/ 17 h 18"/>
                    <a:gd name="T10" fmla="*/ 23 w 36"/>
                    <a:gd name="T11" fmla="*/ 17 h 18"/>
                    <a:gd name="T12" fmla="*/ 30 w 36"/>
                    <a:gd name="T13" fmla="*/ 13 h 18"/>
                    <a:gd name="T14" fmla="*/ 36 w 36"/>
                    <a:gd name="T15" fmla="*/ 8 h 18"/>
                    <a:gd name="T16" fmla="*/ 36 w 36"/>
                    <a:gd name="T17" fmla="*/ 7 h 18"/>
                    <a:gd name="T18" fmla="*/ 36 w 36"/>
                    <a:gd name="T19" fmla="*/ 4 h 18"/>
                    <a:gd name="T20" fmla="*/ 32 w 36"/>
                    <a:gd name="T21" fmla="*/ 0 h 18"/>
                    <a:gd name="T22" fmla="*/ 24 w 36"/>
                    <a:gd name="T23" fmla="*/ 3 h 18"/>
                    <a:gd name="T24" fmla="*/ 16 w 36"/>
                    <a:gd name="T25" fmla="*/ 7 h 18"/>
                    <a:gd name="T26" fmla="*/ 0 w 36"/>
                    <a:gd name="T27" fmla="*/ 15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6" h="18">
                      <a:moveTo>
                        <a:pt x="0" y="15"/>
                      </a:moveTo>
                      <a:cubicBezTo>
                        <a:pt x="1" y="16"/>
                        <a:pt x="1" y="16"/>
                        <a:pt x="2" y="16"/>
                      </a:cubicBezTo>
                      <a:cubicBezTo>
                        <a:pt x="6" y="16"/>
                        <a:pt x="9" y="18"/>
                        <a:pt x="13" y="18"/>
                      </a:cubicBezTo>
                      <a:cubicBezTo>
                        <a:pt x="16" y="18"/>
                        <a:pt x="16" y="18"/>
                        <a:pt x="16" y="18"/>
                      </a:cubicBezTo>
                      <a:cubicBezTo>
                        <a:pt x="22" y="17"/>
                        <a:pt x="22" y="17"/>
                        <a:pt x="22" y="17"/>
                      </a:cubicBezTo>
                      <a:cubicBezTo>
                        <a:pt x="23" y="17"/>
                        <a:pt x="23" y="17"/>
                        <a:pt x="23" y="17"/>
                      </a:cubicBezTo>
                      <a:cubicBezTo>
                        <a:pt x="26" y="16"/>
                        <a:pt x="28" y="14"/>
                        <a:pt x="30" y="13"/>
                      </a:cubicBezTo>
                      <a:cubicBezTo>
                        <a:pt x="34" y="11"/>
                        <a:pt x="33" y="10"/>
                        <a:pt x="36" y="8"/>
                      </a:cubicBezTo>
                      <a:cubicBezTo>
                        <a:pt x="36" y="7"/>
                        <a:pt x="36" y="7"/>
                        <a:pt x="36" y="7"/>
                      </a:cubicBezTo>
                      <a:cubicBezTo>
                        <a:pt x="36" y="4"/>
                        <a:pt x="36" y="4"/>
                        <a:pt x="36" y="4"/>
                      </a:cubicBezTo>
                      <a:cubicBezTo>
                        <a:pt x="36" y="1"/>
                        <a:pt x="33" y="2"/>
                        <a:pt x="32" y="0"/>
                      </a:cubicBezTo>
                      <a:cubicBezTo>
                        <a:pt x="29" y="1"/>
                        <a:pt x="27" y="1"/>
                        <a:pt x="24" y="3"/>
                      </a:cubicBezTo>
                      <a:cubicBezTo>
                        <a:pt x="21" y="4"/>
                        <a:pt x="19" y="6"/>
                        <a:pt x="16" y="7"/>
                      </a:cubicBezTo>
                      <a:cubicBezTo>
                        <a:pt x="11" y="11"/>
                        <a:pt x="4" y="10"/>
                        <a:pt x="0" y="1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38" name="iṩ1iḋè"/>
                <p:cNvSpPr/>
                <p:nvPr/>
              </p:nvSpPr>
              <p:spPr bwMode="auto">
                <a:xfrm>
                  <a:off x="6359526" y="3263900"/>
                  <a:ext cx="93663" cy="139700"/>
                </a:xfrm>
                <a:custGeom>
                  <a:avLst/>
                  <a:gdLst>
                    <a:gd name="T0" fmla="*/ 15 w 28"/>
                    <a:gd name="T1" fmla="*/ 1 h 42"/>
                    <a:gd name="T2" fmla="*/ 6 w 28"/>
                    <a:gd name="T3" fmla="*/ 11 h 42"/>
                    <a:gd name="T4" fmla="*/ 6 w 28"/>
                    <a:gd name="T5" fmla="*/ 13 h 42"/>
                    <a:gd name="T6" fmla="*/ 5 w 28"/>
                    <a:gd name="T7" fmla="*/ 16 h 42"/>
                    <a:gd name="T8" fmla="*/ 6 w 28"/>
                    <a:gd name="T9" fmla="*/ 20 h 42"/>
                    <a:gd name="T10" fmla="*/ 6 w 28"/>
                    <a:gd name="T11" fmla="*/ 21 h 42"/>
                    <a:gd name="T12" fmla="*/ 0 w 28"/>
                    <a:gd name="T13" fmla="*/ 38 h 42"/>
                    <a:gd name="T14" fmla="*/ 0 w 28"/>
                    <a:gd name="T15" fmla="*/ 41 h 42"/>
                    <a:gd name="T16" fmla="*/ 3 w 28"/>
                    <a:gd name="T17" fmla="*/ 42 h 42"/>
                    <a:gd name="T18" fmla="*/ 9 w 28"/>
                    <a:gd name="T19" fmla="*/ 32 h 42"/>
                    <a:gd name="T20" fmla="*/ 12 w 28"/>
                    <a:gd name="T21" fmla="*/ 26 h 42"/>
                    <a:gd name="T22" fmla="*/ 14 w 28"/>
                    <a:gd name="T23" fmla="*/ 26 h 42"/>
                    <a:gd name="T24" fmla="*/ 20 w 28"/>
                    <a:gd name="T25" fmla="*/ 26 h 42"/>
                    <a:gd name="T26" fmla="*/ 28 w 28"/>
                    <a:gd name="T27" fmla="*/ 14 h 42"/>
                    <a:gd name="T28" fmla="*/ 28 w 28"/>
                    <a:gd name="T29" fmla="*/ 6 h 42"/>
                    <a:gd name="T30" fmla="*/ 28 w 28"/>
                    <a:gd name="T31" fmla="*/ 5 h 42"/>
                    <a:gd name="T32" fmla="*/ 27 w 28"/>
                    <a:gd name="T33" fmla="*/ 3 h 42"/>
                    <a:gd name="T34" fmla="*/ 26 w 28"/>
                    <a:gd name="T35" fmla="*/ 3 h 42"/>
                    <a:gd name="T36" fmla="*/ 24 w 28"/>
                    <a:gd name="T37" fmla="*/ 3 h 42"/>
                    <a:gd name="T38" fmla="*/ 23 w 28"/>
                    <a:gd name="T39" fmla="*/ 3 h 42"/>
                    <a:gd name="T40" fmla="*/ 20 w 28"/>
                    <a:gd name="T41" fmla="*/ 0 h 42"/>
                    <a:gd name="T42" fmla="*/ 15 w 28"/>
                    <a:gd name="T43" fmla="*/ 1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28" h="42">
                      <a:moveTo>
                        <a:pt x="15" y="1"/>
                      </a:moveTo>
                      <a:cubicBezTo>
                        <a:pt x="15" y="10"/>
                        <a:pt x="8" y="6"/>
                        <a:pt x="6" y="11"/>
                      </a:cubicBezTo>
                      <a:cubicBezTo>
                        <a:pt x="6" y="13"/>
                        <a:pt x="6" y="13"/>
                        <a:pt x="6" y="13"/>
                      </a:cubicBezTo>
                      <a:cubicBezTo>
                        <a:pt x="6" y="14"/>
                        <a:pt x="5" y="14"/>
                        <a:pt x="5" y="16"/>
                      </a:cubicBezTo>
                      <a:cubicBezTo>
                        <a:pt x="6" y="20"/>
                        <a:pt x="6" y="20"/>
                        <a:pt x="6" y="20"/>
                      </a:cubicBezTo>
                      <a:cubicBezTo>
                        <a:pt x="6" y="21"/>
                        <a:pt x="6" y="21"/>
                        <a:pt x="6" y="21"/>
                      </a:cubicBezTo>
                      <a:cubicBezTo>
                        <a:pt x="6" y="29"/>
                        <a:pt x="0" y="31"/>
                        <a:pt x="0" y="3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2" y="42"/>
                        <a:pt x="2" y="42"/>
                        <a:pt x="3" y="42"/>
                      </a:cubicBezTo>
                      <a:cubicBezTo>
                        <a:pt x="7" y="42"/>
                        <a:pt x="9" y="36"/>
                        <a:pt x="9" y="32"/>
                      </a:cubicBezTo>
                      <a:cubicBezTo>
                        <a:pt x="9" y="29"/>
                        <a:pt x="10" y="26"/>
                        <a:pt x="12" y="26"/>
                      </a:cubicBezTo>
                      <a:cubicBezTo>
                        <a:pt x="14" y="26"/>
                        <a:pt x="14" y="26"/>
                        <a:pt x="14" y="26"/>
                      </a:cubicBezTo>
                      <a:cubicBezTo>
                        <a:pt x="20" y="26"/>
                        <a:pt x="20" y="26"/>
                        <a:pt x="20" y="26"/>
                      </a:cubicBezTo>
                      <a:cubicBezTo>
                        <a:pt x="24" y="24"/>
                        <a:pt x="28" y="21"/>
                        <a:pt x="28" y="14"/>
                      </a:cubicBezTo>
                      <a:cubicBezTo>
                        <a:pt x="28" y="6"/>
                        <a:pt x="28" y="6"/>
                        <a:pt x="28" y="6"/>
                      </a:cubicBezTo>
                      <a:cubicBezTo>
                        <a:pt x="28" y="5"/>
                        <a:pt x="28" y="5"/>
                        <a:pt x="28" y="5"/>
                      </a:cubicBezTo>
                      <a:cubicBezTo>
                        <a:pt x="27" y="3"/>
                        <a:pt x="27" y="3"/>
                        <a:pt x="27" y="3"/>
                      </a:cubicBezTo>
                      <a:cubicBezTo>
                        <a:pt x="26" y="3"/>
                        <a:pt x="26" y="3"/>
                        <a:pt x="26" y="3"/>
                      </a:cubicBezTo>
                      <a:cubicBezTo>
                        <a:pt x="24" y="3"/>
                        <a:pt x="24" y="3"/>
                        <a:pt x="24" y="3"/>
                      </a:cubicBezTo>
                      <a:cubicBezTo>
                        <a:pt x="23" y="3"/>
                        <a:pt x="23" y="3"/>
                        <a:pt x="23" y="3"/>
                      </a:cubicBezTo>
                      <a:cubicBezTo>
                        <a:pt x="20" y="0"/>
                        <a:pt x="20" y="0"/>
                        <a:pt x="20" y="0"/>
                      </a:cubicBezTo>
                      <a:lnTo>
                        <a:pt x="15" y="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39" name="íṩlïḓè"/>
                <p:cNvSpPr/>
                <p:nvPr/>
              </p:nvSpPr>
              <p:spPr bwMode="auto">
                <a:xfrm>
                  <a:off x="5826126" y="3273425"/>
                  <a:ext cx="223838" cy="293688"/>
                </a:xfrm>
                <a:custGeom>
                  <a:avLst/>
                  <a:gdLst>
                    <a:gd name="T0" fmla="*/ 38 w 68"/>
                    <a:gd name="T1" fmla="*/ 16 h 88"/>
                    <a:gd name="T2" fmla="*/ 40 w 68"/>
                    <a:gd name="T3" fmla="*/ 5 h 88"/>
                    <a:gd name="T4" fmla="*/ 36 w 68"/>
                    <a:gd name="T5" fmla="*/ 1 h 88"/>
                    <a:gd name="T6" fmla="*/ 36 w 68"/>
                    <a:gd name="T7" fmla="*/ 1 h 88"/>
                    <a:gd name="T8" fmla="*/ 33 w 68"/>
                    <a:gd name="T9" fmla="*/ 0 h 88"/>
                    <a:gd name="T10" fmla="*/ 24 w 68"/>
                    <a:gd name="T11" fmla="*/ 7 h 88"/>
                    <a:gd name="T12" fmla="*/ 24 w 68"/>
                    <a:gd name="T13" fmla="*/ 8 h 88"/>
                    <a:gd name="T14" fmla="*/ 26 w 68"/>
                    <a:gd name="T15" fmla="*/ 18 h 88"/>
                    <a:gd name="T16" fmla="*/ 27 w 68"/>
                    <a:gd name="T17" fmla="*/ 28 h 88"/>
                    <a:gd name="T18" fmla="*/ 27 w 68"/>
                    <a:gd name="T19" fmla="*/ 39 h 88"/>
                    <a:gd name="T20" fmla="*/ 16 w 68"/>
                    <a:gd name="T21" fmla="*/ 48 h 88"/>
                    <a:gd name="T22" fmla="*/ 7 w 68"/>
                    <a:gd name="T23" fmla="*/ 49 h 88"/>
                    <a:gd name="T24" fmla="*/ 5 w 68"/>
                    <a:gd name="T25" fmla="*/ 49 h 88"/>
                    <a:gd name="T26" fmla="*/ 4 w 68"/>
                    <a:gd name="T27" fmla="*/ 49 h 88"/>
                    <a:gd name="T28" fmla="*/ 0 w 68"/>
                    <a:gd name="T29" fmla="*/ 54 h 88"/>
                    <a:gd name="T30" fmla="*/ 5 w 68"/>
                    <a:gd name="T31" fmla="*/ 60 h 88"/>
                    <a:gd name="T32" fmla="*/ 11 w 68"/>
                    <a:gd name="T33" fmla="*/ 60 h 88"/>
                    <a:gd name="T34" fmla="*/ 13 w 68"/>
                    <a:gd name="T35" fmla="*/ 59 h 88"/>
                    <a:gd name="T36" fmla="*/ 20 w 68"/>
                    <a:gd name="T37" fmla="*/ 66 h 88"/>
                    <a:gd name="T38" fmla="*/ 17 w 68"/>
                    <a:gd name="T39" fmla="*/ 72 h 88"/>
                    <a:gd name="T40" fmla="*/ 13 w 68"/>
                    <a:gd name="T41" fmla="*/ 76 h 88"/>
                    <a:gd name="T42" fmla="*/ 2 w 68"/>
                    <a:gd name="T43" fmla="*/ 82 h 88"/>
                    <a:gd name="T44" fmla="*/ 2 w 68"/>
                    <a:gd name="T45" fmla="*/ 83 h 88"/>
                    <a:gd name="T46" fmla="*/ 2 w 68"/>
                    <a:gd name="T47" fmla="*/ 87 h 88"/>
                    <a:gd name="T48" fmla="*/ 4 w 68"/>
                    <a:gd name="T49" fmla="*/ 88 h 88"/>
                    <a:gd name="T50" fmla="*/ 25 w 68"/>
                    <a:gd name="T51" fmla="*/ 77 h 88"/>
                    <a:gd name="T52" fmla="*/ 31 w 68"/>
                    <a:gd name="T53" fmla="*/ 69 h 88"/>
                    <a:gd name="T54" fmla="*/ 40 w 68"/>
                    <a:gd name="T55" fmla="*/ 63 h 88"/>
                    <a:gd name="T56" fmla="*/ 52 w 68"/>
                    <a:gd name="T57" fmla="*/ 70 h 88"/>
                    <a:gd name="T58" fmla="*/ 48 w 68"/>
                    <a:gd name="T59" fmla="*/ 79 h 88"/>
                    <a:gd name="T60" fmla="*/ 59 w 68"/>
                    <a:gd name="T61" fmla="*/ 81 h 88"/>
                    <a:gd name="T62" fmla="*/ 68 w 68"/>
                    <a:gd name="T63" fmla="*/ 71 h 88"/>
                    <a:gd name="T64" fmla="*/ 59 w 68"/>
                    <a:gd name="T65" fmla="*/ 62 h 88"/>
                    <a:gd name="T66" fmla="*/ 44 w 68"/>
                    <a:gd name="T67" fmla="*/ 60 h 88"/>
                    <a:gd name="T68" fmla="*/ 42 w 68"/>
                    <a:gd name="T69" fmla="*/ 60 h 88"/>
                    <a:gd name="T70" fmla="*/ 36 w 68"/>
                    <a:gd name="T71" fmla="*/ 53 h 88"/>
                    <a:gd name="T72" fmla="*/ 48 w 68"/>
                    <a:gd name="T73" fmla="*/ 42 h 88"/>
                    <a:gd name="T74" fmla="*/ 59 w 68"/>
                    <a:gd name="T75" fmla="*/ 32 h 88"/>
                    <a:gd name="T76" fmla="*/ 59 w 68"/>
                    <a:gd name="T77" fmla="*/ 30 h 88"/>
                    <a:gd name="T78" fmla="*/ 59 w 68"/>
                    <a:gd name="T79" fmla="*/ 29 h 88"/>
                    <a:gd name="T80" fmla="*/ 54 w 68"/>
                    <a:gd name="T81" fmla="*/ 26 h 88"/>
                    <a:gd name="T82" fmla="*/ 51 w 68"/>
                    <a:gd name="T83" fmla="*/ 27 h 88"/>
                    <a:gd name="T84" fmla="*/ 50 w 68"/>
                    <a:gd name="T85" fmla="*/ 27 h 88"/>
                    <a:gd name="T86" fmla="*/ 41 w 68"/>
                    <a:gd name="T87" fmla="*/ 33 h 88"/>
                    <a:gd name="T88" fmla="*/ 38 w 68"/>
                    <a:gd name="T89" fmla="*/ 28 h 88"/>
                    <a:gd name="T90" fmla="*/ 38 w 68"/>
                    <a:gd name="T91" fmla="*/ 27 h 88"/>
                    <a:gd name="T92" fmla="*/ 38 w 68"/>
                    <a:gd name="T93" fmla="*/ 16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68" h="88">
                      <a:moveTo>
                        <a:pt x="38" y="16"/>
                      </a:moveTo>
                      <a:cubicBezTo>
                        <a:pt x="39" y="11"/>
                        <a:pt x="40" y="9"/>
                        <a:pt x="40" y="5"/>
                      </a:cubicBezTo>
                      <a:cubicBezTo>
                        <a:pt x="40" y="3"/>
                        <a:pt x="38" y="1"/>
                        <a:pt x="36" y="1"/>
                      </a:cubicBezTo>
                      <a:cubicBezTo>
                        <a:pt x="36" y="1"/>
                        <a:pt x="36" y="1"/>
                        <a:pt x="36" y="1"/>
                      </a:cubicBezTo>
                      <a:cubicBezTo>
                        <a:pt x="34" y="1"/>
                        <a:pt x="34" y="1"/>
                        <a:pt x="33" y="0"/>
                      </a:cubicBezTo>
                      <a:cubicBezTo>
                        <a:pt x="28" y="3"/>
                        <a:pt x="28" y="1"/>
                        <a:pt x="24" y="7"/>
                      </a:cubicBezTo>
                      <a:cubicBezTo>
                        <a:pt x="24" y="8"/>
                        <a:pt x="24" y="8"/>
                        <a:pt x="24" y="8"/>
                      </a:cubicBezTo>
                      <a:cubicBezTo>
                        <a:pt x="24" y="12"/>
                        <a:pt x="26" y="14"/>
                        <a:pt x="26" y="18"/>
                      </a:cubicBezTo>
                      <a:cubicBezTo>
                        <a:pt x="27" y="28"/>
                        <a:pt x="27" y="28"/>
                        <a:pt x="27" y="28"/>
                      </a:cubicBezTo>
                      <a:cubicBezTo>
                        <a:pt x="27" y="39"/>
                        <a:pt x="27" y="39"/>
                        <a:pt x="27" y="39"/>
                      </a:cubicBezTo>
                      <a:cubicBezTo>
                        <a:pt x="28" y="45"/>
                        <a:pt x="22" y="48"/>
                        <a:pt x="16" y="48"/>
                      </a:cubicBezTo>
                      <a:cubicBezTo>
                        <a:pt x="7" y="49"/>
                        <a:pt x="7" y="49"/>
                        <a:pt x="7" y="49"/>
                      </a:cubicBezTo>
                      <a:cubicBezTo>
                        <a:pt x="5" y="49"/>
                        <a:pt x="5" y="49"/>
                        <a:pt x="5" y="49"/>
                      </a:cubicBezTo>
                      <a:cubicBezTo>
                        <a:pt x="4" y="49"/>
                        <a:pt x="4" y="49"/>
                        <a:pt x="4" y="49"/>
                      </a:cubicBezTo>
                      <a:cubicBezTo>
                        <a:pt x="2" y="50"/>
                        <a:pt x="0" y="51"/>
                        <a:pt x="0" y="54"/>
                      </a:cubicBezTo>
                      <a:cubicBezTo>
                        <a:pt x="0" y="56"/>
                        <a:pt x="3" y="60"/>
                        <a:pt x="5" y="60"/>
                      </a:cubicBezTo>
                      <a:cubicBezTo>
                        <a:pt x="11" y="60"/>
                        <a:pt x="11" y="60"/>
                        <a:pt x="11" y="60"/>
                      </a:cubicBezTo>
                      <a:cubicBezTo>
                        <a:pt x="12" y="60"/>
                        <a:pt x="12" y="60"/>
                        <a:pt x="13" y="59"/>
                      </a:cubicBezTo>
                      <a:cubicBezTo>
                        <a:pt x="17" y="62"/>
                        <a:pt x="17" y="60"/>
                        <a:pt x="20" y="66"/>
                      </a:cubicBezTo>
                      <a:cubicBezTo>
                        <a:pt x="18" y="69"/>
                        <a:pt x="20" y="68"/>
                        <a:pt x="17" y="72"/>
                      </a:cubicBezTo>
                      <a:cubicBezTo>
                        <a:pt x="15" y="73"/>
                        <a:pt x="15" y="75"/>
                        <a:pt x="13" y="76"/>
                      </a:cubicBezTo>
                      <a:cubicBezTo>
                        <a:pt x="8" y="79"/>
                        <a:pt x="7" y="80"/>
                        <a:pt x="2" y="82"/>
                      </a:cubicBezTo>
                      <a:cubicBezTo>
                        <a:pt x="2" y="83"/>
                        <a:pt x="2" y="83"/>
                        <a:pt x="2" y="83"/>
                      </a:cubicBezTo>
                      <a:cubicBezTo>
                        <a:pt x="2" y="87"/>
                        <a:pt x="2" y="87"/>
                        <a:pt x="2" y="87"/>
                      </a:cubicBezTo>
                      <a:cubicBezTo>
                        <a:pt x="4" y="87"/>
                        <a:pt x="3" y="88"/>
                        <a:pt x="4" y="88"/>
                      </a:cubicBezTo>
                      <a:cubicBezTo>
                        <a:pt x="13" y="88"/>
                        <a:pt x="20" y="82"/>
                        <a:pt x="25" y="77"/>
                      </a:cubicBezTo>
                      <a:cubicBezTo>
                        <a:pt x="26" y="76"/>
                        <a:pt x="30" y="71"/>
                        <a:pt x="31" y="69"/>
                      </a:cubicBezTo>
                      <a:cubicBezTo>
                        <a:pt x="33" y="65"/>
                        <a:pt x="35" y="63"/>
                        <a:pt x="40" y="63"/>
                      </a:cubicBezTo>
                      <a:cubicBezTo>
                        <a:pt x="45" y="63"/>
                        <a:pt x="49" y="67"/>
                        <a:pt x="52" y="70"/>
                      </a:cubicBezTo>
                      <a:cubicBezTo>
                        <a:pt x="48" y="79"/>
                        <a:pt x="48" y="79"/>
                        <a:pt x="48" y="79"/>
                      </a:cubicBezTo>
                      <a:cubicBezTo>
                        <a:pt x="50" y="79"/>
                        <a:pt x="58" y="81"/>
                        <a:pt x="59" y="81"/>
                      </a:cubicBezTo>
                      <a:cubicBezTo>
                        <a:pt x="65" y="81"/>
                        <a:pt x="67" y="76"/>
                        <a:pt x="68" y="71"/>
                      </a:cubicBezTo>
                      <a:cubicBezTo>
                        <a:pt x="67" y="65"/>
                        <a:pt x="63" y="64"/>
                        <a:pt x="59" y="62"/>
                      </a:cubicBezTo>
                      <a:cubicBezTo>
                        <a:pt x="53" y="59"/>
                        <a:pt x="51" y="60"/>
                        <a:pt x="44" y="60"/>
                      </a:cubicBezTo>
                      <a:cubicBezTo>
                        <a:pt x="43" y="60"/>
                        <a:pt x="43" y="60"/>
                        <a:pt x="42" y="60"/>
                      </a:cubicBezTo>
                      <a:cubicBezTo>
                        <a:pt x="40" y="59"/>
                        <a:pt x="36" y="56"/>
                        <a:pt x="36" y="53"/>
                      </a:cubicBezTo>
                      <a:cubicBezTo>
                        <a:pt x="36" y="51"/>
                        <a:pt x="45" y="44"/>
                        <a:pt x="48" y="42"/>
                      </a:cubicBezTo>
                      <a:cubicBezTo>
                        <a:pt x="50" y="41"/>
                        <a:pt x="59" y="34"/>
                        <a:pt x="59" y="32"/>
                      </a:cubicBezTo>
                      <a:cubicBezTo>
                        <a:pt x="59" y="30"/>
                        <a:pt x="59" y="30"/>
                        <a:pt x="59" y="30"/>
                      </a:cubicBezTo>
                      <a:cubicBezTo>
                        <a:pt x="59" y="29"/>
                        <a:pt x="59" y="29"/>
                        <a:pt x="59" y="29"/>
                      </a:cubicBezTo>
                      <a:cubicBezTo>
                        <a:pt x="54" y="26"/>
                        <a:pt x="54" y="26"/>
                        <a:pt x="54" y="26"/>
                      </a:cubicBezTo>
                      <a:cubicBezTo>
                        <a:pt x="53" y="27"/>
                        <a:pt x="53" y="27"/>
                        <a:pt x="51" y="27"/>
                      </a:cubicBezTo>
                      <a:cubicBezTo>
                        <a:pt x="50" y="27"/>
                        <a:pt x="50" y="27"/>
                        <a:pt x="50" y="27"/>
                      </a:cubicBezTo>
                      <a:cubicBezTo>
                        <a:pt x="46" y="32"/>
                        <a:pt x="46" y="30"/>
                        <a:pt x="41" y="33"/>
                      </a:cubicBezTo>
                      <a:cubicBezTo>
                        <a:pt x="40" y="31"/>
                        <a:pt x="39" y="30"/>
                        <a:pt x="38" y="28"/>
                      </a:cubicBezTo>
                      <a:cubicBezTo>
                        <a:pt x="38" y="27"/>
                        <a:pt x="38" y="27"/>
                        <a:pt x="38" y="27"/>
                      </a:cubicBezTo>
                      <a:lnTo>
                        <a:pt x="38" y="16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40" name="ísḷïďè"/>
                <p:cNvSpPr/>
                <p:nvPr/>
              </p:nvSpPr>
              <p:spPr bwMode="auto">
                <a:xfrm>
                  <a:off x="4518026" y="3506788"/>
                  <a:ext cx="53975" cy="71438"/>
                </a:xfrm>
                <a:custGeom>
                  <a:avLst/>
                  <a:gdLst>
                    <a:gd name="T0" fmla="*/ 14 w 16"/>
                    <a:gd name="T1" fmla="*/ 17 h 21"/>
                    <a:gd name="T2" fmla="*/ 16 w 16"/>
                    <a:gd name="T3" fmla="*/ 12 h 21"/>
                    <a:gd name="T4" fmla="*/ 11 w 16"/>
                    <a:gd name="T5" fmla="*/ 5 h 21"/>
                    <a:gd name="T6" fmla="*/ 5 w 16"/>
                    <a:gd name="T7" fmla="*/ 0 h 21"/>
                    <a:gd name="T8" fmla="*/ 2 w 16"/>
                    <a:gd name="T9" fmla="*/ 4 h 21"/>
                    <a:gd name="T10" fmla="*/ 2 w 16"/>
                    <a:gd name="T11" fmla="*/ 5 h 21"/>
                    <a:gd name="T12" fmla="*/ 2 w 16"/>
                    <a:gd name="T13" fmla="*/ 8 h 21"/>
                    <a:gd name="T14" fmla="*/ 2 w 16"/>
                    <a:gd name="T15" fmla="*/ 9 h 21"/>
                    <a:gd name="T16" fmla="*/ 0 w 16"/>
                    <a:gd name="T17" fmla="*/ 17 h 21"/>
                    <a:gd name="T18" fmla="*/ 3 w 16"/>
                    <a:gd name="T19" fmla="*/ 21 h 21"/>
                    <a:gd name="T20" fmla="*/ 4 w 16"/>
                    <a:gd name="T21" fmla="*/ 21 h 21"/>
                    <a:gd name="T22" fmla="*/ 5 w 16"/>
                    <a:gd name="T23" fmla="*/ 21 h 21"/>
                    <a:gd name="T24" fmla="*/ 14 w 16"/>
                    <a:gd name="T25" fmla="*/ 17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6" h="21">
                      <a:moveTo>
                        <a:pt x="14" y="17"/>
                      </a:moveTo>
                      <a:cubicBezTo>
                        <a:pt x="14" y="15"/>
                        <a:pt x="16" y="13"/>
                        <a:pt x="16" y="12"/>
                      </a:cubicBezTo>
                      <a:cubicBezTo>
                        <a:pt x="16" y="11"/>
                        <a:pt x="12" y="7"/>
                        <a:pt x="11" y="5"/>
                      </a:cubicBezTo>
                      <a:cubicBezTo>
                        <a:pt x="11" y="3"/>
                        <a:pt x="8" y="0"/>
                        <a:pt x="5" y="0"/>
                      </a:cubicBezTo>
                      <a:cubicBezTo>
                        <a:pt x="4" y="0"/>
                        <a:pt x="3" y="3"/>
                        <a:pt x="2" y="4"/>
                      </a:cubicBezTo>
                      <a:cubicBezTo>
                        <a:pt x="2" y="5"/>
                        <a:pt x="2" y="5"/>
                        <a:pt x="2" y="5"/>
                      </a:cubicBezTo>
                      <a:cubicBezTo>
                        <a:pt x="2" y="8"/>
                        <a:pt x="2" y="8"/>
                        <a:pt x="2" y="8"/>
                      </a:cubicBezTo>
                      <a:cubicBezTo>
                        <a:pt x="2" y="9"/>
                        <a:pt x="2" y="9"/>
                        <a:pt x="2" y="9"/>
                      </a:cubicBezTo>
                      <a:cubicBezTo>
                        <a:pt x="1" y="11"/>
                        <a:pt x="0" y="14"/>
                        <a:pt x="0" y="17"/>
                      </a:cubicBezTo>
                      <a:cubicBezTo>
                        <a:pt x="0" y="19"/>
                        <a:pt x="1" y="20"/>
                        <a:pt x="3" y="21"/>
                      </a:cubicBezTo>
                      <a:cubicBezTo>
                        <a:pt x="4" y="21"/>
                        <a:pt x="4" y="21"/>
                        <a:pt x="4" y="21"/>
                      </a:cubicBezTo>
                      <a:cubicBezTo>
                        <a:pt x="5" y="21"/>
                        <a:pt x="5" y="21"/>
                        <a:pt x="5" y="21"/>
                      </a:cubicBezTo>
                      <a:cubicBezTo>
                        <a:pt x="7" y="21"/>
                        <a:pt x="11" y="17"/>
                        <a:pt x="14" y="17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41" name="îṧļîḓé"/>
                <p:cNvSpPr/>
                <p:nvPr/>
              </p:nvSpPr>
              <p:spPr bwMode="auto">
                <a:xfrm>
                  <a:off x="5319713" y="3133725"/>
                  <a:ext cx="222250" cy="500063"/>
                </a:xfrm>
                <a:custGeom>
                  <a:avLst/>
                  <a:gdLst>
                    <a:gd name="T0" fmla="*/ 47 w 67"/>
                    <a:gd name="T1" fmla="*/ 96 h 150"/>
                    <a:gd name="T2" fmla="*/ 51 w 67"/>
                    <a:gd name="T3" fmla="*/ 96 h 150"/>
                    <a:gd name="T4" fmla="*/ 46 w 67"/>
                    <a:gd name="T5" fmla="*/ 114 h 150"/>
                    <a:gd name="T6" fmla="*/ 42 w 67"/>
                    <a:gd name="T7" fmla="*/ 113 h 150"/>
                    <a:gd name="T8" fmla="*/ 39 w 67"/>
                    <a:gd name="T9" fmla="*/ 108 h 150"/>
                    <a:gd name="T10" fmla="*/ 21 w 67"/>
                    <a:gd name="T11" fmla="*/ 78 h 150"/>
                    <a:gd name="T12" fmla="*/ 29 w 67"/>
                    <a:gd name="T13" fmla="*/ 73 h 150"/>
                    <a:gd name="T14" fmla="*/ 32 w 67"/>
                    <a:gd name="T15" fmla="*/ 74 h 150"/>
                    <a:gd name="T16" fmla="*/ 32 w 67"/>
                    <a:gd name="T17" fmla="*/ 77 h 150"/>
                    <a:gd name="T18" fmla="*/ 32 w 67"/>
                    <a:gd name="T19" fmla="*/ 79 h 150"/>
                    <a:gd name="T20" fmla="*/ 21 w 67"/>
                    <a:gd name="T21" fmla="*/ 78 h 150"/>
                    <a:gd name="T22" fmla="*/ 53 w 67"/>
                    <a:gd name="T23" fmla="*/ 118 h 150"/>
                    <a:gd name="T24" fmla="*/ 66 w 67"/>
                    <a:gd name="T25" fmla="*/ 108 h 150"/>
                    <a:gd name="T26" fmla="*/ 60 w 67"/>
                    <a:gd name="T27" fmla="*/ 98 h 150"/>
                    <a:gd name="T28" fmla="*/ 51 w 67"/>
                    <a:gd name="T29" fmla="*/ 82 h 150"/>
                    <a:gd name="T30" fmla="*/ 47 w 67"/>
                    <a:gd name="T31" fmla="*/ 71 h 150"/>
                    <a:gd name="T32" fmla="*/ 60 w 67"/>
                    <a:gd name="T33" fmla="*/ 58 h 150"/>
                    <a:gd name="T34" fmla="*/ 53 w 67"/>
                    <a:gd name="T35" fmla="*/ 52 h 150"/>
                    <a:gd name="T36" fmla="*/ 44 w 67"/>
                    <a:gd name="T37" fmla="*/ 50 h 150"/>
                    <a:gd name="T38" fmla="*/ 48 w 67"/>
                    <a:gd name="T39" fmla="*/ 38 h 150"/>
                    <a:gd name="T40" fmla="*/ 66 w 67"/>
                    <a:gd name="T41" fmla="*/ 17 h 150"/>
                    <a:gd name="T42" fmla="*/ 66 w 67"/>
                    <a:gd name="T43" fmla="*/ 13 h 150"/>
                    <a:gd name="T44" fmla="*/ 56 w 67"/>
                    <a:gd name="T45" fmla="*/ 1 h 150"/>
                    <a:gd name="T46" fmla="*/ 55 w 67"/>
                    <a:gd name="T47" fmla="*/ 7 h 150"/>
                    <a:gd name="T48" fmla="*/ 50 w 67"/>
                    <a:gd name="T49" fmla="*/ 18 h 150"/>
                    <a:gd name="T50" fmla="*/ 42 w 67"/>
                    <a:gd name="T51" fmla="*/ 15 h 150"/>
                    <a:gd name="T52" fmla="*/ 40 w 67"/>
                    <a:gd name="T53" fmla="*/ 15 h 150"/>
                    <a:gd name="T54" fmla="*/ 41 w 67"/>
                    <a:gd name="T55" fmla="*/ 26 h 150"/>
                    <a:gd name="T56" fmla="*/ 41 w 67"/>
                    <a:gd name="T57" fmla="*/ 30 h 150"/>
                    <a:gd name="T58" fmla="*/ 37 w 67"/>
                    <a:gd name="T59" fmla="*/ 33 h 150"/>
                    <a:gd name="T60" fmla="*/ 30 w 67"/>
                    <a:gd name="T61" fmla="*/ 29 h 150"/>
                    <a:gd name="T62" fmla="*/ 9 w 67"/>
                    <a:gd name="T63" fmla="*/ 50 h 150"/>
                    <a:gd name="T64" fmla="*/ 4 w 67"/>
                    <a:gd name="T65" fmla="*/ 59 h 150"/>
                    <a:gd name="T66" fmla="*/ 23 w 67"/>
                    <a:gd name="T67" fmla="*/ 51 h 150"/>
                    <a:gd name="T68" fmla="*/ 30 w 67"/>
                    <a:gd name="T69" fmla="*/ 58 h 150"/>
                    <a:gd name="T70" fmla="*/ 26 w 67"/>
                    <a:gd name="T71" fmla="*/ 65 h 150"/>
                    <a:gd name="T72" fmla="*/ 19 w 67"/>
                    <a:gd name="T73" fmla="*/ 64 h 150"/>
                    <a:gd name="T74" fmla="*/ 16 w 67"/>
                    <a:gd name="T75" fmla="*/ 67 h 150"/>
                    <a:gd name="T76" fmla="*/ 16 w 67"/>
                    <a:gd name="T77" fmla="*/ 72 h 150"/>
                    <a:gd name="T78" fmla="*/ 3 w 67"/>
                    <a:gd name="T79" fmla="*/ 105 h 150"/>
                    <a:gd name="T80" fmla="*/ 6 w 67"/>
                    <a:gd name="T81" fmla="*/ 110 h 150"/>
                    <a:gd name="T82" fmla="*/ 9 w 67"/>
                    <a:gd name="T83" fmla="*/ 111 h 150"/>
                    <a:gd name="T84" fmla="*/ 24 w 67"/>
                    <a:gd name="T85" fmla="*/ 89 h 150"/>
                    <a:gd name="T86" fmla="*/ 32 w 67"/>
                    <a:gd name="T87" fmla="*/ 93 h 150"/>
                    <a:gd name="T88" fmla="*/ 32 w 67"/>
                    <a:gd name="T89" fmla="*/ 96 h 150"/>
                    <a:gd name="T90" fmla="*/ 29 w 67"/>
                    <a:gd name="T91" fmla="*/ 113 h 150"/>
                    <a:gd name="T92" fmla="*/ 29 w 67"/>
                    <a:gd name="T93" fmla="*/ 115 h 150"/>
                    <a:gd name="T94" fmla="*/ 22 w 67"/>
                    <a:gd name="T95" fmla="*/ 122 h 150"/>
                    <a:gd name="T96" fmla="*/ 10 w 67"/>
                    <a:gd name="T97" fmla="*/ 124 h 150"/>
                    <a:gd name="T98" fmla="*/ 15 w 67"/>
                    <a:gd name="T99" fmla="*/ 144 h 150"/>
                    <a:gd name="T100" fmla="*/ 17 w 67"/>
                    <a:gd name="T101" fmla="*/ 150 h 150"/>
                    <a:gd name="T102" fmla="*/ 38 w 67"/>
                    <a:gd name="T103" fmla="*/ 125 h 1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67" h="150">
                      <a:moveTo>
                        <a:pt x="39" y="107"/>
                      </a:moveTo>
                      <a:cubicBezTo>
                        <a:pt x="39" y="103"/>
                        <a:pt x="44" y="96"/>
                        <a:pt x="47" y="96"/>
                      </a:cubicBezTo>
                      <a:cubicBezTo>
                        <a:pt x="50" y="96"/>
                        <a:pt x="50" y="96"/>
                        <a:pt x="50" y="96"/>
                      </a:cubicBezTo>
                      <a:cubicBezTo>
                        <a:pt x="51" y="96"/>
                        <a:pt x="51" y="96"/>
                        <a:pt x="51" y="96"/>
                      </a:cubicBezTo>
                      <a:cubicBezTo>
                        <a:pt x="53" y="98"/>
                        <a:pt x="55" y="101"/>
                        <a:pt x="55" y="104"/>
                      </a:cubicBezTo>
                      <a:cubicBezTo>
                        <a:pt x="55" y="108"/>
                        <a:pt x="49" y="112"/>
                        <a:pt x="46" y="114"/>
                      </a:cubicBezTo>
                      <a:cubicBezTo>
                        <a:pt x="45" y="114"/>
                        <a:pt x="45" y="113"/>
                        <a:pt x="43" y="113"/>
                      </a:cubicBezTo>
                      <a:cubicBezTo>
                        <a:pt x="42" y="113"/>
                        <a:pt x="42" y="113"/>
                        <a:pt x="42" y="113"/>
                      </a:cubicBezTo>
                      <a:cubicBezTo>
                        <a:pt x="39" y="109"/>
                        <a:pt x="39" y="109"/>
                        <a:pt x="39" y="109"/>
                      </a:cubicBezTo>
                      <a:cubicBezTo>
                        <a:pt x="39" y="108"/>
                        <a:pt x="39" y="108"/>
                        <a:pt x="39" y="108"/>
                      </a:cubicBezTo>
                      <a:cubicBezTo>
                        <a:pt x="39" y="107"/>
                        <a:pt x="39" y="107"/>
                        <a:pt x="39" y="107"/>
                      </a:cubicBezTo>
                      <a:close/>
                      <a:moveTo>
                        <a:pt x="21" y="78"/>
                      </a:moveTo>
                      <a:cubicBezTo>
                        <a:pt x="21" y="77"/>
                        <a:pt x="25" y="73"/>
                        <a:pt x="26" y="73"/>
                      </a:cubicBezTo>
                      <a:cubicBezTo>
                        <a:pt x="27" y="73"/>
                        <a:pt x="27" y="73"/>
                        <a:pt x="29" y="73"/>
                      </a:cubicBezTo>
                      <a:cubicBezTo>
                        <a:pt x="30" y="73"/>
                        <a:pt x="30" y="73"/>
                        <a:pt x="30" y="73"/>
                      </a:cubicBezTo>
                      <a:cubicBezTo>
                        <a:pt x="32" y="74"/>
                        <a:pt x="32" y="74"/>
                        <a:pt x="32" y="74"/>
                      </a:cubicBezTo>
                      <a:cubicBezTo>
                        <a:pt x="32" y="76"/>
                        <a:pt x="32" y="76"/>
                        <a:pt x="32" y="76"/>
                      </a:cubicBezTo>
                      <a:cubicBezTo>
                        <a:pt x="32" y="77"/>
                        <a:pt x="32" y="77"/>
                        <a:pt x="32" y="77"/>
                      </a:cubicBezTo>
                      <a:cubicBezTo>
                        <a:pt x="32" y="78"/>
                        <a:pt x="32" y="78"/>
                        <a:pt x="32" y="78"/>
                      </a:cubicBezTo>
                      <a:cubicBezTo>
                        <a:pt x="32" y="79"/>
                        <a:pt x="32" y="79"/>
                        <a:pt x="32" y="79"/>
                      </a:cubicBezTo>
                      <a:cubicBezTo>
                        <a:pt x="31" y="82"/>
                        <a:pt x="29" y="83"/>
                        <a:pt x="25" y="83"/>
                      </a:cubicBezTo>
                      <a:cubicBezTo>
                        <a:pt x="23" y="83"/>
                        <a:pt x="21" y="81"/>
                        <a:pt x="21" y="78"/>
                      </a:cubicBezTo>
                      <a:close/>
                      <a:moveTo>
                        <a:pt x="38" y="125"/>
                      </a:moveTo>
                      <a:cubicBezTo>
                        <a:pt x="43" y="122"/>
                        <a:pt x="47" y="120"/>
                        <a:pt x="53" y="118"/>
                      </a:cubicBezTo>
                      <a:cubicBezTo>
                        <a:pt x="57" y="116"/>
                        <a:pt x="57" y="116"/>
                        <a:pt x="60" y="114"/>
                      </a:cubicBezTo>
                      <a:cubicBezTo>
                        <a:pt x="64" y="111"/>
                        <a:pt x="63" y="110"/>
                        <a:pt x="66" y="108"/>
                      </a:cubicBezTo>
                      <a:cubicBezTo>
                        <a:pt x="67" y="104"/>
                        <a:pt x="67" y="104"/>
                        <a:pt x="67" y="104"/>
                      </a:cubicBezTo>
                      <a:cubicBezTo>
                        <a:pt x="64" y="100"/>
                        <a:pt x="64" y="101"/>
                        <a:pt x="60" y="98"/>
                      </a:cubicBezTo>
                      <a:cubicBezTo>
                        <a:pt x="58" y="96"/>
                        <a:pt x="55" y="95"/>
                        <a:pt x="54" y="92"/>
                      </a:cubicBezTo>
                      <a:cubicBezTo>
                        <a:pt x="53" y="88"/>
                        <a:pt x="53" y="84"/>
                        <a:pt x="51" y="82"/>
                      </a:cubicBezTo>
                      <a:cubicBezTo>
                        <a:pt x="49" y="79"/>
                        <a:pt x="47" y="77"/>
                        <a:pt x="47" y="73"/>
                      </a:cubicBezTo>
                      <a:cubicBezTo>
                        <a:pt x="47" y="72"/>
                        <a:pt x="47" y="72"/>
                        <a:pt x="47" y="71"/>
                      </a:cubicBezTo>
                      <a:cubicBezTo>
                        <a:pt x="49" y="67"/>
                        <a:pt x="47" y="67"/>
                        <a:pt x="53" y="64"/>
                      </a:cubicBezTo>
                      <a:cubicBezTo>
                        <a:pt x="55" y="64"/>
                        <a:pt x="60" y="60"/>
                        <a:pt x="60" y="58"/>
                      </a:cubicBezTo>
                      <a:cubicBezTo>
                        <a:pt x="60" y="55"/>
                        <a:pt x="60" y="55"/>
                        <a:pt x="60" y="55"/>
                      </a:cubicBezTo>
                      <a:cubicBezTo>
                        <a:pt x="60" y="53"/>
                        <a:pt x="56" y="51"/>
                        <a:pt x="53" y="52"/>
                      </a:cubicBezTo>
                      <a:cubicBezTo>
                        <a:pt x="47" y="52"/>
                        <a:pt x="47" y="52"/>
                        <a:pt x="47" y="52"/>
                      </a:cubicBezTo>
                      <a:cubicBezTo>
                        <a:pt x="46" y="52"/>
                        <a:pt x="45" y="51"/>
                        <a:pt x="44" y="50"/>
                      </a:cubicBezTo>
                      <a:cubicBezTo>
                        <a:pt x="44" y="47"/>
                        <a:pt x="44" y="47"/>
                        <a:pt x="44" y="47"/>
                      </a:cubicBezTo>
                      <a:cubicBezTo>
                        <a:pt x="44" y="44"/>
                        <a:pt x="47" y="41"/>
                        <a:pt x="48" y="38"/>
                      </a:cubicBezTo>
                      <a:cubicBezTo>
                        <a:pt x="49" y="34"/>
                        <a:pt x="50" y="33"/>
                        <a:pt x="53" y="30"/>
                      </a:cubicBezTo>
                      <a:cubicBezTo>
                        <a:pt x="56" y="27"/>
                        <a:pt x="66" y="22"/>
                        <a:pt x="66" y="17"/>
                      </a:cubicBezTo>
                      <a:cubicBezTo>
                        <a:pt x="66" y="14"/>
                        <a:pt x="66" y="14"/>
                        <a:pt x="66" y="14"/>
                      </a:cubicBezTo>
                      <a:cubicBezTo>
                        <a:pt x="66" y="13"/>
                        <a:pt x="66" y="13"/>
                        <a:pt x="66" y="13"/>
                      </a:cubicBezTo>
                      <a:cubicBezTo>
                        <a:pt x="65" y="10"/>
                        <a:pt x="62" y="0"/>
                        <a:pt x="58" y="0"/>
                      </a:cubicBezTo>
                      <a:cubicBezTo>
                        <a:pt x="57" y="0"/>
                        <a:pt x="57" y="0"/>
                        <a:pt x="56" y="1"/>
                      </a:cubicBezTo>
                      <a:cubicBezTo>
                        <a:pt x="56" y="3"/>
                        <a:pt x="55" y="3"/>
                        <a:pt x="55" y="5"/>
                      </a:cubicBezTo>
                      <a:cubicBezTo>
                        <a:pt x="55" y="7"/>
                        <a:pt x="55" y="7"/>
                        <a:pt x="55" y="7"/>
                      </a:cubicBezTo>
                      <a:cubicBezTo>
                        <a:pt x="55" y="11"/>
                        <a:pt x="53" y="15"/>
                        <a:pt x="51" y="18"/>
                      </a:cubicBezTo>
                      <a:cubicBezTo>
                        <a:pt x="50" y="18"/>
                        <a:pt x="50" y="18"/>
                        <a:pt x="50" y="18"/>
                      </a:cubicBezTo>
                      <a:cubicBezTo>
                        <a:pt x="48" y="18"/>
                        <a:pt x="48" y="18"/>
                        <a:pt x="47" y="19"/>
                      </a:cubicBezTo>
                      <a:cubicBezTo>
                        <a:pt x="42" y="15"/>
                        <a:pt x="42" y="15"/>
                        <a:pt x="42" y="15"/>
                      </a:cubicBezTo>
                      <a:cubicBezTo>
                        <a:pt x="41" y="15"/>
                        <a:pt x="41" y="15"/>
                        <a:pt x="41" y="15"/>
                      </a:cubicBezTo>
                      <a:cubicBezTo>
                        <a:pt x="40" y="15"/>
                        <a:pt x="40" y="15"/>
                        <a:pt x="40" y="15"/>
                      </a:cubicBezTo>
                      <a:cubicBezTo>
                        <a:pt x="39" y="15"/>
                        <a:pt x="38" y="16"/>
                        <a:pt x="38" y="17"/>
                      </a:cubicBezTo>
                      <a:cubicBezTo>
                        <a:pt x="38" y="19"/>
                        <a:pt x="41" y="22"/>
                        <a:pt x="41" y="26"/>
                      </a:cubicBezTo>
                      <a:cubicBezTo>
                        <a:pt x="41" y="29"/>
                        <a:pt x="41" y="29"/>
                        <a:pt x="41" y="29"/>
                      </a:cubicBezTo>
                      <a:cubicBezTo>
                        <a:pt x="41" y="30"/>
                        <a:pt x="41" y="30"/>
                        <a:pt x="41" y="30"/>
                      </a:cubicBezTo>
                      <a:cubicBezTo>
                        <a:pt x="38" y="33"/>
                        <a:pt x="38" y="33"/>
                        <a:pt x="38" y="33"/>
                      </a:cubicBezTo>
                      <a:cubicBezTo>
                        <a:pt x="37" y="33"/>
                        <a:pt x="37" y="33"/>
                        <a:pt x="37" y="33"/>
                      </a:cubicBezTo>
                      <a:cubicBezTo>
                        <a:pt x="35" y="33"/>
                        <a:pt x="35" y="34"/>
                        <a:pt x="34" y="34"/>
                      </a:cubicBezTo>
                      <a:cubicBezTo>
                        <a:pt x="32" y="33"/>
                        <a:pt x="31" y="31"/>
                        <a:pt x="30" y="29"/>
                      </a:cubicBezTo>
                      <a:cubicBezTo>
                        <a:pt x="24" y="29"/>
                        <a:pt x="30" y="41"/>
                        <a:pt x="19" y="45"/>
                      </a:cubicBezTo>
                      <a:cubicBezTo>
                        <a:pt x="16" y="46"/>
                        <a:pt x="12" y="48"/>
                        <a:pt x="9" y="50"/>
                      </a:cubicBezTo>
                      <a:cubicBezTo>
                        <a:pt x="6" y="51"/>
                        <a:pt x="1" y="53"/>
                        <a:pt x="0" y="55"/>
                      </a:cubicBezTo>
                      <a:cubicBezTo>
                        <a:pt x="1" y="58"/>
                        <a:pt x="1" y="57"/>
                        <a:pt x="4" y="59"/>
                      </a:cubicBezTo>
                      <a:cubicBezTo>
                        <a:pt x="6" y="59"/>
                        <a:pt x="6" y="59"/>
                        <a:pt x="6" y="59"/>
                      </a:cubicBezTo>
                      <a:cubicBezTo>
                        <a:pt x="10" y="59"/>
                        <a:pt x="20" y="51"/>
                        <a:pt x="23" y="51"/>
                      </a:cubicBezTo>
                      <a:cubicBezTo>
                        <a:pt x="25" y="51"/>
                        <a:pt x="24" y="51"/>
                        <a:pt x="27" y="52"/>
                      </a:cubicBezTo>
                      <a:cubicBezTo>
                        <a:pt x="29" y="54"/>
                        <a:pt x="29" y="55"/>
                        <a:pt x="30" y="58"/>
                      </a:cubicBezTo>
                      <a:cubicBezTo>
                        <a:pt x="30" y="59"/>
                        <a:pt x="30" y="59"/>
                        <a:pt x="30" y="59"/>
                      </a:cubicBezTo>
                      <a:cubicBezTo>
                        <a:pt x="30" y="62"/>
                        <a:pt x="28" y="64"/>
                        <a:pt x="26" y="65"/>
                      </a:cubicBezTo>
                      <a:cubicBezTo>
                        <a:pt x="21" y="64"/>
                        <a:pt x="21" y="64"/>
                        <a:pt x="21" y="64"/>
                      </a:cubicBezTo>
                      <a:cubicBezTo>
                        <a:pt x="20" y="64"/>
                        <a:pt x="20" y="64"/>
                        <a:pt x="19" y="64"/>
                      </a:cubicBezTo>
                      <a:cubicBezTo>
                        <a:pt x="18" y="64"/>
                        <a:pt x="18" y="64"/>
                        <a:pt x="18" y="64"/>
                      </a:cubicBezTo>
                      <a:cubicBezTo>
                        <a:pt x="16" y="67"/>
                        <a:pt x="16" y="67"/>
                        <a:pt x="16" y="67"/>
                      </a:cubicBezTo>
                      <a:cubicBezTo>
                        <a:pt x="16" y="68"/>
                        <a:pt x="16" y="68"/>
                        <a:pt x="16" y="68"/>
                      </a:cubicBezTo>
                      <a:cubicBezTo>
                        <a:pt x="16" y="72"/>
                        <a:pt x="16" y="72"/>
                        <a:pt x="16" y="72"/>
                      </a:cubicBezTo>
                      <a:cubicBezTo>
                        <a:pt x="16" y="78"/>
                        <a:pt x="13" y="85"/>
                        <a:pt x="11" y="90"/>
                      </a:cubicBezTo>
                      <a:cubicBezTo>
                        <a:pt x="9" y="94"/>
                        <a:pt x="3" y="100"/>
                        <a:pt x="3" y="105"/>
                      </a:cubicBezTo>
                      <a:cubicBezTo>
                        <a:pt x="3" y="106"/>
                        <a:pt x="4" y="109"/>
                        <a:pt x="5" y="110"/>
                      </a:cubicBezTo>
                      <a:cubicBezTo>
                        <a:pt x="6" y="110"/>
                        <a:pt x="6" y="110"/>
                        <a:pt x="6" y="110"/>
                      </a:cubicBezTo>
                      <a:cubicBezTo>
                        <a:pt x="7" y="110"/>
                        <a:pt x="7" y="110"/>
                        <a:pt x="7" y="110"/>
                      </a:cubicBezTo>
                      <a:cubicBezTo>
                        <a:pt x="9" y="110"/>
                        <a:pt x="8" y="110"/>
                        <a:pt x="9" y="111"/>
                      </a:cubicBezTo>
                      <a:cubicBezTo>
                        <a:pt x="11" y="109"/>
                        <a:pt x="15" y="101"/>
                        <a:pt x="15" y="98"/>
                      </a:cubicBezTo>
                      <a:cubicBezTo>
                        <a:pt x="17" y="94"/>
                        <a:pt x="20" y="89"/>
                        <a:pt x="24" y="89"/>
                      </a:cubicBezTo>
                      <a:cubicBezTo>
                        <a:pt x="25" y="89"/>
                        <a:pt x="25" y="89"/>
                        <a:pt x="26" y="88"/>
                      </a:cubicBezTo>
                      <a:cubicBezTo>
                        <a:pt x="28" y="90"/>
                        <a:pt x="32" y="90"/>
                        <a:pt x="32" y="93"/>
                      </a:cubicBezTo>
                      <a:cubicBezTo>
                        <a:pt x="32" y="94"/>
                        <a:pt x="32" y="94"/>
                        <a:pt x="32" y="94"/>
                      </a:cubicBezTo>
                      <a:cubicBezTo>
                        <a:pt x="32" y="96"/>
                        <a:pt x="32" y="96"/>
                        <a:pt x="32" y="96"/>
                      </a:cubicBezTo>
                      <a:cubicBezTo>
                        <a:pt x="28" y="102"/>
                        <a:pt x="25" y="101"/>
                        <a:pt x="23" y="104"/>
                      </a:cubicBezTo>
                      <a:cubicBezTo>
                        <a:pt x="26" y="109"/>
                        <a:pt x="27" y="108"/>
                        <a:pt x="29" y="113"/>
                      </a:cubicBezTo>
                      <a:cubicBezTo>
                        <a:pt x="29" y="114"/>
                        <a:pt x="29" y="114"/>
                        <a:pt x="29" y="114"/>
                      </a:cubicBezTo>
                      <a:cubicBezTo>
                        <a:pt x="29" y="115"/>
                        <a:pt x="29" y="115"/>
                        <a:pt x="29" y="115"/>
                      </a:cubicBezTo>
                      <a:cubicBezTo>
                        <a:pt x="29" y="116"/>
                        <a:pt x="29" y="116"/>
                        <a:pt x="29" y="116"/>
                      </a:cubicBezTo>
                      <a:cubicBezTo>
                        <a:pt x="28" y="119"/>
                        <a:pt x="26" y="123"/>
                        <a:pt x="22" y="122"/>
                      </a:cubicBezTo>
                      <a:cubicBezTo>
                        <a:pt x="15" y="122"/>
                        <a:pt x="15" y="122"/>
                        <a:pt x="15" y="122"/>
                      </a:cubicBezTo>
                      <a:cubicBezTo>
                        <a:pt x="14" y="122"/>
                        <a:pt x="11" y="124"/>
                        <a:pt x="10" y="124"/>
                      </a:cubicBezTo>
                      <a:cubicBezTo>
                        <a:pt x="13" y="127"/>
                        <a:pt x="23" y="129"/>
                        <a:pt x="23" y="133"/>
                      </a:cubicBezTo>
                      <a:cubicBezTo>
                        <a:pt x="23" y="137"/>
                        <a:pt x="18" y="142"/>
                        <a:pt x="15" y="144"/>
                      </a:cubicBezTo>
                      <a:cubicBezTo>
                        <a:pt x="15" y="150"/>
                        <a:pt x="15" y="150"/>
                        <a:pt x="15" y="150"/>
                      </a:cubicBezTo>
                      <a:cubicBezTo>
                        <a:pt x="17" y="150"/>
                        <a:pt x="17" y="150"/>
                        <a:pt x="17" y="150"/>
                      </a:cubicBezTo>
                      <a:cubicBezTo>
                        <a:pt x="20" y="150"/>
                        <a:pt x="27" y="141"/>
                        <a:pt x="29" y="139"/>
                      </a:cubicBezTo>
                      <a:cubicBezTo>
                        <a:pt x="33" y="135"/>
                        <a:pt x="34" y="129"/>
                        <a:pt x="38" y="12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42" name="iSļïḑé"/>
                <p:cNvSpPr/>
                <p:nvPr/>
              </p:nvSpPr>
              <p:spPr bwMode="auto">
                <a:xfrm>
                  <a:off x="4422776" y="3106738"/>
                  <a:ext cx="412750" cy="596900"/>
                </a:xfrm>
                <a:custGeom>
                  <a:avLst/>
                  <a:gdLst>
                    <a:gd name="T0" fmla="*/ 63 w 125"/>
                    <a:gd name="T1" fmla="*/ 83 h 179"/>
                    <a:gd name="T2" fmla="*/ 69 w 125"/>
                    <a:gd name="T3" fmla="*/ 84 h 179"/>
                    <a:gd name="T4" fmla="*/ 71 w 125"/>
                    <a:gd name="T5" fmla="*/ 95 h 179"/>
                    <a:gd name="T6" fmla="*/ 56 w 125"/>
                    <a:gd name="T7" fmla="*/ 91 h 179"/>
                    <a:gd name="T8" fmla="*/ 77 w 125"/>
                    <a:gd name="T9" fmla="*/ 77 h 179"/>
                    <a:gd name="T10" fmla="*/ 90 w 125"/>
                    <a:gd name="T11" fmla="*/ 82 h 179"/>
                    <a:gd name="T12" fmla="*/ 93 w 125"/>
                    <a:gd name="T13" fmla="*/ 96 h 179"/>
                    <a:gd name="T14" fmla="*/ 88 w 125"/>
                    <a:gd name="T15" fmla="*/ 106 h 179"/>
                    <a:gd name="T16" fmla="*/ 75 w 125"/>
                    <a:gd name="T17" fmla="*/ 89 h 179"/>
                    <a:gd name="T18" fmla="*/ 91 w 125"/>
                    <a:gd name="T19" fmla="*/ 29 h 179"/>
                    <a:gd name="T20" fmla="*/ 95 w 125"/>
                    <a:gd name="T21" fmla="*/ 4 h 179"/>
                    <a:gd name="T22" fmla="*/ 92 w 125"/>
                    <a:gd name="T23" fmla="*/ 0 h 179"/>
                    <a:gd name="T24" fmla="*/ 86 w 125"/>
                    <a:gd name="T25" fmla="*/ 0 h 179"/>
                    <a:gd name="T26" fmla="*/ 80 w 125"/>
                    <a:gd name="T27" fmla="*/ 7 h 179"/>
                    <a:gd name="T28" fmla="*/ 83 w 125"/>
                    <a:gd name="T29" fmla="*/ 30 h 179"/>
                    <a:gd name="T30" fmla="*/ 86 w 125"/>
                    <a:gd name="T31" fmla="*/ 50 h 179"/>
                    <a:gd name="T32" fmla="*/ 46 w 125"/>
                    <a:gd name="T33" fmla="*/ 84 h 179"/>
                    <a:gd name="T34" fmla="*/ 0 w 125"/>
                    <a:gd name="T35" fmla="*/ 99 h 179"/>
                    <a:gd name="T36" fmla="*/ 13 w 125"/>
                    <a:gd name="T37" fmla="*/ 108 h 179"/>
                    <a:gd name="T38" fmla="*/ 30 w 125"/>
                    <a:gd name="T39" fmla="*/ 100 h 179"/>
                    <a:gd name="T40" fmla="*/ 47 w 125"/>
                    <a:gd name="T41" fmla="*/ 92 h 179"/>
                    <a:gd name="T42" fmla="*/ 51 w 125"/>
                    <a:gd name="T43" fmla="*/ 109 h 179"/>
                    <a:gd name="T44" fmla="*/ 50 w 125"/>
                    <a:gd name="T45" fmla="*/ 118 h 179"/>
                    <a:gd name="T46" fmla="*/ 54 w 125"/>
                    <a:gd name="T47" fmla="*/ 125 h 179"/>
                    <a:gd name="T48" fmla="*/ 62 w 125"/>
                    <a:gd name="T49" fmla="*/ 119 h 179"/>
                    <a:gd name="T50" fmla="*/ 62 w 125"/>
                    <a:gd name="T51" fmla="*/ 113 h 179"/>
                    <a:gd name="T52" fmla="*/ 78 w 125"/>
                    <a:gd name="T53" fmla="*/ 111 h 179"/>
                    <a:gd name="T54" fmla="*/ 78 w 125"/>
                    <a:gd name="T55" fmla="*/ 113 h 179"/>
                    <a:gd name="T56" fmla="*/ 78 w 125"/>
                    <a:gd name="T57" fmla="*/ 118 h 179"/>
                    <a:gd name="T58" fmla="*/ 46 w 125"/>
                    <a:gd name="T59" fmla="*/ 147 h 179"/>
                    <a:gd name="T60" fmla="*/ 28 w 125"/>
                    <a:gd name="T61" fmla="*/ 158 h 179"/>
                    <a:gd name="T62" fmla="*/ 1 w 125"/>
                    <a:gd name="T63" fmla="*/ 170 h 179"/>
                    <a:gd name="T64" fmla="*/ 14 w 125"/>
                    <a:gd name="T65" fmla="*/ 178 h 179"/>
                    <a:gd name="T66" fmla="*/ 20 w 125"/>
                    <a:gd name="T67" fmla="*/ 179 h 179"/>
                    <a:gd name="T68" fmla="*/ 22 w 125"/>
                    <a:gd name="T69" fmla="*/ 179 h 179"/>
                    <a:gd name="T70" fmla="*/ 38 w 125"/>
                    <a:gd name="T71" fmla="*/ 169 h 179"/>
                    <a:gd name="T72" fmla="*/ 61 w 125"/>
                    <a:gd name="T73" fmla="*/ 150 h 179"/>
                    <a:gd name="T74" fmla="*/ 79 w 125"/>
                    <a:gd name="T75" fmla="*/ 135 h 179"/>
                    <a:gd name="T76" fmla="*/ 96 w 125"/>
                    <a:gd name="T77" fmla="*/ 119 h 179"/>
                    <a:gd name="T78" fmla="*/ 106 w 125"/>
                    <a:gd name="T79" fmla="*/ 149 h 179"/>
                    <a:gd name="T80" fmla="*/ 125 w 125"/>
                    <a:gd name="T81" fmla="*/ 152 h 179"/>
                    <a:gd name="T82" fmla="*/ 116 w 125"/>
                    <a:gd name="T83" fmla="*/ 120 h 179"/>
                    <a:gd name="T84" fmla="*/ 115 w 125"/>
                    <a:gd name="T85" fmla="*/ 125 h 179"/>
                    <a:gd name="T86" fmla="*/ 109 w 125"/>
                    <a:gd name="T87" fmla="*/ 129 h 179"/>
                    <a:gd name="T88" fmla="*/ 97 w 125"/>
                    <a:gd name="T89" fmla="*/ 92 h 179"/>
                    <a:gd name="T90" fmla="*/ 94 w 125"/>
                    <a:gd name="T91" fmla="*/ 76 h 179"/>
                    <a:gd name="T92" fmla="*/ 110 w 125"/>
                    <a:gd name="T93" fmla="*/ 60 h 179"/>
                    <a:gd name="T94" fmla="*/ 105 w 125"/>
                    <a:gd name="T95" fmla="*/ 57 h 179"/>
                    <a:gd name="T96" fmla="*/ 101 w 125"/>
                    <a:gd name="T97" fmla="*/ 59 h 179"/>
                    <a:gd name="T98" fmla="*/ 91 w 125"/>
                    <a:gd name="T99" fmla="*/ 54 h 179"/>
                    <a:gd name="T100" fmla="*/ 91 w 125"/>
                    <a:gd name="T101" fmla="*/ 29 h 1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125" h="179">
                      <a:moveTo>
                        <a:pt x="56" y="91"/>
                      </a:moveTo>
                      <a:cubicBezTo>
                        <a:pt x="56" y="87"/>
                        <a:pt x="60" y="85"/>
                        <a:pt x="63" y="83"/>
                      </a:cubicBezTo>
                      <a:cubicBezTo>
                        <a:pt x="64" y="83"/>
                        <a:pt x="64" y="83"/>
                        <a:pt x="64" y="83"/>
                      </a:cubicBezTo>
                      <a:cubicBezTo>
                        <a:pt x="67" y="83"/>
                        <a:pt x="67" y="84"/>
                        <a:pt x="69" y="84"/>
                      </a:cubicBezTo>
                      <a:cubicBezTo>
                        <a:pt x="71" y="94"/>
                        <a:pt x="71" y="94"/>
                        <a:pt x="71" y="94"/>
                      </a:cubicBezTo>
                      <a:cubicBezTo>
                        <a:pt x="71" y="95"/>
                        <a:pt x="71" y="95"/>
                        <a:pt x="71" y="95"/>
                      </a:cubicBezTo>
                      <a:cubicBezTo>
                        <a:pt x="68" y="100"/>
                        <a:pt x="68" y="99"/>
                        <a:pt x="63" y="101"/>
                      </a:cubicBezTo>
                      <a:cubicBezTo>
                        <a:pt x="61" y="99"/>
                        <a:pt x="56" y="95"/>
                        <a:pt x="56" y="91"/>
                      </a:cubicBezTo>
                      <a:close/>
                      <a:moveTo>
                        <a:pt x="72" y="83"/>
                      </a:moveTo>
                      <a:cubicBezTo>
                        <a:pt x="74" y="79"/>
                        <a:pt x="73" y="79"/>
                        <a:pt x="77" y="77"/>
                      </a:cubicBezTo>
                      <a:cubicBezTo>
                        <a:pt x="79" y="75"/>
                        <a:pt x="82" y="75"/>
                        <a:pt x="83" y="73"/>
                      </a:cubicBezTo>
                      <a:cubicBezTo>
                        <a:pt x="88" y="76"/>
                        <a:pt x="89" y="76"/>
                        <a:pt x="90" y="82"/>
                      </a:cubicBezTo>
                      <a:cubicBezTo>
                        <a:pt x="92" y="95"/>
                        <a:pt x="92" y="95"/>
                        <a:pt x="92" y="95"/>
                      </a:cubicBezTo>
                      <a:cubicBezTo>
                        <a:pt x="93" y="96"/>
                        <a:pt x="93" y="96"/>
                        <a:pt x="93" y="96"/>
                      </a:cubicBezTo>
                      <a:cubicBezTo>
                        <a:pt x="94" y="99"/>
                        <a:pt x="94" y="99"/>
                        <a:pt x="94" y="99"/>
                      </a:cubicBezTo>
                      <a:cubicBezTo>
                        <a:pt x="91" y="105"/>
                        <a:pt x="93" y="103"/>
                        <a:pt x="88" y="106"/>
                      </a:cubicBezTo>
                      <a:cubicBezTo>
                        <a:pt x="83" y="101"/>
                        <a:pt x="82" y="101"/>
                        <a:pt x="79" y="95"/>
                      </a:cubicBezTo>
                      <a:cubicBezTo>
                        <a:pt x="77" y="93"/>
                        <a:pt x="77" y="91"/>
                        <a:pt x="75" y="89"/>
                      </a:cubicBezTo>
                      <a:cubicBezTo>
                        <a:pt x="73" y="87"/>
                        <a:pt x="73" y="86"/>
                        <a:pt x="72" y="83"/>
                      </a:cubicBezTo>
                      <a:close/>
                      <a:moveTo>
                        <a:pt x="91" y="29"/>
                      </a:moveTo>
                      <a:cubicBezTo>
                        <a:pt x="91" y="22"/>
                        <a:pt x="95" y="12"/>
                        <a:pt x="95" y="4"/>
                      </a:cubicBezTo>
                      <a:cubicBezTo>
                        <a:pt x="95" y="4"/>
                        <a:pt x="95" y="4"/>
                        <a:pt x="95" y="4"/>
                      </a:cubicBezTo>
                      <a:cubicBezTo>
                        <a:pt x="95" y="3"/>
                        <a:pt x="95" y="3"/>
                        <a:pt x="95" y="3"/>
                      </a:cubicBezTo>
                      <a:cubicBezTo>
                        <a:pt x="93" y="0"/>
                        <a:pt x="95" y="1"/>
                        <a:pt x="92" y="0"/>
                      </a:cubicBezTo>
                      <a:cubicBezTo>
                        <a:pt x="91" y="0"/>
                        <a:pt x="91" y="0"/>
                        <a:pt x="91" y="0"/>
                      </a:cubicBezTo>
                      <a:cubicBezTo>
                        <a:pt x="86" y="0"/>
                        <a:pt x="86" y="0"/>
                        <a:pt x="86" y="0"/>
                      </a:cubicBezTo>
                      <a:cubicBezTo>
                        <a:pt x="85" y="0"/>
                        <a:pt x="85" y="0"/>
                        <a:pt x="85" y="0"/>
                      </a:cubicBezTo>
                      <a:cubicBezTo>
                        <a:pt x="82" y="1"/>
                        <a:pt x="80" y="4"/>
                        <a:pt x="80" y="7"/>
                      </a:cubicBezTo>
                      <a:cubicBezTo>
                        <a:pt x="83" y="30"/>
                        <a:pt x="83" y="30"/>
                        <a:pt x="83" y="30"/>
                      </a:cubicBezTo>
                      <a:cubicBezTo>
                        <a:pt x="83" y="30"/>
                        <a:pt x="83" y="30"/>
                        <a:pt x="83" y="30"/>
                      </a:cubicBezTo>
                      <a:cubicBezTo>
                        <a:pt x="83" y="38"/>
                        <a:pt x="86" y="44"/>
                        <a:pt x="86" y="49"/>
                      </a:cubicBezTo>
                      <a:cubicBezTo>
                        <a:pt x="86" y="50"/>
                        <a:pt x="86" y="50"/>
                        <a:pt x="86" y="50"/>
                      </a:cubicBezTo>
                      <a:cubicBezTo>
                        <a:pt x="87" y="62"/>
                        <a:pt x="87" y="62"/>
                        <a:pt x="87" y="62"/>
                      </a:cubicBezTo>
                      <a:cubicBezTo>
                        <a:pt x="87" y="68"/>
                        <a:pt x="52" y="81"/>
                        <a:pt x="46" y="84"/>
                      </a:cubicBezTo>
                      <a:cubicBezTo>
                        <a:pt x="39" y="87"/>
                        <a:pt x="31" y="89"/>
                        <a:pt x="23" y="92"/>
                      </a:cubicBezTo>
                      <a:cubicBezTo>
                        <a:pt x="20" y="94"/>
                        <a:pt x="0" y="96"/>
                        <a:pt x="0" y="99"/>
                      </a:cubicBezTo>
                      <a:cubicBezTo>
                        <a:pt x="0" y="101"/>
                        <a:pt x="9" y="108"/>
                        <a:pt x="11" y="108"/>
                      </a:cubicBezTo>
                      <a:cubicBezTo>
                        <a:pt x="13" y="108"/>
                        <a:pt x="13" y="108"/>
                        <a:pt x="13" y="108"/>
                      </a:cubicBezTo>
                      <a:cubicBezTo>
                        <a:pt x="14" y="108"/>
                        <a:pt x="14" y="108"/>
                        <a:pt x="14" y="108"/>
                      </a:cubicBezTo>
                      <a:cubicBezTo>
                        <a:pt x="20" y="105"/>
                        <a:pt x="24" y="103"/>
                        <a:pt x="30" y="100"/>
                      </a:cubicBezTo>
                      <a:cubicBezTo>
                        <a:pt x="34" y="98"/>
                        <a:pt x="41" y="93"/>
                        <a:pt x="45" y="93"/>
                      </a:cubicBezTo>
                      <a:cubicBezTo>
                        <a:pt x="46" y="93"/>
                        <a:pt x="46" y="93"/>
                        <a:pt x="47" y="92"/>
                      </a:cubicBezTo>
                      <a:cubicBezTo>
                        <a:pt x="49" y="94"/>
                        <a:pt x="52" y="96"/>
                        <a:pt x="51" y="101"/>
                      </a:cubicBezTo>
                      <a:cubicBezTo>
                        <a:pt x="51" y="109"/>
                        <a:pt x="51" y="109"/>
                        <a:pt x="51" y="109"/>
                      </a:cubicBezTo>
                      <a:cubicBezTo>
                        <a:pt x="51" y="110"/>
                        <a:pt x="51" y="110"/>
                        <a:pt x="51" y="110"/>
                      </a:cubicBezTo>
                      <a:cubicBezTo>
                        <a:pt x="50" y="118"/>
                        <a:pt x="50" y="118"/>
                        <a:pt x="50" y="118"/>
                      </a:cubicBezTo>
                      <a:cubicBezTo>
                        <a:pt x="50" y="119"/>
                        <a:pt x="50" y="119"/>
                        <a:pt x="50" y="120"/>
                      </a:cubicBezTo>
                      <a:cubicBezTo>
                        <a:pt x="51" y="123"/>
                        <a:pt x="51" y="123"/>
                        <a:pt x="54" y="125"/>
                      </a:cubicBezTo>
                      <a:cubicBezTo>
                        <a:pt x="56" y="125"/>
                        <a:pt x="56" y="125"/>
                        <a:pt x="56" y="125"/>
                      </a:cubicBezTo>
                      <a:cubicBezTo>
                        <a:pt x="59" y="125"/>
                        <a:pt x="60" y="121"/>
                        <a:pt x="62" y="119"/>
                      </a:cubicBezTo>
                      <a:cubicBezTo>
                        <a:pt x="62" y="118"/>
                        <a:pt x="62" y="118"/>
                        <a:pt x="62" y="118"/>
                      </a:cubicBezTo>
                      <a:cubicBezTo>
                        <a:pt x="62" y="113"/>
                        <a:pt x="62" y="113"/>
                        <a:pt x="62" y="113"/>
                      </a:cubicBezTo>
                      <a:cubicBezTo>
                        <a:pt x="63" y="110"/>
                        <a:pt x="68" y="106"/>
                        <a:pt x="71" y="106"/>
                      </a:cubicBezTo>
                      <a:cubicBezTo>
                        <a:pt x="75" y="106"/>
                        <a:pt x="77" y="109"/>
                        <a:pt x="78" y="111"/>
                      </a:cubicBezTo>
                      <a:cubicBezTo>
                        <a:pt x="78" y="112"/>
                        <a:pt x="78" y="112"/>
                        <a:pt x="78" y="112"/>
                      </a:cubicBezTo>
                      <a:cubicBezTo>
                        <a:pt x="78" y="113"/>
                        <a:pt x="78" y="113"/>
                        <a:pt x="78" y="113"/>
                      </a:cubicBezTo>
                      <a:cubicBezTo>
                        <a:pt x="78" y="115"/>
                        <a:pt x="78" y="115"/>
                        <a:pt x="79" y="116"/>
                      </a:cubicBezTo>
                      <a:cubicBezTo>
                        <a:pt x="78" y="117"/>
                        <a:pt x="78" y="117"/>
                        <a:pt x="78" y="118"/>
                      </a:cubicBezTo>
                      <a:cubicBezTo>
                        <a:pt x="78" y="119"/>
                        <a:pt x="78" y="119"/>
                        <a:pt x="78" y="119"/>
                      </a:cubicBezTo>
                      <a:cubicBezTo>
                        <a:pt x="72" y="130"/>
                        <a:pt x="57" y="140"/>
                        <a:pt x="46" y="147"/>
                      </a:cubicBezTo>
                      <a:cubicBezTo>
                        <a:pt x="44" y="148"/>
                        <a:pt x="40" y="151"/>
                        <a:pt x="37" y="152"/>
                      </a:cubicBezTo>
                      <a:cubicBezTo>
                        <a:pt x="35" y="153"/>
                        <a:pt x="29" y="157"/>
                        <a:pt x="28" y="158"/>
                      </a:cubicBezTo>
                      <a:cubicBezTo>
                        <a:pt x="25" y="161"/>
                        <a:pt x="12" y="165"/>
                        <a:pt x="6" y="165"/>
                      </a:cubicBezTo>
                      <a:cubicBezTo>
                        <a:pt x="4" y="165"/>
                        <a:pt x="2" y="168"/>
                        <a:pt x="1" y="170"/>
                      </a:cubicBezTo>
                      <a:cubicBezTo>
                        <a:pt x="4" y="171"/>
                        <a:pt x="4" y="173"/>
                        <a:pt x="7" y="175"/>
                      </a:cubicBezTo>
                      <a:cubicBezTo>
                        <a:pt x="10" y="176"/>
                        <a:pt x="12" y="176"/>
                        <a:pt x="14" y="178"/>
                      </a:cubicBezTo>
                      <a:cubicBezTo>
                        <a:pt x="18" y="179"/>
                        <a:pt x="18" y="179"/>
                        <a:pt x="18" y="179"/>
                      </a:cubicBezTo>
                      <a:cubicBezTo>
                        <a:pt x="20" y="179"/>
                        <a:pt x="18" y="179"/>
                        <a:pt x="20" y="179"/>
                      </a:cubicBezTo>
                      <a:cubicBezTo>
                        <a:pt x="21" y="179"/>
                        <a:pt x="21" y="179"/>
                        <a:pt x="21" y="179"/>
                      </a:cubicBezTo>
                      <a:cubicBezTo>
                        <a:pt x="22" y="179"/>
                        <a:pt x="22" y="179"/>
                        <a:pt x="22" y="179"/>
                      </a:cubicBezTo>
                      <a:cubicBezTo>
                        <a:pt x="26" y="177"/>
                        <a:pt x="30" y="175"/>
                        <a:pt x="33" y="173"/>
                      </a:cubicBezTo>
                      <a:cubicBezTo>
                        <a:pt x="35" y="171"/>
                        <a:pt x="36" y="170"/>
                        <a:pt x="38" y="169"/>
                      </a:cubicBezTo>
                      <a:cubicBezTo>
                        <a:pt x="39" y="168"/>
                        <a:pt x="43" y="166"/>
                        <a:pt x="43" y="166"/>
                      </a:cubicBezTo>
                      <a:cubicBezTo>
                        <a:pt x="49" y="160"/>
                        <a:pt x="55" y="156"/>
                        <a:pt x="61" y="150"/>
                      </a:cubicBezTo>
                      <a:cubicBezTo>
                        <a:pt x="64" y="148"/>
                        <a:pt x="67" y="145"/>
                        <a:pt x="70" y="143"/>
                      </a:cubicBezTo>
                      <a:cubicBezTo>
                        <a:pt x="73" y="140"/>
                        <a:pt x="76" y="137"/>
                        <a:pt x="79" y="135"/>
                      </a:cubicBezTo>
                      <a:cubicBezTo>
                        <a:pt x="82" y="132"/>
                        <a:pt x="85" y="130"/>
                        <a:pt x="87" y="127"/>
                      </a:cubicBezTo>
                      <a:cubicBezTo>
                        <a:pt x="90" y="124"/>
                        <a:pt x="91" y="119"/>
                        <a:pt x="96" y="119"/>
                      </a:cubicBezTo>
                      <a:cubicBezTo>
                        <a:pt x="98" y="119"/>
                        <a:pt x="100" y="126"/>
                        <a:pt x="100" y="128"/>
                      </a:cubicBezTo>
                      <a:cubicBezTo>
                        <a:pt x="100" y="132"/>
                        <a:pt x="105" y="145"/>
                        <a:pt x="106" y="149"/>
                      </a:cubicBezTo>
                      <a:cubicBezTo>
                        <a:pt x="108" y="155"/>
                        <a:pt x="111" y="165"/>
                        <a:pt x="118" y="165"/>
                      </a:cubicBezTo>
                      <a:cubicBezTo>
                        <a:pt x="119" y="163"/>
                        <a:pt x="125" y="161"/>
                        <a:pt x="125" y="152"/>
                      </a:cubicBezTo>
                      <a:cubicBezTo>
                        <a:pt x="125" y="143"/>
                        <a:pt x="120" y="120"/>
                        <a:pt x="117" y="116"/>
                      </a:cubicBezTo>
                      <a:cubicBezTo>
                        <a:pt x="117" y="118"/>
                        <a:pt x="116" y="118"/>
                        <a:pt x="116" y="120"/>
                      </a:cubicBezTo>
                      <a:cubicBezTo>
                        <a:pt x="116" y="123"/>
                        <a:pt x="115" y="121"/>
                        <a:pt x="115" y="124"/>
                      </a:cubicBezTo>
                      <a:cubicBezTo>
                        <a:pt x="115" y="125"/>
                        <a:pt x="115" y="125"/>
                        <a:pt x="115" y="125"/>
                      </a:cubicBezTo>
                      <a:cubicBezTo>
                        <a:pt x="115" y="126"/>
                        <a:pt x="114" y="129"/>
                        <a:pt x="112" y="129"/>
                      </a:cubicBezTo>
                      <a:cubicBezTo>
                        <a:pt x="109" y="129"/>
                        <a:pt x="109" y="129"/>
                        <a:pt x="109" y="129"/>
                      </a:cubicBezTo>
                      <a:cubicBezTo>
                        <a:pt x="105" y="129"/>
                        <a:pt x="102" y="110"/>
                        <a:pt x="100" y="105"/>
                      </a:cubicBezTo>
                      <a:cubicBezTo>
                        <a:pt x="98" y="101"/>
                        <a:pt x="98" y="97"/>
                        <a:pt x="97" y="92"/>
                      </a:cubicBezTo>
                      <a:cubicBezTo>
                        <a:pt x="96" y="87"/>
                        <a:pt x="94" y="86"/>
                        <a:pt x="94" y="79"/>
                      </a:cubicBezTo>
                      <a:cubicBezTo>
                        <a:pt x="94" y="76"/>
                        <a:pt x="94" y="76"/>
                        <a:pt x="94" y="76"/>
                      </a:cubicBezTo>
                      <a:cubicBezTo>
                        <a:pt x="94" y="65"/>
                        <a:pt x="110" y="67"/>
                        <a:pt x="110" y="61"/>
                      </a:cubicBezTo>
                      <a:cubicBezTo>
                        <a:pt x="110" y="60"/>
                        <a:pt x="110" y="60"/>
                        <a:pt x="110" y="60"/>
                      </a:cubicBezTo>
                      <a:cubicBezTo>
                        <a:pt x="110" y="58"/>
                        <a:pt x="109" y="57"/>
                        <a:pt x="108" y="57"/>
                      </a:cubicBezTo>
                      <a:cubicBezTo>
                        <a:pt x="105" y="57"/>
                        <a:pt x="105" y="57"/>
                        <a:pt x="105" y="57"/>
                      </a:cubicBezTo>
                      <a:cubicBezTo>
                        <a:pt x="104" y="57"/>
                        <a:pt x="104" y="57"/>
                        <a:pt x="104" y="57"/>
                      </a:cubicBezTo>
                      <a:cubicBezTo>
                        <a:pt x="103" y="58"/>
                        <a:pt x="102" y="59"/>
                        <a:pt x="101" y="59"/>
                      </a:cubicBezTo>
                      <a:cubicBezTo>
                        <a:pt x="99" y="60"/>
                        <a:pt x="99" y="59"/>
                        <a:pt x="97" y="60"/>
                      </a:cubicBezTo>
                      <a:cubicBezTo>
                        <a:pt x="95" y="59"/>
                        <a:pt x="91" y="56"/>
                        <a:pt x="91" y="54"/>
                      </a:cubicBezTo>
                      <a:cubicBezTo>
                        <a:pt x="91" y="41"/>
                        <a:pt x="91" y="41"/>
                        <a:pt x="91" y="41"/>
                      </a:cubicBezTo>
                      <a:lnTo>
                        <a:pt x="91" y="29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43" name="íšlïďè"/>
                <p:cNvSpPr/>
                <p:nvPr/>
              </p:nvSpPr>
              <p:spPr bwMode="auto">
                <a:xfrm>
                  <a:off x="5478463" y="3581400"/>
                  <a:ext cx="46038" cy="76200"/>
                </a:xfrm>
                <a:custGeom>
                  <a:avLst/>
                  <a:gdLst>
                    <a:gd name="T0" fmla="*/ 14 w 14"/>
                    <a:gd name="T1" fmla="*/ 15 h 23"/>
                    <a:gd name="T2" fmla="*/ 10 w 14"/>
                    <a:gd name="T3" fmla="*/ 6 h 23"/>
                    <a:gd name="T4" fmla="*/ 3 w 14"/>
                    <a:gd name="T5" fmla="*/ 0 h 23"/>
                    <a:gd name="T6" fmla="*/ 0 w 14"/>
                    <a:gd name="T7" fmla="*/ 3 h 23"/>
                    <a:gd name="T8" fmla="*/ 5 w 14"/>
                    <a:gd name="T9" fmla="*/ 11 h 23"/>
                    <a:gd name="T10" fmla="*/ 5 w 14"/>
                    <a:gd name="T11" fmla="*/ 12 h 23"/>
                    <a:gd name="T12" fmla="*/ 5 w 14"/>
                    <a:gd name="T13" fmla="*/ 14 h 23"/>
                    <a:gd name="T14" fmla="*/ 5 w 14"/>
                    <a:gd name="T15" fmla="*/ 15 h 23"/>
                    <a:gd name="T16" fmla="*/ 2 w 14"/>
                    <a:gd name="T17" fmla="*/ 19 h 23"/>
                    <a:gd name="T18" fmla="*/ 2 w 14"/>
                    <a:gd name="T19" fmla="*/ 22 h 23"/>
                    <a:gd name="T20" fmla="*/ 5 w 14"/>
                    <a:gd name="T21" fmla="*/ 23 h 23"/>
                    <a:gd name="T22" fmla="*/ 6 w 14"/>
                    <a:gd name="T23" fmla="*/ 23 h 23"/>
                    <a:gd name="T24" fmla="*/ 11 w 14"/>
                    <a:gd name="T25" fmla="*/ 20 h 23"/>
                    <a:gd name="T26" fmla="*/ 14 w 14"/>
                    <a:gd name="T27" fmla="*/ 15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4" h="23">
                      <a:moveTo>
                        <a:pt x="14" y="15"/>
                      </a:moveTo>
                      <a:cubicBezTo>
                        <a:pt x="14" y="11"/>
                        <a:pt x="12" y="9"/>
                        <a:pt x="10" y="6"/>
                      </a:cubicBezTo>
                      <a:cubicBezTo>
                        <a:pt x="8" y="5"/>
                        <a:pt x="3" y="1"/>
                        <a:pt x="3" y="0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5" y="12"/>
                        <a:pt x="5" y="12"/>
                        <a:pt x="5" y="12"/>
                      </a:cubicBez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5" y="15"/>
                        <a:pt x="5" y="15"/>
                        <a:pt x="5" y="15"/>
                      </a:cubicBezTo>
                      <a:cubicBezTo>
                        <a:pt x="2" y="19"/>
                        <a:pt x="2" y="19"/>
                        <a:pt x="2" y="19"/>
                      </a:cubicBezTo>
                      <a:cubicBezTo>
                        <a:pt x="2" y="22"/>
                        <a:pt x="2" y="22"/>
                        <a:pt x="2" y="22"/>
                      </a:cubicBezTo>
                      <a:cubicBezTo>
                        <a:pt x="5" y="23"/>
                        <a:pt x="5" y="23"/>
                        <a:pt x="5" y="23"/>
                      </a:cubicBezTo>
                      <a:cubicBezTo>
                        <a:pt x="6" y="23"/>
                        <a:pt x="6" y="23"/>
                        <a:pt x="6" y="23"/>
                      </a:cubicBezTo>
                      <a:cubicBezTo>
                        <a:pt x="7" y="23"/>
                        <a:pt x="11" y="21"/>
                        <a:pt x="11" y="20"/>
                      </a:cubicBezTo>
                      <a:cubicBezTo>
                        <a:pt x="13" y="19"/>
                        <a:pt x="13" y="17"/>
                        <a:pt x="14" y="1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44" name="işḷîḑe"/>
                <p:cNvSpPr/>
                <p:nvPr/>
              </p:nvSpPr>
              <p:spPr bwMode="auto">
                <a:xfrm>
                  <a:off x="6310313" y="3136900"/>
                  <a:ext cx="406400" cy="554038"/>
                </a:xfrm>
                <a:custGeom>
                  <a:avLst/>
                  <a:gdLst>
                    <a:gd name="T0" fmla="*/ 101 w 123"/>
                    <a:gd name="T1" fmla="*/ 9 h 166"/>
                    <a:gd name="T2" fmla="*/ 96 w 123"/>
                    <a:gd name="T3" fmla="*/ 0 h 166"/>
                    <a:gd name="T4" fmla="*/ 76 w 123"/>
                    <a:gd name="T5" fmla="*/ 23 h 166"/>
                    <a:gd name="T6" fmla="*/ 66 w 123"/>
                    <a:gd name="T7" fmla="*/ 20 h 166"/>
                    <a:gd name="T8" fmla="*/ 69 w 123"/>
                    <a:gd name="T9" fmla="*/ 29 h 166"/>
                    <a:gd name="T10" fmla="*/ 64 w 123"/>
                    <a:gd name="T11" fmla="*/ 38 h 166"/>
                    <a:gd name="T12" fmla="*/ 71 w 123"/>
                    <a:gd name="T13" fmla="*/ 37 h 166"/>
                    <a:gd name="T14" fmla="*/ 78 w 123"/>
                    <a:gd name="T15" fmla="*/ 38 h 166"/>
                    <a:gd name="T16" fmla="*/ 104 w 123"/>
                    <a:gd name="T17" fmla="*/ 37 h 166"/>
                    <a:gd name="T18" fmla="*/ 97 w 123"/>
                    <a:gd name="T19" fmla="*/ 43 h 166"/>
                    <a:gd name="T20" fmla="*/ 85 w 123"/>
                    <a:gd name="T21" fmla="*/ 56 h 166"/>
                    <a:gd name="T22" fmla="*/ 78 w 123"/>
                    <a:gd name="T23" fmla="*/ 67 h 166"/>
                    <a:gd name="T24" fmla="*/ 72 w 123"/>
                    <a:gd name="T25" fmla="*/ 62 h 166"/>
                    <a:gd name="T26" fmla="*/ 72 w 123"/>
                    <a:gd name="T27" fmla="*/ 48 h 166"/>
                    <a:gd name="T28" fmla="*/ 63 w 123"/>
                    <a:gd name="T29" fmla="*/ 57 h 166"/>
                    <a:gd name="T30" fmla="*/ 56 w 123"/>
                    <a:gd name="T31" fmla="*/ 57 h 166"/>
                    <a:gd name="T32" fmla="*/ 61 w 123"/>
                    <a:gd name="T33" fmla="*/ 66 h 166"/>
                    <a:gd name="T34" fmla="*/ 59 w 123"/>
                    <a:gd name="T35" fmla="*/ 70 h 166"/>
                    <a:gd name="T36" fmla="*/ 68 w 123"/>
                    <a:gd name="T37" fmla="*/ 74 h 166"/>
                    <a:gd name="T38" fmla="*/ 68 w 123"/>
                    <a:gd name="T39" fmla="*/ 78 h 166"/>
                    <a:gd name="T40" fmla="*/ 40 w 123"/>
                    <a:gd name="T41" fmla="*/ 92 h 166"/>
                    <a:gd name="T42" fmla="*/ 24 w 123"/>
                    <a:gd name="T43" fmla="*/ 99 h 166"/>
                    <a:gd name="T44" fmla="*/ 3 w 123"/>
                    <a:gd name="T45" fmla="*/ 105 h 166"/>
                    <a:gd name="T46" fmla="*/ 2 w 123"/>
                    <a:gd name="T47" fmla="*/ 112 h 166"/>
                    <a:gd name="T48" fmla="*/ 14 w 123"/>
                    <a:gd name="T49" fmla="*/ 120 h 166"/>
                    <a:gd name="T50" fmla="*/ 32 w 123"/>
                    <a:gd name="T51" fmla="*/ 108 h 166"/>
                    <a:gd name="T52" fmla="*/ 55 w 123"/>
                    <a:gd name="T53" fmla="*/ 93 h 166"/>
                    <a:gd name="T54" fmla="*/ 63 w 123"/>
                    <a:gd name="T55" fmla="*/ 89 h 166"/>
                    <a:gd name="T56" fmla="*/ 82 w 123"/>
                    <a:gd name="T57" fmla="*/ 83 h 166"/>
                    <a:gd name="T58" fmla="*/ 82 w 123"/>
                    <a:gd name="T59" fmla="*/ 86 h 166"/>
                    <a:gd name="T60" fmla="*/ 74 w 123"/>
                    <a:gd name="T61" fmla="*/ 97 h 166"/>
                    <a:gd name="T62" fmla="*/ 61 w 123"/>
                    <a:gd name="T63" fmla="*/ 107 h 166"/>
                    <a:gd name="T64" fmla="*/ 64 w 123"/>
                    <a:gd name="T65" fmla="*/ 118 h 166"/>
                    <a:gd name="T66" fmla="*/ 55 w 123"/>
                    <a:gd name="T67" fmla="*/ 126 h 166"/>
                    <a:gd name="T68" fmla="*/ 40 w 123"/>
                    <a:gd name="T69" fmla="*/ 129 h 166"/>
                    <a:gd name="T70" fmla="*/ 30 w 123"/>
                    <a:gd name="T71" fmla="*/ 130 h 166"/>
                    <a:gd name="T72" fmla="*/ 35 w 123"/>
                    <a:gd name="T73" fmla="*/ 141 h 166"/>
                    <a:gd name="T74" fmla="*/ 38 w 123"/>
                    <a:gd name="T75" fmla="*/ 141 h 166"/>
                    <a:gd name="T76" fmla="*/ 56 w 123"/>
                    <a:gd name="T77" fmla="*/ 133 h 166"/>
                    <a:gd name="T78" fmla="*/ 63 w 123"/>
                    <a:gd name="T79" fmla="*/ 141 h 166"/>
                    <a:gd name="T80" fmla="*/ 56 w 123"/>
                    <a:gd name="T81" fmla="*/ 154 h 166"/>
                    <a:gd name="T82" fmla="*/ 53 w 123"/>
                    <a:gd name="T83" fmla="*/ 154 h 166"/>
                    <a:gd name="T84" fmla="*/ 49 w 123"/>
                    <a:gd name="T85" fmla="*/ 154 h 166"/>
                    <a:gd name="T86" fmla="*/ 46 w 123"/>
                    <a:gd name="T87" fmla="*/ 156 h 166"/>
                    <a:gd name="T88" fmla="*/ 56 w 123"/>
                    <a:gd name="T89" fmla="*/ 166 h 166"/>
                    <a:gd name="T90" fmla="*/ 71 w 123"/>
                    <a:gd name="T91" fmla="*/ 160 h 166"/>
                    <a:gd name="T92" fmla="*/ 75 w 123"/>
                    <a:gd name="T93" fmla="*/ 146 h 166"/>
                    <a:gd name="T94" fmla="*/ 80 w 123"/>
                    <a:gd name="T95" fmla="*/ 124 h 166"/>
                    <a:gd name="T96" fmla="*/ 94 w 123"/>
                    <a:gd name="T97" fmla="*/ 120 h 166"/>
                    <a:gd name="T98" fmla="*/ 81 w 123"/>
                    <a:gd name="T99" fmla="*/ 117 h 166"/>
                    <a:gd name="T100" fmla="*/ 72 w 123"/>
                    <a:gd name="T101" fmla="*/ 107 h 166"/>
                    <a:gd name="T102" fmla="*/ 78 w 123"/>
                    <a:gd name="T103" fmla="*/ 96 h 166"/>
                    <a:gd name="T104" fmla="*/ 92 w 123"/>
                    <a:gd name="T105" fmla="*/ 89 h 166"/>
                    <a:gd name="T106" fmla="*/ 102 w 123"/>
                    <a:gd name="T107" fmla="*/ 78 h 166"/>
                    <a:gd name="T108" fmla="*/ 95 w 123"/>
                    <a:gd name="T109" fmla="*/ 61 h 166"/>
                    <a:gd name="T110" fmla="*/ 109 w 123"/>
                    <a:gd name="T111" fmla="*/ 48 h 166"/>
                    <a:gd name="T112" fmla="*/ 116 w 123"/>
                    <a:gd name="T113" fmla="*/ 42 h 166"/>
                    <a:gd name="T114" fmla="*/ 121 w 123"/>
                    <a:gd name="T115" fmla="*/ 32 h 166"/>
                    <a:gd name="T116" fmla="*/ 116 w 123"/>
                    <a:gd name="T117" fmla="*/ 17 h 166"/>
                    <a:gd name="T118" fmla="*/ 104 w 123"/>
                    <a:gd name="T119" fmla="*/ 20 h 166"/>
                    <a:gd name="T120" fmla="*/ 93 w 123"/>
                    <a:gd name="T121" fmla="*/ 21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123" h="166">
                      <a:moveTo>
                        <a:pt x="93" y="21"/>
                      </a:moveTo>
                      <a:cubicBezTo>
                        <a:pt x="94" y="14"/>
                        <a:pt x="98" y="14"/>
                        <a:pt x="101" y="9"/>
                      </a:cubicBezTo>
                      <a:cubicBezTo>
                        <a:pt x="101" y="8"/>
                        <a:pt x="101" y="8"/>
                        <a:pt x="101" y="8"/>
                      </a:cubicBezTo>
                      <a:cubicBezTo>
                        <a:pt x="101" y="5"/>
                        <a:pt x="97" y="1"/>
                        <a:pt x="96" y="0"/>
                      </a:cubicBezTo>
                      <a:cubicBezTo>
                        <a:pt x="89" y="3"/>
                        <a:pt x="91" y="6"/>
                        <a:pt x="88" y="13"/>
                      </a:cubicBezTo>
                      <a:cubicBezTo>
                        <a:pt x="85" y="17"/>
                        <a:pt x="82" y="23"/>
                        <a:pt x="76" y="23"/>
                      </a:cubicBezTo>
                      <a:cubicBezTo>
                        <a:pt x="75" y="23"/>
                        <a:pt x="70" y="18"/>
                        <a:pt x="67" y="17"/>
                      </a:cubicBezTo>
                      <a:cubicBezTo>
                        <a:pt x="66" y="20"/>
                        <a:pt x="66" y="20"/>
                        <a:pt x="66" y="20"/>
                      </a:cubicBezTo>
                      <a:cubicBezTo>
                        <a:pt x="67" y="23"/>
                        <a:pt x="69" y="24"/>
                        <a:pt x="69" y="28"/>
                      </a:cubicBezTo>
                      <a:cubicBezTo>
                        <a:pt x="69" y="29"/>
                        <a:pt x="69" y="29"/>
                        <a:pt x="69" y="29"/>
                      </a:cubicBezTo>
                      <a:cubicBezTo>
                        <a:pt x="69" y="29"/>
                        <a:pt x="63" y="36"/>
                        <a:pt x="62" y="37"/>
                      </a:cubicBezTo>
                      <a:cubicBezTo>
                        <a:pt x="63" y="38"/>
                        <a:pt x="61" y="38"/>
                        <a:pt x="64" y="38"/>
                      </a:cubicBezTo>
                      <a:cubicBezTo>
                        <a:pt x="64" y="38"/>
                        <a:pt x="64" y="38"/>
                        <a:pt x="64" y="38"/>
                      </a:cubicBezTo>
                      <a:cubicBezTo>
                        <a:pt x="71" y="37"/>
                        <a:pt x="71" y="37"/>
                        <a:pt x="71" y="37"/>
                      </a:cubicBezTo>
                      <a:cubicBezTo>
                        <a:pt x="74" y="37"/>
                        <a:pt x="74" y="38"/>
                        <a:pt x="78" y="38"/>
                      </a:cubicBezTo>
                      <a:cubicBezTo>
                        <a:pt x="78" y="38"/>
                        <a:pt x="78" y="38"/>
                        <a:pt x="78" y="38"/>
                      </a:cubicBezTo>
                      <a:cubicBezTo>
                        <a:pt x="79" y="38"/>
                        <a:pt x="84" y="33"/>
                        <a:pt x="91" y="32"/>
                      </a:cubicBezTo>
                      <a:cubicBezTo>
                        <a:pt x="96" y="31"/>
                        <a:pt x="104" y="30"/>
                        <a:pt x="104" y="37"/>
                      </a:cubicBezTo>
                      <a:cubicBezTo>
                        <a:pt x="104" y="39"/>
                        <a:pt x="102" y="41"/>
                        <a:pt x="101" y="43"/>
                      </a:cubicBezTo>
                      <a:cubicBezTo>
                        <a:pt x="98" y="43"/>
                        <a:pt x="99" y="43"/>
                        <a:pt x="97" y="43"/>
                      </a:cubicBezTo>
                      <a:cubicBezTo>
                        <a:pt x="96" y="43"/>
                        <a:pt x="93" y="42"/>
                        <a:pt x="92" y="41"/>
                      </a:cubicBezTo>
                      <a:cubicBezTo>
                        <a:pt x="85" y="46"/>
                        <a:pt x="88" y="49"/>
                        <a:pt x="85" y="56"/>
                      </a:cubicBezTo>
                      <a:cubicBezTo>
                        <a:pt x="84" y="57"/>
                        <a:pt x="81" y="64"/>
                        <a:pt x="81" y="64"/>
                      </a:cubicBezTo>
                      <a:cubicBezTo>
                        <a:pt x="80" y="66"/>
                        <a:pt x="80" y="64"/>
                        <a:pt x="78" y="67"/>
                      </a:cubicBezTo>
                      <a:cubicBezTo>
                        <a:pt x="77" y="70"/>
                        <a:pt x="78" y="68"/>
                        <a:pt x="76" y="70"/>
                      </a:cubicBezTo>
                      <a:cubicBezTo>
                        <a:pt x="74" y="67"/>
                        <a:pt x="72" y="66"/>
                        <a:pt x="72" y="62"/>
                      </a:cubicBezTo>
                      <a:cubicBezTo>
                        <a:pt x="72" y="61"/>
                        <a:pt x="75" y="55"/>
                        <a:pt x="76" y="54"/>
                      </a:cubicBezTo>
                      <a:cubicBezTo>
                        <a:pt x="75" y="51"/>
                        <a:pt x="75" y="48"/>
                        <a:pt x="72" y="48"/>
                      </a:cubicBezTo>
                      <a:cubicBezTo>
                        <a:pt x="71" y="48"/>
                        <a:pt x="70" y="49"/>
                        <a:pt x="70" y="49"/>
                      </a:cubicBezTo>
                      <a:cubicBezTo>
                        <a:pt x="70" y="55"/>
                        <a:pt x="67" y="55"/>
                        <a:pt x="63" y="57"/>
                      </a:cubicBezTo>
                      <a:cubicBezTo>
                        <a:pt x="62" y="56"/>
                        <a:pt x="60" y="55"/>
                        <a:pt x="59" y="55"/>
                      </a:cubicBezTo>
                      <a:cubicBezTo>
                        <a:pt x="58" y="55"/>
                        <a:pt x="56" y="57"/>
                        <a:pt x="56" y="57"/>
                      </a:cubicBezTo>
                      <a:cubicBezTo>
                        <a:pt x="58" y="60"/>
                        <a:pt x="59" y="60"/>
                        <a:pt x="61" y="64"/>
                      </a:cubicBezTo>
                      <a:cubicBezTo>
                        <a:pt x="61" y="66"/>
                        <a:pt x="61" y="66"/>
                        <a:pt x="61" y="66"/>
                      </a:cubicBezTo>
                      <a:cubicBezTo>
                        <a:pt x="61" y="67"/>
                        <a:pt x="61" y="67"/>
                        <a:pt x="61" y="67"/>
                      </a:cubicBezTo>
                      <a:cubicBezTo>
                        <a:pt x="59" y="70"/>
                        <a:pt x="59" y="70"/>
                        <a:pt x="59" y="70"/>
                      </a:cubicBezTo>
                      <a:cubicBezTo>
                        <a:pt x="60" y="71"/>
                        <a:pt x="58" y="71"/>
                        <a:pt x="61" y="71"/>
                      </a:cubicBezTo>
                      <a:cubicBezTo>
                        <a:pt x="64" y="71"/>
                        <a:pt x="66" y="72"/>
                        <a:pt x="68" y="74"/>
                      </a:cubicBezTo>
                      <a:cubicBezTo>
                        <a:pt x="68" y="75"/>
                        <a:pt x="68" y="75"/>
                        <a:pt x="68" y="75"/>
                      </a:cubicBezTo>
                      <a:cubicBezTo>
                        <a:pt x="68" y="78"/>
                        <a:pt x="68" y="78"/>
                        <a:pt x="68" y="78"/>
                      </a:cubicBezTo>
                      <a:cubicBezTo>
                        <a:pt x="68" y="82"/>
                        <a:pt x="58" y="85"/>
                        <a:pt x="55" y="86"/>
                      </a:cubicBezTo>
                      <a:cubicBezTo>
                        <a:pt x="50" y="88"/>
                        <a:pt x="44" y="91"/>
                        <a:pt x="40" y="92"/>
                      </a:cubicBezTo>
                      <a:cubicBezTo>
                        <a:pt x="36" y="94"/>
                        <a:pt x="35" y="94"/>
                        <a:pt x="32" y="96"/>
                      </a:cubicBezTo>
                      <a:cubicBezTo>
                        <a:pt x="29" y="97"/>
                        <a:pt x="27" y="97"/>
                        <a:pt x="24" y="99"/>
                      </a:cubicBezTo>
                      <a:cubicBezTo>
                        <a:pt x="20" y="101"/>
                        <a:pt x="13" y="104"/>
                        <a:pt x="9" y="104"/>
                      </a:cubicBezTo>
                      <a:cubicBezTo>
                        <a:pt x="3" y="105"/>
                        <a:pt x="3" y="105"/>
                        <a:pt x="3" y="105"/>
                      </a:cubicBezTo>
                      <a:cubicBezTo>
                        <a:pt x="1" y="105"/>
                        <a:pt x="1" y="106"/>
                        <a:pt x="0" y="107"/>
                      </a:cubicBezTo>
                      <a:cubicBezTo>
                        <a:pt x="0" y="108"/>
                        <a:pt x="0" y="111"/>
                        <a:pt x="2" y="112"/>
                      </a:cubicBezTo>
                      <a:cubicBezTo>
                        <a:pt x="4" y="114"/>
                        <a:pt x="3" y="114"/>
                        <a:pt x="5" y="115"/>
                      </a:cubicBezTo>
                      <a:cubicBezTo>
                        <a:pt x="6" y="116"/>
                        <a:pt x="12" y="119"/>
                        <a:pt x="14" y="120"/>
                      </a:cubicBezTo>
                      <a:cubicBezTo>
                        <a:pt x="15" y="119"/>
                        <a:pt x="15" y="119"/>
                        <a:pt x="17" y="119"/>
                      </a:cubicBezTo>
                      <a:cubicBezTo>
                        <a:pt x="20" y="119"/>
                        <a:pt x="30" y="110"/>
                        <a:pt x="32" y="108"/>
                      </a:cubicBezTo>
                      <a:cubicBezTo>
                        <a:pt x="36" y="104"/>
                        <a:pt x="42" y="101"/>
                        <a:pt x="47" y="98"/>
                      </a:cubicBezTo>
                      <a:cubicBezTo>
                        <a:pt x="50" y="96"/>
                        <a:pt x="52" y="95"/>
                        <a:pt x="55" y="93"/>
                      </a:cubicBezTo>
                      <a:cubicBezTo>
                        <a:pt x="57" y="92"/>
                        <a:pt x="58" y="92"/>
                        <a:pt x="59" y="91"/>
                      </a:cubicBezTo>
                      <a:cubicBezTo>
                        <a:pt x="61" y="90"/>
                        <a:pt x="61" y="90"/>
                        <a:pt x="63" y="89"/>
                      </a:cubicBezTo>
                      <a:cubicBezTo>
                        <a:pt x="68" y="87"/>
                        <a:pt x="74" y="80"/>
                        <a:pt x="79" y="80"/>
                      </a:cubicBezTo>
                      <a:cubicBezTo>
                        <a:pt x="81" y="80"/>
                        <a:pt x="82" y="82"/>
                        <a:pt x="82" y="83"/>
                      </a:cubicBezTo>
                      <a:cubicBezTo>
                        <a:pt x="82" y="85"/>
                        <a:pt x="82" y="85"/>
                        <a:pt x="82" y="85"/>
                      </a:cubicBezTo>
                      <a:cubicBezTo>
                        <a:pt x="82" y="86"/>
                        <a:pt x="82" y="86"/>
                        <a:pt x="82" y="86"/>
                      </a:cubicBezTo>
                      <a:cubicBezTo>
                        <a:pt x="80" y="90"/>
                        <a:pt x="79" y="89"/>
                        <a:pt x="78" y="93"/>
                      </a:cubicBezTo>
                      <a:cubicBezTo>
                        <a:pt x="75" y="94"/>
                        <a:pt x="75" y="94"/>
                        <a:pt x="74" y="97"/>
                      </a:cubicBezTo>
                      <a:cubicBezTo>
                        <a:pt x="69" y="98"/>
                        <a:pt x="71" y="99"/>
                        <a:pt x="67" y="101"/>
                      </a:cubicBezTo>
                      <a:cubicBezTo>
                        <a:pt x="63" y="103"/>
                        <a:pt x="63" y="103"/>
                        <a:pt x="61" y="107"/>
                      </a:cubicBezTo>
                      <a:cubicBezTo>
                        <a:pt x="61" y="110"/>
                        <a:pt x="64" y="114"/>
                        <a:pt x="64" y="117"/>
                      </a:cubicBezTo>
                      <a:cubicBezTo>
                        <a:pt x="64" y="118"/>
                        <a:pt x="64" y="118"/>
                        <a:pt x="64" y="118"/>
                      </a:cubicBezTo>
                      <a:cubicBezTo>
                        <a:pt x="64" y="119"/>
                        <a:pt x="64" y="119"/>
                        <a:pt x="64" y="119"/>
                      </a:cubicBezTo>
                      <a:cubicBezTo>
                        <a:pt x="61" y="123"/>
                        <a:pt x="60" y="125"/>
                        <a:pt x="55" y="126"/>
                      </a:cubicBezTo>
                      <a:cubicBezTo>
                        <a:pt x="51" y="127"/>
                        <a:pt x="43" y="129"/>
                        <a:pt x="41" y="129"/>
                      </a:cubicBezTo>
                      <a:cubicBezTo>
                        <a:pt x="40" y="129"/>
                        <a:pt x="40" y="129"/>
                        <a:pt x="40" y="129"/>
                      </a:cubicBezTo>
                      <a:cubicBezTo>
                        <a:pt x="32" y="130"/>
                        <a:pt x="32" y="130"/>
                        <a:pt x="32" y="130"/>
                      </a:cubicBezTo>
                      <a:cubicBezTo>
                        <a:pt x="30" y="130"/>
                        <a:pt x="30" y="130"/>
                        <a:pt x="30" y="130"/>
                      </a:cubicBezTo>
                      <a:cubicBezTo>
                        <a:pt x="27" y="132"/>
                        <a:pt x="27" y="132"/>
                        <a:pt x="27" y="132"/>
                      </a:cubicBezTo>
                      <a:cubicBezTo>
                        <a:pt x="30" y="136"/>
                        <a:pt x="30" y="138"/>
                        <a:pt x="35" y="141"/>
                      </a:cubicBezTo>
                      <a:cubicBezTo>
                        <a:pt x="36" y="141"/>
                        <a:pt x="36" y="141"/>
                        <a:pt x="36" y="141"/>
                      </a:cubicBezTo>
                      <a:cubicBezTo>
                        <a:pt x="38" y="141"/>
                        <a:pt x="38" y="141"/>
                        <a:pt x="38" y="141"/>
                      </a:cubicBezTo>
                      <a:cubicBezTo>
                        <a:pt x="39" y="141"/>
                        <a:pt x="39" y="141"/>
                        <a:pt x="39" y="141"/>
                      </a:cubicBezTo>
                      <a:cubicBezTo>
                        <a:pt x="43" y="138"/>
                        <a:pt x="51" y="133"/>
                        <a:pt x="56" y="133"/>
                      </a:cubicBezTo>
                      <a:cubicBezTo>
                        <a:pt x="58" y="133"/>
                        <a:pt x="58" y="133"/>
                        <a:pt x="58" y="133"/>
                      </a:cubicBezTo>
                      <a:cubicBezTo>
                        <a:pt x="62" y="133"/>
                        <a:pt x="63" y="137"/>
                        <a:pt x="63" y="141"/>
                      </a:cubicBezTo>
                      <a:cubicBezTo>
                        <a:pt x="63" y="143"/>
                        <a:pt x="63" y="143"/>
                        <a:pt x="63" y="143"/>
                      </a:cubicBezTo>
                      <a:cubicBezTo>
                        <a:pt x="63" y="150"/>
                        <a:pt x="60" y="152"/>
                        <a:pt x="56" y="154"/>
                      </a:cubicBezTo>
                      <a:cubicBezTo>
                        <a:pt x="55" y="154"/>
                        <a:pt x="55" y="154"/>
                        <a:pt x="55" y="154"/>
                      </a:cubicBezTo>
                      <a:cubicBezTo>
                        <a:pt x="53" y="154"/>
                        <a:pt x="53" y="154"/>
                        <a:pt x="53" y="154"/>
                      </a:cubicBezTo>
                      <a:cubicBezTo>
                        <a:pt x="52" y="154"/>
                        <a:pt x="52" y="154"/>
                        <a:pt x="51" y="153"/>
                      </a:cubicBezTo>
                      <a:cubicBezTo>
                        <a:pt x="50" y="154"/>
                        <a:pt x="50" y="154"/>
                        <a:pt x="49" y="154"/>
                      </a:cubicBezTo>
                      <a:cubicBezTo>
                        <a:pt x="47" y="154"/>
                        <a:pt x="47" y="154"/>
                        <a:pt x="47" y="154"/>
                      </a:cubicBezTo>
                      <a:cubicBezTo>
                        <a:pt x="47" y="155"/>
                        <a:pt x="46" y="155"/>
                        <a:pt x="46" y="156"/>
                      </a:cubicBezTo>
                      <a:cubicBezTo>
                        <a:pt x="46" y="158"/>
                        <a:pt x="53" y="165"/>
                        <a:pt x="55" y="166"/>
                      </a:cubicBezTo>
                      <a:cubicBezTo>
                        <a:pt x="56" y="166"/>
                        <a:pt x="56" y="166"/>
                        <a:pt x="56" y="166"/>
                      </a:cubicBezTo>
                      <a:cubicBezTo>
                        <a:pt x="61" y="166"/>
                        <a:pt x="61" y="166"/>
                        <a:pt x="61" y="166"/>
                      </a:cubicBezTo>
                      <a:cubicBezTo>
                        <a:pt x="66" y="166"/>
                        <a:pt x="69" y="163"/>
                        <a:pt x="71" y="160"/>
                      </a:cubicBezTo>
                      <a:cubicBezTo>
                        <a:pt x="74" y="155"/>
                        <a:pt x="74" y="151"/>
                        <a:pt x="76" y="148"/>
                      </a:cubicBezTo>
                      <a:cubicBezTo>
                        <a:pt x="75" y="146"/>
                        <a:pt x="75" y="148"/>
                        <a:pt x="75" y="146"/>
                      </a:cubicBezTo>
                      <a:cubicBezTo>
                        <a:pt x="75" y="138"/>
                        <a:pt x="75" y="138"/>
                        <a:pt x="75" y="138"/>
                      </a:cubicBezTo>
                      <a:cubicBezTo>
                        <a:pt x="75" y="130"/>
                        <a:pt x="74" y="128"/>
                        <a:pt x="80" y="124"/>
                      </a:cubicBezTo>
                      <a:cubicBezTo>
                        <a:pt x="81" y="124"/>
                        <a:pt x="81" y="124"/>
                        <a:pt x="81" y="124"/>
                      </a:cubicBezTo>
                      <a:cubicBezTo>
                        <a:pt x="90" y="124"/>
                        <a:pt x="90" y="127"/>
                        <a:pt x="94" y="120"/>
                      </a:cubicBezTo>
                      <a:cubicBezTo>
                        <a:pt x="92" y="117"/>
                        <a:pt x="91" y="116"/>
                        <a:pt x="88" y="115"/>
                      </a:cubicBezTo>
                      <a:cubicBezTo>
                        <a:pt x="86" y="116"/>
                        <a:pt x="84" y="117"/>
                        <a:pt x="81" y="117"/>
                      </a:cubicBezTo>
                      <a:cubicBezTo>
                        <a:pt x="79" y="117"/>
                        <a:pt x="79" y="117"/>
                        <a:pt x="79" y="117"/>
                      </a:cubicBezTo>
                      <a:cubicBezTo>
                        <a:pt x="77" y="116"/>
                        <a:pt x="72" y="109"/>
                        <a:pt x="72" y="107"/>
                      </a:cubicBezTo>
                      <a:cubicBezTo>
                        <a:pt x="72" y="105"/>
                        <a:pt x="72" y="105"/>
                        <a:pt x="72" y="105"/>
                      </a:cubicBezTo>
                      <a:cubicBezTo>
                        <a:pt x="72" y="99"/>
                        <a:pt x="75" y="100"/>
                        <a:pt x="78" y="96"/>
                      </a:cubicBezTo>
                      <a:cubicBezTo>
                        <a:pt x="80" y="96"/>
                        <a:pt x="80" y="96"/>
                        <a:pt x="80" y="96"/>
                      </a:cubicBezTo>
                      <a:cubicBezTo>
                        <a:pt x="82" y="93"/>
                        <a:pt x="89" y="90"/>
                        <a:pt x="92" y="89"/>
                      </a:cubicBezTo>
                      <a:cubicBezTo>
                        <a:pt x="95" y="87"/>
                        <a:pt x="101" y="83"/>
                        <a:pt x="101" y="80"/>
                      </a:cubicBezTo>
                      <a:cubicBezTo>
                        <a:pt x="101" y="77"/>
                        <a:pt x="101" y="79"/>
                        <a:pt x="102" y="78"/>
                      </a:cubicBezTo>
                      <a:cubicBezTo>
                        <a:pt x="101" y="77"/>
                        <a:pt x="101" y="79"/>
                        <a:pt x="101" y="77"/>
                      </a:cubicBezTo>
                      <a:cubicBezTo>
                        <a:pt x="101" y="73"/>
                        <a:pt x="96" y="64"/>
                        <a:pt x="95" y="61"/>
                      </a:cubicBezTo>
                      <a:cubicBezTo>
                        <a:pt x="95" y="61"/>
                        <a:pt x="101" y="55"/>
                        <a:pt x="102" y="55"/>
                      </a:cubicBezTo>
                      <a:cubicBezTo>
                        <a:pt x="104" y="52"/>
                        <a:pt x="106" y="51"/>
                        <a:pt x="109" y="48"/>
                      </a:cubicBezTo>
                      <a:cubicBezTo>
                        <a:pt x="110" y="47"/>
                        <a:pt x="112" y="46"/>
                        <a:pt x="113" y="45"/>
                      </a:cubicBezTo>
                      <a:cubicBezTo>
                        <a:pt x="114" y="44"/>
                        <a:pt x="115" y="43"/>
                        <a:pt x="116" y="42"/>
                      </a:cubicBezTo>
                      <a:cubicBezTo>
                        <a:pt x="118" y="39"/>
                        <a:pt x="118" y="35"/>
                        <a:pt x="121" y="34"/>
                      </a:cubicBezTo>
                      <a:cubicBezTo>
                        <a:pt x="121" y="32"/>
                        <a:pt x="121" y="32"/>
                        <a:pt x="121" y="32"/>
                      </a:cubicBezTo>
                      <a:cubicBezTo>
                        <a:pt x="121" y="27"/>
                        <a:pt x="123" y="30"/>
                        <a:pt x="120" y="24"/>
                      </a:cubicBezTo>
                      <a:cubicBezTo>
                        <a:pt x="118" y="20"/>
                        <a:pt x="118" y="20"/>
                        <a:pt x="116" y="17"/>
                      </a:cubicBezTo>
                      <a:cubicBezTo>
                        <a:pt x="113" y="17"/>
                        <a:pt x="113" y="17"/>
                        <a:pt x="113" y="17"/>
                      </a:cubicBezTo>
                      <a:cubicBezTo>
                        <a:pt x="111" y="17"/>
                        <a:pt x="105" y="19"/>
                        <a:pt x="104" y="20"/>
                      </a:cubicBezTo>
                      <a:cubicBezTo>
                        <a:pt x="101" y="23"/>
                        <a:pt x="102" y="23"/>
                        <a:pt x="96" y="24"/>
                      </a:cubicBezTo>
                      <a:lnTo>
                        <a:pt x="93" y="2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45" name="íṥḻiďê"/>
                <p:cNvSpPr/>
                <p:nvPr/>
              </p:nvSpPr>
              <p:spPr bwMode="auto">
                <a:xfrm>
                  <a:off x="5159376" y="3357563"/>
                  <a:ext cx="117475" cy="366713"/>
                </a:xfrm>
                <a:custGeom>
                  <a:avLst/>
                  <a:gdLst>
                    <a:gd name="T0" fmla="*/ 23 w 36"/>
                    <a:gd name="T1" fmla="*/ 14 h 110"/>
                    <a:gd name="T2" fmla="*/ 23 w 36"/>
                    <a:gd name="T3" fmla="*/ 12 h 110"/>
                    <a:gd name="T4" fmla="*/ 18 w 36"/>
                    <a:gd name="T5" fmla="*/ 6 h 110"/>
                    <a:gd name="T6" fmla="*/ 13 w 36"/>
                    <a:gd name="T7" fmla="*/ 0 h 110"/>
                    <a:gd name="T8" fmla="*/ 11 w 36"/>
                    <a:gd name="T9" fmla="*/ 4 h 110"/>
                    <a:gd name="T10" fmla="*/ 13 w 36"/>
                    <a:gd name="T11" fmla="*/ 16 h 110"/>
                    <a:gd name="T12" fmla="*/ 12 w 36"/>
                    <a:gd name="T13" fmla="*/ 34 h 110"/>
                    <a:gd name="T14" fmla="*/ 7 w 36"/>
                    <a:gd name="T15" fmla="*/ 65 h 110"/>
                    <a:gd name="T16" fmla="*/ 3 w 36"/>
                    <a:gd name="T17" fmla="*/ 80 h 110"/>
                    <a:gd name="T18" fmla="*/ 0 w 36"/>
                    <a:gd name="T19" fmla="*/ 95 h 110"/>
                    <a:gd name="T20" fmla="*/ 0 w 36"/>
                    <a:gd name="T21" fmla="*/ 98 h 110"/>
                    <a:gd name="T22" fmla="*/ 0 w 36"/>
                    <a:gd name="T23" fmla="*/ 100 h 110"/>
                    <a:gd name="T24" fmla="*/ 4 w 36"/>
                    <a:gd name="T25" fmla="*/ 105 h 110"/>
                    <a:gd name="T26" fmla="*/ 9 w 36"/>
                    <a:gd name="T27" fmla="*/ 110 h 110"/>
                    <a:gd name="T28" fmla="*/ 15 w 36"/>
                    <a:gd name="T29" fmla="*/ 104 h 110"/>
                    <a:gd name="T30" fmla="*/ 18 w 36"/>
                    <a:gd name="T31" fmla="*/ 96 h 110"/>
                    <a:gd name="T32" fmla="*/ 18 w 36"/>
                    <a:gd name="T33" fmla="*/ 90 h 110"/>
                    <a:gd name="T34" fmla="*/ 21 w 36"/>
                    <a:gd name="T35" fmla="*/ 71 h 110"/>
                    <a:gd name="T36" fmla="*/ 25 w 36"/>
                    <a:gd name="T37" fmla="*/ 53 h 110"/>
                    <a:gd name="T38" fmla="*/ 30 w 36"/>
                    <a:gd name="T39" fmla="*/ 36 h 110"/>
                    <a:gd name="T40" fmla="*/ 35 w 36"/>
                    <a:gd name="T41" fmla="*/ 20 h 110"/>
                    <a:gd name="T42" fmla="*/ 33 w 36"/>
                    <a:gd name="T43" fmla="*/ 20 h 110"/>
                    <a:gd name="T44" fmla="*/ 30 w 36"/>
                    <a:gd name="T45" fmla="*/ 22 h 110"/>
                    <a:gd name="T46" fmla="*/ 23 w 36"/>
                    <a:gd name="T47" fmla="*/ 17 h 110"/>
                    <a:gd name="T48" fmla="*/ 23 w 36"/>
                    <a:gd name="T49" fmla="*/ 15 h 110"/>
                    <a:gd name="T50" fmla="*/ 23 w 36"/>
                    <a:gd name="T51" fmla="*/ 14 h 1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6" h="110">
                      <a:moveTo>
                        <a:pt x="23" y="14"/>
                      </a:moveTo>
                      <a:cubicBezTo>
                        <a:pt x="23" y="12"/>
                        <a:pt x="23" y="12"/>
                        <a:pt x="23" y="12"/>
                      </a:cubicBezTo>
                      <a:cubicBezTo>
                        <a:pt x="21" y="8"/>
                        <a:pt x="22" y="9"/>
                        <a:pt x="18" y="6"/>
                      </a:cubicBezTo>
                      <a:cubicBezTo>
                        <a:pt x="17" y="4"/>
                        <a:pt x="15" y="2"/>
                        <a:pt x="13" y="0"/>
                      </a:cubicBezTo>
                      <a:cubicBezTo>
                        <a:pt x="12" y="1"/>
                        <a:pt x="11" y="3"/>
                        <a:pt x="11" y="4"/>
                      </a:cubicBezTo>
                      <a:cubicBezTo>
                        <a:pt x="11" y="7"/>
                        <a:pt x="13" y="12"/>
                        <a:pt x="13" y="16"/>
                      </a:cubicBezTo>
                      <a:cubicBezTo>
                        <a:pt x="12" y="34"/>
                        <a:pt x="12" y="34"/>
                        <a:pt x="12" y="34"/>
                      </a:cubicBezTo>
                      <a:cubicBezTo>
                        <a:pt x="12" y="43"/>
                        <a:pt x="9" y="56"/>
                        <a:pt x="7" y="65"/>
                      </a:cubicBezTo>
                      <a:cubicBezTo>
                        <a:pt x="6" y="72"/>
                        <a:pt x="4" y="75"/>
                        <a:pt x="3" y="80"/>
                      </a:cubicBezTo>
                      <a:cubicBezTo>
                        <a:pt x="2" y="85"/>
                        <a:pt x="0" y="91"/>
                        <a:pt x="0" y="95"/>
                      </a:cubicBezTo>
                      <a:cubicBezTo>
                        <a:pt x="0" y="98"/>
                        <a:pt x="0" y="98"/>
                        <a:pt x="0" y="98"/>
                      </a:cubicBezTo>
                      <a:cubicBezTo>
                        <a:pt x="0" y="100"/>
                        <a:pt x="0" y="100"/>
                        <a:pt x="0" y="100"/>
                      </a:cubicBezTo>
                      <a:cubicBezTo>
                        <a:pt x="2" y="102"/>
                        <a:pt x="2" y="103"/>
                        <a:pt x="4" y="105"/>
                      </a:cubicBezTo>
                      <a:cubicBezTo>
                        <a:pt x="6" y="108"/>
                        <a:pt x="7" y="108"/>
                        <a:pt x="9" y="110"/>
                      </a:cubicBezTo>
                      <a:cubicBezTo>
                        <a:pt x="12" y="108"/>
                        <a:pt x="13" y="108"/>
                        <a:pt x="15" y="104"/>
                      </a:cubicBezTo>
                      <a:cubicBezTo>
                        <a:pt x="16" y="102"/>
                        <a:pt x="18" y="99"/>
                        <a:pt x="18" y="96"/>
                      </a:cubicBezTo>
                      <a:cubicBezTo>
                        <a:pt x="18" y="90"/>
                        <a:pt x="18" y="90"/>
                        <a:pt x="18" y="90"/>
                      </a:cubicBezTo>
                      <a:cubicBezTo>
                        <a:pt x="18" y="83"/>
                        <a:pt x="20" y="77"/>
                        <a:pt x="21" y="71"/>
                      </a:cubicBezTo>
                      <a:cubicBezTo>
                        <a:pt x="23" y="65"/>
                        <a:pt x="23" y="59"/>
                        <a:pt x="25" y="53"/>
                      </a:cubicBezTo>
                      <a:cubicBezTo>
                        <a:pt x="26" y="47"/>
                        <a:pt x="29" y="42"/>
                        <a:pt x="30" y="36"/>
                      </a:cubicBezTo>
                      <a:cubicBezTo>
                        <a:pt x="31" y="28"/>
                        <a:pt x="34" y="27"/>
                        <a:pt x="35" y="20"/>
                      </a:cubicBezTo>
                      <a:cubicBezTo>
                        <a:pt x="34" y="19"/>
                        <a:pt x="36" y="20"/>
                        <a:pt x="33" y="20"/>
                      </a:cubicBezTo>
                      <a:cubicBezTo>
                        <a:pt x="33" y="20"/>
                        <a:pt x="30" y="22"/>
                        <a:pt x="30" y="22"/>
                      </a:cubicBezTo>
                      <a:cubicBezTo>
                        <a:pt x="25" y="21"/>
                        <a:pt x="25" y="21"/>
                        <a:pt x="23" y="17"/>
                      </a:cubicBezTo>
                      <a:cubicBezTo>
                        <a:pt x="23" y="15"/>
                        <a:pt x="23" y="15"/>
                        <a:pt x="23" y="15"/>
                      </a:cubicBezTo>
                      <a:lnTo>
                        <a:pt x="23" y="14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grpSp>
            <p:nvGrpSpPr>
              <p:cNvPr id="119" name="ïšľîḍê"/>
              <p:cNvGrpSpPr/>
              <p:nvPr/>
            </p:nvGrpSpPr>
            <p:grpSpPr>
              <a:xfrm>
                <a:off x="4412452" y="3781425"/>
                <a:ext cx="2312689" cy="166461"/>
                <a:chOff x="6986588" y="3521075"/>
                <a:chExt cx="1654176" cy="119063"/>
              </a:xfrm>
            </p:grpSpPr>
            <p:sp>
              <p:nvSpPr>
                <p:cNvPr id="120" name="îṩľîḑê"/>
                <p:cNvSpPr/>
                <p:nvPr/>
              </p:nvSpPr>
              <p:spPr bwMode="auto">
                <a:xfrm>
                  <a:off x="6986588" y="3521075"/>
                  <a:ext cx="155575" cy="119063"/>
                </a:xfrm>
                <a:custGeom>
                  <a:avLst/>
                  <a:gdLst>
                    <a:gd name="T0" fmla="*/ 84 w 98"/>
                    <a:gd name="T1" fmla="*/ 0 h 75"/>
                    <a:gd name="T2" fmla="*/ 59 w 98"/>
                    <a:gd name="T3" fmla="*/ 52 h 75"/>
                    <a:gd name="T4" fmla="*/ 57 w 98"/>
                    <a:gd name="T5" fmla="*/ 0 h 75"/>
                    <a:gd name="T6" fmla="*/ 40 w 98"/>
                    <a:gd name="T7" fmla="*/ 0 h 75"/>
                    <a:gd name="T8" fmla="*/ 15 w 98"/>
                    <a:gd name="T9" fmla="*/ 52 h 75"/>
                    <a:gd name="T10" fmla="*/ 15 w 98"/>
                    <a:gd name="T11" fmla="*/ 0 h 75"/>
                    <a:gd name="T12" fmla="*/ 0 w 98"/>
                    <a:gd name="T13" fmla="*/ 0 h 75"/>
                    <a:gd name="T14" fmla="*/ 2 w 98"/>
                    <a:gd name="T15" fmla="*/ 75 h 75"/>
                    <a:gd name="T16" fmla="*/ 19 w 98"/>
                    <a:gd name="T17" fmla="*/ 75 h 75"/>
                    <a:gd name="T18" fmla="*/ 44 w 98"/>
                    <a:gd name="T19" fmla="*/ 21 h 75"/>
                    <a:gd name="T20" fmla="*/ 46 w 98"/>
                    <a:gd name="T21" fmla="*/ 75 h 75"/>
                    <a:gd name="T22" fmla="*/ 63 w 98"/>
                    <a:gd name="T23" fmla="*/ 75 h 75"/>
                    <a:gd name="T24" fmla="*/ 98 w 98"/>
                    <a:gd name="T25" fmla="*/ 0 h 75"/>
                    <a:gd name="T26" fmla="*/ 84 w 98"/>
                    <a:gd name="T27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98" h="75">
                      <a:moveTo>
                        <a:pt x="84" y="0"/>
                      </a:moveTo>
                      <a:lnTo>
                        <a:pt x="59" y="52"/>
                      </a:lnTo>
                      <a:lnTo>
                        <a:pt x="57" y="0"/>
                      </a:lnTo>
                      <a:lnTo>
                        <a:pt x="40" y="0"/>
                      </a:lnTo>
                      <a:lnTo>
                        <a:pt x="15" y="52"/>
                      </a:ln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2" y="75"/>
                      </a:lnTo>
                      <a:lnTo>
                        <a:pt x="19" y="75"/>
                      </a:lnTo>
                      <a:lnTo>
                        <a:pt x="44" y="21"/>
                      </a:lnTo>
                      <a:lnTo>
                        <a:pt x="46" y="75"/>
                      </a:lnTo>
                      <a:lnTo>
                        <a:pt x="63" y="75"/>
                      </a:lnTo>
                      <a:lnTo>
                        <a:pt x="98" y="0"/>
                      </a:lnTo>
                      <a:lnTo>
                        <a:pt x="8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21" name="îṩḷîde"/>
                <p:cNvSpPr/>
                <p:nvPr/>
              </p:nvSpPr>
              <p:spPr bwMode="auto">
                <a:xfrm>
                  <a:off x="7135813" y="3521075"/>
                  <a:ext cx="112713" cy="119063"/>
                </a:xfrm>
                <a:custGeom>
                  <a:avLst/>
                  <a:gdLst>
                    <a:gd name="T0" fmla="*/ 22 w 34"/>
                    <a:gd name="T1" fmla="*/ 20 h 36"/>
                    <a:gd name="T2" fmla="*/ 20 w 34"/>
                    <a:gd name="T3" fmla="*/ 26 h 36"/>
                    <a:gd name="T4" fmla="*/ 18 w 34"/>
                    <a:gd name="T5" fmla="*/ 29 h 36"/>
                    <a:gd name="T6" fmla="*/ 13 w 34"/>
                    <a:gd name="T7" fmla="*/ 30 h 36"/>
                    <a:gd name="T8" fmla="*/ 9 w 34"/>
                    <a:gd name="T9" fmla="*/ 29 h 36"/>
                    <a:gd name="T10" fmla="*/ 7 w 34"/>
                    <a:gd name="T11" fmla="*/ 25 h 36"/>
                    <a:gd name="T12" fmla="*/ 7 w 34"/>
                    <a:gd name="T13" fmla="*/ 24 h 36"/>
                    <a:gd name="T14" fmla="*/ 8 w 34"/>
                    <a:gd name="T15" fmla="*/ 19 h 36"/>
                    <a:gd name="T16" fmla="*/ 12 w 34"/>
                    <a:gd name="T17" fmla="*/ 0 h 36"/>
                    <a:gd name="T18" fmla="*/ 5 w 34"/>
                    <a:gd name="T19" fmla="*/ 0 h 36"/>
                    <a:gd name="T20" fmla="*/ 1 w 34"/>
                    <a:gd name="T21" fmla="*/ 19 h 36"/>
                    <a:gd name="T22" fmla="*/ 0 w 34"/>
                    <a:gd name="T23" fmla="*/ 23 h 36"/>
                    <a:gd name="T24" fmla="*/ 0 w 34"/>
                    <a:gd name="T25" fmla="*/ 25 h 36"/>
                    <a:gd name="T26" fmla="*/ 3 w 34"/>
                    <a:gd name="T27" fmla="*/ 33 h 36"/>
                    <a:gd name="T28" fmla="*/ 13 w 34"/>
                    <a:gd name="T29" fmla="*/ 36 h 36"/>
                    <a:gd name="T30" fmla="*/ 22 w 34"/>
                    <a:gd name="T31" fmla="*/ 34 h 36"/>
                    <a:gd name="T32" fmla="*/ 27 w 34"/>
                    <a:gd name="T33" fmla="*/ 29 h 36"/>
                    <a:gd name="T34" fmla="*/ 30 w 34"/>
                    <a:gd name="T35" fmla="*/ 20 h 36"/>
                    <a:gd name="T36" fmla="*/ 34 w 34"/>
                    <a:gd name="T37" fmla="*/ 0 h 36"/>
                    <a:gd name="T38" fmla="*/ 26 w 34"/>
                    <a:gd name="T39" fmla="*/ 0 h 36"/>
                    <a:gd name="T40" fmla="*/ 22 w 34"/>
                    <a:gd name="T41" fmla="*/ 2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34" h="36">
                      <a:moveTo>
                        <a:pt x="22" y="20"/>
                      </a:moveTo>
                      <a:cubicBezTo>
                        <a:pt x="22" y="23"/>
                        <a:pt x="21" y="25"/>
                        <a:pt x="20" y="26"/>
                      </a:cubicBezTo>
                      <a:cubicBezTo>
                        <a:pt x="20" y="28"/>
                        <a:pt x="19" y="29"/>
                        <a:pt x="18" y="29"/>
                      </a:cubicBezTo>
                      <a:cubicBezTo>
                        <a:pt x="17" y="30"/>
                        <a:pt x="15" y="30"/>
                        <a:pt x="13" y="30"/>
                      </a:cubicBezTo>
                      <a:cubicBezTo>
                        <a:pt x="11" y="30"/>
                        <a:pt x="10" y="30"/>
                        <a:pt x="9" y="29"/>
                      </a:cubicBezTo>
                      <a:cubicBezTo>
                        <a:pt x="8" y="28"/>
                        <a:pt x="7" y="27"/>
                        <a:pt x="7" y="25"/>
                      </a:cubicBezTo>
                      <a:cubicBezTo>
                        <a:pt x="7" y="25"/>
                        <a:pt x="7" y="25"/>
                        <a:pt x="7" y="24"/>
                      </a:cubicBezTo>
                      <a:cubicBezTo>
                        <a:pt x="8" y="19"/>
                        <a:pt x="8" y="19"/>
                        <a:pt x="8" y="19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1" y="19"/>
                        <a:pt x="1" y="19"/>
                        <a:pt x="1" y="19"/>
                      </a:cubicBezTo>
                      <a:cubicBezTo>
                        <a:pt x="1" y="21"/>
                        <a:pt x="0" y="23"/>
                        <a:pt x="0" y="23"/>
                      </a:cubicBezTo>
                      <a:cubicBezTo>
                        <a:pt x="0" y="24"/>
                        <a:pt x="0" y="25"/>
                        <a:pt x="0" y="25"/>
                      </a:cubicBezTo>
                      <a:cubicBezTo>
                        <a:pt x="0" y="29"/>
                        <a:pt x="1" y="31"/>
                        <a:pt x="3" y="33"/>
                      </a:cubicBezTo>
                      <a:cubicBezTo>
                        <a:pt x="6" y="35"/>
                        <a:pt x="9" y="36"/>
                        <a:pt x="13" y="36"/>
                      </a:cubicBezTo>
                      <a:cubicBezTo>
                        <a:pt x="16" y="36"/>
                        <a:pt x="19" y="36"/>
                        <a:pt x="22" y="34"/>
                      </a:cubicBezTo>
                      <a:cubicBezTo>
                        <a:pt x="24" y="33"/>
                        <a:pt x="25" y="31"/>
                        <a:pt x="27" y="29"/>
                      </a:cubicBezTo>
                      <a:cubicBezTo>
                        <a:pt x="28" y="27"/>
                        <a:pt x="29" y="24"/>
                        <a:pt x="30" y="20"/>
                      </a:cubicBezTo>
                      <a:cubicBezTo>
                        <a:pt x="34" y="0"/>
                        <a:pt x="34" y="0"/>
                        <a:pt x="34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lnTo>
                        <a:pt x="22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22" name="îṣḻîḑê"/>
                <p:cNvSpPr/>
                <p:nvPr/>
              </p:nvSpPr>
              <p:spPr bwMode="auto">
                <a:xfrm>
                  <a:off x="7248526" y="3521075"/>
                  <a:ext cx="114300" cy="119063"/>
                </a:xfrm>
                <a:custGeom>
                  <a:avLst/>
                  <a:gdLst>
                    <a:gd name="T0" fmla="*/ 58 w 72"/>
                    <a:gd name="T1" fmla="*/ 0 h 75"/>
                    <a:gd name="T2" fmla="*/ 52 w 72"/>
                    <a:gd name="T3" fmla="*/ 29 h 75"/>
                    <a:gd name="T4" fmla="*/ 22 w 72"/>
                    <a:gd name="T5" fmla="*/ 29 h 75"/>
                    <a:gd name="T6" fmla="*/ 29 w 72"/>
                    <a:gd name="T7" fmla="*/ 0 h 75"/>
                    <a:gd name="T8" fmla="*/ 14 w 72"/>
                    <a:gd name="T9" fmla="*/ 0 h 75"/>
                    <a:gd name="T10" fmla="*/ 0 w 72"/>
                    <a:gd name="T11" fmla="*/ 75 h 75"/>
                    <a:gd name="T12" fmla="*/ 14 w 72"/>
                    <a:gd name="T13" fmla="*/ 75 h 75"/>
                    <a:gd name="T14" fmla="*/ 20 w 72"/>
                    <a:gd name="T15" fmla="*/ 42 h 75"/>
                    <a:gd name="T16" fmla="*/ 50 w 72"/>
                    <a:gd name="T17" fmla="*/ 42 h 75"/>
                    <a:gd name="T18" fmla="*/ 43 w 72"/>
                    <a:gd name="T19" fmla="*/ 75 h 75"/>
                    <a:gd name="T20" fmla="*/ 58 w 72"/>
                    <a:gd name="T21" fmla="*/ 75 h 75"/>
                    <a:gd name="T22" fmla="*/ 72 w 72"/>
                    <a:gd name="T23" fmla="*/ 0 h 75"/>
                    <a:gd name="T24" fmla="*/ 58 w 72"/>
                    <a:gd name="T25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2" h="75">
                      <a:moveTo>
                        <a:pt x="58" y="0"/>
                      </a:moveTo>
                      <a:lnTo>
                        <a:pt x="52" y="29"/>
                      </a:lnTo>
                      <a:lnTo>
                        <a:pt x="22" y="29"/>
                      </a:lnTo>
                      <a:lnTo>
                        <a:pt x="29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lnTo>
                        <a:pt x="14" y="75"/>
                      </a:lnTo>
                      <a:lnTo>
                        <a:pt x="20" y="42"/>
                      </a:lnTo>
                      <a:lnTo>
                        <a:pt x="50" y="42"/>
                      </a:lnTo>
                      <a:lnTo>
                        <a:pt x="43" y="75"/>
                      </a:lnTo>
                      <a:lnTo>
                        <a:pt x="58" y="75"/>
                      </a:lnTo>
                      <a:lnTo>
                        <a:pt x="72" y="0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23" name="ïṥlíḑê"/>
                <p:cNvSpPr/>
                <p:nvPr/>
              </p:nvSpPr>
              <p:spPr bwMode="auto">
                <a:xfrm>
                  <a:off x="7356476" y="3521075"/>
                  <a:ext cx="112713" cy="119063"/>
                </a:xfrm>
                <a:custGeom>
                  <a:avLst/>
                  <a:gdLst>
                    <a:gd name="T0" fmla="*/ 42 w 71"/>
                    <a:gd name="T1" fmla="*/ 0 h 75"/>
                    <a:gd name="T2" fmla="*/ 0 w 71"/>
                    <a:gd name="T3" fmla="*/ 75 h 75"/>
                    <a:gd name="T4" fmla="*/ 15 w 71"/>
                    <a:gd name="T5" fmla="*/ 75 h 75"/>
                    <a:gd name="T6" fmla="*/ 23 w 71"/>
                    <a:gd name="T7" fmla="*/ 59 h 75"/>
                    <a:gd name="T8" fmla="*/ 54 w 71"/>
                    <a:gd name="T9" fmla="*/ 59 h 75"/>
                    <a:gd name="T10" fmla="*/ 56 w 71"/>
                    <a:gd name="T11" fmla="*/ 75 h 75"/>
                    <a:gd name="T12" fmla="*/ 71 w 71"/>
                    <a:gd name="T13" fmla="*/ 75 h 75"/>
                    <a:gd name="T14" fmla="*/ 58 w 71"/>
                    <a:gd name="T15" fmla="*/ 0 h 75"/>
                    <a:gd name="T16" fmla="*/ 42 w 71"/>
                    <a:gd name="T17" fmla="*/ 0 h 75"/>
                    <a:gd name="T18" fmla="*/ 29 w 71"/>
                    <a:gd name="T19" fmla="*/ 46 h 75"/>
                    <a:gd name="T20" fmla="*/ 48 w 71"/>
                    <a:gd name="T21" fmla="*/ 17 h 75"/>
                    <a:gd name="T22" fmla="*/ 52 w 71"/>
                    <a:gd name="T23" fmla="*/ 46 h 75"/>
                    <a:gd name="T24" fmla="*/ 29 w 71"/>
                    <a:gd name="T25" fmla="*/ 46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1" h="75">
                      <a:moveTo>
                        <a:pt x="42" y="0"/>
                      </a:moveTo>
                      <a:lnTo>
                        <a:pt x="0" y="75"/>
                      </a:lnTo>
                      <a:lnTo>
                        <a:pt x="15" y="75"/>
                      </a:lnTo>
                      <a:lnTo>
                        <a:pt x="23" y="59"/>
                      </a:lnTo>
                      <a:lnTo>
                        <a:pt x="54" y="59"/>
                      </a:lnTo>
                      <a:lnTo>
                        <a:pt x="56" y="75"/>
                      </a:lnTo>
                      <a:lnTo>
                        <a:pt x="71" y="75"/>
                      </a:lnTo>
                      <a:lnTo>
                        <a:pt x="58" y="0"/>
                      </a:lnTo>
                      <a:lnTo>
                        <a:pt x="42" y="0"/>
                      </a:lnTo>
                      <a:close/>
                      <a:moveTo>
                        <a:pt x="29" y="46"/>
                      </a:moveTo>
                      <a:lnTo>
                        <a:pt x="48" y="17"/>
                      </a:lnTo>
                      <a:lnTo>
                        <a:pt x="52" y="46"/>
                      </a:lnTo>
                      <a:lnTo>
                        <a:pt x="29" y="4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24" name="îş1íḋe"/>
                <p:cNvSpPr/>
                <p:nvPr/>
              </p:nvSpPr>
              <p:spPr bwMode="auto">
                <a:xfrm>
                  <a:off x="7481888" y="3521075"/>
                  <a:ext cx="119063" cy="119063"/>
                </a:xfrm>
                <a:custGeom>
                  <a:avLst/>
                  <a:gdLst>
                    <a:gd name="T0" fmla="*/ 50 w 75"/>
                    <a:gd name="T1" fmla="*/ 50 h 75"/>
                    <a:gd name="T2" fmla="*/ 31 w 75"/>
                    <a:gd name="T3" fmla="*/ 0 h 75"/>
                    <a:gd name="T4" fmla="*/ 17 w 75"/>
                    <a:gd name="T5" fmla="*/ 0 h 75"/>
                    <a:gd name="T6" fmla="*/ 0 w 75"/>
                    <a:gd name="T7" fmla="*/ 75 h 75"/>
                    <a:gd name="T8" fmla="*/ 15 w 75"/>
                    <a:gd name="T9" fmla="*/ 75 h 75"/>
                    <a:gd name="T10" fmla="*/ 25 w 75"/>
                    <a:gd name="T11" fmla="*/ 25 h 75"/>
                    <a:gd name="T12" fmla="*/ 46 w 75"/>
                    <a:gd name="T13" fmla="*/ 75 h 75"/>
                    <a:gd name="T14" fmla="*/ 58 w 75"/>
                    <a:gd name="T15" fmla="*/ 75 h 75"/>
                    <a:gd name="T16" fmla="*/ 75 w 75"/>
                    <a:gd name="T17" fmla="*/ 0 h 75"/>
                    <a:gd name="T18" fmla="*/ 61 w 75"/>
                    <a:gd name="T19" fmla="*/ 0 h 75"/>
                    <a:gd name="T20" fmla="*/ 50 w 75"/>
                    <a:gd name="T21" fmla="*/ 5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5" h="75">
                      <a:moveTo>
                        <a:pt x="50" y="50"/>
                      </a:moveTo>
                      <a:lnTo>
                        <a:pt x="31" y="0"/>
                      </a:lnTo>
                      <a:lnTo>
                        <a:pt x="17" y="0"/>
                      </a:lnTo>
                      <a:lnTo>
                        <a:pt x="0" y="75"/>
                      </a:lnTo>
                      <a:lnTo>
                        <a:pt x="15" y="75"/>
                      </a:lnTo>
                      <a:lnTo>
                        <a:pt x="25" y="25"/>
                      </a:lnTo>
                      <a:lnTo>
                        <a:pt x="46" y="75"/>
                      </a:lnTo>
                      <a:lnTo>
                        <a:pt x="58" y="75"/>
                      </a:lnTo>
                      <a:lnTo>
                        <a:pt x="75" y="0"/>
                      </a:lnTo>
                      <a:lnTo>
                        <a:pt x="61" y="0"/>
                      </a:lnTo>
                      <a:lnTo>
                        <a:pt x="50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25" name="îş1ïḋe"/>
                <p:cNvSpPr/>
                <p:nvPr/>
              </p:nvSpPr>
              <p:spPr bwMode="auto">
                <a:xfrm>
                  <a:off x="7653338" y="3521075"/>
                  <a:ext cx="112713" cy="119063"/>
                </a:xfrm>
                <a:custGeom>
                  <a:avLst/>
                  <a:gdLst>
                    <a:gd name="T0" fmla="*/ 22 w 34"/>
                    <a:gd name="T1" fmla="*/ 20 h 36"/>
                    <a:gd name="T2" fmla="*/ 20 w 34"/>
                    <a:gd name="T3" fmla="*/ 26 h 36"/>
                    <a:gd name="T4" fmla="*/ 18 w 34"/>
                    <a:gd name="T5" fmla="*/ 29 h 36"/>
                    <a:gd name="T6" fmla="*/ 13 w 34"/>
                    <a:gd name="T7" fmla="*/ 30 h 36"/>
                    <a:gd name="T8" fmla="*/ 9 w 34"/>
                    <a:gd name="T9" fmla="*/ 29 h 36"/>
                    <a:gd name="T10" fmla="*/ 7 w 34"/>
                    <a:gd name="T11" fmla="*/ 25 h 36"/>
                    <a:gd name="T12" fmla="*/ 7 w 34"/>
                    <a:gd name="T13" fmla="*/ 24 h 36"/>
                    <a:gd name="T14" fmla="*/ 8 w 34"/>
                    <a:gd name="T15" fmla="*/ 19 h 36"/>
                    <a:gd name="T16" fmla="*/ 12 w 34"/>
                    <a:gd name="T17" fmla="*/ 0 h 36"/>
                    <a:gd name="T18" fmla="*/ 5 w 34"/>
                    <a:gd name="T19" fmla="*/ 0 h 36"/>
                    <a:gd name="T20" fmla="*/ 1 w 34"/>
                    <a:gd name="T21" fmla="*/ 19 h 36"/>
                    <a:gd name="T22" fmla="*/ 0 w 34"/>
                    <a:gd name="T23" fmla="*/ 23 h 36"/>
                    <a:gd name="T24" fmla="*/ 0 w 34"/>
                    <a:gd name="T25" fmla="*/ 25 h 36"/>
                    <a:gd name="T26" fmla="*/ 3 w 34"/>
                    <a:gd name="T27" fmla="*/ 33 h 36"/>
                    <a:gd name="T28" fmla="*/ 13 w 34"/>
                    <a:gd name="T29" fmla="*/ 36 h 36"/>
                    <a:gd name="T30" fmla="*/ 22 w 34"/>
                    <a:gd name="T31" fmla="*/ 34 h 36"/>
                    <a:gd name="T32" fmla="*/ 27 w 34"/>
                    <a:gd name="T33" fmla="*/ 29 h 36"/>
                    <a:gd name="T34" fmla="*/ 30 w 34"/>
                    <a:gd name="T35" fmla="*/ 20 h 36"/>
                    <a:gd name="T36" fmla="*/ 34 w 34"/>
                    <a:gd name="T37" fmla="*/ 0 h 36"/>
                    <a:gd name="T38" fmla="*/ 26 w 34"/>
                    <a:gd name="T39" fmla="*/ 0 h 36"/>
                    <a:gd name="T40" fmla="*/ 22 w 34"/>
                    <a:gd name="T41" fmla="*/ 2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34" h="36">
                      <a:moveTo>
                        <a:pt x="22" y="20"/>
                      </a:moveTo>
                      <a:cubicBezTo>
                        <a:pt x="22" y="23"/>
                        <a:pt x="21" y="25"/>
                        <a:pt x="20" y="26"/>
                      </a:cubicBezTo>
                      <a:cubicBezTo>
                        <a:pt x="20" y="28"/>
                        <a:pt x="19" y="29"/>
                        <a:pt x="18" y="29"/>
                      </a:cubicBezTo>
                      <a:cubicBezTo>
                        <a:pt x="17" y="30"/>
                        <a:pt x="15" y="30"/>
                        <a:pt x="13" y="30"/>
                      </a:cubicBezTo>
                      <a:cubicBezTo>
                        <a:pt x="11" y="30"/>
                        <a:pt x="10" y="30"/>
                        <a:pt x="9" y="29"/>
                      </a:cubicBezTo>
                      <a:cubicBezTo>
                        <a:pt x="8" y="28"/>
                        <a:pt x="7" y="27"/>
                        <a:pt x="7" y="25"/>
                      </a:cubicBezTo>
                      <a:cubicBezTo>
                        <a:pt x="7" y="25"/>
                        <a:pt x="7" y="25"/>
                        <a:pt x="7" y="24"/>
                      </a:cubicBezTo>
                      <a:cubicBezTo>
                        <a:pt x="8" y="19"/>
                        <a:pt x="8" y="19"/>
                        <a:pt x="8" y="19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1" y="19"/>
                        <a:pt x="1" y="19"/>
                        <a:pt x="1" y="19"/>
                      </a:cubicBezTo>
                      <a:cubicBezTo>
                        <a:pt x="1" y="21"/>
                        <a:pt x="0" y="23"/>
                        <a:pt x="0" y="23"/>
                      </a:cubicBezTo>
                      <a:cubicBezTo>
                        <a:pt x="0" y="24"/>
                        <a:pt x="0" y="25"/>
                        <a:pt x="0" y="25"/>
                      </a:cubicBezTo>
                      <a:cubicBezTo>
                        <a:pt x="0" y="29"/>
                        <a:pt x="1" y="31"/>
                        <a:pt x="3" y="33"/>
                      </a:cubicBezTo>
                      <a:cubicBezTo>
                        <a:pt x="6" y="35"/>
                        <a:pt x="9" y="36"/>
                        <a:pt x="13" y="36"/>
                      </a:cubicBezTo>
                      <a:cubicBezTo>
                        <a:pt x="16" y="36"/>
                        <a:pt x="19" y="36"/>
                        <a:pt x="22" y="34"/>
                      </a:cubicBezTo>
                      <a:cubicBezTo>
                        <a:pt x="24" y="33"/>
                        <a:pt x="25" y="31"/>
                        <a:pt x="27" y="29"/>
                      </a:cubicBezTo>
                      <a:cubicBezTo>
                        <a:pt x="28" y="27"/>
                        <a:pt x="29" y="24"/>
                        <a:pt x="30" y="20"/>
                      </a:cubicBezTo>
                      <a:cubicBezTo>
                        <a:pt x="34" y="0"/>
                        <a:pt x="34" y="0"/>
                        <a:pt x="34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lnTo>
                        <a:pt x="22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26" name="íšlídè"/>
                <p:cNvSpPr/>
                <p:nvPr/>
              </p:nvSpPr>
              <p:spPr bwMode="auto">
                <a:xfrm>
                  <a:off x="7766051" y="3521075"/>
                  <a:ext cx="115888" cy="119063"/>
                </a:xfrm>
                <a:custGeom>
                  <a:avLst/>
                  <a:gdLst>
                    <a:gd name="T0" fmla="*/ 58 w 73"/>
                    <a:gd name="T1" fmla="*/ 0 h 75"/>
                    <a:gd name="T2" fmla="*/ 50 w 73"/>
                    <a:gd name="T3" fmla="*/ 50 h 75"/>
                    <a:gd name="T4" fmla="*/ 29 w 73"/>
                    <a:gd name="T5" fmla="*/ 0 h 75"/>
                    <a:gd name="T6" fmla="*/ 15 w 73"/>
                    <a:gd name="T7" fmla="*/ 0 h 75"/>
                    <a:gd name="T8" fmla="*/ 0 w 73"/>
                    <a:gd name="T9" fmla="*/ 75 h 75"/>
                    <a:gd name="T10" fmla="*/ 13 w 73"/>
                    <a:gd name="T11" fmla="*/ 75 h 75"/>
                    <a:gd name="T12" fmla="*/ 23 w 73"/>
                    <a:gd name="T13" fmla="*/ 25 h 75"/>
                    <a:gd name="T14" fmla="*/ 44 w 73"/>
                    <a:gd name="T15" fmla="*/ 75 h 75"/>
                    <a:gd name="T16" fmla="*/ 58 w 73"/>
                    <a:gd name="T17" fmla="*/ 75 h 75"/>
                    <a:gd name="T18" fmla="*/ 73 w 73"/>
                    <a:gd name="T19" fmla="*/ 0 h 75"/>
                    <a:gd name="T20" fmla="*/ 58 w 73"/>
                    <a:gd name="T21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3" h="75">
                      <a:moveTo>
                        <a:pt x="58" y="0"/>
                      </a:moveTo>
                      <a:lnTo>
                        <a:pt x="50" y="50"/>
                      </a:lnTo>
                      <a:lnTo>
                        <a:pt x="29" y="0"/>
                      </a:lnTo>
                      <a:lnTo>
                        <a:pt x="15" y="0"/>
                      </a:lnTo>
                      <a:lnTo>
                        <a:pt x="0" y="75"/>
                      </a:lnTo>
                      <a:lnTo>
                        <a:pt x="13" y="75"/>
                      </a:lnTo>
                      <a:lnTo>
                        <a:pt x="23" y="25"/>
                      </a:lnTo>
                      <a:lnTo>
                        <a:pt x="44" y="75"/>
                      </a:lnTo>
                      <a:lnTo>
                        <a:pt x="58" y="75"/>
                      </a:lnTo>
                      <a:lnTo>
                        <a:pt x="73" y="0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27" name="îṣḻîďe"/>
                <p:cNvSpPr/>
                <p:nvPr/>
              </p:nvSpPr>
              <p:spPr bwMode="auto">
                <a:xfrm>
                  <a:off x="7881938" y="3521075"/>
                  <a:ext cx="49213" cy="119063"/>
                </a:xfrm>
                <a:custGeom>
                  <a:avLst/>
                  <a:gdLst>
                    <a:gd name="T0" fmla="*/ 0 w 31"/>
                    <a:gd name="T1" fmla="*/ 75 h 75"/>
                    <a:gd name="T2" fmla="*/ 14 w 31"/>
                    <a:gd name="T3" fmla="*/ 75 h 75"/>
                    <a:gd name="T4" fmla="*/ 31 w 31"/>
                    <a:gd name="T5" fmla="*/ 0 h 75"/>
                    <a:gd name="T6" fmla="*/ 14 w 31"/>
                    <a:gd name="T7" fmla="*/ 0 h 75"/>
                    <a:gd name="T8" fmla="*/ 0 w 31"/>
                    <a:gd name="T9" fmla="*/ 75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75">
                      <a:moveTo>
                        <a:pt x="0" y="75"/>
                      </a:moveTo>
                      <a:lnTo>
                        <a:pt x="14" y="75"/>
                      </a:lnTo>
                      <a:lnTo>
                        <a:pt x="31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28" name="íŝḻiḋè"/>
                <p:cNvSpPr/>
                <p:nvPr/>
              </p:nvSpPr>
              <p:spPr bwMode="auto">
                <a:xfrm>
                  <a:off x="7940676" y="3521075"/>
                  <a:ext cx="109538" cy="119063"/>
                </a:xfrm>
                <a:custGeom>
                  <a:avLst/>
                  <a:gdLst>
                    <a:gd name="T0" fmla="*/ 54 w 69"/>
                    <a:gd name="T1" fmla="*/ 0 h 75"/>
                    <a:gd name="T2" fmla="*/ 23 w 69"/>
                    <a:gd name="T3" fmla="*/ 57 h 75"/>
                    <a:gd name="T4" fmla="*/ 15 w 69"/>
                    <a:gd name="T5" fmla="*/ 0 h 75"/>
                    <a:gd name="T6" fmla="*/ 0 w 69"/>
                    <a:gd name="T7" fmla="*/ 0 h 75"/>
                    <a:gd name="T8" fmla="*/ 13 w 69"/>
                    <a:gd name="T9" fmla="*/ 75 h 75"/>
                    <a:gd name="T10" fmla="*/ 29 w 69"/>
                    <a:gd name="T11" fmla="*/ 75 h 75"/>
                    <a:gd name="T12" fmla="*/ 69 w 69"/>
                    <a:gd name="T13" fmla="*/ 0 h 75"/>
                    <a:gd name="T14" fmla="*/ 54 w 69"/>
                    <a:gd name="T15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69" h="75">
                      <a:moveTo>
                        <a:pt x="54" y="0"/>
                      </a:moveTo>
                      <a:lnTo>
                        <a:pt x="23" y="57"/>
                      </a:ln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13" y="75"/>
                      </a:lnTo>
                      <a:lnTo>
                        <a:pt x="29" y="75"/>
                      </a:lnTo>
                      <a:lnTo>
                        <a:pt x="69" y="0"/>
                      </a:lnTo>
                      <a:lnTo>
                        <a:pt x="5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29" name="î$ḷíďé"/>
                <p:cNvSpPr/>
                <p:nvPr/>
              </p:nvSpPr>
              <p:spPr bwMode="auto">
                <a:xfrm>
                  <a:off x="8037513" y="3521075"/>
                  <a:ext cx="111125" cy="119063"/>
                </a:xfrm>
                <a:custGeom>
                  <a:avLst/>
                  <a:gdLst>
                    <a:gd name="T0" fmla="*/ 68 w 70"/>
                    <a:gd name="T1" fmla="*/ 12 h 75"/>
                    <a:gd name="T2" fmla="*/ 70 w 70"/>
                    <a:gd name="T3" fmla="*/ 0 h 75"/>
                    <a:gd name="T4" fmla="*/ 16 w 70"/>
                    <a:gd name="T5" fmla="*/ 0 h 75"/>
                    <a:gd name="T6" fmla="*/ 0 w 70"/>
                    <a:gd name="T7" fmla="*/ 75 h 75"/>
                    <a:gd name="T8" fmla="*/ 58 w 70"/>
                    <a:gd name="T9" fmla="*/ 75 h 75"/>
                    <a:gd name="T10" fmla="*/ 60 w 70"/>
                    <a:gd name="T11" fmla="*/ 63 h 75"/>
                    <a:gd name="T12" fmla="*/ 16 w 70"/>
                    <a:gd name="T13" fmla="*/ 63 h 75"/>
                    <a:gd name="T14" fmla="*/ 22 w 70"/>
                    <a:gd name="T15" fmla="*/ 42 h 75"/>
                    <a:gd name="T16" fmla="*/ 60 w 70"/>
                    <a:gd name="T17" fmla="*/ 42 h 75"/>
                    <a:gd name="T18" fmla="*/ 62 w 70"/>
                    <a:gd name="T19" fmla="*/ 29 h 75"/>
                    <a:gd name="T20" fmla="*/ 24 w 70"/>
                    <a:gd name="T21" fmla="*/ 29 h 75"/>
                    <a:gd name="T22" fmla="*/ 29 w 70"/>
                    <a:gd name="T23" fmla="*/ 12 h 75"/>
                    <a:gd name="T24" fmla="*/ 68 w 70"/>
                    <a:gd name="T25" fmla="*/ 12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0" h="75">
                      <a:moveTo>
                        <a:pt x="68" y="12"/>
                      </a:moveTo>
                      <a:lnTo>
                        <a:pt x="70" y="0"/>
                      </a:lnTo>
                      <a:lnTo>
                        <a:pt x="16" y="0"/>
                      </a:lnTo>
                      <a:lnTo>
                        <a:pt x="0" y="75"/>
                      </a:lnTo>
                      <a:lnTo>
                        <a:pt x="58" y="75"/>
                      </a:lnTo>
                      <a:lnTo>
                        <a:pt x="60" y="63"/>
                      </a:lnTo>
                      <a:lnTo>
                        <a:pt x="16" y="63"/>
                      </a:lnTo>
                      <a:lnTo>
                        <a:pt x="22" y="42"/>
                      </a:lnTo>
                      <a:lnTo>
                        <a:pt x="60" y="42"/>
                      </a:lnTo>
                      <a:lnTo>
                        <a:pt x="62" y="29"/>
                      </a:lnTo>
                      <a:lnTo>
                        <a:pt x="24" y="29"/>
                      </a:lnTo>
                      <a:lnTo>
                        <a:pt x="29" y="12"/>
                      </a:lnTo>
                      <a:lnTo>
                        <a:pt x="68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30" name="îṡlîďe"/>
                <p:cNvSpPr/>
                <p:nvPr/>
              </p:nvSpPr>
              <p:spPr bwMode="auto">
                <a:xfrm>
                  <a:off x="8145463" y="3521075"/>
                  <a:ext cx="115888" cy="119063"/>
                </a:xfrm>
                <a:custGeom>
                  <a:avLst/>
                  <a:gdLst>
                    <a:gd name="T0" fmla="*/ 30 w 35"/>
                    <a:gd name="T1" fmla="*/ 1 h 36"/>
                    <a:gd name="T2" fmla="*/ 24 w 35"/>
                    <a:gd name="T3" fmla="*/ 0 h 36"/>
                    <a:gd name="T4" fmla="*/ 8 w 35"/>
                    <a:gd name="T5" fmla="*/ 0 h 36"/>
                    <a:gd name="T6" fmla="*/ 0 w 35"/>
                    <a:gd name="T7" fmla="*/ 36 h 36"/>
                    <a:gd name="T8" fmla="*/ 8 w 35"/>
                    <a:gd name="T9" fmla="*/ 36 h 36"/>
                    <a:gd name="T10" fmla="*/ 11 w 35"/>
                    <a:gd name="T11" fmla="*/ 21 h 36"/>
                    <a:gd name="T12" fmla="*/ 14 w 35"/>
                    <a:gd name="T13" fmla="*/ 21 h 36"/>
                    <a:gd name="T14" fmla="*/ 17 w 35"/>
                    <a:gd name="T15" fmla="*/ 22 h 36"/>
                    <a:gd name="T16" fmla="*/ 21 w 35"/>
                    <a:gd name="T17" fmla="*/ 26 h 36"/>
                    <a:gd name="T18" fmla="*/ 24 w 35"/>
                    <a:gd name="T19" fmla="*/ 36 h 36"/>
                    <a:gd name="T20" fmla="*/ 32 w 35"/>
                    <a:gd name="T21" fmla="*/ 36 h 36"/>
                    <a:gd name="T22" fmla="*/ 27 w 35"/>
                    <a:gd name="T23" fmla="*/ 24 h 36"/>
                    <a:gd name="T24" fmla="*/ 24 w 35"/>
                    <a:gd name="T25" fmla="*/ 21 h 36"/>
                    <a:gd name="T26" fmla="*/ 32 w 35"/>
                    <a:gd name="T27" fmla="*/ 17 h 36"/>
                    <a:gd name="T28" fmla="*/ 35 w 35"/>
                    <a:gd name="T29" fmla="*/ 9 h 36"/>
                    <a:gd name="T30" fmla="*/ 34 w 35"/>
                    <a:gd name="T31" fmla="*/ 4 h 36"/>
                    <a:gd name="T32" fmla="*/ 30 w 35"/>
                    <a:gd name="T33" fmla="*/ 1 h 36"/>
                    <a:gd name="T34" fmla="*/ 27 w 35"/>
                    <a:gd name="T35" fmla="*/ 13 h 36"/>
                    <a:gd name="T36" fmla="*/ 24 w 35"/>
                    <a:gd name="T37" fmla="*/ 15 h 36"/>
                    <a:gd name="T38" fmla="*/ 16 w 35"/>
                    <a:gd name="T39" fmla="*/ 16 h 36"/>
                    <a:gd name="T40" fmla="*/ 12 w 35"/>
                    <a:gd name="T41" fmla="*/ 16 h 36"/>
                    <a:gd name="T42" fmla="*/ 14 w 35"/>
                    <a:gd name="T43" fmla="*/ 6 h 36"/>
                    <a:gd name="T44" fmla="*/ 22 w 35"/>
                    <a:gd name="T45" fmla="*/ 6 h 36"/>
                    <a:gd name="T46" fmla="*/ 26 w 35"/>
                    <a:gd name="T47" fmla="*/ 7 h 36"/>
                    <a:gd name="T48" fmla="*/ 28 w 35"/>
                    <a:gd name="T49" fmla="*/ 10 h 36"/>
                    <a:gd name="T50" fmla="*/ 27 w 35"/>
                    <a:gd name="T51" fmla="*/ 13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5" h="36">
                      <a:moveTo>
                        <a:pt x="30" y="1"/>
                      </a:moveTo>
                      <a:cubicBezTo>
                        <a:pt x="28" y="0"/>
                        <a:pt x="26" y="0"/>
                        <a:pt x="24" y="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8" y="36"/>
                        <a:pt x="8" y="36"/>
                        <a:pt x="8" y="36"/>
                      </a:cubicBezTo>
                      <a:cubicBezTo>
                        <a:pt x="11" y="21"/>
                        <a:pt x="11" y="21"/>
                        <a:pt x="11" y="21"/>
                      </a:cubicBezTo>
                      <a:cubicBezTo>
                        <a:pt x="14" y="21"/>
                        <a:pt x="14" y="21"/>
                        <a:pt x="14" y="21"/>
                      </a:cubicBezTo>
                      <a:cubicBezTo>
                        <a:pt x="15" y="21"/>
                        <a:pt x="17" y="21"/>
                        <a:pt x="17" y="22"/>
                      </a:cubicBezTo>
                      <a:cubicBezTo>
                        <a:pt x="18" y="22"/>
                        <a:pt x="20" y="24"/>
                        <a:pt x="21" y="26"/>
                      </a:cubicBezTo>
                      <a:cubicBezTo>
                        <a:pt x="22" y="31"/>
                        <a:pt x="24" y="34"/>
                        <a:pt x="24" y="36"/>
                      </a:cubicBezTo>
                      <a:cubicBezTo>
                        <a:pt x="32" y="36"/>
                        <a:pt x="32" y="36"/>
                        <a:pt x="32" y="36"/>
                      </a:cubicBezTo>
                      <a:cubicBezTo>
                        <a:pt x="30" y="31"/>
                        <a:pt x="28" y="27"/>
                        <a:pt x="27" y="24"/>
                      </a:cubicBezTo>
                      <a:cubicBezTo>
                        <a:pt x="26" y="23"/>
                        <a:pt x="25" y="21"/>
                        <a:pt x="24" y="21"/>
                      </a:cubicBezTo>
                      <a:cubicBezTo>
                        <a:pt x="28" y="20"/>
                        <a:pt x="30" y="19"/>
                        <a:pt x="32" y="17"/>
                      </a:cubicBezTo>
                      <a:cubicBezTo>
                        <a:pt x="34" y="15"/>
                        <a:pt x="35" y="13"/>
                        <a:pt x="35" y="9"/>
                      </a:cubicBezTo>
                      <a:cubicBezTo>
                        <a:pt x="35" y="7"/>
                        <a:pt x="34" y="6"/>
                        <a:pt x="34" y="4"/>
                      </a:cubicBezTo>
                      <a:cubicBezTo>
                        <a:pt x="33" y="3"/>
                        <a:pt x="31" y="2"/>
                        <a:pt x="30" y="1"/>
                      </a:cubicBezTo>
                      <a:close/>
                      <a:moveTo>
                        <a:pt x="27" y="13"/>
                      </a:moveTo>
                      <a:cubicBezTo>
                        <a:pt x="26" y="14"/>
                        <a:pt x="25" y="14"/>
                        <a:pt x="24" y="15"/>
                      </a:cubicBezTo>
                      <a:cubicBezTo>
                        <a:pt x="22" y="15"/>
                        <a:pt x="20" y="16"/>
                        <a:pt x="16" y="16"/>
                      </a:cubicBezTo>
                      <a:cubicBezTo>
                        <a:pt x="12" y="16"/>
                        <a:pt x="12" y="16"/>
                        <a:pt x="12" y="16"/>
                      </a:cubicBezTo>
                      <a:cubicBezTo>
                        <a:pt x="14" y="6"/>
                        <a:pt x="14" y="6"/>
                        <a:pt x="14" y="6"/>
                      </a:cubicBezTo>
                      <a:cubicBezTo>
                        <a:pt x="22" y="6"/>
                        <a:pt x="22" y="6"/>
                        <a:pt x="22" y="6"/>
                      </a:cubicBezTo>
                      <a:cubicBezTo>
                        <a:pt x="24" y="6"/>
                        <a:pt x="25" y="6"/>
                        <a:pt x="26" y="7"/>
                      </a:cubicBezTo>
                      <a:cubicBezTo>
                        <a:pt x="27" y="7"/>
                        <a:pt x="28" y="8"/>
                        <a:pt x="28" y="10"/>
                      </a:cubicBezTo>
                      <a:cubicBezTo>
                        <a:pt x="28" y="11"/>
                        <a:pt x="27" y="12"/>
                        <a:pt x="27" y="1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31" name="ïşľîḍé"/>
                <p:cNvSpPr/>
                <p:nvPr/>
              </p:nvSpPr>
              <p:spPr bwMode="auto">
                <a:xfrm>
                  <a:off x="8267701" y="3521075"/>
                  <a:ext cx="98425" cy="119063"/>
                </a:xfrm>
                <a:custGeom>
                  <a:avLst/>
                  <a:gdLst>
                    <a:gd name="T0" fmla="*/ 17 w 30"/>
                    <a:gd name="T1" fmla="*/ 5 h 36"/>
                    <a:gd name="T2" fmla="*/ 22 w 30"/>
                    <a:gd name="T3" fmla="*/ 7 h 36"/>
                    <a:gd name="T4" fmla="*/ 23 w 30"/>
                    <a:gd name="T5" fmla="*/ 11 h 36"/>
                    <a:gd name="T6" fmla="*/ 30 w 30"/>
                    <a:gd name="T7" fmla="*/ 10 h 36"/>
                    <a:gd name="T8" fmla="*/ 27 w 30"/>
                    <a:gd name="T9" fmla="*/ 3 h 36"/>
                    <a:gd name="T10" fmla="*/ 17 w 30"/>
                    <a:gd name="T11" fmla="*/ 0 h 36"/>
                    <a:gd name="T12" fmla="*/ 8 w 30"/>
                    <a:gd name="T13" fmla="*/ 3 h 36"/>
                    <a:gd name="T14" fmla="*/ 4 w 30"/>
                    <a:gd name="T15" fmla="*/ 10 h 36"/>
                    <a:gd name="T16" fmla="*/ 6 w 30"/>
                    <a:gd name="T17" fmla="*/ 14 h 36"/>
                    <a:gd name="T18" fmla="*/ 8 w 30"/>
                    <a:gd name="T19" fmla="*/ 18 h 36"/>
                    <a:gd name="T20" fmla="*/ 15 w 30"/>
                    <a:gd name="T21" fmla="*/ 21 h 36"/>
                    <a:gd name="T22" fmla="*/ 20 w 30"/>
                    <a:gd name="T23" fmla="*/ 23 h 36"/>
                    <a:gd name="T24" fmla="*/ 21 w 30"/>
                    <a:gd name="T25" fmla="*/ 26 h 36"/>
                    <a:gd name="T26" fmla="*/ 19 w 30"/>
                    <a:gd name="T27" fmla="*/ 29 h 36"/>
                    <a:gd name="T28" fmla="*/ 14 w 30"/>
                    <a:gd name="T29" fmla="*/ 30 h 36"/>
                    <a:gd name="T30" fmla="*/ 8 w 30"/>
                    <a:gd name="T31" fmla="*/ 28 h 36"/>
                    <a:gd name="T32" fmla="*/ 7 w 30"/>
                    <a:gd name="T33" fmla="*/ 24 h 36"/>
                    <a:gd name="T34" fmla="*/ 0 w 30"/>
                    <a:gd name="T35" fmla="*/ 24 h 36"/>
                    <a:gd name="T36" fmla="*/ 1 w 30"/>
                    <a:gd name="T37" fmla="*/ 30 h 36"/>
                    <a:gd name="T38" fmla="*/ 6 w 30"/>
                    <a:gd name="T39" fmla="*/ 35 h 36"/>
                    <a:gd name="T40" fmla="*/ 14 w 30"/>
                    <a:gd name="T41" fmla="*/ 36 h 36"/>
                    <a:gd name="T42" fmla="*/ 24 w 30"/>
                    <a:gd name="T43" fmla="*/ 33 h 36"/>
                    <a:gd name="T44" fmla="*/ 28 w 30"/>
                    <a:gd name="T45" fmla="*/ 25 h 36"/>
                    <a:gd name="T46" fmla="*/ 26 w 30"/>
                    <a:gd name="T47" fmla="*/ 19 h 36"/>
                    <a:gd name="T48" fmla="*/ 18 w 30"/>
                    <a:gd name="T49" fmla="*/ 14 h 36"/>
                    <a:gd name="T50" fmla="*/ 13 w 30"/>
                    <a:gd name="T51" fmla="*/ 12 h 36"/>
                    <a:gd name="T52" fmla="*/ 11 w 30"/>
                    <a:gd name="T53" fmla="*/ 9 h 36"/>
                    <a:gd name="T54" fmla="*/ 13 w 30"/>
                    <a:gd name="T55" fmla="*/ 6 h 36"/>
                    <a:gd name="T56" fmla="*/ 17 w 30"/>
                    <a:gd name="T57" fmla="*/ 5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30" h="36">
                      <a:moveTo>
                        <a:pt x="17" y="5"/>
                      </a:moveTo>
                      <a:cubicBezTo>
                        <a:pt x="19" y="5"/>
                        <a:pt x="21" y="6"/>
                        <a:pt x="22" y="7"/>
                      </a:cubicBezTo>
                      <a:cubicBezTo>
                        <a:pt x="23" y="8"/>
                        <a:pt x="23" y="9"/>
                        <a:pt x="23" y="11"/>
                      </a:cubicBezTo>
                      <a:cubicBezTo>
                        <a:pt x="30" y="10"/>
                        <a:pt x="30" y="10"/>
                        <a:pt x="30" y="10"/>
                      </a:cubicBezTo>
                      <a:cubicBezTo>
                        <a:pt x="30" y="7"/>
                        <a:pt x="29" y="4"/>
                        <a:pt x="27" y="3"/>
                      </a:cubicBezTo>
                      <a:cubicBezTo>
                        <a:pt x="24" y="1"/>
                        <a:pt x="21" y="0"/>
                        <a:pt x="17" y="0"/>
                      </a:cubicBezTo>
                      <a:cubicBezTo>
                        <a:pt x="13" y="0"/>
                        <a:pt x="10" y="1"/>
                        <a:pt x="8" y="3"/>
                      </a:cubicBezTo>
                      <a:cubicBezTo>
                        <a:pt x="5" y="5"/>
                        <a:pt x="4" y="7"/>
                        <a:pt x="4" y="10"/>
                      </a:cubicBezTo>
                      <a:cubicBezTo>
                        <a:pt x="4" y="12"/>
                        <a:pt x="5" y="13"/>
                        <a:pt x="6" y="14"/>
                      </a:cubicBezTo>
                      <a:cubicBezTo>
                        <a:pt x="6" y="16"/>
                        <a:pt x="7" y="17"/>
                        <a:pt x="8" y="18"/>
                      </a:cubicBezTo>
                      <a:cubicBezTo>
                        <a:pt x="10" y="18"/>
                        <a:pt x="12" y="19"/>
                        <a:pt x="15" y="21"/>
                      </a:cubicBezTo>
                      <a:cubicBezTo>
                        <a:pt x="17" y="22"/>
                        <a:pt x="19" y="23"/>
                        <a:pt x="20" y="23"/>
                      </a:cubicBezTo>
                      <a:cubicBezTo>
                        <a:pt x="20" y="24"/>
                        <a:pt x="21" y="25"/>
                        <a:pt x="21" y="26"/>
                      </a:cubicBezTo>
                      <a:cubicBezTo>
                        <a:pt x="21" y="27"/>
                        <a:pt x="20" y="28"/>
                        <a:pt x="19" y="29"/>
                      </a:cubicBezTo>
                      <a:cubicBezTo>
                        <a:pt x="18" y="30"/>
                        <a:pt x="16" y="30"/>
                        <a:pt x="14" y="30"/>
                      </a:cubicBezTo>
                      <a:cubicBezTo>
                        <a:pt x="11" y="30"/>
                        <a:pt x="9" y="30"/>
                        <a:pt x="8" y="28"/>
                      </a:cubicBezTo>
                      <a:cubicBezTo>
                        <a:pt x="8" y="28"/>
                        <a:pt x="7" y="26"/>
                        <a:pt x="7" y="24"/>
                      </a:cubicBezTo>
                      <a:cubicBezTo>
                        <a:pt x="0" y="24"/>
                        <a:pt x="0" y="24"/>
                        <a:pt x="0" y="24"/>
                      </a:cubicBezTo>
                      <a:cubicBezTo>
                        <a:pt x="0" y="27"/>
                        <a:pt x="0" y="29"/>
                        <a:pt x="1" y="30"/>
                      </a:cubicBezTo>
                      <a:cubicBezTo>
                        <a:pt x="2" y="32"/>
                        <a:pt x="4" y="34"/>
                        <a:pt x="6" y="35"/>
                      </a:cubicBezTo>
                      <a:cubicBezTo>
                        <a:pt x="8" y="36"/>
                        <a:pt x="11" y="36"/>
                        <a:pt x="14" y="36"/>
                      </a:cubicBezTo>
                      <a:cubicBezTo>
                        <a:pt x="18" y="36"/>
                        <a:pt x="22" y="35"/>
                        <a:pt x="24" y="33"/>
                      </a:cubicBezTo>
                      <a:cubicBezTo>
                        <a:pt x="27" y="31"/>
                        <a:pt x="28" y="28"/>
                        <a:pt x="28" y="25"/>
                      </a:cubicBezTo>
                      <a:cubicBezTo>
                        <a:pt x="28" y="22"/>
                        <a:pt x="27" y="20"/>
                        <a:pt x="26" y="19"/>
                      </a:cubicBezTo>
                      <a:cubicBezTo>
                        <a:pt x="25" y="18"/>
                        <a:pt x="22" y="16"/>
                        <a:pt x="18" y="14"/>
                      </a:cubicBezTo>
                      <a:cubicBezTo>
                        <a:pt x="15" y="13"/>
                        <a:pt x="13" y="12"/>
                        <a:pt x="13" y="12"/>
                      </a:cubicBezTo>
                      <a:cubicBezTo>
                        <a:pt x="12" y="11"/>
                        <a:pt x="11" y="10"/>
                        <a:pt x="11" y="9"/>
                      </a:cubicBezTo>
                      <a:cubicBezTo>
                        <a:pt x="11" y="8"/>
                        <a:pt x="12" y="7"/>
                        <a:pt x="13" y="6"/>
                      </a:cubicBezTo>
                      <a:cubicBezTo>
                        <a:pt x="14" y="6"/>
                        <a:pt x="15" y="5"/>
                        <a:pt x="17" y="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32" name="îṩľîďe"/>
                <p:cNvSpPr/>
                <p:nvPr/>
              </p:nvSpPr>
              <p:spPr bwMode="auto">
                <a:xfrm>
                  <a:off x="8374063" y="3521075"/>
                  <a:ext cx="46038" cy="119063"/>
                </a:xfrm>
                <a:custGeom>
                  <a:avLst/>
                  <a:gdLst>
                    <a:gd name="T0" fmla="*/ 0 w 29"/>
                    <a:gd name="T1" fmla="*/ 75 h 75"/>
                    <a:gd name="T2" fmla="*/ 14 w 29"/>
                    <a:gd name="T3" fmla="*/ 75 h 75"/>
                    <a:gd name="T4" fmla="*/ 29 w 29"/>
                    <a:gd name="T5" fmla="*/ 0 h 75"/>
                    <a:gd name="T6" fmla="*/ 14 w 29"/>
                    <a:gd name="T7" fmla="*/ 0 h 75"/>
                    <a:gd name="T8" fmla="*/ 0 w 29"/>
                    <a:gd name="T9" fmla="*/ 75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75">
                      <a:moveTo>
                        <a:pt x="0" y="75"/>
                      </a:moveTo>
                      <a:lnTo>
                        <a:pt x="14" y="75"/>
                      </a:lnTo>
                      <a:lnTo>
                        <a:pt x="29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33" name="iS1idè"/>
                <p:cNvSpPr/>
                <p:nvPr/>
              </p:nvSpPr>
              <p:spPr bwMode="auto">
                <a:xfrm>
                  <a:off x="8432801" y="3521075"/>
                  <a:ext cx="95250" cy="119063"/>
                </a:xfrm>
                <a:custGeom>
                  <a:avLst/>
                  <a:gdLst>
                    <a:gd name="T0" fmla="*/ 0 w 60"/>
                    <a:gd name="T1" fmla="*/ 12 h 75"/>
                    <a:gd name="T2" fmla="*/ 21 w 60"/>
                    <a:gd name="T3" fmla="*/ 12 h 75"/>
                    <a:gd name="T4" fmla="*/ 8 w 60"/>
                    <a:gd name="T5" fmla="*/ 75 h 75"/>
                    <a:gd name="T6" fmla="*/ 23 w 60"/>
                    <a:gd name="T7" fmla="*/ 75 h 75"/>
                    <a:gd name="T8" fmla="*/ 35 w 60"/>
                    <a:gd name="T9" fmla="*/ 12 h 75"/>
                    <a:gd name="T10" fmla="*/ 58 w 60"/>
                    <a:gd name="T11" fmla="*/ 12 h 75"/>
                    <a:gd name="T12" fmla="*/ 60 w 60"/>
                    <a:gd name="T13" fmla="*/ 0 h 75"/>
                    <a:gd name="T14" fmla="*/ 2 w 60"/>
                    <a:gd name="T15" fmla="*/ 0 h 75"/>
                    <a:gd name="T16" fmla="*/ 0 w 60"/>
                    <a:gd name="T17" fmla="*/ 12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0" h="75">
                      <a:moveTo>
                        <a:pt x="0" y="12"/>
                      </a:moveTo>
                      <a:lnTo>
                        <a:pt x="21" y="12"/>
                      </a:lnTo>
                      <a:lnTo>
                        <a:pt x="8" y="75"/>
                      </a:lnTo>
                      <a:lnTo>
                        <a:pt x="23" y="75"/>
                      </a:lnTo>
                      <a:lnTo>
                        <a:pt x="35" y="12"/>
                      </a:lnTo>
                      <a:lnTo>
                        <a:pt x="58" y="12"/>
                      </a:lnTo>
                      <a:lnTo>
                        <a:pt x="60" y="0"/>
                      </a:lnTo>
                      <a:lnTo>
                        <a:pt x="2" y="0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34" name="iṣḷîḋe"/>
                <p:cNvSpPr/>
                <p:nvPr/>
              </p:nvSpPr>
              <p:spPr bwMode="auto">
                <a:xfrm>
                  <a:off x="8531226" y="3521075"/>
                  <a:ext cx="109538" cy="119063"/>
                </a:xfrm>
                <a:custGeom>
                  <a:avLst/>
                  <a:gdLst>
                    <a:gd name="T0" fmla="*/ 25 w 33"/>
                    <a:gd name="T1" fmla="*/ 0 h 36"/>
                    <a:gd name="T2" fmla="*/ 19 w 33"/>
                    <a:gd name="T3" fmla="*/ 7 h 36"/>
                    <a:gd name="T4" fmla="*/ 16 w 33"/>
                    <a:gd name="T5" fmla="*/ 12 h 36"/>
                    <a:gd name="T6" fmla="*/ 14 w 33"/>
                    <a:gd name="T7" fmla="*/ 15 h 36"/>
                    <a:gd name="T8" fmla="*/ 12 w 33"/>
                    <a:gd name="T9" fmla="*/ 10 h 36"/>
                    <a:gd name="T10" fmla="*/ 8 w 33"/>
                    <a:gd name="T11" fmla="*/ 0 h 36"/>
                    <a:gd name="T12" fmla="*/ 0 w 33"/>
                    <a:gd name="T13" fmla="*/ 0 h 36"/>
                    <a:gd name="T14" fmla="*/ 10 w 33"/>
                    <a:gd name="T15" fmla="*/ 22 h 36"/>
                    <a:gd name="T16" fmla="*/ 7 w 33"/>
                    <a:gd name="T17" fmla="*/ 36 h 36"/>
                    <a:gd name="T18" fmla="*/ 14 w 33"/>
                    <a:gd name="T19" fmla="*/ 36 h 36"/>
                    <a:gd name="T20" fmla="*/ 17 w 33"/>
                    <a:gd name="T21" fmla="*/ 23 h 36"/>
                    <a:gd name="T22" fmla="*/ 33 w 33"/>
                    <a:gd name="T23" fmla="*/ 0 h 36"/>
                    <a:gd name="T24" fmla="*/ 25 w 33"/>
                    <a:gd name="T25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33" h="36">
                      <a:moveTo>
                        <a:pt x="25" y="0"/>
                      </a:moveTo>
                      <a:cubicBezTo>
                        <a:pt x="19" y="7"/>
                        <a:pt x="19" y="7"/>
                        <a:pt x="19" y="7"/>
                      </a:cubicBezTo>
                      <a:cubicBezTo>
                        <a:pt x="16" y="12"/>
                        <a:pt x="16" y="12"/>
                        <a:pt x="16" y="12"/>
                      </a:cubicBezTo>
                      <a:cubicBezTo>
                        <a:pt x="15" y="13"/>
                        <a:pt x="15" y="14"/>
                        <a:pt x="14" y="15"/>
                      </a:cubicBezTo>
                      <a:cubicBezTo>
                        <a:pt x="14" y="14"/>
                        <a:pt x="13" y="13"/>
                        <a:pt x="12" y="1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0" y="22"/>
                        <a:pt x="10" y="22"/>
                        <a:pt x="10" y="22"/>
                      </a:cubicBezTo>
                      <a:cubicBezTo>
                        <a:pt x="7" y="36"/>
                        <a:pt x="7" y="36"/>
                        <a:pt x="7" y="36"/>
                      </a:cubicBezTo>
                      <a:cubicBezTo>
                        <a:pt x="14" y="36"/>
                        <a:pt x="14" y="36"/>
                        <a:pt x="14" y="36"/>
                      </a:cubicBezTo>
                      <a:cubicBezTo>
                        <a:pt x="17" y="23"/>
                        <a:pt x="17" y="23"/>
                        <a:pt x="17" y="23"/>
                      </a:cubicBezTo>
                      <a:cubicBezTo>
                        <a:pt x="33" y="0"/>
                        <a:pt x="33" y="0"/>
                        <a:pt x="33" y="0"/>
                      </a:cubicBezTo>
                      <a:lnTo>
                        <a:pt x="2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</p:grpSp>
      </p:grpSp>
      <p:sp>
        <p:nvSpPr>
          <p:cNvPr id="216" name="矩形 215"/>
          <p:cNvSpPr/>
          <p:nvPr userDrawn="1"/>
        </p:nvSpPr>
        <p:spPr>
          <a:xfrm>
            <a:off x="12014027" y="0"/>
            <a:ext cx="17797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7" name="图片占位符 216"/>
          <p:cNvSpPr>
            <a:spLocks noGrp="1"/>
          </p:cNvSpPr>
          <p:nvPr>
            <p:ph type="pic" sz="quarter" idx="15"/>
          </p:nvPr>
        </p:nvSpPr>
        <p:spPr>
          <a:xfrm>
            <a:off x="7916864" y="0"/>
            <a:ext cx="4097163" cy="6858000"/>
          </a:xfrm>
          <a:custGeom>
            <a:avLst/>
            <a:gdLst>
              <a:gd name="connsiteX0" fmla="*/ 533952 w 4167120"/>
              <a:gd name="connsiteY0" fmla="*/ 0 h 6858000"/>
              <a:gd name="connsiteX1" fmla="*/ 4167120 w 4167120"/>
              <a:gd name="connsiteY1" fmla="*/ 0 h 6858000"/>
              <a:gd name="connsiteX2" fmla="*/ 4167120 w 4167120"/>
              <a:gd name="connsiteY2" fmla="*/ 6858000 h 6858000"/>
              <a:gd name="connsiteX3" fmla="*/ 427599 w 4167120"/>
              <a:gd name="connsiteY3" fmla="*/ 6858000 h 6858000"/>
              <a:gd name="connsiteX4" fmla="*/ 322189 w 4167120"/>
              <a:gd name="connsiteY4" fmla="*/ 6466939 h 6858000"/>
              <a:gd name="connsiteX5" fmla="*/ 0 w 4167120"/>
              <a:gd name="connsiteY5" fmla="*/ 3599121 h 6858000"/>
              <a:gd name="connsiteX6" fmla="*/ 455902 w 4167120"/>
              <a:gd name="connsiteY6" fmla="*/ 23524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120" h="6858000">
                <a:moveTo>
                  <a:pt x="533952" y="0"/>
                </a:moveTo>
                <a:lnTo>
                  <a:pt x="4167120" y="0"/>
                </a:lnTo>
                <a:lnTo>
                  <a:pt x="4167120" y="6858000"/>
                </a:lnTo>
                <a:lnTo>
                  <a:pt x="427599" y="6858000"/>
                </a:lnTo>
                <a:lnTo>
                  <a:pt x="322189" y="6466939"/>
                </a:lnTo>
                <a:cubicBezTo>
                  <a:pt x="116715" y="5614442"/>
                  <a:pt x="0" y="4637502"/>
                  <a:pt x="0" y="3599121"/>
                </a:cubicBezTo>
                <a:cubicBezTo>
                  <a:pt x="0" y="2353065"/>
                  <a:pt x="168069" y="1195481"/>
                  <a:pt x="455902" y="235243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kumimoji="1" lang="zh-CN" altLang="en-US"/>
          </a:p>
        </p:txBody>
      </p:sp>
      <p:sp>
        <p:nvSpPr>
          <p:cNvPr id="218" name="任意形状 217"/>
          <p:cNvSpPr/>
          <p:nvPr userDrawn="1"/>
        </p:nvSpPr>
        <p:spPr>
          <a:xfrm>
            <a:off x="7812540" y="-86497"/>
            <a:ext cx="4270127" cy="7027086"/>
          </a:xfrm>
          <a:custGeom>
            <a:avLst/>
            <a:gdLst>
              <a:gd name="connsiteX0" fmla="*/ 533952 w 4167120"/>
              <a:gd name="connsiteY0" fmla="*/ 0 h 6858000"/>
              <a:gd name="connsiteX1" fmla="*/ 4167120 w 4167120"/>
              <a:gd name="connsiteY1" fmla="*/ 0 h 6858000"/>
              <a:gd name="connsiteX2" fmla="*/ 4167120 w 4167120"/>
              <a:gd name="connsiteY2" fmla="*/ 6858000 h 6858000"/>
              <a:gd name="connsiteX3" fmla="*/ 427599 w 4167120"/>
              <a:gd name="connsiteY3" fmla="*/ 6858000 h 6858000"/>
              <a:gd name="connsiteX4" fmla="*/ 322189 w 4167120"/>
              <a:gd name="connsiteY4" fmla="*/ 6466939 h 6858000"/>
              <a:gd name="connsiteX5" fmla="*/ 0 w 4167120"/>
              <a:gd name="connsiteY5" fmla="*/ 3599121 h 6858000"/>
              <a:gd name="connsiteX6" fmla="*/ 455902 w 4167120"/>
              <a:gd name="connsiteY6" fmla="*/ 23524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120" h="6858000">
                <a:moveTo>
                  <a:pt x="533952" y="0"/>
                </a:moveTo>
                <a:lnTo>
                  <a:pt x="4167120" y="0"/>
                </a:lnTo>
                <a:lnTo>
                  <a:pt x="4167120" y="6858000"/>
                </a:lnTo>
                <a:lnTo>
                  <a:pt x="427599" y="6858000"/>
                </a:lnTo>
                <a:lnTo>
                  <a:pt x="322189" y="6466939"/>
                </a:lnTo>
                <a:cubicBezTo>
                  <a:pt x="116715" y="5614442"/>
                  <a:pt x="0" y="4637502"/>
                  <a:pt x="0" y="3599121"/>
                </a:cubicBezTo>
                <a:cubicBezTo>
                  <a:pt x="0" y="2353065"/>
                  <a:pt x="168069" y="1195481"/>
                  <a:pt x="455902" y="235243"/>
                </a:cubicBezTo>
                <a:close/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Autofit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结尾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形状 36"/>
          <p:cNvSpPr/>
          <p:nvPr userDrawn="1"/>
        </p:nvSpPr>
        <p:spPr>
          <a:xfrm>
            <a:off x="-134112" y="-106934"/>
            <a:ext cx="12468264" cy="3829332"/>
          </a:xfrm>
          <a:custGeom>
            <a:avLst/>
            <a:gdLst>
              <a:gd name="connsiteX0" fmla="*/ 0 w 12192000"/>
              <a:gd name="connsiteY0" fmla="*/ 0 h 3632200"/>
              <a:gd name="connsiteX1" fmla="*/ 12192000 w 12192000"/>
              <a:gd name="connsiteY1" fmla="*/ 0 h 3632200"/>
              <a:gd name="connsiteX2" fmla="*/ 12192000 w 12192000"/>
              <a:gd name="connsiteY2" fmla="*/ 2602097 h 3632200"/>
              <a:gd name="connsiteX3" fmla="*/ 11858362 w 12192000"/>
              <a:gd name="connsiteY3" fmla="*/ 2747371 h 3632200"/>
              <a:gd name="connsiteX4" fmla="*/ 6859519 w 12192000"/>
              <a:gd name="connsiteY4" fmla="*/ 3619648 h 3632200"/>
              <a:gd name="connsiteX5" fmla="*/ 6096062 w 12192000"/>
              <a:gd name="connsiteY5" fmla="*/ 3632200 h 3632200"/>
              <a:gd name="connsiteX6" fmla="*/ 6095939 w 12192000"/>
              <a:gd name="connsiteY6" fmla="*/ 3632200 h 3632200"/>
              <a:gd name="connsiteX7" fmla="*/ 5332482 w 12192000"/>
              <a:gd name="connsiteY7" fmla="*/ 3619648 h 3632200"/>
              <a:gd name="connsiteX8" fmla="*/ 333638 w 12192000"/>
              <a:gd name="connsiteY8" fmla="*/ 2747371 h 3632200"/>
              <a:gd name="connsiteX9" fmla="*/ 0 w 12192000"/>
              <a:gd name="connsiteY9" fmla="*/ 2602097 h 363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3632200">
                <a:moveTo>
                  <a:pt x="0" y="0"/>
                </a:moveTo>
                <a:lnTo>
                  <a:pt x="12192000" y="0"/>
                </a:lnTo>
                <a:lnTo>
                  <a:pt x="12192000" y="2602097"/>
                </a:lnTo>
                <a:lnTo>
                  <a:pt x="11858362" y="2747371"/>
                </a:lnTo>
                <a:cubicBezTo>
                  <a:pt x="10640880" y="3227716"/>
                  <a:pt x="8867829" y="3553239"/>
                  <a:pt x="6859519" y="3619648"/>
                </a:cubicBezTo>
                <a:lnTo>
                  <a:pt x="6096062" y="3632200"/>
                </a:lnTo>
                <a:lnTo>
                  <a:pt x="6095939" y="3632200"/>
                </a:lnTo>
                <a:lnTo>
                  <a:pt x="5332482" y="3619648"/>
                </a:lnTo>
                <a:cubicBezTo>
                  <a:pt x="3324171" y="3553239"/>
                  <a:pt x="1551120" y="3227716"/>
                  <a:pt x="333638" y="2747371"/>
                </a:cubicBezTo>
                <a:lnTo>
                  <a:pt x="0" y="2602097"/>
                </a:lnTo>
                <a:close/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Autofit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图片占位符 8"/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632200"/>
          </a:xfrm>
          <a:custGeom>
            <a:avLst/>
            <a:gdLst>
              <a:gd name="connsiteX0" fmla="*/ 0 w 12192000"/>
              <a:gd name="connsiteY0" fmla="*/ 0 h 3632200"/>
              <a:gd name="connsiteX1" fmla="*/ 12192000 w 12192000"/>
              <a:gd name="connsiteY1" fmla="*/ 0 h 3632200"/>
              <a:gd name="connsiteX2" fmla="*/ 12192000 w 12192000"/>
              <a:gd name="connsiteY2" fmla="*/ 2602097 h 3632200"/>
              <a:gd name="connsiteX3" fmla="*/ 11858362 w 12192000"/>
              <a:gd name="connsiteY3" fmla="*/ 2747371 h 3632200"/>
              <a:gd name="connsiteX4" fmla="*/ 6859519 w 12192000"/>
              <a:gd name="connsiteY4" fmla="*/ 3619648 h 3632200"/>
              <a:gd name="connsiteX5" fmla="*/ 6096062 w 12192000"/>
              <a:gd name="connsiteY5" fmla="*/ 3632200 h 3632200"/>
              <a:gd name="connsiteX6" fmla="*/ 6095939 w 12192000"/>
              <a:gd name="connsiteY6" fmla="*/ 3632200 h 3632200"/>
              <a:gd name="connsiteX7" fmla="*/ 5332482 w 12192000"/>
              <a:gd name="connsiteY7" fmla="*/ 3619648 h 3632200"/>
              <a:gd name="connsiteX8" fmla="*/ 333638 w 12192000"/>
              <a:gd name="connsiteY8" fmla="*/ 2747371 h 3632200"/>
              <a:gd name="connsiteX9" fmla="*/ 0 w 12192000"/>
              <a:gd name="connsiteY9" fmla="*/ 2602097 h 363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3632200">
                <a:moveTo>
                  <a:pt x="0" y="0"/>
                </a:moveTo>
                <a:lnTo>
                  <a:pt x="12192000" y="0"/>
                </a:lnTo>
                <a:lnTo>
                  <a:pt x="12192000" y="2602097"/>
                </a:lnTo>
                <a:lnTo>
                  <a:pt x="11858362" y="2747371"/>
                </a:lnTo>
                <a:cubicBezTo>
                  <a:pt x="10640880" y="3227716"/>
                  <a:pt x="8867829" y="3553239"/>
                  <a:pt x="6859519" y="3619648"/>
                </a:cubicBezTo>
                <a:lnTo>
                  <a:pt x="6096062" y="3632200"/>
                </a:lnTo>
                <a:lnTo>
                  <a:pt x="6095939" y="3632200"/>
                </a:lnTo>
                <a:lnTo>
                  <a:pt x="5332482" y="3619648"/>
                </a:lnTo>
                <a:cubicBezTo>
                  <a:pt x="3324171" y="3553239"/>
                  <a:pt x="1551120" y="3227716"/>
                  <a:pt x="333638" y="2747371"/>
                </a:cubicBezTo>
                <a:lnTo>
                  <a:pt x="0" y="260209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kumimoji="1" lang="zh-CN" altLang="en-US" dirty="0"/>
          </a:p>
        </p:txBody>
      </p:sp>
      <p:grpSp>
        <p:nvGrpSpPr>
          <p:cNvPr id="2" name="íşḷïḑe"/>
          <p:cNvGrpSpPr/>
          <p:nvPr userDrawn="1"/>
        </p:nvGrpSpPr>
        <p:grpSpPr>
          <a:xfrm>
            <a:off x="10318826" y="6251198"/>
            <a:ext cx="1054401" cy="383497"/>
            <a:chOff x="4412452" y="3106738"/>
            <a:chExt cx="2312689" cy="841148"/>
          </a:xfrm>
        </p:grpSpPr>
        <p:grpSp>
          <p:nvGrpSpPr>
            <p:cNvPr id="5" name="îṥľíḑé"/>
            <p:cNvGrpSpPr/>
            <p:nvPr/>
          </p:nvGrpSpPr>
          <p:grpSpPr>
            <a:xfrm>
              <a:off x="4422776" y="3106738"/>
              <a:ext cx="2293937" cy="617538"/>
              <a:chOff x="4422776" y="3106738"/>
              <a:chExt cx="2293937" cy="617538"/>
            </a:xfrm>
          </p:grpSpPr>
          <p:sp>
            <p:nvSpPr>
              <p:cNvPr id="53" name="išḻiḑé"/>
              <p:cNvSpPr/>
              <p:nvPr/>
            </p:nvSpPr>
            <p:spPr bwMode="auto">
              <a:xfrm>
                <a:off x="4811713" y="3200400"/>
                <a:ext cx="49213" cy="100013"/>
              </a:xfrm>
              <a:custGeom>
                <a:avLst/>
                <a:gdLst>
                  <a:gd name="T0" fmla="*/ 0 w 15"/>
                  <a:gd name="T1" fmla="*/ 1 h 30"/>
                  <a:gd name="T2" fmla="*/ 1 w 15"/>
                  <a:gd name="T3" fmla="*/ 12 h 30"/>
                  <a:gd name="T4" fmla="*/ 0 w 15"/>
                  <a:gd name="T5" fmla="*/ 21 h 30"/>
                  <a:gd name="T6" fmla="*/ 2 w 15"/>
                  <a:gd name="T7" fmla="*/ 28 h 30"/>
                  <a:gd name="T8" fmla="*/ 7 w 15"/>
                  <a:gd name="T9" fmla="*/ 30 h 30"/>
                  <a:gd name="T10" fmla="*/ 12 w 15"/>
                  <a:gd name="T11" fmla="*/ 26 h 30"/>
                  <a:gd name="T12" fmla="*/ 15 w 15"/>
                  <a:gd name="T13" fmla="*/ 18 h 30"/>
                  <a:gd name="T14" fmla="*/ 3 w 15"/>
                  <a:gd name="T15" fmla="*/ 0 h 30"/>
                  <a:gd name="T16" fmla="*/ 0 w 15"/>
                  <a:gd name="T17" fmla="*/ 1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" h="30">
                    <a:moveTo>
                      <a:pt x="0" y="1"/>
                    </a:moveTo>
                    <a:cubicBezTo>
                      <a:pt x="1" y="12"/>
                      <a:pt x="1" y="12"/>
                      <a:pt x="1" y="12"/>
                    </a:cubicBezTo>
                    <a:cubicBezTo>
                      <a:pt x="1" y="13"/>
                      <a:pt x="0" y="18"/>
                      <a:pt x="0" y="21"/>
                    </a:cubicBezTo>
                    <a:cubicBezTo>
                      <a:pt x="0" y="24"/>
                      <a:pt x="2" y="25"/>
                      <a:pt x="2" y="28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9" y="27"/>
                      <a:pt x="10" y="29"/>
                      <a:pt x="12" y="26"/>
                    </a:cubicBezTo>
                    <a:cubicBezTo>
                      <a:pt x="14" y="23"/>
                      <a:pt x="14" y="21"/>
                      <a:pt x="15" y="18"/>
                    </a:cubicBezTo>
                    <a:cubicBezTo>
                      <a:pt x="12" y="7"/>
                      <a:pt x="13" y="5"/>
                      <a:pt x="3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6001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4" name="íṥľíďè"/>
              <p:cNvSpPr/>
              <p:nvPr/>
            </p:nvSpPr>
            <p:spPr bwMode="auto">
              <a:xfrm>
                <a:off x="5221288" y="3184525"/>
                <a:ext cx="36513" cy="122238"/>
              </a:xfrm>
              <a:custGeom>
                <a:avLst/>
                <a:gdLst>
                  <a:gd name="T0" fmla="*/ 0 w 11"/>
                  <a:gd name="T1" fmla="*/ 3 h 37"/>
                  <a:gd name="T2" fmla="*/ 2 w 11"/>
                  <a:gd name="T3" fmla="*/ 14 h 37"/>
                  <a:gd name="T4" fmla="*/ 0 w 11"/>
                  <a:gd name="T5" fmla="*/ 33 h 37"/>
                  <a:gd name="T6" fmla="*/ 0 w 11"/>
                  <a:gd name="T7" fmla="*/ 36 h 37"/>
                  <a:gd name="T8" fmla="*/ 2 w 11"/>
                  <a:gd name="T9" fmla="*/ 37 h 37"/>
                  <a:gd name="T10" fmla="*/ 8 w 11"/>
                  <a:gd name="T11" fmla="*/ 27 h 37"/>
                  <a:gd name="T12" fmla="*/ 11 w 11"/>
                  <a:gd name="T13" fmla="*/ 17 h 37"/>
                  <a:gd name="T14" fmla="*/ 11 w 11"/>
                  <a:gd name="T15" fmla="*/ 15 h 37"/>
                  <a:gd name="T16" fmla="*/ 7 w 11"/>
                  <a:gd name="T17" fmla="*/ 2 h 37"/>
                  <a:gd name="T18" fmla="*/ 2 w 11"/>
                  <a:gd name="T19" fmla="*/ 0 h 37"/>
                  <a:gd name="T20" fmla="*/ 0 w 11"/>
                  <a:gd name="T21" fmla="*/ 3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1" h="37">
                    <a:moveTo>
                      <a:pt x="0" y="3"/>
                    </a:moveTo>
                    <a:cubicBezTo>
                      <a:pt x="2" y="14"/>
                      <a:pt x="2" y="14"/>
                      <a:pt x="2" y="14"/>
                    </a:cubicBezTo>
                    <a:cubicBezTo>
                      <a:pt x="2" y="19"/>
                      <a:pt x="0" y="27"/>
                      <a:pt x="0" y="33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2" y="36"/>
                      <a:pt x="1" y="37"/>
                      <a:pt x="2" y="37"/>
                    </a:cubicBezTo>
                    <a:cubicBezTo>
                      <a:pt x="3" y="37"/>
                      <a:pt x="7" y="28"/>
                      <a:pt x="8" y="27"/>
                    </a:cubicBezTo>
                    <a:cubicBezTo>
                      <a:pt x="9" y="24"/>
                      <a:pt x="11" y="21"/>
                      <a:pt x="11" y="17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11" y="7"/>
                      <a:pt x="8" y="7"/>
                      <a:pt x="7" y="2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1"/>
                      <a:pt x="0" y="1"/>
                      <a:pt x="0" y="3"/>
                    </a:cubicBezTo>
                    <a:close/>
                  </a:path>
                </a:pathLst>
              </a:custGeom>
              <a:solidFill>
                <a:srgbClr val="E6001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5" name="íś1iḑe"/>
              <p:cNvSpPr/>
              <p:nvPr/>
            </p:nvSpPr>
            <p:spPr bwMode="auto">
              <a:xfrm>
                <a:off x="4554538" y="3251200"/>
                <a:ext cx="119063" cy="58738"/>
              </a:xfrm>
              <a:custGeom>
                <a:avLst/>
                <a:gdLst>
                  <a:gd name="T0" fmla="*/ 0 w 36"/>
                  <a:gd name="T1" fmla="*/ 15 h 18"/>
                  <a:gd name="T2" fmla="*/ 2 w 36"/>
                  <a:gd name="T3" fmla="*/ 16 h 18"/>
                  <a:gd name="T4" fmla="*/ 13 w 36"/>
                  <a:gd name="T5" fmla="*/ 18 h 18"/>
                  <a:gd name="T6" fmla="*/ 16 w 36"/>
                  <a:gd name="T7" fmla="*/ 18 h 18"/>
                  <a:gd name="T8" fmla="*/ 22 w 36"/>
                  <a:gd name="T9" fmla="*/ 17 h 18"/>
                  <a:gd name="T10" fmla="*/ 23 w 36"/>
                  <a:gd name="T11" fmla="*/ 17 h 18"/>
                  <a:gd name="T12" fmla="*/ 30 w 36"/>
                  <a:gd name="T13" fmla="*/ 13 h 18"/>
                  <a:gd name="T14" fmla="*/ 36 w 36"/>
                  <a:gd name="T15" fmla="*/ 8 h 18"/>
                  <a:gd name="T16" fmla="*/ 36 w 36"/>
                  <a:gd name="T17" fmla="*/ 7 h 18"/>
                  <a:gd name="T18" fmla="*/ 36 w 36"/>
                  <a:gd name="T19" fmla="*/ 4 h 18"/>
                  <a:gd name="T20" fmla="*/ 32 w 36"/>
                  <a:gd name="T21" fmla="*/ 0 h 18"/>
                  <a:gd name="T22" fmla="*/ 24 w 36"/>
                  <a:gd name="T23" fmla="*/ 3 h 18"/>
                  <a:gd name="T24" fmla="*/ 16 w 36"/>
                  <a:gd name="T25" fmla="*/ 7 h 18"/>
                  <a:gd name="T26" fmla="*/ 0 w 36"/>
                  <a:gd name="T27" fmla="*/ 15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6" h="18">
                    <a:moveTo>
                      <a:pt x="0" y="15"/>
                    </a:moveTo>
                    <a:cubicBezTo>
                      <a:pt x="1" y="16"/>
                      <a:pt x="1" y="16"/>
                      <a:pt x="2" y="16"/>
                    </a:cubicBezTo>
                    <a:cubicBezTo>
                      <a:pt x="6" y="16"/>
                      <a:pt x="9" y="18"/>
                      <a:pt x="13" y="18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22" y="17"/>
                      <a:pt x="22" y="17"/>
                      <a:pt x="22" y="17"/>
                    </a:cubicBezTo>
                    <a:cubicBezTo>
                      <a:pt x="23" y="17"/>
                      <a:pt x="23" y="17"/>
                      <a:pt x="23" y="17"/>
                    </a:cubicBezTo>
                    <a:cubicBezTo>
                      <a:pt x="26" y="16"/>
                      <a:pt x="28" y="14"/>
                      <a:pt x="30" y="13"/>
                    </a:cubicBezTo>
                    <a:cubicBezTo>
                      <a:pt x="34" y="11"/>
                      <a:pt x="33" y="10"/>
                      <a:pt x="36" y="8"/>
                    </a:cubicBezTo>
                    <a:cubicBezTo>
                      <a:pt x="36" y="7"/>
                      <a:pt x="36" y="7"/>
                      <a:pt x="36" y="7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36" y="1"/>
                      <a:pt x="33" y="2"/>
                      <a:pt x="32" y="0"/>
                    </a:cubicBezTo>
                    <a:cubicBezTo>
                      <a:pt x="29" y="1"/>
                      <a:pt x="27" y="1"/>
                      <a:pt x="24" y="3"/>
                    </a:cubicBezTo>
                    <a:cubicBezTo>
                      <a:pt x="21" y="4"/>
                      <a:pt x="19" y="6"/>
                      <a:pt x="16" y="7"/>
                    </a:cubicBezTo>
                    <a:cubicBezTo>
                      <a:pt x="11" y="11"/>
                      <a:pt x="4" y="10"/>
                      <a:pt x="0" y="15"/>
                    </a:cubicBezTo>
                    <a:close/>
                  </a:path>
                </a:pathLst>
              </a:custGeom>
              <a:solidFill>
                <a:srgbClr val="E6001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6" name="iṩ1iḋè"/>
              <p:cNvSpPr/>
              <p:nvPr/>
            </p:nvSpPr>
            <p:spPr bwMode="auto">
              <a:xfrm>
                <a:off x="6359526" y="3263900"/>
                <a:ext cx="93663" cy="139700"/>
              </a:xfrm>
              <a:custGeom>
                <a:avLst/>
                <a:gdLst>
                  <a:gd name="T0" fmla="*/ 15 w 28"/>
                  <a:gd name="T1" fmla="*/ 1 h 42"/>
                  <a:gd name="T2" fmla="*/ 6 w 28"/>
                  <a:gd name="T3" fmla="*/ 11 h 42"/>
                  <a:gd name="T4" fmla="*/ 6 w 28"/>
                  <a:gd name="T5" fmla="*/ 13 h 42"/>
                  <a:gd name="T6" fmla="*/ 5 w 28"/>
                  <a:gd name="T7" fmla="*/ 16 h 42"/>
                  <a:gd name="T8" fmla="*/ 6 w 28"/>
                  <a:gd name="T9" fmla="*/ 20 h 42"/>
                  <a:gd name="T10" fmla="*/ 6 w 28"/>
                  <a:gd name="T11" fmla="*/ 21 h 42"/>
                  <a:gd name="T12" fmla="*/ 0 w 28"/>
                  <a:gd name="T13" fmla="*/ 38 h 42"/>
                  <a:gd name="T14" fmla="*/ 0 w 28"/>
                  <a:gd name="T15" fmla="*/ 41 h 42"/>
                  <a:gd name="T16" fmla="*/ 3 w 28"/>
                  <a:gd name="T17" fmla="*/ 42 h 42"/>
                  <a:gd name="T18" fmla="*/ 9 w 28"/>
                  <a:gd name="T19" fmla="*/ 32 h 42"/>
                  <a:gd name="T20" fmla="*/ 12 w 28"/>
                  <a:gd name="T21" fmla="*/ 26 h 42"/>
                  <a:gd name="T22" fmla="*/ 14 w 28"/>
                  <a:gd name="T23" fmla="*/ 26 h 42"/>
                  <a:gd name="T24" fmla="*/ 20 w 28"/>
                  <a:gd name="T25" fmla="*/ 26 h 42"/>
                  <a:gd name="T26" fmla="*/ 28 w 28"/>
                  <a:gd name="T27" fmla="*/ 14 h 42"/>
                  <a:gd name="T28" fmla="*/ 28 w 28"/>
                  <a:gd name="T29" fmla="*/ 6 h 42"/>
                  <a:gd name="T30" fmla="*/ 28 w 28"/>
                  <a:gd name="T31" fmla="*/ 5 h 42"/>
                  <a:gd name="T32" fmla="*/ 27 w 28"/>
                  <a:gd name="T33" fmla="*/ 3 h 42"/>
                  <a:gd name="T34" fmla="*/ 26 w 28"/>
                  <a:gd name="T35" fmla="*/ 3 h 42"/>
                  <a:gd name="T36" fmla="*/ 24 w 28"/>
                  <a:gd name="T37" fmla="*/ 3 h 42"/>
                  <a:gd name="T38" fmla="*/ 23 w 28"/>
                  <a:gd name="T39" fmla="*/ 3 h 42"/>
                  <a:gd name="T40" fmla="*/ 20 w 28"/>
                  <a:gd name="T41" fmla="*/ 0 h 42"/>
                  <a:gd name="T42" fmla="*/ 15 w 28"/>
                  <a:gd name="T43" fmla="*/ 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8" h="42">
                    <a:moveTo>
                      <a:pt x="15" y="1"/>
                    </a:moveTo>
                    <a:cubicBezTo>
                      <a:pt x="15" y="10"/>
                      <a:pt x="8" y="6"/>
                      <a:pt x="6" y="11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6" y="14"/>
                      <a:pt x="5" y="14"/>
                      <a:pt x="5" y="16"/>
                    </a:cubicBezTo>
                    <a:cubicBezTo>
                      <a:pt x="6" y="20"/>
                      <a:pt x="6" y="20"/>
                      <a:pt x="6" y="20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6" y="29"/>
                      <a:pt x="0" y="31"/>
                      <a:pt x="0" y="38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2" y="42"/>
                      <a:pt x="2" y="42"/>
                      <a:pt x="3" y="42"/>
                    </a:cubicBezTo>
                    <a:cubicBezTo>
                      <a:pt x="7" y="42"/>
                      <a:pt x="9" y="36"/>
                      <a:pt x="9" y="32"/>
                    </a:cubicBezTo>
                    <a:cubicBezTo>
                      <a:pt x="9" y="29"/>
                      <a:pt x="10" y="26"/>
                      <a:pt x="12" y="26"/>
                    </a:cubicBezTo>
                    <a:cubicBezTo>
                      <a:pt x="14" y="26"/>
                      <a:pt x="14" y="26"/>
                      <a:pt x="14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4" y="24"/>
                      <a:pt x="28" y="21"/>
                      <a:pt x="28" y="14"/>
                    </a:cubicBezTo>
                    <a:cubicBezTo>
                      <a:pt x="28" y="6"/>
                      <a:pt x="28" y="6"/>
                      <a:pt x="28" y="6"/>
                    </a:cubicBezTo>
                    <a:cubicBezTo>
                      <a:pt x="28" y="5"/>
                      <a:pt x="28" y="5"/>
                      <a:pt x="28" y="5"/>
                    </a:cubicBezTo>
                    <a:cubicBezTo>
                      <a:pt x="27" y="3"/>
                      <a:pt x="27" y="3"/>
                      <a:pt x="27" y="3"/>
                    </a:cubicBezTo>
                    <a:cubicBezTo>
                      <a:pt x="26" y="3"/>
                      <a:pt x="26" y="3"/>
                      <a:pt x="26" y="3"/>
                    </a:cubicBezTo>
                    <a:cubicBezTo>
                      <a:pt x="24" y="3"/>
                      <a:pt x="24" y="3"/>
                      <a:pt x="24" y="3"/>
                    </a:cubicBezTo>
                    <a:cubicBezTo>
                      <a:pt x="23" y="3"/>
                      <a:pt x="23" y="3"/>
                      <a:pt x="23" y="3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15" y="1"/>
                    </a:lnTo>
                    <a:close/>
                  </a:path>
                </a:pathLst>
              </a:custGeom>
              <a:solidFill>
                <a:srgbClr val="E6001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7" name="íṩlïḓè"/>
              <p:cNvSpPr/>
              <p:nvPr/>
            </p:nvSpPr>
            <p:spPr bwMode="auto">
              <a:xfrm>
                <a:off x="5826126" y="3273425"/>
                <a:ext cx="223838" cy="293688"/>
              </a:xfrm>
              <a:custGeom>
                <a:avLst/>
                <a:gdLst>
                  <a:gd name="T0" fmla="*/ 38 w 68"/>
                  <a:gd name="T1" fmla="*/ 16 h 88"/>
                  <a:gd name="T2" fmla="*/ 40 w 68"/>
                  <a:gd name="T3" fmla="*/ 5 h 88"/>
                  <a:gd name="T4" fmla="*/ 36 w 68"/>
                  <a:gd name="T5" fmla="*/ 1 h 88"/>
                  <a:gd name="T6" fmla="*/ 36 w 68"/>
                  <a:gd name="T7" fmla="*/ 1 h 88"/>
                  <a:gd name="T8" fmla="*/ 33 w 68"/>
                  <a:gd name="T9" fmla="*/ 0 h 88"/>
                  <a:gd name="T10" fmla="*/ 24 w 68"/>
                  <a:gd name="T11" fmla="*/ 7 h 88"/>
                  <a:gd name="T12" fmla="*/ 24 w 68"/>
                  <a:gd name="T13" fmla="*/ 8 h 88"/>
                  <a:gd name="T14" fmla="*/ 26 w 68"/>
                  <a:gd name="T15" fmla="*/ 18 h 88"/>
                  <a:gd name="T16" fmla="*/ 27 w 68"/>
                  <a:gd name="T17" fmla="*/ 28 h 88"/>
                  <a:gd name="T18" fmla="*/ 27 w 68"/>
                  <a:gd name="T19" fmla="*/ 39 h 88"/>
                  <a:gd name="T20" fmla="*/ 16 w 68"/>
                  <a:gd name="T21" fmla="*/ 48 h 88"/>
                  <a:gd name="T22" fmla="*/ 7 w 68"/>
                  <a:gd name="T23" fmla="*/ 49 h 88"/>
                  <a:gd name="T24" fmla="*/ 5 w 68"/>
                  <a:gd name="T25" fmla="*/ 49 h 88"/>
                  <a:gd name="T26" fmla="*/ 4 w 68"/>
                  <a:gd name="T27" fmla="*/ 49 h 88"/>
                  <a:gd name="T28" fmla="*/ 0 w 68"/>
                  <a:gd name="T29" fmla="*/ 54 h 88"/>
                  <a:gd name="T30" fmla="*/ 5 w 68"/>
                  <a:gd name="T31" fmla="*/ 60 h 88"/>
                  <a:gd name="T32" fmla="*/ 11 w 68"/>
                  <a:gd name="T33" fmla="*/ 60 h 88"/>
                  <a:gd name="T34" fmla="*/ 13 w 68"/>
                  <a:gd name="T35" fmla="*/ 59 h 88"/>
                  <a:gd name="T36" fmla="*/ 20 w 68"/>
                  <a:gd name="T37" fmla="*/ 66 h 88"/>
                  <a:gd name="T38" fmla="*/ 17 w 68"/>
                  <a:gd name="T39" fmla="*/ 72 h 88"/>
                  <a:gd name="T40" fmla="*/ 13 w 68"/>
                  <a:gd name="T41" fmla="*/ 76 h 88"/>
                  <a:gd name="T42" fmla="*/ 2 w 68"/>
                  <a:gd name="T43" fmla="*/ 82 h 88"/>
                  <a:gd name="T44" fmla="*/ 2 w 68"/>
                  <a:gd name="T45" fmla="*/ 83 h 88"/>
                  <a:gd name="T46" fmla="*/ 2 w 68"/>
                  <a:gd name="T47" fmla="*/ 87 h 88"/>
                  <a:gd name="T48" fmla="*/ 4 w 68"/>
                  <a:gd name="T49" fmla="*/ 88 h 88"/>
                  <a:gd name="T50" fmla="*/ 25 w 68"/>
                  <a:gd name="T51" fmla="*/ 77 h 88"/>
                  <a:gd name="T52" fmla="*/ 31 w 68"/>
                  <a:gd name="T53" fmla="*/ 69 h 88"/>
                  <a:gd name="T54" fmla="*/ 40 w 68"/>
                  <a:gd name="T55" fmla="*/ 63 h 88"/>
                  <a:gd name="T56" fmla="*/ 52 w 68"/>
                  <a:gd name="T57" fmla="*/ 70 h 88"/>
                  <a:gd name="T58" fmla="*/ 48 w 68"/>
                  <a:gd name="T59" fmla="*/ 79 h 88"/>
                  <a:gd name="T60" fmla="*/ 59 w 68"/>
                  <a:gd name="T61" fmla="*/ 81 h 88"/>
                  <a:gd name="T62" fmla="*/ 68 w 68"/>
                  <a:gd name="T63" fmla="*/ 71 h 88"/>
                  <a:gd name="T64" fmla="*/ 59 w 68"/>
                  <a:gd name="T65" fmla="*/ 62 h 88"/>
                  <a:gd name="T66" fmla="*/ 44 w 68"/>
                  <a:gd name="T67" fmla="*/ 60 h 88"/>
                  <a:gd name="T68" fmla="*/ 42 w 68"/>
                  <a:gd name="T69" fmla="*/ 60 h 88"/>
                  <a:gd name="T70" fmla="*/ 36 w 68"/>
                  <a:gd name="T71" fmla="*/ 53 h 88"/>
                  <a:gd name="T72" fmla="*/ 48 w 68"/>
                  <a:gd name="T73" fmla="*/ 42 h 88"/>
                  <a:gd name="T74" fmla="*/ 59 w 68"/>
                  <a:gd name="T75" fmla="*/ 32 h 88"/>
                  <a:gd name="T76" fmla="*/ 59 w 68"/>
                  <a:gd name="T77" fmla="*/ 30 h 88"/>
                  <a:gd name="T78" fmla="*/ 59 w 68"/>
                  <a:gd name="T79" fmla="*/ 29 h 88"/>
                  <a:gd name="T80" fmla="*/ 54 w 68"/>
                  <a:gd name="T81" fmla="*/ 26 h 88"/>
                  <a:gd name="T82" fmla="*/ 51 w 68"/>
                  <a:gd name="T83" fmla="*/ 27 h 88"/>
                  <a:gd name="T84" fmla="*/ 50 w 68"/>
                  <a:gd name="T85" fmla="*/ 27 h 88"/>
                  <a:gd name="T86" fmla="*/ 41 w 68"/>
                  <a:gd name="T87" fmla="*/ 33 h 88"/>
                  <a:gd name="T88" fmla="*/ 38 w 68"/>
                  <a:gd name="T89" fmla="*/ 28 h 88"/>
                  <a:gd name="T90" fmla="*/ 38 w 68"/>
                  <a:gd name="T91" fmla="*/ 27 h 88"/>
                  <a:gd name="T92" fmla="*/ 38 w 68"/>
                  <a:gd name="T93" fmla="*/ 16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68" h="88">
                    <a:moveTo>
                      <a:pt x="38" y="16"/>
                    </a:moveTo>
                    <a:cubicBezTo>
                      <a:pt x="39" y="11"/>
                      <a:pt x="40" y="9"/>
                      <a:pt x="40" y="5"/>
                    </a:cubicBezTo>
                    <a:cubicBezTo>
                      <a:pt x="40" y="3"/>
                      <a:pt x="38" y="1"/>
                      <a:pt x="36" y="1"/>
                    </a:cubicBezTo>
                    <a:cubicBezTo>
                      <a:pt x="36" y="1"/>
                      <a:pt x="36" y="1"/>
                      <a:pt x="36" y="1"/>
                    </a:cubicBezTo>
                    <a:cubicBezTo>
                      <a:pt x="34" y="1"/>
                      <a:pt x="34" y="1"/>
                      <a:pt x="33" y="0"/>
                    </a:cubicBezTo>
                    <a:cubicBezTo>
                      <a:pt x="28" y="3"/>
                      <a:pt x="28" y="1"/>
                      <a:pt x="24" y="7"/>
                    </a:cubicBezTo>
                    <a:cubicBezTo>
                      <a:pt x="24" y="8"/>
                      <a:pt x="24" y="8"/>
                      <a:pt x="24" y="8"/>
                    </a:cubicBezTo>
                    <a:cubicBezTo>
                      <a:pt x="24" y="12"/>
                      <a:pt x="26" y="14"/>
                      <a:pt x="26" y="18"/>
                    </a:cubicBezTo>
                    <a:cubicBezTo>
                      <a:pt x="27" y="28"/>
                      <a:pt x="27" y="28"/>
                      <a:pt x="27" y="28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8" y="45"/>
                      <a:pt x="22" y="48"/>
                      <a:pt x="16" y="48"/>
                    </a:cubicBezTo>
                    <a:cubicBezTo>
                      <a:pt x="7" y="49"/>
                      <a:pt x="7" y="49"/>
                      <a:pt x="7" y="49"/>
                    </a:cubicBezTo>
                    <a:cubicBezTo>
                      <a:pt x="5" y="49"/>
                      <a:pt x="5" y="49"/>
                      <a:pt x="5" y="49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2" y="50"/>
                      <a:pt x="0" y="51"/>
                      <a:pt x="0" y="54"/>
                    </a:cubicBezTo>
                    <a:cubicBezTo>
                      <a:pt x="0" y="56"/>
                      <a:pt x="3" y="60"/>
                      <a:pt x="5" y="60"/>
                    </a:cubicBezTo>
                    <a:cubicBezTo>
                      <a:pt x="11" y="60"/>
                      <a:pt x="11" y="60"/>
                      <a:pt x="11" y="60"/>
                    </a:cubicBezTo>
                    <a:cubicBezTo>
                      <a:pt x="12" y="60"/>
                      <a:pt x="12" y="60"/>
                      <a:pt x="13" y="59"/>
                    </a:cubicBezTo>
                    <a:cubicBezTo>
                      <a:pt x="17" y="62"/>
                      <a:pt x="17" y="60"/>
                      <a:pt x="20" y="66"/>
                    </a:cubicBezTo>
                    <a:cubicBezTo>
                      <a:pt x="18" y="69"/>
                      <a:pt x="20" y="68"/>
                      <a:pt x="17" y="72"/>
                    </a:cubicBezTo>
                    <a:cubicBezTo>
                      <a:pt x="15" y="73"/>
                      <a:pt x="15" y="75"/>
                      <a:pt x="13" y="76"/>
                    </a:cubicBezTo>
                    <a:cubicBezTo>
                      <a:pt x="8" y="79"/>
                      <a:pt x="7" y="80"/>
                      <a:pt x="2" y="82"/>
                    </a:cubicBezTo>
                    <a:cubicBezTo>
                      <a:pt x="2" y="83"/>
                      <a:pt x="2" y="83"/>
                      <a:pt x="2" y="83"/>
                    </a:cubicBezTo>
                    <a:cubicBezTo>
                      <a:pt x="2" y="87"/>
                      <a:pt x="2" y="87"/>
                      <a:pt x="2" y="87"/>
                    </a:cubicBezTo>
                    <a:cubicBezTo>
                      <a:pt x="4" y="87"/>
                      <a:pt x="3" y="88"/>
                      <a:pt x="4" y="88"/>
                    </a:cubicBezTo>
                    <a:cubicBezTo>
                      <a:pt x="13" y="88"/>
                      <a:pt x="20" y="82"/>
                      <a:pt x="25" y="77"/>
                    </a:cubicBezTo>
                    <a:cubicBezTo>
                      <a:pt x="26" y="76"/>
                      <a:pt x="30" y="71"/>
                      <a:pt x="31" y="69"/>
                    </a:cubicBezTo>
                    <a:cubicBezTo>
                      <a:pt x="33" y="65"/>
                      <a:pt x="35" y="63"/>
                      <a:pt x="40" y="63"/>
                    </a:cubicBezTo>
                    <a:cubicBezTo>
                      <a:pt x="45" y="63"/>
                      <a:pt x="49" y="67"/>
                      <a:pt x="52" y="70"/>
                    </a:cubicBezTo>
                    <a:cubicBezTo>
                      <a:pt x="48" y="79"/>
                      <a:pt x="48" y="79"/>
                      <a:pt x="48" y="79"/>
                    </a:cubicBezTo>
                    <a:cubicBezTo>
                      <a:pt x="50" y="79"/>
                      <a:pt x="58" y="81"/>
                      <a:pt x="59" y="81"/>
                    </a:cubicBezTo>
                    <a:cubicBezTo>
                      <a:pt x="65" y="81"/>
                      <a:pt x="67" y="76"/>
                      <a:pt x="68" y="71"/>
                    </a:cubicBezTo>
                    <a:cubicBezTo>
                      <a:pt x="67" y="65"/>
                      <a:pt x="63" y="64"/>
                      <a:pt x="59" y="62"/>
                    </a:cubicBezTo>
                    <a:cubicBezTo>
                      <a:pt x="53" y="59"/>
                      <a:pt x="51" y="60"/>
                      <a:pt x="44" y="60"/>
                    </a:cubicBezTo>
                    <a:cubicBezTo>
                      <a:pt x="43" y="60"/>
                      <a:pt x="43" y="60"/>
                      <a:pt x="42" y="60"/>
                    </a:cubicBezTo>
                    <a:cubicBezTo>
                      <a:pt x="40" y="59"/>
                      <a:pt x="36" y="56"/>
                      <a:pt x="36" y="53"/>
                    </a:cubicBezTo>
                    <a:cubicBezTo>
                      <a:pt x="36" y="51"/>
                      <a:pt x="45" y="44"/>
                      <a:pt x="48" y="42"/>
                    </a:cubicBezTo>
                    <a:cubicBezTo>
                      <a:pt x="50" y="41"/>
                      <a:pt x="59" y="34"/>
                      <a:pt x="59" y="32"/>
                    </a:cubicBezTo>
                    <a:cubicBezTo>
                      <a:pt x="59" y="30"/>
                      <a:pt x="59" y="30"/>
                      <a:pt x="59" y="30"/>
                    </a:cubicBezTo>
                    <a:cubicBezTo>
                      <a:pt x="59" y="29"/>
                      <a:pt x="59" y="29"/>
                      <a:pt x="59" y="29"/>
                    </a:cubicBezTo>
                    <a:cubicBezTo>
                      <a:pt x="54" y="26"/>
                      <a:pt x="54" y="26"/>
                      <a:pt x="54" y="26"/>
                    </a:cubicBezTo>
                    <a:cubicBezTo>
                      <a:pt x="53" y="27"/>
                      <a:pt x="53" y="27"/>
                      <a:pt x="51" y="27"/>
                    </a:cubicBezTo>
                    <a:cubicBezTo>
                      <a:pt x="50" y="27"/>
                      <a:pt x="50" y="27"/>
                      <a:pt x="50" y="27"/>
                    </a:cubicBezTo>
                    <a:cubicBezTo>
                      <a:pt x="46" y="32"/>
                      <a:pt x="46" y="30"/>
                      <a:pt x="41" y="33"/>
                    </a:cubicBezTo>
                    <a:cubicBezTo>
                      <a:pt x="40" y="31"/>
                      <a:pt x="39" y="30"/>
                      <a:pt x="38" y="28"/>
                    </a:cubicBezTo>
                    <a:cubicBezTo>
                      <a:pt x="38" y="27"/>
                      <a:pt x="38" y="27"/>
                      <a:pt x="38" y="27"/>
                    </a:cubicBezTo>
                    <a:lnTo>
                      <a:pt x="38" y="16"/>
                    </a:lnTo>
                    <a:close/>
                  </a:path>
                </a:pathLst>
              </a:custGeom>
              <a:solidFill>
                <a:srgbClr val="E6001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8" name="ísḷïďè"/>
              <p:cNvSpPr/>
              <p:nvPr/>
            </p:nvSpPr>
            <p:spPr bwMode="auto">
              <a:xfrm>
                <a:off x="4518026" y="3506788"/>
                <a:ext cx="53975" cy="71438"/>
              </a:xfrm>
              <a:custGeom>
                <a:avLst/>
                <a:gdLst>
                  <a:gd name="T0" fmla="*/ 14 w 16"/>
                  <a:gd name="T1" fmla="*/ 17 h 21"/>
                  <a:gd name="T2" fmla="*/ 16 w 16"/>
                  <a:gd name="T3" fmla="*/ 12 h 21"/>
                  <a:gd name="T4" fmla="*/ 11 w 16"/>
                  <a:gd name="T5" fmla="*/ 5 h 21"/>
                  <a:gd name="T6" fmla="*/ 5 w 16"/>
                  <a:gd name="T7" fmla="*/ 0 h 21"/>
                  <a:gd name="T8" fmla="*/ 2 w 16"/>
                  <a:gd name="T9" fmla="*/ 4 h 21"/>
                  <a:gd name="T10" fmla="*/ 2 w 16"/>
                  <a:gd name="T11" fmla="*/ 5 h 21"/>
                  <a:gd name="T12" fmla="*/ 2 w 16"/>
                  <a:gd name="T13" fmla="*/ 8 h 21"/>
                  <a:gd name="T14" fmla="*/ 2 w 16"/>
                  <a:gd name="T15" fmla="*/ 9 h 21"/>
                  <a:gd name="T16" fmla="*/ 0 w 16"/>
                  <a:gd name="T17" fmla="*/ 17 h 21"/>
                  <a:gd name="T18" fmla="*/ 3 w 16"/>
                  <a:gd name="T19" fmla="*/ 21 h 21"/>
                  <a:gd name="T20" fmla="*/ 4 w 16"/>
                  <a:gd name="T21" fmla="*/ 21 h 21"/>
                  <a:gd name="T22" fmla="*/ 5 w 16"/>
                  <a:gd name="T23" fmla="*/ 21 h 21"/>
                  <a:gd name="T24" fmla="*/ 14 w 16"/>
                  <a:gd name="T25" fmla="*/ 17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" h="21">
                    <a:moveTo>
                      <a:pt x="14" y="17"/>
                    </a:moveTo>
                    <a:cubicBezTo>
                      <a:pt x="14" y="15"/>
                      <a:pt x="16" y="13"/>
                      <a:pt x="16" y="12"/>
                    </a:cubicBezTo>
                    <a:cubicBezTo>
                      <a:pt x="16" y="11"/>
                      <a:pt x="12" y="7"/>
                      <a:pt x="11" y="5"/>
                    </a:cubicBezTo>
                    <a:cubicBezTo>
                      <a:pt x="11" y="3"/>
                      <a:pt x="8" y="0"/>
                      <a:pt x="5" y="0"/>
                    </a:cubicBezTo>
                    <a:cubicBezTo>
                      <a:pt x="4" y="0"/>
                      <a:pt x="3" y="3"/>
                      <a:pt x="2" y="4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2" y="9"/>
                      <a:pt x="2" y="9"/>
                      <a:pt x="2" y="9"/>
                    </a:cubicBezTo>
                    <a:cubicBezTo>
                      <a:pt x="1" y="11"/>
                      <a:pt x="0" y="14"/>
                      <a:pt x="0" y="17"/>
                    </a:cubicBezTo>
                    <a:cubicBezTo>
                      <a:pt x="0" y="19"/>
                      <a:pt x="1" y="20"/>
                      <a:pt x="3" y="21"/>
                    </a:cubicBezTo>
                    <a:cubicBezTo>
                      <a:pt x="4" y="21"/>
                      <a:pt x="4" y="21"/>
                      <a:pt x="4" y="21"/>
                    </a:cubicBezTo>
                    <a:cubicBezTo>
                      <a:pt x="5" y="21"/>
                      <a:pt x="5" y="21"/>
                      <a:pt x="5" y="21"/>
                    </a:cubicBezTo>
                    <a:cubicBezTo>
                      <a:pt x="7" y="21"/>
                      <a:pt x="11" y="17"/>
                      <a:pt x="14" y="17"/>
                    </a:cubicBezTo>
                    <a:close/>
                  </a:path>
                </a:pathLst>
              </a:custGeom>
              <a:solidFill>
                <a:srgbClr val="E6001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9" name="îṧļîḓé"/>
              <p:cNvSpPr/>
              <p:nvPr/>
            </p:nvSpPr>
            <p:spPr bwMode="auto">
              <a:xfrm>
                <a:off x="5319713" y="3133725"/>
                <a:ext cx="222250" cy="500063"/>
              </a:xfrm>
              <a:custGeom>
                <a:avLst/>
                <a:gdLst>
                  <a:gd name="T0" fmla="*/ 47 w 67"/>
                  <a:gd name="T1" fmla="*/ 96 h 150"/>
                  <a:gd name="T2" fmla="*/ 51 w 67"/>
                  <a:gd name="T3" fmla="*/ 96 h 150"/>
                  <a:gd name="T4" fmla="*/ 46 w 67"/>
                  <a:gd name="T5" fmla="*/ 114 h 150"/>
                  <a:gd name="T6" fmla="*/ 42 w 67"/>
                  <a:gd name="T7" fmla="*/ 113 h 150"/>
                  <a:gd name="T8" fmla="*/ 39 w 67"/>
                  <a:gd name="T9" fmla="*/ 108 h 150"/>
                  <a:gd name="T10" fmla="*/ 21 w 67"/>
                  <a:gd name="T11" fmla="*/ 78 h 150"/>
                  <a:gd name="T12" fmla="*/ 29 w 67"/>
                  <a:gd name="T13" fmla="*/ 73 h 150"/>
                  <a:gd name="T14" fmla="*/ 32 w 67"/>
                  <a:gd name="T15" fmla="*/ 74 h 150"/>
                  <a:gd name="T16" fmla="*/ 32 w 67"/>
                  <a:gd name="T17" fmla="*/ 77 h 150"/>
                  <a:gd name="T18" fmla="*/ 32 w 67"/>
                  <a:gd name="T19" fmla="*/ 79 h 150"/>
                  <a:gd name="T20" fmla="*/ 21 w 67"/>
                  <a:gd name="T21" fmla="*/ 78 h 150"/>
                  <a:gd name="T22" fmla="*/ 53 w 67"/>
                  <a:gd name="T23" fmla="*/ 118 h 150"/>
                  <a:gd name="T24" fmla="*/ 66 w 67"/>
                  <a:gd name="T25" fmla="*/ 108 h 150"/>
                  <a:gd name="T26" fmla="*/ 60 w 67"/>
                  <a:gd name="T27" fmla="*/ 98 h 150"/>
                  <a:gd name="T28" fmla="*/ 51 w 67"/>
                  <a:gd name="T29" fmla="*/ 82 h 150"/>
                  <a:gd name="T30" fmla="*/ 47 w 67"/>
                  <a:gd name="T31" fmla="*/ 71 h 150"/>
                  <a:gd name="T32" fmla="*/ 60 w 67"/>
                  <a:gd name="T33" fmla="*/ 58 h 150"/>
                  <a:gd name="T34" fmla="*/ 53 w 67"/>
                  <a:gd name="T35" fmla="*/ 52 h 150"/>
                  <a:gd name="T36" fmla="*/ 44 w 67"/>
                  <a:gd name="T37" fmla="*/ 50 h 150"/>
                  <a:gd name="T38" fmla="*/ 48 w 67"/>
                  <a:gd name="T39" fmla="*/ 38 h 150"/>
                  <a:gd name="T40" fmla="*/ 66 w 67"/>
                  <a:gd name="T41" fmla="*/ 17 h 150"/>
                  <a:gd name="T42" fmla="*/ 66 w 67"/>
                  <a:gd name="T43" fmla="*/ 13 h 150"/>
                  <a:gd name="T44" fmla="*/ 56 w 67"/>
                  <a:gd name="T45" fmla="*/ 1 h 150"/>
                  <a:gd name="T46" fmla="*/ 55 w 67"/>
                  <a:gd name="T47" fmla="*/ 7 h 150"/>
                  <a:gd name="T48" fmla="*/ 50 w 67"/>
                  <a:gd name="T49" fmla="*/ 18 h 150"/>
                  <a:gd name="T50" fmla="*/ 42 w 67"/>
                  <a:gd name="T51" fmla="*/ 15 h 150"/>
                  <a:gd name="T52" fmla="*/ 40 w 67"/>
                  <a:gd name="T53" fmla="*/ 15 h 150"/>
                  <a:gd name="T54" fmla="*/ 41 w 67"/>
                  <a:gd name="T55" fmla="*/ 26 h 150"/>
                  <a:gd name="T56" fmla="*/ 41 w 67"/>
                  <a:gd name="T57" fmla="*/ 30 h 150"/>
                  <a:gd name="T58" fmla="*/ 37 w 67"/>
                  <a:gd name="T59" fmla="*/ 33 h 150"/>
                  <a:gd name="T60" fmla="*/ 30 w 67"/>
                  <a:gd name="T61" fmla="*/ 29 h 150"/>
                  <a:gd name="T62" fmla="*/ 9 w 67"/>
                  <a:gd name="T63" fmla="*/ 50 h 150"/>
                  <a:gd name="T64" fmla="*/ 4 w 67"/>
                  <a:gd name="T65" fmla="*/ 59 h 150"/>
                  <a:gd name="T66" fmla="*/ 23 w 67"/>
                  <a:gd name="T67" fmla="*/ 51 h 150"/>
                  <a:gd name="T68" fmla="*/ 30 w 67"/>
                  <a:gd name="T69" fmla="*/ 58 h 150"/>
                  <a:gd name="T70" fmla="*/ 26 w 67"/>
                  <a:gd name="T71" fmla="*/ 65 h 150"/>
                  <a:gd name="T72" fmla="*/ 19 w 67"/>
                  <a:gd name="T73" fmla="*/ 64 h 150"/>
                  <a:gd name="T74" fmla="*/ 16 w 67"/>
                  <a:gd name="T75" fmla="*/ 67 h 150"/>
                  <a:gd name="T76" fmla="*/ 16 w 67"/>
                  <a:gd name="T77" fmla="*/ 72 h 150"/>
                  <a:gd name="T78" fmla="*/ 3 w 67"/>
                  <a:gd name="T79" fmla="*/ 105 h 150"/>
                  <a:gd name="T80" fmla="*/ 6 w 67"/>
                  <a:gd name="T81" fmla="*/ 110 h 150"/>
                  <a:gd name="T82" fmla="*/ 9 w 67"/>
                  <a:gd name="T83" fmla="*/ 111 h 150"/>
                  <a:gd name="T84" fmla="*/ 24 w 67"/>
                  <a:gd name="T85" fmla="*/ 89 h 150"/>
                  <a:gd name="T86" fmla="*/ 32 w 67"/>
                  <a:gd name="T87" fmla="*/ 93 h 150"/>
                  <a:gd name="T88" fmla="*/ 32 w 67"/>
                  <a:gd name="T89" fmla="*/ 96 h 150"/>
                  <a:gd name="T90" fmla="*/ 29 w 67"/>
                  <a:gd name="T91" fmla="*/ 113 h 150"/>
                  <a:gd name="T92" fmla="*/ 29 w 67"/>
                  <a:gd name="T93" fmla="*/ 115 h 150"/>
                  <a:gd name="T94" fmla="*/ 22 w 67"/>
                  <a:gd name="T95" fmla="*/ 122 h 150"/>
                  <a:gd name="T96" fmla="*/ 10 w 67"/>
                  <a:gd name="T97" fmla="*/ 124 h 150"/>
                  <a:gd name="T98" fmla="*/ 15 w 67"/>
                  <a:gd name="T99" fmla="*/ 144 h 150"/>
                  <a:gd name="T100" fmla="*/ 17 w 67"/>
                  <a:gd name="T101" fmla="*/ 150 h 150"/>
                  <a:gd name="T102" fmla="*/ 38 w 67"/>
                  <a:gd name="T103" fmla="*/ 125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7" h="150">
                    <a:moveTo>
                      <a:pt x="39" y="107"/>
                    </a:moveTo>
                    <a:cubicBezTo>
                      <a:pt x="39" y="103"/>
                      <a:pt x="44" y="96"/>
                      <a:pt x="47" y="96"/>
                    </a:cubicBezTo>
                    <a:cubicBezTo>
                      <a:pt x="50" y="96"/>
                      <a:pt x="50" y="96"/>
                      <a:pt x="50" y="96"/>
                    </a:cubicBezTo>
                    <a:cubicBezTo>
                      <a:pt x="51" y="96"/>
                      <a:pt x="51" y="96"/>
                      <a:pt x="51" y="96"/>
                    </a:cubicBezTo>
                    <a:cubicBezTo>
                      <a:pt x="53" y="98"/>
                      <a:pt x="55" y="101"/>
                      <a:pt x="55" y="104"/>
                    </a:cubicBezTo>
                    <a:cubicBezTo>
                      <a:pt x="55" y="108"/>
                      <a:pt x="49" y="112"/>
                      <a:pt x="46" y="114"/>
                    </a:cubicBezTo>
                    <a:cubicBezTo>
                      <a:pt x="45" y="114"/>
                      <a:pt x="45" y="113"/>
                      <a:pt x="43" y="113"/>
                    </a:cubicBezTo>
                    <a:cubicBezTo>
                      <a:pt x="42" y="113"/>
                      <a:pt x="42" y="113"/>
                      <a:pt x="42" y="113"/>
                    </a:cubicBezTo>
                    <a:cubicBezTo>
                      <a:pt x="39" y="109"/>
                      <a:pt x="39" y="109"/>
                      <a:pt x="39" y="109"/>
                    </a:cubicBezTo>
                    <a:cubicBezTo>
                      <a:pt x="39" y="108"/>
                      <a:pt x="39" y="108"/>
                      <a:pt x="39" y="108"/>
                    </a:cubicBezTo>
                    <a:cubicBezTo>
                      <a:pt x="39" y="107"/>
                      <a:pt x="39" y="107"/>
                      <a:pt x="39" y="107"/>
                    </a:cubicBezTo>
                    <a:close/>
                    <a:moveTo>
                      <a:pt x="21" y="78"/>
                    </a:moveTo>
                    <a:cubicBezTo>
                      <a:pt x="21" y="77"/>
                      <a:pt x="25" y="73"/>
                      <a:pt x="26" y="73"/>
                    </a:cubicBezTo>
                    <a:cubicBezTo>
                      <a:pt x="27" y="73"/>
                      <a:pt x="27" y="73"/>
                      <a:pt x="29" y="73"/>
                    </a:cubicBezTo>
                    <a:cubicBezTo>
                      <a:pt x="30" y="73"/>
                      <a:pt x="30" y="73"/>
                      <a:pt x="30" y="73"/>
                    </a:cubicBezTo>
                    <a:cubicBezTo>
                      <a:pt x="32" y="74"/>
                      <a:pt x="32" y="74"/>
                      <a:pt x="32" y="74"/>
                    </a:cubicBezTo>
                    <a:cubicBezTo>
                      <a:pt x="32" y="76"/>
                      <a:pt x="32" y="76"/>
                      <a:pt x="32" y="76"/>
                    </a:cubicBezTo>
                    <a:cubicBezTo>
                      <a:pt x="32" y="77"/>
                      <a:pt x="32" y="77"/>
                      <a:pt x="32" y="77"/>
                    </a:cubicBezTo>
                    <a:cubicBezTo>
                      <a:pt x="32" y="78"/>
                      <a:pt x="32" y="78"/>
                      <a:pt x="32" y="78"/>
                    </a:cubicBezTo>
                    <a:cubicBezTo>
                      <a:pt x="32" y="79"/>
                      <a:pt x="32" y="79"/>
                      <a:pt x="32" y="79"/>
                    </a:cubicBezTo>
                    <a:cubicBezTo>
                      <a:pt x="31" y="82"/>
                      <a:pt x="29" y="83"/>
                      <a:pt x="25" y="83"/>
                    </a:cubicBezTo>
                    <a:cubicBezTo>
                      <a:pt x="23" y="83"/>
                      <a:pt x="21" y="81"/>
                      <a:pt x="21" y="78"/>
                    </a:cubicBezTo>
                    <a:close/>
                    <a:moveTo>
                      <a:pt x="38" y="125"/>
                    </a:moveTo>
                    <a:cubicBezTo>
                      <a:pt x="43" y="122"/>
                      <a:pt x="47" y="120"/>
                      <a:pt x="53" y="118"/>
                    </a:cubicBezTo>
                    <a:cubicBezTo>
                      <a:pt x="57" y="116"/>
                      <a:pt x="57" y="116"/>
                      <a:pt x="60" y="114"/>
                    </a:cubicBezTo>
                    <a:cubicBezTo>
                      <a:pt x="64" y="111"/>
                      <a:pt x="63" y="110"/>
                      <a:pt x="66" y="108"/>
                    </a:cubicBezTo>
                    <a:cubicBezTo>
                      <a:pt x="67" y="104"/>
                      <a:pt x="67" y="104"/>
                      <a:pt x="67" y="104"/>
                    </a:cubicBezTo>
                    <a:cubicBezTo>
                      <a:pt x="64" y="100"/>
                      <a:pt x="64" y="101"/>
                      <a:pt x="60" y="98"/>
                    </a:cubicBezTo>
                    <a:cubicBezTo>
                      <a:pt x="58" y="96"/>
                      <a:pt x="55" y="95"/>
                      <a:pt x="54" y="92"/>
                    </a:cubicBezTo>
                    <a:cubicBezTo>
                      <a:pt x="53" y="88"/>
                      <a:pt x="53" y="84"/>
                      <a:pt x="51" y="82"/>
                    </a:cubicBezTo>
                    <a:cubicBezTo>
                      <a:pt x="49" y="79"/>
                      <a:pt x="47" y="77"/>
                      <a:pt x="47" y="73"/>
                    </a:cubicBezTo>
                    <a:cubicBezTo>
                      <a:pt x="47" y="72"/>
                      <a:pt x="47" y="72"/>
                      <a:pt x="47" y="71"/>
                    </a:cubicBezTo>
                    <a:cubicBezTo>
                      <a:pt x="49" y="67"/>
                      <a:pt x="47" y="67"/>
                      <a:pt x="53" y="64"/>
                    </a:cubicBezTo>
                    <a:cubicBezTo>
                      <a:pt x="55" y="64"/>
                      <a:pt x="60" y="60"/>
                      <a:pt x="60" y="58"/>
                    </a:cubicBezTo>
                    <a:cubicBezTo>
                      <a:pt x="60" y="55"/>
                      <a:pt x="60" y="55"/>
                      <a:pt x="60" y="55"/>
                    </a:cubicBezTo>
                    <a:cubicBezTo>
                      <a:pt x="60" y="53"/>
                      <a:pt x="56" y="51"/>
                      <a:pt x="53" y="52"/>
                    </a:cubicBezTo>
                    <a:cubicBezTo>
                      <a:pt x="47" y="52"/>
                      <a:pt x="47" y="52"/>
                      <a:pt x="47" y="52"/>
                    </a:cubicBezTo>
                    <a:cubicBezTo>
                      <a:pt x="46" y="52"/>
                      <a:pt x="45" y="51"/>
                      <a:pt x="44" y="50"/>
                    </a:cubicBezTo>
                    <a:cubicBezTo>
                      <a:pt x="44" y="47"/>
                      <a:pt x="44" y="47"/>
                      <a:pt x="44" y="47"/>
                    </a:cubicBezTo>
                    <a:cubicBezTo>
                      <a:pt x="44" y="44"/>
                      <a:pt x="47" y="41"/>
                      <a:pt x="48" y="38"/>
                    </a:cubicBezTo>
                    <a:cubicBezTo>
                      <a:pt x="49" y="34"/>
                      <a:pt x="50" y="33"/>
                      <a:pt x="53" y="30"/>
                    </a:cubicBezTo>
                    <a:cubicBezTo>
                      <a:pt x="56" y="27"/>
                      <a:pt x="66" y="22"/>
                      <a:pt x="66" y="17"/>
                    </a:cubicBezTo>
                    <a:cubicBezTo>
                      <a:pt x="66" y="14"/>
                      <a:pt x="66" y="14"/>
                      <a:pt x="66" y="14"/>
                    </a:cubicBezTo>
                    <a:cubicBezTo>
                      <a:pt x="66" y="13"/>
                      <a:pt x="66" y="13"/>
                      <a:pt x="66" y="13"/>
                    </a:cubicBezTo>
                    <a:cubicBezTo>
                      <a:pt x="65" y="10"/>
                      <a:pt x="62" y="0"/>
                      <a:pt x="58" y="0"/>
                    </a:cubicBezTo>
                    <a:cubicBezTo>
                      <a:pt x="57" y="0"/>
                      <a:pt x="57" y="0"/>
                      <a:pt x="56" y="1"/>
                    </a:cubicBezTo>
                    <a:cubicBezTo>
                      <a:pt x="56" y="3"/>
                      <a:pt x="55" y="3"/>
                      <a:pt x="55" y="5"/>
                    </a:cubicBezTo>
                    <a:cubicBezTo>
                      <a:pt x="55" y="7"/>
                      <a:pt x="55" y="7"/>
                      <a:pt x="55" y="7"/>
                    </a:cubicBezTo>
                    <a:cubicBezTo>
                      <a:pt x="55" y="11"/>
                      <a:pt x="53" y="15"/>
                      <a:pt x="51" y="18"/>
                    </a:cubicBezTo>
                    <a:cubicBezTo>
                      <a:pt x="50" y="18"/>
                      <a:pt x="50" y="18"/>
                      <a:pt x="50" y="18"/>
                    </a:cubicBezTo>
                    <a:cubicBezTo>
                      <a:pt x="48" y="18"/>
                      <a:pt x="48" y="18"/>
                      <a:pt x="47" y="19"/>
                    </a:cubicBezTo>
                    <a:cubicBezTo>
                      <a:pt x="42" y="15"/>
                      <a:pt x="42" y="15"/>
                      <a:pt x="42" y="15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39" y="15"/>
                      <a:pt x="38" y="16"/>
                      <a:pt x="38" y="17"/>
                    </a:cubicBezTo>
                    <a:cubicBezTo>
                      <a:pt x="38" y="19"/>
                      <a:pt x="41" y="22"/>
                      <a:pt x="41" y="26"/>
                    </a:cubicBezTo>
                    <a:cubicBezTo>
                      <a:pt x="41" y="29"/>
                      <a:pt x="41" y="29"/>
                      <a:pt x="41" y="29"/>
                    </a:cubicBezTo>
                    <a:cubicBezTo>
                      <a:pt x="41" y="30"/>
                      <a:pt x="41" y="30"/>
                      <a:pt x="41" y="30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7" y="33"/>
                      <a:pt x="37" y="33"/>
                      <a:pt x="37" y="33"/>
                    </a:cubicBezTo>
                    <a:cubicBezTo>
                      <a:pt x="35" y="33"/>
                      <a:pt x="35" y="34"/>
                      <a:pt x="34" y="34"/>
                    </a:cubicBezTo>
                    <a:cubicBezTo>
                      <a:pt x="32" y="33"/>
                      <a:pt x="31" y="31"/>
                      <a:pt x="30" y="29"/>
                    </a:cubicBezTo>
                    <a:cubicBezTo>
                      <a:pt x="24" y="29"/>
                      <a:pt x="30" y="41"/>
                      <a:pt x="19" y="45"/>
                    </a:cubicBezTo>
                    <a:cubicBezTo>
                      <a:pt x="16" y="46"/>
                      <a:pt x="12" y="48"/>
                      <a:pt x="9" y="50"/>
                    </a:cubicBezTo>
                    <a:cubicBezTo>
                      <a:pt x="6" y="51"/>
                      <a:pt x="1" y="53"/>
                      <a:pt x="0" y="55"/>
                    </a:cubicBezTo>
                    <a:cubicBezTo>
                      <a:pt x="1" y="58"/>
                      <a:pt x="1" y="57"/>
                      <a:pt x="4" y="59"/>
                    </a:cubicBezTo>
                    <a:cubicBezTo>
                      <a:pt x="6" y="59"/>
                      <a:pt x="6" y="59"/>
                      <a:pt x="6" y="59"/>
                    </a:cubicBezTo>
                    <a:cubicBezTo>
                      <a:pt x="10" y="59"/>
                      <a:pt x="20" y="51"/>
                      <a:pt x="23" y="51"/>
                    </a:cubicBezTo>
                    <a:cubicBezTo>
                      <a:pt x="25" y="51"/>
                      <a:pt x="24" y="51"/>
                      <a:pt x="27" y="52"/>
                    </a:cubicBezTo>
                    <a:cubicBezTo>
                      <a:pt x="29" y="54"/>
                      <a:pt x="29" y="55"/>
                      <a:pt x="30" y="58"/>
                    </a:cubicBezTo>
                    <a:cubicBezTo>
                      <a:pt x="30" y="59"/>
                      <a:pt x="30" y="59"/>
                      <a:pt x="30" y="59"/>
                    </a:cubicBezTo>
                    <a:cubicBezTo>
                      <a:pt x="30" y="62"/>
                      <a:pt x="28" y="64"/>
                      <a:pt x="26" y="65"/>
                    </a:cubicBezTo>
                    <a:cubicBezTo>
                      <a:pt x="21" y="64"/>
                      <a:pt x="21" y="64"/>
                      <a:pt x="21" y="64"/>
                    </a:cubicBezTo>
                    <a:cubicBezTo>
                      <a:pt x="20" y="64"/>
                      <a:pt x="20" y="64"/>
                      <a:pt x="19" y="64"/>
                    </a:cubicBezTo>
                    <a:cubicBezTo>
                      <a:pt x="18" y="64"/>
                      <a:pt x="18" y="64"/>
                      <a:pt x="18" y="64"/>
                    </a:cubicBezTo>
                    <a:cubicBezTo>
                      <a:pt x="16" y="67"/>
                      <a:pt x="16" y="67"/>
                      <a:pt x="16" y="67"/>
                    </a:cubicBezTo>
                    <a:cubicBezTo>
                      <a:pt x="16" y="68"/>
                      <a:pt x="16" y="68"/>
                      <a:pt x="16" y="68"/>
                    </a:cubicBezTo>
                    <a:cubicBezTo>
                      <a:pt x="16" y="72"/>
                      <a:pt x="16" y="72"/>
                      <a:pt x="16" y="72"/>
                    </a:cubicBezTo>
                    <a:cubicBezTo>
                      <a:pt x="16" y="78"/>
                      <a:pt x="13" y="85"/>
                      <a:pt x="11" y="90"/>
                    </a:cubicBezTo>
                    <a:cubicBezTo>
                      <a:pt x="9" y="94"/>
                      <a:pt x="3" y="100"/>
                      <a:pt x="3" y="105"/>
                    </a:cubicBezTo>
                    <a:cubicBezTo>
                      <a:pt x="3" y="106"/>
                      <a:pt x="4" y="109"/>
                      <a:pt x="5" y="110"/>
                    </a:cubicBezTo>
                    <a:cubicBezTo>
                      <a:pt x="6" y="110"/>
                      <a:pt x="6" y="110"/>
                      <a:pt x="6" y="110"/>
                    </a:cubicBezTo>
                    <a:cubicBezTo>
                      <a:pt x="7" y="110"/>
                      <a:pt x="7" y="110"/>
                      <a:pt x="7" y="110"/>
                    </a:cubicBezTo>
                    <a:cubicBezTo>
                      <a:pt x="9" y="110"/>
                      <a:pt x="8" y="110"/>
                      <a:pt x="9" y="111"/>
                    </a:cubicBezTo>
                    <a:cubicBezTo>
                      <a:pt x="11" y="109"/>
                      <a:pt x="15" y="101"/>
                      <a:pt x="15" y="98"/>
                    </a:cubicBezTo>
                    <a:cubicBezTo>
                      <a:pt x="17" y="94"/>
                      <a:pt x="20" y="89"/>
                      <a:pt x="24" y="89"/>
                    </a:cubicBezTo>
                    <a:cubicBezTo>
                      <a:pt x="25" y="89"/>
                      <a:pt x="25" y="89"/>
                      <a:pt x="26" y="88"/>
                    </a:cubicBezTo>
                    <a:cubicBezTo>
                      <a:pt x="28" y="90"/>
                      <a:pt x="32" y="90"/>
                      <a:pt x="32" y="93"/>
                    </a:cubicBezTo>
                    <a:cubicBezTo>
                      <a:pt x="32" y="94"/>
                      <a:pt x="32" y="94"/>
                      <a:pt x="32" y="94"/>
                    </a:cubicBezTo>
                    <a:cubicBezTo>
                      <a:pt x="32" y="96"/>
                      <a:pt x="32" y="96"/>
                      <a:pt x="32" y="96"/>
                    </a:cubicBezTo>
                    <a:cubicBezTo>
                      <a:pt x="28" y="102"/>
                      <a:pt x="25" y="101"/>
                      <a:pt x="23" y="104"/>
                    </a:cubicBezTo>
                    <a:cubicBezTo>
                      <a:pt x="26" y="109"/>
                      <a:pt x="27" y="108"/>
                      <a:pt x="29" y="113"/>
                    </a:cubicBezTo>
                    <a:cubicBezTo>
                      <a:pt x="29" y="114"/>
                      <a:pt x="29" y="114"/>
                      <a:pt x="29" y="114"/>
                    </a:cubicBezTo>
                    <a:cubicBezTo>
                      <a:pt x="29" y="115"/>
                      <a:pt x="29" y="115"/>
                      <a:pt x="29" y="115"/>
                    </a:cubicBezTo>
                    <a:cubicBezTo>
                      <a:pt x="29" y="116"/>
                      <a:pt x="29" y="116"/>
                      <a:pt x="29" y="116"/>
                    </a:cubicBezTo>
                    <a:cubicBezTo>
                      <a:pt x="28" y="119"/>
                      <a:pt x="26" y="123"/>
                      <a:pt x="22" y="122"/>
                    </a:cubicBezTo>
                    <a:cubicBezTo>
                      <a:pt x="15" y="122"/>
                      <a:pt x="15" y="122"/>
                      <a:pt x="15" y="122"/>
                    </a:cubicBezTo>
                    <a:cubicBezTo>
                      <a:pt x="14" y="122"/>
                      <a:pt x="11" y="124"/>
                      <a:pt x="10" y="124"/>
                    </a:cubicBezTo>
                    <a:cubicBezTo>
                      <a:pt x="13" y="127"/>
                      <a:pt x="23" y="129"/>
                      <a:pt x="23" y="133"/>
                    </a:cubicBezTo>
                    <a:cubicBezTo>
                      <a:pt x="23" y="137"/>
                      <a:pt x="18" y="142"/>
                      <a:pt x="15" y="144"/>
                    </a:cubicBezTo>
                    <a:cubicBezTo>
                      <a:pt x="15" y="150"/>
                      <a:pt x="15" y="150"/>
                      <a:pt x="15" y="150"/>
                    </a:cubicBezTo>
                    <a:cubicBezTo>
                      <a:pt x="17" y="150"/>
                      <a:pt x="17" y="150"/>
                      <a:pt x="17" y="150"/>
                    </a:cubicBezTo>
                    <a:cubicBezTo>
                      <a:pt x="20" y="150"/>
                      <a:pt x="27" y="141"/>
                      <a:pt x="29" y="139"/>
                    </a:cubicBezTo>
                    <a:cubicBezTo>
                      <a:pt x="33" y="135"/>
                      <a:pt x="34" y="129"/>
                      <a:pt x="38" y="125"/>
                    </a:cubicBezTo>
                    <a:close/>
                  </a:path>
                </a:pathLst>
              </a:custGeom>
              <a:solidFill>
                <a:srgbClr val="E6001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0" name="iSļïḑé"/>
              <p:cNvSpPr/>
              <p:nvPr/>
            </p:nvSpPr>
            <p:spPr bwMode="auto">
              <a:xfrm>
                <a:off x="4422776" y="3106738"/>
                <a:ext cx="412750" cy="596900"/>
              </a:xfrm>
              <a:custGeom>
                <a:avLst/>
                <a:gdLst>
                  <a:gd name="T0" fmla="*/ 63 w 125"/>
                  <a:gd name="T1" fmla="*/ 83 h 179"/>
                  <a:gd name="T2" fmla="*/ 69 w 125"/>
                  <a:gd name="T3" fmla="*/ 84 h 179"/>
                  <a:gd name="T4" fmla="*/ 71 w 125"/>
                  <a:gd name="T5" fmla="*/ 95 h 179"/>
                  <a:gd name="T6" fmla="*/ 56 w 125"/>
                  <a:gd name="T7" fmla="*/ 91 h 179"/>
                  <a:gd name="T8" fmla="*/ 77 w 125"/>
                  <a:gd name="T9" fmla="*/ 77 h 179"/>
                  <a:gd name="T10" fmla="*/ 90 w 125"/>
                  <a:gd name="T11" fmla="*/ 82 h 179"/>
                  <a:gd name="T12" fmla="*/ 93 w 125"/>
                  <a:gd name="T13" fmla="*/ 96 h 179"/>
                  <a:gd name="T14" fmla="*/ 88 w 125"/>
                  <a:gd name="T15" fmla="*/ 106 h 179"/>
                  <a:gd name="T16" fmla="*/ 75 w 125"/>
                  <a:gd name="T17" fmla="*/ 89 h 179"/>
                  <a:gd name="T18" fmla="*/ 91 w 125"/>
                  <a:gd name="T19" fmla="*/ 29 h 179"/>
                  <a:gd name="T20" fmla="*/ 95 w 125"/>
                  <a:gd name="T21" fmla="*/ 4 h 179"/>
                  <a:gd name="T22" fmla="*/ 92 w 125"/>
                  <a:gd name="T23" fmla="*/ 0 h 179"/>
                  <a:gd name="T24" fmla="*/ 86 w 125"/>
                  <a:gd name="T25" fmla="*/ 0 h 179"/>
                  <a:gd name="T26" fmla="*/ 80 w 125"/>
                  <a:gd name="T27" fmla="*/ 7 h 179"/>
                  <a:gd name="T28" fmla="*/ 83 w 125"/>
                  <a:gd name="T29" fmla="*/ 30 h 179"/>
                  <a:gd name="T30" fmla="*/ 86 w 125"/>
                  <a:gd name="T31" fmla="*/ 50 h 179"/>
                  <a:gd name="T32" fmla="*/ 46 w 125"/>
                  <a:gd name="T33" fmla="*/ 84 h 179"/>
                  <a:gd name="T34" fmla="*/ 0 w 125"/>
                  <a:gd name="T35" fmla="*/ 99 h 179"/>
                  <a:gd name="T36" fmla="*/ 13 w 125"/>
                  <a:gd name="T37" fmla="*/ 108 h 179"/>
                  <a:gd name="T38" fmla="*/ 30 w 125"/>
                  <a:gd name="T39" fmla="*/ 100 h 179"/>
                  <a:gd name="T40" fmla="*/ 47 w 125"/>
                  <a:gd name="T41" fmla="*/ 92 h 179"/>
                  <a:gd name="T42" fmla="*/ 51 w 125"/>
                  <a:gd name="T43" fmla="*/ 109 h 179"/>
                  <a:gd name="T44" fmla="*/ 50 w 125"/>
                  <a:gd name="T45" fmla="*/ 118 h 179"/>
                  <a:gd name="T46" fmla="*/ 54 w 125"/>
                  <a:gd name="T47" fmla="*/ 125 h 179"/>
                  <a:gd name="T48" fmla="*/ 62 w 125"/>
                  <a:gd name="T49" fmla="*/ 119 h 179"/>
                  <a:gd name="T50" fmla="*/ 62 w 125"/>
                  <a:gd name="T51" fmla="*/ 113 h 179"/>
                  <a:gd name="T52" fmla="*/ 78 w 125"/>
                  <a:gd name="T53" fmla="*/ 111 h 179"/>
                  <a:gd name="T54" fmla="*/ 78 w 125"/>
                  <a:gd name="T55" fmla="*/ 113 h 179"/>
                  <a:gd name="T56" fmla="*/ 78 w 125"/>
                  <a:gd name="T57" fmla="*/ 118 h 179"/>
                  <a:gd name="T58" fmla="*/ 46 w 125"/>
                  <a:gd name="T59" fmla="*/ 147 h 179"/>
                  <a:gd name="T60" fmla="*/ 28 w 125"/>
                  <a:gd name="T61" fmla="*/ 158 h 179"/>
                  <a:gd name="T62" fmla="*/ 1 w 125"/>
                  <a:gd name="T63" fmla="*/ 170 h 179"/>
                  <a:gd name="T64" fmla="*/ 14 w 125"/>
                  <a:gd name="T65" fmla="*/ 178 h 179"/>
                  <a:gd name="T66" fmla="*/ 20 w 125"/>
                  <a:gd name="T67" fmla="*/ 179 h 179"/>
                  <a:gd name="T68" fmla="*/ 22 w 125"/>
                  <a:gd name="T69" fmla="*/ 179 h 179"/>
                  <a:gd name="T70" fmla="*/ 38 w 125"/>
                  <a:gd name="T71" fmla="*/ 169 h 179"/>
                  <a:gd name="T72" fmla="*/ 61 w 125"/>
                  <a:gd name="T73" fmla="*/ 150 h 179"/>
                  <a:gd name="T74" fmla="*/ 79 w 125"/>
                  <a:gd name="T75" fmla="*/ 135 h 179"/>
                  <a:gd name="T76" fmla="*/ 96 w 125"/>
                  <a:gd name="T77" fmla="*/ 119 h 179"/>
                  <a:gd name="T78" fmla="*/ 106 w 125"/>
                  <a:gd name="T79" fmla="*/ 149 h 179"/>
                  <a:gd name="T80" fmla="*/ 125 w 125"/>
                  <a:gd name="T81" fmla="*/ 152 h 179"/>
                  <a:gd name="T82" fmla="*/ 116 w 125"/>
                  <a:gd name="T83" fmla="*/ 120 h 179"/>
                  <a:gd name="T84" fmla="*/ 115 w 125"/>
                  <a:gd name="T85" fmla="*/ 125 h 179"/>
                  <a:gd name="T86" fmla="*/ 109 w 125"/>
                  <a:gd name="T87" fmla="*/ 129 h 179"/>
                  <a:gd name="T88" fmla="*/ 97 w 125"/>
                  <a:gd name="T89" fmla="*/ 92 h 179"/>
                  <a:gd name="T90" fmla="*/ 94 w 125"/>
                  <a:gd name="T91" fmla="*/ 76 h 179"/>
                  <a:gd name="T92" fmla="*/ 110 w 125"/>
                  <a:gd name="T93" fmla="*/ 60 h 179"/>
                  <a:gd name="T94" fmla="*/ 105 w 125"/>
                  <a:gd name="T95" fmla="*/ 57 h 179"/>
                  <a:gd name="T96" fmla="*/ 101 w 125"/>
                  <a:gd name="T97" fmla="*/ 59 h 179"/>
                  <a:gd name="T98" fmla="*/ 91 w 125"/>
                  <a:gd name="T99" fmla="*/ 54 h 179"/>
                  <a:gd name="T100" fmla="*/ 91 w 125"/>
                  <a:gd name="T101" fmla="*/ 29 h 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125" h="179">
                    <a:moveTo>
                      <a:pt x="56" y="91"/>
                    </a:moveTo>
                    <a:cubicBezTo>
                      <a:pt x="56" y="87"/>
                      <a:pt x="60" y="85"/>
                      <a:pt x="63" y="83"/>
                    </a:cubicBezTo>
                    <a:cubicBezTo>
                      <a:pt x="64" y="83"/>
                      <a:pt x="64" y="83"/>
                      <a:pt x="64" y="83"/>
                    </a:cubicBezTo>
                    <a:cubicBezTo>
                      <a:pt x="67" y="83"/>
                      <a:pt x="67" y="84"/>
                      <a:pt x="69" y="84"/>
                    </a:cubicBezTo>
                    <a:cubicBezTo>
                      <a:pt x="71" y="94"/>
                      <a:pt x="71" y="94"/>
                      <a:pt x="71" y="94"/>
                    </a:cubicBezTo>
                    <a:cubicBezTo>
                      <a:pt x="71" y="95"/>
                      <a:pt x="71" y="95"/>
                      <a:pt x="71" y="95"/>
                    </a:cubicBezTo>
                    <a:cubicBezTo>
                      <a:pt x="68" y="100"/>
                      <a:pt x="68" y="99"/>
                      <a:pt x="63" y="101"/>
                    </a:cubicBezTo>
                    <a:cubicBezTo>
                      <a:pt x="61" y="99"/>
                      <a:pt x="56" y="95"/>
                      <a:pt x="56" y="91"/>
                    </a:cubicBezTo>
                    <a:close/>
                    <a:moveTo>
                      <a:pt x="72" y="83"/>
                    </a:moveTo>
                    <a:cubicBezTo>
                      <a:pt x="74" y="79"/>
                      <a:pt x="73" y="79"/>
                      <a:pt x="77" y="77"/>
                    </a:cubicBezTo>
                    <a:cubicBezTo>
                      <a:pt x="79" y="75"/>
                      <a:pt x="82" y="75"/>
                      <a:pt x="83" y="73"/>
                    </a:cubicBezTo>
                    <a:cubicBezTo>
                      <a:pt x="88" y="76"/>
                      <a:pt x="89" y="76"/>
                      <a:pt x="90" y="82"/>
                    </a:cubicBezTo>
                    <a:cubicBezTo>
                      <a:pt x="92" y="95"/>
                      <a:pt x="92" y="95"/>
                      <a:pt x="92" y="95"/>
                    </a:cubicBezTo>
                    <a:cubicBezTo>
                      <a:pt x="93" y="96"/>
                      <a:pt x="93" y="96"/>
                      <a:pt x="93" y="96"/>
                    </a:cubicBezTo>
                    <a:cubicBezTo>
                      <a:pt x="94" y="99"/>
                      <a:pt x="94" y="99"/>
                      <a:pt x="94" y="99"/>
                    </a:cubicBezTo>
                    <a:cubicBezTo>
                      <a:pt x="91" y="105"/>
                      <a:pt x="93" y="103"/>
                      <a:pt x="88" y="106"/>
                    </a:cubicBezTo>
                    <a:cubicBezTo>
                      <a:pt x="83" y="101"/>
                      <a:pt x="82" y="101"/>
                      <a:pt x="79" y="95"/>
                    </a:cubicBezTo>
                    <a:cubicBezTo>
                      <a:pt x="77" y="93"/>
                      <a:pt x="77" y="91"/>
                      <a:pt x="75" y="89"/>
                    </a:cubicBezTo>
                    <a:cubicBezTo>
                      <a:pt x="73" y="87"/>
                      <a:pt x="73" y="86"/>
                      <a:pt x="72" y="83"/>
                    </a:cubicBezTo>
                    <a:close/>
                    <a:moveTo>
                      <a:pt x="91" y="29"/>
                    </a:moveTo>
                    <a:cubicBezTo>
                      <a:pt x="91" y="22"/>
                      <a:pt x="95" y="12"/>
                      <a:pt x="95" y="4"/>
                    </a:cubicBezTo>
                    <a:cubicBezTo>
                      <a:pt x="95" y="4"/>
                      <a:pt x="95" y="4"/>
                      <a:pt x="95" y="4"/>
                    </a:cubicBezTo>
                    <a:cubicBezTo>
                      <a:pt x="95" y="3"/>
                      <a:pt x="95" y="3"/>
                      <a:pt x="95" y="3"/>
                    </a:cubicBezTo>
                    <a:cubicBezTo>
                      <a:pt x="93" y="0"/>
                      <a:pt x="95" y="1"/>
                      <a:pt x="92" y="0"/>
                    </a:cubicBezTo>
                    <a:cubicBezTo>
                      <a:pt x="91" y="0"/>
                      <a:pt x="91" y="0"/>
                      <a:pt x="91" y="0"/>
                    </a:cubicBezTo>
                    <a:cubicBezTo>
                      <a:pt x="86" y="0"/>
                      <a:pt x="86" y="0"/>
                      <a:pt x="86" y="0"/>
                    </a:cubicBezTo>
                    <a:cubicBezTo>
                      <a:pt x="85" y="0"/>
                      <a:pt x="85" y="0"/>
                      <a:pt x="85" y="0"/>
                    </a:cubicBezTo>
                    <a:cubicBezTo>
                      <a:pt x="82" y="1"/>
                      <a:pt x="80" y="4"/>
                      <a:pt x="80" y="7"/>
                    </a:cubicBezTo>
                    <a:cubicBezTo>
                      <a:pt x="83" y="30"/>
                      <a:pt x="83" y="30"/>
                      <a:pt x="83" y="30"/>
                    </a:cubicBezTo>
                    <a:cubicBezTo>
                      <a:pt x="83" y="30"/>
                      <a:pt x="83" y="30"/>
                      <a:pt x="83" y="30"/>
                    </a:cubicBezTo>
                    <a:cubicBezTo>
                      <a:pt x="83" y="38"/>
                      <a:pt x="86" y="44"/>
                      <a:pt x="86" y="49"/>
                    </a:cubicBezTo>
                    <a:cubicBezTo>
                      <a:pt x="86" y="50"/>
                      <a:pt x="86" y="50"/>
                      <a:pt x="86" y="50"/>
                    </a:cubicBezTo>
                    <a:cubicBezTo>
                      <a:pt x="87" y="62"/>
                      <a:pt x="87" y="62"/>
                      <a:pt x="87" y="62"/>
                    </a:cubicBezTo>
                    <a:cubicBezTo>
                      <a:pt x="87" y="68"/>
                      <a:pt x="52" y="81"/>
                      <a:pt x="46" y="84"/>
                    </a:cubicBezTo>
                    <a:cubicBezTo>
                      <a:pt x="39" y="87"/>
                      <a:pt x="31" y="89"/>
                      <a:pt x="23" y="92"/>
                    </a:cubicBezTo>
                    <a:cubicBezTo>
                      <a:pt x="20" y="94"/>
                      <a:pt x="0" y="96"/>
                      <a:pt x="0" y="99"/>
                    </a:cubicBezTo>
                    <a:cubicBezTo>
                      <a:pt x="0" y="101"/>
                      <a:pt x="9" y="108"/>
                      <a:pt x="11" y="108"/>
                    </a:cubicBezTo>
                    <a:cubicBezTo>
                      <a:pt x="13" y="108"/>
                      <a:pt x="13" y="108"/>
                      <a:pt x="13" y="108"/>
                    </a:cubicBezTo>
                    <a:cubicBezTo>
                      <a:pt x="14" y="108"/>
                      <a:pt x="14" y="108"/>
                      <a:pt x="14" y="108"/>
                    </a:cubicBezTo>
                    <a:cubicBezTo>
                      <a:pt x="20" y="105"/>
                      <a:pt x="24" y="103"/>
                      <a:pt x="30" y="100"/>
                    </a:cubicBezTo>
                    <a:cubicBezTo>
                      <a:pt x="34" y="98"/>
                      <a:pt x="41" y="93"/>
                      <a:pt x="45" y="93"/>
                    </a:cubicBezTo>
                    <a:cubicBezTo>
                      <a:pt x="46" y="93"/>
                      <a:pt x="46" y="93"/>
                      <a:pt x="47" y="92"/>
                    </a:cubicBezTo>
                    <a:cubicBezTo>
                      <a:pt x="49" y="94"/>
                      <a:pt x="52" y="96"/>
                      <a:pt x="51" y="101"/>
                    </a:cubicBezTo>
                    <a:cubicBezTo>
                      <a:pt x="51" y="109"/>
                      <a:pt x="51" y="109"/>
                      <a:pt x="51" y="109"/>
                    </a:cubicBezTo>
                    <a:cubicBezTo>
                      <a:pt x="51" y="110"/>
                      <a:pt x="51" y="110"/>
                      <a:pt x="51" y="110"/>
                    </a:cubicBezTo>
                    <a:cubicBezTo>
                      <a:pt x="50" y="118"/>
                      <a:pt x="50" y="118"/>
                      <a:pt x="50" y="118"/>
                    </a:cubicBezTo>
                    <a:cubicBezTo>
                      <a:pt x="50" y="119"/>
                      <a:pt x="50" y="119"/>
                      <a:pt x="50" y="120"/>
                    </a:cubicBezTo>
                    <a:cubicBezTo>
                      <a:pt x="51" y="123"/>
                      <a:pt x="51" y="123"/>
                      <a:pt x="54" y="125"/>
                    </a:cubicBezTo>
                    <a:cubicBezTo>
                      <a:pt x="56" y="125"/>
                      <a:pt x="56" y="125"/>
                      <a:pt x="56" y="125"/>
                    </a:cubicBezTo>
                    <a:cubicBezTo>
                      <a:pt x="59" y="125"/>
                      <a:pt x="60" y="121"/>
                      <a:pt x="62" y="119"/>
                    </a:cubicBezTo>
                    <a:cubicBezTo>
                      <a:pt x="62" y="118"/>
                      <a:pt x="62" y="118"/>
                      <a:pt x="62" y="118"/>
                    </a:cubicBezTo>
                    <a:cubicBezTo>
                      <a:pt x="62" y="113"/>
                      <a:pt x="62" y="113"/>
                      <a:pt x="62" y="113"/>
                    </a:cubicBezTo>
                    <a:cubicBezTo>
                      <a:pt x="63" y="110"/>
                      <a:pt x="68" y="106"/>
                      <a:pt x="71" y="106"/>
                    </a:cubicBezTo>
                    <a:cubicBezTo>
                      <a:pt x="75" y="106"/>
                      <a:pt x="77" y="109"/>
                      <a:pt x="78" y="111"/>
                    </a:cubicBezTo>
                    <a:cubicBezTo>
                      <a:pt x="78" y="112"/>
                      <a:pt x="78" y="112"/>
                      <a:pt x="78" y="112"/>
                    </a:cubicBezTo>
                    <a:cubicBezTo>
                      <a:pt x="78" y="113"/>
                      <a:pt x="78" y="113"/>
                      <a:pt x="78" y="113"/>
                    </a:cubicBezTo>
                    <a:cubicBezTo>
                      <a:pt x="78" y="115"/>
                      <a:pt x="78" y="115"/>
                      <a:pt x="79" y="116"/>
                    </a:cubicBezTo>
                    <a:cubicBezTo>
                      <a:pt x="78" y="117"/>
                      <a:pt x="78" y="117"/>
                      <a:pt x="78" y="118"/>
                    </a:cubicBezTo>
                    <a:cubicBezTo>
                      <a:pt x="78" y="119"/>
                      <a:pt x="78" y="119"/>
                      <a:pt x="78" y="119"/>
                    </a:cubicBezTo>
                    <a:cubicBezTo>
                      <a:pt x="72" y="130"/>
                      <a:pt x="57" y="140"/>
                      <a:pt x="46" y="147"/>
                    </a:cubicBezTo>
                    <a:cubicBezTo>
                      <a:pt x="44" y="148"/>
                      <a:pt x="40" y="151"/>
                      <a:pt x="37" y="152"/>
                    </a:cubicBezTo>
                    <a:cubicBezTo>
                      <a:pt x="35" y="153"/>
                      <a:pt x="29" y="157"/>
                      <a:pt x="28" y="158"/>
                    </a:cubicBezTo>
                    <a:cubicBezTo>
                      <a:pt x="25" y="161"/>
                      <a:pt x="12" y="165"/>
                      <a:pt x="6" y="165"/>
                    </a:cubicBezTo>
                    <a:cubicBezTo>
                      <a:pt x="4" y="165"/>
                      <a:pt x="2" y="168"/>
                      <a:pt x="1" y="170"/>
                    </a:cubicBezTo>
                    <a:cubicBezTo>
                      <a:pt x="4" y="171"/>
                      <a:pt x="4" y="173"/>
                      <a:pt x="7" y="175"/>
                    </a:cubicBezTo>
                    <a:cubicBezTo>
                      <a:pt x="10" y="176"/>
                      <a:pt x="12" y="176"/>
                      <a:pt x="14" y="178"/>
                    </a:cubicBezTo>
                    <a:cubicBezTo>
                      <a:pt x="18" y="179"/>
                      <a:pt x="18" y="179"/>
                      <a:pt x="18" y="179"/>
                    </a:cubicBezTo>
                    <a:cubicBezTo>
                      <a:pt x="20" y="179"/>
                      <a:pt x="18" y="179"/>
                      <a:pt x="20" y="179"/>
                    </a:cubicBezTo>
                    <a:cubicBezTo>
                      <a:pt x="21" y="179"/>
                      <a:pt x="21" y="179"/>
                      <a:pt x="21" y="179"/>
                    </a:cubicBezTo>
                    <a:cubicBezTo>
                      <a:pt x="22" y="179"/>
                      <a:pt x="22" y="179"/>
                      <a:pt x="22" y="179"/>
                    </a:cubicBezTo>
                    <a:cubicBezTo>
                      <a:pt x="26" y="177"/>
                      <a:pt x="30" y="175"/>
                      <a:pt x="33" y="173"/>
                    </a:cubicBezTo>
                    <a:cubicBezTo>
                      <a:pt x="35" y="171"/>
                      <a:pt x="36" y="170"/>
                      <a:pt x="38" y="169"/>
                    </a:cubicBezTo>
                    <a:cubicBezTo>
                      <a:pt x="39" y="168"/>
                      <a:pt x="43" y="166"/>
                      <a:pt x="43" y="166"/>
                    </a:cubicBezTo>
                    <a:cubicBezTo>
                      <a:pt x="49" y="160"/>
                      <a:pt x="55" y="156"/>
                      <a:pt x="61" y="150"/>
                    </a:cubicBezTo>
                    <a:cubicBezTo>
                      <a:pt x="64" y="148"/>
                      <a:pt x="67" y="145"/>
                      <a:pt x="70" y="143"/>
                    </a:cubicBezTo>
                    <a:cubicBezTo>
                      <a:pt x="73" y="140"/>
                      <a:pt x="76" y="137"/>
                      <a:pt x="79" y="135"/>
                    </a:cubicBezTo>
                    <a:cubicBezTo>
                      <a:pt x="82" y="132"/>
                      <a:pt x="85" y="130"/>
                      <a:pt x="87" y="127"/>
                    </a:cubicBezTo>
                    <a:cubicBezTo>
                      <a:pt x="90" y="124"/>
                      <a:pt x="91" y="119"/>
                      <a:pt x="96" y="119"/>
                    </a:cubicBezTo>
                    <a:cubicBezTo>
                      <a:pt x="98" y="119"/>
                      <a:pt x="100" y="126"/>
                      <a:pt x="100" y="128"/>
                    </a:cubicBezTo>
                    <a:cubicBezTo>
                      <a:pt x="100" y="132"/>
                      <a:pt x="105" y="145"/>
                      <a:pt x="106" y="149"/>
                    </a:cubicBezTo>
                    <a:cubicBezTo>
                      <a:pt x="108" y="155"/>
                      <a:pt x="111" y="165"/>
                      <a:pt x="118" y="165"/>
                    </a:cubicBezTo>
                    <a:cubicBezTo>
                      <a:pt x="119" y="163"/>
                      <a:pt x="125" y="161"/>
                      <a:pt x="125" y="152"/>
                    </a:cubicBezTo>
                    <a:cubicBezTo>
                      <a:pt x="125" y="143"/>
                      <a:pt x="120" y="120"/>
                      <a:pt x="117" y="116"/>
                    </a:cubicBezTo>
                    <a:cubicBezTo>
                      <a:pt x="117" y="118"/>
                      <a:pt x="116" y="118"/>
                      <a:pt x="116" y="120"/>
                    </a:cubicBezTo>
                    <a:cubicBezTo>
                      <a:pt x="116" y="123"/>
                      <a:pt x="115" y="121"/>
                      <a:pt x="115" y="124"/>
                    </a:cubicBezTo>
                    <a:cubicBezTo>
                      <a:pt x="115" y="125"/>
                      <a:pt x="115" y="125"/>
                      <a:pt x="115" y="125"/>
                    </a:cubicBezTo>
                    <a:cubicBezTo>
                      <a:pt x="115" y="126"/>
                      <a:pt x="114" y="129"/>
                      <a:pt x="112" y="129"/>
                    </a:cubicBezTo>
                    <a:cubicBezTo>
                      <a:pt x="109" y="129"/>
                      <a:pt x="109" y="129"/>
                      <a:pt x="109" y="129"/>
                    </a:cubicBezTo>
                    <a:cubicBezTo>
                      <a:pt x="105" y="129"/>
                      <a:pt x="102" y="110"/>
                      <a:pt x="100" y="105"/>
                    </a:cubicBezTo>
                    <a:cubicBezTo>
                      <a:pt x="98" y="101"/>
                      <a:pt x="98" y="97"/>
                      <a:pt x="97" y="92"/>
                    </a:cubicBezTo>
                    <a:cubicBezTo>
                      <a:pt x="96" y="87"/>
                      <a:pt x="94" y="86"/>
                      <a:pt x="94" y="79"/>
                    </a:cubicBezTo>
                    <a:cubicBezTo>
                      <a:pt x="94" y="76"/>
                      <a:pt x="94" y="76"/>
                      <a:pt x="94" y="76"/>
                    </a:cubicBezTo>
                    <a:cubicBezTo>
                      <a:pt x="94" y="65"/>
                      <a:pt x="110" y="67"/>
                      <a:pt x="110" y="61"/>
                    </a:cubicBezTo>
                    <a:cubicBezTo>
                      <a:pt x="110" y="60"/>
                      <a:pt x="110" y="60"/>
                      <a:pt x="110" y="60"/>
                    </a:cubicBezTo>
                    <a:cubicBezTo>
                      <a:pt x="110" y="58"/>
                      <a:pt x="109" y="57"/>
                      <a:pt x="108" y="57"/>
                    </a:cubicBezTo>
                    <a:cubicBezTo>
                      <a:pt x="105" y="57"/>
                      <a:pt x="105" y="57"/>
                      <a:pt x="105" y="57"/>
                    </a:cubicBezTo>
                    <a:cubicBezTo>
                      <a:pt x="104" y="57"/>
                      <a:pt x="104" y="57"/>
                      <a:pt x="104" y="57"/>
                    </a:cubicBezTo>
                    <a:cubicBezTo>
                      <a:pt x="103" y="58"/>
                      <a:pt x="102" y="59"/>
                      <a:pt x="101" y="59"/>
                    </a:cubicBezTo>
                    <a:cubicBezTo>
                      <a:pt x="99" y="60"/>
                      <a:pt x="99" y="59"/>
                      <a:pt x="97" y="60"/>
                    </a:cubicBezTo>
                    <a:cubicBezTo>
                      <a:pt x="95" y="59"/>
                      <a:pt x="91" y="56"/>
                      <a:pt x="91" y="54"/>
                    </a:cubicBezTo>
                    <a:cubicBezTo>
                      <a:pt x="91" y="41"/>
                      <a:pt x="91" y="41"/>
                      <a:pt x="91" y="41"/>
                    </a:cubicBezTo>
                    <a:lnTo>
                      <a:pt x="91" y="29"/>
                    </a:lnTo>
                    <a:close/>
                  </a:path>
                </a:pathLst>
              </a:custGeom>
              <a:solidFill>
                <a:srgbClr val="E6001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1" name="íšlïďè"/>
              <p:cNvSpPr/>
              <p:nvPr/>
            </p:nvSpPr>
            <p:spPr bwMode="auto">
              <a:xfrm>
                <a:off x="5478463" y="3581400"/>
                <a:ext cx="46038" cy="76200"/>
              </a:xfrm>
              <a:custGeom>
                <a:avLst/>
                <a:gdLst>
                  <a:gd name="T0" fmla="*/ 14 w 14"/>
                  <a:gd name="T1" fmla="*/ 15 h 23"/>
                  <a:gd name="T2" fmla="*/ 10 w 14"/>
                  <a:gd name="T3" fmla="*/ 6 h 23"/>
                  <a:gd name="T4" fmla="*/ 3 w 14"/>
                  <a:gd name="T5" fmla="*/ 0 h 23"/>
                  <a:gd name="T6" fmla="*/ 0 w 14"/>
                  <a:gd name="T7" fmla="*/ 3 h 23"/>
                  <a:gd name="T8" fmla="*/ 5 w 14"/>
                  <a:gd name="T9" fmla="*/ 11 h 23"/>
                  <a:gd name="T10" fmla="*/ 5 w 14"/>
                  <a:gd name="T11" fmla="*/ 12 h 23"/>
                  <a:gd name="T12" fmla="*/ 5 w 14"/>
                  <a:gd name="T13" fmla="*/ 14 h 23"/>
                  <a:gd name="T14" fmla="*/ 5 w 14"/>
                  <a:gd name="T15" fmla="*/ 15 h 23"/>
                  <a:gd name="T16" fmla="*/ 2 w 14"/>
                  <a:gd name="T17" fmla="*/ 19 h 23"/>
                  <a:gd name="T18" fmla="*/ 2 w 14"/>
                  <a:gd name="T19" fmla="*/ 22 h 23"/>
                  <a:gd name="T20" fmla="*/ 5 w 14"/>
                  <a:gd name="T21" fmla="*/ 23 h 23"/>
                  <a:gd name="T22" fmla="*/ 6 w 14"/>
                  <a:gd name="T23" fmla="*/ 23 h 23"/>
                  <a:gd name="T24" fmla="*/ 11 w 14"/>
                  <a:gd name="T25" fmla="*/ 20 h 23"/>
                  <a:gd name="T26" fmla="*/ 14 w 14"/>
                  <a:gd name="T27" fmla="*/ 15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" h="23">
                    <a:moveTo>
                      <a:pt x="14" y="15"/>
                    </a:moveTo>
                    <a:cubicBezTo>
                      <a:pt x="14" y="11"/>
                      <a:pt x="12" y="9"/>
                      <a:pt x="10" y="6"/>
                    </a:cubicBezTo>
                    <a:cubicBezTo>
                      <a:pt x="8" y="5"/>
                      <a:pt x="3" y="1"/>
                      <a:pt x="3" y="0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2" y="19"/>
                      <a:pt x="2" y="19"/>
                      <a:pt x="2" y="19"/>
                    </a:cubicBezTo>
                    <a:cubicBezTo>
                      <a:pt x="2" y="22"/>
                      <a:pt x="2" y="22"/>
                      <a:pt x="2" y="22"/>
                    </a:cubicBezTo>
                    <a:cubicBezTo>
                      <a:pt x="5" y="23"/>
                      <a:pt x="5" y="23"/>
                      <a:pt x="5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7" y="23"/>
                      <a:pt x="11" y="21"/>
                      <a:pt x="11" y="20"/>
                    </a:cubicBezTo>
                    <a:cubicBezTo>
                      <a:pt x="13" y="19"/>
                      <a:pt x="13" y="17"/>
                      <a:pt x="14" y="15"/>
                    </a:cubicBezTo>
                    <a:close/>
                  </a:path>
                </a:pathLst>
              </a:custGeom>
              <a:solidFill>
                <a:srgbClr val="E6001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2" name="işḷîḑe"/>
              <p:cNvSpPr/>
              <p:nvPr/>
            </p:nvSpPr>
            <p:spPr bwMode="auto">
              <a:xfrm>
                <a:off x="6310313" y="3136900"/>
                <a:ext cx="406400" cy="554038"/>
              </a:xfrm>
              <a:custGeom>
                <a:avLst/>
                <a:gdLst>
                  <a:gd name="T0" fmla="*/ 101 w 123"/>
                  <a:gd name="T1" fmla="*/ 9 h 166"/>
                  <a:gd name="T2" fmla="*/ 96 w 123"/>
                  <a:gd name="T3" fmla="*/ 0 h 166"/>
                  <a:gd name="T4" fmla="*/ 76 w 123"/>
                  <a:gd name="T5" fmla="*/ 23 h 166"/>
                  <a:gd name="T6" fmla="*/ 66 w 123"/>
                  <a:gd name="T7" fmla="*/ 20 h 166"/>
                  <a:gd name="T8" fmla="*/ 69 w 123"/>
                  <a:gd name="T9" fmla="*/ 29 h 166"/>
                  <a:gd name="T10" fmla="*/ 64 w 123"/>
                  <a:gd name="T11" fmla="*/ 38 h 166"/>
                  <a:gd name="T12" fmla="*/ 71 w 123"/>
                  <a:gd name="T13" fmla="*/ 37 h 166"/>
                  <a:gd name="T14" fmla="*/ 78 w 123"/>
                  <a:gd name="T15" fmla="*/ 38 h 166"/>
                  <a:gd name="T16" fmla="*/ 104 w 123"/>
                  <a:gd name="T17" fmla="*/ 37 h 166"/>
                  <a:gd name="T18" fmla="*/ 97 w 123"/>
                  <a:gd name="T19" fmla="*/ 43 h 166"/>
                  <a:gd name="T20" fmla="*/ 85 w 123"/>
                  <a:gd name="T21" fmla="*/ 56 h 166"/>
                  <a:gd name="T22" fmla="*/ 78 w 123"/>
                  <a:gd name="T23" fmla="*/ 67 h 166"/>
                  <a:gd name="T24" fmla="*/ 72 w 123"/>
                  <a:gd name="T25" fmla="*/ 62 h 166"/>
                  <a:gd name="T26" fmla="*/ 72 w 123"/>
                  <a:gd name="T27" fmla="*/ 48 h 166"/>
                  <a:gd name="T28" fmla="*/ 63 w 123"/>
                  <a:gd name="T29" fmla="*/ 57 h 166"/>
                  <a:gd name="T30" fmla="*/ 56 w 123"/>
                  <a:gd name="T31" fmla="*/ 57 h 166"/>
                  <a:gd name="T32" fmla="*/ 61 w 123"/>
                  <a:gd name="T33" fmla="*/ 66 h 166"/>
                  <a:gd name="T34" fmla="*/ 59 w 123"/>
                  <a:gd name="T35" fmla="*/ 70 h 166"/>
                  <a:gd name="T36" fmla="*/ 68 w 123"/>
                  <a:gd name="T37" fmla="*/ 74 h 166"/>
                  <a:gd name="T38" fmla="*/ 68 w 123"/>
                  <a:gd name="T39" fmla="*/ 78 h 166"/>
                  <a:gd name="T40" fmla="*/ 40 w 123"/>
                  <a:gd name="T41" fmla="*/ 92 h 166"/>
                  <a:gd name="T42" fmla="*/ 24 w 123"/>
                  <a:gd name="T43" fmla="*/ 99 h 166"/>
                  <a:gd name="T44" fmla="*/ 3 w 123"/>
                  <a:gd name="T45" fmla="*/ 105 h 166"/>
                  <a:gd name="T46" fmla="*/ 2 w 123"/>
                  <a:gd name="T47" fmla="*/ 112 h 166"/>
                  <a:gd name="T48" fmla="*/ 14 w 123"/>
                  <a:gd name="T49" fmla="*/ 120 h 166"/>
                  <a:gd name="T50" fmla="*/ 32 w 123"/>
                  <a:gd name="T51" fmla="*/ 108 h 166"/>
                  <a:gd name="T52" fmla="*/ 55 w 123"/>
                  <a:gd name="T53" fmla="*/ 93 h 166"/>
                  <a:gd name="T54" fmla="*/ 63 w 123"/>
                  <a:gd name="T55" fmla="*/ 89 h 166"/>
                  <a:gd name="T56" fmla="*/ 82 w 123"/>
                  <a:gd name="T57" fmla="*/ 83 h 166"/>
                  <a:gd name="T58" fmla="*/ 82 w 123"/>
                  <a:gd name="T59" fmla="*/ 86 h 166"/>
                  <a:gd name="T60" fmla="*/ 74 w 123"/>
                  <a:gd name="T61" fmla="*/ 97 h 166"/>
                  <a:gd name="T62" fmla="*/ 61 w 123"/>
                  <a:gd name="T63" fmla="*/ 107 h 166"/>
                  <a:gd name="T64" fmla="*/ 64 w 123"/>
                  <a:gd name="T65" fmla="*/ 118 h 166"/>
                  <a:gd name="T66" fmla="*/ 55 w 123"/>
                  <a:gd name="T67" fmla="*/ 126 h 166"/>
                  <a:gd name="T68" fmla="*/ 40 w 123"/>
                  <a:gd name="T69" fmla="*/ 129 h 166"/>
                  <a:gd name="T70" fmla="*/ 30 w 123"/>
                  <a:gd name="T71" fmla="*/ 130 h 166"/>
                  <a:gd name="T72" fmla="*/ 35 w 123"/>
                  <a:gd name="T73" fmla="*/ 141 h 166"/>
                  <a:gd name="T74" fmla="*/ 38 w 123"/>
                  <a:gd name="T75" fmla="*/ 141 h 166"/>
                  <a:gd name="T76" fmla="*/ 56 w 123"/>
                  <a:gd name="T77" fmla="*/ 133 h 166"/>
                  <a:gd name="T78" fmla="*/ 63 w 123"/>
                  <a:gd name="T79" fmla="*/ 141 h 166"/>
                  <a:gd name="T80" fmla="*/ 56 w 123"/>
                  <a:gd name="T81" fmla="*/ 154 h 166"/>
                  <a:gd name="T82" fmla="*/ 53 w 123"/>
                  <a:gd name="T83" fmla="*/ 154 h 166"/>
                  <a:gd name="T84" fmla="*/ 49 w 123"/>
                  <a:gd name="T85" fmla="*/ 154 h 166"/>
                  <a:gd name="T86" fmla="*/ 46 w 123"/>
                  <a:gd name="T87" fmla="*/ 156 h 166"/>
                  <a:gd name="T88" fmla="*/ 56 w 123"/>
                  <a:gd name="T89" fmla="*/ 166 h 166"/>
                  <a:gd name="T90" fmla="*/ 71 w 123"/>
                  <a:gd name="T91" fmla="*/ 160 h 166"/>
                  <a:gd name="T92" fmla="*/ 75 w 123"/>
                  <a:gd name="T93" fmla="*/ 146 h 166"/>
                  <a:gd name="T94" fmla="*/ 80 w 123"/>
                  <a:gd name="T95" fmla="*/ 124 h 166"/>
                  <a:gd name="T96" fmla="*/ 94 w 123"/>
                  <a:gd name="T97" fmla="*/ 120 h 166"/>
                  <a:gd name="T98" fmla="*/ 81 w 123"/>
                  <a:gd name="T99" fmla="*/ 117 h 166"/>
                  <a:gd name="T100" fmla="*/ 72 w 123"/>
                  <a:gd name="T101" fmla="*/ 107 h 166"/>
                  <a:gd name="T102" fmla="*/ 78 w 123"/>
                  <a:gd name="T103" fmla="*/ 96 h 166"/>
                  <a:gd name="T104" fmla="*/ 92 w 123"/>
                  <a:gd name="T105" fmla="*/ 89 h 166"/>
                  <a:gd name="T106" fmla="*/ 102 w 123"/>
                  <a:gd name="T107" fmla="*/ 78 h 166"/>
                  <a:gd name="T108" fmla="*/ 95 w 123"/>
                  <a:gd name="T109" fmla="*/ 61 h 166"/>
                  <a:gd name="T110" fmla="*/ 109 w 123"/>
                  <a:gd name="T111" fmla="*/ 48 h 166"/>
                  <a:gd name="T112" fmla="*/ 116 w 123"/>
                  <a:gd name="T113" fmla="*/ 42 h 166"/>
                  <a:gd name="T114" fmla="*/ 121 w 123"/>
                  <a:gd name="T115" fmla="*/ 32 h 166"/>
                  <a:gd name="T116" fmla="*/ 116 w 123"/>
                  <a:gd name="T117" fmla="*/ 17 h 166"/>
                  <a:gd name="T118" fmla="*/ 104 w 123"/>
                  <a:gd name="T119" fmla="*/ 20 h 166"/>
                  <a:gd name="T120" fmla="*/ 93 w 123"/>
                  <a:gd name="T121" fmla="*/ 21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23" h="166">
                    <a:moveTo>
                      <a:pt x="93" y="21"/>
                    </a:moveTo>
                    <a:cubicBezTo>
                      <a:pt x="94" y="14"/>
                      <a:pt x="98" y="14"/>
                      <a:pt x="101" y="9"/>
                    </a:cubicBezTo>
                    <a:cubicBezTo>
                      <a:pt x="101" y="8"/>
                      <a:pt x="101" y="8"/>
                      <a:pt x="101" y="8"/>
                    </a:cubicBezTo>
                    <a:cubicBezTo>
                      <a:pt x="101" y="5"/>
                      <a:pt x="97" y="1"/>
                      <a:pt x="96" y="0"/>
                    </a:cubicBezTo>
                    <a:cubicBezTo>
                      <a:pt x="89" y="3"/>
                      <a:pt x="91" y="6"/>
                      <a:pt x="88" y="13"/>
                    </a:cubicBezTo>
                    <a:cubicBezTo>
                      <a:pt x="85" y="17"/>
                      <a:pt x="82" y="23"/>
                      <a:pt x="76" y="23"/>
                    </a:cubicBezTo>
                    <a:cubicBezTo>
                      <a:pt x="75" y="23"/>
                      <a:pt x="70" y="18"/>
                      <a:pt x="67" y="17"/>
                    </a:cubicBezTo>
                    <a:cubicBezTo>
                      <a:pt x="66" y="20"/>
                      <a:pt x="66" y="20"/>
                      <a:pt x="66" y="20"/>
                    </a:cubicBezTo>
                    <a:cubicBezTo>
                      <a:pt x="67" y="23"/>
                      <a:pt x="69" y="24"/>
                      <a:pt x="69" y="28"/>
                    </a:cubicBezTo>
                    <a:cubicBezTo>
                      <a:pt x="69" y="29"/>
                      <a:pt x="69" y="29"/>
                      <a:pt x="69" y="29"/>
                    </a:cubicBezTo>
                    <a:cubicBezTo>
                      <a:pt x="69" y="29"/>
                      <a:pt x="63" y="36"/>
                      <a:pt x="62" y="37"/>
                    </a:cubicBezTo>
                    <a:cubicBezTo>
                      <a:pt x="63" y="38"/>
                      <a:pt x="61" y="38"/>
                      <a:pt x="64" y="38"/>
                    </a:cubicBezTo>
                    <a:cubicBezTo>
                      <a:pt x="64" y="38"/>
                      <a:pt x="64" y="38"/>
                      <a:pt x="64" y="38"/>
                    </a:cubicBezTo>
                    <a:cubicBezTo>
                      <a:pt x="71" y="37"/>
                      <a:pt x="71" y="37"/>
                      <a:pt x="71" y="37"/>
                    </a:cubicBezTo>
                    <a:cubicBezTo>
                      <a:pt x="74" y="37"/>
                      <a:pt x="74" y="38"/>
                      <a:pt x="78" y="38"/>
                    </a:cubicBezTo>
                    <a:cubicBezTo>
                      <a:pt x="78" y="38"/>
                      <a:pt x="78" y="38"/>
                      <a:pt x="78" y="38"/>
                    </a:cubicBezTo>
                    <a:cubicBezTo>
                      <a:pt x="79" y="38"/>
                      <a:pt x="84" y="33"/>
                      <a:pt x="91" y="32"/>
                    </a:cubicBezTo>
                    <a:cubicBezTo>
                      <a:pt x="96" y="31"/>
                      <a:pt x="104" y="30"/>
                      <a:pt x="104" y="37"/>
                    </a:cubicBezTo>
                    <a:cubicBezTo>
                      <a:pt x="104" y="39"/>
                      <a:pt x="102" y="41"/>
                      <a:pt x="101" y="43"/>
                    </a:cubicBezTo>
                    <a:cubicBezTo>
                      <a:pt x="98" y="43"/>
                      <a:pt x="99" y="43"/>
                      <a:pt x="97" y="43"/>
                    </a:cubicBezTo>
                    <a:cubicBezTo>
                      <a:pt x="96" y="43"/>
                      <a:pt x="93" y="42"/>
                      <a:pt x="92" y="41"/>
                    </a:cubicBezTo>
                    <a:cubicBezTo>
                      <a:pt x="85" y="46"/>
                      <a:pt x="88" y="49"/>
                      <a:pt x="85" y="56"/>
                    </a:cubicBezTo>
                    <a:cubicBezTo>
                      <a:pt x="84" y="57"/>
                      <a:pt x="81" y="64"/>
                      <a:pt x="81" y="64"/>
                    </a:cubicBezTo>
                    <a:cubicBezTo>
                      <a:pt x="80" y="66"/>
                      <a:pt x="80" y="64"/>
                      <a:pt x="78" y="67"/>
                    </a:cubicBezTo>
                    <a:cubicBezTo>
                      <a:pt x="77" y="70"/>
                      <a:pt x="78" y="68"/>
                      <a:pt x="76" y="70"/>
                    </a:cubicBezTo>
                    <a:cubicBezTo>
                      <a:pt x="74" y="67"/>
                      <a:pt x="72" y="66"/>
                      <a:pt x="72" y="62"/>
                    </a:cubicBezTo>
                    <a:cubicBezTo>
                      <a:pt x="72" y="61"/>
                      <a:pt x="75" y="55"/>
                      <a:pt x="76" y="54"/>
                    </a:cubicBezTo>
                    <a:cubicBezTo>
                      <a:pt x="75" y="51"/>
                      <a:pt x="75" y="48"/>
                      <a:pt x="72" y="48"/>
                    </a:cubicBezTo>
                    <a:cubicBezTo>
                      <a:pt x="71" y="48"/>
                      <a:pt x="70" y="49"/>
                      <a:pt x="70" y="49"/>
                    </a:cubicBezTo>
                    <a:cubicBezTo>
                      <a:pt x="70" y="55"/>
                      <a:pt x="67" y="55"/>
                      <a:pt x="63" y="57"/>
                    </a:cubicBezTo>
                    <a:cubicBezTo>
                      <a:pt x="62" y="56"/>
                      <a:pt x="60" y="55"/>
                      <a:pt x="59" y="55"/>
                    </a:cubicBezTo>
                    <a:cubicBezTo>
                      <a:pt x="58" y="55"/>
                      <a:pt x="56" y="57"/>
                      <a:pt x="56" y="57"/>
                    </a:cubicBezTo>
                    <a:cubicBezTo>
                      <a:pt x="58" y="60"/>
                      <a:pt x="59" y="60"/>
                      <a:pt x="61" y="64"/>
                    </a:cubicBezTo>
                    <a:cubicBezTo>
                      <a:pt x="61" y="66"/>
                      <a:pt x="61" y="66"/>
                      <a:pt x="61" y="66"/>
                    </a:cubicBezTo>
                    <a:cubicBezTo>
                      <a:pt x="61" y="67"/>
                      <a:pt x="61" y="67"/>
                      <a:pt x="61" y="67"/>
                    </a:cubicBezTo>
                    <a:cubicBezTo>
                      <a:pt x="59" y="70"/>
                      <a:pt x="59" y="70"/>
                      <a:pt x="59" y="70"/>
                    </a:cubicBezTo>
                    <a:cubicBezTo>
                      <a:pt x="60" y="71"/>
                      <a:pt x="58" y="71"/>
                      <a:pt x="61" y="71"/>
                    </a:cubicBezTo>
                    <a:cubicBezTo>
                      <a:pt x="64" y="71"/>
                      <a:pt x="66" y="72"/>
                      <a:pt x="68" y="74"/>
                    </a:cubicBezTo>
                    <a:cubicBezTo>
                      <a:pt x="68" y="75"/>
                      <a:pt x="68" y="75"/>
                      <a:pt x="68" y="75"/>
                    </a:cubicBezTo>
                    <a:cubicBezTo>
                      <a:pt x="68" y="78"/>
                      <a:pt x="68" y="78"/>
                      <a:pt x="68" y="78"/>
                    </a:cubicBezTo>
                    <a:cubicBezTo>
                      <a:pt x="68" y="82"/>
                      <a:pt x="58" y="85"/>
                      <a:pt x="55" y="86"/>
                    </a:cubicBezTo>
                    <a:cubicBezTo>
                      <a:pt x="50" y="88"/>
                      <a:pt x="44" y="91"/>
                      <a:pt x="40" y="92"/>
                    </a:cubicBezTo>
                    <a:cubicBezTo>
                      <a:pt x="36" y="94"/>
                      <a:pt x="35" y="94"/>
                      <a:pt x="32" y="96"/>
                    </a:cubicBezTo>
                    <a:cubicBezTo>
                      <a:pt x="29" y="97"/>
                      <a:pt x="27" y="97"/>
                      <a:pt x="24" y="99"/>
                    </a:cubicBezTo>
                    <a:cubicBezTo>
                      <a:pt x="20" y="101"/>
                      <a:pt x="13" y="104"/>
                      <a:pt x="9" y="104"/>
                    </a:cubicBezTo>
                    <a:cubicBezTo>
                      <a:pt x="3" y="105"/>
                      <a:pt x="3" y="105"/>
                      <a:pt x="3" y="105"/>
                    </a:cubicBezTo>
                    <a:cubicBezTo>
                      <a:pt x="1" y="105"/>
                      <a:pt x="1" y="106"/>
                      <a:pt x="0" y="107"/>
                    </a:cubicBezTo>
                    <a:cubicBezTo>
                      <a:pt x="0" y="108"/>
                      <a:pt x="0" y="111"/>
                      <a:pt x="2" y="112"/>
                    </a:cubicBezTo>
                    <a:cubicBezTo>
                      <a:pt x="4" y="114"/>
                      <a:pt x="3" y="114"/>
                      <a:pt x="5" y="115"/>
                    </a:cubicBezTo>
                    <a:cubicBezTo>
                      <a:pt x="6" y="116"/>
                      <a:pt x="12" y="119"/>
                      <a:pt x="14" y="120"/>
                    </a:cubicBezTo>
                    <a:cubicBezTo>
                      <a:pt x="15" y="119"/>
                      <a:pt x="15" y="119"/>
                      <a:pt x="17" y="119"/>
                    </a:cubicBezTo>
                    <a:cubicBezTo>
                      <a:pt x="20" y="119"/>
                      <a:pt x="30" y="110"/>
                      <a:pt x="32" y="108"/>
                    </a:cubicBezTo>
                    <a:cubicBezTo>
                      <a:pt x="36" y="104"/>
                      <a:pt x="42" y="101"/>
                      <a:pt x="47" y="98"/>
                    </a:cubicBezTo>
                    <a:cubicBezTo>
                      <a:pt x="50" y="96"/>
                      <a:pt x="52" y="95"/>
                      <a:pt x="55" y="93"/>
                    </a:cubicBezTo>
                    <a:cubicBezTo>
                      <a:pt x="57" y="92"/>
                      <a:pt x="58" y="92"/>
                      <a:pt x="59" y="91"/>
                    </a:cubicBezTo>
                    <a:cubicBezTo>
                      <a:pt x="61" y="90"/>
                      <a:pt x="61" y="90"/>
                      <a:pt x="63" y="89"/>
                    </a:cubicBezTo>
                    <a:cubicBezTo>
                      <a:pt x="68" y="87"/>
                      <a:pt x="74" y="80"/>
                      <a:pt x="79" y="80"/>
                    </a:cubicBezTo>
                    <a:cubicBezTo>
                      <a:pt x="81" y="80"/>
                      <a:pt x="82" y="82"/>
                      <a:pt x="82" y="83"/>
                    </a:cubicBezTo>
                    <a:cubicBezTo>
                      <a:pt x="82" y="85"/>
                      <a:pt x="82" y="85"/>
                      <a:pt x="82" y="85"/>
                    </a:cubicBezTo>
                    <a:cubicBezTo>
                      <a:pt x="82" y="86"/>
                      <a:pt x="82" y="86"/>
                      <a:pt x="82" y="86"/>
                    </a:cubicBezTo>
                    <a:cubicBezTo>
                      <a:pt x="80" y="90"/>
                      <a:pt x="79" y="89"/>
                      <a:pt x="78" y="93"/>
                    </a:cubicBezTo>
                    <a:cubicBezTo>
                      <a:pt x="75" y="94"/>
                      <a:pt x="75" y="94"/>
                      <a:pt x="74" y="97"/>
                    </a:cubicBezTo>
                    <a:cubicBezTo>
                      <a:pt x="69" y="98"/>
                      <a:pt x="71" y="99"/>
                      <a:pt x="67" y="101"/>
                    </a:cubicBezTo>
                    <a:cubicBezTo>
                      <a:pt x="63" y="103"/>
                      <a:pt x="63" y="103"/>
                      <a:pt x="61" y="107"/>
                    </a:cubicBezTo>
                    <a:cubicBezTo>
                      <a:pt x="61" y="110"/>
                      <a:pt x="64" y="114"/>
                      <a:pt x="64" y="117"/>
                    </a:cubicBezTo>
                    <a:cubicBezTo>
                      <a:pt x="64" y="118"/>
                      <a:pt x="64" y="118"/>
                      <a:pt x="64" y="118"/>
                    </a:cubicBezTo>
                    <a:cubicBezTo>
                      <a:pt x="64" y="119"/>
                      <a:pt x="64" y="119"/>
                      <a:pt x="64" y="119"/>
                    </a:cubicBezTo>
                    <a:cubicBezTo>
                      <a:pt x="61" y="123"/>
                      <a:pt x="60" y="125"/>
                      <a:pt x="55" y="126"/>
                    </a:cubicBezTo>
                    <a:cubicBezTo>
                      <a:pt x="51" y="127"/>
                      <a:pt x="43" y="129"/>
                      <a:pt x="41" y="129"/>
                    </a:cubicBezTo>
                    <a:cubicBezTo>
                      <a:pt x="40" y="129"/>
                      <a:pt x="40" y="129"/>
                      <a:pt x="40" y="129"/>
                    </a:cubicBezTo>
                    <a:cubicBezTo>
                      <a:pt x="32" y="130"/>
                      <a:pt x="32" y="130"/>
                      <a:pt x="32" y="130"/>
                    </a:cubicBezTo>
                    <a:cubicBezTo>
                      <a:pt x="30" y="130"/>
                      <a:pt x="30" y="130"/>
                      <a:pt x="30" y="130"/>
                    </a:cubicBezTo>
                    <a:cubicBezTo>
                      <a:pt x="27" y="132"/>
                      <a:pt x="27" y="132"/>
                      <a:pt x="27" y="132"/>
                    </a:cubicBezTo>
                    <a:cubicBezTo>
                      <a:pt x="30" y="136"/>
                      <a:pt x="30" y="138"/>
                      <a:pt x="35" y="141"/>
                    </a:cubicBezTo>
                    <a:cubicBezTo>
                      <a:pt x="36" y="141"/>
                      <a:pt x="36" y="141"/>
                      <a:pt x="36" y="141"/>
                    </a:cubicBezTo>
                    <a:cubicBezTo>
                      <a:pt x="38" y="141"/>
                      <a:pt x="38" y="141"/>
                      <a:pt x="38" y="141"/>
                    </a:cubicBezTo>
                    <a:cubicBezTo>
                      <a:pt x="39" y="141"/>
                      <a:pt x="39" y="141"/>
                      <a:pt x="39" y="141"/>
                    </a:cubicBezTo>
                    <a:cubicBezTo>
                      <a:pt x="43" y="138"/>
                      <a:pt x="51" y="133"/>
                      <a:pt x="56" y="133"/>
                    </a:cubicBezTo>
                    <a:cubicBezTo>
                      <a:pt x="58" y="133"/>
                      <a:pt x="58" y="133"/>
                      <a:pt x="58" y="133"/>
                    </a:cubicBezTo>
                    <a:cubicBezTo>
                      <a:pt x="62" y="133"/>
                      <a:pt x="63" y="137"/>
                      <a:pt x="63" y="141"/>
                    </a:cubicBezTo>
                    <a:cubicBezTo>
                      <a:pt x="63" y="143"/>
                      <a:pt x="63" y="143"/>
                      <a:pt x="63" y="143"/>
                    </a:cubicBezTo>
                    <a:cubicBezTo>
                      <a:pt x="63" y="150"/>
                      <a:pt x="60" y="152"/>
                      <a:pt x="56" y="154"/>
                    </a:cubicBezTo>
                    <a:cubicBezTo>
                      <a:pt x="55" y="154"/>
                      <a:pt x="55" y="154"/>
                      <a:pt x="55" y="154"/>
                    </a:cubicBezTo>
                    <a:cubicBezTo>
                      <a:pt x="53" y="154"/>
                      <a:pt x="53" y="154"/>
                      <a:pt x="53" y="154"/>
                    </a:cubicBezTo>
                    <a:cubicBezTo>
                      <a:pt x="52" y="154"/>
                      <a:pt x="52" y="154"/>
                      <a:pt x="51" y="153"/>
                    </a:cubicBezTo>
                    <a:cubicBezTo>
                      <a:pt x="50" y="154"/>
                      <a:pt x="50" y="154"/>
                      <a:pt x="49" y="154"/>
                    </a:cubicBezTo>
                    <a:cubicBezTo>
                      <a:pt x="47" y="154"/>
                      <a:pt x="47" y="154"/>
                      <a:pt x="47" y="154"/>
                    </a:cubicBezTo>
                    <a:cubicBezTo>
                      <a:pt x="47" y="155"/>
                      <a:pt x="46" y="155"/>
                      <a:pt x="46" y="156"/>
                    </a:cubicBezTo>
                    <a:cubicBezTo>
                      <a:pt x="46" y="158"/>
                      <a:pt x="53" y="165"/>
                      <a:pt x="55" y="166"/>
                    </a:cubicBezTo>
                    <a:cubicBezTo>
                      <a:pt x="56" y="166"/>
                      <a:pt x="56" y="166"/>
                      <a:pt x="56" y="166"/>
                    </a:cubicBezTo>
                    <a:cubicBezTo>
                      <a:pt x="61" y="166"/>
                      <a:pt x="61" y="166"/>
                      <a:pt x="61" y="166"/>
                    </a:cubicBezTo>
                    <a:cubicBezTo>
                      <a:pt x="66" y="166"/>
                      <a:pt x="69" y="163"/>
                      <a:pt x="71" y="160"/>
                    </a:cubicBezTo>
                    <a:cubicBezTo>
                      <a:pt x="74" y="155"/>
                      <a:pt x="74" y="151"/>
                      <a:pt x="76" y="148"/>
                    </a:cubicBezTo>
                    <a:cubicBezTo>
                      <a:pt x="75" y="146"/>
                      <a:pt x="75" y="148"/>
                      <a:pt x="75" y="146"/>
                    </a:cubicBezTo>
                    <a:cubicBezTo>
                      <a:pt x="75" y="138"/>
                      <a:pt x="75" y="138"/>
                      <a:pt x="75" y="138"/>
                    </a:cubicBezTo>
                    <a:cubicBezTo>
                      <a:pt x="75" y="130"/>
                      <a:pt x="74" y="128"/>
                      <a:pt x="80" y="124"/>
                    </a:cubicBezTo>
                    <a:cubicBezTo>
                      <a:pt x="81" y="124"/>
                      <a:pt x="81" y="124"/>
                      <a:pt x="81" y="124"/>
                    </a:cubicBezTo>
                    <a:cubicBezTo>
                      <a:pt x="90" y="124"/>
                      <a:pt x="90" y="127"/>
                      <a:pt x="94" y="120"/>
                    </a:cubicBezTo>
                    <a:cubicBezTo>
                      <a:pt x="92" y="117"/>
                      <a:pt x="91" y="116"/>
                      <a:pt x="88" y="115"/>
                    </a:cubicBezTo>
                    <a:cubicBezTo>
                      <a:pt x="86" y="116"/>
                      <a:pt x="84" y="117"/>
                      <a:pt x="81" y="117"/>
                    </a:cubicBezTo>
                    <a:cubicBezTo>
                      <a:pt x="79" y="117"/>
                      <a:pt x="79" y="117"/>
                      <a:pt x="79" y="117"/>
                    </a:cubicBezTo>
                    <a:cubicBezTo>
                      <a:pt x="77" y="116"/>
                      <a:pt x="72" y="109"/>
                      <a:pt x="72" y="107"/>
                    </a:cubicBezTo>
                    <a:cubicBezTo>
                      <a:pt x="72" y="105"/>
                      <a:pt x="72" y="105"/>
                      <a:pt x="72" y="105"/>
                    </a:cubicBezTo>
                    <a:cubicBezTo>
                      <a:pt x="72" y="99"/>
                      <a:pt x="75" y="100"/>
                      <a:pt x="78" y="96"/>
                    </a:cubicBezTo>
                    <a:cubicBezTo>
                      <a:pt x="80" y="96"/>
                      <a:pt x="80" y="96"/>
                      <a:pt x="80" y="96"/>
                    </a:cubicBezTo>
                    <a:cubicBezTo>
                      <a:pt x="82" y="93"/>
                      <a:pt x="89" y="90"/>
                      <a:pt x="92" y="89"/>
                    </a:cubicBezTo>
                    <a:cubicBezTo>
                      <a:pt x="95" y="87"/>
                      <a:pt x="101" y="83"/>
                      <a:pt x="101" y="80"/>
                    </a:cubicBezTo>
                    <a:cubicBezTo>
                      <a:pt x="101" y="77"/>
                      <a:pt x="101" y="79"/>
                      <a:pt x="102" y="78"/>
                    </a:cubicBezTo>
                    <a:cubicBezTo>
                      <a:pt x="101" y="77"/>
                      <a:pt x="101" y="79"/>
                      <a:pt x="101" y="77"/>
                    </a:cubicBezTo>
                    <a:cubicBezTo>
                      <a:pt x="101" y="73"/>
                      <a:pt x="96" y="64"/>
                      <a:pt x="95" y="61"/>
                    </a:cubicBezTo>
                    <a:cubicBezTo>
                      <a:pt x="95" y="61"/>
                      <a:pt x="101" y="55"/>
                      <a:pt x="102" y="55"/>
                    </a:cubicBezTo>
                    <a:cubicBezTo>
                      <a:pt x="104" y="52"/>
                      <a:pt x="106" y="51"/>
                      <a:pt x="109" y="48"/>
                    </a:cubicBezTo>
                    <a:cubicBezTo>
                      <a:pt x="110" y="47"/>
                      <a:pt x="112" y="46"/>
                      <a:pt x="113" y="45"/>
                    </a:cubicBezTo>
                    <a:cubicBezTo>
                      <a:pt x="114" y="44"/>
                      <a:pt x="115" y="43"/>
                      <a:pt x="116" y="42"/>
                    </a:cubicBezTo>
                    <a:cubicBezTo>
                      <a:pt x="118" y="39"/>
                      <a:pt x="118" y="35"/>
                      <a:pt x="121" y="34"/>
                    </a:cubicBezTo>
                    <a:cubicBezTo>
                      <a:pt x="121" y="32"/>
                      <a:pt x="121" y="32"/>
                      <a:pt x="121" y="32"/>
                    </a:cubicBezTo>
                    <a:cubicBezTo>
                      <a:pt x="121" y="27"/>
                      <a:pt x="123" y="30"/>
                      <a:pt x="120" y="24"/>
                    </a:cubicBezTo>
                    <a:cubicBezTo>
                      <a:pt x="118" y="20"/>
                      <a:pt x="118" y="20"/>
                      <a:pt x="116" y="17"/>
                    </a:cubicBezTo>
                    <a:cubicBezTo>
                      <a:pt x="113" y="17"/>
                      <a:pt x="113" y="17"/>
                      <a:pt x="113" y="17"/>
                    </a:cubicBezTo>
                    <a:cubicBezTo>
                      <a:pt x="111" y="17"/>
                      <a:pt x="105" y="19"/>
                      <a:pt x="104" y="20"/>
                    </a:cubicBezTo>
                    <a:cubicBezTo>
                      <a:pt x="101" y="23"/>
                      <a:pt x="102" y="23"/>
                      <a:pt x="96" y="24"/>
                    </a:cubicBezTo>
                    <a:lnTo>
                      <a:pt x="93" y="21"/>
                    </a:lnTo>
                    <a:close/>
                  </a:path>
                </a:pathLst>
              </a:custGeom>
              <a:solidFill>
                <a:srgbClr val="E6001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3" name="íṥḻiďê"/>
              <p:cNvSpPr/>
              <p:nvPr/>
            </p:nvSpPr>
            <p:spPr bwMode="auto">
              <a:xfrm>
                <a:off x="5159376" y="3357563"/>
                <a:ext cx="117475" cy="366713"/>
              </a:xfrm>
              <a:custGeom>
                <a:avLst/>
                <a:gdLst>
                  <a:gd name="T0" fmla="*/ 23 w 36"/>
                  <a:gd name="T1" fmla="*/ 14 h 110"/>
                  <a:gd name="T2" fmla="*/ 23 w 36"/>
                  <a:gd name="T3" fmla="*/ 12 h 110"/>
                  <a:gd name="T4" fmla="*/ 18 w 36"/>
                  <a:gd name="T5" fmla="*/ 6 h 110"/>
                  <a:gd name="T6" fmla="*/ 13 w 36"/>
                  <a:gd name="T7" fmla="*/ 0 h 110"/>
                  <a:gd name="T8" fmla="*/ 11 w 36"/>
                  <a:gd name="T9" fmla="*/ 4 h 110"/>
                  <a:gd name="T10" fmla="*/ 13 w 36"/>
                  <a:gd name="T11" fmla="*/ 16 h 110"/>
                  <a:gd name="T12" fmla="*/ 12 w 36"/>
                  <a:gd name="T13" fmla="*/ 34 h 110"/>
                  <a:gd name="T14" fmla="*/ 7 w 36"/>
                  <a:gd name="T15" fmla="*/ 65 h 110"/>
                  <a:gd name="T16" fmla="*/ 3 w 36"/>
                  <a:gd name="T17" fmla="*/ 80 h 110"/>
                  <a:gd name="T18" fmla="*/ 0 w 36"/>
                  <a:gd name="T19" fmla="*/ 95 h 110"/>
                  <a:gd name="T20" fmla="*/ 0 w 36"/>
                  <a:gd name="T21" fmla="*/ 98 h 110"/>
                  <a:gd name="T22" fmla="*/ 0 w 36"/>
                  <a:gd name="T23" fmla="*/ 100 h 110"/>
                  <a:gd name="T24" fmla="*/ 4 w 36"/>
                  <a:gd name="T25" fmla="*/ 105 h 110"/>
                  <a:gd name="T26" fmla="*/ 9 w 36"/>
                  <a:gd name="T27" fmla="*/ 110 h 110"/>
                  <a:gd name="T28" fmla="*/ 15 w 36"/>
                  <a:gd name="T29" fmla="*/ 104 h 110"/>
                  <a:gd name="T30" fmla="*/ 18 w 36"/>
                  <a:gd name="T31" fmla="*/ 96 h 110"/>
                  <a:gd name="T32" fmla="*/ 18 w 36"/>
                  <a:gd name="T33" fmla="*/ 90 h 110"/>
                  <a:gd name="T34" fmla="*/ 21 w 36"/>
                  <a:gd name="T35" fmla="*/ 71 h 110"/>
                  <a:gd name="T36" fmla="*/ 25 w 36"/>
                  <a:gd name="T37" fmla="*/ 53 h 110"/>
                  <a:gd name="T38" fmla="*/ 30 w 36"/>
                  <a:gd name="T39" fmla="*/ 36 h 110"/>
                  <a:gd name="T40" fmla="*/ 35 w 36"/>
                  <a:gd name="T41" fmla="*/ 20 h 110"/>
                  <a:gd name="T42" fmla="*/ 33 w 36"/>
                  <a:gd name="T43" fmla="*/ 20 h 110"/>
                  <a:gd name="T44" fmla="*/ 30 w 36"/>
                  <a:gd name="T45" fmla="*/ 22 h 110"/>
                  <a:gd name="T46" fmla="*/ 23 w 36"/>
                  <a:gd name="T47" fmla="*/ 17 h 110"/>
                  <a:gd name="T48" fmla="*/ 23 w 36"/>
                  <a:gd name="T49" fmla="*/ 15 h 110"/>
                  <a:gd name="T50" fmla="*/ 23 w 36"/>
                  <a:gd name="T51" fmla="*/ 14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36" h="110">
                    <a:moveTo>
                      <a:pt x="23" y="14"/>
                    </a:moveTo>
                    <a:cubicBezTo>
                      <a:pt x="23" y="12"/>
                      <a:pt x="23" y="12"/>
                      <a:pt x="23" y="12"/>
                    </a:cubicBezTo>
                    <a:cubicBezTo>
                      <a:pt x="21" y="8"/>
                      <a:pt x="22" y="9"/>
                      <a:pt x="18" y="6"/>
                    </a:cubicBezTo>
                    <a:cubicBezTo>
                      <a:pt x="17" y="4"/>
                      <a:pt x="15" y="2"/>
                      <a:pt x="13" y="0"/>
                    </a:cubicBezTo>
                    <a:cubicBezTo>
                      <a:pt x="12" y="1"/>
                      <a:pt x="11" y="3"/>
                      <a:pt x="11" y="4"/>
                    </a:cubicBezTo>
                    <a:cubicBezTo>
                      <a:pt x="11" y="7"/>
                      <a:pt x="13" y="12"/>
                      <a:pt x="13" y="16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43"/>
                      <a:pt x="9" y="56"/>
                      <a:pt x="7" y="65"/>
                    </a:cubicBezTo>
                    <a:cubicBezTo>
                      <a:pt x="6" y="72"/>
                      <a:pt x="4" y="75"/>
                      <a:pt x="3" y="80"/>
                    </a:cubicBezTo>
                    <a:cubicBezTo>
                      <a:pt x="2" y="85"/>
                      <a:pt x="0" y="91"/>
                      <a:pt x="0" y="95"/>
                    </a:cubicBezTo>
                    <a:cubicBezTo>
                      <a:pt x="0" y="98"/>
                      <a:pt x="0" y="98"/>
                      <a:pt x="0" y="98"/>
                    </a:cubicBezTo>
                    <a:cubicBezTo>
                      <a:pt x="0" y="100"/>
                      <a:pt x="0" y="100"/>
                      <a:pt x="0" y="100"/>
                    </a:cubicBezTo>
                    <a:cubicBezTo>
                      <a:pt x="2" y="102"/>
                      <a:pt x="2" y="103"/>
                      <a:pt x="4" y="105"/>
                    </a:cubicBezTo>
                    <a:cubicBezTo>
                      <a:pt x="6" y="108"/>
                      <a:pt x="7" y="108"/>
                      <a:pt x="9" y="110"/>
                    </a:cubicBezTo>
                    <a:cubicBezTo>
                      <a:pt x="12" y="108"/>
                      <a:pt x="13" y="108"/>
                      <a:pt x="15" y="104"/>
                    </a:cubicBezTo>
                    <a:cubicBezTo>
                      <a:pt x="16" y="102"/>
                      <a:pt x="18" y="99"/>
                      <a:pt x="18" y="96"/>
                    </a:cubicBezTo>
                    <a:cubicBezTo>
                      <a:pt x="18" y="90"/>
                      <a:pt x="18" y="90"/>
                      <a:pt x="18" y="90"/>
                    </a:cubicBezTo>
                    <a:cubicBezTo>
                      <a:pt x="18" y="83"/>
                      <a:pt x="20" y="77"/>
                      <a:pt x="21" y="71"/>
                    </a:cubicBezTo>
                    <a:cubicBezTo>
                      <a:pt x="23" y="65"/>
                      <a:pt x="23" y="59"/>
                      <a:pt x="25" y="53"/>
                    </a:cubicBezTo>
                    <a:cubicBezTo>
                      <a:pt x="26" y="47"/>
                      <a:pt x="29" y="42"/>
                      <a:pt x="30" y="36"/>
                    </a:cubicBezTo>
                    <a:cubicBezTo>
                      <a:pt x="31" y="28"/>
                      <a:pt x="34" y="27"/>
                      <a:pt x="35" y="20"/>
                    </a:cubicBezTo>
                    <a:cubicBezTo>
                      <a:pt x="34" y="19"/>
                      <a:pt x="36" y="20"/>
                      <a:pt x="33" y="20"/>
                    </a:cubicBezTo>
                    <a:cubicBezTo>
                      <a:pt x="33" y="20"/>
                      <a:pt x="30" y="22"/>
                      <a:pt x="30" y="22"/>
                    </a:cubicBezTo>
                    <a:cubicBezTo>
                      <a:pt x="25" y="21"/>
                      <a:pt x="25" y="21"/>
                      <a:pt x="23" y="17"/>
                    </a:cubicBezTo>
                    <a:cubicBezTo>
                      <a:pt x="23" y="15"/>
                      <a:pt x="23" y="15"/>
                      <a:pt x="23" y="15"/>
                    </a:cubicBezTo>
                    <a:lnTo>
                      <a:pt x="23" y="14"/>
                    </a:lnTo>
                    <a:close/>
                  </a:path>
                </a:pathLst>
              </a:custGeom>
              <a:solidFill>
                <a:srgbClr val="E6001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6" name="ïšľîḍê"/>
            <p:cNvGrpSpPr/>
            <p:nvPr/>
          </p:nvGrpSpPr>
          <p:grpSpPr>
            <a:xfrm>
              <a:off x="4412452" y="3781425"/>
              <a:ext cx="2312689" cy="166461"/>
              <a:chOff x="6986588" y="3521075"/>
              <a:chExt cx="1654176" cy="119063"/>
            </a:xfrm>
          </p:grpSpPr>
          <p:sp>
            <p:nvSpPr>
              <p:cNvPr id="38" name="îṩľîḑê"/>
              <p:cNvSpPr/>
              <p:nvPr/>
            </p:nvSpPr>
            <p:spPr bwMode="auto">
              <a:xfrm>
                <a:off x="6986588" y="3521075"/>
                <a:ext cx="155575" cy="119063"/>
              </a:xfrm>
              <a:custGeom>
                <a:avLst/>
                <a:gdLst>
                  <a:gd name="T0" fmla="*/ 84 w 98"/>
                  <a:gd name="T1" fmla="*/ 0 h 75"/>
                  <a:gd name="T2" fmla="*/ 59 w 98"/>
                  <a:gd name="T3" fmla="*/ 52 h 75"/>
                  <a:gd name="T4" fmla="*/ 57 w 98"/>
                  <a:gd name="T5" fmla="*/ 0 h 75"/>
                  <a:gd name="T6" fmla="*/ 40 w 98"/>
                  <a:gd name="T7" fmla="*/ 0 h 75"/>
                  <a:gd name="T8" fmla="*/ 15 w 98"/>
                  <a:gd name="T9" fmla="*/ 52 h 75"/>
                  <a:gd name="T10" fmla="*/ 15 w 98"/>
                  <a:gd name="T11" fmla="*/ 0 h 75"/>
                  <a:gd name="T12" fmla="*/ 0 w 98"/>
                  <a:gd name="T13" fmla="*/ 0 h 75"/>
                  <a:gd name="T14" fmla="*/ 2 w 98"/>
                  <a:gd name="T15" fmla="*/ 75 h 75"/>
                  <a:gd name="T16" fmla="*/ 19 w 98"/>
                  <a:gd name="T17" fmla="*/ 75 h 75"/>
                  <a:gd name="T18" fmla="*/ 44 w 98"/>
                  <a:gd name="T19" fmla="*/ 21 h 75"/>
                  <a:gd name="T20" fmla="*/ 46 w 98"/>
                  <a:gd name="T21" fmla="*/ 75 h 75"/>
                  <a:gd name="T22" fmla="*/ 63 w 98"/>
                  <a:gd name="T23" fmla="*/ 75 h 75"/>
                  <a:gd name="T24" fmla="*/ 98 w 98"/>
                  <a:gd name="T25" fmla="*/ 0 h 75"/>
                  <a:gd name="T26" fmla="*/ 84 w 98"/>
                  <a:gd name="T27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8" h="75">
                    <a:moveTo>
                      <a:pt x="84" y="0"/>
                    </a:moveTo>
                    <a:lnTo>
                      <a:pt x="59" y="52"/>
                    </a:lnTo>
                    <a:lnTo>
                      <a:pt x="57" y="0"/>
                    </a:lnTo>
                    <a:lnTo>
                      <a:pt x="40" y="0"/>
                    </a:lnTo>
                    <a:lnTo>
                      <a:pt x="15" y="52"/>
                    </a:lnTo>
                    <a:lnTo>
                      <a:pt x="15" y="0"/>
                    </a:lnTo>
                    <a:lnTo>
                      <a:pt x="0" y="0"/>
                    </a:lnTo>
                    <a:lnTo>
                      <a:pt x="2" y="75"/>
                    </a:lnTo>
                    <a:lnTo>
                      <a:pt x="19" y="75"/>
                    </a:lnTo>
                    <a:lnTo>
                      <a:pt x="44" y="21"/>
                    </a:lnTo>
                    <a:lnTo>
                      <a:pt x="46" y="75"/>
                    </a:lnTo>
                    <a:lnTo>
                      <a:pt x="63" y="75"/>
                    </a:lnTo>
                    <a:lnTo>
                      <a:pt x="98" y="0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9" name="îṩḷîde"/>
              <p:cNvSpPr/>
              <p:nvPr/>
            </p:nvSpPr>
            <p:spPr bwMode="auto">
              <a:xfrm>
                <a:off x="7135813" y="3521075"/>
                <a:ext cx="112713" cy="119063"/>
              </a:xfrm>
              <a:custGeom>
                <a:avLst/>
                <a:gdLst>
                  <a:gd name="T0" fmla="*/ 22 w 34"/>
                  <a:gd name="T1" fmla="*/ 20 h 36"/>
                  <a:gd name="T2" fmla="*/ 20 w 34"/>
                  <a:gd name="T3" fmla="*/ 26 h 36"/>
                  <a:gd name="T4" fmla="*/ 18 w 34"/>
                  <a:gd name="T5" fmla="*/ 29 h 36"/>
                  <a:gd name="T6" fmla="*/ 13 w 34"/>
                  <a:gd name="T7" fmla="*/ 30 h 36"/>
                  <a:gd name="T8" fmla="*/ 9 w 34"/>
                  <a:gd name="T9" fmla="*/ 29 h 36"/>
                  <a:gd name="T10" fmla="*/ 7 w 34"/>
                  <a:gd name="T11" fmla="*/ 25 h 36"/>
                  <a:gd name="T12" fmla="*/ 7 w 34"/>
                  <a:gd name="T13" fmla="*/ 24 h 36"/>
                  <a:gd name="T14" fmla="*/ 8 w 34"/>
                  <a:gd name="T15" fmla="*/ 19 h 36"/>
                  <a:gd name="T16" fmla="*/ 12 w 34"/>
                  <a:gd name="T17" fmla="*/ 0 h 36"/>
                  <a:gd name="T18" fmla="*/ 5 w 34"/>
                  <a:gd name="T19" fmla="*/ 0 h 36"/>
                  <a:gd name="T20" fmla="*/ 1 w 34"/>
                  <a:gd name="T21" fmla="*/ 19 h 36"/>
                  <a:gd name="T22" fmla="*/ 0 w 34"/>
                  <a:gd name="T23" fmla="*/ 23 h 36"/>
                  <a:gd name="T24" fmla="*/ 0 w 34"/>
                  <a:gd name="T25" fmla="*/ 25 h 36"/>
                  <a:gd name="T26" fmla="*/ 3 w 34"/>
                  <a:gd name="T27" fmla="*/ 33 h 36"/>
                  <a:gd name="T28" fmla="*/ 13 w 34"/>
                  <a:gd name="T29" fmla="*/ 36 h 36"/>
                  <a:gd name="T30" fmla="*/ 22 w 34"/>
                  <a:gd name="T31" fmla="*/ 34 h 36"/>
                  <a:gd name="T32" fmla="*/ 27 w 34"/>
                  <a:gd name="T33" fmla="*/ 29 h 36"/>
                  <a:gd name="T34" fmla="*/ 30 w 34"/>
                  <a:gd name="T35" fmla="*/ 20 h 36"/>
                  <a:gd name="T36" fmla="*/ 34 w 34"/>
                  <a:gd name="T37" fmla="*/ 0 h 36"/>
                  <a:gd name="T38" fmla="*/ 26 w 34"/>
                  <a:gd name="T39" fmla="*/ 0 h 36"/>
                  <a:gd name="T40" fmla="*/ 22 w 34"/>
                  <a:gd name="T41" fmla="*/ 2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4" h="36">
                    <a:moveTo>
                      <a:pt x="22" y="20"/>
                    </a:moveTo>
                    <a:cubicBezTo>
                      <a:pt x="22" y="23"/>
                      <a:pt x="21" y="25"/>
                      <a:pt x="20" y="26"/>
                    </a:cubicBezTo>
                    <a:cubicBezTo>
                      <a:pt x="20" y="28"/>
                      <a:pt x="19" y="29"/>
                      <a:pt x="18" y="29"/>
                    </a:cubicBezTo>
                    <a:cubicBezTo>
                      <a:pt x="17" y="30"/>
                      <a:pt x="15" y="30"/>
                      <a:pt x="13" y="30"/>
                    </a:cubicBezTo>
                    <a:cubicBezTo>
                      <a:pt x="11" y="30"/>
                      <a:pt x="10" y="30"/>
                      <a:pt x="9" y="29"/>
                    </a:cubicBezTo>
                    <a:cubicBezTo>
                      <a:pt x="8" y="28"/>
                      <a:pt x="7" y="27"/>
                      <a:pt x="7" y="25"/>
                    </a:cubicBezTo>
                    <a:cubicBezTo>
                      <a:pt x="7" y="25"/>
                      <a:pt x="7" y="25"/>
                      <a:pt x="7" y="24"/>
                    </a:cubicBezTo>
                    <a:cubicBezTo>
                      <a:pt x="8" y="19"/>
                      <a:pt x="8" y="19"/>
                      <a:pt x="8" y="19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1" y="19"/>
                      <a:pt x="1" y="19"/>
                      <a:pt x="1" y="19"/>
                    </a:cubicBezTo>
                    <a:cubicBezTo>
                      <a:pt x="1" y="21"/>
                      <a:pt x="0" y="23"/>
                      <a:pt x="0" y="23"/>
                    </a:cubicBezTo>
                    <a:cubicBezTo>
                      <a:pt x="0" y="24"/>
                      <a:pt x="0" y="25"/>
                      <a:pt x="0" y="25"/>
                    </a:cubicBezTo>
                    <a:cubicBezTo>
                      <a:pt x="0" y="29"/>
                      <a:pt x="1" y="31"/>
                      <a:pt x="3" y="33"/>
                    </a:cubicBezTo>
                    <a:cubicBezTo>
                      <a:pt x="6" y="35"/>
                      <a:pt x="9" y="36"/>
                      <a:pt x="13" y="36"/>
                    </a:cubicBezTo>
                    <a:cubicBezTo>
                      <a:pt x="16" y="36"/>
                      <a:pt x="19" y="36"/>
                      <a:pt x="22" y="34"/>
                    </a:cubicBezTo>
                    <a:cubicBezTo>
                      <a:pt x="24" y="33"/>
                      <a:pt x="25" y="31"/>
                      <a:pt x="27" y="29"/>
                    </a:cubicBezTo>
                    <a:cubicBezTo>
                      <a:pt x="28" y="27"/>
                      <a:pt x="29" y="24"/>
                      <a:pt x="30" y="20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26" y="0"/>
                      <a:pt x="26" y="0"/>
                      <a:pt x="26" y="0"/>
                    </a:cubicBezTo>
                    <a:lnTo>
                      <a:pt x="22" y="2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0" name="îṣḻîḑê"/>
              <p:cNvSpPr/>
              <p:nvPr/>
            </p:nvSpPr>
            <p:spPr bwMode="auto">
              <a:xfrm>
                <a:off x="7248526" y="3521075"/>
                <a:ext cx="114300" cy="119063"/>
              </a:xfrm>
              <a:custGeom>
                <a:avLst/>
                <a:gdLst>
                  <a:gd name="T0" fmla="*/ 58 w 72"/>
                  <a:gd name="T1" fmla="*/ 0 h 75"/>
                  <a:gd name="T2" fmla="*/ 52 w 72"/>
                  <a:gd name="T3" fmla="*/ 29 h 75"/>
                  <a:gd name="T4" fmla="*/ 22 w 72"/>
                  <a:gd name="T5" fmla="*/ 29 h 75"/>
                  <a:gd name="T6" fmla="*/ 29 w 72"/>
                  <a:gd name="T7" fmla="*/ 0 h 75"/>
                  <a:gd name="T8" fmla="*/ 14 w 72"/>
                  <a:gd name="T9" fmla="*/ 0 h 75"/>
                  <a:gd name="T10" fmla="*/ 0 w 72"/>
                  <a:gd name="T11" fmla="*/ 75 h 75"/>
                  <a:gd name="T12" fmla="*/ 14 w 72"/>
                  <a:gd name="T13" fmla="*/ 75 h 75"/>
                  <a:gd name="T14" fmla="*/ 20 w 72"/>
                  <a:gd name="T15" fmla="*/ 42 h 75"/>
                  <a:gd name="T16" fmla="*/ 50 w 72"/>
                  <a:gd name="T17" fmla="*/ 42 h 75"/>
                  <a:gd name="T18" fmla="*/ 43 w 72"/>
                  <a:gd name="T19" fmla="*/ 75 h 75"/>
                  <a:gd name="T20" fmla="*/ 58 w 72"/>
                  <a:gd name="T21" fmla="*/ 75 h 75"/>
                  <a:gd name="T22" fmla="*/ 72 w 72"/>
                  <a:gd name="T23" fmla="*/ 0 h 75"/>
                  <a:gd name="T24" fmla="*/ 58 w 72"/>
                  <a:gd name="T25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2" h="75">
                    <a:moveTo>
                      <a:pt x="58" y="0"/>
                    </a:moveTo>
                    <a:lnTo>
                      <a:pt x="52" y="29"/>
                    </a:lnTo>
                    <a:lnTo>
                      <a:pt x="22" y="29"/>
                    </a:lnTo>
                    <a:lnTo>
                      <a:pt x="29" y="0"/>
                    </a:lnTo>
                    <a:lnTo>
                      <a:pt x="14" y="0"/>
                    </a:lnTo>
                    <a:lnTo>
                      <a:pt x="0" y="75"/>
                    </a:lnTo>
                    <a:lnTo>
                      <a:pt x="14" y="75"/>
                    </a:lnTo>
                    <a:lnTo>
                      <a:pt x="20" y="42"/>
                    </a:lnTo>
                    <a:lnTo>
                      <a:pt x="50" y="42"/>
                    </a:lnTo>
                    <a:lnTo>
                      <a:pt x="43" y="75"/>
                    </a:lnTo>
                    <a:lnTo>
                      <a:pt x="58" y="75"/>
                    </a:lnTo>
                    <a:lnTo>
                      <a:pt x="72" y="0"/>
                    </a:lnTo>
                    <a:lnTo>
                      <a:pt x="5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1" name="ïṥlíḑê"/>
              <p:cNvSpPr/>
              <p:nvPr/>
            </p:nvSpPr>
            <p:spPr bwMode="auto">
              <a:xfrm>
                <a:off x="7356476" y="3521075"/>
                <a:ext cx="112713" cy="119063"/>
              </a:xfrm>
              <a:custGeom>
                <a:avLst/>
                <a:gdLst>
                  <a:gd name="T0" fmla="*/ 42 w 71"/>
                  <a:gd name="T1" fmla="*/ 0 h 75"/>
                  <a:gd name="T2" fmla="*/ 0 w 71"/>
                  <a:gd name="T3" fmla="*/ 75 h 75"/>
                  <a:gd name="T4" fmla="*/ 15 w 71"/>
                  <a:gd name="T5" fmla="*/ 75 h 75"/>
                  <a:gd name="T6" fmla="*/ 23 w 71"/>
                  <a:gd name="T7" fmla="*/ 59 h 75"/>
                  <a:gd name="T8" fmla="*/ 54 w 71"/>
                  <a:gd name="T9" fmla="*/ 59 h 75"/>
                  <a:gd name="T10" fmla="*/ 56 w 71"/>
                  <a:gd name="T11" fmla="*/ 75 h 75"/>
                  <a:gd name="T12" fmla="*/ 71 w 71"/>
                  <a:gd name="T13" fmla="*/ 75 h 75"/>
                  <a:gd name="T14" fmla="*/ 58 w 71"/>
                  <a:gd name="T15" fmla="*/ 0 h 75"/>
                  <a:gd name="T16" fmla="*/ 42 w 71"/>
                  <a:gd name="T17" fmla="*/ 0 h 75"/>
                  <a:gd name="T18" fmla="*/ 29 w 71"/>
                  <a:gd name="T19" fmla="*/ 46 h 75"/>
                  <a:gd name="T20" fmla="*/ 48 w 71"/>
                  <a:gd name="T21" fmla="*/ 17 h 75"/>
                  <a:gd name="T22" fmla="*/ 52 w 71"/>
                  <a:gd name="T23" fmla="*/ 46 h 75"/>
                  <a:gd name="T24" fmla="*/ 29 w 71"/>
                  <a:gd name="T25" fmla="*/ 46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1" h="75">
                    <a:moveTo>
                      <a:pt x="42" y="0"/>
                    </a:moveTo>
                    <a:lnTo>
                      <a:pt x="0" y="75"/>
                    </a:lnTo>
                    <a:lnTo>
                      <a:pt x="15" y="75"/>
                    </a:lnTo>
                    <a:lnTo>
                      <a:pt x="23" y="59"/>
                    </a:lnTo>
                    <a:lnTo>
                      <a:pt x="54" y="59"/>
                    </a:lnTo>
                    <a:lnTo>
                      <a:pt x="56" y="75"/>
                    </a:lnTo>
                    <a:lnTo>
                      <a:pt x="71" y="75"/>
                    </a:lnTo>
                    <a:lnTo>
                      <a:pt x="58" y="0"/>
                    </a:lnTo>
                    <a:lnTo>
                      <a:pt x="42" y="0"/>
                    </a:lnTo>
                    <a:close/>
                    <a:moveTo>
                      <a:pt x="29" y="46"/>
                    </a:moveTo>
                    <a:lnTo>
                      <a:pt x="48" y="17"/>
                    </a:lnTo>
                    <a:lnTo>
                      <a:pt x="52" y="46"/>
                    </a:lnTo>
                    <a:lnTo>
                      <a:pt x="29" y="4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2" name="îş1íḋe"/>
              <p:cNvSpPr/>
              <p:nvPr/>
            </p:nvSpPr>
            <p:spPr bwMode="auto">
              <a:xfrm>
                <a:off x="7481888" y="3521075"/>
                <a:ext cx="119063" cy="119063"/>
              </a:xfrm>
              <a:custGeom>
                <a:avLst/>
                <a:gdLst>
                  <a:gd name="T0" fmla="*/ 50 w 75"/>
                  <a:gd name="T1" fmla="*/ 50 h 75"/>
                  <a:gd name="T2" fmla="*/ 31 w 75"/>
                  <a:gd name="T3" fmla="*/ 0 h 75"/>
                  <a:gd name="T4" fmla="*/ 17 w 75"/>
                  <a:gd name="T5" fmla="*/ 0 h 75"/>
                  <a:gd name="T6" fmla="*/ 0 w 75"/>
                  <a:gd name="T7" fmla="*/ 75 h 75"/>
                  <a:gd name="T8" fmla="*/ 15 w 75"/>
                  <a:gd name="T9" fmla="*/ 75 h 75"/>
                  <a:gd name="T10" fmla="*/ 25 w 75"/>
                  <a:gd name="T11" fmla="*/ 25 h 75"/>
                  <a:gd name="T12" fmla="*/ 46 w 75"/>
                  <a:gd name="T13" fmla="*/ 75 h 75"/>
                  <a:gd name="T14" fmla="*/ 58 w 75"/>
                  <a:gd name="T15" fmla="*/ 75 h 75"/>
                  <a:gd name="T16" fmla="*/ 75 w 75"/>
                  <a:gd name="T17" fmla="*/ 0 h 75"/>
                  <a:gd name="T18" fmla="*/ 61 w 75"/>
                  <a:gd name="T19" fmla="*/ 0 h 75"/>
                  <a:gd name="T20" fmla="*/ 50 w 75"/>
                  <a:gd name="T21" fmla="*/ 5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5">
                    <a:moveTo>
                      <a:pt x="50" y="50"/>
                    </a:moveTo>
                    <a:lnTo>
                      <a:pt x="31" y="0"/>
                    </a:lnTo>
                    <a:lnTo>
                      <a:pt x="17" y="0"/>
                    </a:lnTo>
                    <a:lnTo>
                      <a:pt x="0" y="75"/>
                    </a:lnTo>
                    <a:lnTo>
                      <a:pt x="15" y="75"/>
                    </a:lnTo>
                    <a:lnTo>
                      <a:pt x="25" y="25"/>
                    </a:lnTo>
                    <a:lnTo>
                      <a:pt x="46" y="75"/>
                    </a:lnTo>
                    <a:lnTo>
                      <a:pt x="58" y="75"/>
                    </a:lnTo>
                    <a:lnTo>
                      <a:pt x="75" y="0"/>
                    </a:lnTo>
                    <a:lnTo>
                      <a:pt x="61" y="0"/>
                    </a:lnTo>
                    <a:lnTo>
                      <a:pt x="50" y="5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3" name="îş1ïḋe"/>
              <p:cNvSpPr/>
              <p:nvPr/>
            </p:nvSpPr>
            <p:spPr bwMode="auto">
              <a:xfrm>
                <a:off x="7653338" y="3521075"/>
                <a:ext cx="112713" cy="119063"/>
              </a:xfrm>
              <a:custGeom>
                <a:avLst/>
                <a:gdLst>
                  <a:gd name="T0" fmla="*/ 22 w 34"/>
                  <a:gd name="T1" fmla="*/ 20 h 36"/>
                  <a:gd name="T2" fmla="*/ 20 w 34"/>
                  <a:gd name="T3" fmla="*/ 26 h 36"/>
                  <a:gd name="T4" fmla="*/ 18 w 34"/>
                  <a:gd name="T5" fmla="*/ 29 h 36"/>
                  <a:gd name="T6" fmla="*/ 13 w 34"/>
                  <a:gd name="T7" fmla="*/ 30 h 36"/>
                  <a:gd name="T8" fmla="*/ 9 w 34"/>
                  <a:gd name="T9" fmla="*/ 29 h 36"/>
                  <a:gd name="T10" fmla="*/ 7 w 34"/>
                  <a:gd name="T11" fmla="*/ 25 h 36"/>
                  <a:gd name="T12" fmla="*/ 7 w 34"/>
                  <a:gd name="T13" fmla="*/ 24 h 36"/>
                  <a:gd name="T14" fmla="*/ 8 w 34"/>
                  <a:gd name="T15" fmla="*/ 19 h 36"/>
                  <a:gd name="T16" fmla="*/ 12 w 34"/>
                  <a:gd name="T17" fmla="*/ 0 h 36"/>
                  <a:gd name="T18" fmla="*/ 5 w 34"/>
                  <a:gd name="T19" fmla="*/ 0 h 36"/>
                  <a:gd name="T20" fmla="*/ 1 w 34"/>
                  <a:gd name="T21" fmla="*/ 19 h 36"/>
                  <a:gd name="T22" fmla="*/ 0 w 34"/>
                  <a:gd name="T23" fmla="*/ 23 h 36"/>
                  <a:gd name="T24" fmla="*/ 0 w 34"/>
                  <a:gd name="T25" fmla="*/ 25 h 36"/>
                  <a:gd name="T26" fmla="*/ 3 w 34"/>
                  <a:gd name="T27" fmla="*/ 33 h 36"/>
                  <a:gd name="T28" fmla="*/ 13 w 34"/>
                  <a:gd name="T29" fmla="*/ 36 h 36"/>
                  <a:gd name="T30" fmla="*/ 22 w 34"/>
                  <a:gd name="T31" fmla="*/ 34 h 36"/>
                  <a:gd name="T32" fmla="*/ 27 w 34"/>
                  <a:gd name="T33" fmla="*/ 29 h 36"/>
                  <a:gd name="T34" fmla="*/ 30 w 34"/>
                  <a:gd name="T35" fmla="*/ 20 h 36"/>
                  <a:gd name="T36" fmla="*/ 34 w 34"/>
                  <a:gd name="T37" fmla="*/ 0 h 36"/>
                  <a:gd name="T38" fmla="*/ 26 w 34"/>
                  <a:gd name="T39" fmla="*/ 0 h 36"/>
                  <a:gd name="T40" fmla="*/ 22 w 34"/>
                  <a:gd name="T41" fmla="*/ 2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4" h="36">
                    <a:moveTo>
                      <a:pt x="22" y="20"/>
                    </a:moveTo>
                    <a:cubicBezTo>
                      <a:pt x="22" y="23"/>
                      <a:pt x="21" y="25"/>
                      <a:pt x="20" y="26"/>
                    </a:cubicBezTo>
                    <a:cubicBezTo>
                      <a:pt x="20" y="28"/>
                      <a:pt x="19" y="29"/>
                      <a:pt x="18" y="29"/>
                    </a:cubicBezTo>
                    <a:cubicBezTo>
                      <a:pt x="17" y="30"/>
                      <a:pt x="15" y="30"/>
                      <a:pt x="13" y="30"/>
                    </a:cubicBezTo>
                    <a:cubicBezTo>
                      <a:pt x="11" y="30"/>
                      <a:pt x="10" y="30"/>
                      <a:pt x="9" y="29"/>
                    </a:cubicBezTo>
                    <a:cubicBezTo>
                      <a:pt x="8" y="28"/>
                      <a:pt x="7" y="27"/>
                      <a:pt x="7" y="25"/>
                    </a:cubicBezTo>
                    <a:cubicBezTo>
                      <a:pt x="7" y="25"/>
                      <a:pt x="7" y="25"/>
                      <a:pt x="7" y="24"/>
                    </a:cubicBezTo>
                    <a:cubicBezTo>
                      <a:pt x="8" y="19"/>
                      <a:pt x="8" y="19"/>
                      <a:pt x="8" y="19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1" y="19"/>
                      <a:pt x="1" y="19"/>
                      <a:pt x="1" y="19"/>
                    </a:cubicBezTo>
                    <a:cubicBezTo>
                      <a:pt x="1" y="21"/>
                      <a:pt x="0" y="23"/>
                      <a:pt x="0" y="23"/>
                    </a:cubicBezTo>
                    <a:cubicBezTo>
                      <a:pt x="0" y="24"/>
                      <a:pt x="0" y="25"/>
                      <a:pt x="0" y="25"/>
                    </a:cubicBezTo>
                    <a:cubicBezTo>
                      <a:pt x="0" y="29"/>
                      <a:pt x="1" y="31"/>
                      <a:pt x="3" y="33"/>
                    </a:cubicBezTo>
                    <a:cubicBezTo>
                      <a:pt x="6" y="35"/>
                      <a:pt x="9" y="36"/>
                      <a:pt x="13" y="36"/>
                    </a:cubicBezTo>
                    <a:cubicBezTo>
                      <a:pt x="16" y="36"/>
                      <a:pt x="19" y="36"/>
                      <a:pt x="22" y="34"/>
                    </a:cubicBezTo>
                    <a:cubicBezTo>
                      <a:pt x="24" y="33"/>
                      <a:pt x="25" y="31"/>
                      <a:pt x="27" y="29"/>
                    </a:cubicBezTo>
                    <a:cubicBezTo>
                      <a:pt x="28" y="27"/>
                      <a:pt x="29" y="24"/>
                      <a:pt x="30" y="20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26" y="0"/>
                      <a:pt x="26" y="0"/>
                      <a:pt x="26" y="0"/>
                    </a:cubicBezTo>
                    <a:lnTo>
                      <a:pt x="22" y="2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4" name="íšlídè"/>
              <p:cNvSpPr/>
              <p:nvPr/>
            </p:nvSpPr>
            <p:spPr bwMode="auto">
              <a:xfrm>
                <a:off x="7766051" y="3521075"/>
                <a:ext cx="115888" cy="119063"/>
              </a:xfrm>
              <a:custGeom>
                <a:avLst/>
                <a:gdLst>
                  <a:gd name="T0" fmla="*/ 58 w 73"/>
                  <a:gd name="T1" fmla="*/ 0 h 75"/>
                  <a:gd name="T2" fmla="*/ 50 w 73"/>
                  <a:gd name="T3" fmla="*/ 50 h 75"/>
                  <a:gd name="T4" fmla="*/ 29 w 73"/>
                  <a:gd name="T5" fmla="*/ 0 h 75"/>
                  <a:gd name="T6" fmla="*/ 15 w 73"/>
                  <a:gd name="T7" fmla="*/ 0 h 75"/>
                  <a:gd name="T8" fmla="*/ 0 w 73"/>
                  <a:gd name="T9" fmla="*/ 75 h 75"/>
                  <a:gd name="T10" fmla="*/ 13 w 73"/>
                  <a:gd name="T11" fmla="*/ 75 h 75"/>
                  <a:gd name="T12" fmla="*/ 23 w 73"/>
                  <a:gd name="T13" fmla="*/ 25 h 75"/>
                  <a:gd name="T14" fmla="*/ 44 w 73"/>
                  <a:gd name="T15" fmla="*/ 75 h 75"/>
                  <a:gd name="T16" fmla="*/ 58 w 73"/>
                  <a:gd name="T17" fmla="*/ 75 h 75"/>
                  <a:gd name="T18" fmla="*/ 73 w 73"/>
                  <a:gd name="T19" fmla="*/ 0 h 75"/>
                  <a:gd name="T20" fmla="*/ 58 w 73"/>
                  <a:gd name="T21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3" h="75">
                    <a:moveTo>
                      <a:pt x="58" y="0"/>
                    </a:moveTo>
                    <a:lnTo>
                      <a:pt x="50" y="50"/>
                    </a:lnTo>
                    <a:lnTo>
                      <a:pt x="29" y="0"/>
                    </a:lnTo>
                    <a:lnTo>
                      <a:pt x="15" y="0"/>
                    </a:lnTo>
                    <a:lnTo>
                      <a:pt x="0" y="75"/>
                    </a:lnTo>
                    <a:lnTo>
                      <a:pt x="13" y="75"/>
                    </a:lnTo>
                    <a:lnTo>
                      <a:pt x="23" y="25"/>
                    </a:lnTo>
                    <a:lnTo>
                      <a:pt x="44" y="75"/>
                    </a:lnTo>
                    <a:lnTo>
                      <a:pt x="58" y="75"/>
                    </a:lnTo>
                    <a:lnTo>
                      <a:pt x="73" y="0"/>
                    </a:lnTo>
                    <a:lnTo>
                      <a:pt x="5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5" name="îṣḻîďe"/>
              <p:cNvSpPr/>
              <p:nvPr/>
            </p:nvSpPr>
            <p:spPr bwMode="auto">
              <a:xfrm>
                <a:off x="7881938" y="3521075"/>
                <a:ext cx="49213" cy="119063"/>
              </a:xfrm>
              <a:custGeom>
                <a:avLst/>
                <a:gdLst>
                  <a:gd name="T0" fmla="*/ 0 w 31"/>
                  <a:gd name="T1" fmla="*/ 75 h 75"/>
                  <a:gd name="T2" fmla="*/ 14 w 31"/>
                  <a:gd name="T3" fmla="*/ 75 h 75"/>
                  <a:gd name="T4" fmla="*/ 31 w 31"/>
                  <a:gd name="T5" fmla="*/ 0 h 75"/>
                  <a:gd name="T6" fmla="*/ 14 w 31"/>
                  <a:gd name="T7" fmla="*/ 0 h 75"/>
                  <a:gd name="T8" fmla="*/ 0 w 31"/>
                  <a:gd name="T9" fmla="*/ 75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75">
                    <a:moveTo>
                      <a:pt x="0" y="75"/>
                    </a:moveTo>
                    <a:lnTo>
                      <a:pt x="14" y="75"/>
                    </a:lnTo>
                    <a:lnTo>
                      <a:pt x="31" y="0"/>
                    </a:lnTo>
                    <a:lnTo>
                      <a:pt x="14" y="0"/>
                    </a:lnTo>
                    <a:lnTo>
                      <a:pt x="0" y="7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6" name="íŝḻiḋè"/>
              <p:cNvSpPr/>
              <p:nvPr/>
            </p:nvSpPr>
            <p:spPr bwMode="auto">
              <a:xfrm>
                <a:off x="7940676" y="3521075"/>
                <a:ext cx="109538" cy="119063"/>
              </a:xfrm>
              <a:custGeom>
                <a:avLst/>
                <a:gdLst>
                  <a:gd name="T0" fmla="*/ 54 w 69"/>
                  <a:gd name="T1" fmla="*/ 0 h 75"/>
                  <a:gd name="T2" fmla="*/ 23 w 69"/>
                  <a:gd name="T3" fmla="*/ 57 h 75"/>
                  <a:gd name="T4" fmla="*/ 15 w 69"/>
                  <a:gd name="T5" fmla="*/ 0 h 75"/>
                  <a:gd name="T6" fmla="*/ 0 w 69"/>
                  <a:gd name="T7" fmla="*/ 0 h 75"/>
                  <a:gd name="T8" fmla="*/ 13 w 69"/>
                  <a:gd name="T9" fmla="*/ 75 h 75"/>
                  <a:gd name="T10" fmla="*/ 29 w 69"/>
                  <a:gd name="T11" fmla="*/ 75 h 75"/>
                  <a:gd name="T12" fmla="*/ 69 w 69"/>
                  <a:gd name="T13" fmla="*/ 0 h 75"/>
                  <a:gd name="T14" fmla="*/ 54 w 69"/>
                  <a:gd name="T15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5">
                    <a:moveTo>
                      <a:pt x="54" y="0"/>
                    </a:moveTo>
                    <a:lnTo>
                      <a:pt x="23" y="57"/>
                    </a:lnTo>
                    <a:lnTo>
                      <a:pt x="15" y="0"/>
                    </a:lnTo>
                    <a:lnTo>
                      <a:pt x="0" y="0"/>
                    </a:lnTo>
                    <a:lnTo>
                      <a:pt x="13" y="75"/>
                    </a:lnTo>
                    <a:lnTo>
                      <a:pt x="29" y="75"/>
                    </a:lnTo>
                    <a:lnTo>
                      <a:pt x="69" y="0"/>
                    </a:lnTo>
                    <a:lnTo>
                      <a:pt x="5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7" name="î$ḷíďé"/>
              <p:cNvSpPr/>
              <p:nvPr/>
            </p:nvSpPr>
            <p:spPr bwMode="auto">
              <a:xfrm>
                <a:off x="8037513" y="3521075"/>
                <a:ext cx="111125" cy="119063"/>
              </a:xfrm>
              <a:custGeom>
                <a:avLst/>
                <a:gdLst>
                  <a:gd name="T0" fmla="*/ 68 w 70"/>
                  <a:gd name="T1" fmla="*/ 12 h 75"/>
                  <a:gd name="T2" fmla="*/ 70 w 70"/>
                  <a:gd name="T3" fmla="*/ 0 h 75"/>
                  <a:gd name="T4" fmla="*/ 16 w 70"/>
                  <a:gd name="T5" fmla="*/ 0 h 75"/>
                  <a:gd name="T6" fmla="*/ 0 w 70"/>
                  <a:gd name="T7" fmla="*/ 75 h 75"/>
                  <a:gd name="T8" fmla="*/ 58 w 70"/>
                  <a:gd name="T9" fmla="*/ 75 h 75"/>
                  <a:gd name="T10" fmla="*/ 60 w 70"/>
                  <a:gd name="T11" fmla="*/ 63 h 75"/>
                  <a:gd name="T12" fmla="*/ 16 w 70"/>
                  <a:gd name="T13" fmla="*/ 63 h 75"/>
                  <a:gd name="T14" fmla="*/ 22 w 70"/>
                  <a:gd name="T15" fmla="*/ 42 h 75"/>
                  <a:gd name="T16" fmla="*/ 60 w 70"/>
                  <a:gd name="T17" fmla="*/ 42 h 75"/>
                  <a:gd name="T18" fmla="*/ 62 w 70"/>
                  <a:gd name="T19" fmla="*/ 29 h 75"/>
                  <a:gd name="T20" fmla="*/ 24 w 70"/>
                  <a:gd name="T21" fmla="*/ 29 h 75"/>
                  <a:gd name="T22" fmla="*/ 29 w 70"/>
                  <a:gd name="T23" fmla="*/ 12 h 75"/>
                  <a:gd name="T24" fmla="*/ 68 w 70"/>
                  <a:gd name="T25" fmla="*/ 12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0" h="75">
                    <a:moveTo>
                      <a:pt x="68" y="12"/>
                    </a:moveTo>
                    <a:lnTo>
                      <a:pt x="70" y="0"/>
                    </a:lnTo>
                    <a:lnTo>
                      <a:pt x="16" y="0"/>
                    </a:lnTo>
                    <a:lnTo>
                      <a:pt x="0" y="75"/>
                    </a:lnTo>
                    <a:lnTo>
                      <a:pt x="58" y="75"/>
                    </a:lnTo>
                    <a:lnTo>
                      <a:pt x="60" y="63"/>
                    </a:lnTo>
                    <a:lnTo>
                      <a:pt x="16" y="63"/>
                    </a:lnTo>
                    <a:lnTo>
                      <a:pt x="22" y="42"/>
                    </a:lnTo>
                    <a:lnTo>
                      <a:pt x="60" y="42"/>
                    </a:lnTo>
                    <a:lnTo>
                      <a:pt x="62" y="29"/>
                    </a:lnTo>
                    <a:lnTo>
                      <a:pt x="24" y="29"/>
                    </a:lnTo>
                    <a:lnTo>
                      <a:pt x="29" y="12"/>
                    </a:lnTo>
                    <a:lnTo>
                      <a:pt x="68" y="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8" name="îṡlîďe"/>
              <p:cNvSpPr/>
              <p:nvPr/>
            </p:nvSpPr>
            <p:spPr bwMode="auto">
              <a:xfrm>
                <a:off x="8145463" y="3521075"/>
                <a:ext cx="115888" cy="119063"/>
              </a:xfrm>
              <a:custGeom>
                <a:avLst/>
                <a:gdLst>
                  <a:gd name="T0" fmla="*/ 30 w 35"/>
                  <a:gd name="T1" fmla="*/ 1 h 36"/>
                  <a:gd name="T2" fmla="*/ 24 w 35"/>
                  <a:gd name="T3" fmla="*/ 0 h 36"/>
                  <a:gd name="T4" fmla="*/ 8 w 35"/>
                  <a:gd name="T5" fmla="*/ 0 h 36"/>
                  <a:gd name="T6" fmla="*/ 0 w 35"/>
                  <a:gd name="T7" fmla="*/ 36 h 36"/>
                  <a:gd name="T8" fmla="*/ 8 w 35"/>
                  <a:gd name="T9" fmla="*/ 36 h 36"/>
                  <a:gd name="T10" fmla="*/ 11 w 35"/>
                  <a:gd name="T11" fmla="*/ 21 h 36"/>
                  <a:gd name="T12" fmla="*/ 14 w 35"/>
                  <a:gd name="T13" fmla="*/ 21 h 36"/>
                  <a:gd name="T14" fmla="*/ 17 w 35"/>
                  <a:gd name="T15" fmla="*/ 22 h 36"/>
                  <a:gd name="T16" fmla="*/ 21 w 35"/>
                  <a:gd name="T17" fmla="*/ 26 h 36"/>
                  <a:gd name="T18" fmla="*/ 24 w 35"/>
                  <a:gd name="T19" fmla="*/ 36 h 36"/>
                  <a:gd name="T20" fmla="*/ 32 w 35"/>
                  <a:gd name="T21" fmla="*/ 36 h 36"/>
                  <a:gd name="T22" fmla="*/ 27 w 35"/>
                  <a:gd name="T23" fmla="*/ 24 h 36"/>
                  <a:gd name="T24" fmla="*/ 24 w 35"/>
                  <a:gd name="T25" fmla="*/ 21 h 36"/>
                  <a:gd name="T26" fmla="*/ 32 w 35"/>
                  <a:gd name="T27" fmla="*/ 17 h 36"/>
                  <a:gd name="T28" fmla="*/ 35 w 35"/>
                  <a:gd name="T29" fmla="*/ 9 h 36"/>
                  <a:gd name="T30" fmla="*/ 34 w 35"/>
                  <a:gd name="T31" fmla="*/ 4 h 36"/>
                  <a:gd name="T32" fmla="*/ 30 w 35"/>
                  <a:gd name="T33" fmla="*/ 1 h 36"/>
                  <a:gd name="T34" fmla="*/ 27 w 35"/>
                  <a:gd name="T35" fmla="*/ 13 h 36"/>
                  <a:gd name="T36" fmla="*/ 24 w 35"/>
                  <a:gd name="T37" fmla="*/ 15 h 36"/>
                  <a:gd name="T38" fmla="*/ 16 w 35"/>
                  <a:gd name="T39" fmla="*/ 16 h 36"/>
                  <a:gd name="T40" fmla="*/ 12 w 35"/>
                  <a:gd name="T41" fmla="*/ 16 h 36"/>
                  <a:gd name="T42" fmla="*/ 14 w 35"/>
                  <a:gd name="T43" fmla="*/ 6 h 36"/>
                  <a:gd name="T44" fmla="*/ 22 w 35"/>
                  <a:gd name="T45" fmla="*/ 6 h 36"/>
                  <a:gd name="T46" fmla="*/ 26 w 35"/>
                  <a:gd name="T47" fmla="*/ 7 h 36"/>
                  <a:gd name="T48" fmla="*/ 28 w 35"/>
                  <a:gd name="T49" fmla="*/ 10 h 36"/>
                  <a:gd name="T50" fmla="*/ 27 w 35"/>
                  <a:gd name="T51" fmla="*/ 1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35" h="36">
                    <a:moveTo>
                      <a:pt x="30" y="1"/>
                    </a:moveTo>
                    <a:cubicBezTo>
                      <a:pt x="28" y="0"/>
                      <a:pt x="26" y="0"/>
                      <a:pt x="24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8" y="36"/>
                      <a:pt x="8" y="36"/>
                      <a:pt x="8" y="36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5" y="21"/>
                      <a:pt x="17" y="21"/>
                      <a:pt x="17" y="22"/>
                    </a:cubicBezTo>
                    <a:cubicBezTo>
                      <a:pt x="18" y="22"/>
                      <a:pt x="20" y="24"/>
                      <a:pt x="21" y="26"/>
                    </a:cubicBezTo>
                    <a:cubicBezTo>
                      <a:pt x="22" y="31"/>
                      <a:pt x="24" y="34"/>
                      <a:pt x="24" y="36"/>
                    </a:cubicBezTo>
                    <a:cubicBezTo>
                      <a:pt x="32" y="36"/>
                      <a:pt x="32" y="36"/>
                      <a:pt x="32" y="36"/>
                    </a:cubicBezTo>
                    <a:cubicBezTo>
                      <a:pt x="30" y="31"/>
                      <a:pt x="28" y="27"/>
                      <a:pt x="27" y="24"/>
                    </a:cubicBezTo>
                    <a:cubicBezTo>
                      <a:pt x="26" y="23"/>
                      <a:pt x="25" y="21"/>
                      <a:pt x="24" y="21"/>
                    </a:cubicBezTo>
                    <a:cubicBezTo>
                      <a:pt x="28" y="20"/>
                      <a:pt x="30" y="19"/>
                      <a:pt x="32" y="17"/>
                    </a:cubicBezTo>
                    <a:cubicBezTo>
                      <a:pt x="34" y="15"/>
                      <a:pt x="35" y="13"/>
                      <a:pt x="35" y="9"/>
                    </a:cubicBezTo>
                    <a:cubicBezTo>
                      <a:pt x="35" y="7"/>
                      <a:pt x="34" y="6"/>
                      <a:pt x="34" y="4"/>
                    </a:cubicBezTo>
                    <a:cubicBezTo>
                      <a:pt x="33" y="3"/>
                      <a:pt x="31" y="2"/>
                      <a:pt x="30" y="1"/>
                    </a:cubicBezTo>
                    <a:close/>
                    <a:moveTo>
                      <a:pt x="27" y="13"/>
                    </a:moveTo>
                    <a:cubicBezTo>
                      <a:pt x="26" y="14"/>
                      <a:pt x="25" y="14"/>
                      <a:pt x="24" y="15"/>
                    </a:cubicBezTo>
                    <a:cubicBezTo>
                      <a:pt x="22" y="15"/>
                      <a:pt x="20" y="16"/>
                      <a:pt x="16" y="16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22" y="6"/>
                      <a:pt x="22" y="6"/>
                      <a:pt x="22" y="6"/>
                    </a:cubicBezTo>
                    <a:cubicBezTo>
                      <a:pt x="24" y="6"/>
                      <a:pt x="25" y="6"/>
                      <a:pt x="26" y="7"/>
                    </a:cubicBezTo>
                    <a:cubicBezTo>
                      <a:pt x="27" y="7"/>
                      <a:pt x="28" y="8"/>
                      <a:pt x="28" y="10"/>
                    </a:cubicBezTo>
                    <a:cubicBezTo>
                      <a:pt x="28" y="11"/>
                      <a:pt x="27" y="12"/>
                      <a:pt x="27" y="1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9" name="ïşľîḍé"/>
              <p:cNvSpPr/>
              <p:nvPr/>
            </p:nvSpPr>
            <p:spPr bwMode="auto">
              <a:xfrm>
                <a:off x="8267701" y="3521075"/>
                <a:ext cx="98425" cy="119063"/>
              </a:xfrm>
              <a:custGeom>
                <a:avLst/>
                <a:gdLst>
                  <a:gd name="T0" fmla="*/ 17 w 30"/>
                  <a:gd name="T1" fmla="*/ 5 h 36"/>
                  <a:gd name="T2" fmla="*/ 22 w 30"/>
                  <a:gd name="T3" fmla="*/ 7 h 36"/>
                  <a:gd name="T4" fmla="*/ 23 w 30"/>
                  <a:gd name="T5" fmla="*/ 11 h 36"/>
                  <a:gd name="T6" fmla="*/ 30 w 30"/>
                  <a:gd name="T7" fmla="*/ 10 h 36"/>
                  <a:gd name="T8" fmla="*/ 27 w 30"/>
                  <a:gd name="T9" fmla="*/ 3 h 36"/>
                  <a:gd name="T10" fmla="*/ 17 w 30"/>
                  <a:gd name="T11" fmla="*/ 0 h 36"/>
                  <a:gd name="T12" fmla="*/ 8 w 30"/>
                  <a:gd name="T13" fmla="*/ 3 h 36"/>
                  <a:gd name="T14" fmla="*/ 4 w 30"/>
                  <a:gd name="T15" fmla="*/ 10 h 36"/>
                  <a:gd name="T16" fmla="*/ 6 w 30"/>
                  <a:gd name="T17" fmla="*/ 14 h 36"/>
                  <a:gd name="T18" fmla="*/ 8 w 30"/>
                  <a:gd name="T19" fmla="*/ 18 h 36"/>
                  <a:gd name="T20" fmla="*/ 15 w 30"/>
                  <a:gd name="T21" fmla="*/ 21 h 36"/>
                  <a:gd name="T22" fmla="*/ 20 w 30"/>
                  <a:gd name="T23" fmla="*/ 23 h 36"/>
                  <a:gd name="T24" fmla="*/ 21 w 30"/>
                  <a:gd name="T25" fmla="*/ 26 h 36"/>
                  <a:gd name="T26" fmla="*/ 19 w 30"/>
                  <a:gd name="T27" fmla="*/ 29 h 36"/>
                  <a:gd name="T28" fmla="*/ 14 w 30"/>
                  <a:gd name="T29" fmla="*/ 30 h 36"/>
                  <a:gd name="T30" fmla="*/ 8 w 30"/>
                  <a:gd name="T31" fmla="*/ 28 h 36"/>
                  <a:gd name="T32" fmla="*/ 7 w 30"/>
                  <a:gd name="T33" fmla="*/ 24 h 36"/>
                  <a:gd name="T34" fmla="*/ 0 w 30"/>
                  <a:gd name="T35" fmla="*/ 24 h 36"/>
                  <a:gd name="T36" fmla="*/ 1 w 30"/>
                  <a:gd name="T37" fmla="*/ 30 h 36"/>
                  <a:gd name="T38" fmla="*/ 6 w 30"/>
                  <a:gd name="T39" fmla="*/ 35 h 36"/>
                  <a:gd name="T40" fmla="*/ 14 w 30"/>
                  <a:gd name="T41" fmla="*/ 36 h 36"/>
                  <a:gd name="T42" fmla="*/ 24 w 30"/>
                  <a:gd name="T43" fmla="*/ 33 h 36"/>
                  <a:gd name="T44" fmla="*/ 28 w 30"/>
                  <a:gd name="T45" fmla="*/ 25 h 36"/>
                  <a:gd name="T46" fmla="*/ 26 w 30"/>
                  <a:gd name="T47" fmla="*/ 19 h 36"/>
                  <a:gd name="T48" fmla="*/ 18 w 30"/>
                  <a:gd name="T49" fmla="*/ 14 h 36"/>
                  <a:gd name="T50" fmla="*/ 13 w 30"/>
                  <a:gd name="T51" fmla="*/ 12 h 36"/>
                  <a:gd name="T52" fmla="*/ 11 w 30"/>
                  <a:gd name="T53" fmla="*/ 9 h 36"/>
                  <a:gd name="T54" fmla="*/ 13 w 30"/>
                  <a:gd name="T55" fmla="*/ 6 h 36"/>
                  <a:gd name="T56" fmla="*/ 17 w 30"/>
                  <a:gd name="T57" fmla="*/ 5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30" h="36">
                    <a:moveTo>
                      <a:pt x="17" y="5"/>
                    </a:moveTo>
                    <a:cubicBezTo>
                      <a:pt x="19" y="5"/>
                      <a:pt x="21" y="6"/>
                      <a:pt x="22" y="7"/>
                    </a:cubicBezTo>
                    <a:cubicBezTo>
                      <a:pt x="23" y="8"/>
                      <a:pt x="23" y="9"/>
                      <a:pt x="23" y="11"/>
                    </a:cubicBezTo>
                    <a:cubicBezTo>
                      <a:pt x="30" y="10"/>
                      <a:pt x="30" y="10"/>
                      <a:pt x="30" y="10"/>
                    </a:cubicBezTo>
                    <a:cubicBezTo>
                      <a:pt x="30" y="7"/>
                      <a:pt x="29" y="4"/>
                      <a:pt x="27" y="3"/>
                    </a:cubicBezTo>
                    <a:cubicBezTo>
                      <a:pt x="24" y="1"/>
                      <a:pt x="21" y="0"/>
                      <a:pt x="17" y="0"/>
                    </a:cubicBezTo>
                    <a:cubicBezTo>
                      <a:pt x="13" y="0"/>
                      <a:pt x="10" y="1"/>
                      <a:pt x="8" y="3"/>
                    </a:cubicBezTo>
                    <a:cubicBezTo>
                      <a:pt x="5" y="5"/>
                      <a:pt x="4" y="7"/>
                      <a:pt x="4" y="10"/>
                    </a:cubicBezTo>
                    <a:cubicBezTo>
                      <a:pt x="4" y="12"/>
                      <a:pt x="5" y="13"/>
                      <a:pt x="6" y="14"/>
                    </a:cubicBezTo>
                    <a:cubicBezTo>
                      <a:pt x="6" y="16"/>
                      <a:pt x="7" y="17"/>
                      <a:pt x="8" y="18"/>
                    </a:cubicBezTo>
                    <a:cubicBezTo>
                      <a:pt x="10" y="18"/>
                      <a:pt x="12" y="19"/>
                      <a:pt x="15" y="21"/>
                    </a:cubicBezTo>
                    <a:cubicBezTo>
                      <a:pt x="17" y="22"/>
                      <a:pt x="19" y="23"/>
                      <a:pt x="20" y="23"/>
                    </a:cubicBezTo>
                    <a:cubicBezTo>
                      <a:pt x="20" y="24"/>
                      <a:pt x="21" y="25"/>
                      <a:pt x="21" y="26"/>
                    </a:cubicBezTo>
                    <a:cubicBezTo>
                      <a:pt x="21" y="27"/>
                      <a:pt x="20" y="28"/>
                      <a:pt x="19" y="29"/>
                    </a:cubicBezTo>
                    <a:cubicBezTo>
                      <a:pt x="18" y="30"/>
                      <a:pt x="16" y="30"/>
                      <a:pt x="14" y="30"/>
                    </a:cubicBezTo>
                    <a:cubicBezTo>
                      <a:pt x="11" y="30"/>
                      <a:pt x="9" y="30"/>
                      <a:pt x="8" y="28"/>
                    </a:cubicBezTo>
                    <a:cubicBezTo>
                      <a:pt x="8" y="28"/>
                      <a:pt x="7" y="26"/>
                      <a:pt x="7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27"/>
                      <a:pt x="0" y="29"/>
                      <a:pt x="1" y="30"/>
                    </a:cubicBezTo>
                    <a:cubicBezTo>
                      <a:pt x="2" y="32"/>
                      <a:pt x="4" y="34"/>
                      <a:pt x="6" y="35"/>
                    </a:cubicBezTo>
                    <a:cubicBezTo>
                      <a:pt x="8" y="36"/>
                      <a:pt x="11" y="36"/>
                      <a:pt x="14" y="36"/>
                    </a:cubicBezTo>
                    <a:cubicBezTo>
                      <a:pt x="18" y="36"/>
                      <a:pt x="22" y="35"/>
                      <a:pt x="24" y="33"/>
                    </a:cubicBezTo>
                    <a:cubicBezTo>
                      <a:pt x="27" y="31"/>
                      <a:pt x="28" y="28"/>
                      <a:pt x="28" y="25"/>
                    </a:cubicBezTo>
                    <a:cubicBezTo>
                      <a:pt x="28" y="22"/>
                      <a:pt x="27" y="20"/>
                      <a:pt x="26" y="19"/>
                    </a:cubicBezTo>
                    <a:cubicBezTo>
                      <a:pt x="25" y="18"/>
                      <a:pt x="22" y="16"/>
                      <a:pt x="18" y="14"/>
                    </a:cubicBezTo>
                    <a:cubicBezTo>
                      <a:pt x="15" y="13"/>
                      <a:pt x="13" y="12"/>
                      <a:pt x="13" y="12"/>
                    </a:cubicBezTo>
                    <a:cubicBezTo>
                      <a:pt x="12" y="11"/>
                      <a:pt x="11" y="10"/>
                      <a:pt x="11" y="9"/>
                    </a:cubicBezTo>
                    <a:cubicBezTo>
                      <a:pt x="11" y="8"/>
                      <a:pt x="12" y="7"/>
                      <a:pt x="13" y="6"/>
                    </a:cubicBezTo>
                    <a:cubicBezTo>
                      <a:pt x="14" y="6"/>
                      <a:pt x="15" y="5"/>
                      <a:pt x="17" y="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0" name="îṩľîďe"/>
              <p:cNvSpPr/>
              <p:nvPr/>
            </p:nvSpPr>
            <p:spPr bwMode="auto">
              <a:xfrm>
                <a:off x="8374063" y="3521075"/>
                <a:ext cx="46038" cy="119063"/>
              </a:xfrm>
              <a:custGeom>
                <a:avLst/>
                <a:gdLst>
                  <a:gd name="T0" fmla="*/ 0 w 29"/>
                  <a:gd name="T1" fmla="*/ 75 h 75"/>
                  <a:gd name="T2" fmla="*/ 14 w 29"/>
                  <a:gd name="T3" fmla="*/ 75 h 75"/>
                  <a:gd name="T4" fmla="*/ 29 w 29"/>
                  <a:gd name="T5" fmla="*/ 0 h 75"/>
                  <a:gd name="T6" fmla="*/ 14 w 29"/>
                  <a:gd name="T7" fmla="*/ 0 h 75"/>
                  <a:gd name="T8" fmla="*/ 0 w 29"/>
                  <a:gd name="T9" fmla="*/ 75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75">
                    <a:moveTo>
                      <a:pt x="0" y="75"/>
                    </a:moveTo>
                    <a:lnTo>
                      <a:pt x="14" y="75"/>
                    </a:lnTo>
                    <a:lnTo>
                      <a:pt x="29" y="0"/>
                    </a:lnTo>
                    <a:lnTo>
                      <a:pt x="14" y="0"/>
                    </a:lnTo>
                    <a:lnTo>
                      <a:pt x="0" y="7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1" name="iS1idè"/>
              <p:cNvSpPr/>
              <p:nvPr/>
            </p:nvSpPr>
            <p:spPr bwMode="auto">
              <a:xfrm>
                <a:off x="8432801" y="3521075"/>
                <a:ext cx="95250" cy="119063"/>
              </a:xfrm>
              <a:custGeom>
                <a:avLst/>
                <a:gdLst>
                  <a:gd name="T0" fmla="*/ 0 w 60"/>
                  <a:gd name="T1" fmla="*/ 12 h 75"/>
                  <a:gd name="T2" fmla="*/ 21 w 60"/>
                  <a:gd name="T3" fmla="*/ 12 h 75"/>
                  <a:gd name="T4" fmla="*/ 8 w 60"/>
                  <a:gd name="T5" fmla="*/ 75 h 75"/>
                  <a:gd name="T6" fmla="*/ 23 w 60"/>
                  <a:gd name="T7" fmla="*/ 75 h 75"/>
                  <a:gd name="T8" fmla="*/ 35 w 60"/>
                  <a:gd name="T9" fmla="*/ 12 h 75"/>
                  <a:gd name="T10" fmla="*/ 58 w 60"/>
                  <a:gd name="T11" fmla="*/ 12 h 75"/>
                  <a:gd name="T12" fmla="*/ 60 w 60"/>
                  <a:gd name="T13" fmla="*/ 0 h 75"/>
                  <a:gd name="T14" fmla="*/ 2 w 60"/>
                  <a:gd name="T15" fmla="*/ 0 h 75"/>
                  <a:gd name="T16" fmla="*/ 0 w 60"/>
                  <a:gd name="T17" fmla="*/ 12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0" h="75">
                    <a:moveTo>
                      <a:pt x="0" y="12"/>
                    </a:moveTo>
                    <a:lnTo>
                      <a:pt x="21" y="12"/>
                    </a:lnTo>
                    <a:lnTo>
                      <a:pt x="8" y="75"/>
                    </a:lnTo>
                    <a:lnTo>
                      <a:pt x="23" y="75"/>
                    </a:lnTo>
                    <a:lnTo>
                      <a:pt x="35" y="12"/>
                    </a:lnTo>
                    <a:lnTo>
                      <a:pt x="58" y="12"/>
                    </a:lnTo>
                    <a:lnTo>
                      <a:pt x="60" y="0"/>
                    </a:lnTo>
                    <a:lnTo>
                      <a:pt x="2" y="0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2" name="iṣḷîḋe"/>
              <p:cNvSpPr/>
              <p:nvPr/>
            </p:nvSpPr>
            <p:spPr bwMode="auto">
              <a:xfrm>
                <a:off x="8531226" y="3521075"/>
                <a:ext cx="109538" cy="119063"/>
              </a:xfrm>
              <a:custGeom>
                <a:avLst/>
                <a:gdLst>
                  <a:gd name="T0" fmla="*/ 25 w 33"/>
                  <a:gd name="T1" fmla="*/ 0 h 36"/>
                  <a:gd name="T2" fmla="*/ 19 w 33"/>
                  <a:gd name="T3" fmla="*/ 7 h 36"/>
                  <a:gd name="T4" fmla="*/ 16 w 33"/>
                  <a:gd name="T5" fmla="*/ 12 h 36"/>
                  <a:gd name="T6" fmla="*/ 14 w 33"/>
                  <a:gd name="T7" fmla="*/ 15 h 36"/>
                  <a:gd name="T8" fmla="*/ 12 w 33"/>
                  <a:gd name="T9" fmla="*/ 10 h 36"/>
                  <a:gd name="T10" fmla="*/ 8 w 33"/>
                  <a:gd name="T11" fmla="*/ 0 h 36"/>
                  <a:gd name="T12" fmla="*/ 0 w 33"/>
                  <a:gd name="T13" fmla="*/ 0 h 36"/>
                  <a:gd name="T14" fmla="*/ 10 w 33"/>
                  <a:gd name="T15" fmla="*/ 22 h 36"/>
                  <a:gd name="T16" fmla="*/ 7 w 33"/>
                  <a:gd name="T17" fmla="*/ 36 h 36"/>
                  <a:gd name="T18" fmla="*/ 14 w 33"/>
                  <a:gd name="T19" fmla="*/ 36 h 36"/>
                  <a:gd name="T20" fmla="*/ 17 w 33"/>
                  <a:gd name="T21" fmla="*/ 23 h 36"/>
                  <a:gd name="T22" fmla="*/ 33 w 33"/>
                  <a:gd name="T23" fmla="*/ 0 h 36"/>
                  <a:gd name="T24" fmla="*/ 25 w 33"/>
                  <a:gd name="T25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3" h="36">
                    <a:moveTo>
                      <a:pt x="25" y="0"/>
                    </a:moveTo>
                    <a:cubicBezTo>
                      <a:pt x="19" y="7"/>
                      <a:pt x="19" y="7"/>
                      <a:pt x="19" y="7"/>
                    </a:cubicBezTo>
                    <a:cubicBezTo>
                      <a:pt x="16" y="12"/>
                      <a:pt x="16" y="12"/>
                      <a:pt x="16" y="12"/>
                    </a:cubicBezTo>
                    <a:cubicBezTo>
                      <a:pt x="15" y="13"/>
                      <a:pt x="15" y="14"/>
                      <a:pt x="14" y="15"/>
                    </a:cubicBezTo>
                    <a:cubicBezTo>
                      <a:pt x="14" y="14"/>
                      <a:pt x="13" y="13"/>
                      <a:pt x="12" y="1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0" y="22"/>
                      <a:pt x="10" y="22"/>
                      <a:pt x="10" y="22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33" y="0"/>
                      <a:pt x="33" y="0"/>
                      <a:pt x="33" y="0"/>
                    </a:cubicBez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3275" y="393486"/>
            <a:ext cx="8970989" cy="663575"/>
          </a:xfrm>
          <a:prstGeom prst="rect">
            <a:avLst/>
          </a:prstGeom>
        </p:spPr>
        <p:txBody>
          <a:bodyPr lIns="0"/>
          <a:lstStyle>
            <a:lvl1pPr>
              <a:defRPr sz="3600" b="1">
                <a:solidFill>
                  <a:schemeClr val="accent2"/>
                </a:solidFill>
                <a:latin typeface="方正小标宋简体" panose="03000509000000000000" pitchFamily="2" charset="-122"/>
                <a:ea typeface="方正小标宋简体" panose="03000509000000000000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245" name="组合 244"/>
          <p:cNvGrpSpPr/>
          <p:nvPr userDrawn="1"/>
        </p:nvGrpSpPr>
        <p:grpSpPr>
          <a:xfrm>
            <a:off x="9895088" y="468793"/>
            <a:ext cx="1480571" cy="458860"/>
            <a:chOff x="2558030" y="228446"/>
            <a:chExt cx="6774643" cy="2099603"/>
          </a:xfrm>
        </p:grpSpPr>
        <p:grpSp>
          <p:nvGrpSpPr>
            <p:cNvPr id="246" name="íšḻîďê"/>
            <p:cNvGrpSpPr/>
            <p:nvPr userDrawn="1"/>
          </p:nvGrpSpPr>
          <p:grpSpPr>
            <a:xfrm>
              <a:off x="2558030" y="228446"/>
              <a:ext cx="2085857" cy="2099603"/>
              <a:chOff x="3551238" y="3067050"/>
              <a:chExt cx="722313" cy="727075"/>
            </a:xfrm>
          </p:grpSpPr>
          <p:sp>
            <p:nvSpPr>
              <p:cNvPr id="276" name="ïş1íḍê"/>
              <p:cNvSpPr/>
              <p:nvPr/>
            </p:nvSpPr>
            <p:spPr bwMode="auto">
              <a:xfrm>
                <a:off x="3575051" y="3087688"/>
                <a:ext cx="673100" cy="679450"/>
              </a:xfrm>
              <a:custGeom>
                <a:avLst/>
                <a:gdLst>
                  <a:gd name="T0" fmla="*/ 102 w 204"/>
                  <a:gd name="T1" fmla="*/ 0 h 204"/>
                  <a:gd name="T2" fmla="*/ 204 w 204"/>
                  <a:gd name="T3" fmla="*/ 102 h 204"/>
                  <a:gd name="T4" fmla="*/ 102 w 204"/>
                  <a:gd name="T5" fmla="*/ 204 h 204"/>
                  <a:gd name="T6" fmla="*/ 0 w 204"/>
                  <a:gd name="T7" fmla="*/ 102 h 204"/>
                  <a:gd name="T8" fmla="*/ 102 w 204"/>
                  <a:gd name="T9" fmla="*/ 0 h 204"/>
                  <a:gd name="T10" fmla="*/ 102 w 204"/>
                  <a:gd name="T11" fmla="*/ 25 h 204"/>
                  <a:gd name="T12" fmla="*/ 24 w 204"/>
                  <a:gd name="T13" fmla="*/ 103 h 204"/>
                  <a:gd name="T14" fmla="*/ 102 w 204"/>
                  <a:gd name="T15" fmla="*/ 181 h 204"/>
                  <a:gd name="T16" fmla="*/ 180 w 204"/>
                  <a:gd name="T17" fmla="*/ 103 h 204"/>
                  <a:gd name="T18" fmla="*/ 102 w 204"/>
                  <a:gd name="T19" fmla="*/ 25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4" h="204">
                    <a:moveTo>
                      <a:pt x="102" y="0"/>
                    </a:moveTo>
                    <a:cubicBezTo>
                      <a:pt x="159" y="0"/>
                      <a:pt x="204" y="46"/>
                      <a:pt x="204" y="102"/>
                    </a:cubicBezTo>
                    <a:cubicBezTo>
                      <a:pt x="204" y="158"/>
                      <a:pt x="159" y="204"/>
                      <a:pt x="102" y="204"/>
                    </a:cubicBezTo>
                    <a:cubicBezTo>
                      <a:pt x="46" y="204"/>
                      <a:pt x="0" y="158"/>
                      <a:pt x="0" y="102"/>
                    </a:cubicBezTo>
                    <a:cubicBezTo>
                      <a:pt x="0" y="46"/>
                      <a:pt x="46" y="0"/>
                      <a:pt x="102" y="0"/>
                    </a:cubicBezTo>
                    <a:close/>
                    <a:moveTo>
                      <a:pt x="102" y="25"/>
                    </a:moveTo>
                    <a:cubicBezTo>
                      <a:pt x="59" y="25"/>
                      <a:pt x="24" y="60"/>
                      <a:pt x="24" y="103"/>
                    </a:cubicBezTo>
                    <a:cubicBezTo>
                      <a:pt x="24" y="146"/>
                      <a:pt x="59" y="181"/>
                      <a:pt x="102" y="181"/>
                    </a:cubicBezTo>
                    <a:cubicBezTo>
                      <a:pt x="145" y="181"/>
                      <a:pt x="180" y="146"/>
                      <a:pt x="180" y="103"/>
                    </a:cubicBezTo>
                    <a:cubicBezTo>
                      <a:pt x="180" y="60"/>
                      <a:pt x="145" y="25"/>
                      <a:pt x="102" y="25"/>
                    </a:cubicBezTo>
                    <a:close/>
                  </a:path>
                </a:pathLst>
              </a:custGeom>
              <a:solidFill>
                <a:srgbClr val="0052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7" name="íšḻïḍè"/>
              <p:cNvSpPr/>
              <p:nvPr/>
            </p:nvSpPr>
            <p:spPr bwMode="auto">
              <a:xfrm>
                <a:off x="3621088" y="3103563"/>
                <a:ext cx="584200" cy="203200"/>
              </a:xfrm>
              <a:custGeom>
                <a:avLst/>
                <a:gdLst>
                  <a:gd name="T0" fmla="*/ 8 w 177"/>
                  <a:gd name="T1" fmla="*/ 53 h 61"/>
                  <a:gd name="T2" fmla="*/ 0 w 177"/>
                  <a:gd name="T3" fmla="*/ 56 h 61"/>
                  <a:gd name="T4" fmla="*/ 5 w 177"/>
                  <a:gd name="T5" fmla="*/ 52 h 61"/>
                  <a:gd name="T6" fmla="*/ 4 w 177"/>
                  <a:gd name="T7" fmla="*/ 50 h 61"/>
                  <a:gd name="T8" fmla="*/ 5 w 177"/>
                  <a:gd name="T9" fmla="*/ 48 h 61"/>
                  <a:gd name="T10" fmla="*/ 10 w 177"/>
                  <a:gd name="T11" fmla="*/ 41 h 61"/>
                  <a:gd name="T12" fmla="*/ 17 w 177"/>
                  <a:gd name="T13" fmla="*/ 50 h 61"/>
                  <a:gd name="T14" fmla="*/ 14 w 177"/>
                  <a:gd name="T15" fmla="*/ 35 h 61"/>
                  <a:gd name="T16" fmla="*/ 23 w 177"/>
                  <a:gd name="T17" fmla="*/ 46 h 61"/>
                  <a:gd name="T18" fmla="*/ 31 w 177"/>
                  <a:gd name="T19" fmla="*/ 38 h 61"/>
                  <a:gd name="T20" fmla="*/ 29 w 177"/>
                  <a:gd name="T21" fmla="*/ 40 h 61"/>
                  <a:gd name="T22" fmla="*/ 18 w 177"/>
                  <a:gd name="T23" fmla="*/ 32 h 61"/>
                  <a:gd name="T24" fmla="*/ 19 w 177"/>
                  <a:gd name="T25" fmla="*/ 30 h 61"/>
                  <a:gd name="T26" fmla="*/ 21 w 177"/>
                  <a:gd name="T27" fmla="*/ 27 h 61"/>
                  <a:gd name="T28" fmla="*/ 41 w 177"/>
                  <a:gd name="T29" fmla="*/ 29 h 61"/>
                  <a:gd name="T30" fmla="*/ 43 w 177"/>
                  <a:gd name="T31" fmla="*/ 29 h 61"/>
                  <a:gd name="T32" fmla="*/ 35 w 177"/>
                  <a:gd name="T33" fmla="*/ 35 h 61"/>
                  <a:gd name="T34" fmla="*/ 31 w 177"/>
                  <a:gd name="T35" fmla="*/ 21 h 61"/>
                  <a:gd name="T36" fmla="*/ 46 w 177"/>
                  <a:gd name="T37" fmla="*/ 11 h 61"/>
                  <a:gd name="T38" fmla="*/ 47 w 177"/>
                  <a:gd name="T39" fmla="*/ 11 h 61"/>
                  <a:gd name="T40" fmla="*/ 47 w 177"/>
                  <a:gd name="T41" fmla="*/ 26 h 61"/>
                  <a:gd name="T42" fmla="*/ 39 w 177"/>
                  <a:gd name="T43" fmla="*/ 15 h 61"/>
                  <a:gd name="T44" fmla="*/ 72 w 177"/>
                  <a:gd name="T45" fmla="*/ 16 h 61"/>
                  <a:gd name="T46" fmla="*/ 71 w 177"/>
                  <a:gd name="T47" fmla="*/ 2 h 61"/>
                  <a:gd name="T48" fmla="*/ 65 w 177"/>
                  <a:gd name="T49" fmla="*/ 15 h 61"/>
                  <a:gd name="T50" fmla="*/ 64 w 177"/>
                  <a:gd name="T51" fmla="*/ 4 h 61"/>
                  <a:gd name="T52" fmla="*/ 84 w 177"/>
                  <a:gd name="T53" fmla="*/ 1 h 61"/>
                  <a:gd name="T54" fmla="*/ 84 w 177"/>
                  <a:gd name="T55" fmla="*/ 1 h 61"/>
                  <a:gd name="T56" fmla="*/ 78 w 177"/>
                  <a:gd name="T57" fmla="*/ 16 h 61"/>
                  <a:gd name="T58" fmla="*/ 77 w 177"/>
                  <a:gd name="T59" fmla="*/ 15 h 61"/>
                  <a:gd name="T60" fmla="*/ 90 w 177"/>
                  <a:gd name="T61" fmla="*/ 1 h 61"/>
                  <a:gd name="T62" fmla="*/ 94 w 177"/>
                  <a:gd name="T63" fmla="*/ 15 h 61"/>
                  <a:gd name="T64" fmla="*/ 92 w 177"/>
                  <a:gd name="T65" fmla="*/ 15 h 61"/>
                  <a:gd name="T66" fmla="*/ 113 w 177"/>
                  <a:gd name="T67" fmla="*/ 3 h 61"/>
                  <a:gd name="T68" fmla="*/ 102 w 177"/>
                  <a:gd name="T69" fmla="*/ 2 h 61"/>
                  <a:gd name="T70" fmla="*/ 105 w 177"/>
                  <a:gd name="T71" fmla="*/ 14 h 61"/>
                  <a:gd name="T72" fmla="*/ 117 w 177"/>
                  <a:gd name="T73" fmla="*/ 5 h 61"/>
                  <a:gd name="T74" fmla="*/ 122 w 177"/>
                  <a:gd name="T75" fmla="*/ 19 h 61"/>
                  <a:gd name="T76" fmla="*/ 119 w 177"/>
                  <a:gd name="T77" fmla="*/ 13 h 61"/>
                  <a:gd name="T78" fmla="*/ 121 w 177"/>
                  <a:gd name="T79" fmla="*/ 12 h 61"/>
                  <a:gd name="T80" fmla="*/ 124 w 177"/>
                  <a:gd name="T81" fmla="*/ 10 h 61"/>
                  <a:gd name="T82" fmla="*/ 131 w 177"/>
                  <a:gd name="T83" fmla="*/ 26 h 61"/>
                  <a:gd name="T84" fmla="*/ 126 w 177"/>
                  <a:gd name="T85" fmla="*/ 23 h 61"/>
                  <a:gd name="T86" fmla="*/ 124 w 177"/>
                  <a:gd name="T87" fmla="*/ 23 h 61"/>
                  <a:gd name="T88" fmla="*/ 137 w 177"/>
                  <a:gd name="T89" fmla="*/ 14 h 61"/>
                  <a:gd name="T90" fmla="*/ 133 w 177"/>
                  <a:gd name="T91" fmla="*/ 11 h 61"/>
                  <a:gd name="T92" fmla="*/ 137 w 177"/>
                  <a:gd name="T93" fmla="*/ 32 h 61"/>
                  <a:gd name="T94" fmla="*/ 137 w 177"/>
                  <a:gd name="T95" fmla="*/ 32 h 61"/>
                  <a:gd name="T96" fmla="*/ 145 w 177"/>
                  <a:gd name="T97" fmla="*/ 19 h 61"/>
                  <a:gd name="T98" fmla="*/ 146 w 177"/>
                  <a:gd name="T99" fmla="*/ 19 h 61"/>
                  <a:gd name="T100" fmla="*/ 159 w 177"/>
                  <a:gd name="T101" fmla="*/ 31 h 61"/>
                  <a:gd name="T102" fmla="*/ 149 w 177"/>
                  <a:gd name="T103" fmla="*/ 42 h 61"/>
                  <a:gd name="T104" fmla="*/ 155 w 177"/>
                  <a:gd name="T105" fmla="*/ 27 h 61"/>
                  <a:gd name="T106" fmla="*/ 166 w 177"/>
                  <a:gd name="T107" fmla="*/ 40 h 61"/>
                  <a:gd name="T108" fmla="*/ 160 w 177"/>
                  <a:gd name="T109" fmla="*/ 37 h 61"/>
                  <a:gd name="T110" fmla="*/ 153 w 177"/>
                  <a:gd name="T111" fmla="*/ 46 h 61"/>
                  <a:gd name="T112" fmla="*/ 177 w 177"/>
                  <a:gd name="T113" fmla="*/ 55 h 61"/>
                  <a:gd name="T114" fmla="*/ 162 w 177"/>
                  <a:gd name="T115" fmla="*/ 60 h 61"/>
                  <a:gd name="T116" fmla="*/ 165 w 177"/>
                  <a:gd name="T117" fmla="*/ 55 h 61"/>
                  <a:gd name="T118" fmla="*/ 173 w 177"/>
                  <a:gd name="T119" fmla="*/ 49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77" h="61">
                    <a:moveTo>
                      <a:pt x="6" y="46"/>
                    </a:moveTo>
                    <a:cubicBezTo>
                      <a:pt x="6" y="46"/>
                      <a:pt x="6" y="46"/>
                      <a:pt x="6" y="46"/>
                    </a:cubicBezTo>
                    <a:cubicBezTo>
                      <a:pt x="6" y="46"/>
                      <a:pt x="6" y="46"/>
                      <a:pt x="6" y="46"/>
                    </a:cubicBezTo>
                    <a:cubicBezTo>
                      <a:pt x="6" y="46"/>
                      <a:pt x="6" y="47"/>
                      <a:pt x="6" y="47"/>
                    </a:cubicBezTo>
                    <a:cubicBezTo>
                      <a:pt x="6" y="47"/>
                      <a:pt x="6" y="47"/>
                      <a:pt x="6" y="47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8" y="53"/>
                      <a:pt x="8" y="53"/>
                      <a:pt x="8" y="53"/>
                    </a:cubicBezTo>
                    <a:cubicBezTo>
                      <a:pt x="8" y="54"/>
                      <a:pt x="8" y="54"/>
                      <a:pt x="8" y="54"/>
                    </a:cubicBezTo>
                    <a:cubicBezTo>
                      <a:pt x="15" y="60"/>
                      <a:pt x="15" y="60"/>
                      <a:pt x="15" y="60"/>
                    </a:cubicBezTo>
                    <a:cubicBezTo>
                      <a:pt x="15" y="61"/>
                      <a:pt x="15" y="61"/>
                      <a:pt x="15" y="61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4"/>
                      <a:pt x="2" y="54"/>
                    </a:cubicBezTo>
                    <a:cubicBezTo>
                      <a:pt x="2" y="54"/>
                      <a:pt x="2" y="54"/>
                      <a:pt x="2" y="54"/>
                    </a:cubicBezTo>
                    <a:cubicBezTo>
                      <a:pt x="11" y="58"/>
                      <a:pt x="11" y="58"/>
                      <a:pt x="11" y="58"/>
                    </a:cubicBezTo>
                    <a:cubicBezTo>
                      <a:pt x="12" y="58"/>
                      <a:pt x="12" y="58"/>
                      <a:pt x="12" y="58"/>
                    </a:cubicBezTo>
                    <a:cubicBezTo>
                      <a:pt x="5" y="52"/>
                      <a:pt x="5" y="52"/>
                      <a:pt x="5" y="52"/>
                    </a:cubicBezTo>
                    <a:cubicBezTo>
                      <a:pt x="4" y="52"/>
                      <a:pt x="4" y="52"/>
                      <a:pt x="4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2" y="52"/>
                      <a:pt x="2" y="52"/>
                      <a:pt x="2" y="52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4" y="50"/>
                      <a:pt x="4" y="50"/>
                      <a:pt x="4" y="50"/>
                    </a:cubicBezTo>
                    <a:cubicBezTo>
                      <a:pt x="4" y="50"/>
                      <a:pt x="4" y="50"/>
                      <a:pt x="4" y="50"/>
                    </a:cubicBezTo>
                    <a:cubicBezTo>
                      <a:pt x="4" y="50"/>
                      <a:pt x="4" y="50"/>
                      <a:pt x="4" y="51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6" y="48"/>
                      <a:pt x="6" y="48"/>
                      <a:pt x="6" y="48"/>
                    </a:cubicBezTo>
                    <a:cubicBezTo>
                      <a:pt x="6" y="48"/>
                      <a:pt x="6" y="48"/>
                      <a:pt x="5" y="48"/>
                    </a:cubicBezTo>
                    <a:cubicBezTo>
                      <a:pt x="5" y="48"/>
                      <a:pt x="5" y="48"/>
                      <a:pt x="5" y="48"/>
                    </a:cubicBezTo>
                    <a:cubicBezTo>
                      <a:pt x="5" y="48"/>
                      <a:pt x="5" y="48"/>
                      <a:pt x="5" y="48"/>
                    </a:cubicBezTo>
                    <a:cubicBezTo>
                      <a:pt x="4" y="48"/>
                      <a:pt x="4" y="48"/>
                      <a:pt x="4" y="48"/>
                    </a:cubicBezTo>
                    <a:cubicBezTo>
                      <a:pt x="6" y="46"/>
                      <a:pt x="6" y="46"/>
                      <a:pt x="6" y="46"/>
                    </a:cubicBezTo>
                    <a:close/>
                    <a:moveTo>
                      <a:pt x="22" y="48"/>
                    </a:moveTo>
                    <a:cubicBezTo>
                      <a:pt x="22" y="49"/>
                      <a:pt x="21" y="49"/>
                      <a:pt x="21" y="49"/>
                    </a:cubicBezTo>
                    <a:cubicBezTo>
                      <a:pt x="20" y="50"/>
                      <a:pt x="19" y="49"/>
                      <a:pt x="18" y="48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1"/>
                      <a:pt x="10" y="41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7" y="43"/>
                      <a:pt x="7" y="43"/>
                      <a:pt x="7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9" y="43"/>
                      <a:pt x="9" y="43"/>
                      <a:pt x="9" y="43"/>
                    </a:cubicBezTo>
                    <a:cubicBezTo>
                      <a:pt x="17" y="50"/>
                      <a:pt x="17" y="50"/>
                      <a:pt x="17" y="50"/>
                    </a:cubicBezTo>
                    <a:cubicBezTo>
                      <a:pt x="18" y="50"/>
                      <a:pt x="19" y="51"/>
                      <a:pt x="20" y="50"/>
                    </a:cubicBezTo>
                    <a:cubicBezTo>
                      <a:pt x="21" y="50"/>
                      <a:pt x="22" y="50"/>
                      <a:pt x="23" y="49"/>
                    </a:cubicBezTo>
                    <a:cubicBezTo>
                      <a:pt x="24" y="48"/>
                      <a:pt x="24" y="47"/>
                      <a:pt x="24" y="46"/>
                    </a:cubicBezTo>
                    <a:cubicBezTo>
                      <a:pt x="24" y="45"/>
                      <a:pt x="23" y="44"/>
                      <a:pt x="22" y="43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4" y="35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2" y="38"/>
                      <a:pt x="12" y="38"/>
                      <a:pt x="12" y="38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3" y="37"/>
                      <a:pt x="14" y="37"/>
                      <a:pt x="14" y="37"/>
                    </a:cubicBezTo>
                    <a:cubicBezTo>
                      <a:pt x="22" y="44"/>
                      <a:pt x="22" y="44"/>
                      <a:pt x="22" y="44"/>
                    </a:cubicBezTo>
                    <a:cubicBezTo>
                      <a:pt x="23" y="44"/>
                      <a:pt x="23" y="45"/>
                      <a:pt x="23" y="46"/>
                    </a:cubicBezTo>
                    <a:cubicBezTo>
                      <a:pt x="23" y="47"/>
                      <a:pt x="23" y="47"/>
                      <a:pt x="22" y="48"/>
                    </a:cubicBezTo>
                    <a:close/>
                    <a:moveTo>
                      <a:pt x="33" y="36"/>
                    </a:moveTo>
                    <a:cubicBezTo>
                      <a:pt x="33" y="36"/>
                      <a:pt x="33" y="36"/>
                      <a:pt x="33" y="36"/>
                    </a:cubicBezTo>
                    <a:cubicBezTo>
                      <a:pt x="33" y="36"/>
                      <a:pt x="34" y="36"/>
                      <a:pt x="34" y="36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32" y="39"/>
                      <a:pt x="32" y="39"/>
                      <a:pt x="32" y="39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2" y="38"/>
                      <a:pt x="32" y="37"/>
                      <a:pt x="32" y="37"/>
                    </a:cubicBezTo>
                    <a:cubicBezTo>
                      <a:pt x="32" y="37"/>
                      <a:pt x="32" y="37"/>
                      <a:pt x="32" y="37"/>
                    </a:cubicBezTo>
                    <a:cubicBezTo>
                      <a:pt x="27" y="32"/>
                      <a:pt x="27" y="32"/>
                      <a:pt x="27" y="32"/>
                    </a:cubicBezTo>
                    <a:cubicBezTo>
                      <a:pt x="23" y="36"/>
                      <a:pt x="23" y="36"/>
                      <a:pt x="23" y="36"/>
                    </a:cubicBezTo>
                    <a:cubicBezTo>
                      <a:pt x="28" y="40"/>
                      <a:pt x="28" y="40"/>
                      <a:pt x="28" y="40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8" y="41"/>
                      <a:pt x="29" y="41"/>
                      <a:pt x="29" y="40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30" y="41"/>
                      <a:pt x="30" y="41"/>
                      <a:pt x="30" y="41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2"/>
                      <a:pt x="27" y="42"/>
                      <a:pt x="27" y="42"/>
                    </a:cubicBezTo>
                    <a:cubicBezTo>
                      <a:pt x="27" y="42"/>
                      <a:pt x="27" y="42"/>
                      <a:pt x="27" y="41"/>
                    </a:cubicBezTo>
                    <a:cubicBezTo>
                      <a:pt x="18" y="32"/>
                      <a:pt x="18" y="32"/>
                      <a:pt x="18" y="32"/>
                    </a:cubicBezTo>
                    <a:cubicBezTo>
                      <a:pt x="18" y="32"/>
                      <a:pt x="17" y="32"/>
                      <a:pt x="17" y="32"/>
                    </a:cubicBezTo>
                    <a:cubicBezTo>
                      <a:pt x="17" y="32"/>
                      <a:pt x="17" y="32"/>
                      <a:pt x="17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1"/>
                      <a:pt x="19" y="31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7" y="31"/>
                      <a:pt x="27" y="31"/>
                      <a:pt x="27" y="31"/>
                    </a:cubicBezTo>
                    <a:cubicBezTo>
                      <a:pt x="23" y="27"/>
                      <a:pt x="23" y="27"/>
                      <a:pt x="23" y="27"/>
                    </a:cubicBezTo>
                    <a:cubicBezTo>
                      <a:pt x="23" y="27"/>
                      <a:pt x="22" y="27"/>
                      <a:pt x="22" y="27"/>
                    </a:cubicBezTo>
                    <a:cubicBezTo>
                      <a:pt x="22" y="27"/>
                      <a:pt x="22" y="27"/>
                      <a:pt x="22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6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33" y="36"/>
                      <a:pt x="33" y="36"/>
                      <a:pt x="33" y="36"/>
                    </a:cubicBezTo>
                    <a:close/>
                    <a:moveTo>
                      <a:pt x="38" y="26"/>
                    </a:moveTo>
                    <a:cubicBezTo>
                      <a:pt x="41" y="29"/>
                      <a:pt x="41" y="29"/>
                      <a:pt x="41" y="29"/>
                    </a:cubicBezTo>
                    <a:cubicBezTo>
                      <a:pt x="41" y="29"/>
                      <a:pt x="41" y="30"/>
                      <a:pt x="41" y="30"/>
                    </a:cubicBezTo>
                    <a:cubicBezTo>
                      <a:pt x="41" y="30"/>
                      <a:pt x="41" y="30"/>
                      <a:pt x="41" y="30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3" y="29"/>
                      <a:pt x="42" y="29"/>
                      <a:pt x="42" y="28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5" y="33"/>
                      <a:pt x="35" y="33"/>
                      <a:pt x="35" y="33"/>
                    </a:cubicBezTo>
                    <a:cubicBezTo>
                      <a:pt x="35" y="33"/>
                      <a:pt x="35" y="34"/>
                      <a:pt x="35" y="34"/>
                    </a:cubicBezTo>
                    <a:cubicBezTo>
                      <a:pt x="35" y="34"/>
                      <a:pt x="35" y="34"/>
                      <a:pt x="35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7" y="33"/>
                      <a:pt x="37" y="33"/>
                      <a:pt x="37" y="33"/>
                    </a:cubicBezTo>
                    <a:cubicBezTo>
                      <a:pt x="37" y="33"/>
                      <a:pt x="37" y="33"/>
                      <a:pt x="36" y="33"/>
                    </a:cubicBezTo>
                    <a:cubicBezTo>
                      <a:pt x="36" y="33"/>
                      <a:pt x="36" y="32"/>
                      <a:pt x="36" y="32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8" y="26"/>
                      <a:pt x="38" y="26"/>
                      <a:pt x="38" y="26"/>
                    </a:cubicBezTo>
                    <a:close/>
                    <a:moveTo>
                      <a:pt x="31" y="21"/>
                    </a:moveTo>
                    <a:cubicBezTo>
                      <a:pt x="31" y="21"/>
                      <a:pt x="31" y="21"/>
                      <a:pt x="31" y="21"/>
                    </a:cubicBezTo>
                    <a:cubicBezTo>
                      <a:pt x="34" y="28"/>
                      <a:pt x="34" y="28"/>
                      <a:pt x="34" y="28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1" y="21"/>
                      <a:pt x="31" y="21"/>
                      <a:pt x="31" y="21"/>
                    </a:cubicBezTo>
                    <a:close/>
                    <a:moveTo>
                      <a:pt x="51" y="21"/>
                    </a:moveTo>
                    <a:cubicBezTo>
                      <a:pt x="51" y="21"/>
                      <a:pt x="51" y="21"/>
                      <a:pt x="51" y="2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6" y="11"/>
                      <a:pt x="45" y="11"/>
                    </a:cubicBezTo>
                    <a:cubicBezTo>
                      <a:pt x="45" y="11"/>
                      <a:pt x="45" y="11"/>
                      <a:pt x="45" y="11"/>
                    </a:cubicBezTo>
                    <a:cubicBezTo>
                      <a:pt x="44" y="11"/>
                      <a:pt x="44" y="11"/>
                      <a:pt x="44" y="11"/>
                    </a:cubicBezTo>
                    <a:cubicBezTo>
                      <a:pt x="48" y="9"/>
                      <a:pt x="48" y="9"/>
                      <a:pt x="48" y="9"/>
                    </a:cubicBezTo>
                    <a:cubicBezTo>
                      <a:pt x="48" y="10"/>
                      <a:pt x="48" y="10"/>
                      <a:pt x="48" y="1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47" y="10"/>
                      <a:pt x="47" y="11"/>
                      <a:pt x="47" y="11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7" y="26"/>
                      <a:pt x="47" y="26"/>
                      <a:pt x="47" y="26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5" y="28"/>
                      <a:pt x="45" y="28"/>
                      <a:pt x="45" y="28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6" y="27"/>
                      <a:pt x="46" y="26"/>
                      <a:pt x="45" y="26"/>
                    </a:cubicBezTo>
                    <a:cubicBezTo>
                      <a:pt x="39" y="15"/>
                      <a:pt x="39" y="15"/>
                      <a:pt x="39" y="15"/>
                    </a:cubicBezTo>
                    <a:cubicBezTo>
                      <a:pt x="39" y="14"/>
                      <a:pt x="39" y="14"/>
                      <a:pt x="39" y="14"/>
                    </a:cubicBezTo>
                    <a:cubicBezTo>
                      <a:pt x="39" y="14"/>
                      <a:pt x="39" y="14"/>
                      <a:pt x="38" y="14"/>
                    </a:cubicBezTo>
                    <a:cubicBezTo>
                      <a:pt x="38" y="15"/>
                      <a:pt x="38" y="15"/>
                      <a:pt x="38" y="15"/>
                    </a:cubicBezTo>
                    <a:cubicBezTo>
                      <a:pt x="37" y="14"/>
                      <a:pt x="37" y="14"/>
                      <a:pt x="37" y="14"/>
                    </a:cubicBezTo>
                    <a:cubicBezTo>
                      <a:pt x="40" y="13"/>
                      <a:pt x="40" y="13"/>
                      <a:pt x="40" y="13"/>
                    </a:cubicBezTo>
                    <a:cubicBezTo>
                      <a:pt x="51" y="21"/>
                      <a:pt x="51" y="21"/>
                      <a:pt x="51" y="21"/>
                    </a:cubicBezTo>
                    <a:close/>
                    <a:moveTo>
                      <a:pt x="70" y="17"/>
                    </a:moveTo>
                    <a:cubicBezTo>
                      <a:pt x="70" y="17"/>
                      <a:pt x="71" y="17"/>
                      <a:pt x="72" y="16"/>
                    </a:cubicBezTo>
                    <a:cubicBezTo>
                      <a:pt x="72" y="15"/>
                      <a:pt x="72" y="14"/>
                      <a:pt x="72" y="14"/>
                    </a:cubicBezTo>
                    <a:cubicBezTo>
                      <a:pt x="70" y="3"/>
                      <a:pt x="70" y="3"/>
                      <a:pt x="70" y="3"/>
                    </a:cubicBezTo>
                    <a:cubicBezTo>
                      <a:pt x="70" y="3"/>
                      <a:pt x="69" y="3"/>
                      <a:pt x="69" y="3"/>
                    </a:cubicBezTo>
                    <a:cubicBezTo>
                      <a:pt x="69" y="3"/>
                      <a:pt x="69" y="3"/>
                      <a:pt x="69" y="3"/>
                    </a:cubicBezTo>
                    <a:cubicBezTo>
                      <a:pt x="68" y="3"/>
                      <a:pt x="68" y="3"/>
                      <a:pt x="68" y="3"/>
                    </a:cubicBezTo>
                    <a:cubicBezTo>
                      <a:pt x="68" y="2"/>
                      <a:pt x="68" y="2"/>
                      <a:pt x="68" y="2"/>
                    </a:cubicBezTo>
                    <a:cubicBezTo>
                      <a:pt x="71" y="1"/>
                      <a:pt x="71" y="1"/>
                      <a:pt x="71" y="1"/>
                    </a:cubicBezTo>
                    <a:cubicBezTo>
                      <a:pt x="71" y="2"/>
                      <a:pt x="71" y="2"/>
                      <a:pt x="71" y="2"/>
                    </a:cubicBezTo>
                    <a:cubicBezTo>
                      <a:pt x="71" y="2"/>
                      <a:pt x="71" y="2"/>
                      <a:pt x="71" y="2"/>
                    </a:cubicBezTo>
                    <a:cubicBezTo>
                      <a:pt x="71" y="2"/>
                      <a:pt x="70" y="2"/>
                      <a:pt x="70" y="2"/>
                    </a:cubicBezTo>
                    <a:cubicBezTo>
                      <a:pt x="70" y="3"/>
                      <a:pt x="70" y="3"/>
                      <a:pt x="70" y="3"/>
                    </a:cubicBezTo>
                    <a:cubicBezTo>
                      <a:pt x="73" y="13"/>
                      <a:pt x="73" y="13"/>
                      <a:pt x="73" y="13"/>
                    </a:cubicBezTo>
                    <a:cubicBezTo>
                      <a:pt x="73" y="15"/>
                      <a:pt x="73" y="16"/>
                      <a:pt x="72" y="16"/>
                    </a:cubicBezTo>
                    <a:cubicBezTo>
                      <a:pt x="71" y="17"/>
                      <a:pt x="71" y="18"/>
                      <a:pt x="70" y="18"/>
                    </a:cubicBezTo>
                    <a:cubicBezTo>
                      <a:pt x="68" y="18"/>
                      <a:pt x="67" y="18"/>
                      <a:pt x="66" y="18"/>
                    </a:cubicBezTo>
                    <a:cubicBezTo>
                      <a:pt x="66" y="17"/>
                      <a:pt x="65" y="17"/>
                      <a:pt x="65" y="15"/>
                    </a:cubicBezTo>
                    <a:cubicBezTo>
                      <a:pt x="62" y="5"/>
                      <a:pt x="62" y="5"/>
                      <a:pt x="62" y="5"/>
                    </a:cubicBezTo>
                    <a:cubicBezTo>
                      <a:pt x="62" y="5"/>
                      <a:pt x="62" y="4"/>
                      <a:pt x="62" y="4"/>
                    </a:cubicBezTo>
                    <a:cubicBezTo>
                      <a:pt x="62" y="4"/>
                      <a:pt x="62" y="4"/>
                      <a:pt x="61" y="4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5" y="3"/>
                      <a:pt x="65" y="3"/>
                      <a:pt x="65" y="3"/>
                    </a:cubicBezTo>
                    <a:cubicBezTo>
                      <a:pt x="65" y="4"/>
                      <a:pt x="65" y="4"/>
                      <a:pt x="65" y="4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4"/>
                      <a:pt x="64" y="4"/>
                      <a:pt x="64" y="5"/>
                    </a:cubicBezTo>
                    <a:cubicBezTo>
                      <a:pt x="66" y="15"/>
                      <a:pt x="66" y="15"/>
                      <a:pt x="66" y="15"/>
                    </a:cubicBezTo>
                    <a:cubicBezTo>
                      <a:pt x="66" y="16"/>
                      <a:pt x="67" y="17"/>
                      <a:pt x="67" y="17"/>
                    </a:cubicBezTo>
                    <a:cubicBezTo>
                      <a:pt x="68" y="18"/>
                      <a:pt x="69" y="18"/>
                      <a:pt x="70" y="17"/>
                    </a:cubicBezTo>
                    <a:close/>
                    <a:moveTo>
                      <a:pt x="84" y="12"/>
                    </a:moveTo>
                    <a:cubicBezTo>
                      <a:pt x="84" y="12"/>
                      <a:pt x="84" y="12"/>
                      <a:pt x="84" y="12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4" y="1"/>
                      <a:pt x="84" y="1"/>
                      <a:pt x="83" y="1"/>
                    </a:cubicBezTo>
                    <a:cubicBezTo>
                      <a:pt x="83" y="1"/>
                      <a:pt x="83" y="1"/>
                      <a:pt x="83" y="1"/>
                    </a:cubicBezTo>
                    <a:cubicBezTo>
                      <a:pt x="82" y="1"/>
                      <a:pt x="82" y="1"/>
                      <a:pt x="82" y="1"/>
                    </a:cubicBezTo>
                    <a:cubicBezTo>
                      <a:pt x="82" y="0"/>
                      <a:pt x="82" y="0"/>
                      <a:pt x="82" y="0"/>
                    </a:cubicBezTo>
                    <a:cubicBezTo>
                      <a:pt x="86" y="0"/>
                      <a:pt x="86" y="0"/>
                      <a:pt x="86" y="0"/>
                    </a:cubicBezTo>
                    <a:cubicBezTo>
                      <a:pt x="86" y="1"/>
                      <a:pt x="86" y="1"/>
                      <a:pt x="86" y="1"/>
                    </a:cubicBezTo>
                    <a:cubicBezTo>
                      <a:pt x="85" y="1"/>
                      <a:pt x="85" y="1"/>
                      <a:pt x="85" y="1"/>
                    </a:cubicBezTo>
                    <a:cubicBezTo>
                      <a:pt x="85" y="1"/>
                      <a:pt x="85" y="1"/>
                      <a:pt x="84" y="1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77" y="3"/>
                      <a:pt x="77" y="3"/>
                      <a:pt x="77" y="3"/>
                    </a:cubicBezTo>
                    <a:cubicBezTo>
                      <a:pt x="77" y="3"/>
                      <a:pt x="77" y="3"/>
                      <a:pt x="77" y="3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77" y="15"/>
                      <a:pt x="78" y="15"/>
                      <a:pt x="78" y="16"/>
                    </a:cubicBezTo>
                    <a:cubicBezTo>
                      <a:pt x="78" y="16"/>
                      <a:pt x="78" y="16"/>
                      <a:pt x="78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76" y="16"/>
                      <a:pt x="76" y="16"/>
                      <a:pt x="76" y="16"/>
                    </a:cubicBezTo>
                    <a:cubicBezTo>
                      <a:pt x="76" y="16"/>
                      <a:pt x="77" y="16"/>
                      <a:pt x="77" y="16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76" y="2"/>
                      <a:pt x="76" y="2"/>
                      <a:pt x="76" y="2"/>
                    </a:cubicBezTo>
                    <a:cubicBezTo>
                      <a:pt x="76" y="2"/>
                      <a:pt x="76" y="2"/>
                      <a:pt x="76" y="1"/>
                    </a:cubicBezTo>
                    <a:cubicBezTo>
                      <a:pt x="76" y="1"/>
                      <a:pt x="75" y="1"/>
                      <a:pt x="75" y="1"/>
                    </a:cubicBezTo>
                    <a:cubicBezTo>
                      <a:pt x="74" y="1"/>
                      <a:pt x="74" y="1"/>
                      <a:pt x="74" y="1"/>
                    </a:cubicBezTo>
                    <a:cubicBezTo>
                      <a:pt x="74" y="1"/>
                      <a:pt x="74" y="1"/>
                      <a:pt x="74" y="1"/>
                    </a:cubicBezTo>
                    <a:cubicBezTo>
                      <a:pt x="77" y="1"/>
                      <a:pt x="77" y="1"/>
                      <a:pt x="77" y="1"/>
                    </a:cubicBezTo>
                    <a:cubicBezTo>
                      <a:pt x="84" y="12"/>
                      <a:pt x="84" y="12"/>
                      <a:pt x="84" y="12"/>
                    </a:cubicBezTo>
                    <a:close/>
                    <a:moveTo>
                      <a:pt x="90" y="1"/>
                    </a:moveTo>
                    <a:cubicBezTo>
                      <a:pt x="90" y="0"/>
                      <a:pt x="90" y="0"/>
                      <a:pt x="90" y="0"/>
                    </a:cubicBezTo>
                    <a:cubicBezTo>
                      <a:pt x="98" y="1"/>
                      <a:pt x="98" y="1"/>
                      <a:pt x="98" y="1"/>
                    </a:cubicBezTo>
                    <a:cubicBezTo>
                      <a:pt x="98" y="1"/>
                      <a:pt x="98" y="1"/>
                      <a:pt x="98" y="1"/>
                    </a:cubicBezTo>
                    <a:cubicBezTo>
                      <a:pt x="96" y="1"/>
                      <a:pt x="96" y="1"/>
                      <a:pt x="96" y="1"/>
                    </a:cubicBezTo>
                    <a:cubicBezTo>
                      <a:pt x="95" y="1"/>
                      <a:pt x="95" y="1"/>
                      <a:pt x="95" y="1"/>
                    </a:cubicBezTo>
                    <a:cubicBezTo>
                      <a:pt x="95" y="1"/>
                      <a:pt x="95" y="1"/>
                      <a:pt x="95" y="2"/>
                    </a:cubicBezTo>
                    <a:cubicBezTo>
                      <a:pt x="94" y="15"/>
                      <a:pt x="94" y="15"/>
                      <a:pt x="94" y="15"/>
                    </a:cubicBezTo>
                    <a:cubicBezTo>
                      <a:pt x="94" y="15"/>
                      <a:pt x="94" y="15"/>
                      <a:pt x="94" y="15"/>
                    </a:cubicBezTo>
                    <a:cubicBezTo>
                      <a:pt x="94" y="15"/>
                      <a:pt x="94" y="15"/>
                      <a:pt x="95" y="15"/>
                    </a:cubicBezTo>
                    <a:cubicBezTo>
                      <a:pt x="97" y="16"/>
                      <a:pt x="97" y="16"/>
                      <a:pt x="97" y="16"/>
                    </a:cubicBezTo>
                    <a:cubicBezTo>
                      <a:pt x="97" y="16"/>
                      <a:pt x="97" y="16"/>
                      <a:pt x="97" y="16"/>
                    </a:cubicBezTo>
                    <a:cubicBezTo>
                      <a:pt x="89" y="16"/>
                      <a:pt x="89" y="16"/>
                      <a:pt x="89" y="16"/>
                    </a:cubicBezTo>
                    <a:cubicBezTo>
                      <a:pt x="89" y="15"/>
                      <a:pt x="89" y="15"/>
                      <a:pt x="89" y="15"/>
                    </a:cubicBezTo>
                    <a:cubicBezTo>
                      <a:pt x="91" y="15"/>
                      <a:pt x="91" y="15"/>
                      <a:pt x="91" y="15"/>
                    </a:cubicBezTo>
                    <a:cubicBezTo>
                      <a:pt x="92" y="15"/>
                      <a:pt x="92" y="15"/>
                      <a:pt x="92" y="15"/>
                    </a:cubicBezTo>
                    <a:cubicBezTo>
                      <a:pt x="92" y="15"/>
                      <a:pt x="92" y="15"/>
                      <a:pt x="92" y="15"/>
                    </a:cubicBezTo>
                    <a:cubicBezTo>
                      <a:pt x="93" y="2"/>
                      <a:pt x="93" y="2"/>
                      <a:pt x="93" y="2"/>
                    </a:cubicBezTo>
                    <a:cubicBezTo>
                      <a:pt x="93" y="1"/>
                      <a:pt x="93" y="1"/>
                      <a:pt x="93" y="1"/>
                    </a:cubicBezTo>
                    <a:cubicBezTo>
                      <a:pt x="93" y="1"/>
                      <a:pt x="93" y="1"/>
                      <a:pt x="92" y="1"/>
                    </a:cubicBezTo>
                    <a:cubicBezTo>
                      <a:pt x="90" y="1"/>
                      <a:pt x="90" y="1"/>
                      <a:pt x="90" y="1"/>
                    </a:cubicBezTo>
                    <a:close/>
                    <a:moveTo>
                      <a:pt x="109" y="3"/>
                    </a:moveTo>
                    <a:cubicBezTo>
                      <a:pt x="109" y="2"/>
                      <a:pt x="109" y="2"/>
                      <a:pt x="109" y="2"/>
                    </a:cubicBezTo>
                    <a:cubicBezTo>
                      <a:pt x="113" y="3"/>
                      <a:pt x="113" y="3"/>
                      <a:pt x="113" y="3"/>
                    </a:cubicBezTo>
                    <a:cubicBezTo>
                      <a:pt x="113" y="3"/>
                      <a:pt x="113" y="3"/>
                      <a:pt x="113" y="3"/>
                    </a:cubicBezTo>
                    <a:cubicBezTo>
                      <a:pt x="112" y="3"/>
                      <a:pt x="112" y="3"/>
                      <a:pt x="112" y="3"/>
                    </a:cubicBezTo>
                    <a:cubicBezTo>
                      <a:pt x="112" y="3"/>
                      <a:pt x="112" y="3"/>
                      <a:pt x="111" y="4"/>
                    </a:cubicBezTo>
                    <a:cubicBezTo>
                      <a:pt x="111" y="4"/>
                      <a:pt x="111" y="4"/>
                      <a:pt x="111" y="4"/>
                    </a:cubicBezTo>
                    <a:cubicBezTo>
                      <a:pt x="105" y="17"/>
                      <a:pt x="105" y="17"/>
                      <a:pt x="105" y="17"/>
                    </a:cubicBezTo>
                    <a:cubicBezTo>
                      <a:pt x="104" y="17"/>
                      <a:pt x="104" y="17"/>
                      <a:pt x="104" y="17"/>
                    </a:cubicBezTo>
                    <a:cubicBezTo>
                      <a:pt x="103" y="3"/>
                      <a:pt x="103" y="3"/>
                      <a:pt x="103" y="3"/>
                    </a:cubicBezTo>
                    <a:cubicBezTo>
                      <a:pt x="103" y="3"/>
                      <a:pt x="103" y="2"/>
                      <a:pt x="103" y="2"/>
                    </a:cubicBezTo>
                    <a:cubicBezTo>
                      <a:pt x="103" y="2"/>
                      <a:pt x="103" y="2"/>
                      <a:pt x="102" y="2"/>
                    </a:cubicBezTo>
                    <a:cubicBezTo>
                      <a:pt x="102" y="2"/>
                      <a:pt x="102" y="2"/>
                      <a:pt x="102" y="2"/>
                    </a:cubicBezTo>
                    <a:cubicBezTo>
                      <a:pt x="102" y="1"/>
                      <a:pt x="102" y="1"/>
                      <a:pt x="102" y="1"/>
                    </a:cubicBezTo>
                    <a:cubicBezTo>
                      <a:pt x="106" y="2"/>
                      <a:pt x="106" y="2"/>
                      <a:pt x="106" y="2"/>
                    </a:cubicBezTo>
                    <a:cubicBezTo>
                      <a:pt x="106" y="2"/>
                      <a:pt x="106" y="2"/>
                      <a:pt x="106" y="2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5" y="3"/>
                      <a:pt x="105" y="3"/>
                      <a:pt x="105" y="3"/>
                    </a:cubicBezTo>
                    <a:cubicBezTo>
                      <a:pt x="105" y="14"/>
                      <a:pt x="105" y="14"/>
                      <a:pt x="105" y="14"/>
                    </a:cubicBezTo>
                    <a:cubicBezTo>
                      <a:pt x="106" y="14"/>
                      <a:pt x="106" y="14"/>
                      <a:pt x="106" y="14"/>
                    </a:cubicBezTo>
                    <a:cubicBezTo>
                      <a:pt x="110" y="4"/>
                      <a:pt x="110" y="4"/>
                      <a:pt x="110" y="4"/>
                    </a:cubicBezTo>
                    <a:cubicBezTo>
                      <a:pt x="110" y="4"/>
                      <a:pt x="110" y="4"/>
                      <a:pt x="110" y="3"/>
                    </a:cubicBezTo>
                    <a:cubicBezTo>
                      <a:pt x="110" y="3"/>
                      <a:pt x="110" y="3"/>
                      <a:pt x="110" y="3"/>
                    </a:cubicBezTo>
                    <a:cubicBezTo>
                      <a:pt x="109" y="3"/>
                      <a:pt x="109" y="3"/>
                      <a:pt x="109" y="3"/>
                    </a:cubicBezTo>
                    <a:close/>
                    <a:moveTo>
                      <a:pt x="116" y="5"/>
                    </a:moveTo>
                    <a:cubicBezTo>
                      <a:pt x="116" y="5"/>
                      <a:pt x="116" y="5"/>
                      <a:pt x="116" y="5"/>
                    </a:cubicBezTo>
                    <a:cubicBezTo>
                      <a:pt x="117" y="5"/>
                      <a:pt x="117" y="5"/>
                      <a:pt x="117" y="5"/>
                    </a:cubicBezTo>
                    <a:cubicBezTo>
                      <a:pt x="117" y="5"/>
                      <a:pt x="117" y="6"/>
                      <a:pt x="117" y="6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9"/>
                      <a:pt x="113" y="19"/>
                    </a:cubicBezTo>
                    <a:cubicBezTo>
                      <a:pt x="112" y="19"/>
                      <a:pt x="112" y="19"/>
                      <a:pt x="112" y="19"/>
                    </a:cubicBezTo>
                    <a:cubicBezTo>
                      <a:pt x="111" y="18"/>
                      <a:pt x="111" y="18"/>
                      <a:pt x="111" y="18"/>
                    </a:cubicBezTo>
                    <a:cubicBezTo>
                      <a:pt x="111" y="19"/>
                      <a:pt x="111" y="19"/>
                      <a:pt x="111" y="19"/>
                    </a:cubicBezTo>
                    <a:cubicBezTo>
                      <a:pt x="120" y="22"/>
                      <a:pt x="120" y="22"/>
                      <a:pt x="120" y="22"/>
                    </a:cubicBezTo>
                    <a:cubicBezTo>
                      <a:pt x="122" y="19"/>
                      <a:pt x="122" y="19"/>
                      <a:pt x="122" y="19"/>
                    </a:cubicBezTo>
                    <a:cubicBezTo>
                      <a:pt x="122" y="18"/>
                      <a:pt x="122" y="18"/>
                      <a:pt x="122" y="18"/>
                    </a:cubicBezTo>
                    <a:cubicBezTo>
                      <a:pt x="121" y="19"/>
                      <a:pt x="120" y="20"/>
                      <a:pt x="120" y="20"/>
                    </a:cubicBezTo>
                    <a:cubicBezTo>
                      <a:pt x="119" y="21"/>
                      <a:pt x="118" y="21"/>
                      <a:pt x="117" y="20"/>
                    </a:cubicBezTo>
                    <a:cubicBezTo>
                      <a:pt x="115" y="20"/>
                      <a:pt x="115" y="20"/>
                      <a:pt x="115" y="20"/>
                    </a:cubicBezTo>
                    <a:cubicBezTo>
                      <a:pt x="115" y="20"/>
                      <a:pt x="114" y="19"/>
                      <a:pt x="114" y="19"/>
                    </a:cubicBezTo>
                    <a:cubicBezTo>
                      <a:pt x="114" y="19"/>
                      <a:pt x="114" y="19"/>
                      <a:pt x="114" y="19"/>
                    </a:cubicBezTo>
                    <a:cubicBezTo>
                      <a:pt x="116" y="12"/>
                      <a:pt x="116" y="12"/>
                      <a:pt x="116" y="12"/>
                    </a:cubicBezTo>
                    <a:cubicBezTo>
                      <a:pt x="119" y="13"/>
                      <a:pt x="119" y="13"/>
                      <a:pt x="119" y="13"/>
                    </a:cubicBezTo>
                    <a:cubicBezTo>
                      <a:pt x="120" y="13"/>
                      <a:pt x="120" y="13"/>
                      <a:pt x="120" y="14"/>
                    </a:cubicBezTo>
                    <a:cubicBezTo>
                      <a:pt x="120" y="14"/>
                      <a:pt x="120" y="15"/>
                      <a:pt x="120" y="15"/>
                    </a:cubicBezTo>
                    <a:cubicBezTo>
                      <a:pt x="120" y="16"/>
                      <a:pt x="120" y="16"/>
                      <a:pt x="120" y="16"/>
                    </a:cubicBezTo>
                    <a:cubicBezTo>
                      <a:pt x="120" y="16"/>
                      <a:pt x="120" y="16"/>
                      <a:pt x="120" y="16"/>
                    </a:cubicBezTo>
                    <a:cubicBezTo>
                      <a:pt x="122" y="11"/>
                      <a:pt x="122" y="11"/>
                      <a:pt x="122" y="11"/>
                    </a:cubicBezTo>
                    <a:cubicBezTo>
                      <a:pt x="122" y="11"/>
                      <a:pt x="122" y="11"/>
                      <a:pt x="122" y="11"/>
                    </a:cubicBezTo>
                    <a:cubicBezTo>
                      <a:pt x="121" y="11"/>
                      <a:pt x="121" y="11"/>
                      <a:pt x="121" y="11"/>
                    </a:cubicBezTo>
                    <a:cubicBezTo>
                      <a:pt x="121" y="12"/>
                      <a:pt x="121" y="12"/>
                      <a:pt x="121" y="12"/>
                    </a:cubicBezTo>
                    <a:cubicBezTo>
                      <a:pt x="120" y="13"/>
                      <a:pt x="120" y="13"/>
                      <a:pt x="119" y="12"/>
                    </a:cubicBezTo>
                    <a:cubicBezTo>
                      <a:pt x="117" y="12"/>
                      <a:pt x="117" y="12"/>
                      <a:pt x="117" y="12"/>
                    </a:cubicBezTo>
                    <a:cubicBezTo>
                      <a:pt x="118" y="6"/>
                      <a:pt x="118" y="6"/>
                      <a:pt x="118" y="6"/>
                    </a:cubicBezTo>
                    <a:cubicBezTo>
                      <a:pt x="118" y="6"/>
                      <a:pt x="119" y="6"/>
                      <a:pt x="119" y="6"/>
                    </a:cubicBezTo>
                    <a:cubicBezTo>
                      <a:pt x="119" y="6"/>
                      <a:pt x="119" y="6"/>
                      <a:pt x="119" y="6"/>
                    </a:cubicBezTo>
                    <a:cubicBezTo>
                      <a:pt x="122" y="7"/>
                      <a:pt x="122" y="7"/>
                      <a:pt x="122" y="7"/>
                    </a:cubicBezTo>
                    <a:cubicBezTo>
                      <a:pt x="122" y="7"/>
                      <a:pt x="123" y="7"/>
                      <a:pt x="123" y="8"/>
                    </a:cubicBezTo>
                    <a:cubicBezTo>
                      <a:pt x="124" y="8"/>
                      <a:pt x="124" y="9"/>
                      <a:pt x="124" y="10"/>
                    </a:cubicBezTo>
                    <a:cubicBezTo>
                      <a:pt x="125" y="10"/>
                      <a:pt x="125" y="10"/>
                      <a:pt x="125" y="10"/>
                    </a:cubicBezTo>
                    <a:cubicBezTo>
                      <a:pt x="125" y="7"/>
                      <a:pt x="125" y="7"/>
                      <a:pt x="125" y="7"/>
                    </a:cubicBezTo>
                    <a:cubicBezTo>
                      <a:pt x="116" y="4"/>
                      <a:pt x="116" y="4"/>
                      <a:pt x="116" y="4"/>
                    </a:cubicBezTo>
                    <a:cubicBezTo>
                      <a:pt x="116" y="5"/>
                      <a:pt x="116" y="5"/>
                      <a:pt x="116" y="5"/>
                    </a:cubicBezTo>
                    <a:close/>
                    <a:moveTo>
                      <a:pt x="136" y="17"/>
                    </a:moveTo>
                    <a:cubicBezTo>
                      <a:pt x="136" y="18"/>
                      <a:pt x="135" y="19"/>
                      <a:pt x="134" y="19"/>
                    </a:cubicBezTo>
                    <a:cubicBezTo>
                      <a:pt x="133" y="19"/>
                      <a:pt x="133" y="19"/>
                      <a:pt x="132" y="19"/>
                    </a:cubicBezTo>
                    <a:cubicBezTo>
                      <a:pt x="131" y="26"/>
                      <a:pt x="131" y="26"/>
                      <a:pt x="131" y="26"/>
                    </a:cubicBezTo>
                    <a:cubicBezTo>
                      <a:pt x="131" y="26"/>
                      <a:pt x="131" y="27"/>
                      <a:pt x="131" y="27"/>
                    </a:cubicBezTo>
                    <a:cubicBezTo>
                      <a:pt x="131" y="27"/>
                      <a:pt x="131" y="27"/>
                      <a:pt x="132" y="27"/>
                    </a:cubicBezTo>
                    <a:cubicBezTo>
                      <a:pt x="132" y="27"/>
                      <a:pt x="132" y="27"/>
                      <a:pt x="132" y="27"/>
                    </a:cubicBezTo>
                    <a:cubicBezTo>
                      <a:pt x="132" y="28"/>
                      <a:pt x="132" y="28"/>
                      <a:pt x="132" y="28"/>
                    </a:cubicBezTo>
                    <a:cubicBezTo>
                      <a:pt x="130" y="27"/>
                      <a:pt x="130" y="27"/>
                      <a:pt x="130" y="27"/>
                    </a:cubicBezTo>
                    <a:cubicBezTo>
                      <a:pt x="130" y="18"/>
                      <a:pt x="130" y="18"/>
                      <a:pt x="130" y="18"/>
                    </a:cubicBezTo>
                    <a:cubicBezTo>
                      <a:pt x="129" y="17"/>
                      <a:pt x="129" y="17"/>
                      <a:pt x="129" y="17"/>
                    </a:cubicBezTo>
                    <a:cubicBezTo>
                      <a:pt x="126" y="23"/>
                      <a:pt x="126" y="23"/>
                      <a:pt x="126" y="23"/>
                    </a:cubicBezTo>
                    <a:cubicBezTo>
                      <a:pt x="125" y="24"/>
                      <a:pt x="125" y="24"/>
                      <a:pt x="126" y="24"/>
                    </a:cubicBezTo>
                    <a:cubicBezTo>
                      <a:pt x="126" y="24"/>
                      <a:pt x="126" y="24"/>
                      <a:pt x="126" y="24"/>
                    </a:cubicBezTo>
                    <a:cubicBezTo>
                      <a:pt x="126" y="25"/>
                      <a:pt x="126" y="25"/>
                      <a:pt x="126" y="25"/>
                    </a:cubicBezTo>
                    <a:cubicBezTo>
                      <a:pt x="126" y="25"/>
                      <a:pt x="126" y="25"/>
                      <a:pt x="126" y="25"/>
                    </a:cubicBezTo>
                    <a:cubicBezTo>
                      <a:pt x="122" y="23"/>
                      <a:pt x="122" y="23"/>
                      <a:pt x="122" y="23"/>
                    </a:cubicBezTo>
                    <a:cubicBezTo>
                      <a:pt x="123" y="23"/>
                      <a:pt x="123" y="23"/>
                      <a:pt x="123" y="23"/>
                    </a:cubicBezTo>
                    <a:cubicBezTo>
                      <a:pt x="123" y="23"/>
                      <a:pt x="123" y="23"/>
                      <a:pt x="123" y="23"/>
                    </a:cubicBezTo>
                    <a:cubicBezTo>
                      <a:pt x="123" y="23"/>
                      <a:pt x="124" y="23"/>
                      <a:pt x="124" y="23"/>
                    </a:cubicBezTo>
                    <a:cubicBezTo>
                      <a:pt x="124" y="23"/>
                      <a:pt x="124" y="23"/>
                      <a:pt x="124" y="23"/>
                    </a:cubicBezTo>
                    <a:cubicBezTo>
                      <a:pt x="130" y="11"/>
                      <a:pt x="130" y="11"/>
                      <a:pt x="130" y="11"/>
                    </a:cubicBezTo>
                    <a:cubicBezTo>
                      <a:pt x="130" y="11"/>
                      <a:pt x="130" y="11"/>
                      <a:pt x="130" y="10"/>
                    </a:cubicBezTo>
                    <a:cubicBezTo>
                      <a:pt x="130" y="10"/>
                      <a:pt x="130" y="10"/>
                      <a:pt x="130" y="10"/>
                    </a:cubicBezTo>
                    <a:cubicBezTo>
                      <a:pt x="129" y="10"/>
                      <a:pt x="129" y="10"/>
                      <a:pt x="129" y="10"/>
                    </a:cubicBezTo>
                    <a:cubicBezTo>
                      <a:pt x="130" y="9"/>
                      <a:pt x="130" y="9"/>
                      <a:pt x="130" y="9"/>
                    </a:cubicBezTo>
                    <a:cubicBezTo>
                      <a:pt x="134" y="12"/>
                      <a:pt x="134" y="12"/>
                      <a:pt x="134" y="12"/>
                    </a:cubicBezTo>
                    <a:cubicBezTo>
                      <a:pt x="135" y="12"/>
                      <a:pt x="136" y="13"/>
                      <a:pt x="137" y="14"/>
                    </a:cubicBezTo>
                    <a:cubicBezTo>
                      <a:pt x="137" y="15"/>
                      <a:pt x="137" y="16"/>
                      <a:pt x="136" y="17"/>
                    </a:cubicBezTo>
                    <a:close/>
                    <a:moveTo>
                      <a:pt x="129" y="17"/>
                    </a:moveTo>
                    <a:cubicBezTo>
                      <a:pt x="131" y="18"/>
                      <a:pt x="131" y="18"/>
                      <a:pt x="131" y="18"/>
                    </a:cubicBezTo>
                    <a:cubicBezTo>
                      <a:pt x="131" y="18"/>
                      <a:pt x="132" y="18"/>
                      <a:pt x="133" y="18"/>
                    </a:cubicBezTo>
                    <a:cubicBezTo>
                      <a:pt x="134" y="18"/>
                      <a:pt x="134" y="17"/>
                      <a:pt x="135" y="16"/>
                    </a:cubicBezTo>
                    <a:cubicBezTo>
                      <a:pt x="135" y="15"/>
                      <a:pt x="136" y="15"/>
                      <a:pt x="135" y="14"/>
                    </a:cubicBezTo>
                    <a:cubicBezTo>
                      <a:pt x="135" y="13"/>
                      <a:pt x="135" y="12"/>
                      <a:pt x="133" y="12"/>
                    </a:cubicBezTo>
                    <a:cubicBezTo>
                      <a:pt x="133" y="11"/>
                      <a:pt x="133" y="11"/>
                      <a:pt x="133" y="11"/>
                    </a:cubicBezTo>
                    <a:cubicBezTo>
                      <a:pt x="132" y="11"/>
                      <a:pt x="132" y="11"/>
                      <a:pt x="132" y="11"/>
                    </a:cubicBezTo>
                    <a:cubicBezTo>
                      <a:pt x="132" y="11"/>
                      <a:pt x="132" y="11"/>
                      <a:pt x="132" y="12"/>
                    </a:cubicBezTo>
                    <a:cubicBezTo>
                      <a:pt x="129" y="17"/>
                      <a:pt x="129" y="17"/>
                      <a:pt x="129" y="17"/>
                    </a:cubicBezTo>
                    <a:close/>
                    <a:moveTo>
                      <a:pt x="141" y="25"/>
                    </a:moveTo>
                    <a:cubicBezTo>
                      <a:pt x="142" y="27"/>
                      <a:pt x="142" y="28"/>
                      <a:pt x="142" y="28"/>
                    </a:cubicBezTo>
                    <a:cubicBezTo>
                      <a:pt x="142" y="29"/>
                      <a:pt x="142" y="30"/>
                      <a:pt x="142" y="30"/>
                    </a:cubicBezTo>
                    <a:cubicBezTo>
                      <a:pt x="141" y="31"/>
                      <a:pt x="141" y="32"/>
                      <a:pt x="140" y="32"/>
                    </a:cubicBezTo>
                    <a:cubicBezTo>
                      <a:pt x="139" y="32"/>
                      <a:pt x="138" y="32"/>
                      <a:pt x="137" y="32"/>
                    </a:cubicBezTo>
                    <a:cubicBezTo>
                      <a:pt x="137" y="31"/>
                      <a:pt x="136" y="30"/>
                      <a:pt x="136" y="29"/>
                    </a:cubicBezTo>
                    <a:cubicBezTo>
                      <a:pt x="135" y="28"/>
                      <a:pt x="136" y="27"/>
                      <a:pt x="136" y="26"/>
                    </a:cubicBezTo>
                    <a:cubicBezTo>
                      <a:pt x="136" y="26"/>
                      <a:pt x="136" y="26"/>
                      <a:pt x="136" y="26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5" y="30"/>
                      <a:pt x="135" y="30"/>
                      <a:pt x="135" y="30"/>
                    </a:cubicBezTo>
                    <a:cubicBezTo>
                      <a:pt x="135" y="30"/>
                      <a:pt x="135" y="30"/>
                      <a:pt x="136" y="31"/>
                    </a:cubicBezTo>
                    <a:cubicBezTo>
                      <a:pt x="136" y="31"/>
                      <a:pt x="136" y="32"/>
                      <a:pt x="137" y="32"/>
                    </a:cubicBezTo>
                    <a:cubicBezTo>
                      <a:pt x="138" y="33"/>
                      <a:pt x="139" y="33"/>
                      <a:pt x="140" y="33"/>
                    </a:cubicBezTo>
                    <a:cubicBezTo>
                      <a:pt x="142" y="33"/>
                      <a:pt x="142" y="32"/>
                      <a:pt x="143" y="31"/>
                    </a:cubicBezTo>
                    <a:cubicBezTo>
                      <a:pt x="144" y="30"/>
                      <a:pt x="144" y="29"/>
                      <a:pt x="144" y="28"/>
                    </a:cubicBezTo>
                    <a:cubicBezTo>
                      <a:pt x="144" y="27"/>
                      <a:pt x="143" y="26"/>
                      <a:pt x="142" y="25"/>
                    </a:cubicBezTo>
                    <a:cubicBezTo>
                      <a:pt x="141" y="23"/>
                      <a:pt x="141" y="22"/>
                      <a:pt x="141" y="22"/>
                    </a:cubicBezTo>
                    <a:cubicBezTo>
                      <a:pt x="141" y="21"/>
                      <a:pt x="141" y="20"/>
                      <a:pt x="141" y="20"/>
                    </a:cubicBezTo>
                    <a:cubicBezTo>
                      <a:pt x="142" y="19"/>
                      <a:pt x="142" y="19"/>
                      <a:pt x="143" y="19"/>
                    </a:cubicBezTo>
                    <a:cubicBezTo>
                      <a:pt x="144" y="18"/>
                      <a:pt x="144" y="18"/>
                      <a:pt x="145" y="19"/>
                    </a:cubicBezTo>
                    <a:cubicBezTo>
                      <a:pt x="146" y="20"/>
                      <a:pt x="147" y="20"/>
                      <a:pt x="147" y="21"/>
                    </a:cubicBezTo>
                    <a:cubicBezTo>
                      <a:pt x="147" y="22"/>
                      <a:pt x="147" y="23"/>
                      <a:pt x="147" y="24"/>
                    </a:cubicBezTo>
                    <a:cubicBezTo>
                      <a:pt x="147" y="24"/>
                      <a:pt x="147" y="24"/>
                      <a:pt x="147" y="24"/>
                    </a:cubicBezTo>
                    <a:cubicBezTo>
                      <a:pt x="149" y="21"/>
                      <a:pt x="149" y="21"/>
                      <a:pt x="149" y="21"/>
                    </a:cubicBezTo>
                    <a:cubicBezTo>
                      <a:pt x="149" y="21"/>
                      <a:pt x="149" y="21"/>
                      <a:pt x="148" y="21"/>
                    </a:cubicBezTo>
                    <a:cubicBezTo>
                      <a:pt x="148" y="21"/>
                      <a:pt x="148" y="21"/>
                      <a:pt x="148" y="21"/>
                    </a:cubicBezTo>
                    <a:cubicBezTo>
                      <a:pt x="148" y="21"/>
                      <a:pt x="147" y="20"/>
                      <a:pt x="147" y="20"/>
                    </a:cubicBezTo>
                    <a:cubicBezTo>
                      <a:pt x="147" y="19"/>
                      <a:pt x="146" y="19"/>
                      <a:pt x="146" y="19"/>
                    </a:cubicBezTo>
                    <a:cubicBezTo>
                      <a:pt x="145" y="18"/>
                      <a:pt x="144" y="18"/>
                      <a:pt x="143" y="18"/>
                    </a:cubicBezTo>
                    <a:cubicBezTo>
                      <a:pt x="141" y="18"/>
                      <a:pt x="141" y="19"/>
                      <a:pt x="140" y="19"/>
                    </a:cubicBezTo>
                    <a:cubicBezTo>
                      <a:pt x="139" y="20"/>
                      <a:pt x="139" y="21"/>
                      <a:pt x="139" y="22"/>
                    </a:cubicBezTo>
                    <a:cubicBezTo>
                      <a:pt x="140" y="23"/>
                      <a:pt x="140" y="24"/>
                      <a:pt x="141" y="25"/>
                    </a:cubicBezTo>
                    <a:close/>
                    <a:moveTo>
                      <a:pt x="154" y="26"/>
                    </a:moveTo>
                    <a:cubicBezTo>
                      <a:pt x="154" y="26"/>
                      <a:pt x="154" y="26"/>
                      <a:pt x="154" y="26"/>
                    </a:cubicBezTo>
                    <a:cubicBezTo>
                      <a:pt x="159" y="31"/>
                      <a:pt x="159" y="31"/>
                      <a:pt x="159" y="31"/>
                    </a:cubicBezTo>
                    <a:cubicBezTo>
                      <a:pt x="159" y="31"/>
                      <a:pt x="159" y="31"/>
                      <a:pt x="159" y="31"/>
                    </a:cubicBezTo>
                    <a:cubicBezTo>
                      <a:pt x="158" y="30"/>
                      <a:pt x="158" y="30"/>
                      <a:pt x="158" y="30"/>
                    </a:cubicBezTo>
                    <a:cubicBezTo>
                      <a:pt x="157" y="29"/>
                      <a:pt x="157" y="29"/>
                      <a:pt x="157" y="29"/>
                    </a:cubicBezTo>
                    <a:cubicBezTo>
                      <a:pt x="157" y="29"/>
                      <a:pt x="157" y="29"/>
                      <a:pt x="156" y="30"/>
                    </a:cubicBezTo>
                    <a:cubicBezTo>
                      <a:pt x="147" y="39"/>
                      <a:pt x="147" y="39"/>
                      <a:pt x="147" y="39"/>
                    </a:cubicBezTo>
                    <a:cubicBezTo>
                      <a:pt x="147" y="39"/>
                      <a:pt x="147" y="39"/>
                      <a:pt x="147" y="40"/>
                    </a:cubicBezTo>
                    <a:cubicBezTo>
                      <a:pt x="147" y="40"/>
                      <a:pt x="147" y="40"/>
                      <a:pt x="148" y="40"/>
                    </a:cubicBezTo>
                    <a:cubicBezTo>
                      <a:pt x="149" y="42"/>
                      <a:pt x="149" y="42"/>
                      <a:pt x="149" y="42"/>
                    </a:cubicBezTo>
                    <a:cubicBezTo>
                      <a:pt x="149" y="42"/>
                      <a:pt x="149" y="42"/>
                      <a:pt x="149" y="42"/>
                    </a:cubicBezTo>
                    <a:cubicBezTo>
                      <a:pt x="143" y="37"/>
                      <a:pt x="143" y="37"/>
                      <a:pt x="143" y="37"/>
                    </a:cubicBezTo>
                    <a:cubicBezTo>
                      <a:pt x="144" y="37"/>
                      <a:pt x="144" y="37"/>
                      <a:pt x="144" y="37"/>
                    </a:cubicBezTo>
                    <a:cubicBezTo>
                      <a:pt x="145" y="38"/>
                      <a:pt x="145" y="38"/>
                      <a:pt x="145" y="38"/>
                    </a:cubicBezTo>
                    <a:cubicBezTo>
                      <a:pt x="146" y="38"/>
                      <a:pt x="146" y="38"/>
                      <a:pt x="146" y="38"/>
                    </a:cubicBezTo>
                    <a:cubicBezTo>
                      <a:pt x="146" y="38"/>
                      <a:pt x="146" y="38"/>
                      <a:pt x="146" y="38"/>
                    </a:cubicBezTo>
                    <a:cubicBezTo>
                      <a:pt x="155" y="29"/>
                      <a:pt x="155" y="29"/>
                      <a:pt x="155" y="29"/>
                    </a:cubicBezTo>
                    <a:cubicBezTo>
                      <a:pt x="155" y="28"/>
                      <a:pt x="156" y="28"/>
                      <a:pt x="156" y="28"/>
                    </a:cubicBezTo>
                    <a:cubicBezTo>
                      <a:pt x="156" y="28"/>
                      <a:pt x="155" y="28"/>
                      <a:pt x="155" y="27"/>
                    </a:cubicBezTo>
                    <a:cubicBezTo>
                      <a:pt x="154" y="26"/>
                      <a:pt x="154" y="26"/>
                      <a:pt x="154" y="26"/>
                    </a:cubicBezTo>
                    <a:close/>
                    <a:moveTo>
                      <a:pt x="155" y="50"/>
                    </a:moveTo>
                    <a:cubicBezTo>
                      <a:pt x="156" y="50"/>
                      <a:pt x="156" y="50"/>
                      <a:pt x="156" y="50"/>
                    </a:cubicBezTo>
                    <a:cubicBezTo>
                      <a:pt x="155" y="49"/>
                      <a:pt x="155" y="49"/>
                      <a:pt x="155" y="49"/>
                    </a:cubicBezTo>
                    <a:cubicBezTo>
                      <a:pt x="155" y="49"/>
                      <a:pt x="155" y="49"/>
                      <a:pt x="155" y="49"/>
                    </a:cubicBezTo>
                    <a:cubicBezTo>
                      <a:pt x="155" y="49"/>
                      <a:pt x="155" y="48"/>
                      <a:pt x="155" y="48"/>
                    </a:cubicBezTo>
                    <a:cubicBezTo>
                      <a:pt x="165" y="40"/>
                      <a:pt x="165" y="40"/>
                      <a:pt x="165" y="40"/>
                    </a:cubicBezTo>
                    <a:cubicBezTo>
                      <a:pt x="166" y="40"/>
                      <a:pt x="166" y="40"/>
                      <a:pt x="166" y="40"/>
                    </a:cubicBezTo>
                    <a:cubicBezTo>
                      <a:pt x="166" y="40"/>
                      <a:pt x="166" y="40"/>
                      <a:pt x="167" y="40"/>
                    </a:cubicBezTo>
                    <a:cubicBezTo>
                      <a:pt x="167" y="41"/>
                      <a:pt x="167" y="42"/>
                      <a:pt x="167" y="42"/>
                    </a:cubicBezTo>
                    <a:cubicBezTo>
                      <a:pt x="167" y="43"/>
                      <a:pt x="167" y="43"/>
                      <a:pt x="166" y="45"/>
                    </a:cubicBezTo>
                    <a:cubicBezTo>
                      <a:pt x="166" y="45"/>
                      <a:pt x="166" y="45"/>
                      <a:pt x="166" y="45"/>
                    </a:cubicBezTo>
                    <a:cubicBezTo>
                      <a:pt x="169" y="42"/>
                      <a:pt x="169" y="42"/>
                      <a:pt x="169" y="42"/>
                    </a:cubicBezTo>
                    <a:cubicBezTo>
                      <a:pt x="163" y="35"/>
                      <a:pt x="163" y="35"/>
                      <a:pt x="163" y="35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62" y="37"/>
                      <a:pt x="163" y="37"/>
                      <a:pt x="163" y="37"/>
                    </a:cubicBezTo>
                    <a:cubicBezTo>
                      <a:pt x="163" y="37"/>
                      <a:pt x="164" y="37"/>
                      <a:pt x="164" y="38"/>
                    </a:cubicBezTo>
                    <a:cubicBezTo>
                      <a:pt x="165" y="38"/>
                      <a:pt x="165" y="38"/>
                      <a:pt x="165" y="38"/>
                    </a:cubicBezTo>
                    <a:cubicBezTo>
                      <a:pt x="165" y="39"/>
                      <a:pt x="165" y="39"/>
                      <a:pt x="164" y="39"/>
                    </a:cubicBezTo>
                    <a:cubicBezTo>
                      <a:pt x="154" y="47"/>
                      <a:pt x="154" y="47"/>
                      <a:pt x="154" y="47"/>
                    </a:cubicBezTo>
                    <a:cubicBezTo>
                      <a:pt x="154" y="47"/>
                      <a:pt x="154" y="47"/>
                      <a:pt x="154" y="47"/>
                    </a:cubicBezTo>
                    <a:cubicBezTo>
                      <a:pt x="154" y="47"/>
                      <a:pt x="153" y="47"/>
                      <a:pt x="153" y="47"/>
                    </a:cubicBezTo>
                    <a:cubicBezTo>
                      <a:pt x="153" y="46"/>
                      <a:pt x="153" y="46"/>
                      <a:pt x="153" y="46"/>
                    </a:cubicBezTo>
                    <a:cubicBezTo>
                      <a:pt x="152" y="47"/>
                      <a:pt x="152" y="47"/>
                      <a:pt x="152" y="47"/>
                    </a:cubicBezTo>
                    <a:cubicBezTo>
                      <a:pt x="155" y="50"/>
                      <a:pt x="155" y="50"/>
                      <a:pt x="155" y="50"/>
                    </a:cubicBezTo>
                    <a:close/>
                    <a:moveTo>
                      <a:pt x="174" y="54"/>
                    </a:moveTo>
                    <a:cubicBezTo>
                      <a:pt x="174" y="54"/>
                      <a:pt x="175" y="54"/>
                      <a:pt x="175" y="53"/>
                    </a:cubicBezTo>
                    <a:cubicBezTo>
                      <a:pt x="175" y="53"/>
                      <a:pt x="175" y="53"/>
                      <a:pt x="174" y="53"/>
                    </a:cubicBezTo>
                    <a:cubicBezTo>
                      <a:pt x="174" y="52"/>
                      <a:pt x="174" y="52"/>
                      <a:pt x="174" y="52"/>
                    </a:cubicBezTo>
                    <a:cubicBezTo>
                      <a:pt x="175" y="52"/>
                      <a:pt x="175" y="52"/>
                      <a:pt x="175" y="52"/>
                    </a:cubicBezTo>
                    <a:cubicBezTo>
                      <a:pt x="177" y="55"/>
                      <a:pt x="177" y="55"/>
                      <a:pt x="177" y="55"/>
                    </a:cubicBezTo>
                    <a:cubicBezTo>
                      <a:pt x="176" y="55"/>
                      <a:pt x="176" y="55"/>
                      <a:pt x="176" y="55"/>
                    </a:cubicBezTo>
                    <a:cubicBezTo>
                      <a:pt x="176" y="55"/>
                      <a:pt x="176" y="55"/>
                      <a:pt x="176" y="55"/>
                    </a:cubicBezTo>
                    <a:cubicBezTo>
                      <a:pt x="176" y="55"/>
                      <a:pt x="176" y="55"/>
                      <a:pt x="175" y="55"/>
                    </a:cubicBezTo>
                    <a:cubicBezTo>
                      <a:pt x="175" y="55"/>
                      <a:pt x="175" y="55"/>
                      <a:pt x="174" y="55"/>
                    </a:cubicBezTo>
                    <a:cubicBezTo>
                      <a:pt x="166" y="56"/>
                      <a:pt x="166" y="56"/>
                      <a:pt x="166" y="56"/>
                    </a:cubicBezTo>
                    <a:cubicBezTo>
                      <a:pt x="162" y="58"/>
                      <a:pt x="162" y="58"/>
                      <a:pt x="162" y="58"/>
                    </a:cubicBezTo>
                    <a:cubicBezTo>
                      <a:pt x="162" y="59"/>
                      <a:pt x="162" y="59"/>
                      <a:pt x="162" y="59"/>
                    </a:cubicBezTo>
                    <a:cubicBezTo>
                      <a:pt x="161" y="59"/>
                      <a:pt x="162" y="59"/>
                      <a:pt x="162" y="60"/>
                    </a:cubicBezTo>
                    <a:cubicBezTo>
                      <a:pt x="162" y="60"/>
                      <a:pt x="162" y="60"/>
                      <a:pt x="162" y="60"/>
                    </a:cubicBezTo>
                    <a:cubicBezTo>
                      <a:pt x="162" y="61"/>
                      <a:pt x="162" y="61"/>
                      <a:pt x="162" y="61"/>
                    </a:cubicBezTo>
                    <a:cubicBezTo>
                      <a:pt x="159" y="56"/>
                      <a:pt x="159" y="56"/>
                      <a:pt x="159" y="56"/>
                    </a:cubicBezTo>
                    <a:cubicBezTo>
                      <a:pt x="160" y="56"/>
                      <a:pt x="160" y="56"/>
                      <a:pt x="160" y="56"/>
                    </a:cubicBezTo>
                    <a:cubicBezTo>
                      <a:pt x="160" y="57"/>
                      <a:pt x="160" y="57"/>
                      <a:pt x="160" y="57"/>
                    </a:cubicBezTo>
                    <a:cubicBezTo>
                      <a:pt x="160" y="57"/>
                      <a:pt x="160" y="57"/>
                      <a:pt x="161" y="57"/>
                    </a:cubicBezTo>
                    <a:cubicBezTo>
                      <a:pt x="161" y="57"/>
                      <a:pt x="161" y="57"/>
                      <a:pt x="161" y="57"/>
                    </a:cubicBezTo>
                    <a:cubicBezTo>
                      <a:pt x="165" y="55"/>
                      <a:pt x="165" y="55"/>
                      <a:pt x="165" y="55"/>
                    </a:cubicBezTo>
                    <a:cubicBezTo>
                      <a:pt x="171" y="48"/>
                      <a:pt x="171" y="48"/>
                      <a:pt x="171" y="48"/>
                    </a:cubicBezTo>
                    <a:cubicBezTo>
                      <a:pt x="171" y="48"/>
                      <a:pt x="171" y="48"/>
                      <a:pt x="171" y="47"/>
                    </a:cubicBezTo>
                    <a:cubicBezTo>
                      <a:pt x="171" y="47"/>
                      <a:pt x="171" y="47"/>
                      <a:pt x="171" y="47"/>
                    </a:cubicBezTo>
                    <a:cubicBezTo>
                      <a:pt x="171" y="46"/>
                      <a:pt x="171" y="46"/>
                      <a:pt x="171" y="46"/>
                    </a:cubicBezTo>
                    <a:cubicBezTo>
                      <a:pt x="171" y="46"/>
                      <a:pt x="171" y="46"/>
                      <a:pt x="171" y="46"/>
                    </a:cubicBezTo>
                    <a:cubicBezTo>
                      <a:pt x="173" y="50"/>
                      <a:pt x="173" y="50"/>
                      <a:pt x="173" y="50"/>
                    </a:cubicBezTo>
                    <a:cubicBezTo>
                      <a:pt x="173" y="50"/>
                      <a:pt x="173" y="50"/>
                      <a:pt x="173" y="50"/>
                    </a:cubicBezTo>
                    <a:cubicBezTo>
                      <a:pt x="173" y="49"/>
                      <a:pt x="173" y="49"/>
                      <a:pt x="173" y="49"/>
                    </a:cubicBezTo>
                    <a:cubicBezTo>
                      <a:pt x="172" y="49"/>
                      <a:pt x="172" y="49"/>
                      <a:pt x="172" y="49"/>
                    </a:cubicBezTo>
                    <a:cubicBezTo>
                      <a:pt x="172" y="49"/>
                      <a:pt x="172" y="49"/>
                      <a:pt x="171" y="49"/>
                    </a:cubicBezTo>
                    <a:cubicBezTo>
                      <a:pt x="167" y="55"/>
                      <a:pt x="167" y="55"/>
                      <a:pt x="167" y="55"/>
                    </a:cubicBezTo>
                    <a:cubicBezTo>
                      <a:pt x="167" y="55"/>
                      <a:pt x="167" y="55"/>
                      <a:pt x="167" y="55"/>
                    </a:cubicBezTo>
                    <a:lnTo>
                      <a:pt x="174" y="54"/>
                    </a:lnTo>
                    <a:close/>
                  </a:path>
                </a:pathLst>
              </a:custGeom>
              <a:solidFill>
                <a:srgbClr val="FFFFFF"/>
              </a:solidFill>
              <a:ln w="3175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8" name="ïśľíḓé"/>
              <p:cNvSpPr/>
              <p:nvPr/>
            </p:nvSpPr>
            <p:spPr bwMode="auto">
              <a:xfrm>
                <a:off x="3667126" y="3184525"/>
                <a:ext cx="492125" cy="496888"/>
              </a:xfrm>
              <a:custGeom>
                <a:avLst/>
                <a:gdLst>
                  <a:gd name="T0" fmla="*/ 74 w 149"/>
                  <a:gd name="T1" fmla="*/ 0 h 149"/>
                  <a:gd name="T2" fmla="*/ 149 w 149"/>
                  <a:gd name="T3" fmla="*/ 74 h 149"/>
                  <a:gd name="T4" fmla="*/ 74 w 149"/>
                  <a:gd name="T5" fmla="*/ 149 h 149"/>
                  <a:gd name="T6" fmla="*/ 0 w 149"/>
                  <a:gd name="T7" fmla="*/ 74 h 149"/>
                  <a:gd name="T8" fmla="*/ 74 w 149"/>
                  <a:gd name="T9" fmla="*/ 0 h 149"/>
                  <a:gd name="T10" fmla="*/ 74 w 149"/>
                  <a:gd name="T11" fmla="*/ 2 h 149"/>
                  <a:gd name="T12" fmla="*/ 2 w 149"/>
                  <a:gd name="T13" fmla="*/ 74 h 149"/>
                  <a:gd name="T14" fmla="*/ 74 w 149"/>
                  <a:gd name="T15" fmla="*/ 146 h 149"/>
                  <a:gd name="T16" fmla="*/ 146 w 149"/>
                  <a:gd name="T17" fmla="*/ 74 h 149"/>
                  <a:gd name="T18" fmla="*/ 74 w 149"/>
                  <a:gd name="T19" fmla="*/ 2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9" h="149">
                    <a:moveTo>
                      <a:pt x="74" y="0"/>
                    </a:moveTo>
                    <a:cubicBezTo>
                      <a:pt x="115" y="0"/>
                      <a:pt x="149" y="33"/>
                      <a:pt x="149" y="74"/>
                    </a:cubicBezTo>
                    <a:cubicBezTo>
                      <a:pt x="149" y="115"/>
                      <a:pt x="115" y="149"/>
                      <a:pt x="74" y="149"/>
                    </a:cubicBezTo>
                    <a:cubicBezTo>
                      <a:pt x="33" y="149"/>
                      <a:pt x="0" y="115"/>
                      <a:pt x="0" y="74"/>
                    </a:cubicBezTo>
                    <a:cubicBezTo>
                      <a:pt x="0" y="33"/>
                      <a:pt x="33" y="0"/>
                      <a:pt x="74" y="0"/>
                    </a:cubicBezTo>
                    <a:close/>
                    <a:moveTo>
                      <a:pt x="74" y="2"/>
                    </a:moveTo>
                    <a:cubicBezTo>
                      <a:pt x="35" y="2"/>
                      <a:pt x="2" y="34"/>
                      <a:pt x="2" y="74"/>
                    </a:cubicBezTo>
                    <a:cubicBezTo>
                      <a:pt x="2" y="114"/>
                      <a:pt x="35" y="146"/>
                      <a:pt x="74" y="146"/>
                    </a:cubicBezTo>
                    <a:cubicBezTo>
                      <a:pt x="114" y="146"/>
                      <a:pt x="146" y="114"/>
                      <a:pt x="146" y="74"/>
                    </a:cubicBezTo>
                    <a:cubicBezTo>
                      <a:pt x="146" y="34"/>
                      <a:pt x="114" y="2"/>
                      <a:pt x="74" y="2"/>
                    </a:cubicBezTo>
                    <a:close/>
                  </a:path>
                </a:pathLst>
              </a:custGeom>
              <a:solidFill>
                <a:srgbClr val="0052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9" name="ïslíḍê"/>
              <p:cNvSpPr/>
              <p:nvPr/>
            </p:nvSpPr>
            <p:spPr bwMode="auto">
              <a:xfrm>
                <a:off x="3775076" y="3248025"/>
                <a:ext cx="274638" cy="146050"/>
              </a:xfrm>
              <a:custGeom>
                <a:avLst/>
                <a:gdLst>
                  <a:gd name="T0" fmla="*/ 10 w 83"/>
                  <a:gd name="T1" fmla="*/ 43 h 44"/>
                  <a:gd name="T2" fmla="*/ 18 w 83"/>
                  <a:gd name="T3" fmla="*/ 39 h 44"/>
                  <a:gd name="T4" fmla="*/ 67 w 83"/>
                  <a:gd name="T5" fmla="*/ 39 h 44"/>
                  <a:gd name="T6" fmla="*/ 73 w 83"/>
                  <a:gd name="T7" fmla="*/ 42 h 44"/>
                  <a:gd name="T8" fmla="*/ 76 w 83"/>
                  <a:gd name="T9" fmla="*/ 43 h 44"/>
                  <a:gd name="T10" fmla="*/ 83 w 83"/>
                  <a:gd name="T11" fmla="*/ 35 h 44"/>
                  <a:gd name="T12" fmla="*/ 76 w 83"/>
                  <a:gd name="T13" fmla="*/ 37 h 44"/>
                  <a:gd name="T14" fmla="*/ 69 w 83"/>
                  <a:gd name="T15" fmla="*/ 33 h 44"/>
                  <a:gd name="T16" fmla="*/ 70 w 83"/>
                  <a:gd name="T17" fmla="*/ 26 h 44"/>
                  <a:gd name="T18" fmla="*/ 64 w 83"/>
                  <a:gd name="T19" fmla="*/ 30 h 44"/>
                  <a:gd name="T20" fmla="*/ 59 w 83"/>
                  <a:gd name="T21" fmla="*/ 31 h 44"/>
                  <a:gd name="T22" fmla="*/ 56 w 83"/>
                  <a:gd name="T23" fmla="*/ 29 h 44"/>
                  <a:gd name="T24" fmla="*/ 56 w 83"/>
                  <a:gd name="T25" fmla="*/ 24 h 44"/>
                  <a:gd name="T26" fmla="*/ 58 w 83"/>
                  <a:gd name="T27" fmla="*/ 23 h 44"/>
                  <a:gd name="T28" fmla="*/ 58 w 83"/>
                  <a:gd name="T29" fmla="*/ 19 h 44"/>
                  <a:gd name="T30" fmla="*/ 54 w 83"/>
                  <a:gd name="T31" fmla="*/ 19 h 44"/>
                  <a:gd name="T32" fmla="*/ 53 w 83"/>
                  <a:gd name="T33" fmla="*/ 21 h 44"/>
                  <a:gd name="T34" fmla="*/ 44 w 83"/>
                  <a:gd name="T35" fmla="*/ 21 h 44"/>
                  <a:gd name="T36" fmla="*/ 43 w 83"/>
                  <a:gd name="T37" fmla="*/ 18 h 44"/>
                  <a:gd name="T38" fmla="*/ 44 w 83"/>
                  <a:gd name="T39" fmla="*/ 13 h 44"/>
                  <a:gd name="T40" fmla="*/ 43 w 83"/>
                  <a:gd name="T41" fmla="*/ 8 h 44"/>
                  <a:gd name="T42" fmla="*/ 43 w 83"/>
                  <a:gd name="T43" fmla="*/ 6 h 44"/>
                  <a:gd name="T44" fmla="*/ 43 w 83"/>
                  <a:gd name="T45" fmla="*/ 2 h 44"/>
                  <a:gd name="T46" fmla="*/ 43 w 83"/>
                  <a:gd name="T47" fmla="*/ 0 h 44"/>
                  <a:gd name="T48" fmla="*/ 40 w 83"/>
                  <a:gd name="T49" fmla="*/ 0 h 44"/>
                  <a:gd name="T50" fmla="*/ 39 w 83"/>
                  <a:gd name="T51" fmla="*/ 2 h 44"/>
                  <a:gd name="T52" fmla="*/ 39 w 83"/>
                  <a:gd name="T53" fmla="*/ 6 h 44"/>
                  <a:gd name="T54" fmla="*/ 39 w 83"/>
                  <a:gd name="T55" fmla="*/ 8 h 44"/>
                  <a:gd name="T56" fmla="*/ 38 w 83"/>
                  <a:gd name="T57" fmla="*/ 13 h 44"/>
                  <a:gd name="T58" fmla="*/ 38 w 83"/>
                  <a:gd name="T59" fmla="*/ 18 h 44"/>
                  <a:gd name="T60" fmla="*/ 38 w 83"/>
                  <a:gd name="T61" fmla="*/ 21 h 44"/>
                  <a:gd name="T62" fmla="*/ 30 w 83"/>
                  <a:gd name="T63" fmla="*/ 21 h 44"/>
                  <a:gd name="T64" fmla="*/ 29 w 83"/>
                  <a:gd name="T65" fmla="*/ 19 h 44"/>
                  <a:gd name="T66" fmla="*/ 25 w 83"/>
                  <a:gd name="T67" fmla="*/ 19 h 44"/>
                  <a:gd name="T68" fmla="*/ 25 w 83"/>
                  <a:gd name="T69" fmla="*/ 23 h 44"/>
                  <a:gd name="T70" fmla="*/ 26 w 83"/>
                  <a:gd name="T71" fmla="*/ 24 h 44"/>
                  <a:gd name="T72" fmla="*/ 27 w 83"/>
                  <a:gd name="T73" fmla="*/ 29 h 44"/>
                  <a:gd name="T74" fmla="*/ 22 w 83"/>
                  <a:gd name="T75" fmla="*/ 31 h 44"/>
                  <a:gd name="T76" fmla="*/ 13 w 83"/>
                  <a:gd name="T77" fmla="*/ 26 h 44"/>
                  <a:gd name="T78" fmla="*/ 13 w 83"/>
                  <a:gd name="T79" fmla="*/ 35 h 44"/>
                  <a:gd name="T80" fmla="*/ 7 w 83"/>
                  <a:gd name="T81" fmla="*/ 37 h 44"/>
                  <a:gd name="T82" fmla="*/ 0 w 83"/>
                  <a:gd name="T83" fmla="*/ 34 h 44"/>
                  <a:gd name="T84" fmla="*/ 5 w 83"/>
                  <a:gd name="T85" fmla="*/ 42 h 44"/>
                  <a:gd name="T86" fmla="*/ 10 w 83"/>
                  <a:gd name="T87" fmla="*/ 43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83" h="44">
                    <a:moveTo>
                      <a:pt x="10" y="43"/>
                    </a:moveTo>
                    <a:cubicBezTo>
                      <a:pt x="18" y="39"/>
                      <a:pt x="18" y="39"/>
                      <a:pt x="18" y="39"/>
                    </a:cubicBezTo>
                    <a:cubicBezTo>
                      <a:pt x="67" y="39"/>
                      <a:pt x="67" y="39"/>
                      <a:pt x="67" y="39"/>
                    </a:cubicBezTo>
                    <a:cubicBezTo>
                      <a:pt x="73" y="42"/>
                      <a:pt x="73" y="42"/>
                      <a:pt x="73" y="42"/>
                    </a:cubicBezTo>
                    <a:cubicBezTo>
                      <a:pt x="74" y="43"/>
                      <a:pt x="75" y="43"/>
                      <a:pt x="76" y="43"/>
                    </a:cubicBezTo>
                    <a:cubicBezTo>
                      <a:pt x="80" y="42"/>
                      <a:pt x="83" y="35"/>
                      <a:pt x="83" y="35"/>
                    </a:cubicBezTo>
                    <a:cubicBezTo>
                      <a:pt x="83" y="35"/>
                      <a:pt x="79" y="38"/>
                      <a:pt x="76" y="37"/>
                    </a:cubicBezTo>
                    <a:cubicBezTo>
                      <a:pt x="73" y="37"/>
                      <a:pt x="69" y="36"/>
                      <a:pt x="69" y="33"/>
                    </a:cubicBezTo>
                    <a:cubicBezTo>
                      <a:pt x="69" y="30"/>
                      <a:pt x="70" y="27"/>
                      <a:pt x="70" y="26"/>
                    </a:cubicBezTo>
                    <a:cubicBezTo>
                      <a:pt x="70" y="26"/>
                      <a:pt x="67" y="29"/>
                      <a:pt x="64" y="30"/>
                    </a:cubicBezTo>
                    <a:cubicBezTo>
                      <a:pt x="61" y="32"/>
                      <a:pt x="60" y="31"/>
                      <a:pt x="59" y="31"/>
                    </a:cubicBezTo>
                    <a:cubicBezTo>
                      <a:pt x="57" y="30"/>
                      <a:pt x="56" y="29"/>
                      <a:pt x="56" y="29"/>
                    </a:cubicBezTo>
                    <a:cubicBezTo>
                      <a:pt x="56" y="24"/>
                      <a:pt x="56" y="24"/>
                      <a:pt x="56" y="24"/>
                    </a:cubicBezTo>
                    <a:cubicBezTo>
                      <a:pt x="58" y="23"/>
                      <a:pt x="58" y="23"/>
                      <a:pt x="58" y="23"/>
                    </a:cubicBezTo>
                    <a:cubicBezTo>
                      <a:pt x="58" y="19"/>
                      <a:pt x="58" y="19"/>
                      <a:pt x="58" y="19"/>
                    </a:cubicBezTo>
                    <a:cubicBezTo>
                      <a:pt x="54" y="19"/>
                      <a:pt x="54" y="19"/>
                      <a:pt x="54" y="19"/>
                    </a:cubicBezTo>
                    <a:cubicBezTo>
                      <a:pt x="54" y="19"/>
                      <a:pt x="54" y="21"/>
                      <a:pt x="53" y="21"/>
                    </a:cubicBezTo>
                    <a:cubicBezTo>
                      <a:pt x="52" y="21"/>
                      <a:pt x="44" y="21"/>
                      <a:pt x="44" y="21"/>
                    </a:cubicBezTo>
                    <a:cubicBezTo>
                      <a:pt x="44" y="21"/>
                      <a:pt x="43" y="20"/>
                      <a:pt x="43" y="18"/>
                    </a:cubicBezTo>
                    <a:cubicBezTo>
                      <a:pt x="44" y="17"/>
                      <a:pt x="44" y="17"/>
                      <a:pt x="44" y="13"/>
                    </a:cubicBezTo>
                    <a:cubicBezTo>
                      <a:pt x="44" y="10"/>
                      <a:pt x="44" y="9"/>
                      <a:pt x="43" y="8"/>
                    </a:cubicBezTo>
                    <a:cubicBezTo>
                      <a:pt x="43" y="7"/>
                      <a:pt x="42" y="7"/>
                      <a:pt x="43" y="6"/>
                    </a:cubicBezTo>
                    <a:cubicBezTo>
                      <a:pt x="44" y="5"/>
                      <a:pt x="44" y="4"/>
                      <a:pt x="43" y="2"/>
                    </a:cubicBezTo>
                    <a:cubicBezTo>
                      <a:pt x="42" y="1"/>
                      <a:pt x="43" y="2"/>
                      <a:pt x="43" y="0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39" y="0"/>
                      <a:pt x="40" y="1"/>
                      <a:pt x="39" y="2"/>
                    </a:cubicBezTo>
                    <a:cubicBezTo>
                      <a:pt x="38" y="3"/>
                      <a:pt x="38" y="5"/>
                      <a:pt x="39" y="6"/>
                    </a:cubicBezTo>
                    <a:cubicBezTo>
                      <a:pt x="39" y="7"/>
                      <a:pt x="40" y="7"/>
                      <a:pt x="39" y="8"/>
                    </a:cubicBezTo>
                    <a:cubicBezTo>
                      <a:pt x="38" y="9"/>
                      <a:pt x="38" y="10"/>
                      <a:pt x="38" y="13"/>
                    </a:cubicBezTo>
                    <a:cubicBezTo>
                      <a:pt x="38" y="16"/>
                      <a:pt x="38" y="17"/>
                      <a:pt x="38" y="18"/>
                    </a:cubicBezTo>
                    <a:cubicBezTo>
                      <a:pt x="39" y="20"/>
                      <a:pt x="38" y="21"/>
                      <a:pt x="38" y="21"/>
                    </a:cubicBezTo>
                    <a:cubicBezTo>
                      <a:pt x="37" y="21"/>
                      <a:pt x="30" y="21"/>
                      <a:pt x="30" y="21"/>
                    </a:cubicBezTo>
                    <a:cubicBezTo>
                      <a:pt x="30" y="21"/>
                      <a:pt x="29" y="20"/>
                      <a:pt x="29" y="19"/>
                    </a:cubicBezTo>
                    <a:cubicBezTo>
                      <a:pt x="25" y="19"/>
                      <a:pt x="25" y="19"/>
                      <a:pt x="25" y="19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7" y="29"/>
                      <a:pt x="24" y="31"/>
                      <a:pt x="22" y="31"/>
                    </a:cubicBezTo>
                    <a:cubicBezTo>
                      <a:pt x="19" y="31"/>
                      <a:pt x="13" y="26"/>
                      <a:pt x="13" y="26"/>
                    </a:cubicBezTo>
                    <a:cubicBezTo>
                      <a:pt x="13" y="26"/>
                      <a:pt x="14" y="33"/>
                      <a:pt x="13" y="35"/>
                    </a:cubicBezTo>
                    <a:cubicBezTo>
                      <a:pt x="13" y="37"/>
                      <a:pt x="10" y="37"/>
                      <a:pt x="7" y="37"/>
                    </a:cubicBezTo>
                    <a:cubicBezTo>
                      <a:pt x="4" y="37"/>
                      <a:pt x="0" y="35"/>
                      <a:pt x="0" y="34"/>
                    </a:cubicBezTo>
                    <a:cubicBezTo>
                      <a:pt x="0" y="34"/>
                      <a:pt x="3" y="40"/>
                      <a:pt x="5" y="42"/>
                    </a:cubicBezTo>
                    <a:cubicBezTo>
                      <a:pt x="7" y="44"/>
                      <a:pt x="10" y="43"/>
                      <a:pt x="10" y="43"/>
                    </a:cubicBez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0" name="íṡļïdê"/>
              <p:cNvSpPr/>
              <p:nvPr/>
            </p:nvSpPr>
            <p:spPr bwMode="auto">
              <a:xfrm>
                <a:off x="3614738" y="3370263"/>
                <a:ext cx="596900" cy="241300"/>
              </a:xfrm>
              <a:custGeom>
                <a:avLst/>
                <a:gdLst>
                  <a:gd name="T0" fmla="*/ 58 w 181"/>
                  <a:gd name="T1" fmla="*/ 72 h 72"/>
                  <a:gd name="T2" fmla="*/ 8 w 181"/>
                  <a:gd name="T3" fmla="*/ 72 h 72"/>
                  <a:gd name="T4" fmla="*/ 3 w 181"/>
                  <a:gd name="T5" fmla="*/ 63 h 72"/>
                  <a:gd name="T6" fmla="*/ 6 w 181"/>
                  <a:gd name="T7" fmla="*/ 63 h 72"/>
                  <a:gd name="T8" fmla="*/ 11 w 181"/>
                  <a:gd name="T9" fmla="*/ 55 h 72"/>
                  <a:gd name="T10" fmla="*/ 14 w 181"/>
                  <a:gd name="T11" fmla="*/ 55 h 72"/>
                  <a:gd name="T12" fmla="*/ 14 w 181"/>
                  <a:gd name="T13" fmla="*/ 29 h 72"/>
                  <a:gd name="T14" fmla="*/ 0 w 181"/>
                  <a:gd name="T15" fmla="*/ 4 h 72"/>
                  <a:gd name="T16" fmla="*/ 30 w 181"/>
                  <a:gd name="T17" fmla="*/ 0 h 72"/>
                  <a:gd name="T18" fmla="*/ 58 w 181"/>
                  <a:gd name="T19" fmla="*/ 8 h 72"/>
                  <a:gd name="T20" fmla="*/ 51 w 181"/>
                  <a:gd name="T21" fmla="*/ 25 h 72"/>
                  <a:gd name="T22" fmla="*/ 131 w 181"/>
                  <a:gd name="T23" fmla="*/ 25 h 72"/>
                  <a:gd name="T24" fmla="*/ 122 w 181"/>
                  <a:gd name="T25" fmla="*/ 8 h 72"/>
                  <a:gd name="T26" fmla="*/ 150 w 181"/>
                  <a:gd name="T27" fmla="*/ 0 h 72"/>
                  <a:gd name="T28" fmla="*/ 181 w 181"/>
                  <a:gd name="T29" fmla="*/ 5 h 72"/>
                  <a:gd name="T30" fmla="*/ 166 w 181"/>
                  <a:gd name="T31" fmla="*/ 28 h 72"/>
                  <a:gd name="T32" fmla="*/ 166 w 181"/>
                  <a:gd name="T33" fmla="*/ 55 h 72"/>
                  <a:gd name="T34" fmla="*/ 171 w 181"/>
                  <a:gd name="T35" fmla="*/ 55 h 72"/>
                  <a:gd name="T36" fmla="*/ 178 w 181"/>
                  <a:gd name="T37" fmla="*/ 65 h 72"/>
                  <a:gd name="T38" fmla="*/ 174 w 181"/>
                  <a:gd name="T39" fmla="*/ 72 h 72"/>
                  <a:gd name="T40" fmla="*/ 58 w 181"/>
                  <a:gd name="T41" fmla="*/ 7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81" h="72">
                    <a:moveTo>
                      <a:pt x="58" y="72"/>
                    </a:moveTo>
                    <a:cubicBezTo>
                      <a:pt x="8" y="72"/>
                      <a:pt x="8" y="72"/>
                      <a:pt x="8" y="72"/>
                    </a:cubicBezTo>
                    <a:cubicBezTo>
                      <a:pt x="3" y="63"/>
                      <a:pt x="3" y="63"/>
                      <a:pt x="3" y="63"/>
                    </a:cubicBezTo>
                    <a:cubicBezTo>
                      <a:pt x="6" y="63"/>
                      <a:pt x="6" y="63"/>
                      <a:pt x="6" y="63"/>
                    </a:cubicBezTo>
                    <a:cubicBezTo>
                      <a:pt x="7" y="61"/>
                      <a:pt x="10" y="57"/>
                      <a:pt x="11" y="55"/>
                    </a:cubicBezTo>
                    <a:cubicBezTo>
                      <a:pt x="12" y="55"/>
                      <a:pt x="13" y="55"/>
                      <a:pt x="14" y="55"/>
                    </a:cubicBezTo>
                    <a:cubicBezTo>
                      <a:pt x="14" y="45"/>
                      <a:pt x="14" y="39"/>
                      <a:pt x="14" y="29"/>
                    </a:cubicBezTo>
                    <a:cubicBezTo>
                      <a:pt x="6" y="25"/>
                      <a:pt x="0" y="19"/>
                      <a:pt x="0" y="4"/>
                    </a:cubicBezTo>
                    <a:cubicBezTo>
                      <a:pt x="13" y="19"/>
                      <a:pt x="25" y="20"/>
                      <a:pt x="30" y="0"/>
                    </a:cubicBezTo>
                    <a:cubicBezTo>
                      <a:pt x="40" y="22"/>
                      <a:pt x="50" y="16"/>
                      <a:pt x="58" y="8"/>
                    </a:cubicBezTo>
                    <a:cubicBezTo>
                      <a:pt x="59" y="17"/>
                      <a:pt x="51" y="24"/>
                      <a:pt x="51" y="25"/>
                    </a:cubicBezTo>
                    <a:cubicBezTo>
                      <a:pt x="131" y="25"/>
                      <a:pt x="131" y="25"/>
                      <a:pt x="131" y="25"/>
                    </a:cubicBezTo>
                    <a:cubicBezTo>
                      <a:pt x="128" y="21"/>
                      <a:pt x="123" y="15"/>
                      <a:pt x="122" y="8"/>
                    </a:cubicBezTo>
                    <a:cubicBezTo>
                      <a:pt x="131" y="18"/>
                      <a:pt x="141" y="23"/>
                      <a:pt x="150" y="0"/>
                    </a:cubicBezTo>
                    <a:cubicBezTo>
                      <a:pt x="160" y="23"/>
                      <a:pt x="169" y="16"/>
                      <a:pt x="181" y="5"/>
                    </a:cubicBezTo>
                    <a:cubicBezTo>
                      <a:pt x="178" y="23"/>
                      <a:pt x="174" y="23"/>
                      <a:pt x="166" y="28"/>
                    </a:cubicBezTo>
                    <a:cubicBezTo>
                      <a:pt x="166" y="38"/>
                      <a:pt x="166" y="45"/>
                      <a:pt x="166" y="55"/>
                    </a:cubicBezTo>
                    <a:cubicBezTo>
                      <a:pt x="168" y="55"/>
                      <a:pt x="169" y="55"/>
                      <a:pt x="171" y="55"/>
                    </a:cubicBezTo>
                    <a:cubicBezTo>
                      <a:pt x="178" y="65"/>
                      <a:pt x="178" y="65"/>
                      <a:pt x="178" y="65"/>
                    </a:cubicBezTo>
                    <a:cubicBezTo>
                      <a:pt x="174" y="72"/>
                      <a:pt x="174" y="72"/>
                      <a:pt x="174" y="72"/>
                    </a:cubicBezTo>
                    <a:lnTo>
                      <a:pt x="58" y="7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1" name="iş1ïďe"/>
              <p:cNvSpPr/>
              <p:nvPr/>
            </p:nvSpPr>
            <p:spPr bwMode="auto">
              <a:xfrm>
                <a:off x="3624263" y="3381375"/>
                <a:ext cx="577850" cy="200025"/>
              </a:xfrm>
              <a:custGeom>
                <a:avLst/>
                <a:gdLst>
                  <a:gd name="T0" fmla="*/ 130 w 175"/>
                  <a:gd name="T1" fmla="*/ 51 h 60"/>
                  <a:gd name="T2" fmla="*/ 130 w 175"/>
                  <a:gd name="T3" fmla="*/ 50 h 60"/>
                  <a:gd name="T4" fmla="*/ 48 w 175"/>
                  <a:gd name="T5" fmla="*/ 50 h 60"/>
                  <a:gd name="T6" fmla="*/ 48 w 175"/>
                  <a:gd name="T7" fmla="*/ 51 h 60"/>
                  <a:gd name="T8" fmla="*/ 52 w 175"/>
                  <a:gd name="T9" fmla="*/ 51 h 60"/>
                  <a:gd name="T10" fmla="*/ 48 w 175"/>
                  <a:gd name="T11" fmla="*/ 60 h 60"/>
                  <a:gd name="T12" fmla="*/ 7 w 175"/>
                  <a:gd name="T13" fmla="*/ 60 h 60"/>
                  <a:gd name="T14" fmla="*/ 10 w 175"/>
                  <a:gd name="T15" fmla="*/ 54 h 60"/>
                  <a:gd name="T16" fmla="*/ 14 w 175"/>
                  <a:gd name="T17" fmla="*/ 54 h 60"/>
                  <a:gd name="T18" fmla="*/ 13 w 175"/>
                  <a:gd name="T19" fmla="*/ 25 h 60"/>
                  <a:gd name="T20" fmla="*/ 0 w 175"/>
                  <a:gd name="T21" fmla="*/ 7 h 60"/>
                  <a:gd name="T22" fmla="*/ 28 w 175"/>
                  <a:gd name="T23" fmla="*/ 0 h 60"/>
                  <a:gd name="T24" fmla="*/ 55 w 175"/>
                  <a:gd name="T25" fmla="*/ 7 h 60"/>
                  <a:gd name="T26" fmla="*/ 48 w 175"/>
                  <a:gd name="T27" fmla="*/ 22 h 60"/>
                  <a:gd name="T28" fmla="*/ 127 w 175"/>
                  <a:gd name="T29" fmla="*/ 22 h 60"/>
                  <a:gd name="T30" fmla="*/ 119 w 175"/>
                  <a:gd name="T31" fmla="*/ 7 h 60"/>
                  <a:gd name="T32" fmla="*/ 147 w 175"/>
                  <a:gd name="T33" fmla="*/ 0 h 60"/>
                  <a:gd name="T34" fmla="*/ 175 w 175"/>
                  <a:gd name="T35" fmla="*/ 7 h 60"/>
                  <a:gd name="T36" fmla="*/ 161 w 175"/>
                  <a:gd name="T37" fmla="*/ 24 h 60"/>
                  <a:gd name="T38" fmla="*/ 161 w 175"/>
                  <a:gd name="T39" fmla="*/ 53 h 60"/>
                  <a:gd name="T40" fmla="*/ 165 w 175"/>
                  <a:gd name="T41" fmla="*/ 53 h 60"/>
                  <a:gd name="T42" fmla="*/ 169 w 175"/>
                  <a:gd name="T43" fmla="*/ 60 h 60"/>
                  <a:gd name="T44" fmla="*/ 128 w 175"/>
                  <a:gd name="T45" fmla="*/ 60 h 60"/>
                  <a:gd name="T46" fmla="*/ 124 w 175"/>
                  <a:gd name="T47" fmla="*/ 51 h 60"/>
                  <a:gd name="T48" fmla="*/ 130 w 175"/>
                  <a:gd name="T49" fmla="*/ 51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75" h="60">
                    <a:moveTo>
                      <a:pt x="130" y="51"/>
                    </a:moveTo>
                    <a:cubicBezTo>
                      <a:pt x="130" y="50"/>
                      <a:pt x="130" y="50"/>
                      <a:pt x="130" y="50"/>
                    </a:cubicBezTo>
                    <a:cubicBezTo>
                      <a:pt x="48" y="50"/>
                      <a:pt x="48" y="50"/>
                      <a:pt x="48" y="50"/>
                    </a:cubicBezTo>
                    <a:cubicBezTo>
                      <a:pt x="48" y="51"/>
                      <a:pt x="48" y="51"/>
                      <a:pt x="48" y="51"/>
                    </a:cubicBezTo>
                    <a:cubicBezTo>
                      <a:pt x="52" y="51"/>
                      <a:pt x="52" y="51"/>
                      <a:pt x="52" y="51"/>
                    </a:cubicBezTo>
                    <a:cubicBezTo>
                      <a:pt x="48" y="60"/>
                      <a:pt x="48" y="60"/>
                      <a:pt x="48" y="60"/>
                    </a:cubicBezTo>
                    <a:cubicBezTo>
                      <a:pt x="34" y="60"/>
                      <a:pt x="20" y="60"/>
                      <a:pt x="7" y="60"/>
                    </a:cubicBezTo>
                    <a:cubicBezTo>
                      <a:pt x="8" y="58"/>
                      <a:pt x="9" y="56"/>
                      <a:pt x="10" y="54"/>
                    </a:cubicBezTo>
                    <a:cubicBezTo>
                      <a:pt x="11" y="54"/>
                      <a:pt x="12" y="54"/>
                      <a:pt x="14" y="54"/>
                    </a:cubicBezTo>
                    <a:cubicBezTo>
                      <a:pt x="14" y="44"/>
                      <a:pt x="13" y="34"/>
                      <a:pt x="13" y="25"/>
                    </a:cubicBezTo>
                    <a:cubicBezTo>
                      <a:pt x="5" y="20"/>
                      <a:pt x="1" y="14"/>
                      <a:pt x="0" y="7"/>
                    </a:cubicBezTo>
                    <a:cubicBezTo>
                      <a:pt x="12" y="18"/>
                      <a:pt x="22" y="17"/>
                      <a:pt x="28" y="0"/>
                    </a:cubicBezTo>
                    <a:cubicBezTo>
                      <a:pt x="37" y="22"/>
                      <a:pt x="47" y="15"/>
                      <a:pt x="55" y="7"/>
                    </a:cubicBezTo>
                    <a:cubicBezTo>
                      <a:pt x="55" y="14"/>
                      <a:pt x="50" y="17"/>
                      <a:pt x="48" y="22"/>
                    </a:cubicBezTo>
                    <a:cubicBezTo>
                      <a:pt x="127" y="22"/>
                      <a:pt x="127" y="22"/>
                      <a:pt x="127" y="22"/>
                    </a:cubicBezTo>
                    <a:cubicBezTo>
                      <a:pt x="125" y="18"/>
                      <a:pt x="120" y="14"/>
                      <a:pt x="119" y="7"/>
                    </a:cubicBezTo>
                    <a:cubicBezTo>
                      <a:pt x="127" y="15"/>
                      <a:pt x="137" y="22"/>
                      <a:pt x="147" y="0"/>
                    </a:cubicBezTo>
                    <a:cubicBezTo>
                      <a:pt x="153" y="17"/>
                      <a:pt x="163" y="18"/>
                      <a:pt x="175" y="7"/>
                    </a:cubicBezTo>
                    <a:cubicBezTo>
                      <a:pt x="173" y="14"/>
                      <a:pt x="169" y="19"/>
                      <a:pt x="161" y="24"/>
                    </a:cubicBezTo>
                    <a:cubicBezTo>
                      <a:pt x="161" y="34"/>
                      <a:pt x="161" y="44"/>
                      <a:pt x="161" y="53"/>
                    </a:cubicBezTo>
                    <a:cubicBezTo>
                      <a:pt x="162" y="53"/>
                      <a:pt x="164" y="53"/>
                      <a:pt x="165" y="53"/>
                    </a:cubicBezTo>
                    <a:cubicBezTo>
                      <a:pt x="166" y="55"/>
                      <a:pt x="167" y="58"/>
                      <a:pt x="169" y="60"/>
                    </a:cubicBezTo>
                    <a:cubicBezTo>
                      <a:pt x="155" y="60"/>
                      <a:pt x="142" y="60"/>
                      <a:pt x="128" y="60"/>
                    </a:cubicBezTo>
                    <a:cubicBezTo>
                      <a:pt x="124" y="51"/>
                      <a:pt x="124" y="51"/>
                      <a:pt x="124" y="51"/>
                    </a:cubicBezTo>
                    <a:lnTo>
                      <a:pt x="130" y="51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2" name="ïṩḷíḍé"/>
              <p:cNvSpPr/>
              <p:nvPr/>
            </p:nvSpPr>
            <p:spPr bwMode="auto">
              <a:xfrm>
                <a:off x="4065588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3" name="ïśľíḍè"/>
              <p:cNvSpPr/>
              <p:nvPr/>
            </p:nvSpPr>
            <p:spPr bwMode="auto">
              <a:xfrm>
                <a:off x="3740151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4" name="í$ḻîḋè"/>
              <p:cNvSpPr/>
              <p:nvPr/>
            </p:nvSpPr>
            <p:spPr bwMode="auto">
              <a:xfrm>
                <a:off x="4125913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5" name="iṣļíḋe"/>
              <p:cNvSpPr/>
              <p:nvPr/>
            </p:nvSpPr>
            <p:spPr bwMode="auto">
              <a:xfrm>
                <a:off x="3709988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6" name="iṩḷiḓé"/>
              <p:cNvSpPr/>
              <p:nvPr/>
            </p:nvSpPr>
            <p:spPr bwMode="auto">
              <a:xfrm>
                <a:off x="4095751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7" name="iSľiḍè"/>
              <p:cNvSpPr/>
              <p:nvPr/>
            </p:nvSpPr>
            <p:spPr bwMode="auto">
              <a:xfrm>
                <a:off x="3663951" y="3460750"/>
                <a:ext cx="495300" cy="31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8" name="ïṩḷîḍe"/>
              <p:cNvSpPr/>
              <p:nvPr/>
            </p:nvSpPr>
            <p:spPr bwMode="auto">
              <a:xfrm>
                <a:off x="3663951" y="3473450"/>
                <a:ext cx="115888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9" name="íšḻiḑê"/>
              <p:cNvSpPr/>
              <p:nvPr/>
            </p:nvSpPr>
            <p:spPr bwMode="auto">
              <a:xfrm>
                <a:off x="3789363" y="3473450"/>
                <a:ext cx="428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0" name="ïṩļïďè"/>
              <p:cNvSpPr/>
              <p:nvPr/>
            </p:nvSpPr>
            <p:spPr bwMode="auto">
              <a:xfrm>
                <a:off x="3851276" y="3473450"/>
                <a:ext cx="57150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1" name="îṥlïḋê"/>
              <p:cNvSpPr/>
              <p:nvPr/>
            </p:nvSpPr>
            <p:spPr bwMode="auto">
              <a:xfrm>
                <a:off x="3917951" y="3473450"/>
                <a:ext cx="555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2" name="îṧľïdè"/>
              <p:cNvSpPr/>
              <p:nvPr/>
            </p:nvSpPr>
            <p:spPr bwMode="auto">
              <a:xfrm>
                <a:off x="3994151" y="3473450"/>
                <a:ext cx="428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3" name="iSḷîḓê"/>
              <p:cNvSpPr/>
              <p:nvPr/>
            </p:nvSpPr>
            <p:spPr bwMode="auto">
              <a:xfrm>
                <a:off x="4046538" y="3473450"/>
                <a:ext cx="11271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4" name="îślíďè"/>
              <p:cNvSpPr/>
              <p:nvPr/>
            </p:nvSpPr>
            <p:spPr bwMode="auto">
              <a:xfrm>
                <a:off x="3979863" y="3473450"/>
                <a:ext cx="7938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5" name="iSḻïḍè"/>
              <p:cNvSpPr/>
              <p:nvPr/>
            </p:nvSpPr>
            <p:spPr bwMode="auto">
              <a:xfrm>
                <a:off x="3838576" y="3473450"/>
                <a:ext cx="6350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6" name="ïṡliḑê"/>
              <p:cNvSpPr/>
              <p:nvPr/>
            </p:nvSpPr>
            <p:spPr bwMode="auto">
              <a:xfrm>
                <a:off x="3851276" y="3384550"/>
                <a:ext cx="26988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7" name="islïďé"/>
              <p:cNvSpPr/>
              <p:nvPr/>
            </p:nvSpPr>
            <p:spPr bwMode="auto">
              <a:xfrm>
                <a:off x="3817938" y="3384550"/>
                <a:ext cx="26988" cy="15875"/>
              </a:xfrm>
              <a:custGeom>
                <a:avLst/>
                <a:gdLst>
                  <a:gd name="T0" fmla="*/ 7 w 8"/>
                  <a:gd name="T1" fmla="*/ 0 h 5"/>
                  <a:gd name="T2" fmla="*/ 8 w 8"/>
                  <a:gd name="T3" fmla="*/ 2 h 5"/>
                  <a:gd name="T4" fmla="*/ 1 w 8"/>
                  <a:gd name="T5" fmla="*/ 5 h 5"/>
                  <a:gd name="T6" fmla="*/ 7 w 8"/>
                  <a:gd name="T7" fmla="*/ 0 h 5"/>
                  <a:gd name="T8" fmla="*/ 7 w 8"/>
                  <a:gd name="T9" fmla="*/ 0 h 5"/>
                  <a:gd name="T10" fmla="*/ 7 w 8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5">
                    <a:moveTo>
                      <a:pt x="7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0" y="2"/>
                      <a:pt x="7" y="0"/>
                    </a:cubicBezTo>
                    <a:close/>
                    <a:moveTo>
                      <a:pt x="7" y="0"/>
                    </a:moveTo>
                    <a:cubicBezTo>
                      <a:pt x="7" y="0"/>
                      <a:pt x="7" y="0"/>
                      <a:pt x="7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8" name="îṥḷîdé"/>
              <p:cNvSpPr/>
              <p:nvPr/>
            </p:nvSpPr>
            <p:spPr bwMode="auto">
              <a:xfrm>
                <a:off x="3983038" y="3384550"/>
                <a:ext cx="26988" cy="15875"/>
              </a:xfrm>
              <a:custGeom>
                <a:avLst/>
                <a:gdLst>
                  <a:gd name="T0" fmla="*/ 1 w 8"/>
                  <a:gd name="T1" fmla="*/ 0 h 5"/>
                  <a:gd name="T2" fmla="*/ 0 w 8"/>
                  <a:gd name="T3" fmla="*/ 2 h 5"/>
                  <a:gd name="T4" fmla="*/ 7 w 8"/>
                  <a:gd name="T5" fmla="*/ 5 h 5"/>
                  <a:gd name="T6" fmla="*/ 1 w 8"/>
                  <a:gd name="T7" fmla="*/ 0 h 5"/>
                  <a:gd name="T8" fmla="*/ 1 w 8"/>
                  <a:gd name="T9" fmla="*/ 0 h 5"/>
                  <a:gd name="T10" fmla="*/ 1 w 8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5">
                    <a:moveTo>
                      <a:pt x="1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7" y="5"/>
                      <a:pt x="7" y="5"/>
                      <a:pt x="7" y="5"/>
                    </a:cubicBezTo>
                    <a:cubicBezTo>
                      <a:pt x="7" y="5"/>
                      <a:pt x="8" y="2"/>
                      <a:pt x="1" y="0"/>
                    </a:cubicBezTo>
                    <a:close/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9" name="isḷîḋé"/>
              <p:cNvSpPr/>
              <p:nvPr/>
            </p:nvSpPr>
            <p:spPr bwMode="auto">
              <a:xfrm>
                <a:off x="3884613" y="3384550"/>
                <a:ext cx="26988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0" name="iśḷïḑè"/>
              <p:cNvSpPr/>
              <p:nvPr/>
            </p:nvSpPr>
            <p:spPr bwMode="auto">
              <a:xfrm>
                <a:off x="3917951" y="3384550"/>
                <a:ext cx="25400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1" name="iṧľiďé"/>
              <p:cNvSpPr/>
              <p:nvPr/>
            </p:nvSpPr>
            <p:spPr bwMode="auto">
              <a:xfrm>
                <a:off x="3951288" y="3384550"/>
                <a:ext cx="25400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2" name="išľïḍé"/>
              <p:cNvSpPr/>
              <p:nvPr/>
            </p:nvSpPr>
            <p:spPr bwMode="auto">
              <a:xfrm>
                <a:off x="3771901" y="3484563"/>
                <a:ext cx="7938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3" name="îŝlîḑè"/>
              <p:cNvSpPr/>
              <p:nvPr/>
            </p:nvSpPr>
            <p:spPr bwMode="auto">
              <a:xfrm>
                <a:off x="3786188" y="3484563"/>
                <a:ext cx="46038" cy="60325"/>
              </a:xfrm>
              <a:custGeom>
                <a:avLst/>
                <a:gdLst>
                  <a:gd name="T0" fmla="*/ 8 w 29"/>
                  <a:gd name="T1" fmla="*/ 0 h 38"/>
                  <a:gd name="T2" fmla="*/ 20 w 29"/>
                  <a:gd name="T3" fmla="*/ 0 h 38"/>
                  <a:gd name="T4" fmla="*/ 29 w 29"/>
                  <a:gd name="T5" fmla="*/ 8 h 38"/>
                  <a:gd name="T6" fmla="*/ 29 w 29"/>
                  <a:gd name="T7" fmla="*/ 38 h 38"/>
                  <a:gd name="T8" fmla="*/ 0 w 29"/>
                  <a:gd name="T9" fmla="*/ 38 h 38"/>
                  <a:gd name="T10" fmla="*/ 0 w 29"/>
                  <a:gd name="T11" fmla="*/ 8 h 38"/>
                  <a:gd name="T12" fmla="*/ 8 w 29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8">
                    <a:moveTo>
                      <a:pt x="8" y="0"/>
                    </a:moveTo>
                    <a:lnTo>
                      <a:pt x="20" y="0"/>
                    </a:lnTo>
                    <a:lnTo>
                      <a:pt x="29" y="8"/>
                    </a:lnTo>
                    <a:lnTo>
                      <a:pt x="29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4" name="îṩḻíḓe"/>
              <p:cNvSpPr/>
              <p:nvPr/>
            </p:nvSpPr>
            <p:spPr bwMode="auto">
              <a:xfrm>
                <a:off x="3994151" y="3484563"/>
                <a:ext cx="46038" cy="60325"/>
              </a:xfrm>
              <a:custGeom>
                <a:avLst/>
                <a:gdLst>
                  <a:gd name="T0" fmla="*/ 8 w 29"/>
                  <a:gd name="T1" fmla="*/ 0 h 38"/>
                  <a:gd name="T2" fmla="*/ 18 w 29"/>
                  <a:gd name="T3" fmla="*/ 0 h 38"/>
                  <a:gd name="T4" fmla="*/ 29 w 29"/>
                  <a:gd name="T5" fmla="*/ 8 h 38"/>
                  <a:gd name="T6" fmla="*/ 29 w 29"/>
                  <a:gd name="T7" fmla="*/ 38 h 38"/>
                  <a:gd name="T8" fmla="*/ 0 w 29"/>
                  <a:gd name="T9" fmla="*/ 38 h 38"/>
                  <a:gd name="T10" fmla="*/ 0 w 29"/>
                  <a:gd name="T11" fmla="*/ 8 h 38"/>
                  <a:gd name="T12" fmla="*/ 8 w 29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8">
                    <a:moveTo>
                      <a:pt x="8" y="0"/>
                    </a:moveTo>
                    <a:lnTo>
                      <a:pt x="18" y="0"/>
                    </a:lnTo>
                    <a:lnTo>
                      <a:pt x="29" y="8"/>
                    </a:lnTo>
                    <a:lnTo>
                      <a:pt x="29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5" name="î$1îdè"/>
              <p:cNvSpPr/>
              <p:nvPr/>
            </p:nvSpPr>
            <p:spPr bwMode="auto">
              <a:xfrm>
                <a:off x="3851276" y="3484563"/>
                <a:ext cx="122238" cy="60325"/>
              </a:xfrm>
              <a:custGeom>
                <a:avLst/>
                <a:gdLst>
                  <a:gd name="T0" fmla="*/ 9 w 77"/>
                  <a:gd name="T1" fmla="*/ 0 h 38"/>
                  <a:gd name="T2" fmla="*/ 69 w 77"/>
                  <a:gd name="T3" fmla="*/ 0 h 38"/>
                  <a:gd name="T4" fmla="*/ 77 w 77"/>
                  <a:gd name="T5" fmla="*/ 8 h 38"/>
                  <a:gd name="T6" fmla="*/ 77 w 77"/>
                  <a:gd name="T7" fmla="*/ 38 h 38"/>
                  <a:gd name="T8" fmla="*/ 0 w 77"/>
                  <a:gd name="T9" fmla="*/ 38 h 38"/>
                  <a:gd name="T10" fmla="*/ 0 w 77"/>
                  <a:gd name="T11" fmla="*/ 8 h 38"/>
                  <a:gd name="T12" fmla="*/ 9 w 77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7" h="38">
                    <a:moveTo>
                      <a:pt x="9" y="0"/>
                    </a:moveTo>
                    <a:lnTo>
                      <a:pt x="69" y="0"/>
                    </a:lnTo>
                    <a:lnTo>
                      <a:pt x="77" y="8"/>
                    </a:lnTo>
                    <a:lnTo>
                      <a:pt x="77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6" name="iśľïḓe"/>
              <p:cNvSpPr/>
              <p:nvPr/>
            </p:nvSpPr>
            <p:spPr bwMode="auto">
              <a:xfrm>
                <a:off x="4046538" y="3484563"/>
                <a:ext cx="6350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7" name="iṣļïḑè"/>
              <p:cNvSpPr/>
              <p:nvPr/>
            </p:nvSpPr>
            <p:spPr bwMode="auto">
              <a:xfrm>
                <a:off x="3838576" y="3484563"/>
                <a:ext cx="6350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8" name="iṡḷidé"/>
              <p:cNvSpPr/>
              <p:nvPr/>
            </p:nvSpPr>
            <p:spPr bwMode="auto">
              <a:xfrm>
                <a:off x="3979863" y="3484563"/>
                <a:ext cx="3175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9" name="íṡḷíḋe"/>
              <p:cNvSpPr/>
              <p:nvPr/>
            </p:nvSpPr>
            <p:spPr bwMode="auto">
              <a:xfrm>
                <a:off x="3811588" y="3551238"/>
                <a:ext cx="20478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0" name="íŝ1iḑê"/>
              <p:cNvSpPr/>
              <p:nvPr/>
            </p:nvSpPr>
            <p:spPr bwMode="auto">
              <a:xfrm>
                <a:off x="3805238" y="3557588"/>
                <a:ext cx="214313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1" name="îṩḷiḑe"/>
              <p:cNvSpPr/>
              <p:nvPr/>
            </p:nvSpPr>
            <p:spPr bwMode="auto">
              <a:xfrm>
                <a:off x="3802063" y="3567113"/>
                <a:ext cx="220663" cy="1588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2" name="iṧḻiḑê"/>
              <p:cNvSpPr/>
              <p:nvPr/>
            </p:nvSpPr>
            <p:spPr bwMode="auto">
              <a:xfrm>
                <a:off x="3802063" y="3570288"/>
                <a:ext cx="22383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3" name="ïṣḻîḋè"/>
              <p:cNvSpPr/>
              <p:nvPr/>
            </p:nvSpPr>
            <p:spPr bwMode="auto">
              <a:xfrm>
                <a:off x="3795713" y="3581400"/>
                <a:ext cx="234950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4" name="îṡ1îḍé"/>
              <p:cNvSpPr/>
              <p:nvPr/>
            </p:nvSpPr>
            <p:spPr bwMode="auto">
              <a:xfrm>
                <a:off x="3633788" y="3587750"/>
                <a:ext cx="560388" cy="6350"/>
              </a:xfrm>
              <a:custGeom>
                <a:avLst/>
                <a:gdLst>
                  <a:gd name="T0" fmla="*/ 0 w 353"/>
                  <a:gd name="T1" fmla="*/ 0 h 4"/>
                  <a:gd name="T2" fmla="*/ 353 w 353"/>
                  <a:gd name="T3" fmla="*/ 0 h 4"/>
                  <a:gd name="T4" fmla="*/ 351 w 353"/>
                  <a:gd name="T5" fmla="*/ 4 h 4"/>
                  <a:gd name="T6" fmla="*/ 2 w 353"/>
                  <a:gd name="T7" fmla="*/ 4 h 4"/>
                  <a:gd name="T8" fmla="*/ 0 w 353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3" h="4">
                    <a:moveTo>
                      <a:pt x="0" y="0"/>
                    </a:moveTo>
                    <a:lnTo>
                      <a:pt x="353" y="0"/>
                    </a:lnTo>
                    <a:lnTo>
                      <a:pt x="351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5" name="îš1íḑe"/>
              <p:cNvSpPr/>
              <p:nvPr/>
            </p:nvSpPr>
            <p:spPr bwMode="auto">
              <a:xfrm>
                <a:off x="3640138" y="3600450"/>
                <a:ext cx="547688" cy="6350"/>
              </a:xfrm>
              <a:custGeom>
                <a:avLst/>
                <a:gdLst>
                  <a:gd name="T0" fmla="*/ 0 w 345"/>
                  <a:gd name="T1" fmla="*/ 0 h 4"/>
                  <a:gd name="T2" fmla="*/ 345 w 345"/>
                  <a:gd name="T3" fmla="*/ 0 h 4"/>
                  <a:gd name="T4" fmla="*/ 343 w 345"/>
                  <a:gd name="T5" fmla="*/ 4 h 4"/>
                  <a:gd name="T6" fmla="*/ 2 w 345"/>
                  <a:gd name="T7" fmla="*/ 4 h 4"/>
                  <a:gd name="T8" fmla="*/ 0 w 345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5" h="4">
                    <a:moveTo>
                      <a:pt x="0" y="0"/>
                    </a:moveTo>
                    <a:lnTo>
                      <a:pt x="345" y="0"/>
                    </a:lnTo>
                    <a:lnTo>
                      <a:pt x="343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6" name="iš1ïḍe"/>
              <p:cNvSpPr/>
              <p:nvPr/>
            </p:nvSpPr>
            <p:spPr bwMode="auto">
              <a:xfrm>
                <a:off x="3736976" y="3406775"/>
                <a:ext cx="352425" cy="4763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7" name="îSḻîde"/>
              <p:cNvSpPr/>
              <p:nvPr/>
            </p:nvSpPr>
            <p:spPr bwMode="auto">
              <a:xfrm>
                <a:off x="3746501" y="3417888"/>
                <a:ext cx="3333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" name="î$ḻîḑé"/>
              <p:cNvSpPr/>
              <p:nvPr/>
            </p:nvSpPr>
            <p:spPr bwMode="auto">
              <a:xfrm>
                <a:off x="3805238" y="3417888"/>
                <a:ext cx="211138" cy="1588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" name="íŝļïḓe"/>
              <p:cNvSpPr/>
              <p:nvPr/>
            </p:nvSpPr>
            <p:spPr bwMode="auto">
              <a:xfrm>
                <a:off x="3811588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" name="îS1iḍé"/>
              <p:cNvSpPr/>
              <p:nvPr/>
            </p:nvSpPr>
            <p:spPr bwMode="auto">
              <a:xfrm>
                <a:off x="3802063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" name="išlïdé"/>
              <p:cNvSpPr/>
              <p:nvPr/>
            </p:nvSpPr>
            <p:spPr bwMode="auto">
              <a:xfrm>
                <a:off x="3789363" y="3421063"/>
                <a:ext cx="6350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" name="ïSlïde"/>
              <p:cNvSpPr/>
              <p:nvPr/>
            </p:nvSpPr>
            <p:spPr bwMode="auto">
              <a:xfrm>
                <a:off x="3822701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" name="îşľïďe"/>
              <p:cNvSpPr/>
              <p:nvPr/>
            </p:nvSpPr>
            <p:spPr bwMode="auto">
              <a:xfrm>
                <a:off x="3832226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" name="ïşľíďê"/>
              <p:cNvSpPr/>
              <p:nvPr/>
            </p:nvSpPr>
            <p:spPr bwMode="auto">
              <a:xfrm>
                <a:off x="38449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" name="íś1ïdè"/>
              <p:cNvSpPr/>
              <p:nvPr/>
            </p:nvSpPr>
            <p:spPr bwMode="auto">
              <a:xfrm>
                <a:off x="3854451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6" name="iṩḷiḍe"/>
              <p:cNvSpPr/>
              <p:nvPr/>
            </p:nvSpPr>
            <p:spPr bwMode="auto">
              <a:xfrm>
                <a:off x="3865563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7" name="ïŝ1iďè"/>
              <p:cNvSpPr/>
              <p:nvPr/>
            </p:nvSpPr>
            <p:spPr bwMode="auto">
              <a:xfrm>
                <a:off x="3878263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8" name="íṩļíḋê"/>
              <p:cNvSpPr/>
              <p:nvPr/>
            </p:nvSpPr>
            <p:spPr bwMode="auto">
              <a:xfrm>
                <a:off x="3887788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9" name="ïṧ1ïdè"/>
              <p:cNvSpPr/>
              <p:nvPr/>
            </p:nvSpPr>
            <p:spPr bwMode="auto">
              <a:xfrm>
                <a:off x="3897313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0" name="íŝḻîḍé"/>
              <p:cNvSpPr/>
              <p:nvPr/>
            </p:nvSpPr>
            <p:spPr bwMode="auto">
              <a:xfrm>
                <a:off x="3908426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1" name="îşḻïḓé"/>
              <p:cNvSpPr/>
              <p:nvPr/>
            </p:nvSpPr>
            <p:spPr bwMode="auto">
              <a:xfrm>
                <a:off x="39211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2" name="íśļíďè"/>
              <p:cNvSpPr/>
              <p:nvPr/>
            </p:nvSpPr>
            <p:spPr bwMode="auto">
              <a:xfrm>
                <a:off x="3930651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3" name="iŝ1ïdé"/>
              <p:cNvSpPr/>
              <p:nvPr/>
            </p:nvSpPr>
            <p:spPr bwMode="auto">
              <a:xfrm>
                <a:off x="3940176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4" name="is1ídè"/>
              <p:cNvSpPr/>
              <p:nvPr/>
            </p:nvSpPr>
            <p:spPr bwMode="auto">
              <a:xfrm>
                <a:off x="3951288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2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5" name="islíďê"/>
              <p:cNvSpPr/>
              <p:nvPr/>
            </p:nvSpPr>
            <p:spPr bwMode="auto">
              <a:xfrm>
                <a:off x="3963988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6" name="iṩlíḑê"/>
              <p:cNvSpPr/>
              <p:nvPr/>
            </p:nvSpPr>
            <p:spPr bwMode="auto">
              <a:xfrm>
                <a:off x="3973513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7" name="îṥḷïďê"/>
              <p:cNvSpPr/>
              <p:nvPr/>
            </p:nvSpPr>
            <p:spPr bwMode="auto">
              <a:xfrm>
                <a:off x="3983038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8" name="íṥḻïďè"/>
              <p:cNvSpPr/>
              <p:nvPr/>
            </p:nvSpPr>
            <p:spPr bwMode="auto">
              <a:xfrm>
                <a:off x="39973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9" name="íṡḷíḍè"/>
              <p:cNvSpPr/>
              <p:nvPr/>
            </p:nvSpPr>
            <p:spPr bwMode="auto">
              <a:xfrm>
                <a:off x="4006851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0" name="î$ḷîḑé"/>
              <p:cNvSpPr/>
              <p:nvPr/>
            </p:nvSpPr>
            <p:spPr bwMode="auto">
              <a:xfrm>
                <a:off x="4016376" y="3421063"/>
                <a:ext cx="6350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1" name="í$ľîdè"/>
              <p:cNvSpPr/>
              <p:nvPr/>
            </p:nvSpPr>
            <p:spPr bwMode="auto">
              <a:xfrm>
                <a:off x="4025901" y="3421063"/>
                <a:ext cx="7938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2" name="iṥ1iḍè"/>
              <p:cNvSpPr/>
              <p:nvPr/>
            </p:nvSpPr>
            <p:spPr bwMode="auto">
              <a:xfrm>
                <a:off x="4040188" y="3417888"/>
                <a:ext cx="3968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3" name="ïslidé"/>
              <p:cNvSpPr/>
              <p:nvPr/>
            </p:nvSpPr>
            <p:spPr bwMode="auto">
              <a:xfrm>
                <a:off x="3679826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4" name="íṡlïďè"/>
              <p:cNvSpPr/>
              <p:nvPr/>
            </p:nvSpPr>
            <p:spPr bwMode="auto">
              <a:xfrm>
                <a:off x="3884613" y="3490913"/>
                <a:ext cx="55563" cy="53975"/>
              </a:xfrm>
              <a:custGeom>
                <a:avLst/>
                <a:gdLst>
                  <a:gd name="T0" fmla="*/ 0 w 35"/>
                  <a:gd name="T1" fmla="*/ 0 h 34"/>
                  <a:gd name="T2" fmla="*/ 35 w 35"/>
                  <a:gd name="T3" fmla="*/ 0 h 34"/>
                  <a:gd name="T4" fmla="*/ 35 w 35"/>
                  <a:gd name="T5" fmla="*/ 34 h 34"/>
                  <a:gd name="T6" fmla="*/ 0 w 35"/>
                  <a:gd name="T7" fmla="*/ 34 h 34"/>
                  <a:gd name="T8" fmla="*/ 0 w 35"/>
                  <a:gd name="T9" fmla="*/ 0 h 34"/>
                  <a:gd name="T10" fmla="*/ 0 w 35"/>
                  <a:gd name="T11" fmla="*/ 0 h 34"/>
                  <a:gd name="T12" fmla="*/ 4 w 35"/>
                  <a:gd name="T13" fmla="*/ 8 h 34"/>
                  <a:gd name="T14" fmla="*/ 4 w 35"/>
                  <a:gd name="T15" fmla="*/ 27 h 34"/>
                  <a:gd name="T16" fmla="*/ 8 w 35"/>
                  <a:gd name="T17" fmla="*/ 27 h 34"/>
                  <a:gd name="T18" fmla="*/ 8 w 35"/>
                  <a:gd name="T19" fmla="*/ 8 h 34"/>
                  <a:gd name="T20" fmla="*/ 4 w 35"/>
                  <a:gd name="T21" fmla="*/ 8 h 34"/>
                  <a:gd name="T22" fmla="*/ 4 w 35"/>
                  <a:gd name="T23" fmla="*/ 8 h 34"/>
                  <a:gd name="T24" fmla="*/ 29 w 35"/>
                  <a:gd name="T25" fmla="*/ 8 h 34"/>
                  <a:gd name="T26" fmla="*/ 29 w 35"/>
                  <a:gd name="T27" fmla="*/ 27 h 34"/>
                  <a:gd name="T28" fmla="*/ 31 w 35"/>
                  <a:gd name="T29" fmla="*/ 27 h 34"/>
                  <a:gd name="T30" fmla="*/ 31 w 35"/>
                  <a:gd name="T31" fmla="*/ 8 h 34"/>
                  <a:gd name="T32" fmla="*/ 29 w 35"/>
                  <a:gd name="T33" fmla="*/ 8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5" h="34">
                    <a:moveTo>
                      <a:pt x="0" y="0"/>
                    </a:moveTo>
                    <a:lnTo>
                      <a:pt x="35" y="0"/>
                    </a:lnTo>
                    <a:lnTo>
                      <a:pt x="35" y="34"/>
                    </a:lnTo>
                    <a:lnTo>
                      <a:pt x="0" y="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4" y="8"/>
                    </a:moveTo>
                    <a:lnTo>
                      <a:pt x="4" y="27"/>
                    </a:lnTo>
                    <a:lnTo>
                      <a:pt x="8" y="27"/>
                    </a:lnTo>
                    <a:lnTo>
                      <a:pt x="8" y="8"/>
                    </a:lnTo>
                    <a:lnTo>
                      <a:pt x="4" y="8"/>
                    </a:lnTo>
                    <a:lnTo>
                      <a:pt x="4" y="8"/>
                    </a:lnTo>
                    <a:close/>
                    <a:moveTo>
                      <a:pt x="29" y="8"/>
                    </a:moveTo>
                    <a:lnTo>
                      <a:pt x="29" y="27"/>
                    </a:lnTo>
                    <a:lnTo>
                      <a:pt x="31" y="27"/>
                    </a:lnTo>
                    <a:lnTo>
                      <a:pt x="31" y="8"/>
                    </a:lnTo>
                    <a:lnTo>
                      <a:pt x="29" y="8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5" name="iṧ1ïḓè"/>
              <p:cNvSpPr/>
              <p:nvPr/>
            </p:nvSpPr>
            <p:spPr bwMode="auto">
              <a:xfrm>
                <a:off x="3551238" y="3067050"/>
                <a:ext cx="722313" cy="727075"/>
              </a:xfrm>
              <a:custGeom>
                <a:avLst/>
                <a:gdLst>
                  <a:gd name="T0" fmla="*/ 109 w 219"/>
                  <a:gd name="T1" fmla="*/ 0 h 218"/>
                  <a:gd name="T2" fmla="*/ 219 w 219"/>
                  <a:gd name="T3" fmla="*/ 109 h 218"/>
                  <a:gd name="T4" fmla="*/ 109 w 219"/>
                  <a:gd name="T5" fmla="*/ 218 h 218"/>
                  <a:gd name="T6" fmla="*/ 0 w 219"/>
                  <a:gd name="T7" fmla="*/ 109 h 218"/>
                  <a:gd name="T8" fmla="*/ 109 w 219"/>
                  <a:gd name="T9" fmla="*/ 0 h 218"/>
                  <a:gd name="T10" fmla="*/ 109 w 219"/>
                  <a:gd name="T11" fmla="*/ 3 h 218"/>
                  <a:gd name="T12" fmla="*/ 4 w 219"/>
                  <a:gd name="T13" fmla="*/ 109 h 218"/>
                  <a:gd name="T14" fmla="*/ 109 w 219"/>
                  <a:gd name="T15" fmla="*/ 215 h 218"/>
                  <a:gd name="T16" fmla="*/ 215 w 219"/>
                  <a:gd name="T17" fmla="*/ 109 h 218"/>
                  <a:gd name="T18" fmla="*/ 109 w 219"/>
                  <a:gd name="T19" fmla="*/ 3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9" h="218">
                    <a:moveTo>
                      <a:pt x="109" y="0"/>
                    </a:moveTo>
                    <a:cubicBezTo>
                      <a:pt x="170" y="0"/>
                      <a:pt x="219" y="49"/>
                      <a:pt x="219" y="109"/>
                    </a:cubicBezTo>
                    <a:cubicBezTo>
                      <a:pt x="219" y="169"/>
                      <a:pt x="170" y="218"/>
                      <a:pt x="109" y="218"/>
                    </a:cubicBezTo>
                    <a:cubicBezTo>
                      <a:pt x="49" y="218"/>
                      <a:pt x="0" y="169"/>
                      <a:pt x="0" y="109"/>
                    </a:cubicBezTo>
                    <a:cubicBezTo>
                      <a:pt x="0" y="49"/>
                      <a:pt x="49" y="0"/>
                      <a:pt x="109" y="0"/>
                    </a:cubicBezTo>
                    <a:close/>
                    <a:moveTo>
                      <a:pt x="109" y="3"/>
                    </a:moveTo>
                    <a:cubicBezTo>
                      <a:pt x="51" y="3"/>
                      <a:pt x="4" y="51"/>
                      <a:pt x="4" y="109"/>
                    </a:cubicBezTo>
                    <a:cubicBezTo>
                      <a:pt x="4" y="167"/>
                      <a:pt x="51" y="215"/>
                      <a:pt x="109" y="215"/>
                    </a:cubicBezTo>
                    <a:cubicBezTo>
                      <a:pt x="168" y="215"/>
                      <a:pt x="215" y="167"/>
                      <a:pt x="215" y="109"/>
                    </a:cubicBezTo>
                    <a:cubicBezTo>
                      <a:pt x="215" y="51"/>
                      <a:pt x="168" y="3"/>
                      <a:pt x="109" y="3"/>
                    </a:cubicBez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47" name="íşḷïḑe"/>
            <p:cNvGrpSpPr/>
            <p:nvPr userDrawn="1"/>
          </p:nvGrpSpPr>
          <p:grpSpPr>
            <a:xfrm>
              <a:off x="4894762" y="471192"/>
              <a:ext cx="4437911" cy="1614111"/>
              <a:chOff x="4412452" y="3106738"/>
              <a:chExt cx="2312689" cy="841148"/>
            </a:xfrm>
          </p:grpSpPr>
          <p:grpSp>
            <p:nvGrpSpPr>
              <p:cNvPr id="248" name="îṥľíḑé"/>
              <p:cNvGrpSpPr/>
              <p:nvPr/>
            </p:nvGrpSpPr>
            <p:grpSpPr>
              <a:xfrm>
                <a:off x="4422776" y="3106738"/>
                <a:ext cx="2293937" cy="617538"/>
                <a:chOff x="4422776" y="3106738"/>
                <a:chExt cx="2293937" cy="617538"/>
              </a:xfrm>
            </p:grpSpPr>
            <p:sp>
              <p:nvSpPr>
                <p:cNvPr id="265" name="išḻiḑé"/>
                <p:cNvSpPr/>
                <p:nvPr/>
              </p:nvSpPr>
              <p:spPr bwMode="auto">
                <a:xfrm>
                  <a:off x="4811713" y="3200400"/>
                  <a:ext cx="49213" cy="100013"/>
                </a:xfrm>
                <a:custGeom>
                  <a:avLst/>
                  <a:gdLst>
                    <a:gd name="T0" fmla="*/ 0 w 15"/>
                    <a:gd name="T1" fmla="*/ 1 h 30"/>
                    <a:gd name="T2" fmla="*/ 1 w 15"/>
                    <a:gd name="T3" fmla="*/ 12 h 30"/>
                    <a:gd name="T4" fmla="*/ 0 w 15"/>
                    <a:gd name="T5" fmla="*/ 21 h 30"/>
                    <a:gd name="T6" fmla="*/ 2 w 15"/>
                    <a:gd name="T7" fmla="*/ 28 h 30"/>
                    <a:gd name="T8" fmla="*/ 7 w 15"/>
                    <a:gd name="T9" fmla="*/ 30 h 30"/>
                    <a:gd name="T10" fmla="*/ 12 w 15"/>
                    <a:gd name="T11" fmla="*/ 26 h 30"/>
                    <a:gd name="T12" fmla="*/ 15 w 15"/>
                    <a:gd name="T13" fmla="*/ 18 h 30"/>
                    <a:gd name="T14" fmla="*/ 3 w 15"/>
                    <a:gd name="T15" fmla="*/ 0 h 30"/>
                    <a:gd name="T16" fmla="*/ 0 w 15"/>
                    <a:gd name="T17" fmla="*/ 1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30">
                      <a:moveTo>
                        <a:pt x="0" y="1"/>
                      </a:moveTo>
                      <a:cubicBezTo>
                        <a:pt x="1" y="12"/>
                        <a:pt x="1" y="12"/>
                        <a:pt x="1" y="12"/>
                      </a:cubicBezTo>
                      <a:cubicBezTo>
                        <a:pt x="1" y="13"/>
                        <a:pt x="0" y="18"/>
                        <a:pt x="0" y="21"/>
                      </a:cubicBezTo>
                      <a:cubicBezTo>
                        <a:pt x="0" y="24"/>
                        <a:pt x="2" y="25"/>
                        <a:pt x="2" y="28"/>
                      </a:cubicBezTo>
                      <a:cubicBezTo>
                        <a:pt x="7" y="30"/>
                        <a:pt x="7" y="30"/>
                        <a:pt x="7" y="30"/>
                      </a:cubicBezTo>
                      <a:cubicBezTo>
                        <a:pt x="9" y="27"/>
                        <a:pt x="10" y="29"/>
                        <a:pt x="12" y="26"/>
                      </a:cubicBezTo>
                      <a:cubicBezTo>
                        <a:pt x="14" y="23"/>
                        <a:pt x="14" y="21"/>
                        <a:pt x="15" y="18"/>
                      </a:cubicBezTo>
                      <a:cubicBezTo>
                        <a:pt x="12" y="7"/>
                        <a:pt x="13" y="5"/>
                        <a:pt x="3" y="0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6" name="íṥľíďè"/>
                <p:cNvSpPr/>
                <p:nvPr/>
              </p:nvSpPr>
              <p:spPr bwMode="auto">
                <a:xfrm>
                  <a:off x="5221288" y="3184525"/>
                  <a:ext cx="36513" cy="122238"/>
                </a:xfrm>
                <a:custGeom>
                  <a:avLst/>
                  <a:gdLst>
                    <a:gd name="T0" fmla="*/ 0 w 11"/>
                    <a:gd name="T1" fmla="*/ 3 h 37"/>
                    <a:gd name="T2" fmla="*/ 2 w 11"/>
                    <a:gd name="T3" fmla="*/ 14 h 37"/>
                    <a:gd name="T4" fmla="*/ 0 w 11"/>
                    <a:gd name="T5" fmla="*/ 33 h 37"/>
                    <a:gd name="T6" fmla="*/ 0 w 11"/>
                    <a:gd name="T7" fmla="*/ 36 h 37"/>
                    <a:gd name="T8" fmla="*/ 2 w 11"/>
                    <a:gd name="T9" fmla="*/ 37 h 37"/>
                    <a:gd name="T10" fmla="*/ 8 w 11"/>
                    <a:gd name="T11" fmla="*/ 27 h 37"/>
                    <a:gd name="T12" fmla="*/ 11 w 11"/>
                    <a:gd name="T13" fmla="*/ 17 h 37"/>
                    <a:gd name="T14" fmla="*/ 11 w 11"/>
                    <a:gd name="T15" fmla="*/ 15 h 37"/>
                    <a:gd name="T16" fmla="*/ 7 w 11"/>
                    <a:gd name="T17" fmla="*/ 2 h 37"/>
                    <a:gd name="T18" fmla="*/ 2 w 11"/>
                    <a:gd name="T19" fmla="*/ 0 h 37"/>
                    <a:gd name="T20" fmla="*/ 0 w 11"/>
                    <a:gd name="T21" fmla="*/ 3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1" h="37">
                      <a:moveTo>
                        <a:pt x="0" y="3"/>
                      </a:moveTo>
                      <a:cubicBezTo>
                        <a:pt x="2" y="14"/>
                        <a:pt x="2" y="14"/>
                        <a:pt x="2" y="14"/>
                      </a:cubicBezTo>
                      <a:cubicBezTo>
                        <a:pt x="2" y="19"/>
                        <a:pt x="0" y="27"/>
                        <a:pt x="0" y="33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2" y="36"/>
                        <a:pt x="1" y="37"/>
                        <a:pt x="2" y="37"/>
                      </a:cubicBezTo>
                      <a:cubicBezTo>
                        <a:pt x="3" y="37"/>
                        <a:pt x="7" y="28"/>
                        <a:pt x="8" y="27"/>
                      </a:cubicBezTo>
                      <a:cubicBezTo>
                        <a:pt x="9" y="24"/>
                        <a:pt x="11" y="21"/>
                        <a:pt x="11" y="17"/>
                      </a:cubicBezTo>
                      <a:cubicBezTo>
                        <a:pt x="11" y="15"/>
                        <a:pt x="11" y="15"/>
                        <a:pt x="11" y="15"/>
                      </a:cubicBezTo>
                      <a:cubicBezTo>
                        <a:pt x="11" y="7"/>
                        <a:pt x="8" y="7"/>
                        <a:pt x="7" y="2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1"/>
                        <a:pt x="0" y="1"/>
                        <a:pt x="0" y="3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7" name="íś1iḑe"/>
                <p:cNvSpPr/>
                <p:nvPr/>
              </p:nvSpPr>
              <p:spPr bwMode="auto">
                <a:xfrm>
                  <a:off x="4554538" y="3251200"/>
                  <a:ext cx="119063" cy="58738"/>
                </a:xfrm>
                <a:custGeom>
                  <a:avLst/>
                  <a:gdLst>
                    <a:gd name="T0" fmla="*/ 0 w 36"/>
                    <a:gd name="T1" fmla="*/ 15 h 18"/>
                    <a:gd name="T2" fmla="*/ 2 w 36"/>
                    <a:gd name="T3" fmla="*/ 16 h 18"/>
                    <a:gd name="T4" fmla="*/ 13 w 36"/>
                    <a:gd name="T5" fmla="*/ 18 h 18"/>
                    <a:gd name="T6" fmla="*/ 16 w 36"/>
                    <a:gd name="T7" fmla="*/ 18 h 18"/>
                    <a:gd name="T8" fmla="*/ 22 w 36"/>
                    <a:gd name="T9" fmla="*/ 17 h 18"/>
                    <a:gd name="T10" fmla="*/ 23 w 36"/>
                    <a:gd name="T11" fmla="*/ 17 h 18"/>
                    <a:gd name="T12" fmla="*/ 30 w 36"/>
                    <a:gd name="T13" fmla="*/ 13 h 18"/>
                    <a:gd name="T14" fmla="*/ 36 w 36"/>
                    <a:gd name="T15" fmla="*/ 8 h 18"/>
                    <a:gd name="T16" fmla="*/ 36 w 36"/>
                    <a:gd name="T17" fmla="*/ 7 h 18"/>
                    <a:gd name="T18" fmla="*/ 36 w 36"/>
                    <a:gd name="T19" fmla="*/ 4 h 18"/>
                    <a:gd name="T20" fmla="*/ 32 w 36"/>
                    <a:gd name="T21" fmla="*/ 0 h 18"/>
                    <a:gd name="T22" fmla="*/ 24 w 36"/>
                    <a:gd name="T23" fmla="*/ 3 h 18"/>
                    <a:gd name="T24" fmla="*/ 16 w 36"/>
                    <a:gd name="T25" fmla="*/ 7 h 18"/>
                    <a:gd name="T26" fmla="*/ 0 w 36"/>
                    <a:gd name="T27" fmla="*/ 15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6" h="18">
                      <a:moveTo>
                        <a:pt x="0" y="15"/>
                      </a:moveTo>
                      <a:cubicBezTo>
                        <a:pt x="1" y="16"/>
                        <a:pt x="1" y="16"/>
                        <a:pt x="2" y="16"/>
                      </a:cubicBezTo>
                      <a:cubicBezTo>
                        <a:pt x="6" y="16"/>
                        <a:pt x="9" y="18"/>
                        <a:pt x="13" y="18"/>
                      </a:cubicBezTo>
                      <a:cubicBezTo>
                        <a:pt x="16" y="18"/>
                        <a:pt x="16" y="18"/>
                        <a:pt x="16" y="18"/>
                      </a:cubicBezTo>
                      <a:cubicBezTo>
                        <a:pt x="22" y="17"/>
                        <a:pt x="22" y="17"/>
                        <a:pt x="22" y="17"/>
                      </a:cubicBezTo>
                      <a:cubicBezTo>
                        <a:pt x="23" y="17"/>
                        <a:pt x="23" y="17"/>
                        <a:pt x="23" y="17"/>
                      </a:cubicBezTo>
                      <a:cubicBezTo>
                        <a:pt x="26" y="16"/>
                        <a:pt x="28" y="14"/>
                        <a:pt x="30" y="13"/>
                      </a:cubicBezTo>
                      <a:cubicBezTo>
                        <a:pt x="34" y="11"/>
                        <a:pt x="33" y="10"/>
                        <a:pt x="36" y="8"/>
                      </a:cubicBezTo>
                      <a:cubicBezTo>
                        <a:pt x="36" y="7"/>
                        <a:pt x="36" y="7"/>
                        <a:pt x="36" y="7"/>
                      </a:cubicBezTo>
                      <a:cubicBezTo>
                        <a:pt x="36" y="4"/>
                        <a:pt x="36" y="4"/>
                        <a:pt x="36" y="4"/>
                      </a:cubicBezTo>
                      <a:cubicBezTo>
                        <a:pt x="36" y="1"/>
                        <a:pt x="33" y="2"/>
                        <a:pt x="32" y="0"/>
                      </a:cubicBezTo>
                      <a:cubicBezTo>
                        <a:pt x="29" y="1"/>
                        <a:pt x="27" y="1"/>
                        <a:pt x="24" y="3"/>
                      </a:cubicBezTo>
                      <a:cubicBezTo>
                        <a:pt x="21" y="4"/>
                        <a:pt x="19" y="6"/>
                        <a:pt x="16" y="7"/>
                      </a:cubicBezTo>
                      <a:cubicBezTo>
                        <a:pt x="11" y="11"/>
                        <a:pt x="4" y="10"/>
                        <a:pt x="0" y="1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8" name="iṩ1iḋè"/>
                <p:cNvSpPr/>
                <p:nvPr/>
              </p:nvSpPr>
              <p:spPr bwMode="auto">
                <a:xfrm>
                  <a:off x="6359526" y="3263900"/>
                  <a:ext cx="93663" cy="139700"/>
                </a:xfrm>
                <a:custGeom>
                  <a:avLst/>
                  <a:gdLst>
                    <a:gd name="T0" fmla="*/ 15 w 28"/>
                    <a:gd name="T1" fmla="*/ 1 h 42"/>
                    <a:gd name="T2" fmla="*/ 6 w 28"/>
                    <a:gd name="T3" fmla="*/ 11 h 42"/>
                    <a:gd name="T4" fmla="*/ 6 w 28"/>
                    <a:gd name="T5" fmla="*/ 13 h 42"/>
                    <a:gd name="T6" fmla="*/ 5 w 28"/>
                    <a:gd name="T7" fmla="*/ 16 h 42"/>
                    <a:gd name="T8" fmla="*/ 6 w 28"/>
                    <a:gd name="T9" fmla="*/ 20 h 42"/>
                    <a:gd name="T10" fmla="*/ 6 w 28"/>
                    <a:gd name="T11" fmla="*/ 21 h 42"/>
                    <a:gd name="T12" fmla="*/ 0 w 28"/>
                    <a:gd name="T13" fmla="*/ 38 h 42"/>
                    <a:gd name="T14" fmla="*/ 0 w 28"/>
                    <a:gd name="T15" fmla="*/ 41 h 42"/>
                    <a:gd name="T16" fmla="*/ 3 w 28"/>
                    <a:gd name="T17" fmla="*/ 42 h 42"/>
                    <a:gd name="T18" fmla="*/ 9 w 28"/>
                    <a:gd name="T19" fmla="*/ 32 h 42"/>
                    <a:gd name="T20" fmla="*/ 12 w 28"/>
                    <a:gd name="T21" fmla="*/ 26 h 42"/>
                    <a:gd name="T22" fmla="*/ 14 w 28"/>
                    <a:gd name="T23" fmla="*/ 26 h 42"/>
                    <a:gd name="T24" fmla="*/ 20 w 28"/>
                    <a:gd name="T25" fmla="*/ 26 h 42"/>
                    <a:gd name="T26" fmla="*/ 28 w 28"/>
                    <a:gd name="T27" fmla="*/ 14 h 42"/>
                    <a:gd name="T28" fmla="*/ 28 w 28"/>
                    <a:gd name="T29" fmla="*/ 6 h 42"/>
                    <a:gd name="T30" fmla="*/ 28 w 28"/>
                    <a:gd name="T31" fmla="*/ 5 h 42"/>
                    <a:gd name="T32" fmla="*/ 27 w 28"/>
                    <a:gd name="T33" fmla="*/ 3 h 42"/>
                    <a:gd name="T34" fmla="*/ 26 w 28"/>
                    <a:gd name="T35" fmla="*/ 3 h 42"/>
                    <a:gd name="T36" fmla="*/ 24 w 28"/>
                    <a:gd name="T37" fmla="*/ 3 h 42"/>
                    <a:gd name="T38" fmla="*/ 23 w 28"/>
                    <a:gd name="T39" fmla="*/ 3 h 42"/>
                    <a:gd name="T40" fmla="*/ 20 w 28"/>
                    <a:gd name="T41" fmla="*/ 0 h 42"/>
                    <a:gd name="T42" fmla="*/ 15 w 28"/>
                    <a:gd name="T43" fmla="*/ 1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28" h="42">
                      <a:moveTo>
                        <a:pt x="15" y="1"/>
                      </a:moveTo>
                      <a:cubicBezTo>
                        <a:pt x="15" y="10"/>
                        <a:pt x="8" y="6"/>
                        <a:pt x="6" y="11"/>
                      </a:cubicBezTo>
                      <a:cubicBezTo>
                        <a:pt x="6" y="13"/>
                        <a:pt x="6" y="13"/>
                        <a:pt x="6" y="13"/>
                      </a:cubicBezTo>
                      <a:cubicBezTo>
                        <a:pt x="6" y="14"/>
                        <a:pt x="5" y="14"/>
                        <a:pt x="5" y="16"/>
                      </a:cubicBezTo>
                      <a:cubicBezTo>
                        <a:pt x="6" y="20"/>
                        <a:pt x="6" y="20"/>
                        <a:pt x="6" y="20"/>
                      </a:cubicBezTo>
                      <a:cubicBezTo>
                        <a:pt x="6" y="21"/>
                        <a:pt x="6" y="21"/>
                        <a:pt x="6" y="21"/>
                      </a:cubicBezTo>
                      <a:cubicBezTo>
                        <a:pt x="6" y="29"/>
                        <a:pt x="0" y="31"/>
                        <a:pt x="0" y="3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2" y="42"/>
                        <a:pt x="2" y="42"/>
                        <a:pt x="3" y="42"/>
                      </a:cubicBezTo>
                      <a:cubicBezTo>
                        <a:pt x="7" y="42"/>
                        <a:pt x="9" y="36"/>
                        <a:pt x="9" y="32"/>
                      </a:cubicBezTo>
                      <a:cubicBezTo>
                        <a:pt x="9" y="29"/>
                        <a:pt x="10" y="26"/>
                        <a:pt x="12" y="26"/>
                      </a:cubicBezTo>
                      <a:cubicBezTo>
                        <a:pt x="14" y="26"/>
                        <a:pt x="14" y="26"/>
                        <a:pt x="14" y="26"/>
                      </a:cubicBezTo>
                      <a:cubicBezTo>
                        <a:pt x="20" y="26"/>
                        <a:pt x="20" y="26"/>
                        <a:pt x="20" y="26"/>
                      </a:cubicBezTo>
                      <a:cubicBezTo>
                        <a:pt x="24" y="24"/>
                        <a:pt x="28" y="21"/>
                        <a:pt x="28" y="14"/>
                      </a:cubicBezTo>
                      <a:cubicBezTo>
                        <a:pt x="28" y="6"/>
                        <a:pt x="28" y="6"/>
                        <a:pt x="28" y="6"/>
                      </a:cubicBezTo>
                      <a:cubicBezTo>
                        <a:pt x="28" y="5"/>
                        <a:pt x="28" y="5"/>
                        <a:pt x="28" y="5"/>
                      </a:cubicBezTo>
                      <a:cubicBezTo>
                        <a:pt x="27" y="3"/>
                        <a:pt x="27" y="3"/>
                        <a:pt x="27" y="3"/>
                      </a:cubicBezTo>
                      <a:cubicBezTo>
                        <a:pt x="26" y="3"/>
                        <a:pt x="26" y="3"/>
                        <a:pt x="26" y="3"/>
                      </a:cubicBezTo>
                      <a:cubicBezTo>
                        <a:pt x="24" y="3"/>
                        <a:pt x="24" y="3"/>
                        <a:pt x="24" y="3"/>
                      </a:cubicBezTo>
                      <a:cubicBezTo>
                        <a:pt x="23" y="3"/>
                        <a:pt x="23" y="3"/>
                        <a:pt x="23" y="3"/>
                      </a:cubicBezTo>
                      <a:cubicBezTo>
                        <a:pt x="20" y="0"/>
                        <a:pt x="20" y="0"/>
                        <a:pt x="20" y="0"/>
                      </a:cubicBezTo>
                      <a:lnTo>
                        <a:pt x="15" y="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9" name="íṩlïḓè"/>
                <p:cNvSpPr/>
                <p:nvPr/>
              </p:nvSpPr>
              <p:spPr bwMode="auto">
                <a:xfrm>
                  <a:off x="5826126" y="3273425"/>
                  <a:ext cx="223838" cy="293688"/>
                </a:xfrm>
                <a:custGeom>
                  <a:avLst/>
                  <a:gdLst>
                    <a:gd name="T0" fmla="*/ 38 w 68"/>
                    <a:gd name="T1" fmla="*/ 16 h 88"/>
                    <a:gd name="T2" fmla="*/ 40 w 68"/>
                    <a:gd name="T3" fmla="*/ 5 h 88"/>
                    <a:gd name="T4" fmla="*/ 36 w 68"/>
                    <a:gd name="T5" fmla="*/ 1 h 88"/>
                    <a:gd name="T6" fmla="*/ 36 w 68"/>
                    <a:gd name="T7" fmla="*/ 1 h 88"/>
                    <a:gd name="T8" fmla="*/ 33 w 68"/>
                    <a:gd name="T9" fmla="*/ 0 h 88"/>
                    <a:gd name="T10" fmla="*/ 24 w 68"/>
                    <a:gd name="T11" fmla="*/ 7 h 88"/>
                    <a:gd name="T12" fmla="*/ 24 w 68"/>
                    <a:gd name="T13" fmla="*/ 8 h 88"/>
                    <a:gd name="T14" fmla="*/ 26 w 68"/>
                    <a:gd name="T15" fmla="*/ 18 h 88"/>
                    <a:gd name="T16" fmla="*/ 27 w 68"/>
                    <a:gd name="T17" fmla="*/ 28 h 88"/>
                    <a:gd name="T18" fmla="*/ 27 w 68"/>
                    <a:gd name="T19" fmla="*/ 39 h 88"/>
                    <a:gd name="T20" fmla="*/ 16 w 68"/>
                    <a:gd name="T21" fmla="*/ 48 h 88"/>
                    <a:gd name="T22" fmla="*/ 7 w 68"/>
                    <a:gd name="T23" fmla="*/ 49 h 88"/>
                    <a:gd name="T24" fmla="*/ 5 w 68"/>
                    <a:gd name="T25" fmla="*/ 49 h 88"/>
                    <a:gd name="T26" fmla="*/ 4 w 68"/>
                    <a:gd name="T27" fmla="*/ 49 h 88"/>
                    <a:gd name="T28" fmla="*/ 0 w 68"/>
                    <a:gd name="T29" fmla="*/ 54 h 88"/>
                    <a:gd name="T30" fmla="*/ 5 w 68"/>
                    <a:gd name="T31" fmla="*/ 60 h 88"/>
                    <a:gd name="T32" fmla="*/ 11 w 68"/>
                    <a:gd name="T33" fmla="*/ 60 h 88"/>
                    <a:gd name="T34" fmla="*/ 13 w 68"/>
                    <a:gd name="T35" fmla="*/ 59 h 88"/>
                    <a:gd name="T36" fmla="*/ 20 w 68"/>
                    <a:gd name="T37" fmla="*/ 66 h 88"/>
                    <a:gd name="T38" fmla="*/ 17 w 68"/>
                    <a:gd name="T39" fmla="*/ 72 h 88"/>
                    <a:gd name="T40" fmla="*/ 13 w 68"/>
                    <a:gd name="T41" fmla="*/ 76 h 88"/>
                    <a:gd name="T42" fmla="*/ 2 w 68"/>
                    <a:gd name="T43" fmla="*/ 82 h 88"/>
                    <a:gd name="T44" fmla="*/ 2 w 68"/>
                    <a:gd name="T45" fmla="*/ 83 h 88"/>
                    <a:gd name="T46" fmla="*/ 2 w 68"/>
                    <a:gd name="T47" fmla="*/ 87 h 88"/>
                    <a:gd name="T48" fmla="*/ 4 w 68"/>
                    <a:gd name="T49" fmla="*/ 88 h 88"/>
                    <a:gd name="T50" fmla="*/ 25 w 68"/>
                    <a:gd name="T51" fmla="*/ 77 h 88"/>
                    <a:gd name="T52" fmla="*/ 31 w 68"/>
                    <a:gd name="T53" fmla="*/ 69 h 88"/>
                    <a:gd name="T54" fmla="*/ 40 w 68"/>
                    <a:gd name="T55" fmla="*/ 63 h 88"/>
                    <a:gd name="T56" fmla="*/ 52 w 68"/>
                    <a:gd name="T57" fmla="*/ 70 h 88"/>
                    <a:gd name="T58" fmla="*/ 48 w 68"/>
                    <a:gd name="T59" fmla="*/ 79 h 88"/>
                    <a:gd name="T60" fmla="*/ 59 w 68"/>
                    <a:gd name="T61" fmla="*/ 81 h 88"/>
                    <a:gd name="T62" fmla="*/ 68 w 68"/>
                    <a:gd name="T63" fmla="*/ 71 h 88"/>
                    <a:gd name="T64" fmla="*/ 59 w 68"/>
                    <a:gd name="T65" fmla="*/ 62 h 88"/>
                    <a:gd name="T66" fmla="*/ 44 w 68"/>
                    <a:gd name="T67" fmla="*/ 60 h 88"/>
                    <a:gd name="T68" fmla="*/ 42 w 68"/>
                    <a:gd name="T69" fmla="*/ 60 h 88"/>
                    <a:gd name="T70" fmla="*/ 36 w 68"/>
                    <a:gd name="T71" fmla="*/ 53 h 88"/>
                    <a:gd name="T72" fmla="*/ 48 w 68"/>
                    <a:gd name="T73" fmla="*/ 42 h 88"/>
                    <a:gd name="T74" fmla="*/ 59 w 68"/>
                    <a:gd name="T75" fmla="*/ 32 h 88"/>
                    <a:gd name="T76" fmla="*/ 59 w 68"/>
                    <a:gd name="T77" fmla="*/ 30 h 88"/>
                    <a:gd name="T78" fmla="*/ 59 w 68"/>
                    <a:gd name="T79" fmla="*/ 29 h 88"/>
                    <a:gd name="T80" fmla="*/ 54 w 68"/>
                    <a:gd name="T81" fmla="*/ 26 h 88"/>
                    <a:gd name="T82" fmla="*/ 51 w 68"/>
                    <a:gd name="T83" fmla="*/ 27 h 88"/>
                    <a:gd name="T84" fmla="*/ 50 w 68"/>
                    <a:gd name="T85" fmla="*/ 27 h 88"/>
                    <a:gd name="T86" fmla="*/ 41 w 68"/>
                    <a:gd name="T87" fmla="*/ 33 h 88"/>
                    <a:gd name="T88" fmla="*/ 38 w 68"/>
                    <a:gd name="T89" fmla="*/ 28 h 88"/>
                    <a:gd name="T90" fmla="*/ 38 w 68"/>
                    <a:gd name="T91" fmla="*/ 27 h 88"/>
                    <a:gd name="T92" fmla="*/ 38 w 68"/>
                    <a:gd name="T93" fmla="*/ 16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68" h="88">
                      <a:moveTo>
                        <a:pt x="38" y="16"/>
                      </a:moveTo>
                      <a:cubicBezTo>
                        <a:pt x="39" y="11"/>
                        <a:pt x="40" y="9"/>
                        <a:pt x="40" y="5"/>
                      </a:cubicBezTo>
                      <a:cubicBezTo>
                        <a:pt x="40" y="3"/>
                        <a:pt x="38" y="1"/>
                        <a:pt x="36" y="1"/>
                      </a:cubicBezTo>
                      <a:cubicBezTo>
                        <a:pt x="36" y="1"/>
                        <a:pt x="36" y="1"/>
                        <a:pt x="36" y="1"/>
                      </a:cubicBezTo>
                      <a:cubicBezTo>
                        <a:pt x="34" y="1"/>
                        <a:pt x="34" y="1"/>
                        <a:pt x="33" y="0"/>
                      </a:cubicBezTo>
                      <a:cubicBezTo>
                        <a:pt x="28" y="3"/>
                        <a:pt x="28" y="1"/>
                        <a:pt x="24" y="7"/>
                      </a:cubicBezTo>
                      <a:cubicBezTo>
                        <a:pt x="24" y="8"/>
                        <a:pt x="24" y="8"/>
                        <a:pt x="24" y="8"/>
                      </a:cubicBezTo>
                      <a:cubicBezTo>
                        <a:pt x="24" y="12"/>
                        <a:pt x="26" y="14"/>
                        <a:pt x="26" y="18"/>
                      </a:cubicBezTo>
                      <a:cubicBezTo>
                        <a:pt x="27" y="28"/>
                        <a:pt x="27" y="28"/>
                        <a:pt x="27" y="28"/>
                      </a:cubicBezTo>
                      <a:cubicBezTo>
                        <a:pt x="27" y="39"/>
                        <a:pt x="27" y="39"/>
                        <a:pt x="27" y="39"/>
                      </a:cubicBezTo>
                      <a:cubicBezTo>
                        <a:pt x="28" y="45"/>
                        <a:pt x="22" y="48"/>
                        <a:pt x="16" y="48"/>
                      </a:cubicBezTo>
                      <a:cubicBezTo>
                        <a:pt x="7" y="49"/>
                        <a:pt x="7" y="49"/>
                        <a:pt x="7" y="49"/>
                      </a:cubicBezTo>
                      <a:cubicBezTo>
                        <a:pt x="5" y="49"/>
                        <a:pt x="5" y="49"/>
                        <a:pt x="5" y="49"/>
                      </a:cubicBezTo>
                      <a:cubicBezTo>
                        <a:pt x="4" y="49"/>
                        <a:pt x="4" y="49"/>
                        <a:pt x="4" y="49"/>
                      </a:cubicBezTo>
                      <a:cubicBezTo>
                        <a:pt x="2" y="50"/>
                        <a:pt x="0" y="51"/>
                        <a:pt x="0" y="54"/>
                      </a:cubicBezTo>
                      <a:cubicBezTo>
                        <a:pt x="0" y="56"/>
                        <a:pt x="3" y="60"/>
                        <a:pt x="5" y="60"/>
                      </a:cubicBezTo>
                      <a:cubicBezTo>
                        <a:pt x="11" y="60"/>
                        <a:pt x="11" y="60"/>
                        <a:pt x="11" y="60"/>
                      </a:cubicBezTo>
                      <a:cubicBezTo>
                        <a:pt x="12" y="60"/>
                        <a:pt x="12" y="60"/>
                        <a:pt x="13" y="59"/>
                      </a:cubicBezTo>
                      <a:cubicBezTo>
                        <a:pt x="17" y="62"/>
                        <a:pt x="17" y="60"/>
                        <a:pt x="20" y="66"/>
                      </a:cubicBezTo>
                      <a:cubicBezTo>
                        <a:pt x="18" y="69"/>
                        <a:pt x="20" y="68"/>
                        <a:pt x="17" y="72"/>
                      </a:cubicBezTo>
                      <a:cubicBezTo>
                        <a:pt x="15" y="73"/>
                        <a:pt x="15" y="75"/>
                        <a:pt x="13" y="76"/>
                      </a:cubicBezTo>
                      <a:cubicBezTo>
                        <a:pt x="8" y="79"/>
                        <a:pt x="7" y="80"/>
                        <a:pt x="2" y="82"/>
                      </a:cubicBezTo>
                      <a:cubicBezTo>
                        <a:pt x="2" y="83"/>
                        <a:pt x="2" y="83"/>
                        <a:pt x="2" y="83"/>
                      </a:cubicBezTo>
                      <a:cubicBezTo>
                        <a:pt x="2" y="87"/>
                        <a:pt x="2" y="87"/>
                        <a:pt x="2" y="87"/>
                      </a:cubicBezTo>
                      <a:cubicBezTo>
                        <a:pt x="4" y="87"/>
                        <a:pt x="3" y="88"/>
                        <a:pt x="4" y="88"/>
                      </a:cubicBezTo>
                      <a:cubicBezTo>
                        <a:pt x="13" y="88"/>
                        <a:pt x="20" y="82"/>
                        <a:pt x="25" y="77"/>
                      </a:cubicBezTo>
                      <a:cubicBezTo>
                        <a:pt x="26" y="76"/>
                        <a:pt x="30" y="71"/>
                        <a:pt x="31" y="69"/>
                      </a:cubicBezTo>
                      <a:cubicBezTo>
                        <a:pt x="33" y="65"/>
                        <a:pt x="35" y="63"/>
                        <a:pt x="40" y="63"/>
                      </a:cubicBezTo>
                      <a:cubicBezTo>
                        <a:pt x="45" y="63"/>
                        <a:pt x="49" y="67"/>
                        <a:pt x="52" y="70"/>
                      </a:cubicBezTo>
                      <a:cubicBezTo>
                        <a:pt x="48" y="79"/>
                        <a:pt x="48" y="79"/>
                        <a:pt x="48" y="79"/>
                      </a:cubicBezTo>
                      <a:cubicBezTo>
                        <a:pt x="50" y="79"/>
                        <a:pt x="58" y="81"/>
                        <a:pt x="59" y="81"/>
                      </a:cubicBezTo>
                      <a:cubicBezTo>
                        <a:pt x="65" y="81"/>
                        <a:pt x="67" y="76"/>
                        <a:pt x="68" y="71"/>
                      </a:cubicBezTo>
                      <a:cubicBezTo>
                        <a:pt x="67" y="65"/>
                        <a:pt x="63" y="64"/>
                        <a:pt x="59" y="62"/>
                      </a:cubicBezTo>
                      <a:cubicBezTo>
                        <a:pt x="53" y="59"/>
                        <a:pt x="51" y="60"/>
                        <a:pt x="44" y="60"/>
                      </a:cubicBezTo>
                      <a:cubicBezTo>
                        <a:pt x="43" y="60"/>
                        <a:pt x="43" y="60"/>
                        <a:pt x="42" y="60"/>
                      </a:cubicBezTo>
                      <a:cubicBezTo>
                        <a:pt x="40" y="59"/>
                        <a:pt x="36" y="56"/>
                        <a:pt x="36" y="53"/>
                      </a:cubicBezTo>
                      <a:cubicBezTo>
                        <a:pt x="36" y="51"/>
                        <a:pt x="45" y="44"/>
                        <a:pt x="48" y="42"/>
                      </a:cubicBezTo>
                      <a:cubicBezTo>
                        <a:pt x="50" y="41"/>
                        <a:pt x="59" y="34"/>
                        <a:pt x="59" y="32"/>
                      </a:cubicBezTo>
                      <a:cubicBezTo>
                        <a:pt x="59" y="30"/>
                        <a:pt x="59" y="30"/>
                        <a:pt x="59" y="30"/>
                      </a:cubicBezTo>
                      <a:cubicBezTo>
                        <a:pt x="59" y="29"/>
                        <a:pt x="59" y="29"/>
                        <a:pt x="59" y="29"/>
                      </a:cubicBezTo>
                      <a:cubicBezTo>
                        <a:pt x="54" y="26"/>
                        <a:pt x="54" y="26"/>
                        <a:pt x="54" y="26"/>
                      </a:cubicBezTo>
                      <a:cubicBezTo>
                        <a:pt x="53" y="27"/>
                        <a:pt x="53" y="27"/>
                        <a:pt x="51" y="27"/>
                      </a:cubicBezTo>
                      <a:cubicBezTo>
                        <a:pt x="50" y="27"/>
                        <a:pt x="50" y="27"/>
                        <a:pt x="50" y="27"/>
                      </a:cubicBezTo>
                      <a:cubicBezTo>
                        <a:pt x="46" y="32"/>
                        <a:pt x="46" y="30"/>
                        <a:pt x="41" y="33"/>
                      </a:cubicBezTo>
                      <a:cubicBezTo>
                        <a:pt x="40" y="31"/>
                        <a:pt x="39" y="30"/>
                        <a:pt x="38" y="28"/>
                      </a:cubicBezTo>
                      <a:cubicBezTo>
                        <a:pt x="38" y="27"/>
                        <a:pt x="38" y="27"/>
                        <a:pt x="38" y="27"/>
                      </a:cubicBezTo>
                      <a:lnTo>
                        <a:pt x="38" y="16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0" name="ísḷïďè"/>
                <p:cNvSpPr/>
                <p:nvPr/>
              </p:nvSpPr>
              <p:spPr bwMode="auto">
                <a:xfrm>
                  <a:off x="4518026" y="3506788"/>
                  <a:ext cx="53975" cy="71438"/>
                </a:xfrm>
                <a:custGeom>
                  <a:avLst/>
                  <a:gdLst>
                    <a:gd name="T0" fmla="*/ 14 w 16"/>
                    <a:gd name="T1" fmla="*/ 17 h 21"/>
                    <a:gd name="T2" fmla="*/ 16 w 16"/>
                    <a:gd name="T3" fmla="*/ 12 h 21"/>
                    <a:gd name="T4" fmla="*/ 11 w 16"/>
                    <a:gd name="T5" fmla="*/ 5 h 21"/>
                    <a:gd name="T6" fmla="*/ 5 w 16"/>
                    <a:gd name="T7" fmla="*/ 0 h 21"/>
                    <a:gd name="T8" fmla="*/ 2 w 16"/>
                    <a:gd name="T9" fmla="*/ 4 h 21"/>
                    <a:gd name="T10" fmla="*/ 2 w 16"/>
                    <a:gd name="T11" fmla="*/ 5 h 21"/>
                    <a:gd name="T12" fmla="*/ 2 w 16"/>
                    <a:gd name="T13" fmla="*/ 8 h 21"/>
                    <a:gd name="T14" fmla="*/ 2 w 16"/>
                    <a:gd name="T15" fmla="*/ 9 h 21"/>
                    <a:gd name="T16" fmla="*/ 0 w 16"/>
                    <a:gd name="T17" fmla="*/ 17 h 21"/>
                    <a:gd name="T18" fmla="*/ 3 w 16"/>
                    <a:gd name="T19" fmla="*/ 21 h 21"/>
                    <a:gd name="T20" fmla="*/ 4 w 16"/>
                    <a:gd name="T21" fmla="*/ 21 h 21"/>
                    <a:gd name="T22" fmla="*/ 5 w 16"/>
                    <a:gd name="T23" fmla="*/ 21 h 21"/>
                    <a:gd name="T24" fmla="*/ 14 w 16"/>
                    <a:gd name="T25" fmla="*/ 17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6" h="21">
                      <a:moveTo>
                        <a:pt x="14" y="17"/>
                      </a:moveTo>
                      <a:cubicBezTo>
                        <a:pt x="14" y="15"/>
                        <a:pt x="16" y="13"/>
                        <a:pt x="16" y="12"/>
                      </a:cubicBezTo>
                      <a:cubicBezTo>
                        <a:pt x="16" y="11"/>
                        <a:pt x="12" y="7"/>
                        <a:pt x="11" y="5"/>
                      </a:cubicBezTo>
                      <a:cubicBezTo>
                        <a:pt x="11" y="3"/>
                        <a:pt x="8" y="0"/>
                        <a:pt x="5" y="0"/>
                      </a:cubicBezTo>
                      <a:cubicBezTo>
                        <a:pt x="4" y="0"/>
                        <a:pt x="3" y="3"/>
                        <a:pt x="2" y="4"/>
                      </a:cubicBezTo>
                      <a:cubicBezTo>
                        <a:pt x="2" y="5"/>
                        <a:pt x="2" y="5"/>
                        <a:pt x="2" y="5"/>
                      </a:cubicBezTo>
                      <a:cubicBezTo>
                        <a:pt x="2" y="8"/>
                        <a:pt x="2" y="8"/>
                        <a:pt x="2" y="8"/>
                      </a:cubicBezTo>
                      <a:cubicBezTo>
                        <a:pt x="2" y="9"/>
                        <a:pt x="2" y="9"/>
                        <a:pt x="2" y="9"/>
                      </a:cubicBezTo>
                      <a:cubicBezTo>
                        <a:pt x="1" y="11"/>
                        <a:pt x="0" y="14"/>
                        <a:pt x="0" y="17"/>
                      </a:cubicBezTo>
                      <a:cubicBezTo>
                        <a:pt x="0" y="19"/>
                        <a:pt x="1" y="20"/>
                        <a:pt x="3" y="21"/>
                      </a:cubicBezTo>
                      <a:cubicBezTo>
                        <a:pt x="4" y="21"/>
                        <a:pt x="4" y="21"/>
                        <a:pt x="4" y="21"/>
                      </a:cubicBezTo>
                      <a:cubicBezTo>
                        <a:pt x="5" y="21"/>
                        <a:pt x="5" y="21"/>
                        <a:pt x="5" y="21"/>
                      </a:cubicBezTo>
                      <a:cubicBezTo>
                        <a:pt x="7" y="21"/>
                        <a:pt x="11" y="17"/>
                        <a:pt x="14" y="17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1" name="îṧļîḓé"/>
                <p:cNvSpPr/>
                <p:nvPr/>
              </p:nvSpPr>
              <p:spPr bwMode="auto">
                <a:xfrm>
                  <a:off x="5319713" y="3133725"/>
                  <a:ext cx="222250" cy="500063"/>
                </a:xfrm>
                <a:custGeom>
                  <a:avLst/>
                  <a:gdLst>
                    <a:gd name="T0" fmla="*/ 47 w 67"/>
                    <a:gd name="T1" fmla="*/ 96 h 150"/>
                    <a:gd name="T2" fmla="*/ 51 w 67"/>
                    <a:gd name="T3" fmla="*/ 96 h 150"/>
                    <a:gd name="T4" fmla="*/ 46 w 67"/>
                    <a:gd name="T5" fmla="*/ 114 h 150"/>
                    <a:gd name="T6" fmla="*/ 42 w 67"/>
                    <a:gd name="T7" fmla="*/ 113 h 150"/>
                    <a:gd name="T8" fmla="*/ 39 w 67"/>
                    <a:gd name="T9" fmla="*/ 108 h 150"/>
                    <a:gd name="T10" fmla="*/ 21 w 67"/>
                    <a:gd name="T11" fmla="*/ 78 h 150"/>
                    <a:gd name="T12" fmla="*/ 29 w 67"/>
                    <a:gd name="T13" fmla="*/ 73 h 150"/>
                    <a:gd name="T14" fmla="*/ 32 w 67"/>
                    <a:gd name="T15" fmla="*/ 74 h 150"/>
                    <a:gd name="T16" fmla="*/ 32 w 67"/>
                    <a:gd name="T17" fmla="*/ 77 h 150"/>
                    <a:gd name="T18" fmla="*/ 32 w 67"/>
                    <a:gd name="T19" fmla="*/ 79 h 150"/>
                    <a:gd name="T20" fmla="*/ 21 w 67"/>
                    <a:gd name="T21" fmla="*/ 78 h 150"/>
                    <a:gd name="T22" fmla="*/ 53 w 67"/>
                    <a:gd name="T23" fmla="*/ 118 h 150"/>
                    <a:gd name="T24" fmla="*/ 66 w 67"/>
                    <a:gd name="T25" fmla="*/ 108 h 150"/>
                    <a:gd name="T26" fmla="*/ 60 w 67"/>
                    <a:gd name="T27" fmla="*/ 98 h 150"/>
                    <a:gd name="T28" fmla="*/ 51 w 67"/>
                    <a:gd name="T29" fmla="*/ 82 h 150"/>
                    <a:gd name="T30" fmla="*/ 47 w 67"/>
                    <a:gd name="T31" fmla="*/ 71 h 150"/>
                    <a:gd name="T32" fmla="*/ 60 w 67"/>
                    <a:gd name="T33" fmla="*/ 58 h 150"/>
                    <a:gd name="T34" fmla="*/ 53 w 67"/>
                    <a:gd name="T35" fmla="*/ 52 h 150"/>
                    <a:gd name="T36" fmla="*/ 44 w 67"/>
                    <a:gd name="T37" fmla="*/ 50 h 150"/>
                    <a:gd name="T38" fmla="*/ 48 w 67"/>
                    <a:gd name="T39" fmla="*/ 38 h 150"/>
                    <a:gd name="T40" fmla="*/ 66 w 67"/>
                    <a:gd name="T41" fmla="*/ 17 h 150"/>
                    <a:gd name="T42" fmla="*/ 66 w 67"/>
                    <a:gd name="T43" fmla="*/ 13 h 150"/>
                    <a:gd name="T44" fmla="*/ 56 w 67"/>
                    <a:gd name="T45" fmla="*/ 1 h 150"/>
                    <a:gd name="T46" fmla="*/ 55 w 67"/>
                    <a:gd name="T47" fmla="*/ 7 h 150"/>
                    <a:gd name="T48" fmla="*/ 50 w 67"/>
                    <a:gd name="T49" fmla="*/ 18 h 150"/>
                    <a:gd name="T50" fmla="*/ 42 w 67"/>
                    <a:gd name="T51" fmla="*/ 15 h 150"/>
                    <a:gd name="T52" fmla="*/ 40 w 67"/>
                    <a:gd name="T53" fmla="*/ 15 h 150"/>
                    <a:gd name="T54" fmla="*/ 41 w 67"/>
                    <a:gd name="T55" fmla="*/ 26 h 150"/>
                    <a:gd name="T56" fmla="*/ 41 w 67"/>
                    <a:gd name="T57" fmla="*/ 30 h 150"/>
                    <a:gd name="T58" fmla="*/ 37 w 67"/>
                    <a:gd name="T59" fmla="*/ 33 h 150"/>
                    <a:gd name="T60" fmla="*/ 30 w 67"/>
                    <a:gd name="T61" fmla="*/ 29 h 150"/>
                    <a:gd name="T62" fmla="*/ 9 w 67"/>
                    <a:gd name="T63" fmla="*/ 50 h 150"/>
                    <a:gd name="T64" fmla="*/ 4 w 67"/>
                    <a:gd name="T65" fmla="*/ 59 h 150"/>
                    <a:gd name="T66" fmla="*/ 23 w 67"/>
                    <a:gd name="T67" fmla="*/ 51 h 150"/>
                    <a:gd name="T68" fmla="*/ 30 w 67"/>
                    <a:gd name="T69" fmla="*/ 58 h 150"/>
                    <a:gd name="T70" fmla="*/ 26 w 67"/>
                    <a:gd name="T71" fmla="*/ 65 h 150"/>
                    <a:gd name="T72" fmla="*/ 19 w 67"/>
                    <a:gd name="T73" fmla="*/ 64 h 150"/>
                    <a:gd name="T74" fmla="*/ 16 w 67"/>
                    <a:gd name="T75" fmla="*/ 67 h 150"/>
                    <a:gd name="T76" fmla="*/ 16 w 67"/>
                    <a:gd name="T77" fmla="*/ 72 h 150"/>
                    <a:gd name="T78" fmla="*/ 3 w 67"/>
                    <a:gd name="T79" fmla="*/ 105 h 150"/>
                    <a:gd name="T80" fmla="*/ 6 w 67"/>
                    <a:gd name="T81" fmla="*/ 110 h 150"/>
                    <a:gd name="T82" fmla="*/ 9 w 67"/>
                    <a:gd name="T83" fmla="*/ 111 h 150"/>
                    <a:gd name="T84" fmla="*/ 24 w 67"/>
                    <a:gd name="T85" fmla="*/ 89 h 150"/>
                    <a:gd name="T86" fmla="*/ 32 w 67"/>
                    <a:gd name="T87" fmla="*/ 93 h 150"/>
                    <a:gd name="T88" fmla="*/ 32 w 67"/>
                    <a:gd name="T89" fmla="*/ 96 h 150"/>
                    <a:gd name="T90" fmla="*/ 29 w 67"/>
                    <a:gd name="T91" fmla="*/ 113 h 150"/>
                    <a:gd name="T92" fmla="*/ 29 w 67"/>
                    <a:gd name="T93" fmla="*/ 115 h 150"/>
                    <a:gd name="T94" fmla="*/ 22 w 67"/>
                    <a:gd name="T95" fmla="*/ 122 h 150"/>
                    <a:gd name="T96" fmla="*/ 10 w 67"/>
                    <a:gd name="T97" fmla="*/ 124 h 150"/>
                    <a:gd name="T98" fmla="*/ 15 w 67"/>
                    <a:gd name="T99" fmla="*/ 144 h 150"/>
                    <a:gd name="T100" fmla="*/ 17 w 67"/>
                    <a:gd name="T101" fmla="*/ 150 h 150"/>
                    <a:gd name="T102" fmla="*/ 38 w 67"/>
                    <a:gd name="T103" fmla="*/ 125 h 1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67" h="150">
                      <a:moveTo>
                        <a:pt x="39" y="107"/>
                      </a:moveTo>
                      <a:cubicBezTo>
                        <a:pt x="39" y="103"/>
                        <a:pt x="44" y="96"/>
                        <a:pt x="47" y="96"/>
                      </a:cubicBezTo>
                      <a:cubicBezTo>
                        <a:pt x="50" y="96"/>
                        <a:pt x="50" y="96"/>
                        <a:pt x="50" y="96"/>
                      </a:cubicBezTo>
                      <a:cubicBezTo>
                        <a:pt x="51" y="96"/>
                        <a:pt x="51" y="96"/>
                        <a:pt x="51" y="96"/>
                      </a:cubicBezTo>
                      <a:cubicBezTo>
                        <a:pt x="53" y="98"/>
                        <a:pt x="55" y="101"/>
                        <a:pt x="55" y="104"/>
                      </a:cubicBezTo>
                      <a:cubicBezTo>
                        <a:pt x="55" y="108"/>
                        <a:pt x="49" y="112"/>
                        <a:pt x="46" y="114"/>
                      </a:cubicBezTo>
                      <a:cubicBezTo>
                        <a:pt x="45" y="114"/>
                        <a:pt x="45" y="113"/>
                        <a:pt x="43" y="113"/>
                      </a:cubicBezTo>
                      <a:cubicBezTo>
                        <a:pt x="42" y="113"/>
                        <a:pt x="42" y="113"/>
                        <a:pt x="42" y="113"/>
                      </a:cubicBezTo>
                      <a:cubicBezTo>
                        <a:pt x="39" y="109"/>
                        <a:pt x="39" y="109"/>
                        <a:pt x="39" y="109"/>
                      </a:cubicBezTo>
                      <a:cubicBezTo>
                        <a:pt x="39" y="108"/>
                        <a:pt x="39" y="108"/>
                        <a:pt x="39" y="108"/>
                      </a:cubicBezTo>
                      <a:cubicBezTo>
                        <a:pt x="39" y="107"/>
                        <a:pt x="39" y="107"/>
                        <a:pt x="39" y="107"/>
                      </a:cubicBezTo>
                      <a:close/>
                      <a:moveTo>
                        <a:pt x="21" y="78"/>
                      </a:moveTo>
                      <a:cubicBezTo>
                        <a:pt x="21" y="77"/>
                        <a:pt x="25" y="73"/>
                        <a:pt x="26" y="73"/>
                      </a:cubicBezTo>
                      <a:cubicBezTo>
                        <a:pt x="27" y="73"/>
                        <a:pt x="27" y="73"/>
                        <a:pt x="29" y="73"/>
                      </a:cubicBezTo>
                      <a:cubicBezTo>
                        <a:pt x="30" y="73"/>
                        <a:pt x="30" y="73"/>
                        <a:pt x="30" y="73"/>
                      </a:cubicBezTo>
                      <a:cubicBezTo>
                        <a:pt x="32" y="74"/>
                        <a:pt x="32" y="74"/>
                        <a:pt x="32" y="74"/>
                      </a:cubicBezTo>
                      <a:cubicBezTo>
                        <a:pt x="32" y="76"/>
                        <a:pt x="32" y="76"/>
                        <a:pt x="32" y="76"/>
                      </a:cubicBezTo>
                      <a:cubicBezTo>
                        <a:pt x="32" y="77"/>
                        <a:pt x="32" y="77"/>
                        <a:pt x="32" y="77"/>
                      </a:cubicBezTo>
                      <a:cubicBezTo>
                        <a:pt x="32" y="78"/>
                        <a:pt x="32" y="78"/>
                        <a:pt x="32" y="78"/>
                      </a:cubicBezTo>
                      <a:cubicBezTo>
                        <a:pt x="32" y="79"/>
                        <a:pt x="32" y="79"/>
                        <a:pt x="32" y="79"/>
                      </a:cubicBezTo>
                      <a:cubicBezTo>
                        <a:pt x="31" y="82"/>
                        <a:pt x="29" y="83"/>
                        <a:pt x="25" y="83"/>
                      </a:cubicBezTo>
                      <a:cubicBezTo>
                        <a:pt x="23" y="83"/>
                        <a:pt x="21" y="81"/>
                        <a:pt x="21" y="78"/>
                      </a:cubicBezTo>
                      <a:close/>
                      <a:moveTo>
                        <a:pt x="38" y="125"/>
                      </a:moveTo>
                      <a:cubicBezTo>
                        <a:pt x="43" y="122"/>
                        <a:pt x="47" y="120"/>
                        <a:pt x="53" y="118"/>
                      </a:cubicBezTo>
                      <a:cubicBezTo>
                        <a:pt x="57" y="116"/>
                        <a:pt x="57" y="116"/>
                        <a:pt x="60" y="114"/>
                      </a:cubicBezTo>
                      <a:cubicBezTo>
                        <a:pt x="64" y="111"/>
                        <a:pt x="63" y="110"/>
                        <a:pt x="66" y="108"/>
                      </a:cubicBezTo>
                      <a:cubicBezTo>
                        <a:pt x="67" y="104"/>
                        <a:pt x="67" y="104"/>
                        <a:pt x="67" y="104"/>
                      </a:cubicBezTo>
                      <a:cubicBezTo>
                        <a:pt x="64" y="100"/>
                        <a:pt x="64" y="101"/>
                        <a:pt x="60" y="98"/>
                      </a:cubicBezTo>
                      <a:cubicBezTo>
                        <a:pt x="58" y="96"/>
                        <a:pt x="55" y="95"/>
                        <a:pt x="54" y="92"/>
                      </a:cubicBezTo>
                      <a:cubicBezTo>
                        <a:pt x="53" y="88"/>
                        <a:pt x="53" y="84"/>
                        <a:pt x="51" y="82"/>
                      </a:cubicBezTo>
                      <a:cubicBezTo>
                        <a:pt x="49" y="79"/>
                        <a:pt x="47" y="77"/>
                        <a:pt x="47" y="73"/>
                      </a:cubicBezTo>
                      <a:cubicBezTo>
                        <a:pt x="47" y="72"/>
                        <a:pt x="47" y="72"/>
                        <a:pt x="47" y="71"/>
                      </a:cubicBezTo>
                      <a:cubicBezTo>
                        <a:pt x="49" y="67"/>
                        <a:pt x="47" y="67"/>
                        <a:pt x="53" y="64"/>
                      </a:cubicBezTo>
                      <a:cubicBezTo>
                        <a:pt x="55" y="64"/>
                        <a:pt x="60" y="60"/>
                        <a:pt x="60" y="58"/>
                      </a:cubicBezTo>
                      <a:cubicBezTo>
                        <a:pt x="60" y="55"/>
                        <a:pt x="60" y="55"/>
                        <a:pt x="60" y="55"/>
                      </a:cubicBezTo>
                      <a:cubicBezTo>
                        <a:pt x="60" y="53"/>
                        <a:pt x="56" y="51"/>
                        <a:pt x="53" y="52"/>
                      </a:cubicBezTo>
                      <a:cubicBezTo>
                        <a:pt x="47" y="52"/>
                        <a:pt x="47" y="52"/>
                        <a:pt x="47" y="52"/>
                      </a:cubicBezTo>
                      <a:cubicBezTo>
                        <a:pt x="46" y="52"/>
                        <a:pt x="45" y="51"/>
                        <a:pt x="44" y="50"/>
                      </a:cubicBezTo>
                      <a:cubicBezTo>
                        <a:pt x="44" y="47"/>
                        <a:pt x="44" y="47"/>
                        <a:pt x="44" y="47"/>
                      </a:cubicBezTo>
                      <a:cubicBezTo>
                        <a:pt x="44" y="44"/>
                        <a:pt x="47" y="41"/>
                        <a:pt x="48" y="38"/>
                      </a:cubicBezTo>
                      <a:cubicBezTo>
                        <a:pt x="49" y="34"/>
                        <a:pt x="50" y="33"/>
                        <a:pt x="53" y="30"/>
                      </a:cubicBezTo>
                      <a:cubicBezTo>
                        <a:pt x="56" y="27"/>
                        <a:pt x="66" y="22"/>
                        <a:pt x="66" y="17"/>
                      </a:cubicBezTo>
                      <a:cubicBezTo>
                        <a:pt x="66" y="14"/>
                        <a:pt x="66" y="14"/>
                        <a:pt x="66" y="14"/>
                      </a:cubicBezTo>
                      <a:cubicBezTo>
                        <a:pt x="66" y="13"/>
                        <a:pt x="66" y="13"/>
                        <a:pt x="66" y="13"/>
                      </a:cubicBezTo>
                      <a:cubicBezTo>
                        <a:pt x="65" y="10"/>
                        <a:pt x="62" y="0"/>
                        <a:pt x="58" y="0"/>
                      </a:cubicBezTo>
                      <a:cubicBezTo>
                        <a:pt x="57" y="0"/>
                        <a:pt x="57" y="0"/>
                        <a:pt x="56" y="1"/>
                      </a:cubicBezTo>
                      <a:cubicBezTo>
                        <a:pt x="56" y="3"/>
                        <a:pt x="55" y="3"/>
                        <a:pt x="55" y="5"/>
                      </a:cubicBezTo>
                      <a:cubicBezTo>
                        <a:pt x="55" y="7"/>
                        <a:pt x="55" y="7"/>
                        <a:pt x="55" y="7"/>
                      </a:cubicBezTo>
                      <a:cubicBezTo>
                        <a:pt x="55" y="11"/>
                        <a:pt x="53" y="15"/>
                        <a:pt x="51" y="18"/>
                      </a:cubicBezTo>
                      <a:cubicBezTo>
                        <a:pt x="50" y="18"/>
                        <a:pt x="50" y="18"/>
                        <a:pt x="50" y="18"/>
                      </a:cubicBezTo>
                      <a:cubicBezTo>
                        <a:pt x="48" y="18"/>
                        <a:pt x="48" y="18"/>
                        <a:pt x="47" y="19"/>
                      </a:cubicBezTo>
                      <a:cubicBezTo>
                        <a:pt x="42" y="15"/>
                        <a:pt x="42" y="15"/>
                        <a:pt x="42" y="15"/>
                      </a:cubicBezTo>
                      <a:cubicBezTo>
                        <a:pt x="41" y="15"/>
                        <a:pt x="41" y="15"/>
                        <a:pt x="41" y="15"/>
                      </a:cubicBezTo>
                      <a:cubicBezTo>
                        <a:pt x="40" y="15"/>
                        <a:pt x="40" y="15"/>
                        <a:pt x="40" y="15"/>
                      </a:cubicBezTo>
                      <a:cubicBezTo>
                        <a:pt x="39" y="15"/>
                        <a:pt x="38" y="16"/>
                        <a:pt x="38" y="17"/>
                      </a:cubicBezTo>
                      <a:cubicBezTo>
                        <a:pt x="38" y="19"/>
                        <a:pt x="41" y="22"/>
                        <a:pt x="41" y="26"/>
                      </a:cubicBezTo>
                      <a:cubicBezTo>
                        <a:pt x="41" y="29"/>
                        <a:pt x="41" y="29"/>
                        <a:pt x="41" y="29"/>
                      </a:cubicBezTo>
                      <a:cubicBezTo>
                        <a:pt x="41" y="30"/>
                        <a:pt x="41" y="30"/>
                        <a:pt x="41" y="30"/>
                      </a:cubicBezTo>
                      <a:cubicBezTo>
                        <a:pt x="38" y="33"/>
                        <a:pt x="38" y="33"/>
                        <a:pt x="38" y="33"/>
                      </a:cubicBezTo>
                      <a:cubicBezTo>
                        <a:pt x="37" y="33"/>
                        <a:pt x="37" y="33"/>
                        <a:pt x="37" y="33"/>
                      </a:cubicBezTo>
                      <a:cubicBezTo>
                        <a:pt x="35" y="33"/>
                        <a:pt x="35" y="34"/>
                        <a:pt x="34" y="34"/>
                      </a:cubicBezTo>
                      <a:cubicBezTo>
                        <a:pt x="32" y="33"/>
                        <a:pt x="31" y="31"/>
                        <a:pt x="30" y="29"/>
                      </a:cubicBezTo>
                      <a:cubicBezTo>
                        <a:pt x="24" y="29"/>
                        <a:pt x="30" y="41"/>
                        <a:pt x="19" y="45"/>
                      </a:cubicBezTo>
                      <a:cubicBezTo>
                        <a:pt x="16" y="46"/>
                        <a:pt x="12" y="48"/>
                        <a:pt x="9" y="50"/>
                      </a:cubicBezTo>
                      <a:cubicBezTo>
                        <a:pt x="6" y="51"/>
                        <a:pt x="1" y="53"/>
                        <a:pt x="0" y="55"/>
                      </a:cubicBezTo>
                      <a:cubicBezTo>
                        <a:pt x="1" y="58"/>
                        <a:pt x="1" y="57"/>
                        <a:pt x="4" y="59"/>
                      </a:cubicBezTo>
                      <a:cubicBezTo>
                        <a:pt x="6" y="59"/>
                        <a:pt x="6" y="59"/>
                        <a:pt x="6" y="59"/>
                      </a:cubicBezTo>
                      <a:cubicBezTo>
                        <a:pt x="10" y="59"/>
                        <a:pt x="20" y="51"/>
                        <a:pt x="23" y="51"/>
                      </a:cubicBezTo>
                      <a:cubicBezTo>
                        <a:pt x="25" y="51"/>
                        <a:pt x="24" y="51"/>
                        <a:pt x="27" y="52"/>
                      </a:cubicBezTo>
                      <a:cubicBezTo>
                        <a:pt x="29" y="54"/>
                        <a:pt x="29" y="55"/>
                        <a:pt x="30" y="58"/>
                      </a:cubicBezTo>
                      <a:cubicBezTo>
                        <a:pt x="30" y="59"/>
                        <a:pt x="30" y="59"/>
                        <a:pt x="30" y="59"/>
                      </a:cubicBezTo>
                      <a:cubicBezTo>
                        <a:pt x="30" y="62"/>
                        <a:pt x="28" y="64"/>
                        <a:pt x="26" y="65"/>
                      </a:cubicBezTo>
                      <a:cubicBezTo>
                        <a:pt x="21" y="64"/>
                        <a:pt x="21" y="64"/>
                        <a:pt x="21" y="64"/>
                      </a:cubicBezTo>
                      <a:cubicBezTo>
                        <a:pt x="20" y="64"/>
                        <a:pt x="20" y="64"/>
                        <a:pt x="19" y="64"/>
                      </a:cubicBezTo>
                      <a:cubicBezTo>
                        <a:pt x="18" y="64"/>
                        <a:pt x="18" y="64"/>
                        <a:pt x="18" y="64"/>
                      </a:cubicBezTo>
                      <a:cubicBezTo>
                        <a:pt x="16" y="67"/>
                        <a:pt x="16" y="67"/>
                        <a:pt x="16" y="67"/>
                      </a:cubicBezTo>
                      <a:cubicBezTo>
                        <a:pt x="16" y="68"/>
                        <a:pt x="16" y="68"/>
                        <a:pt x="16" y="68"/>
                      </a:cubicBezTo>
                      <a:cubicBezTo>
                        <a:pt x="16" y="72"/>
                        <a:pt x="16" y="72"/>
                        <a:pt x="16" y="72"/>
                      </a:cubicBezTo>
                      <a:cubicBezTo>
                        <a:pt x="16" y="78"/>
                        <a:pt x="13" y="85"/>
                        <a:pt x="11" y="90"/>
                      </a:cubicBezTo>
                      <a:cubicBezTo>
                        <a:pt x="9" y="94"/>
                        <a:pt x="3" y="100"/>
                        <a:pt x="3" y="105"/>
                      </a:cubicBezTo>
                      <a:cubicBezTo>
                        <a:pt x="3" y="106"/>
                        <a:pt x="4" y="109"/>
                        <a:pt x="5" y="110"/>
                      </a:cubicBezTo>
                      <a:cubicBezTo>
                        <a:pt x="6" y="110"/>
                        <a:pt x="6" y="110"/>
                        <a:pt x="6" y="110"/>
                      </a:cubicBezTo>
                      <a:cubicBezTo>
                        <a:pt x="7" y="110"/>
                        <a:pt x="7" y="110"/>
                        <a:pt x="7" y="110"/>
                      </a:cubicBezTo>
                      <a:cubicBezTo>
                        <a:pt x="9" y="110"/>
                        <a:pt x="8" y="110"/>
                        <a:pt x="9" y="111"/>
                      </a:cubicBezTo>
                      <a:cubicBezTo>
                        <a:pt x="11" y="109"/>
                        <a:pt x="15" y="101"/>
                        <a:pt x="15" y="98"/>
                      </a:cubicBezTo>
                      <a:cubicBezTo>
                        <a:pt x="17" y="94"/>
                        <a:pt x="20" y="89"/>
                        <a:pt x="24" y="89"/>
                      </a:cubicBezTo>
                      <a:cubicBezTo>
                        <a:pt x="25" y="89"/>
                        <a:pt x="25" y="89"/>
                        <a:pt x="26" y="88"/>
                      </a:cubicBezTo>
                      <a:cubicBezTo>
                        <a:pt x="28" y="90"/>
                        <a:pt x="32" y="90"/>
                        <a:pt x="32" y="93"/>
                      </a:cubicBezTo>
                      <a:cubicBezTo>
                        <a:pt x="32" y="94"/>
                        <a:pt x="32" y="94"/>
                        <a:pt x="32" y="94"/>
                      </a:cubicBezTo>
                      <a:cubicBezTo>
                        <a:pt x="32" y="96"/>
                        <a:pt x="32" y="96"/>
                        <a:pt x="32" y="96"/>
                      </a:cubicBezTo>
                      <a:cubicBezTo>
                        <a:pt x="28" y="102"/>
                        <a:pt x="25" y="101"/>
                        <a:pt x="23" y="104"/>
                      </a:cubicBezTo>
                      <a:cubicBezTo>
                        <a:pt x="26" y="109"/>
                        <a:pt x="27" y="108"/>
                        <a:pt x="29" y="113"/>
                      </a:cubicBezTo>
                      <a:cubicBezTo>
                        <a:pt x="29" y="114"/>
                        <a:pt x="29" y="114"/>
                        <a:pt x="29" y="114"/>
                      </a:cubicBezTo>
                      <a:cubicBezTo>
                        <a:pt x="29" y="115"/>
                        <a:pt x="29" y="115"/>
                        <a:pt x="29" y="115"/>
                      </a:cubicBezTo>
                      <a:cubicBezTo>
                        <a:pt x="29" y="116"/>
                        <a:pt x="29" y="116"/>
                        <a:pt x="29" y="116"/>
                      </a:cubicBezTo>
                      <a:cubicBezTo>
                        <a:pt x="28" y="119"/>
                        <a:pt x="26" y="123"/>
                        <a:pt x="22" y="122"/>
                      </a:cubicBezTo>
                      <a:cubicBezTo>
                        <a:pt x="15" y="122"/>
                        <a:pt x="15" y="122"/>
                        <a:pt x="15" y="122"/>
                      </a:cubicBezTo>
                      <a:cubicBezTo>
                        <a:pt x="14" y="122"/>
                        <a:pt x="11" y="124"/>
                        <a:pt x="10" y="124"/>
                      </a:cubicBezTo>
                      <a:cubicBezTo>
                        <a:pt x="13" y="127"/>
                        <a:pt x="23" y="129"/>
                        <a:pt x="23" y="133"/>
                      </a:cubicBezTo>
                      <a:cubicBezTo>
                        <a:pt x="23" y="137"/>
                        <a:pt x="18" y="142"/>
                        <a:pt x="15" y="144"/>
                      </a:cubicBezTo>
                      <a:cubicBezTo>
                        <a:pt x="15" y="150"/>
                        <a:pt x="15" y="150"/>
                        <a:pt x="15" y="150"/>
                      </a:cubicBezTo>
                      <a:cubicBezTo>
                        <a:pt x="17" y="150"/>
                        <a:pt x="17" y="150"/>
                        <a:pt x="17" y="150"/>
                      </a:cubicBezTo>
                      <a:cubicBezTo>
                        <a:pt x="20" y="150"/>
                        <a:pt x="27" y="141"/>
                        <a:pt x="29" y="139"/>
                      </a:cubicBezTo>
                      <a:cubicBezTo>
                        <a:pt x="33" y="135"/>
                        <a:pt x="34" y="129"/>
                        <a:pt x="38" y="12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2" name="iSļïḑé"/>
                <p:cNvSpPr/>
                <p:nvPr/>
              </p:nvSpPr>
              <p:spPr bwMode="auto">
                <a:xfrm>
                  <a:off x="4422776" y="3106738"/>
                  <a:ext cx="412750" cy="596900"/>
                </a:xfrm>
                <a:custGeom>
                  <a:avLst/>
                  <a:gdLst>
                    <a:gd name="T0" fmla="*/ 63 w 125"/>
                    <a:gd name="T1" fmla="*/ 83 h 179"/>
                    <a:gd name="T2" fmla="*/ 69 w 125"/>
                    <a:gd name="T3" fmla="*/ 84 h 179"/>
                    <a:gd name="T4" fmla="*/ 71 w 125"/>
                    <a:gd name="T5" fmla="*/ 95 h 179"/>
                    <a:gd name="T6" fmla="*/ 56 w 125"/>
                    <a:gd name="T7" fmla="*/ 91 h 179"/>
                    <a:gd name="T8" fmla="*/ 77 w 125"/>
                    <a:gd name="T9" fmla="*/ 77 h 179"/>
                    <a:gd name="T10" fmla="*/ 90 w 125"/>
                    <a:gd name="T11" fmla="*/ 82 h 179"/>
                    <a:gd name="T12" fmla="*/ 93 w 125"/>
                    <a:gd name="T13" fmla="*/ 96 h 179"/>
                    <a:gd name="T14" fmla="*/ 88 w 125"/>
                    <a:gd name="T15" fmla="*/ 106 h 179"/>
                    <a:gd name="T16" fmla="*/ 75 w 125"/>
                    <a:gd name="T17" fmla="*/ 89 h 179"/>
                    <a:gd name="T18" fmla="*/ 91 w 125"/>
                    <a:gd name="T19" fmla="*/ 29 h 179"/>
                    <a:gd name="T20" fmla="*/ 95 w 125"/>
                    <a:gd name="T21" fmla="*/ 4 h 179"/>
                    <a:gd name="T22" fmla="*/ 92 w 125"/>
                    <a:gd name="T23" fmla="*/ 0 h 179"/>
                    <a:gd name="T24" fmla="*/ 86 w 125"/>
                    <a:gd name="T25" fmla="*/ 0 h 179"/>
                    <a:gd name="T26" fmla="*/ 80 w 125"/>
                    <a:gd name="T27" fmla="*/ 7 h 179"/>
                    <a:gd name="T28" fmla="*/ 83 w 125"/>
                    <a:gd name="T29" fmla="*/ 30 h 179"/>
                    <a:gd name="T30" fmla="*/ 86 w 125"/>
                    <a:gd name="T31" fmla="*/ 50 h 179"/>
                    <a:gd name="T32" fmla="*/ 46 w 125"/>
                    <a:gd name="T33" fmla="*/ 84 h 179"/>
                    <a:gd name="T34" fmla="*/ 0 w 125"/>
                    <a:gd name="T35" fmla="*/ 99 h 179"/>
                    <a:gd name="T36" fmla="*/ 13 w 125"/>
                    <a:gd name="T37" fmla="*/ 108 h 179"/>
                    <a:gd name="T38" fmla="*/ 30 w 125"/>
                    <a:gd name="T39" fmla="*/ 100 h 179"/>
                    <a:gd name="T40" fmla="*/ 47 w 125"/>
                    <a:gd name="T41" fmla="*/ 92 h 179"/>
                    <a:gd name="T42" fmla="*/ 51 w 125"/>
                    <a:gd name="T43" fmla="*/ 109 h 179"/>
                    <a:gd name="T44" fmla="*/ 50 w 125"/>
                    <a:gd name="T45" fmla="*/ 118 h 179"/>
                    <a:gd name="T46" fmla="*/ 54 w 125"/>
                    <a:gd name="T47" fmla="*/ 125 h 179"/>
                    <a:gd name="T48" fmla="*/ 62 w 125"/>
                    <a:gd name="T49" fmla="*/ 119 h 179"/>
                    <a:gd name="T50" fmla="*/ 62 w 125"/>
                    <a:gd name="T51" fmla="*/ 113 h 179"/>
                    <a:gd name="T52" fmla="*/ 78 w 125"/>
                    <a:gd name="T53" fmla="*/ 111 h 179"/>
                    <a:gd name="T54" fmla="*/ 78 w 125"/>
                    <a:gd name="T55" fmla="*/ 113 h 179"/>
                    <a:gd name="T56" fmla="*/ 78 w 125"/>
                    <a:gd name="T57" fmla="*/ 118 h 179"/>
                    <a:gd name="T58" fmla="*/ 46 w 125"/>
                    <a:gd name="T59" fmla="*/ 147 h 179"/>
                    <a:gd name="T60" fmla="*/ 28 w 125"/>
                    <a:gd name="T61" fmla="*/ 158 h 179"/>
                    <a:gd name="T62" fmla="*/ 1 w 125"/>
                    <a:gd name="T63" fmla="*/ 170 h 179"/>
                    <a:gd name="T64" fmla="*/ 14 w 125"/>
                    <a:gd name="T65" fmla="*/ 178 h 179"/>
                    <a:gd name="T66" fmla="*/ 20 w 125"/>
                    <a:gd name="T67" fmla="*/ 179 h 179"/>
                    <a:gd name="T68" fmla="*/ 22 w 125"/>
                    <a:gd name="T69" fmla="*/ 179 h 179"/>
                    <a:gd name="T70" fmla="*/ 38 w 125"/>
                    <a:gd name="T71" fmla="*/ 169 h 179"/>
                    <a:gd name="T72" fmla="*/ 61 w 125"/>
                    <a:gd name="T73" fmla="*/ 150 h 179"/>
                    <a:gd name="T74" fmla="*/ 79 w 125"/>
                    <a:gd name="T75" fmla="*/ 135 h 179"/>
                    <a:gd name="T76" fmla="*/ 96 w 125"/>
                    <a:gd name="T77" fmla="*/ 119 h 179"/>
                    <a:gd name="T78" fmla="*/ 106 w 125"/>
                    <a:gd name="T79" fmla="*/ 149 h 179"/>
                    <a:gd name="T80" fmla="*/ 125 w 125"/>
                    <a:gd name="T81" fmla="*/ 152 h 179"/>
                    <a:gd name="T82" fmla="*/ 116 w 125"/>
                    <a:gd name="T83" fmla="*/ 120 h 179"/>
                    <a:gd name="T84" fmla="*/ 115 w 125"/>
                    <a:gd name="T85" fmla="*/ 125 h 179"/>
                    <a:gd name="T86" fmla="*/ 109 w 125"/>
                    <a:gd name="T87" fmla="*/ 129 h 179"/>
                    <a:gd name="T88" fmla="*/ 97 w 125"/>
                    <a:gd name="T89" fmla="*/ 92 h 179"/>
                    <a:gd name="T90" fmla="*/ 94 w 125"/>
                    <a:gd name="T91" fmla="*/ 76 h 179"/>
                    <a:gd name="T92" fmla="*/ 110 w 125"/>
                    <a:gd name="T93" fmla="*/ 60 h 179"/>
                    <a:gd name="T94" fmla="*/ 105 w 125"/>
                    <a:gd name="T95" fmla="*/ 57 h 179"/>
                    <a:gd name="T96" fmla="*/ 101 w 125"/>
                    <a:gd name="T97" fmla="*/ 59 h 179"/>
                    <a:gd name="T98" fmla="*/ 91 w 125"/>
                    <a:gd name="T99" fmla="*/ 54 h 179"/>
                    <a:gd name="T100" fmla="*/ 91 w 125"/>
                    <a:gd name="T101" fmla="*/ 29 h 1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125" h="179">
                      <a:moveTo>
                        <a:pt x="56" y="91"/>
                      </a:moveTo>
                      <a:cubicBezTo>
                        <a:pt x="56" y="87"/>
                        <a:pt x="60" y="85"/>
                        <a:pt x="63" y="83"/>
                      </a:cubicBezTo>
                      <a:cubicBezTo>
                        <a:pt x="64" y="83"/>
                        <a:pt x="64" y="83"/>
                        <a:pt x="64" y="83"/>
                      </a:cubicBezTo>
                      <a:cubicBezTo>
                        <a:pt x="67" y="83"/>
                        <a:pt x="67" y="84"/>
                        <a:pt x="69" y="84"/>
                      </a:cubicBezTo>
                      <a:cubicBezTo>
                        <a:pt x="71" y="94"/>
                        <a:pt x="71" y="94"/>
                        <a:pt x="71" y="94"/>
                      </a:cubicBezTo>
                      <a:cubicBezTo>
                        <a:pt x="71" y="95"/>
                        <a:pt x="71" y="95"/>
                        <a:pt x="71" y="95"/>
                      </a:cubicBezTo>
                      <a:cubicBezTo>
                        <a:pt x="68" y="100"/>
                        <a:pt x="68" y="99"/>
                        <a:pt x="63" y="101"/>
                      </a:cubicBezTo>
                      <a:cubicBezTo>
                        <a:pt x="61" y="99"/>
                        <a:pt x="56" y="95"/>
                        <a:pt x="56" y="91"/>
                      </a:cubicBezTo>
                      <a:close/>
                      <a:moveTo>
                        <a:pt x="72" y="83"/>
                      </a:moveTo>
                      <a:cubicBezTo>
                        <a:pt x="74" y="79"/>
                        <a:pt x="73" y="79"/>
                        <a:pt x="77" y="77"/>
                      </a:cubicBezTo>
                      <a:cubicBezTo>
                        <a:pt x="79" y="75"/>
                        <a:pt x="82" y="75"/>
                        <a:pt x="83" y="73"/>
                      </a:cubicBezTo>
                      <a:cubicBezTo>
                        <a:pt x="88" y="76"/>
                        <a:pt x="89" y="76"/>
                        <a:pt x="90" y="82"/>
                      </a:cubicBezTo>
                      <a:cubicBezTo>
                        <a:pt x="92" y="95"/>
                        <a:pt x="92" y="95"/>
                        <a:pt x="92" y="95"/>
                      </a:cubicBezTo>
                      <a:cubicBezTo>
                        <a:pt x="93" y="96"/>
                        <a:pt x="93" y="96"/>
                        <a:pt x="93" y="96"/>
                      </a:cubicBezTo>
                      <a:cubicBezTo>
                        <a:pt x="94" y="99"/>
                        <a:pt x="94" y="99"/>
                        <a:pt x="94" y="99"/>
                      </a:cubicBezTo>
                      <a:cubicBezTo>
                        <a:pt x="91" y="105"/>
                        <a:pt x="93" y="103"/>
                        <a:pt x="88" y="106"/>
                      </a:cubicBezTo>
                      <a:cubicBezTo>
                        <a:pt x="83" y="101"/>
                        <a:pt x="82" y="101"/>
                        <a:pt x="79" y="95"/>
                      </a:cubicBezTo>
                      <a:cubicBezTo>
                        <a:pt x="77" y="93"/>
                        <a:pt x="77" y="91"/>
                        <a:pt x="75" y="89"/>
                      </a:cubicBezTo>
                      <a:cubicBezTo>
                        <a:pt x="73" y="87"/>
                        <a:pt x="73" y="86"/>
                        <a:pt x="72" y="83"/>
                      </a:cubicBezTo>
                      <a:close/>
                      <a:moveTo>
                        <a:pt x="91" y="29"/>
                      </a:moveTo>
                      <a:cubicBezTo>
                        <a:pt x="91" y="22"/>
                        <a:pt x="95" y="12"/>
                        <a:pt x="95" y="4"/>
                      </a:cubicBezTo>
                      <a:cubicBezTo>
                        <a:pt x="95" y="4"/>
                        <a:pt x="95" y="4"/>
                        <a:pt x="95" y="4"/>
                      </a:cubicBezTo>
                      <a:cubicBezTo>
                        <a:pt x="95" y="3"/>
                        <a:pt x="95" y="3"/>
                        <a:pt x="95" y="3"/>
                      </a:cubicBezTo>
                      <a:cubicBezTo>
                        <a:pt x="93" y="0"/>
                        <a:pt x="95" y="1"/>
                        <a:pt x="92" y="0"/>
                      </a:cubicBezTo>
                      <a:cubicBezTo>
                        <a:pt x="91" y="0"/>
                        <a:pt x="91" y="0"/>
                        <a:pt x="91" y="0"/>
                      </a:cubicBezTo>
                      <a:cubicBezTo>
                        <a:pt x="86" y="0"/>
                        <a:pt x="86" y="0"/>
                        <a:pt x="86" y="0"/>
                      </a:cubicBezTo>
                      <a:cubicBezTo>
                        <a:pt x="85" y="0"/>
                        <a:pt x="85" y="0"/>
                        <a:pt x="85" y="0"/>
                      </a:cubicBezTo>
                      <a:cubicBezTo>
                        <a:pt x="82" y="1"/>
                        <a:pt x="80" y="4"/>
                        <a:pt x="80" y="7"/>
                      </a:cubicBezTo>
                      <a:cubicBezTo>
                        <a:pt x="83" y="30"/>
                        <a:pt x="83" y="30"/>
                        <a:pt x="83" y="30"/>
                      </a:cubicBezTo>
                      <a:cubicBezTo>
                        <a:pt x="83" y="30"/>
                        <a:pt x="83" y="30"/>
                        <a:pt x="83" y="30"/>
                      </a:cubicBezTo>
                      <a:cubicBezTo>
                        <a:pt x="83" y="38"/>
                        <a:pt x="86" y="44"/>
                        <a:pt x="86" y="49"/>
                      </a:cubicBezTo>
                      <a:cubicBezTo>
                        <a:pt x="86" y="50"/>
                        <a:pt x="86" y="50"/>
                        <a:pt x="86" y="50"/>
                      </a:cubicBezTo>
                      <a:cubicBezTo>
                        <a:pt x="87" y="62"/>
                        <a:pt x="87" y="62"/>
                        <a:pt x="87" y="62"/>
                      </a:cubicBezTo>
                      <a:cubicBezTo>
                        <a:pt x="87" y="68"/>
                        <a:pt x="52" y="81"/>
                        <a:pt x="46" y="84"/>
                      </a:cubicBezTo>
                      <a:cubicBezTo>
                        <a:pt x="39" y="87"/>
                        <a:pt x="31" y="89"/>
                        <a:pt x="23" y="92"/>
                      </a:cubicBezTo>
                      <a:cubicBezTo>
                        <a:pt x="20" y="94"/>
                        <a:pt x="0" y="96"/>
                        <a:pt x="0" y="99"/>
                      </a:cubicBezTo>
                      <a:cubicBezTo>
                        <a:pt x="0" y="101"/>
                        <a:pt x="9" y="108"/>
                        <a:pt x="11" y="108"/>
                      </a:cubicBezTo>
                      <a:cubicBezTo>
                        <a:pt x="13" y="108"/>
                        <a:pt x="13" y="108"/>
                        <a:pt x="13" y="108"/>
                      </a:cubicBezTo>
                      <a:cubicBezTo>
                        <a:pt x="14" y="108"/>
                        <a:pt x="14" y="108"/>
                        <a:pt x="14" y="108"/>
                      </a:cubicBezTo>
                      <a:cubicBezTo>
                        <a:pt x="20" y="105"/>
                        <a:pt x="24" y="103"/>
                        <a:pt x="30" y="100"/>
                      </a:cubicBezTo>
                      <a:cubicBezTo>
                        <a:pt x="34" y="98"/>
                        <a:pt x="41" y="93"/>
                        <a:pt x="45" y="93"/>
                      </a:cubicBezTo>
                      <a:cubicBezTo>
                        <a:pt x="46" y="93"/>
                        <a:pt x="46" y="93"/>
                        <a:pt x="47" y="92"/>
                      </a:cubicBezTo>
                      <a:cubicBezTo>
                        <a:pt x="49" y="94"/>
                        <a:pt x="52" y="96"/>
                        <a:pt x="51" y="101"/>
                      </a:cubicBezTo>
                      <a:cubicBezTo>
                        <a:pt x="51" y="109"/>
                        <a:pt x="51" y="109"/>
                        <a:pt x="51" y="109"/>
                      </a:cubicBezTo>
                      <a:cubicBezTo>
                        <a:pt x="51" y="110"/>
                        <a:pt x="51" y="110"/>
                        <a:pt x="51" y="110"/>
                      </a:cubicBezTo>
                      <a:cubicBezTo>
                        <a:pt x="50" y="118"/>
                        <a:pt x="50" y="118"/>
                        <a:pt x="50" y="118"/>
                      </a:cubicBezTo>
                      <a:cubicBezTo>
                        <a:pt x="50" y="119"/>
                        <a:pt x="50" y="119"/>
                        <a:pt x="50" y="120"/>
                      </a:cubicBezTo>
                      <a:cubicBezTo>
                        <a:pt x="51" y="123"/>
                        <a:pt x="51" y="123"/>
                        <a:pt x="54" y="125"/>
                      </a:cubicBezTo>
                      <a:cubicBezTo>
                        <a:pt x="56" y="125"/>
                        <a:pt x="56" y="125"/>
                        <a:pt x="56" y="125"/>
                      </a:cubicBezTo>
                      <a:cubicBezTo>
                        <a:pt x="59" y="125"/>
                        <a:pt x="60" y="121"/>
                        <a:pt x="62" y="119"/>
                      </a:cubicBezTo>
                      <a:cubicBezTo>
                        <a:pt x="62" y="118"/>
                        <a:pt x="62" y="118"/>
                        <a:pt x="62" y="118"/>
                      </a:cubicBezTo>
                      <a:cubicBezTo>
                        <a:pt x="62" y="113"/>
                        <a:pt x="62" y="113"/>
                        <a:pt x="62" y="113"/>
                      </a:cubicBezTo>
                      <a:cubicBezTo>
                        <a:pt x="63" y="110"/>
                        <a:pt x="68" y="106"/>
                        <a:pt x="71" y="106"/>
                      </a:cubicBezTo>
                      <a:cubicBezTo>
                        <a:pt x="75" y="106"/>
                        <a:pt x="77" y="109"/>
                        <a:pt x="78" y="111"/>
                      </a:cubicBezTo>
                      <a:cubicBezTo>
                        <a:pt x="78" y="112"/>
                        <a:pt x="78" y="112"/>
                        <a:pt x="78" y="112"/>
                      </a:cubicBezTo>
                      <a:cubicBezTo>
                        <a:pt x="78" y="113"/>
                        <a:pt x="78" y="113"/>
                        <a:pt x="78" y="113"/>
                      </a:cubicBezTo>
                      <a:cubicBezTo>
                        <a:pt x="78" y="115"/>
                        <a:pt x="78" y="115"/>
                        <a:pt x="79" y="116"/>
                      </a:cubicBezTo>
                      <a:cubicBezTo>
                        <a:pt x="78" y="117"/>
                        <a:pt x="78" y="117"/>
                        <a:pt x="78" y="118"/>
                      </a:cubicBezTo>
                      <a:cubicBezTo>
                        <a:pt x="78" y="119"/>
                        <a:pt x="78" y="119"/>
                        <a:pt x="78" y="119"/>
                      </a:cubicBezTo>
                      <a:cubicBezTo>
                        <a:pt x="72" y="130"/>
                        <a:pt x="57" y="140"/>
                        <a:pt x="46" y="147"/>
                      </a:cubicBezTo>
                      <a:cubicBezTo>
                        <a:pt x="44" y="148"/>
                        <a:pt x="40" y="151"/>
                        <a:pt x="37" y="152"/>
                      </a:cubicBezTo>
                      <a:cubicBezTo>
                        <a:pt x="35" y="153"/>
                        <a:pt x="29" y="157"/>
                        <a:pt x="28" y="158"/>
                      </a:cubicBezTo>
                      <a:cubicBezTo>
                        <a:pt x="25" y="161"/>
                        <a:pt x="12" y="165"/>
                        <a:pt x="6" y="165"/>
                      </a:cubicBezTo>
                      <a:cubicBezTo>
                        <a:pt x="4" y="165"/>
                        <a:pt x="2" y="168"/>
                        <a:pt x="1" y="170"/>
                      </a:cubicBezTo>
                      <a:cubicBezTo>
                        <a:pt x="4" y="171"/>
                        <a:pt x="4" y="173"/>
                        <a:pt x="7" y="175"/>
                      </a:cubicBezTo>
                      <a:cubicBezTo>
                        <a:pt x="10" y="176"/>
                        <a:pt x="12" y="176"/>
                        <a:pt x="14" y="178"/>
                      </a:cubicBezTo>
                      <a:cubicBezTo>
                        <a:pt x="18" y="179"/>
                        <a:pt x="18" y="179"/>
                        <a:pt x="18" y="179"/>
                      </a:cubicBezTo>
                      <a:cubicBezTo>
                        <a:pt x="20" y="179"/>
                        <a:pt x="18" y="179"/>
                        <a:pt x="20" y="179"/>
                      </a:cubicBezTo>
                      <a:cubicBezTo>
                        <a:pt x="21" y="179"/>
                        <a:pt x="21" y="179"/>
                        <a:pt x="21" y="179"/>
                      </a:cubicBezTo>
                      <a:cubicBezTo>
                        <a:pt x="22" y="179"/>
                        <a:pt x="22" y="179"/>
                        <a:pt x="22" y="179"/>
                      </a:cubicBezTo>
                      <a:cubicBezTo>
                        <a:pt x="26" y="177"/>
                        <a:pt x="30" y="175"/>
                        <a:pt x="33" y="173"/>
                      </a:cubicBezTo>
                      <a:cubicBezTo>
                        <a:pt x="35" y="171"/>
                        <a:pt x="36" y="170"/>
                        <a:pt x="38" y="169"/>
                      </a:cubicBezTo>
                      <a:cubicBezTo>
                        <a:pt x="39" y="168"/>
                        <a:pt x="43" y="166"/>
                        <a:pt x="43" y="166"/>
                      </a:cubicBezTo>
                      <a:cubicBezTo>
                        <a:pt x="49" y="160"/>
                        <a:pt x="55" y="156"/>
                        <a:pt x="61" y="150"/>
                      </a:cubicBezTo>
                      <a:cubicBezTo>
                        <a:pt x="64" y="148"/>
                        <a:pt x="67" y="145"/>
                        <a:pt x="70" y="143"/>
                      </a:cubicBezTo>
                      <a:cubicBezTo>
                        <a:pt x="73" y="140"/>
                        <a:pt x="76" y="137"/>
                        <a:pt x="79" y="135"/>
                      </a:cubicBezTo>
                      <a:cubicBezTo>
                        <a:pt x="82" y="132"/>
                        <a:pt x="85" y="130"/>
                        <a:pt x="87" y="127"/>
                      </a:cubicBezTo>
                      <a:cubicBezTo>
                        <a:pt x="90" y="124"/>
                        <a:pt x="91" y="119"/>
                        <a:pt x="96" y="119"/>
                      </a:cubicBezTo>
                      <a:cubicBezTo>
                        <a:pt x="98" y="119"/>
                        <a:pt x="100" y="126"/>
                        <a:pt x="100" y="128"/>
                      </a:cubicBezTo>
                      <a:cubicBezTo>
                        <a:pt x="100" y="132"/>
                        <a:pt x="105" y="145"/>
                        <a:pt x="106" y="149"/>
                      </a:cubicBezTo>
                      <a:cubicBezTo>
                        <a:pt x="108" y="155"/>
                        <a:pt x="111" y="165"/>
                        <a:pt x="118" y="165"/>
                      </a:cubicBezTo>
                      <a:cubicBezTo>
                        <a:pt x="119" y="163"/>
                        <a:pt x="125" y="161"/>
                        <a:pt x="125" y="152"/>
                      </a:cubicBezTo>
                      <a:cubicBezTo>
                        <a:pt x="125" y="143"/>
                        <a:pt x="120" y="120"/>
                        <a:pt x="117" y="116"/>
                      </a:cubicBezTo>
                      <a:cubicBezTo>
                        <a:pt x="117" y="118"/>
                        <a:pt x="116" y="118"/>
                        <a:pt x="116" y="120"/>
                      </a:cubicBezTo>
                      <a:cubicBezTo>
                        <a:pt x="116" y="123"/>
                        <a:pt x="115" y="121"/>
                        <a:pt x="115" y="124"/>
                      </a:cubicBezTo>
                      <a:cubicBezTo>
                        <a:pt x="115" y="125"/>
                        <a:pt x="115" y="125"/>
                        <a:pt x="115" y="125"/>
                      </a:cubicBezTo>
                      <a:cubicBezTo>
                        <a:pt x="115" y="126"/>
                        <a:pt x="114" y="129"/>
                        <a:pt x="112" y="129"/>
                      </a:cubicBezTo>
                      <a:cubicBezTo>
                        <a:pt x="109" y="129"/>
                        <a:pt x="109" y="129"/>
                        <a:pt x="109" y="129"/>
                      </a:cubicBezTo>
                      <a:cubicBezTo>
                        <a:pt x="105" y="129"/>
                        <a:pt x="102" y="110"/>
                        <a:pt x="100" y="105"/>
                      </a:cubicBezTo>
                      <a:cubicBezTo>
                        <a:pt x="98" y="101"/>
                        <a:pt x="98" y="97"/>
                        <a:pt x="97" y="92"/>
                      </a:cubicBezTo>
                      <a:cubicBezTo>
                        <a:pt x="96" y="87"/>
                        <a:pt x="94" y="86"/>
                        <a:pt x="94" y="79"/>
                      </a:cubicBezTo>
                      <a:cubicBezTo>
                        <a:pt x="94" y="76"/>
                        <a:pt x="94" y="76"/>
                        <a:pt x="94" y="76"/>
                      </a:cubicBezTo>
                      <a:cubicBezTo>
                        <a:pt x="94" y="65"/>
                        <a:pt x="110" y="67"/>
                        <a:pt x="110" y="61"/>
                      </a:cubicBezTo>
                      <a:cubicBezTo>
                        <a:pt x="110" y="60"/>
                        <a:pt x="110" y="60"/>
                        <a:pt x="110" y="60"/>
                      </a:cubicBezTo>
                      <a:cubicBezTo>
                        <a:pt x="110" y="58"/>
                        <a:pt x="109" y="57"/>
                        <a:pt x="108" y="57"/>
                      </a:cubicBezTo>
                      <a:cubicBezTo>
                        <a:pt x="105" y="57"/>
                        <a:pt x="105" y="57"/>
                        <a:pt x="105" y="57"/>
                      </a:cubicBezTo>
                      <a:cubicBezTo>
                        <a:pt x="104" y="57"/>
                        <a:pt x="104" y="57"/>
                        <a:pt x="104" y="57"/>
                      </a:cubicBezTo>
                      <a:cubicBezTo>
                        <a:pt x="103" y="58"/>
                        <a:pt x="102" y="59"/>
                        <a:pt x="101" y="59"/>
                      </a:cubicBezTo>
                      <a:cubicBezTo>
                        <a:pt x="99" y="60"/>
                        <a:pt x="99" y="59"/>
                        <a:pt x="97" y="60"/>
                      </a:cubicBezTo>
                      <a:cubicBezTo>
                        <a:pt x="95" y="59"/>
                        <a:pt x="91" y="56"/>
                        <a:pt x="91" y="54"/>
                      </a:cubicBezTo>
                      <a:cubicBezTo>
                        <a:pt x="91" y="41"/>
                        <a:pt x="91" y="41"/>
                        <a:pt x="91" y="41"/>
                      </a:cubicBezTo>
                      <a:lnTo>
                        <a:pt x="91" y="29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3" name="íšlïďè"/>
                <p:cNvSpPr/>
                <p:nvPr/>
              </p:nvSpPr>
              <p:spPr bwMode="auto">
                <a:xfrm>
                  <a:off x="5478463" y="3581400"/>
                  <a:ext cx="46038" cy="76200"/>
                </a:xfrm>
                <a:custGeom>
                  <a:avLst/>
                  <a:gdLst>
                    <a:gd name="T0" fmla="*/ 14 w 14"/>
                    <a:gd name="T1" fmla="*/ 15 h 23"/>
                    <a:gd name="T2" fmla="*/ 10 w 14"/>
                    <a:gd name="T3" fmla="*/ 6 h 23"/>
                    <a:gd name="T4" fmla="*/ 3 w 14"/>
                    <a:gd name="T5" fmla="*/ 0 h 23"/>
                    <a:gd name="T6" fmla="*/ 0 w 14"/>
                    <a:gd name="T7" fmla="*/ 3 h 23"/>
                    <a:gd name="T8" fmla="*/ 5 w 14"/>
                    <a:gd name="T9" fmla="*/ 11 h 23"/>
                    <a:gd name="T10" fmla="*/ 5 w 14"/>
                    <a:gd name="T11" fmla="*/ 12 h 23"/>
                    <a:gd name="T12" fmla="*/ 5 w 14"/>
                    <a:gd name="T13" fmla="*/ 14 h 23"/>
                    <a:gd name="T14" fmla="*/ 5 w 14"/>
                    <a:gd name="T15" fmla="*/ 15 h 23"/>
                    <a:gd name="T16" fmla="*/ 2 w 14"/>
                    <a:gd name="T17" fmla="*/ 19 h 23"/>
                    <a:gd name="T18" fmla="*/ 2 w 14"/>
                    <a:gd name="T19" fmla="*/ 22 h 23"/>
                    <a:gd name="T20" fmla="*/ 5 w 14"/>
                    <a:gd name="T21" fmla="*/ 23 h 23"/>
                    <a:gd name="T22" fmla="*/ 6 w 14"/>
                    <a:gd name="T23" fmla="*/ 23 h 23"/>
                    <a:gd name="T24" fmla="*/ 11 w 14"/>
                    <a:gd name="T25" fmla="*/ 20 h 23"/>
                    <a:gd name="T26" fmla="*/ 14 w 14"/>
                    <a:gd name="T27" fmla="*/ 15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4" h="23">
                      <a:moveTo>
                        <a:pt x="14" y="15"/>
                      </a:moveTo>
                      <a:cubicBezTo>
                        <a:pt x="14" y="11"/>
                        <a:pt x="12" y="9"/>
                        <a:pt x="10" y="6"/>
                      </a:cubicBezTo>
                      <a:cubicBezTo>
                        <a:pt x="8" y="5"/>
                        <a:pt x="3" y="1"/>
                        <a:pt x="3" y="0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5" y="12"/>
                        <a:pt x="5" y="12"/>
                        <a:pt x="5" y="12"/>
                      </a:cubicBez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5" y="15"/>
                        <a:pt x="5" y="15"/>
                        <a:pt x="5" y="15"/>
                      </a:cubicBezTo>
                      <a:cubicBezTo>
                        <a:pt x="2" y="19"/>
                        <a:pt x="2" y="19"/>
                        <a:pt x="2" y="19"/>
                      </a:cubicBezTo>
                      <a:cubicBezTo>
                        <a:pt x="2" y="22"/>
                        <a:pt x="2" y="22"/>
                        <a:pt x="2" y="22"/>
                      </a:cubicBezTo>
                      <a:cubicBezTo>
                        <a:pt x="5" y="23"/>
                        <a:pt x="5" y="23"/>
                        <a:pt x="5" y="23"/>
                      </a:cubicBezTo>
                      <a:cubicBezTo>
                        <a:pt x="6" y="23"/>
                        <a:pt x="6" y="23"/>
                        <a:pt x="6" y="23"/>
                      </a:cubicBezTo>
                      <a:cubicBezTo>
                        <a:pt x="7" y="23"/>
                        <a:pt x="11" y="21"/>
                        <a:pt x="11" y="20"/>
                      </a:cubicBezTo>
                      <a:cubicBezTo>
                        <a:pt x="13" y="19"/>
                        <a:pt x="13" y="17"/>
                        <a:pt x="14" y="1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4" name="işḷîḑe"/>
                <p:cNvSpPr/>
                <p:nvPr/>
              </p:nvSpPr>
              <p:spPr bwMode="auto">
                <a:xfrm>
                  <a:off x="6310313" y="3136900"/>
                  <a:ext cx="406400" cy="554038"/>
                </a:xfrm>
                <a:custGeom>
                  <a:avLst/>
                  <a:gdLst>
                    <a:gd name="T0" fmla="*/ 101 w 123"/>
                    <a:gd name="T1" fmla="*/ 9 h 166"/>
                    <a:gd name="T2" fmla="*/ 96 w 123"/>
                    <a:gd name="T3" fmla="*/ 0 h 166"/>
                    <a:gd name="T4" fmla="*/ 76 w 123"/>
                    <a:gd name="T5" fmla="*/ 23 h 166"/>
                    <a:gd name="T6" fmla="*/ 66 w 123"/>
                    <a:gd name="T7" fmla="*/ 20 h 166"/>
                    <a:gd name="T8" fmla="*/ 69 w 123"/>
                    <a:gd name="T9" fmla="*/ 29 h 166"/>
                    <a:gd name="T10" fmla="*/ 64 w 123"/>
                    <a:gd name="T11" fmla="*/ 38 h 166"/>
                    <a:gd name="T12" fmla="*/ 71 w 123"/>
                    <a:gd name="T13" fmla="*/ 37 h 166"/>
                    <a:gd name="T14" fmla="*/ 78 w 123"/>
                    <a:gd name="T15" fmla="*/ 38 h 166"/>
                    <a:gd name="T16" fmla="*/ 104 w 123"/>
                    <a:gd name="T17" fmla="*/ 37 h 166"/>
                    <a:gd name="T18" fmla="*/ 97 w 123"/>
                    <a:gd name="T19" fmla="*/ 43 h 166"/>
                    <a:gd name="T20" fmla="*/ 85 w 123"/>
                    <a:gd name="T21" fmla="*/ 56 h 166"/>
                    <a:gd name="T22" fmla="*/ 78 w 123"/>
                    <a:gd name="T23" fmla="*/ 67 h 166"/>
                    <a:gd name="T24" fmla="*/ 72 w 123"/>
                    <a:gd name="T25" fmla="*/ 62 h 166"/>
                    <a:gd name="T26" fmla="*/ 72 w 123"/>
                    <a:gd name="T27" fmla="*/ 48 h 166"/>
                    <a:gd name="T28" fmla="*/ 63 w 123"/>
                    <a:gd name="T29" fmla="*/ 57 h 166"/>
                    <a:gd name="T30" fmla="*/ 56 w 123"/>
                    <a:gd name="T31" fmla="*/ 57 h 166"/>
                    <a:gd name="T32" fmla="*/ 61 w 123"/>
                    <a:gd name="T33" fmla="*/ 66 h 166"/>
                    <a:gd name="T34" fmla="*/ 59 w 123"/>
                    <a:gd name="T35" fmla="*/ 70 h 166"/>
                    <a:gd name="T36" fmla="*/ 68 w 123"/>
                    <a:gd name="T37" fmla="*/ 74 h 166"/>
                    <a:gd name="T38" fmla="*/ 68 w 123"/>
                    <a:gd name="T39" fmla="*/ 78 h 166"/>
                    <a:gd name="T40" fmla="*/ 40 w 123"/>
                    <a:gd name="T41" fmla="*/ 92 h 166"/>
                    <a:gd name="T42" fmla="*/ 24 w 123"/>
                    <a:gd name="T43" fmla="*/ 99 h 166"/>
                    <a:gd name="T44" fmla="*/ 3 w 123"/>
                    <a:gd name="T45" fmla="*/ 105 h 166"/>
                    <a:gd name="T46" fmla="*/ 2 w 123"/>
                    <a:gd name="T47" fmla="*/ 112 h 166"/>
                    <a:gd name="T48" fmla="*/ 14 w 123"/>
                    <a:gd name="T49" fmla="*/ 120 h 166"/>
                    <a:gd name="T50" fmla="*/ 32 w 123"/>
                    <a:gd name="T51" fmla="*/ 108 h 166"/>
                    <a:gd name="T52" fmla="*/ 55 w 123"/>
                    <a:gd name="T53" fmla="*/ 93 h 166"/>
                    <a:gd name="T54" fmla="*/ 63 w 123"/>
                    <a:gd name="T55" fmla="*/ 89 h 166"/>
                    <a:gd name="T56" fmla="*/ 82 w 123"/>
                    <a:gd name="T57" fmla="*/ 83 h 166"/>
                    <a:gd name="T58" fmla="*/ 82 w 123"/>
                    <a:gd name="T59" fmla="*/ 86 h 166"/>
                    <a:gd name="T60" fmla="*/ 74 w 123"/>
                    <a:gd name="T61" fmla="*/ 97 h 166"/>
                    <a:gd name="T62" fmla="*/ 61 w 123"/>
                    <a:gd name="T63" fmla="*/ 107 h 166"/>
                    <a:gd name="T64" fmla="*/ 64 w 123"/>
                    <a:gd name="T65" fmla="*/ 118 h 166"/>
                    <a:gd name="T66" fmla="*/ 55 w 123"/>
                    <a:gd name="T67" fmla="*/ 126 h 166"/>
                    <a:gd name="T68" fmla="*/ 40 w 123"/>
                    <a:gd name="T69" fmla="*/ 129 h 166"/>
                    <a:gd name="T70" fmla="*/ 30 w 123"/>
                    <a:gd name="T71" fmla="*/ 130 h 166"/>
                    <a:gd name="T72" fmla="*/ 35 w 123"/>
                    <a:gd name="T73" fmla="*/ 141 h 166"/>
                    <a:gd name="T74" fmla="*/ 38 w 123"/>
                    <a:gd name="T75" fmla="*/ 141 h 166"/>
                    <a:gd name="T76" fmla="*/ 56 w 123"/>
                    <a:gd name="T77" fmla="*/ 133 h 166"/>
                    <a:gd name="T78" fmla="*/ 63 w 123"/>
                    <a:gd name="T79" fmla="*/ 141 h 166"/>
                    <a:gd name="T80" fmla="*/ 56 w 123"/>
                    <a:gd name="T81" fmla="*/ 154 h 166"/>
                    <a:gd name="T82" fmla="*/ 53 w 123"/>
                    <a:gd name="T83" fmla="*/ 154 h 166"/>
                    <a:gd name="T84" fmla="*/ 49 w 123"/>
                    <a:gd name="T85" fmla="*/ 154 h 166"/>
                    <a:gd name="T86" fmla="*/ 46 w 123"/>
                    <a:gd name="T87" fmla="*/ 156 h 166"/>
                    <a:gd name="T88" fmla="*/ 56 w 123"/>
                    <a:gd name="T89" fmla="*/ 166 h 166"/>
                    <a:gd name="T90" fmla="*/ 71 w 123"/>
                    <a:gd name="T91" fmla="*/ 160 h 166"/>
                    <a:gd name="T92" fmla="*/ 75 w 123"/>
                    <a:gd name="T93" fmla="*/ 146 h 166"/>
                    <a:gd name="T94" fmla="*/ 80 w 123"/>
                    <a:gd name="T95" fmla="*/ 124 h 166"/>
                    <a:gd name="T96" fmla="*/ 94 w 123"/>
                    <a:gd name="T97" fmla="*/ 120 h 166"/>
                    <a:gd name="T98" fmla="*/ 81 w 123"/>
                    <a:gd name="T99" fmla="*/ 117 h 166"/>
                    <a:gd name="T100" fmla="*/ 72 w 123"/>
                    <a:gd name="T101" fmla="*/ 107 h 166"/>
                    <a:gd name="T102" fmla="*/ 78 w 123"/>
                    <a:gd name="T103" fmla="*/ 96 h 166"/>
                    <a:gd name="T104" fmla="*/ 92 w 123"/>
                    <a:gd name="T105" fmla="*/ 89 h 166"/>
                    <a:gd name="T106" fmla="*/ 102 w 123"/>
                    <a:gd name="T107" fmla="*/ 78 h 166"/>
                    <a:gd name="T108" fmla="*/ 95 w 123"/>
                    <a:gd name="T109" fmla="*/ 61 h 166"/>
                    <a:gd name="T110" fmla="*/ 109 w 123"/>
                    <a:gd name="T111" fmla="*/ 48 h 166"/>
                    <a:gd name="T112" fmla="*/ 116 w 123"/>
                    <a:gd name="T113" fmla="*/ 42 h 166"/>
                    <a:gd name="T114" fmla="*/ 121 w 123"/>
                    <a:gd name="T115" fmla="*/ 32 h 166"/>
                    <a:gd name="T116" fmla="*/ 116 w 123"/>
                    <a:gd name="T117" fmla="*/ 17 h 166"/>
                    <a:gd name="T118" fmla="*/ 104 w 123"/>
                    <a:gd name="T119" fmla="*/ 20 h 166"/>
                    <a:gd name="T120" fmla="*/ 93 w 123"/>
                    <a:gd name="T121" fmla="*/ 21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123" h="166">
                      <a:moveTo>
                        <a:pt x="93" y="21"/>
                      </a:moveTo>
                      <a:cubicBezTo>
                        <a:pt x="94" y="14"/>
                        <a:pt x="98" y="14"/>
                        <a:pt x="101" y="9"/>
                      </a:cubicBezTo>
                      <a:cubicBezTo>
                        <a:pt x="101" y="8"/>
                        <a:pt x="101" y="8"/>
                        <a:pt x="101" y="8"/>
                      </a:cubicBezTo>
                      <a:cubicBezTo>
                        <a:pt x="101" y="5"/>
                        <a:pt x="97" y="1"/>
                        <a:pt x="96" y="0"/>
                      </a:cubicBezTo>
                      <a:cubicBezTo>
                        <a:pt x="89" y="3"/>
                        <a:pt x="91" y="6"/>
                        <a:pt x="88" y="13"/>
                      </a:cubicBezTo>
                      <a:cubicBezTo>
                        <a:pt x="85" y="17"/>
                        <a:pt x="82" y="23"/>
                        <a:pt x="76" y="23"/>
                      </a:cubicBezTo>
                      <a:cubicBezTo>
                        <a:pt x="75" y="23"/>
                        <a:pt x="70" y="18"/>
                        <a:pt x="67" y="17"/>
                      </a:cubicBezTo>
                      <a:cubicBezTo>
                        <a:pt x="66" y="20"/>
                        <a:pt x="66" y="20"/>
                        <a:pt x="66" y="20"/>
                      </a:cubicBezTo>
                      <a:cubicBezTo>
                        <a:pt x="67" y="23"/>
                        <a:pt x="69" y="24"/>
                        <a:pt x="69" y="28"/>
                      </a:cubicBezTo>
                      <a:cubicBezTo>
                        <a:pt x="69" y="29"/>
                        <a:pt x="69" y="29"/>
                        <a:pt x="69" y="29"/>
                      </a:cubicBezTo>
                      <a:cubicBezTo>
                        <a:pt x="69" y="29"/>
                        <a:pt x="63" y="36"/>
                        <a:pt x="62" y="37"/>
                      </a:cubicBezTo>
                      <a:cubicBezTo>
                        <a:pt x="63" y="38"/>
                        <a:pt x="61" y="38"/>
                        <a:pt x="64" y="38"/>
                      </a:cubicBezTo>
                      <a:cubicBezTo>
                        <a:pt x="64" y="38"/>
                        <a:pt x="64" y="38"/>
                        <a:pt x="64" y="38"/>
                      </a:cubicBezTo>
                      <a:cubicBezTo>
                        <a:pt x="71" y="37"/>
                        <a:pt x="71" y="37"/>
                        <a:pt x="71" y="37"/>
                      </a:cubicBezTo>
                      <a:cubicBezTo>
                        <a:pt x="74" y="37"/>
                        <a:pt x="74" y="38"/>
                        <a:pt x="78" y="38"/>
                      </a:cubicBezTo>
                      <a:cubicBezTo>
                        <a:pt x="78" y="38"/>
                        <a:pt x="78" y="38"/>
                        <a:pt x="78" y="38"/>
                      </a:cubicBezTo>
                      <a:cubicBezTo>
                        <a:pt x="79" y="38"/>
                        <a:pt x="84" y="33"/>
                        <a:pt x="91" y="32"/>
                      </a:cubicBezTo>
                      <a:cubicBezTo>
                        <a:pt x="96" y="31"/>
                        <a:pt x="104" y="30"/>
                        <a:pt x="104" y="37"/>
                      </a:cubicBezTo>
                      <a:cubicBezTo>
                        <a:pt x="104" y="39"/>
                        <a:pt x="102" y="41"/>
                        <a:pt x="101" y="43"/>
                      </a:cubicBezTo>
                      <a:cubicBezTo>
                        <a:pt x="98" y="43"/>
                        <a:pt x="99" y="43"/>
                        <a:pt x="97" y="43"/>
                      </a:cubicBezTo>
                      <a:cubicBezTo>
                        <a:pt x="96" y="43"/>
                        <a:pt x="93" y="42"/>
                        <a:pt x="92" y="41"/>
                      </a:cubicBezTo>
                      <a:cubicBezTo>
                        <a:pt x="85" y="46"/>
                        <a:pt x="88" y="49"/>
                        <a:pt x="85" y="56"/>
                      </a:cubicBezTo>
                      <a:cubicBezTo>
                        <a:pt x="84" y="57"/>
                        <a:pt x="81" y="64"/>
                        <a:pt x="81" y="64"/>
                      </a:cubicBezTo>
                      <a:cubicBezTo>
                        <a:pt x="80" y="66"/>
                        <a:pt x="80" y="64"/>
                        <a:pt x="78" y="67"/>
                      </a:cubicBezTo>
                      <a:cubicBezTo>
                        <a:pt x="77" y="70"/>
                        <a:pt x="78" y="68"/>
                        <a:pt x="76" y="70"/>
                      </a:cubicBezTo>
                      <a:cubicBezTo>
                        <a:pt x="74" y="67"/>
                        <a:pt x="72" y="66"/>
                        <a:pt x="72" y="62"/>
                      </a:cubicBezTo>
                      <a:cubicBezTo>
                        <a:pt x="72" y="61"/>
                        <a:pt x="75" y="55"/>
                        <a:pt x="76" y="54"/>
                      </a:cubicBezTo>
                      <a:cubicBezTo>
                        <a:pt x="75" y="51"/>
                        <a:pt x="75" y="48"/>
                        <a:pt x="72" y="48"/>
                      </a:cubicBezTo>
                      <a:cubicBezTo>
                        <a:pt x="71" y="48"/>
                        <a:pt x="70" y="49"/>
                        <a:pt x="70" y="49"/>
                      </a:cubicBezTo>
                      <a:cubicBezTo>
                        <a:pt x="70" y="55"/>
                        <a:pt x="67" y="55"/>
                        <a:pt x="63" y="57"/>
                      </a:cubicBezTo>
                      <a:cubicBezTo>
                        <a:pt x="62" y="56"/>
                        <a:pt x="60" y="55"/>
                        <a:pt x="59" y="55"/>
                      </a:cubicBezTo>
                      <a:cubicBezTo>
                        <a:pt x="58" y="55"/>
                        <a:pt x="56" y="57"/>
                        <a:pt x="56" y="57"/>
                      </a:cubicBezTo>
                      <a:cubicBezTo>
                        <a:pt x="58" y="60"/>
                        <a:pt x="59" y="60"/>
                        <a:pt x="61" y="64"/>
                      </a:cubicBezTo>
                      <a:cubicBezTo>
                        <a:pt x="61" y="66"/>
                        <a:pt x="61" y="66"/>
                        <a:pt x="61" y="66"/>
                      </a:cubicBezTo>
                      <a:cubicBezTo>
                        <a:pt x="61" y="67"/>
                        <a:pt x="61" y="67"/>
                        <a:pt x="61" y="67"/>
                      </a:cubicBezTo>
                      <a:cubicBezTo>
                        <a:pt x="59" y="70"/>
                        <a:pt x="59" y="70"/>
                        <a:pt x="59" y="70"/>
                      </a:cubicBezTo>
                      <a:cubicBezTo>
                        <a:pt x="60" y="71"/>
                        <a:pt x="58" y="71"/>
                        <a:pt x="61" y="71"/>
                      </a:cubicBezTo>
                      <a:cubicBezTo>
                        <a:pt x="64" y="71"/>
                        <a:pt x="66" y="72"/>
                        <a:pt x="68" y="74"/>
                      </a:cubicBezTo>
                      <a:cubicBezTo>
                        <a:pt x="68" y="75"/>
                        <a:pt x="68" y="75"/>
                        <a:pt x="68" y="75"/>
                      </a:cubicBezTo>
                      <a:cubicBezTo>
                        <a:pt x="68" y="78"/>
                        <a:pt x="68" y="78"/>
                        <a:pt x="68" y="78"/>
                      </a:cubicBezTo>
                      <a:cubicBezTo>
                        <a:pt x="68" y="82"/>
                        <a:pt x="58" y="85"/>
                        <a:pt x="55" y="86"/>
                      </a:cubicBezTo>
                      <a:cubicBezTo>
                        <a:pt x="50" y="88"/>
                        <a:pt x="44" y="91"/>
                        <a:pt x="40" y="92"/>
                      </a:cubicBezTo>
                      <a:cubicBezTo>
                        <a:pt x="36" y="94"/>
                        <a:pt x="35" y="94"/>
                        <a:pt x="32" y="96"/>
                      </a:cubicBezTo>
                      <a:cubicBezTo>
                        <a:pt x="29" y="97"/>
                        <a:pt x="27" y="97"/>
                        <a:pt x="24" y="99"/>
                      </a:cubicBezTo>
                      <a:cubicBezTo>
                        <a:pt x="20" y="101"/>
                        <a:pt x="13" y="104"/>
                        <a:pt x="9" y="104"/>
                      </a:cubicBezTo>
                      <a:cubicBezTo>
                        <a:pt x="3" y="105"/>
                        <a:pt x="3" y="105"/>
                        <a:pt x="3" y="105"/>
                      </a:cubicBezTo>
                      <a:cubicBezTo>
                        <a:pt x="1" y="105"/>
                        <a:pt x="1" y="106"/>
                        <a:pt x="0" y="107"/>
                      </a:cubicBezTo>
                      <a:cubicBezTo>
                        <a:pt x="0" y="108"/>
                        <a:pt x="0" y="111"/>
                        <a:pt x="2" y="112"/>
                      </a:cubicBezTo>
                      <a:cubicBezTo>
                        <a:pt x="4" y="114"/>
                        <a:pt x="3" y="114"/>
                        <a:pt x="5" y="115"/>
                      </a:cubicBezTo>
                      <a:cubicBezTo>
                        <a:pt x="6" y="116"/>
                        <a:pt x="12" y="119"/>
                        <a:pt x="14" y="120"/>
                      </a:cubicBezTo>
                      <a:cubicBezTo>
                        <a:pt x="15" y="119"/>
                        <a:pt x="15" y="119"/>
                        <a:pt x="17" y="119"/>
                      </a:cubicBezTo>
                      <a:cubicBezTo>
                        <a:pt x="20" y="119"/>
                        <a:pt x="30" y="110"/>
                        <a:pt x="32" y="108"/>
                      </a:cubicBezTo>
                      <a:cubicBezTo>
                        <a:pt x="36" y="104"/>
                        <a:pt x="42" y="101"/>
                        <a:pt x="47" y="98"/>
                      </a:cubicBezTo>
                      <a:cubicBezTo>
                        <a:pt x="50" y="96"/>
                        <a:pt x="52" y="95"/>
                        <a:pt x="55" y="93"/>
                      </a:cubicBezTo>
                      <a:cubicBezTo>
                        <a:pt x="57" y="92"/>
                        <a:pt x="58" y="92"/>
                        <a:pt x="59" y="91"/>
                      </a:cubicBezTo>
                      <a:cubicBezTo>
                        <a:pt x="61" y="90"/>
                        <a:pt x="61" y="90"/>
                        <a:pt x="63" y="89"/>
                      </a:cubicBezTo>
                      <a:cubicBezTo>
                        <a:pt x="68" y="87"/>
                        <a:pt x="74" y="80"/>
                        <a:pt x="79" y="80"/>
                      </a:cubicBezTo>
                      <a:cubicBezTo>
                        <a:pt x="81" y="80"/>
                        <a:pt x="82" y="82"/>
                        <a:pt x="82" y="83"/>
                      </a:cubicBezTo>
                      <a:cubicBezTo>
                        <a:pt x="82" y="85"/>
                        <a:pt x="82" y="85"/>
                        <a:pt x="82" y="85"/>
                      </a:cubicBezTo>
                      <a:cubicBezTo>
                        <a:pt x="82" y="86"/>
                        <a:pt x="82" y="86"/>
                        <a:pt x="82" y="86"/>
                      </a:cubicBezTo>
                      <a:cubicBezTo>
                        <a:pt x="80" y="90"/>
                        <a:pt x="79" y="89"/>
                        <a:pt x="78" y="93"/>
                      </a:cubicBezTo>
                      <a:cubicBezTo>
                        <a:pt x="75" y="94"/>
                        <a:pt x="75" y="94"/>
                        <a:pt x="74" y="97"/>
                      </a:cubicBezTo>
                      <a:cubicBezTo>
                        <a:pt x="69" y="98"/>
                        <a:pt x="71" y="99"/>
                        <a:pt x="67" y="101"/>
                      </a:cubicBezTo>
                      <a:cubicBezTo>
                        <a:pt x="63" y="103"/>
                        <a:pt x="63" y="103"/>
                        <a:pt x="61" y="107"/>
                      </a:cubicBezTo>
                      <a:cubicBezTo>
                        <a:pt x="61" y="110"/>
                        <a:pt x="64" y="114"/>
                        <a:pt x="64" y="117"/>
                      </a:cubicBezTo>
                      <a:cubicBezTo>
                        <a:pt x="64" y="118"/>
                        <a:pt x="64" y="118"/>
                        <a:pt x="64" y="118"/>
                      </a:cubicBezTo>
                      <a:cubicBezTo>
                        <a:pt x="64" y="119"/>
                        <a:pt x="64" y="119"/>
                        <a:pt x="64" y="119"/>
                      </a:cubicBezTo>
                      <a:cubicBezTo>
                        <a:pt x="61" y="123"/>
                        <a:pt x="60" y="125"/>
                        <a:pt x="55" y="126"/>
                      </a:cubicBezTo>
                      <a:cubicBezTo>
                        <a:pt x="51" y="127"/>
                        <a:pt x="43" y="129"/>
                        <a:pt x="41" y="129"/>
                      </a:cubicBezTo>
                      <a:cubicBezTo>
                        <a:pt x="40" y="129"/>
                        <a:pt x="40" y="129"/>
                        <a:pt x="40" y="129"/>
                      </a:cubicBezTo>
                      <a:cubicBezTo>
                        <a:pt x="32" y="130"/>
                        <a:pt x="32" y="130"/>
                        <a:pt x="32" y="130"/>
                      </a:cubicBezTo>
                      <a:cubicBezTo>
                        <a:pt x="30" y="130"/>
                        <a:pt x="30" y="130"/>
                        <a:pt x="30" y="130"/>
                      </a:cubicBezTo>
                      <a:cubicBezTo>
                        <a:pt x="27" y="132"/>
                        <a:pt x="27" y="132"/>
                        <a:pt x="27" y="132"/>
                      </a:cubicBezTo>
                      <a:cubicBezTo>
                        <a:pt x="30" y="136"/>
                        <a:pt x="30" y="138"/>
                        <a:pt x="35" y="141"/>
                      </a:cubicBezTo>
                      <a:cubicBezTo>
                        <a:pt x="36" y="141"/>
                        <a:pt x="36" y="141"/>
                        <a:pt x="36" y="141"/>
                      </a:cubicBezTo>
                      <a:cubicBezTo>
                        <a:pt x="38" y="141"/>
                        <a:pt x="38" y="141"/>
                        <a:pt x="38" y="141"/>
                      </a:cubicBezTo>
                      <a:cubicBezTo>
                        <a:pt x="39" y="141"/>
                        <a:pt x="39" y="141"/>
                        <a:pt x="39" y="141"/>
                      </a:cubicBezTo>
                      <a:cubicBezTo>
                        <a:pt x="43" y="138"/>
                        <a:pt x="51" y="133"/>
                        <a:pt x="56" y="133"/>
                      </a:cubicBezTo>
                      <a:cubicBezTo>
                        <a:pt x="58" y="133"/>
                        <a:pt x="58" y="133"/>
                        <a:pt x="58" y="133"/>
                      </a:cubicBezTo>
                      <a:cubicBezTo>
                        <a:pt x="62" y="133"/>
                        <a:pt x="63" y="137"/>
                        <a:pt x="63" y="141"/>
                      </a:cubicBezTo>
                      <a:cubicBezTo>
                        <a:pt x="63" y="143"/>
                        <a:pt x="63" y="143"/>
                        <a:pt x="63" y="143"/>
                      </a:cubicBezTo>
                      <a:cubicBezTo>
                        <a:pt x="63" y="150"/>
                        <a:pt x="60" y="152"/>
                        <a:pt x="56" y="154"/>
                      </a:cubicBezTo>
                      <a:cubicBezTo>
                        <a:pt x="55" y="154"/>
                        <a:pt x="55" y="154"/>
                        <a:pt x="55" y="154"/>
                      </a:cubicBezTo>
                      <a:cubicBezTo>
                        <a:pt x="53" y="154"/>
                        <a:pt x="53" y="154"/>
                        <a:pt x="53" y="154"/>
                      </a:cubicBezTo>
                      <a:cubicBezTo>
                        <a:pt x="52" y="154"/>
                        <a:pt x="52" y="154"/>
                        <a:pt x="51" y="153"/>
                      </a:cubicBezTo>
                      <a:cubicBezTo>
                        <a:pt x="50" y="154"/>
                        <a:pt x="50" y="154"/>
                        <a:pt x="49" y="154"/>
                      </a:cubicBezTo>
                      <a:cubicBezTo>
                        <a:pt x="47" y="154"/>
                        <a:pt x="47" y="154"/>
                        <a:pt x="47" y="154"/>
                      </a:cubicBezTo>
                      <a:cubicBezTo>
                        <a:pt x="47" y="155"/>
                        <a:pt x="46" y="155"/>
                        <a:pt x="46" y="156"/>
                      </a:cubicBezTo>
                      <a:cubicBezTo>
                        <a:pt x="46" y="158"/>
                        <a:pt x="53" y="165"/>
                        <a:pt x="55" y="166"/>
                      </a:cubicBezTo>
                      <a:cubicBezTo>
                        <a:pt x="56" y="166"/>
                        <a:pt x="56" y="166"/>
                        <a:pt x="56" y="166"/>
                      </a:cubicBezTo>
                      <a:cubicBezTo>
                        <a:pt x="61" y="166"/>
                        <a:pt x="61" y="166"/>
                        <a:pt x="61" y="166"/>
                      </a:cubicBezTo>
                      <a:cubicBezTo>
                        <a:pt x="66" y="166"/>
                        <a:pt x="69" y="163"/>
                        <a:pt x="71" y="160"/>
                      </a:cubicBezTo>
                      <a:cubicBezTo>
                        <a:pt x="74" y="155"/>
                        <a:pt x="74" y="151"/>
                        <a:pt x="76" y="148"/>
                      </a:cubicBezTo>
                      <a:cubicBezTo>
                        <a:pt x="75" y="146"/>
                        <a:pt x="75" y="148"/>
                        <a:pt x="75" y="146"/>
                      </a:cubicBezTo>
                      <a:cubicBezTo>
                        <a:pt x="75" y="138"/>
                        <a:pt x="75" y="138"/>
                        <a:pt x="75" y="138"/>
                      </a:cubicBezTo>
                      <a:cubicBezTo>
                        <a:pt x="75" y="130"/>
                        <a:pt x="74" y="128"/>
                        <a:pt x="80" y="124"/>
                      </a:cubicBezTo>
                      <a:cubicBezTo>
                        <a:pt x="81" y="124"/>
                        <a:pt x="81" y="124"/>
                        <a:pt x="81" y="124"/>
                      </a:cubicBezTo>
                      <a:cubicBezTo>
                        <a:pt x="90" y="124"/>
                        <a:pt x="90" y="127"/>
                        <a:pt x="94" y="120"/>
                      </a:cubicBezTo>
                      <a:cubicBezTo>
                        <a:pt x="92" y="117"/>
                        <a:pt x="91" y="116"/>
                        <a:pt x="88" y="115"/>
                      </a:cubicBezTo>
                      <a:cubicBezTo>
                        <a:pt x="86" y="116"/>
                        <a:pt x="84" y="117"/>
                        <a:pt x="81" y="117"/>
                      </a:cubicBezTo>
                      <a:cubicBezTo>
                        <a:pt x="79" y="117"/>
                        <a:pt x="79" y="117"/>
                        <a:pt x="79" y="117"/>
                      </a:cubicBezTo>
                      <a:cubicBezTo>
                        <a:pt x="77" y="116"/>
                        <a:pt x="72" y="109"/>
                        <a:pt x="72" y="107"/>
                      </a:cubicBezTo>
                      <a:cubicBezTo>
                        <a:pt x="72" y="105"/>
                        <a:pt x="72" y="105"/>
                        <a:pt x="72" y="105"/>
                      </a:cubicBezTo>
                      <a:cubicBezTo>
                        <a:pt x="72" y="99"/>
                        <a:pt x="75" y="100"/>
                        <a:pt x="78" y="96"/>
                      </a:cubicBezTo>
                      <a:cubicBezTo>
                        <a:pt x="80" y="96"/>
                        <a:pt x="80" y="96"/>
                        <a:pt x="80" y="96"/>
                      </a:cubicBezTo>
                      <a:cubicBezTo>
                        <a:pt x="82" y="93"/>
                        <a:pt x="89" y="90"/>
                        <a:pt x="92" y="89"/>
                      </a:cubicBezTo>
                      <a:cubicBezTo>
                        <a:pt x="95" y="87"/>
                        <a:pt x="101" y="83"/>
                        <a:pt x="101" y="80"/>
                      </a:cubicBezTo>
                      <a:cubicBezTo>
                        <a:pt x="101" y="77"/>
                        <a:pt x="101" y="79"/>
                        <a:pt x="102" y="78"/>
                      </a:cubicBezTo>
                      <a:cubicBezTo>
                        <a:pt x="101" y="77"/>
                        <a:pt x="101" y="79"/>
                        <a:pt x="101" y="77"/>
                      </a:cubicBezTo>
                      <a:cubicBezTo>
                        <a:pt x="101" y="73"/>
                        <a:pt x="96" y="64"/>
                        <a:pt x="95" y="61"/>
                      </a:cubicBezTo>
                      <a:cubicBezTo>
                        <a:pt x="95" y="61"/>
                        <a:pt x="101" y="55"/>
                        <a:pt x="102" y="55"/>
                      </a:cubicBezTo>
                      <a:cubicBezTo>
                        <a:pt x="104" y="52"/>
                        <a:pt x="106" y="51"/>
                        <a:pt x="109" y="48"/>
                      </a:cubicBezTo>
                      <a:cubicBezTo>
                        <a:pt x="110" y="47"/>
                        <a:pt x="112" y="46"/>
                        <a:pt x="113" y="45"/>
                      </a:cubicBezTo>
                      <a:cubicBezTo>
                        <a:pt x="114" y="44"/>
                        <a:pt x="115" y="43"/>
                        <a:pt x="116" y="42"/>
                      </a:cubicBezTo>
                      <a:cubicBezTo>
                        <a:pt x="118" y="39"/>
                        <a:pt x="118" y="35"/>
                        <a:pt x="121" y="34"/>
                      </a:cubicBezTo>
                      <a:cubicBezTo>
                        <a:pt x="121" y="32"/>
                        <a:pt x="121" y="32"/>
                        <a:pt x="121" y="32"/>
                      </a:cubicBezTo>
                      <a:cubicBezTo>
                        <a:pt x="121" y="27"/>
                        <a:pt x="123" y="30"/>
                        <a:pt x="120" y="24"/>
                      </a:cubicBezTo>
                      <a:cubicBezTo>
                        <a:pt x="118" y="20"/>
                        <a:pt x="118" y="20"/>
                        <a:pt x="116" y="17"/>
                      </a:cubicBezTo>
                      <a:cubicBezTo>
                        <a:pt x="113" y="17"/>
                        <a:pt x="113" y="17"/>
                        <a:pt x="113" y="17"/>
                      </a:cubicBezTo>
                      <a:cubicBezTo>
                        <a:pt x="111" y="17"/>
                        <a:pt x="105" y="19"/>
                        <a:pt x="104" y="20"/>
                      </a:cubicBezTo>
                      <a:cubicBezTo>
                        <a:pt x="101" y="23"/>
                        <a:pt x="102" y="23"/>
                        <a:pt x="96" y="24"/>
                      </a:cubicBezTo>
                      <a:lnTo>
                        <a:pt x="93" y="2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5" name="íṥḻiďê"/>
                <p:cNvSpPr/>
                <p:nvPr/>
              </p:nvSpPr>
              <p:spPr bwMode="auto">
                <a:xfrm>
                  <a:off x="5159376" y="3357563"/>
                  <a:ext cx="117475" cy="366713"/>
                </a:xfrm>
                <a:custGeom>
                  <a:avLst/>
                  <a:gdLst>
                    <a:gd name="T0" fmla="*/ 23 w 36"/>
                    <a:gd name="T1" fmla="*/ 14 h 110"/>
                    <a:gd name="T2" fmla="*/ 23 w 36"/>
                    <a:gd name="T3" fmla="*/ 12 h 110"/>
                    <a:gd name="T4" fmla="*/ 18 w 36"/>
                    <a:gd name="T5" fmla="*/ 6 h 110"/>
                    <a:gd name="T6" fmla="*/ 13 w 36"/>
                    <a:gd name="T7" fmla="*/ 0 h 110"/>
                    <a:gd name="T8" fmla="*/ 11 w 36"/>
                    <a:gd name="T9" fmla="*/ 4 h 110"/>
                    <a:gd name="T10" fmla="*/ 13 w 36"/>
                    <a:gd name="T11" fmla="*/ 16 h 110"/>
                    <a:gd name="T12" fmla="*/ 12 w 36"/>
                    <a:gd name="T13" fmla="*/ 34 h 110"/>
                    <a:gd name="T14" fmla="*/ 7 w 36"/>
                    <a:gd name="T15" fmla="*/ 65 h 110"/>
                    <a:gd name="T16" fmla="*/ 3 w 36"/>
                    <a:gd name="T17" fmla="*/ 80 h 110"/>
                    <a:gd name="T18" fmla="*/ 0 w 36"/>
                    <a:gd name="T19" fmla="*/ 95 h 110"/>
                    <a:gd name="T20" fmla="*/ 0 w 36"/>
                    <a:gd name="T21" fmla="*/ 98 h 110"/>
                    <a:gd name="T22" fmla="*/ 0 w 36"/>
                    <a:gd name="T23" fmla="*/ 100 h 110"/>
                    <a:gd name="T24" fmla="*/ 4 w 36"/>
                    <a:gd name="T25" fmla="*/ 105 h 110"/>
                    <a:gd name="T26" fmla="*/ 9 w 36"/>
                    <a:gd name="T27" fmla="*/ 110 h 110"/>
                    <a:gd name="T28" fmla="*/ 15 w 36"/>
                    <a:gd name="T29" fmla="*/ 104 h 110"/>
                    <a:gd name="T30" fmla="*/ 18 w 36"/>
                    <a:gd name="T31" fmla="*/ 96 h 110"/>
                    <a:gd name="T32" fmla="*/ 18 w 36"/>
                    <a:gd name="T33" fmla="*/ 90 h 110"/>
                    <a:gd name="T34" fmla="*/ 21 w 36"/>
                    <a:gd name="T35" fmla="*/ 71 h 110"/>
                    <a:gd name="T36" fmla="*/ 25 w 36"/>
                    <a:gd name="T37" fmla="*/ 53 h 110"/>
                    <a:gd name="T38" fmla="*/ 30 w 36"/>
                    <a:gd name="T39" fmla="*/ 36 h 110"/>
                    <a:gd name="T40" fmla="*/ 35 w 36"/>
                    <a:gd name="T41" fmla="*/ 20 h 110"/>
                    <a:gd name="T42" fmla="*/ 33 w 36"/>
                    <a:gd name="T43" fmla="*/ 20 h 110"/>
                    <a:gd name="T44" fmla="*/ 30 w 36"/>
                    <a:gd name="T45" fmla="*/ 22 h 110"/>
                    <a:gd name="T46" fmla="*/ 23 w 36"/>
                    <a:gd name="T47" fmla="*/ 17 h 110"/>
                    <a:gd name="T48" fmla="*/ 23 w 36"/>
                    <a:gd name="T49" fmla="*/ 15 h 110"/>
                    <a:gd name="T50" fmla="*/ 23 w 36"/>
                    <a:gd name="T51" fmla="*/ 14 h 1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6" h="110">
                      <a:moveTo>
                        <a:pt x="23" y="14"/>
                      </a:moveTo>
                      <a:cubicBezTo>
                        <a:pt x="23" y="12"/>
                        <a:pt x="23" y="12"/>
                        <a:pt x="23" y="12"/>
                      </a:cubicBezTo>
                      <a:cubicBezTo>
                        <a:pt x="21" y="8"/>
                        <a:pt x="22" y="9"/>
                        <a:pt x="18" y="6"/>
                      </a:cubicBezTo>
                      <a:cubicBezTo>
                        <a:pt x="17" y="4"/>
                        <a:pt x="15" y="2"/>
                        <a:pt x="13" y="0"/>
                      </a:cubicBezTo>
                      <a:cubicBezTo>
                        <a:pt x="12" y="1"/>
                        <a:pt x="11" y="3"/>
                        <a:pt x="11" y="4"/>
                      </a:cubicBezTo>
                      <a:cubicBezTo>
                        <a:pt x="11" y="7"/>
                        <a:pt x="13" y="12"/>
                        <a:pt x="13" y="16"/>
                      </a:cubicBezTo>
                      <a:cubicBezTo>
                        <a:pt x="12" y="34"/>
                        <a:pt x="12" y="34"/>
                        <a:pt x="12" y="34"/>
                      </a:cubicBezTo>
                      <a:cubicBezTo>
                        <a:pt x="12" y="43"/>
                        <a:pt x="9" y="56"/>
                        <a:pt x="7" y="65"/>
                      </a:cubicBezTo>
                      <a:cubicBezTo>
                        <a:pt x="6" y="72"/>
                        <a:pt x="4" y="75"/>
                        <a:pt x="3" y="80"/>
                      </a:cubicBezTo>
                      <a:cubicBezTo>
                        <a:pt x="2" y="85"/>
                        <a:pt x="0" y="91"/>
                        <a:pt x="0" y="95"/>
                      </a:cubicBezTo>
                      <a:cubicBezTo>
                        <a:pt x="0" y="98"/>
                        <a:pt x="0" y="98"/>
                        <a:pt x="0" y="98"/>
                      </a:cubicBezTo>
                      <a:cubicBezTo>
                        <a:pt x="0" y="100"/>
                        <a:pt x="0" y="100"/>
                        <a:pt x="0" y="100"/>
                      </a:cubicBezTo>
                      <a:cubicBezTo>
                        <a:pt x="2" y="102"/>
                        <a:pt x="2" y="103"/>
                        <a:pt x="4" y="105"/>
                      </a:cubicBezTo>
                      <a:cubicBezTo>
                        <a:pt x="6" y="108"/>
                        <a:pt x="7" y="108"/>
                        <a:pt x="9" y="110"/>
                      </a:cubicBezTo>
                      <a:cubicBezTo>
                        <a:pt x="12" y="108"/>
                        <a:pt x="13" y="108"/>
                        <a:pt x="15" y="104"/>
                      </a:cubicBezTo>
                      <a:cubicBezTo>
                        <a:pt x="16" y="102"/>
                        <a:pt x="18" y="99"/>
                        <a:pt x="18" y="96"/>
                      </a:cubicBezTo>
                      <a:cubicBezTo>
                        <a:pt x="18" y="90"/>
                        <a:pt x="18" y="90"/>
                        <a:pt x="18" y="90"/>
                      </a:cubicBezTo>
                      <a:cubicBezTo>
                        <a:pt x="18" y="83"/>
                        <a:pt x="20" y="77"/>
                        <a:pt x="21" y="71"/>
                      </a:cubicBezTo>
                      <a:cubicBezTo>
                        <a:pt x="23" y="65"/>
                        <a:pt x="23" y="59"/>
                        <a:pt x="25" y="53"/>
                      </a:cubicBezTo>
                      <a:cubicBezTo>
                        <a:pt x="26" y="47"/>
                        <a:pt x="29" y="42"/>
                        <a:pt x="30" y="36"/>
                      </a:cubicBezTo>
                      <a:cubicBezTo>
                        <a:pt x="31" y="28"/>
                        <a:pt x="34" y="27"/>
                        <a:pt x="35" y="20"/>
                      </a:cubicBezTo>
                      <a:cubicBezTo>
                        <a:pt x="34" y="19"/>
                        <a:pt x="36" y="20"/>
                        <a:pt x="33" y="20"/>
                      </a:cubicBezTo>
                      <a:cubicBezTo>
                        <a:pt x="33" y="20"/>
                        <a:pt x="30" y="22"/>
                        <a:pt x="30" y="22"/>
                      </a:cubicBezTo>
                      <a:cubicBezTo>
                        <a:pt x="25" y="21"/>
                        <a:pt x="25" y="21"/>
                        <a:pt x="23" y="17"/>
                      </a:cubicBezTo>
                      <a:cubicBezTo>
                        <a:pt x="23" y="15"/>
                        <a:pt x="23" y="15"/>
                        <a:pt x="23" y="15"/>
                      </a:cubicBezTo>
                      <a:lnTo>
                        <a:pt x="23" y="14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grpSp>
            <p:nvGrpSpPr>
              <p:cNvPr id="249" name="ïšľîḍê"/>
              <p:cNvGrpSpPr/>
              <p:nvPr/>
            </p:nvGrpSpPr>
            <p:grpSpPr>
              <a:xfrm>
                <a:off x="4412452" y="3781425"/>
                <a:ext cx="2312689" cy="166461"/>
                <a:chOff x="6986588" y="3521075"/>
                <a:chExt cx="1654176" cy="119063"/>
              </a:xfrm>
            </p:grpSpPr>
            <p:sp>
              <p:nvSpPr>
                <p:cNvPr id="250" name="îṩľîḑê"/>
                <p:cNvSpPr/>
                <p:nvPr/>
              </p:nvSpPr>
              <p:spPr bwMode="auto">
                <a:xfrm>
                  <a:off x="6986588" y="3521075"/>
                  <a:ext cx="155575" cy="119063"/>
                </a:xfrm>
                <a:custGeom>
                  <a:avLst/>
                  <a:gdLst>
                    <a:gd name="T0" fmla="*/ 84 w 98"/>
                    <a:gd name="T1" fmla="*/ 0 h 75"/>
                    <a:gd name="T2" fmla="*/ 59 w 98"/>
                    <a:gd name="T3" fmla="*/ 52 h 75"/>
                    <a:gd name="T4" fmla="*/ 57 w 98"/>
                    <a:gd name="T5" fmla="*/ 0 h 75"/>
                    <a:gd name="T6" fmla="*/ 40 w 98"/>
                    <a:gd name="T7" fmla="*/ 0 h 75"/>
                    <a:gd name="T8" fmla="*/ 15 w 98"/>
                    <a:gd name="T9" fmla="*/ 52 h 75"/>
                    <a:gd name="T10" fmla="*/ 15 w 98"/>
                    <a:gd name="T11" fmla="*/ 0 h 75"/>
                    <a:gd name="T12" fmla="*/ 0 w 98"/>
                    <a:gd name="T13" fmla="*/ 0 h 75"/>
                    <a:gd name="T14" fmla="*/ 2 w 98"/>
                    <a:gd name="T15" fmla="*/ 75 h 75"/>
                    <a:gd name="T16" fmla="*/ 19 w 98"/>
                    <a:gd name="T17" fmla="*/ 75 h 75"/>
                    <a:gd name="T18" fmla="*/ 44 w 98"/>
                    <a:gd name="T19" fmla="*/ 21 h 75"/>
                    <a:gd name="T20" fmla="*/ 46 w 98"/>
                    <a:gd name="T21" fmla="*/ 75 h 75"/>
                    <a:gd name="T22" fmla="*/ 63 w 98"/>
                    <a:gd name="T23" fmla="*/ 75 h 75"/>
                    <a:gd name="T24" fmla="*/ 98 w 98"/>
                    <a:gd name="T25" fmla="*/ 0 h 75"/>
                    <a:gd name="T26" fmla="*/ 84 w 98"/>
                    <a:gd name="T27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98" h="75">
                      <a:moveTo>
                        <a:pt x="84" y="0"/>
                      </a:moveTo>
                      <a:lnTo>
                        <a:pt x="59" y="52"/>
                      </a:lnTo>
                      <a:lnTo>
                        <a:pt x="57" y="0"/>
                      </a:lnTo>
                      <a:lnTo>
                        <a:pt x="40" y="0"/>
                      </a:lnTo>
                      <a:lnTo>
                        <a:pt x="15" y="52"/>
                      </a:ln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2" y="75"/>
                      </a:lnTo>
                      <a:lnTo>
                        <a:pt x="19" y="75"/>
                      </a:lnTo>
                      <a:lnTo>
                        <a:pt x="44" y="21"/>
                      </a:lnTo>
                      <a:lnTo>
                        <a:pt x="46" y="75"/>
                      </a:lnTo>
                      <a:lnTo>
                        <a:pt x="63" y="75"/>
                      </a:lnTo>
                      <a:lnTo>
                        <a:pt x="98" y="0"/>
                      </a:lnTo>
                      <a:lnTo>
                        <a:pt x="8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1" name="îṩḷîde"/>
                <p:cNvSpPr/>
                <p:nvPr/>
              </p:nvSpPr>
              <p:spPr bwMode="auto">
                <a:xfrm>
                  <a:off x="7135813" y="3521075"/>
                  <a:ext cx="112713" cy="119063"/>
                </a:xfrm>
                <a:custGeom>
                  <a:avLst/>
                  <a:gdLst>
                    <a:gd name="T0" fmla="*/ 22 w 34"/>
                    <a:gd name="T1" fmla="*/ 20 h 36"/>
                    <a:gd name="T2" fmla="*/ 20 w 34"/>
                    <a:gd name="T3" fmla="*/ 26 h 36"/>
                    <a:gd name="T4" fmla="*/ 18 w 34"/>
                    <a:gd name="T5" fmla="*/ 29 h 36"/>
                    <a:gd name="T6" fmla="*/ 13 w 34"/>
                    <a:gd name="T7" fmla="*/ 30 h 36"/>
                    <a:gd name="T8" fmla="*/ 9 w 34"/>
                    <a:gd name="T9" fmla="*/ 29 h 36"/>
                    <a:gd name="T10" fmla="*/ 7 w 34"/>
                    <a:gd name="T11" fmla="*/ 25 h 36"/>
                    <a:gd name="T12" fmla="*/ 7 w 34"/>
                    <a:gd name="T13" fmla="*/ 24 h 36"/>
                    <a:gd name="T14" fmla="*/ 8 w 34"/>
                    <a:gd name="T15" fmla="*/ 19 h 36"/>
                    <a:gd name="T16" fmla="*/ 12 w 34"/>
                    <a:gd name="T17" fmla="*/ 0 h 36"/>
                    <a:gd name="T18" fmla="*/ 5 w 34"/>
                    <a:gd name="T19" fmla="*/ 0 h 36"/>
                    <a:gd name="T20" fmla="*/ 1 w 34"/>
                    <a:gd name="T21" fmla="*/ 19 h 36"/>
                    <a:gd name="T22" fmla="*/ 0 w 34"/>
                    <a:gd name="T23" fmla="*/ 23 h 36"/>
                    <a:gd name="T24" fmla="*/ 0 w 34"/>
                    <a:gd name="T25" fmla="*/ 25 h 36"/>
                    <a:gd name="T26" fmla="*/ 3 w 34"/>
                    <a:gd name="T27" fmla="*/ 33 h 36"/>
                    <a:gd name="T28" fmla="*/ 13 w 34"/>
                    <a:gd name="T29" fmla="*/ 36 h 36"/>
                    <a:gd name="T30" fmla="*/ 22 w 34"/>
                    <a:gd name="T31" fmla="*/ 34 h 36"/>
                    <a:gd name="T32" fmla="*/ 27 w 34"/>
                    <a:gd name="T33" fmla="*/ 29 h 36"/>
                    <a:gd name="T34" fmla="*/ 30 w 34"/>
                    <a:gd name="T35" fmla="*/ 20 h 36"/>
                    <a:gd name="T36" fmla="*/ 34 w 34"/>
                    <a:gd name="T37" fmla="*/ 0 h 36"/>
                    <a:gd name="T38" fmla="*/ 26 w 34"/>
                    <a:gd name="T39" fmla="*/ 0 h 36"/>
                    <a:gd name="T40" fmla="*/ 22 w 34"/>
                    <a:gd name="T41" fmla="*/ 2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34" h="36">
                      <a:moveTo>
                        <a:pt x="22" y="20"/>
                      </a:moveTo>
                      <a:cubicBezTo>
                        <a:pt x="22" y="23"/>
                        <a:pt x="21" y="25"/>
                        <a:pt x="20" y="26"/>
                      </a:cubicBezTo>
                      <a:cubicBezTo>
                        <a:pt x="20" y="28"/>
                        <a:pt x="19" y="29"/>
                        <a:pt x="18" y="29"/>
                      </a:cubicBezTo>
                      <a:cubicBezTo>
                        <a:pt x="17" y="30"/>
                        <a:pt x="15" y="30"/>
                        <a:pt x="13" y="30"/>
                      </a:cubicBezTo>
                      <a:cubicBezTo>
                        <a:pt x="11" y="30"/>
                        <a:pt x="10" y="30"/>
                        <a:pt x="9" y="29"/>
                      </a:cubicBezTo>
                      <a:cubicBezTo>
                        <a:pt x="8" y="28"/>
                        <a:pt x="7" y="27"/>
                        <a:pt x="7" y="25"/>
                      </a:cubicBezTo>
                      <a:cubicBezTo>
                        <a:pt x="7" y="25"/>
                        <a:pt x="7" y="25"/>
                        <a:pt x="7" y="24"/>
                      </a:cubicBezTo>
                      <a:cubicBezTo>
                        <a:pt x="8" y="19"/>
                        <a:pt x="8" y="19"/>
                        <a:pt x="8" y="19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1" y="19"/>
                        <a:pt x="1" y="19"/>
                        <a:pt x="1" y="19"/>
                      </a:cubicBezTo>
                      <a:cubicBezTo>
                        <a:pt x="1" y="21"/>
                        <a:pt x="0" y="23"/>
                        <a:pt x="0" y="23"/>
                      </a:cubicBezTo>
                      <a:cubicBezTo>
                        <a:pt x="0" y="24"/>
                        <a:pt x="0" y="25"/>
                        <a:pt x="0" y="25"/>
                      </a:cubicBezTo>
                      <a:cubicBezTo>
                        <a:pt x="0" y="29"/>
                        <a:pt x="1" y="31"/>
                        <a:pt x="3" y="33"/>
                      </a:cubicBezTo>
                      <a:cubicBezTo>
                        <a:pt x="6" y="35"/>
                        <a:pt x="9" y="36"/>
                        <a:pt x="13" y="36"/>
                      </a:cubicBezTo>
                      <a:cubicBezTo>
                        <a:pt x="16" y="36"/>
                        <a:pt x="19" y="36"/>
                        <a:pt x="22" y="34"/>
                      </a:cubicBezTo>
                      <a:cubicBezTo>
                        <a:pt x="24" y="33"/>
                        <a:pt x="25" y="31"/>
                        <a:pt x="27" y="29"/>
                      </a:cubicBezTo>
                      <a:cubicBezTo>
                        <a:pt x="28" y="27"/>
                        <a:pt x="29" y="24"/>
                        <a:pt x="30" y="20"/>
                      </a:cubicBezTo>
                      <a:cubicBezTo>
                        <a:pt x="34" y="0"/>
                        <a:pt x="34" y="0"/>
                        <a:pt x="34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lnTo>
                        <a:pt x="22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2" name="îṣḻîḑê"/>
                <p:cNvSpPr/>
                <p:nvPr/>
              </p:nvSpPr>
              <p:spPr bwMode="auto">
                <a:xfrm>
                  <a:off x="7248526" y="3521075"/>
                  <a:ext cx="114300" cy="119063"/>
                </a:xfrm>
                <a:custGeom>
                  <a:avLst/>
                  <a:gdLst>
                    <a:gd name="T0" fmla="*/ 58 w 72"/>
                    <a:gd name="T1" fmla="*/ 0 h 75"/>
                    <a:gd name="T2" fmla="*/ 52 w 72"/>
                    <a:gd name="T3" fmla="*/ 29 h 75"/>
                    <a:gd name="T4" fmla="*/ 22 w 72"/>
                    <a:gd name="T5" fmla="*/ 29 h 75"/>
                    <a:gd name="T6" fmla="*/ 29 w 72"/>
                    <a:gd name="T7" fmla="*/ 0 h 75"/>
                    <a:gd name="T8" fmla="*/ 14 w 72"/>
                    <a:gd name="T9" fmla="*/ 0 h 75"/>
                    <a:gd name="T10" fmla="*/ 0 w 72"/>
                    <a:gd name="T11" fmla="*/ 75 h 75"/>
                    <a:gd name="T12" fmla="*/ 14 w 72"/>
                    <a:gd name="T13" fmla="*/ 75 h 75"/>
                    <a:gd name="T14" fmla="*/ 20 w 72"/>
                    <a:gd name="T15" fmla="*/ 42 h 75"/>
                    <a:gd name="T16" fmla="*/ 50 w 72"/>
                    <a:gd name="T17" fmla="*/ 42 h 75"/>
                    <a:gd name="T18" fmla="*/ 43 w 72"/>
                    <a:gd name="T19" fmla="*/ 75 h 75"/>
                    <a:gd name="T20" fmla="*/ 58 w 72"/>
                    <a:gd name="T21" fmla="*/ 75 h 75"/>
                    <a:gd name="T22" fmla="*/ 72 w 72"/>
                    <a:gd name="T23" fmla="*/ 0 h 75"/>
                    <a:gd name="T24" fmla="*/ 58 w 72"/>
                    <a:gd name="T25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2" h="75">
                      <a:moveTo>
                        <a:pt x="58" y="0"/>
                      </a:moveTo>
                      <a:lnTo>
                        <a:pt x="52" y="29"/>
                      </a:lnTo>
                      <a:lnTo>
                        <a:pt x="22" y="29"/>
                      </a:lnTo>
                      <a:lnTo>
                        <a:pt x="29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lnTo>
                        <a:pt x="14" y="75"/>
                      </a:lnTo>
                      <a:lnTo>
                        <a:pt x="20" y="42"/>
                      </a:lnTo>
                      <a:lnTo>
                        <a:pt x="50" y="42"/>
                      </a:lnTo>
                      <a:lnTo>
                        <a:pt x="43" y="75"/>
                      </a:lnTo>
                      <a:lnTo>
                        <a:pt x="58" y="75"/>
                      </a:lnTo>
                      <a:lnTo>
                        <a:pt x="72" y="0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3" name="ïṥlíḑê"/>
                <p:cNvSpPr/>
                <p:nvPr/>
              </p:nvSpPr>
              <p:spPr bwMode="auto">
                <a:xfrm>
                  <a:off x="7356476" y="3521075"/>
                  <a:ext cx="112713" cy="119063"/>
                </a:xfrm>
                <a:custGeom>
                  <a:avLst/>
                  <a:gdLst>
                    <a:gd name="T0" fmla="*/ 42 w 71"/>
                    <a:gd name="T1" fmla="*/ 0 h 75"/>
                    <a:gd name="T2" fmla="*/ 0 w 71"/>
                    <a:gd name="T3" fmla="*/ 75 h 75"/>
                    <a:gd name="T4" fmla="*/ 15 w 71"/>
                    <a:gd name="T5" fmla="*/ 75 h 75"/>
                    <a:gd name="T6" fmla="*/ 23 w 71"/>
                    <a:gd name="T7" fmla="*/ 59 h 75"/>
                    <a:gd name="T8" fmla="*/ 54 w 71"/>
                    <a:gd name="T9" fmla="*/ 59 h 75"/>
                    <a:gd name="T10" fmla="*/ 56 w 71"/>
                    <a:gd name="T11" fmla="*/ 75 h 75"/>
                    <a:gd name="T12" fmla="*/ 71 w 71"/>
                    <a:gd name="T13" fmla="*/ 75 h 75"/>
                    <a:gd name="T14" fmla="*/ 58 w 71"/>
                    <a:gd name="T15" fmla="*/ 0 h 75"/>
                    <a:gd name="T16" fmla="*/ 42 w 71"/>
                    <a:gd name="T17" fmla="*/ 0 h 75"/>
                    <a:gd name="T18" fmla="*/ 29 w 71"/>
                    <a:gd name="T19" fmla="*/ 46 h 75"/>
                    <a:gd name="T20" fmla="*/ 48 w 71"/>
                    <a:gd name="T21" fmla="*/ 17 h 75"/>
                    <a:gd name="T22" fmla="*/ 52 w 71"/>
                    <a:gd name="T23" fmla="*/ 46 h 75"/>
                    <a:gd name="T24" fmla="*/ 29 w 71"/>
                    <a:gd name="T25" fmla="*/ 46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1" h="75">
                      <a:moveTo>
                        <a:pt x="42" y="0"/>
                      </a:moveTo>
                      <a:lnTo>
                        <a:pt x="0" y="75"/>
                      </a:lnTo>
                      <a:lnTo>
                        <a:pt x="15" y="75"/>
                      </a:lnTo>
                      <a:lnTo>
                        <a:pt x="23" y="59"/>
                      </a:lnTo>
                      <a:lnTo>
                        <a:pt x="54" y="59"/>
                      </a:lnTo>
                      <a:lnTo>
                        <a:pt x="56" y="75"/>
                      </a:lnTo>
                      <a:lnTo>
                        <a:pt x="71" y="75"/>
                      </a:lnTo>
                      <a:lnTo>
                        <a:pt x="58" y="0"/>
                      </a:lnTo>
                      <a:lnTo>
                        <a:pt x="42" y="0"/>
                      </a:lnTo>
                      <a:close/>
                      <a:moveTo>
                        <a:pt x="29" y="46"/>
                      </a:moveTo>
                      <a:lnTo>
                        <a:pt x="48" y="17"/>
                      </a:lnTo>
                      <a:lnTo>
                        <a:pt x="52" y="46"/>
                      </a:lnTo>
                      <a:lnTo>
                        <a:pt x="29" y="4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4" name="îş1íḋe"/>
                <p:cNvSpPr/>
                <p:nvPr/>
              </p:nvSpPr>
              <p:spPr bwMode="auto">
                <a:xfrm>
                  <a:off x="7481888" y="3521075"/>
                  <a:ext cx="119063" cy="119063"/>
                </a:xfrm>
                <a:custGeom>
                  <a:avLst/>
                  <a:gdLst>
                    <a:gd name="T0" fmla="*/ 50 w 75"/>
                    <a:gd name="T1" fmla="*/ 50 h 75"/>
                    <a:gd name="T2" fmla="*/ 31 w 75"/>
                    <a:gd name="T3" fmla="*/ 0 h 75"/>
                    <a:gd name="T4" fmla="*/ 17 w 75"/>
                    <a:gd name="T5" fmla="*/ 0 h 75"/>
                    <a:gd name="T6" fmla="*/ 0 w 75"/>
                    <a:gd name="T7" fmla="*/ 75 h 75"/>
                    <a:gd name="T8" fmla="*/ 15 w 75"/>
                    <a:gd name="T9" fmla="*/ 75 h 75"/>
                    <a:gd name="T10" fmla="*/ 25 w 75"/>
                    <a:gd name="T11" fmla="*/ 25 h 75"/>
                    <a:gd name="T12" fmla="*/ 46 w 75"/>
                    <a:gd name="T13" fmla="*/ 75 h 75"/>
                    <a:gd name="T14" fmla="*/ 58 w 75"/>
                    <a:gd name="T15" fmla="*/ 75 h 75"/>
                    <a:gd name="T16" fmla="*/ 75 w 75"/>
                    <a:gd name="T17" fmla="*/ 0 h 75"/>
                    <a:gd name="T18" fmla="*/ 61 w 75"/>
                    <a:gd name="T19" fmla="*/ 0 h 75"/>
                    <a:gd name="T20" fmla="*/ 50 w 75"/>
                    <a:gd name="T21" fmla="*/ 5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5" h="75">
                      <a:moveTo>
                        <a:pt x="50" y="50"/>
                      </a:moveTo>
                      <a:lnTo>
                        <a:pt x="31" y="0"/>
                      </a:lnTo>
                      <a:lnTo>
                        <a:pt x="17" y="0"/>
                      </a:lnTo>
                      <a:lnTo>
                        <a:pt x="0" y="75"/>
                      </a:lnTo>
                      <a:lnTo>
                        <a:pt x="15" y="75"/>
                      </a:lnTo>
                      <a:lnTo>
                        <a:pt x="25" y="25"/>
                      </a:lnTo>
                      <a:lnTo>
                        <a:pt x="46" y="75"/>
                      </a:lnTo>
                      <a:lnTo>
                        <a:pt x="58" y="75"/>
                      </a:lnTo>
                      <a:lnTo>
                        <a:pt x="75" y="0"/>
                      </a:lnTo>
                      <a:lnTo>
                        <a:pt x="61" y="0"/>
                      </a:lnTo>
                      <a:lnTo>
                        <a:pt x="50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5" name="îş1ïḋe"/>
                <p:cNvSpPr/>
                <p:nvPr/>
              </p:nvSpPr>
              <p:spPr bwMode="auto">
                <a:xfrm>
                  <a:off x="7653338" y="3521075"/>
                  <a:ext cx="112713" cy="119063"/>
                </a:xfrm>
                <a:custGeom>
                  <a:avLst/>
                  <a:gdLst>
                    <a:gd name="T0" fmla="*/ 22 w 34"/>
                    <a:gd name="T1" fmla="*/ 20 h 36"/>
                    <a:gd name="T2" fmla="*/ 20 w 34"/>
                    <a:gd name="T3" fmla="*/ 26 h 36"/>
                    <a:gd name="T4" fmla="*/ 18 w 34"/>
                    <a:gd name="T5" fmla="*/ 29 h 36"/>
                    <a:gd name="T6" fmla="*/ 13 w 34"/>
                    <a:gd name="T7" fmla="*/ 30 h 36"/>
                    <a:gd name="T8" fmla="*/ 9 w 34"/>
                    <a:gd name="T9" fmla="*/ 29 h 36"/>
                    <a:gd name="T10" fmla="*/ 7 w 34"/>
                    <a:gd name="T11" fmla="*/ 25 h 36"/>
                    <a:gd name="T12" fmla="*/ 7 w 34"/>
                    <a:gd name="T13" fmla="*/ 24 h 36"/>
                    <a:gd name="T14" fmla="*/ 8 w 34"/>
                    <a:gd name="T15" fmla="*/ 19 h 36"/>
                    <a:gd name="T16" fmla="*/ 12 w 34"/>
                    <a:gd name="T17" fmla="*/ 0 h 36"/>
                    <a:gd name="T18" fmla="*/ 5 w 34"/>
                    <a:gd name="T19" fmla="*/ 0 h 36"/>
                    <a:gd name="T20" fmla="*/ 1 w 34"/>
                    <a:gd name="T21" fmla="*/ 19 h 36"/>
                    <a:gd name="T22" fmla="*/ 0 w 34"/>
                    <a:gd name="T23" fmla="*/ 23 h 36"/>
                    <a:gd name="T24" fmla="*/ 0 w 34"/>
                    <a:gd name="T25" fmla="*/ 25 h 36"/>
                    <a:gd name="T26" fmla="*/ 3 w 34"/>
                    <a:gd name="T27" fmla="*/ 33 h 36"/>
                    <a:gd name="T28" fmla="*/ 13 w 34"/>
                    <a:gd name="T29" fmla="*/ 36 h 36"/>
                    <a:gd name="T30" fmla="*/ 22 w 34"/>
                    <a:gd name="T31" fmla="*/ 34 h 36"/>
                    <a:gd name="T32" fmla="*/ 27 w 34"/>
                    <a:gd name="T33" fmla="*/ 29 h 36"/>
                    <a:gd name="T34" fmla="*/ 30 w 34"/>
                    <a:gd name="T35" fmla="*/ 20 h 36"/>
                    <a:gd name="T36" fmla="*/ 34 w 34"/>
                    <a:gd name="T37" fmla="*/ 0 h 36"/>
                    <a:gd name="T38" fmla="*/ 26 w 34"/>
                    <a:gd name="T39" fmla="*/ 0 h 36"/>
                    <a:gd name="T40" fmla="*/ 22 w 34"/>
                    <a:gd name="T41" fmla="*/ 2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34" h="36">
                      <a:moveTo>
                        <a:pt x="22" y="20"/>
                      </a:moveTo>
                      <a:cubicBezTo>
                        <a:pt x="22" y="23"/>
                        <a:pt x="21" y="25"/>
                        <a:pt x="20" y="26"/>
                      </a:cubicBezTo>
                      <a:cubicBezTo>
                        <a:pt x="20" y="28"/>
                        <a:pt x="19" y="29"/>
                        <a:pt x="18" y="29"/>
                      </a:cubicBezTo>
                      <a:cubicBezTo>
                        <a:pt x="17" y="30"/>
                        <a:pt x="15" y="30"/>
                        <a:pt x="13" y="30"/>
                      </a:cubicBezTo>
                      <a:cubicBezTo>
                        <a:pt x="11" y="30"/>
                        <a:pt x="10" y="30"/>
                        <a:pt x="9" y="29"/>
                      </a:cubicBezTo>
                      <a:cubicBezTo>
                        <a:pt x="8" y="28"/>
                        <a:pt x="7" y="27"/>
                        <a:pt x="7" y="25"/>
                      </a:cubicBezTo>
                      <a:cubicBezTo>
                        <a:pt x="7" y="25"/>
                        <a:pt x="7" y="25"/>
                        <a:pt x="7" y="24"/>
                      </a:cubicBezTo>
                      <a:cubicBezTo>
                        <a:pt x="8" y="19"/>
                        <a:pt x="8" y="19"/>
                        <a:pt x="8" y="19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1" y="19"/>
                        <a:pt x="1" y="19"/>
                        <a:pt x="1" y="19"/>
                      </a:cubicBezTo>
                      <a:cubicBezTo>
                        <a:pt x="1" y="21"/>
                        <a:pt x="0" y="23"/>
                        <a:pt x="0" y="23"/>
                      </a:cubicBezTo>
                      <a:cubicBezTo>
                        <a:pt x="0" y="24"/>
                        <a:pt x="0" y="25"/>
                        <a:pt x="0" y="25"/>
                      </a:cubicBezTo>
                      <a:cubicBezTo>
                        <a:pt x="0" y="29"/>
                        <a:pt x="1" y="31"/>
                        <a:pt x="3" y="33"/>
                      </a:cubicBezTo>
                      <a:cubicBezTo>
                        <a:pt x="6" y="35"/>
                        <a:pt x="9" y="36"/>
                        <a:pt x="13" y="36"/>
                      </a:cubicBezTo>
                      <a:cubicBezTo>
                        <a:pt x="16" y="36"/>
                        <a:pt x="19" y="36"/>
                        <a:pt x="22" y="34"/>
                      </a:cubicBezTo>
                      <a:cubicBezTo>
                        <a:pt x="24" y="33"/>
                        <a:pt x="25" y="31"/>
                        <a:pt x="27" y="29"/>
                      </a:cubicBezTo>
                      <a:cubicBezTo>
                        <a:pt x="28" y="27"/>
                        <a:pt x="29" y="24"/>
                        <a:pt x="30" y="20"/>
                      </a:cubicBezTo>
                      <a:cubicBezTo>
                        <a:pt x="34" y="0"/>
                        <a:pt x="34" y="0"/>
                        <a:pt x="34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lnTo>
                        <a:pt x="22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6" name="íšlídè"/>
                <p:cNvSpPr/>
                <p:nvPr/>
              </p:nvSpPr>
              <p:spPr bwMode="auto">
                <a:xfrm>
                  <a:off x="7766051" y="3521075"/>
                  <a:ext cx="115888" cy="119063"/>
                </a:xfrm>
                <a:custGeom>
                  <a:avLst/>
                  <a:gdLst>
                    <a:gd name="T0" fmla="*/ 58 w 73"/>
                    <a:gd name="T1" fmla="*/ 0 h 75"/>
                    <a:gd name="T2" fmla="*/ 50 w 73"/>
                    <a:gd name="T3" fmla="*/ 50 h 75"/>
                    <a:gd name="T4" fmla="*/ 29 w 73"/>
                    <a:gd name="T5" fmla="*/ 0 h 75"/>
                    <a:gd name="T6" fmla="*/ 15 w 73"/>
                    <a:gd name="T7" fmla="*/ 0 h 75"/>
                    <a:gd name="T8" fmla="*/ 0 w 73"/>
                    <a:gd name="T9" fmla="*/ 75 h 75"/>
                    <a:gd name="T10" fmla="*/ 13 w 73"/>
                    <a:gd name="T11" fmla="*/ 75 h 75"/>
                    <a:gd name="T12" fmla="*/ 23 w 73"/>
                    <a:gd name="T13" fmla="*/ 25 h 75"/>
                    <a:gd name="T14" fmla="*/ 44 w 73"/>
                    <a:gd name="T15" fmla="*/ 75 h 75"/>
                    <a:gd name="T16" fmla="*/ 58 w 73"/>
                    <a:gd name="T17" fmla="*/ 75 h 75"/>
                    <a:gd name="T18" fmla="*/ 73 w 73"/>
                    <a:gd name="T19" fmla="*/ 0 h 75"/>
                    <a:gd name="T20" fmla="*/ 58 w 73"/>
                    <a:gd name="T21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3" h="75">
                      <a:moveTo>
                        <a:pt x="58" y="0"/>
                      </a:moveTo>
                      <a:lnTo>
                        <a:pt x="50" y="50"/>
                      </a:lnTo>
                      <a:lnTo>
                        <a:pt x="29" y="0"/>
                      </a:lnTo>
                      <a:lnTo>
                        <a:pt x="15" y="0"/>
                      </a:lnTo>
                      <a:lnTo>
                        <a:pt x="0" y="75"/>
                      </a:lnTo>
                      <a:lnTo>
                        <a:pt x="13" y="75"/>
                      </a:lnTo>
                      <a:lnTo>
                        <a:pt x="23" y="25"/>
                      </a:lnTo>
                      <a:lnTo>
                        <a:pt x="44" y="75"/>
                      </a:lnTo>
                      <a:lnTo>
                        <a:pt x="58" y="75"/>
                      </a:lnTo>
                      <a:lnTo>
                        <a:pt x="73" y="0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7" name="îṣḻîďe"/>
                <p:cNvSpPr/>
                <p:nvPr/>
              </p:nvSpPr>
              <p:spPr bwMode="auto">
                <a:xfrm>
                  <a:off x="7881938" y="3521075"/>
                  <a:ext cx="49213" cy="119063"/>
                </a:xfrm>
                <a:custGeom>
                  <a:avLst/>
                  <a:gdLst>
                    <a:gd name="T0" fmla="*/ 0 w 31"/>
                    <a:gd name="T1" fmla="*/ 75 h 75"/>
                    <a:gd name="T2" fmla="*/ 14 w 31"/>
                    <a:gd name="T3" fmla="*/ 75 h 75"/>
                    <a:gd name="T4" fmla="*/ 31 w 31"/>
                    <a:gd name="T5" fmla="*/ 0 h 75"/>
                    <a:gd name="T6" fmla="*/ 14 w 31"/>
                    <a:gd name="T7" fmla="*/ 0 h 75"/>
                    <a:gd name="T8" fmla="*/ 0 w 31"/>
                    <a:gd name="T9" fmla="*/ 75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75">
                      <a:moveTo>
                        <a:pt x="0" y="75"/>
                      </a:moveTo>
                      <a:lnTo>
                        <a:pt x="14" y="75"/>
                      </a:lnTo>
                      <a:lnTo>
                        <a:pt x="31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8" name="íŝḻiḋè"/>
                <p:cNvSpPr/>
                <p:nvPr/>
              </p:nvSpPr>
              <p:spPr bwMode="auto">
                <a:xfrm>
                  <a:off x="7940676" y="3521075"/>
                  <a:ext cx="109538" cy="119063"/>
                </a:xfrm>
                <a:custGeom>
                  <a:avLst/>
                  <a:gdLst>
                    <a:gd name="T0" fmla="*/ 54 w 69"/>
                    <a:gd name="T1" fmla="*/ 0 h 75"/>
                    <a:gd name="T2" fmla="*/ 23 w 69"/>
                    <a:gd name="T3" fmla="*/ 57 h 75"/>
                    <a:gd name="T4" fmla="*/ 15 w 69"/>
                    <a:gd name="T5" fmla="*/ 0 h 75"/>
                    <a:gd name="T6" fmla="*/ 0 w 69"/>
                    <a:gd name="T7" fmla="*/ 0 h 75"/>
                    <a:gd name="T8" fmla="*/ 13 w 69"/>
                    <a:gd name="T9" fmla="*/ 75 h 75"/>
                    <a:gd name="T10" fmla="*/ 29 w 69"/>
                    <a:gd name="T11" fmla="*/ 75 h 75"/>
                    <a:gd name="T12" fmla="*/ 69 w 69"/>
                    <a:gd name="T13" fmla="*/ 0 h 75"/>
                    <a:gd name="T14" fmla="*/ 54 w 69"/>
                    <a:gd name="T15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69" h="75">
                      <a:moveTo>
                        <a:pt x="54" y="0"/>
                      </a:moveTo>
                      <a:lnTo>
                        <a:pt x="23" y="57"/>
                      </a:ln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13" y="75"/>
                      </a:lnTo>
                      <a:lnTo>
                        <a:pt x="29" y="75"/>
                      </a:lnTo>
                      <a:lnTo>
                        <a:pt x="69" y="0"/>
                      </a:lnTo>
                      <a:lnTo>
                        <a:pt x="5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9" name="î$ḷíďé"/>
                <p:cNvSpPr/>
                <p:nvPr/>
              </p:nvSpPr>
              <p:spPr bwMode="auto">
                <a:xfrm>
                  <a:off x="8037513" y="3521075"/>
                  <a:ext cx="111125" cy="119063"/>
                </a:xfrm>
                <a:custGeom>
                  <a:avLst/>
                  <a:gdLst>
                    <a:gd name="T0" fmla="*/ 68 w 70"/>
                    <a:gd name="T1" fmla="*/ 12 h 75"/>
                    <a:gd name="T2" fmla="*/ 70 w 70"/>
                    <a:gd name="T3" fmla="*/ 0 h 75"/>
                    <a:gd name="T4" fmla="*/ 16 w 70"/>
                    <a:gd name="T5" fmla="*/ 0 h 75"/>
                    <a:gd name="T6" fmla="*/ 0 w 70"/>
                    <a:gd name="T7" fmla="*/ 75 h 75"/>
                    <a:gd name="T8" fmla="*/ 58 w 70"/>
                    <a:gd name="T9" fmla="*/ 75 h 75"/>
                    <a:gd name="T10" fmla="*/ 60 w 70"/>
                    <a:gd name="T11" fmla="*/ 63 h 75"/>
                    <a:gd name="T12" fmla="*/ 16 w 70"/>
                    <a:gd name="T13" fmla="*/ 63 h 75"/>
                    <a:gd name="T14" fmla="*/ 22 w 70"/>
                    <a:gd name="T15" fmla="*/ 42 h 75"/>
                    <a:gd name="T16" fmla="*/ 60 w 70"/>
                    <a:gd name="T17" fmla="*/ 42 h 75"/>
                    <a:gd name="T18" fmla="*/ 62 w 70"/>
                    <a:gd name="T19" fmla="*/ 29 h 75"/>
                    <a:gd name="T20" fmla="*/ 24 w 70"/>
                    <a:gd name="T21" fmla="*/ 29 h 75"/>
                    <a:gd name="T22" fmla="*/ 29 w 70"/>
                    <a:gd name="T23" fmla="*/ 12 h 75"/>
                    <a:gd name="T24" fmla="*/ 68 w 70"/>
                    <a:gd name="T25" fmla="*/ 12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0" h="75">
                      <a:moveTo>
                        <a:pt x="68" y="12"/>
                      </a:moveTo>
                      <a:lnTo>
                        <a:pt x="70" y="0"/>
                      </a:lnTo>
                      <a:lnTo>
                        <a:pt x="16" y="0"/>
                      </a:lnTo>
                      <a:lnTo>
                        <a:pt x="0" y="75"/>
                      </a:lnTo>
                      <a:lnTo>
                        <a:pt x="58" y="75"/>
                      </a:lnTo>
                      <a:lnTo>
                        <a:pt x="60" y="63"/>
                      </a:lnTo>
                      <a:lnTo>
                        <a:pt x="16" y="63"/>
                      </a:lnTo>
                      <a:lnTo>
                        <a:pt x="22" y="42"/>
                      </a:lnTo>
                      <a:lnTo>
                        <a:pt x="60" y="42"/>
                      </a:lnTo>
                      <a:lnTo>
                        <a:pt x="62" y="29"/>
                      </a:lnTo>
                      <a:lnTo>
                        <a:pt x="24" y="29"/>
                      </a:lnTo>
                      <a:lnTo>
                        <a:pt x="29" y="12"/>
                      </a:lnTo>
                      <a:lnTo>
                        <a:pt x="68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0" name="îṡlîďe"/>
                <p:cNvSpPr/>
                <p:nvPr/>
              </p:nvSpPr>
              <p:spPr bwMode="auto">
                <a:xfrm>
                  <a:off x="8145463" y="3521075"/>
                  <a:ext cx="115888" cy="119063"/>
                </a:xfrm>
                <a:custGeom>
                  <a:avLst/>
                  <a:gdLst>
                    <a:gd name="T0" fmla="*/ 30 w 35"/>
                    <a:gd name="T1" fmla="*/ 1 h 36"/>
                    <a:gd name="T2" fmla="*/ 24 w 35"/>
                    <a:gd name="T3" fmla="*/ 0 h 36"/>
                    <a:gd name="T4" fmla="*/ 8 w 35"/>
                    <a:gd name="T5" fmla="*/ 0 h 36"/>
                    <a:gd name="T6" fmla="*/ 0 w 35"/>
                    <a:gd name="T7" fmla="*/ 36 h 36"/>
                    <a:gd name="T8" fmla="*/ 8 w 35"/>
                    <a:gd name="T9" fmla="*/ 36 h 36"/>
                    <a:gd name="T10" fmla="*/ 11 w 35"/>
                    <a:gd name="T11" fmla="*/ 21 h 36"/>
                    <a:gd name="T12" fmla="*/ 14 w 35"/>
                    <a:gd name="T13" fmla="*/ 21 h 36"/>
                    <a:gd name="T14" fmla="*/ 17 w 35"/>
                    <a:gd name="T15" fmla="*/ 22 h 36"/>
                    <a:gd name="T16" fmla="*/ 21 w 35"/>
                    <a:gd name="T17" fmla="*/ 26 h 36"/>
                    <a:gd name="T18" fmla="*/ 24 w 35"/>
                    <a:gd name="T19" fmla="*/ 36 h 36"/>
                    <a:gd name="T20" fmla="*/ 32 w 35"/>
                    <a:gd name="T21" fmla="*/ 36 h 36"/>
                    <a:gd name="T22" fmla="*/ 27 w 35"/>
                    <a:gd name="T23" fmla="*/ 24 h 36"/>
                    <a:gd name="T24" fmla="*/ 24 w 35"/>
                    <a:gd name="T25" fmla="*/ 21 h 36"/>
                    <a:gd name="T26" fmla="*/ 32 w 35"/>
                    <a:gd name="T27" fmla="*/ 17 h 36"/>
                    <a:gd name="T28" fmla="*/ 35 w 35"/>
                    <a:gd name="T29" fmla="*/ 9 h 36"/>
                    <a:gd name="T30" fmla="*/ 34 w 35"/>
                    <a:gd name="T31" fmla="*/ 4 h 36"/>
                    <a:gd name="T32" fmla="*/ 30 w 35"/>
                    <a:gd name="T33" fmla="*/ 1 h 36"/>
                    <a:gd name="T34" fmla="*/ 27 w 35"/>
                    <a:gd name="T35" fmla="*/ 13 h 36"/>
                    <a:gd name="T36" fmla="*/ 24 w 35"/>
                    <a:gd name="T37" fmla="*/ 15 h 36"/>
                    <a:gd name="T38" fmla="*/ 16 w 35"/>
                    <a:gd name="T39" fmla="*/ 16 h 36"/>
                    <a:gd name="T40" fmla="*/ 12 w 35"/>
                    <a:gd name="T41" fmla="*/ 16 h 36"/>
                    <a:gd name="T42" fmla="*/ 14 w 35"/>
                    <a:gd name="T43" fmla="*/ 6 h 36"/>
                    <a:gd name="T44" fmla="*/ 22 w 35"/>
                    <a:gd name="T45" fmla="*/ 6 h 36"/>
                    <a:gd name="T46" fmla="*/ 26 w 35"/>
                    <a:gd name="T47" fmla="*/ 7 h 36"/>
                    <a:gd name="T48" fmla="*/ 28 w 35"/>
                    <a:gd name="T49" fmla="*/ 10 h 36"/>
                    <a:gd name="T50" fmla="*/ 27 w 35"/>
                    <a:gd name="T51" fmla="*/ 13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5" h="36">
                      <a:moveTo>
                        <a:pt x="30" y="1"/>
                      </a:moveTo>
                      <a:cubicBezTo>
                        <a:pt x="28" y="0"/>
                        <a:pt x="26" y="0"/>
                        <a:pt x="24" y="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8" y="36"/>
                        <a:pt x="8" y="36"/>
                        <a:pt x="8" y="36"/>
                      </a:cubicBezTo>
                      <a:cubicBezTo>
                        <a:pt x="11" y="21"/>
                        <a:pt x="11" y="21"/>
                        <a:pt x="11" y="21"/>
                      </a:cubicBezTo>
                      <a:cubicBezTo>
                        <a:pt x="14" y="21"/>
                        <a:pt x="14" y="21"/>
                        <a:pt x="14" y="21"/>
                      </a:cubicBezTo>
                      <a:cubicBezTo>
                        <a:pt x="15" y="21"/>
                        <a:pt x="17" y="21"/>
                        <a:pt x="17" y="22"/>
                      </a:cubicBezTo>
                      <a:cubicBezTo>
                        <a:pt x="18" y="22"/>
                        <a:pt x="20" y="24"/>
                        <a:pt x="21" y="26"/>
                      </a:cubicBezTo>
                      <a:cubicBezTo>
                        <a:pt x="22" y="31"/>
                        <a:pt x="24" y="34"/>
                        <a:pt x="24" y="36"/>
                      </a:cubicBezTo>
                      <a:cubicBezTo>
                        <a:pt x="32" y="36"/>
                        <a:pt x="32" y="36"/>
                        <a:pt x="32" y="36"/>
                      </a:cubicBezTo>
                      <a:cubicBezTo>
                        <a:pt x="30" y="31"/>
                        <a:pt x="28" y="27"/>
                        <a:pt x="27" y="24"/>
                      </a:cubicBezTo>
                      <a:cubicBezTo>
                        <a:pt x="26" y="23"/>
                        <a:pt x="25" y="21"/>
                        <a:pt x="24" y="21"/>
                      </a:cubicBezTo>
                      <a:cubicBezTo>
                        <a:pt x="28" y="20"/>
                        <a:pt x="30" y="19"/>
                        <a:pt x="32" y="17"/>
                      </a:cubicBezTo>
                      <a:cubicBezTo>
                        <a:pt x="34" y="15"/>
                        <a:pt x="35" y="13"/>
                        <a:pt x="35" y="9"/>
                      </a:cubicBezTo>
                      <a:cubicBezTo>
                        <a:pt x="35" y="7"/>
                        <a:pt x="34" y="6"/>
                        <a:pt x="34" y="4"/>
                      </a:cubicBezTo>
                      <a:cubicBezTo>
                        <a:pt x="33" y="3"/>
                        <a:pt x="31" y="2"/>
                        <a:pt x="30" y="1"/>
                      </a:cubicBezTo>
                      <a:close/>
                      <a:moveTo>
                        <a:pt x="27" y="13"/>
                      </a:moveTo>
                      <a:cubicBezTo>
                        <a:pt x="26" y="14"/>
                        <a:pt x="25" y="14"/>
                        <a:pt x="24" y="15"/>
                      </a:cubicBezTo>
                      <a:cubicBezTo>
                        <a:pt x="22" y="15"/>
                        <a:pt x="20" y="16"/>
                        <a:pt x="16" y="16"/>
                      </a:cubicBezTo>
                      <a:cubicBezTo>
                        <a:pt x="12" y="16"/>
                        <a:pt x="12" y="16"/>
                        <a:pt x="12" y="16"/>
                      </a:cubicBezTo>
                      <a:cubicBezTo>
                        <a:pt x="14" y="6"/>
                        <a:pt x="14" y="6"/>
                        <a:pt x="14" y="6"/>
                      </a:cubicBezTo>
                      <a:cubicBezTo>
                        <a:pt x="22" y="6"/>
                        <a:pt x="22" y="6"/>
                        <a:pt x="22" y="6"/>
                      </a:cubicBezTo>
                      <a:cubicBezTo>
                        <a:pt x="24" y="6"/>
                        <a:pt x="25" y="6"/>
                        <a:pt x="26" y="7"/>
                      </a:cubicBezTo>
                      <a:cubicBezTo>
                        <a:pt x="27" y="7"/>
                        <a:pt x="28" y="8"/>
                        <a:pt x="28" y="10"/>
                      </a:cubicBezTo>
                      <a:cubicBezTo>
                        <a:pt x="28" y="11"/>
                        <a:pt x="27" y="12"/>
                        <a:pt x="27" y="1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1" name="ïşľîḍé"/>
                <p:cNvSpPr/>
                <p:nvPr/>
              </p:nvSpPr>
              <p:spPr bwMode="auto">
                <a:xfrm>
                  <a:off x="8267701" y="3521075"/>
                  <a:ext cx="98425" cy="119063"/>
                </a:xfrm>
                <a:custGeom>
                  <a:avLst/>
                  <a:gdLst>
                    <a:gd name="T0" fmla="*/ 17 w 30"/>
                    <a:gd name="T1" fmla="*/ 5 h 36"/>
                    <a:gd name="T2" fmla="*/ 22 w 30"/>
                    <a:gd name="T3" fmla="*/ 7 h 36"/>
                    <a:gd name="T4" fmla="*/ 23 w 30"/>
                    <a:gd name="T5" fmla="*/ 11 h 36"/>
                    <a:gd name="T6" fmla="*/ 30 w 30"/>
                    <a:gd name="T7" fmla="*/ 10 h 36"/>
                    <a:gd name="T8" fmla="*/ 27 w 30"/>
                    <a:gd name="T9" fmla="*/ 3 h 36"/>
                    <a:gd name="T10" fmla="*/ 17 w 30"/>
                    <a:gd name="T11" fmla="*/ 0 h 36"/>
                    <a:gd name="T12" fmla="*/ 8 w 30"/>
                    <a:gd name="T13" fmla="*/ 3 h 36"/>
                    <a:gd name="T14" fmla="*/ 4 w 30"/>
                    <a:gd name="T15" fmla="*/ 10 h 36"/>
                    <a:gd name="T16" fmla="*/ 6 w 30"/>
                    <a:gd name="T17" fmla="*/ 14 h 36"/>
                    <a:gd name="T18" fmla="*/ 8 w 30"/>
                    <a:gd name="T19" fmla="*/ 18 h 36"/>
                    <a:gd name="T20" fmla="*/ 15 w 30"/>
                    <a:gd name="T21" fmla="*/ 21 h 36"/>
                    <a:gd name="T22" fmla="*/ 20 w 30"/>
                    <a:gd name="T23" fmla="*/ 23 h 36"/>
                    <a:gd name="T24" fmla="*/ 21 w 30"/>
                    <a:gd name="T25" fmla="*/ 26 h 36"/>
                    <a:gd name="T26" fmla="*/ 19 w 30"/>
                    <a:gd name="T27" fmla="*/ 29 h 36"/>
                    <a:gd name="T28" fmla="*/ 14 w 30"/>
                    <a:gd name="T29" fmla="*/ 30 h 36"/>
                    <a:gd name="T30" fmla="*/ 8 w 30"/>
                    <a:gd name="T31" fmla="*/ 28 h 36"/>
                    <a:gd name="T32" fmla="*/ 7 w 30"/>
                    <a:gd name="T33" fmla="*/ 24 h 36"/>
                    <a:gd name="T34" fmla="*/ 0 w 30"/>
                    <a:gd name="T35" fmla="*/ 24 h 36"/>
                    <a:gd name="T36" fmla="*/ 1 w 30"/>
                    <a:gd name="T37" fmla="*/ 30 h 36"/>
                    <a:gd name="T38" fmla="*/ 6 w 30"/>
                    <a:gd name="T39" fmla="*/ 35 h 36"/>
                    <a:gd name="T40" fmla="*/ 14 w 30"/>
                    <a:gd name="T41" fmla="*/ 36 h 36"/>
                    <a:gd name="T42" fmla="*/ 24 w 30"/>
                    <a:gd name="T43" fmla="*/ 33 h 36"/>
                    <a:gd name="T44" fmla="*/ 28 w 30"/>
                    <a:gd name="T45" fmla="*/ 25 h 36"/>
                    <a:gd name="T46" fmla="*/ 26 w 30"/>
                    <a:gd name="T47" fmla="*/ 19 h 36"/>
                    <a:gd name="T48" fmla="*/ 18 w 30"/>
                    <a:gd name="T49" fmla="*/ 14 h 36"/>
                    <a:gd name="T50" fmla="*/ 13 w 30"/>
                    <a:gd name="T51" fmla="*/ 12 h 36"/>
                    <a:gd name="T52" fmla="*/ 11 w 30"/>
                    <a:gd name="T53" fmla="*/ 9 h 36"/>
                    <a:gd name="T54" fmla="*/ 13 w 30"/>
                    <a:gd name="T55" fmla="*/ 6 h 36"/>
                    <a:gd name="T56" fmla="*/ 17 w 30"/>
                    <a:gd name="T57" fmla="*/ 5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30" h="36">
                      <a:moveTo>
                        <a:pt x="17" y="5"/>
                      </a:moveTo>
                      <a:cubicBezTo>
                        <a:pt x="19" y="5"/>
                        <a:pt x="21" y="6"/>
                        <a:pt x="22" y="7"/>
                      </a:cubicBezTo>
                      <a:cubicBezTo>
                        <a:pt x="23" y="8"/>
                        <a:pt x="23" y="9"/>
                        <a:pt x="23" y="11"/>
                      </a:cubicBezTo>
                      <a:cubicBezTo>
                        <a:pt x="30" y="10"/>
                        <a:pt x="30" y="10"/>
                        <a:pt x="30" y="10"/>
                      </a:cubicBezTo>
                      <a:cubicBezTo>
                        <a:pt x="30" y="7"/>
                        <a:pt x="29" y="4"/>
                        <a:pt x="27" y="3"/>
                      </a:cubicBezTo>
                      <a:cubicBezTo>
                        <a:pt x="24" y="1"/>
                        <a:pt x="21" y="0"/>
                        <a:pt x="17" y="0"/>
                      </a:cubicBezTo>
                      <a:cubicBezTo>
                        <a:pt x="13" y="0"/>
                        <a:pt x="10" y="1"/>
                        <a:pt x="8" y="3"/>
                      </a:cubicBezTo>
                      <a:cubicBezTo>
                        <a:pt x="5" y="5"/>
                        <a:pt x="4" y="7"/>
                        <a:pt x="4" y="10"/>
                      </a:cubicBezTo>
                      <a:cubicBezTo>
                        <a:pt x="4" y="12"/>
                        <a:pt x="5" y="13"/>
                        <a:pt x="6" y="14"/>
                      </a:cubicBezTo>
                      <a:cubicBezTo>
                        <a:pt x="6" y="16"/>
                        <a:pt x="7" y="17"/>
                        <a:pt x="8" y="18"/>
                      </a:cubicBezTo>
                      <a:cubicBezTo>
                        <a:pt x="10" y="18"/>
                        <a:pt x="12" y="19"/>
                        <a:pt x="15" y="21"/>
                      </a:cubicBezTo>
                      <a:cubicBezTo>
                        <a:pt x="17" y="22"/>
                        <a:pt x="19" y="23"/>
                        <a:pt x="20" y="23"/>
                      </a:cubicBezTo>
                      <a:cubicBezTo>
                        <a:pt x="20" y="24"/>
                        <a:pt x="21" y="25"/>
                        <a:pt x="21" y="26"/>
                      </a:cubicBezTo>
                      <a:cubicBezTo>
                        <a:pt x="21" y="27"/>
                        <a:pt x="20" y="28"/>
                        <a:pt x="19" y="29"/>
                      </a:cubicBezTo>
                      <a:cubicBezTo>
                        <a:pt x="18" y="30"/>
                        <a:pt x="16" y="30"/>
                        <a:pt x="14" y="30"/>
                      </a:cubicBezTo>
                      <a:cubicBezTo>
                        <a:pt x="11" y="30"/>
                        <a:pt x="9" y="30"/>
                        <a:pt x="8" y="28"/>
                      </a:cubicBezTo>
                      <a:cubicBezTo>
                        <a:pt x="8" y="28"/>
                        <a:pt x="7" y="26"/>
                        <a:pt x="7" y="24"/>
                      </a:cubicBezTo>
                      <a:cubicBezTo>
                        <a:pt x="0" y="24"/>
                        <a:pt x="0" y="24"/>
                        <a:pt x="0" y="24"/>
                      </a:cubicBezTo>
                      <a:cubicBezTo>
                        <a:pt x="0" y="27"/>
                        <a:pt x="0" y="29"/>
                        <a:pt x="1" y="30"/>
                      </a:cubicBezTo>
                      <a:cubicBezTo>
                        <a:pt x="2" y="32"/>
                        <a:pt x="4" y="34"/>
                        <a:pt x="6" y="35"/>
                      </a:cubicBezTo>
                      <a:cubicBezTo>
                        <a:pt x="8" y="36"/>
                        <a:pt x="11" y="36"/>
                        <a:pt x="14" y="36"/>
                      </a:cubicBezTo>
                      <a:cubicBezTo>
                        <a:pt x="18" y="36"/>
                        <a:pt x="22" y="35"/>
                        <a:pt x="24" y="33"/>
                      </a:cubicBezTo>
                      <a:cubicBezTo>
                        <a:pt x="27" y="31"/>
                        <a:pt x="28" y="28"/>
                        <a:pt x="28" y="25"/>
                      </a:cubicBezTo>
                      <a:cubicBezTo>
                        <a:pt x="28" y="22"/>
                        <a:pt x="27" y="20"/>
                        <a:pt x="26" y="19"/>
                      </a:cubicBezTo>
                      <a:cubicBezTo>
                        <a:pt x="25" y="18"/>
                        <a:pt x="22" y="16"/>
                        <a:pt x="18" y="14"/>
                      </a:cubicBezTo>
                      <a:cubicBezTo>
                        <a:pt x="15" y="13"/>
                        <a:pt x="13" y="12"/>
                        <a:pt x="13" y="12"/>
                      </a:cubicBezTo>
                      <a:cubicBezTo>
                        <a:pt x="12" y="11"/>
                        <a:pt x="11" y="10"/>
                        <a:pt x="11" y="9"/>
                      </a:cubicBezTo>
                      <a:cubicBezTo>
                        <a:pt x="11" y="8"/>
                        <a:pt x="12" y="7"/>
                        <a:pt x="13" y="6"/>
                      </a:cubicBezTo>
                      <a:cubicBezTo>
                        <a:pt x="14" y="6"/>
                        <a:pt x="15" y="5"/>
                        <a:pt x="17" y="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2" name="îṩľîďe"/>
                <p:cNvSpPr/>
                <p:nvPr/>
              </p:nvSpPr>
              <p:spPr bwMode="auto">
                <a:xfrm>
                  <a:off x="8374063" y="3521075"/>
                  <a:ext cx="46038" cy="119063"/>
                </a:xfrm>
                <a:custGeom>
                  <a:avLst/>
                  <a:gdLst>
                    <a:gd name="T0" fmla="*/ 0 w 29"/>
                    <a:gd name="T1" fmla="*/ 75 h 75"/>
                    <a:gd name="T2" fmla="*/ 14 w 29"/>
                    <a:gd name="T3" fmla="*/ 75 h 75"/>
                    <a:gd name="T4" fmla="*/ 29 w 29"/>
                    <a:gd name="T5" fmla="*/ 0 h 75"/>
                    <a:gd name="T6" fmla="*/ 14 w 29"/>
                    <a:gd name="T7" fmla="*/ 0 h 75"/>
                    <a:gd name="T8" fmla="*/ 0 w 29"/>
                    <a:gd name="T9" fmla="*/ 75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75">
                      <a:moveTo>
                        <a:pt x="0" y="75"/>
                      </a:moveTo>
                      <a:lnTo>
                        <a:pt x="14" y="75"/>
                      </a:lnTo>
                      <a:lnTo>
                        <a:pt x="29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3" name="iS1idè"/>
                <p:cNvSpPr/>
                <p:nvPr/>
              </p:nvSpPr>
              <p:spPr bwMode="auto">
                <a:xfrm>
                  <a:off x="8432801" y="3521075"/>
                  <a:ext cx="95250" cy="119063"/>
                </a:xfrm>
                <a:custGeom>
                  <a:avLst/>
                  <a:gdLst>
                    <a:gd name="T0" fmla="*/ 0 w 60"/>
                    <a:gd name="T1" fmla="*/ 12 h 75"/>
                    <a:gd name="T2" fmla="*/ 21 w 60"/>
                    <a:gd name="T3" fmla="*/ 12 h 75"/>
                    <a:gd name="T4" fmla="*/ 8 w 60"/>
                    <a:gd name="T5" fmla="*/ 75 h 75"/>
                    <a:gd name="T6" fmla="*/ 23 w 60"/>
                    <a:gd name="T7" fmla="*/ 75 h 75"/>
                    <a:gd name="T8" fmla="*/ 35 w 60"/>
                    <a:gd name="T9" fmla="*/ 12 h 75"/>
                    <a:gd name="T10" fmla="*/ 58 w 60"/>
                    <a:gd name="T11" fmla="*/ 12 h 75"/>
                    <a:gd name="T12" fmla="*/ 60 w 60"/>
                    <a:gd name="T13" fmla="*/ 0 h 75"/>
                    <a:gd name="T14" fmla="*/ 2 w 60"/>
                    <a:gd name="T15" fmla="*/ 0 h 75"/>
                    <a:gd name="T16" fmla="*/ 0 w 60"/>
                    <a:gd name="T17" fmla="*/ 12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0" h="75">
                      <a:moveTo>
                        <a:pt x="0" y="12"/>
                      </a:moveTo>
                      <a:lnTo>
                        <a:pt x="21" y="12"/>
                      </a:lnTo>
                      <a:lnTo>
                        <a:pt x="8" y="75"/>
                      </a:lnTo>
                      <a:lnTo>
                        <a:pt x="23" y="75"/>
                      </a:lnTo>
                      <a:lnTo>
                        <a:pt x="35" y="12"/>
                      </a:lnTo>
                      <a:lnTo>
                        <a:pt x="58" y="12"/>
                      </a:lnTo>
                      <a:lnTo>
                        <a:pt x="60" y="0"/>
                      </a:lnTo>
                      <a:lnTo>
                        <a:pt x="2" y="0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4" name="iṣḷîḋe"/>
                <p:cNvSpPr/>
                <p:nvPr/>
              </p:nvSpPr>
              <p:spPr bwMode="auto">
                <a:xfrm>
                  <a:off x="8531226" y="3521075"/>
                  <a:ext cx="109538" cy="119063"/>
                </a:xfrm>
                <a:custGeom>
                  <a:avLst/>
                  <a:gdLst>
                    <a:gd name="T0" fmla="*/ 25 w 33"/>
                    <a:gd name="T1" fmla="*/ 0 h 36"/>
                    <a:gd name="T2" fmla="*/ 19 w 33"/>
                    <a:gd name="T3" fmla="*/ 7 h 36"/>
                    <a:gd name="T4" fmla="*/ 16 w 33"/>
                    <a:gd name="T5" fmla="*/ 12 h 36"/>
                    <a:gd name="T6" fmla="*/ 14 w 33"/>
                    <a:gd name="T7" fmla="*/ 15 h 36"/>
                    <a:gd name="T8" fmla="*/ 12 w 33"/>
                    <a:gd name="T9" fmla="*/ 10 h 36"/>
                    <a:gd name="T10" fmla="*/ 8 w 33"/>
                    <a:gd name="T11" fmla="*/ 0 h 36"/>
                    <a:gd name="T12" fmla="*/ 0 w 33"/>
                    <a:gd name="T13" fmla="*/ 0 h 36"/>
                    <a:gd name="T14" fmla="*/ 10 w 33"/>
                    <a:gd name="T15" fmla="*/ 22 h 36"/>
                    <a:gd name="T16" fmla="*/ 7 w 33"/>
                    <a:gd name="T17" fmla="*/ 36 h 36"/>
                    <a:gd name="T18" fmla="*/ 14 w 33"/>
                    <a:gd name="T19" fmla="*/ 36 h 36"/>
                    <a:gd name="T20" fmla="*/ 17 w 33"/>
                    <a:gd name="T21" fmla="*/ 23 h 36"/>
                    <a:gd name="T22" fmla="*/ 33 w 33"/>
                    <a:gd name="T23" fmla="*/ 0 h 36"/>
                    <a:gd name="T24" fmla="*/ 25 w 33"/>
                    <a:gd name="T25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33" h="36">
                      <a:moveTo>
                        <a:pt x="25" y="0"/>
                      </a:moveTo>
                      <a:cubicBezTo>
                        <a:pt x="19" y="7"/>
                        <a:pt x="19" y="7"/>
                        <a:pt x="19" y="7"/>
                      </a:cubicBezTo>
                      <a:cubicBezTo>
                        <a:pt x="16" y="12"/>
                        <a:pt x="16" y="12"/>
                        <a:pt x="16" y="12"/>
                      </a:cubicBezTo>
                      <a:cubicBezTo>
                        <a:pt x="15" y="13"/>
                        <a:pt x="15" y="14"/>
                        <a:pt x="14" y="15"/>
                      </a:cubicBezTo>
                      <a:cubicBezTo>
                        <a:pt x="14" y="14"/>
                        <a:pt x="13" y="13"/>
                        <a:pt x="12" y="1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0" y="22"/>
                        <a:pt x="10" y="22"/>
                        <a:pt x="10" y="22"/>
                      </a:cubicBezTo>
                      <a:cubicBezTo>
                        <a:pt x="7" y="36"/>
                        <a:pt x="7" y="36"/>
                        <a:pt x="7" y="36"/>
                      </a:cubicBezTo>
                      <a:cubicBezTo>
                        <a:pt x="14" y="36"/>
                        <a:pt x="14" y="36"/>
                        <a:pt x="14" y="36"/>
                      </a:cubicBezTo>
                      <a:cubicBezTo>
                        <a:pt x="17" y="23"/>
                        <a:pt x="17" y="23"/>
                        <a:pt x="17" y="23"/>
                      </a:cubicBezTo>
                      <a:cubicBezTo>
                        <a:pt x="33" y="0"/>
                        <a:pt x="33" y="0"/>
                        <a:pt x="33" y="0"/>
                      </a:cubicBezTo>
                      <a:lnTo>
                        <a:pt x="2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</p:grpSp>
      </p:grpSp>
      <p:cxnSp>
        <p:nvCxnSpPr>
          <p:cNvPr id="4" name="直线连接符 3"/>
          <p:cNvCxnSpPr/>
          <p:nvPr userDrawn="1"/>
        </p:nvCxnSpPr>
        <p:spPr>
          <a:xfrm>
            <a:off x="0" y="1016000"/>
            <a:ext cx="12192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0" name="图片 109" descr="图片包含 天空, 户外, 建筑物, 日落&#10;&#10;描述已自动生成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9500" l="10000" r="98000">
                        <a14:foregroundMark x1="45583" y1="28625" x2="72750" y2="47875"/>
                        <a14:foregroundMark x1="72750" y1="47875" x2="79000" y2="48875"/>
                        <a14:foregroundMark x1="79000" y1="48875" x2="87083" y2="44750"/>
                        <a14:foregroundMark x1="87083" y1="44750" x2="89333" y2="42875"/>
                        <a14:foregroundMark x1="49697" y1="28104" x2="51500" y2="30625"/>
                        <a14:foregroundMark x1="46583" y1="23750" x2="49595" y2="27961"/>
                        <a14:foregroundMark x1="46917" y1="21000" x2="48333" y2="17125"/>
                        <a14:foregroundMark x1="62917" y1="48125" x2="65250" y2="51750"/>
                        <a14:foregroundMark x1="65250" y1="51750" x2="86750" y2="67750"/>
                        <a14:foregroundMark x1="94417" y1="36500" x2="92917" y2="90875"/>
                        <a14:foregroundMark x1="98000" y1="30875" x2="91667" y2="84250"/>
                        <a14:foregroundMark x1="91667" y1="84250" x2="91333" y2="85500"/>
                        <a14:foregroundMark x1="70000" y1="67000" x2="89333" y2="84250"/>
                        <a14:foregroundMark x1="89333" y1="84250" x2="89333" y2="84250"/>
                        <a14:foregroundMark x1="70500" y1="67000" x2="66333" y2="64125"/>
                        <a14:foregroundMark x1="66333" y1="64125" x2="59333" y2="53500"/>
                        <a14:foregroundMark x1="79333" y1="90625" x2="80167" y2="96250"/>
                        <a14:foregroundMark x1="80167" y1="96250" x2="85167" y2="96625"/>
                        <a14:foregroundMark x1="85167" y1="96625" x2="88083" y2="94625"/>
                        <a14:foregroundMark x1="88083" y1="94625" x2="88167" y2="94625"/>
                        <a14:foregroundMark x1="96750" y1="97500" x2="76750" y2="99500"/>
                        <a14:foregroundMark x1="77799" y1="89875" x2="77667" y2="86250"/>
                        <a14:foregroundMark x1="77984" y1="94938" x2="77927" y2="93375"/>
                        <a14:foregroundMark x1="78000" y1="95375" x2="78056" y2="96909"/>
                        <a14:foregroundMark x1="68667" y1="40875" x2="68417" y2="41125"/>
                        <a14:backgroundMark x1="77667" y1="89875" x2="77667" y2="93375"/>
                        <a14:backgroundMark x1="77833" y1="95625" x2="78167" y2="90625"/>
                        <a14:backgroundMark x1="78500" y1="96125" x2="79000" y2="90375"/>
                        <a14:backgroundMark x1="19833" y1="30625" x2="46417" y2="71000"/>
                        <a14:backgroundMark x1="46417" y1="71000" x2="46417" y2="71000"/>
                        <a14:backgroundMark x1="17000" y1="72500" x2="23583" y2="72625"/>
                        <a14:backgroundMark x1="23583" y1="72625" x2="37833" y2="71875"/>
                        <a14:backgroundMark x1="37833" y1="71875" x2="57167" y2="75375"/>
                        <a14:backgroundMark x1="61667" y1="37000" x2="62000" y2="37375"/>
                        <a14:backgroundMark x1="66667" y1="39375" x2="66917" y2="39750"/>
                        <a14:backgroundMark x1="50917" y1="27125" x2="51000" y2="27625"/>
                      </a14:backgroundRemoval>
                    </a14:imgEffect>
                    <a14:imgEffect>
                      <a14:brightnessContrast bright="72000"/>
                    </a14:imgEffect>
                    <a14:imgEffect>
                      <a14:colorTemperature colorTemp="9660"/>
                    </a14:imgEffect>
                    <a14:imgEffect>
                      <a14:saturation sat="11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8743" t="8413"/>
          <a:stretch>
            <a:fillRect/>
          </a:stretch>
        </p:blipFill>
        <p:spPr>
          <a:xfrm flipH="1">
            <a:off x="-1" y="60500"/>
            <a:ext cx="958611" cy="955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引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3275" y="393486"/>
            <a:ext cx="8970989" cy="663575"/>
          </a:xfrm>
          <a:prstGeom prst="rect">
            <a:avLst/>
          </a:prstGeom>
        </p:spPr>
        <p:txBody>
          <a:bodyPr lIns="0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245" name="组合 244"/>
          <p:cNvGrpSpPr/>
          <p:nvPr userDrawn="1"/>
        </p:nvGrpSpPr>
        <p:grpSpPr>
          <a:xfrm>
            <a:off x="9895088" y="468793"/>
            <a:ext cx="1480571" cy="458860"/>
            <a:chOff x="2558030" y="228446"/>
            <a:chExt cx="6774643" cy="2099603"/>
          </a:xfrm>
        </p:grpSpPr>
        <p:grpSp>
          <p:nvGrpSpPr>
            <p:cNvPr id="246" name="íšḻîďê"/>
            <p:cNvGrpSpPr/>
            <p:nvPr userDrawn="1"/>
          </p:nvGrpSpPr>
          <p:grpSpPr>
            <a:xfrm>
              <a:off x="2558030" y="228446"/>
              <a:ext cx="2085857" cy="2099603"/>
              <a:chOff x="3551238" y="3067050"/>
              <a:chExt cx="722313" cy="727075"/>
            </a:xfrm>
          </p:grpSpPr>
          <p:sp>
            <p:nvSpPr>
              <p:cNvPr id="276" name="ïş1íḍê"/>
              <p:cNvSpPr/>
              <p:nvPr/>
            </p:nvSpPr>
            <p:spPr bwMode="auto">
              <a:xfrm>
                <a:off x="3575051" y="3087688"/>
                <a:ext cx="673100" cy="679450"/>
              </a:xfrm>
              <a:custGeom>
                <a:avLst/>
                <a:gdLst>
                  <a:gd name="T0" fmla="*/ 102 w 204"/>
                  <a:gd name="T1" fmla="*/ 0 h 204"/>
                  <a:gd name="T2" fmla="*/ 204 w 204"/>
                  <a:gd name="T3" fmla="*/ 102 h 204"/>
                  <a:gd name="T4" fmla="*/ 102 w 204"/>
                  <a:gd name="T5" fmla="*/ 204 h 204"/>
                  <a:gd name="T6" fmla="*/ 0 w 204"/>
                  <a:gd name="T7" fmla="*/ 102 h 204"/>
                  <a:gd name="T8" fmla="*/ 102 w 204"/>
                  <a:gd name="T9" fmla="*/ 0 h 204"/>
                  <a:gd name="T10" fmla="*/ 102 w 204"/>
                  <a:gd name="T11" fmla="*/ 25 h 204"/>
                  <a:gd name="T12" fmla="*/ 24 w 204"/>
                  <a:gd name="T13" fmla="*/ 103 h 204"/>
                  <a:gd name="T14" fmla="*/ 102 w 204"/>
                  <a:gd name="T15" fmla="*/ 181 h 204"/>
                  <a:gd name="T16" fmla="*/ 180 w 204"/>
                  <a:gd name="T17" fmla="*/ 103 h 204"/>
                  <a:gd name="T18" fmla="*/ 102 w 204"/>
                  <a:gd name="T19" fmla="*/ 25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4" h="204">
                    <a:moveTo>
                      <a:pt x="102" y="0"/>
                    </a:moveTo>
                    <a:cubicBezTo>
                      <a:pt x="159" y="0"/>
                      <a:pt x="204" y="46"/>
                      <a:pt x="204" y="102"/>
                    </a:cubicBezTo>
                    <a:cubicBezTo>
                      <a:pt x="204" y="158"/>
                      <a:pt x="159" y="204"/>
                      <a:pt x="102" y="204"/>
                    </a:cubicBezTo>
                    <a:cubicBezTo>
                      <a:pt x="46" y="204"/>
                      <a:pt x="0" y="158"/>
                      <a:pt x="0" y="102"/>
                    </a:cubicBezTo>
                    <a:cubicBezTo>
                      <a:pt x="0" y="46"/>
                      <a:pt x="46" y="0"/>
                      <a:pt x="102" y="0"/>
                    </a:cubicBezTo>
                    <a:close/>
                    <a:moveTo>
                      <a:pt x="102" y="25"/>
                    </a:moveTo>
                    <a:cubicBezTo>
                      <a:pt x="59" y="25"/>
                      <a:pt x="24" y="60"/>
                      <a:pt x="24" y="103"/>
                    </a:cubicBezTo>
                    <a:cubicBezTo>
                      <a:pt x="24" y="146"/>
                      <a:pt x="59" y="181"/>
                      <a:pt x="102" y="181"/>
                    </a:cubicBezTo>
                    <a:cubicBezTo>
                      <a:pt x="145" y="181"/>
                      <a:pt x="180" y="146"/>
                      <a:pt x="180" y="103"/>
                    </a:cubicBezTo>
                    <a:cubicBezTo>
                      <a:pt x="180" y="60"/>
                      <a:pt x="145" y="25"/>
                      <a:pt x="102" y="25"/>
                    </a:cubicBezTo>
                    <a:close/>
                  </a:path>
                </a:pathLst>
              </a:custGeom>
              <a:solidFill>
                <a:srgbClr val="0052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7" name="íšḻïḍè"/>
              <p:cNvSpPr/>
              <p:nvPr/>
            </p:nvSpPr>
            <p:spPr bwMode="auto">
              <a:xfrm>
                <a:off x="3621088" y="3103563"/>
                <a:ext cx="584200" cy="203200"/>
              </a:xfrm>
              <a:custGeom>
                <a:avLst/>
                <a:gdLst>
                  <a:gd name="T0" fmla="*/ 8 w 177"/>
                  <a:gd name="T1" fmla="*/ 53 h 61"/>
                  <a:gd name="T2" fmla="*/ 0 w 177"/>
                  <a:gd name="T3" fmla="*/ 56 h 61"/>
                  <a:gd name="T4" fmla="*/ 5 w 177"/>
                  <a:gd name="T5" fmla="*/ 52 h 61"/>
                  <a:gd name="T6" fmla="*/ 4 w 177"/>
                  <a:gd name="T7" fmla="*/ 50 h 61"/>
                  <a:gd name="T8" fmla="*/ 5 w 177"/>
                  <a:gd name="T9" fmla="*/ 48 h 61"/>
                  <a:gd name="T10" fmla="*/ 10 w 177"/>
                  <a:gd name="T11" fmla="*/ 41 h 61"/>
                  <a:gd name="T12" fmla="*/ 17 w 177"/>
                  <a:gd name="T13" fmla="*/ 50 h 61"/>
                  <a:gd name="T14" fmla="*/ 14 w 177"/>
                  <a:gd name="T15" fmla="*/ 35 h 61"/>
                  <a:gd name="T16" fmla="*/ 23 w 177"/>
                  <a:gd name="T17" fmla="*/ 46 h 61"/>
                  <a:gd name="T18" fmla="*/ 31 w 177"/>
                  <a:gd name="T19" fmla="*/ 38 h 61"/>
                  <a:gd name="T20" fmla="*/ 29 w 177"/>
                  <a:gd name="T21" fmla="*/ 40 h 61"/>
                  <a:gd name="T22" fmla="*/ 18 w 177"/>
                  <a:gd name="T23" fmla="*/ 32 h 61"/>
                  <a:gd name="T24" fmla="*/ 19 w 177"/>
                  <a:gd name="T25" fmla="*/ 30 h 61"/>
                  <a:gd name="T26" fmla="*/ 21 w 177"/>
                  <a:gd name="T27" fmla="*/ 27 h 61"/>
                  <a:gd name="T28" fmla="*/ 41 w 177"/>
                  <a:gd name="T29" fmla="*/ 29 h 61"/>
                  <a:gd name="T30" fmla="*/ 43 w 177"/>
                  <a:gd name="T31" fmla="*/ 29 h 61"/>
                  <a:gd name="T32" fmla="*/ 35 w 177"/>
                  <a:gd name="T33" fmla="*/ 35 h 61"/>
                  <a:gd name="T34" fmla="*/ 31 w 177"/>
                  <a:gd name="T35" fmla="*/ 21 h 61"/>
                  <a:gd name="T36" fmla="*/ 46 w 177"/>
                  <a:gd name="T37" fmla="*/ 11 h 61"/>
                  <a:gd name="T38" fmla="*/ 47 w 177"/>
                  <a:gd name="T39" fmla="*/ 11 h 61"/>
                  <a:gd name="T40" fmla="*/ 47 w 177"/>
                  <a:gd name="T41" fmla="*/ 26 h 61"/>
                  <a:gd name="T42" fmla="*/ 39 w 177"/>
                  <a:gd name="T43" fmla="*/ 15 h 61"/>
                  <a:gd name="T44" fmla="*/ 72 w 177"/>
                  <a:gd name="T45" fmla="*/ 16 h 61"/>
                  <a:gd name="T46" fmla="*/ 71 w 177"/>
                  <a:gd name="T47" fmla="*/ 2 h 61"/>
                  <a:gd name="T48" fmla="*/ 65 w 177"/>
                  <a:gd name="T49" fmla="*/ 15 h 61"/>
                  <a:gd name="T50" fmla="*/ 64 w 177"/>
                  <a:gd name="T51" fmla="*/ 4 h 61"/>
                  <a:gd name="T52" fmla="*/ 84 w 177"/>
                  <a:gd name="T53" fmla="*/ 1 h 61"/>
                  <a:gd name="T54" fmla="*/ 84 w 177"/>
                  <a:gd name="T55" fmla="*/ 1 h 61"/>
                  <a:gd name="T56" fmla="*/ 78 w 177"/>
                  <a:gd name="T57" fmla="*/ 16 h 61"/>
                  <a:gd name="T58" fmla="*/ 77 w 177"/>
                  <a:gd name="T59" fmla="*/ 15 h 61"/>
                  <a:gd name="T60" fmla="*/ 90 w 177"/>
                  <a:gd name="T61" fmla="*/ 1 h 61"/>
                  <a:gd name="T62" fmla="*/ 94 w 177"/>
                  <a:gd name="T63" fmla="*/ 15 h 61"/>
                  <a:gd name="T64" fmla="*/ 92 w 177"/>
                  <a:gd name="T65" fmla="*/ 15 h 61"/>
                  <a:gd name="T66" fmla="*/ 113 w 177"/>
                  <a:gd name="T67" fmla="*/ 3 h 61"/>
                  <a:gd name="T68" fmla="*/ 102 w 177"/>
                  <a:gd name="T69" fmla="*/ 2 h 61"/>
                  <a:gd name="T70" fmla="*/ 105 w 177"/>
                  <a:gd name="T71" fmla="*/ 14 h 61"/>
                  <a:gd name="T72" fmla="*/ 117 w 177"/>
                  <a:gd name="T73" fmla="*/ 5 h 61"/>
                  <a:gd name="T74" fmla="*/ 122 w 177"/>
                  <a:gd name="T75" fmla="*/ 19 h 61"/>
                  <a:gd name="T76" fmla="*/ 119 w 177"/>
                  <a:gd name="T77" fmla="*/ 13 h 61"/>
                  <a:gd name="T78" fmla="*/ 121 w 177"/>
                  <a:gd name="T79" fmla="*/ 12 h 61"/>
                  <a:gd name="T80" fmla="*/ 124 w 177"/>
                  <a:gd name="T81" fmla="*/ 10 h 61"/>
                  <a:gd name="T82" fmla="*/ 131 w 177"/>
                  <a:gd name="T83" fmla="*/ 26 h 61"/>
                  <a:gd name="T84" fmla="*/ 126 w 177"/>
                  <a:gd name="T85" fmla="*/ 23 h 61"/>
                  <a:gd name="T86" fmla="*/ 124 w 177"/>
                  <a:gd name="T87" fmla="*/ 23 h 61"/>
                  <a:gd name="T88" fmla="*/ 137 w 177"/>
                  <a:gd name="T89" fmla="*/ 14 h 61"/>
                  <a:gd name="T90" fmla="*/ 133 w 177"/>
                  <a:gd name="T91" fmla="*/ 11 h 61"/>
                  <a:gd name="T92" fmla="*/ 137 w 177"/>
                  <a:gd name="T93" fmla="*/ 32 h 61"/>
                  <a:gd name="T94" fmla="*/ 137 w 177"/>
                  <a:gd name="T95" fmla="*/ 32 h 61"/>
                  <a:gd name="T96" fmla="*/ 145 w 177"/>
                  <a:gd name="T97" fmla="*/ 19 h 61"/>
                  <a:gd name="T98" fmla="*/ 146 w 177"/>
                  <a:gd name="T99" fmla="*/ 19 h 61"/>
                  <a:gd name="T100" fmla="*/ 159 w 177"/>
                  <a:gd name="T101" fmla="*/ 31 h 61"/>
                  <a:gd name="T102" fmla="*/ 149 w 177"/>
                  <a:gd name="T103" fmla="*/ 42 h 61"/>
                  <a:gd name="T104" fmla="*/ 155 w 177"/>
                  <a:gd name="T105" fmla="*/ 27 h 61"/>
                  <a:gd name="T106" fmla="*/ 166 w 177"/>
                  <a:gd name="T107" fmla="*/ 40 h 61"/>
                  <a:gd name="T108" fmla="*/ 160 w 177"/>
                  <a:gd name="T109" fmla="*/ 37 h 61"/>
                  <a:gd name="T110" fmla="*/ 153 w 177"/>
                  <a:gd name="T111" fmla="*/ 46 h 61"/>
                  <a:gd name="T112" fmla="*/ 177 w 177"/>
                  <a:gd name="T113" fmla="*/ 55 h 61"/>
                  <a:gd name="T114" fmla="*/ 162 w 177"/>
                  <a:gd name="T115" fmla="*/ 60 h 61"/>
                  <a:gd name="T116" fmla="*/ 165 w 177"/>
                  <a:gd name="T117" fmla="*/ 55 h 61"/>
                  <a:gd name="T118" fmla="*/ 173 w 177"/>
                  <a:gd name="T119" fmla="*/ 49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77" h="61">
                    <a:moveTo>
                      <a:pt x="6" y="46"/>
                    </a:moveTo>
                    <a:cubicBezTo>
                      <a:pt x="6" y="46"/>
                      <a:pt x="6" y="46"/>
                      <a:pt x="6" y="46"/>
                    </a:cubicBezTo>
                    <a:cubicBezTo>
                      <a:pt x="6" y="46"/>
                      <a:pt x="6" y="46"/>
                      <a:pt x="6" y="46"/>
                    </a:cubicBezTo>
                    <a:cubicBezTo>
                      <a:pt x="6" y="46"/>
                      <a:pt x="6" y="47"/>
                      <a:pt x="6" y="47"/>
                    </a:cubicBezTo>
                    <a:cubicBezTo>
                      <a:pt x="6" y="47"/>
                      <a:pt x="6" y="47"/>
                      <a:pt x="6" y="47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8" y="53"/>
                      <a:pt x="8" y="53"/>
                      <a:pt x="8" y="53"/>
                    </a:cubicBezTo>
                    <a:cubicBezTo>
                      <a:pt x="8" y="54"/>
                      <a:pt x="8" y="54"/>
                      <a:pt x="8" y="54"/>
                    </a:cubicBezTo>
                    <a:cubicBezTo>
                      <a:pt x="15" y="60"/>
                      <a:pt x="15" y="60"/>
                      <a:pt x="15" y="60"/>
                    </a:cubicBezTo>
                    <a:cubicBezTo>
                      <a:pt x="15" y="61"/>
                      <a:pt x="15" y="61"/>
                      <a:pt x="15" y="61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4"/>
                      <a:pt x="2" y="54"/>
                    </a:cubicBezTo>
                    <a:cubicBezTo>
                      <a:pt x="2" y="54"/>
                      <a:pt x="2" y="54"/>
                      <a:pt x="2" y="54"/>
                    </a:cubicBezTo>
                    <a:cubicBezTo>
                      <a:pt x="11" y="58"/>
                      <a:pt x="11" y="58"/>
                      <a:pt x="11" y="58"/>
                    </a:cubicBezTo>
                    <a:cubicBezTo>
                      <a:pt x="12" y="58"/>
                      <a:pt x="12" y="58"/>
                      <a:pt x="12" y="58"/>
                    </a:cubicBezTo>
                    <a:cubicBezTo>
                      <a:pt x="5" y="52"/>
                      <a:pt x="5" y="52"/>
                      <a:pt x="5" y="52"/>
                    </a:cubicBezTo>
                    <a:cubicBezTo>
                      <a:pt x="4" y="52"/>
                      <a:pt x="4" y="52"/>
                      <a:pt x="4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2" y="52"/>
                      <a:pt x="2" y="52"/>
                      <a:pt x="2" y="52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4" y="50"/>
                      <a:pt x="4" y="50"/>
                      <a:pt x="4" y="50"/>
                    </a:cubicBezTo>
                    <a:cubicBezTo>
                      <a:pt x="4" y="50"/>
                      <a:pt x="4" y="50"/>
                      <a:pt x="4" y="50"/>
                    </a:cubicBezTo>
                    <a:cubicBezTo>
                      <a:pt x="4" y="50"/>
                      <a:pt x="4" y="50"/>
                      <a:pt x="4" y="51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6" y="48"/>
                      <a:pt x="6" y="48"/>
                      <a:pt x="6" y="48"/>
                    </a:cubicBezTo>
                    <a:cubicBezTo>
                      <a:pt x="6" y="48"/>
                      <a:pt x="6" y="48"/>
                      <a:pt x="5" y="48"/>
                    </a:cubicBezTo>
                    <a:cubicBezTo>
                      <a:pt x="5" y="48"/>
                      <a:pt x="5" y="48"/>
                      <a:pt x="5" y="48"/>
                    </a:cubicBezTo>
                    <a:cubicBezTo>
                      <a:pt x="5" y="48"/>
                      <a:pt x="5" y="48"/>
                      <a:pt x="5" y="48"/>
                    </a:cubicBezTo>
                    <a:cubicBezTo>
                      <a:pt x="4" y="48"/>
                      <a:pt x="4" y="48"/>
                      <a:pt x="4" y="48"/>
                    </a:cubicBezTo>
                    <a:cubicBezTo>
                      <a:pt x="6" y="46"/>
                      <a:pt x="6" y="46"/>
                      <a:pt x="6" y="46"/>
                    </a:cubicBezTo>
                    <a:close/>
                    <a:moveTo>
                      <a:pt x="22" y="48"/>
                    </a:moveTo>
                    <a:cubicBezTo>
                      <a:pt x="22" y="49"/>
                      <a:pt x="21" y="49"/>
                      <a:pt x="21" y="49"/>
                    </a:cubicBezTo>
                    <a:cubicBezTo>
                      <a:pt x="20" y="50"/>
                      <a:pt x="19" y="49"/>
                      <a:pt x="18" y="48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1"/>
                      <a:pt x="10" y="41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7" y="43"/>
                      <a:pt x="7" y="43"/>
                      <a:pt x="7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9" y="43"/>
                      <a:pt x="9" y="43"/>
                      <a:pt x="9" y="43"/>
                    </a:cubicBezTo>
                    <a:cubicBezTo>
                      <a:pt x="17" y="50"/>
                      <a:pt x="17" y="50"/>
                      <a:pt x="17" y="50"/>
                    </a:cubicBezTo>
                    <a:cubicBezTo>
                      <a:pt x="18" y="50"/>
                      <a:pt x="19" y="51"/>
                      <a:pt x="20" y="50"/>
                    </a:cubicBezTo>
                    <a:cubicBezTo>
                      <a:pt x="21" y="50"/>
                      <a:pt x="22" y="50"/>
                      <a:pt x="23" y="49"/>
                    </a:cubicBezTo>
                    <a:cubicBezTo>
                      <a:pt x="24" y="48"/>
                      <a:pt x="24" y="47"/>
                      <a:pt x="24" y="46"/>
                    </a:cubicBezTo>
                    <a:cubicBezTo>
                      <a:pt x="24" y="45"/>
                      <a:pt x="23" y="44"/>
                      <a:pt x="22" y="43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4" y="35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2" y="38"/>
                      <a:pt x="12" y="38"/>
                      <a:pt x="12" y="38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3" y="37"/>
                      <a:pt x="14" y="37"/>
                      <a:pt x="14" y="37"/>
                    </a:cubicBezTo>
                    <a:cubicBezTo>
                      <a:pt x="22" y="44"/>
                      <a:pt x="22" y="44"/>
                      <a:pt x="22" y="44"/>
                    </a:cubicBezTo>
                    <a:cubicBezTo>
                      <a:pt x="23" y="44"/>
                      <a:pt x="23" y="45"/>
                      <a:pt x="23" y="46"/>
                    </a:cubicBezTo>
                    <a:cubicBezTo>
                      <a:pt x="23" y="47"/>
                      <a:pt x="23" y="47"/>
                      <a:pt x="22" y="48"/>
                    </a:cubicBezTo>
                    <a:close/>
                    <a:moveTo>
                      <a:pt x="33" y="36"/>
                    </a:moveTo>
                    <a:cubicBezTo>
                      <a:pt x="33" y="36"/>
                      <a:pt x="33" y="36"/>
                      <a:pt x="33" y="36"/>
                    </a:cubicBezTo>
                    <a:cubicBezTo>
                      <a:pt x="33" y="36"/>
                      <a:pt x="34" y="36"/>
                      <a:pt x="34" y="36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32" y="39"/>
                      <a:pt x="32" y="39"/>
                      <a:pt x="32" y="39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2" y="38"/>
                      <a:pt x="32" y="37"/>
                      <a:pt x="32" y="37"/>
                    </a:cubicBezTo>
                    <a:cubicBezTo>
                      <a:pt x="32" y="37"/>
                      <a:pt x="32" y="37"/>
                      <a:pt x="32" y="37"/>
                    </a:cubicBezTo>
                    <a:cubicBezTo>
                      <a:pt x="27" y="32"/>
                      <a:pt x="27" y="32"/>
                      <a:pt x="27" y="32"/>
                    </a:cubicBezTo>
                    <a:cubicBezTo>
                      <a:pt x="23" y="36"/>
                      <a:pt x="23" y="36"/>
                      <a:pt x="23" y="36"/>
                    </a:cubicBezTo>
                    <a:cubicBezTo>
                      <a:pt x="28" y="40"/>
                      <a:pt x="28" y="40"/>
                      <a:pt x="28" y="40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8" y="41"/>
                      <a:pt x="29" y="41"/>
                      <a:pt x="29" y="40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30" y="41"/>
                      <a:pt x="30" y="41"/>
                      <a:pt x="30" y="41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2"/>
                      <a:pt x="27" y="42"/>
                      <a:pt x="27" y="42"/>
                    </a:cubicBezTo>
                    <a:cubicBezTo>
                      <a:pt x="27" y="42"/>
                      <a:pt x="27" y="42"/>
                      <a:pt x="27" y="41"/>
                    </a:cubicBezTo>
                    <a:cubicBezTo>
                      <a:pt x="18" y="32"/>
                      <a:pt x="18" y="32"/>
                      <a:pt x="18" y="32"/>
                    </a:cubicBezTo>
                    <a:cubicBezTo>
                      <a:pt x="18" y="32"/>
                      <a:pt x="17" y="32"/>
                      <a:pt x="17" y="32"/>
                    </a:cubicBezTo>
                    <a:cubicBezTo>
                      <a:pt x="17" y="32"/>
                      <a:pt x="17" y="32"/>
                      <a:pt x="17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1"/>
                      <a:pt x="19" y="31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7" y="31"/>
                      <a:pt x="27" y="31"/>
                      <a:pt x="27" y="31"/>
                    </a:cubicBezTo>
                    <a:cubicBezTo>
                      <a:pt x="23" y="27"/>
                      <a:pt x="23" y="27"/>
                      <a:pt x="23" y="27"/>
                    </a:cubicBezTo>
                    <a:cubicBezTo>
                      <a:pt x="23" y="27"/>
                      <a:pt x="22" y="27"/>
                      <a:pt x="22" y="27"/>
                    </a:cubicBezTo>
                    <a:cubicBezTo>
                      <a:pt x="22" y="27"/>
                      <a:pt x="22" y="27"/>
                      <a:pt x="22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6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33" y="36"/>
                      <a:pt x="33" y="36"/>
                      <a:pt x="33" y="36"/>
                    </a:cubicBezTo>
                    <a:close/>
                    <a:moveTo>
                      <a:pt x="38" y="26"/>
                    </a:moveTo>
                    <a:cubicBezTo>
                      <a:pt x="41" y="29"/>
                      <a:pt x="41" y="29"/>
                      <a:pt x="41" y="29"/>
                    </a:cubicBezTo>
                    <a:cubicBezTo>
                      <a:pt x="41" y="29"/>
                      <a:pt x="41" y="30"/>
                      <a:pt x="41" y="30"/>
                    </a:cubicBezTo>
                    <a:cubicBezTo>
                      <a:pt x="41" y="30"/>
                      <a:pt x="41" y="30"/>
                      <a:pt x="41" y="30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3" y="29"/>
                      <a:pt x="42" y="29"/>
                      <a:pt x="42" y="28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5" y="33"/>
                      <a:pt x="35" y="33"/>
                      <a:pt x="35" y="33"/>
                    </a:cubicBezTo>
                    <a:cubicBezTo>
                      <a:pt x="35" y="33"/>
                      <a:pt x="35" y="34"/>
                      <a:pt x="35" y="34"/>
                    </a:cubicBezTo>
                    <a:cubicBezTo>
                      <a:pt x="35" y="34"/>
                      <a:pt x="35" y="34"/>
                      <a:pt x="35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7" y="33"/>
                      <a:pt x="37" y="33"/>
                      <a:pt x="37" y="33"/>
                    </a:cubicBezTo>
                    <a:cubicBezTo>
                      <a:pt x="37" y="33"/>
                      <a:pt x="37" y="33"/>
                      <a:pt x="36" y="33"/>
                    </a:cubicBezTo>
                    <a:cubicBezTo>
                      <a:pt x="36" y="33"/>
                      <a:pt x="36" y="32"/>
                      <a:pt x="36" y="32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8" y="26"/>
                      <a:pt x="38" y="26"/>
                      <a:pt x="38" y="26"/>
                    </a:cubicBezTo>
                    <a:close/>
                    <a:moveTo>
                      <a:pt x="31" y="21"/>
                    </a:moveTo>
                    <a:cubicBezTo>
                      <a:pt x="31" y="21"/>
                      <a:pt x="31" y="21"/>
                      <a:pt x="31" y="21"/>
                    </a:cubicBezTo>
                    <a:cubicBezTo>
                      <a:pt x="34" y="28"/>
                      <a:pt x="34" y="28"/>
                      <a:pt x="34" y="28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1" y="21"/>
                      <a:pt x="31" y="21"/>
                      <a:pt x="31" y="21"/>
                    </a:cubicBezTo>
                    <a:close/>
                    <a:moveTo>
                      <a:pt x="51" y="21"/>
                    </a:moveTo>
                    <a:cubicBezTo>
                      <a:pt x="51" y="21"/>
                      <a:pt x="51" y="21"/>
                      <a:pt x="51" y="2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6" y="11"/>
                      <a:pt x="45" y="11"/>
                    </a:cubicBezTo>
                    <a:cubicBezTo>
                      <a:pt x="45" y="11"/>
                      <a:pt x="45" y="11"/>
                      <a:pt x="45" y="11"/>
                    </a:cubicBezTo>
                    <a:cubicBezTo>
                      <a:pt x="44" y="11"/>
                      <a:pt x="44" y="11"/>
                      <a:pt x="44" y="11"/>
                    </a:cubicBezTo>
                    <a:cubicBezTo>
                      <a:pt x="48" y="9"/>
                      <a:pt x="48" y="9"/>
                      <a:pt x="48" y="9"/>
                    </a:cubicBezTo>
                    <a:cubicBezTo>
                      <a:pt x="48" y="10"/>
                      <a:pt x="48" y="10"/>
                      <a:pt x="48" y="1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47" y="10"/>
                      <a:pt x="47" y="11"/>
                      <a:pt x="47" y="11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7" y="26"/>
                      <a:pt x="47" y="26"/>
                      <a:pt x="47" y="26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5" y="28"/>
                      <a:pt x="45" y="28"/>
                      <a:pt x="45" y="28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6" y="27"/>
                      <a:pt x="46" y="26"/>
                      <a:pt x="45" y="26"/>
                    </a:cubicBezTo>
                    <a:cubicBezTo>
                      <a:pt x="39" y="15"/>
                      <a:pt x="39" y="15"/>
                      <a:pt x="39" y="15"/>
                    </a:cubicBezTo>
                    <a:cubicBezTo>
                      <a:pt x="39" y="14"/>
                      <a:pt x="39" y="14"/>
                      <a:pt x="39" y="14"/>
                    </a:cubicBezTo>
                    <a:cubicBezTo>
                      <a:pt x="39" y="14"/>
                      <a:pt x="39" y="14"/>
                      <a:pt x="38" y="14"/>
                    </a:cubicBezTo>
                    <a:cubicBezTo>
                      <a:pt x="38" y="15"/>
                      <a:pt x="38" y="15"/>
                      <a:pt x="38" y="15"/>
                    </a:cubicBezTo>
                    <a:cubicBezTo>
                      <a:pt x="37" y="14"/>
                      <a:pt x="37" y="14"/>
                      <a:pt x="37" y="14"/>
                    </a:cubicBezTo>
                    <a:cubicBezTo>
                      <a:pt x="40" y="13"/>
                      <a:pt x="40" y="13"/>
                      <a:pt x="40" y="13"/>
                    </a:cubicBezTo>
                    <a:cubicBezTo>
                      <a:pt x="51" y="21"/>
                      <a:pt x="51" y="21"/>
                      <a:pt x="51" y="21"/>
                    </a:cubicBezTo>
                    <a:close/>
                    <a:moveTo>
                      <a:pt x="70" y="17"/>
                    </a:moveTo>
                    <a:cubicBezTo>
                      <a:pt x="70" y="17"/>
                      <a:pt x="71" y="17"/>
                      <a:pt x="72" y="16"/>
                    </a:cubicBezTo>
                    <a:cubicBezTo>
                      <a:pt x="72" y="15"/>
                      <a:pt x="72" y="14"/>
                      <a:pt x="72" y="14"/>
                    </a:cubicBezTo>
                    <a:cubicBezTo>
                      <a:pt x="70" y="3"/>
                      <a:pt x="70" y="3"/>
                      <a:pt x="70" y="3"/>
                    </a:cubicBezTo>
                    <a:cubicBezTo>
                      <a:pt x="70" y="3"/>
                      <a:pt x="69" y="3"/>
                      <a:pt x="69" y="3"/>
                    </a:cubicBezTo>
                    <a:cubicBezTo>
                      <a:pt x="69" y="3"/>
                      <a:pt x="69" y="3"/>
                      <a:pt x="69" y="3"/>
                    </a:cubicBezTo>
                    <a:cubicBezTo>
                      <a:pt x="68" y="3"/>
                      <a:pt x="68" y="3"/>
                      <a:pt x="68" y="3"/>
                    </a:cubicBezTo>
                    <a:cubicBezTo>
                      <a:pt x="68" y="2"/>
                      <a:pt x="68" y="2"/>
                      <a:pt x="68" y="2"/>
                    </a:cubicBezTo>
                    <a:cubicBezTo>
                      <a:pt x="71" y="1"/>
                      <a:pt x="71" y="1"/>
                      <a:pt x="71" y="1"/>
                    </a:cubicBezTo>
                    <a:cubicBezTo>
                      <a:pt x="71" y="2"/>
                      <a:pt x="71" y="2"/>
                      <a:pt x="71" y="2"/>
                    </a:cubicBezTo>
                    <a:cubicBezTo>
                      <a:pt x="71" y="2"/>
                      <a:pt x="71" y="2"/>
                      <a:pt x="71" y="2"/>
                    </a:cubicBezTo>
                    <a:cubicBezTo>
                      <a:pt x="71" y="2"/>
                      <a:pt x="70" y="2"/>
                      <a:pt x="70" y="2"/>
                    </a:cubicBezTo>
                    <a:cubicBezTo>
                      <a:pt x="70" y="3"/>
                      <a:pt x="70" y="3"/>
                      <a:pt x="70" y="3"/>
                    </a:cubicBezTo>
                    <a:cubicBezTo>
                      <a:pt x="73" y="13"/>
                      <a:pt x="73" y="13"/>
                      <a:pt x="73" y="13"/>
                    </a:cubicBezTo>
                    <a:cubicBezTo>
                      <a:pt x="73" y="15"/>
                      <a:pt x="73" y="16"/>
                      <a:pt x="72" y="16"/>
                    </a:cubicBezTo>
                    <a:cubicBezTo>
                      <a:pt x="71" y="17"/>
                      <a:pt x="71" y="18"/>
                      <a:pt x="70" y="18"/>
                    </a:cubicBezTo>
                    <a:cubicBezTo>
                      <a:pt x="68" y="18"/>
                      <a:pt x="67" y="18"/>
                      <a:pt x="66" y="18"/>
                    </a:cubicBezTo>
                    <a:cubicBezTo>
                      <a:pt x="66" y="17"/>
                      <a:pt x="65" y="17"/>
                      <a:pt x="65" y="15"/>
                    </a:cubicBezTo>
                    <a:cubicBezTo>
                      <a:pt x="62" y="5"/>
                      <a:pt x="62" y="5"/>
                      <a:pt x="62" y="5"/>
                    </a:cubicBezTo>
                    <a:cubicBezTo>
                      <a:pt x="62" y="5"/>
                      <a:pt x="62" y="4"/>
                      <a:pt x="62" y="4"/>
                    </a:cubicBezTo>
                    <a:cubicBezTo>
                      <a:pt x="62" y="4"/>
                      <a:pt x="62" y="4"/>
                      <a:pt x="61" y="4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5" y="3"/>
                      <a:pt x="65" y="3"/>
                      <a:pt x="65" y="3"/>
                    </a:cubicBezTo>
                    <a:cubicBezTo>
                      <a:pt x="65" y="4"/>
                      <a:pt x="65" y="4"/>
                      <a:pt x="65" y="4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4"/>
                      <a:pt x="64" y="4"/>
                      <a:pt x="64" y="5"/>
                    </a:cubicBezTo>
                    <a:cubicBezTo>
                      <a:pt x="66" y="15"/>
                      <a:pt x="66" y="15"/>
                      <a:pt x="66" y="15"/>
                    </a:cubicBezTo>
                    <a:cubicBezTo>
                      <a:pt x="66" y="16"/>
                      <a:pt x="67" y="17"/>
                      <a:pt x="67" y="17"/>
                    </a:cubicBezTo>
                    <a:cubicBezTo>
                      <a:pt x="68" y="18"/>
                      <a:pt x="69" y="18"/>
                      <a:pt x="70" y="17"/>
                    </a:cubicBezTo>
                    <a:close/>
                    <a:moveTo>
                      <a:pt x="84" y="12"/>
                    </a:moveTo>
                    <a:cubicBezTo>
                      <a:pt x="84" y="12"/>
                      <a:pt x="84" y="12"/>
                      <a:pt x="84" y="12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4" y="1"/>
                      <a:pt x="84" y="1"/>
                      <a:pt x="83" y="1"/>
                    </a:cubicBezTo>
                    <a:cubicBezTo>
                      <a:pt x="83" y="1"/>
                      <a:pt x="83" y="1"/>
                      <a:pt x="83" y="1"/>
                    </a:cubicBezTo>
                    <a:cubicBezTo>
                      <a:pt x="82" y="1"/>
                      <a:pt x="82" y="1"/>
                      <a:pt x="82" y="1"/>
                    </a:cubicBezTo>
                    <a:cubicBezTo>
                      <a:pt x="82" y="0"/>
                      <a:pt x="82" y="0"/>
                      <a:pt x="82" y="0"/>
                    </a:cubicBezTo>
                    <a:cubicBezTo>
                      <a:pt x="86" y="0"/>
                      <a:pt x="86" y="0"/>
                      <a:pt x="86" y="0"/>
                    </a:cubicBezTo>
                    <a:cubicBezTo>
                      <a:pt x="86" y="1"/>
                      <a:pt x="86" y="1"/>
                      <a:pt x="86" y="1"/>
                    </a:cubicBezTo>
                    <a:cubicBezTo>
                      <a:pt x="85" y="1"/>
                      <a:pt x="85" y="1"/>
                      <a:pt x="85" y="1"/>
                    </a:cubicBezTo>
                    <a:cubicBezTo>
                      <a:pt x="85" y="1"/>
                      <a:pt x="85" y="1"/>
                      <a:pt x="84" y="1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77" y="3"/>
                      <a:pt x="77" y="3"/>
                      <a:pt x="77" y="3"/>
                    </a:cubicBezTo>
                    <a:cubicBezTo>
                      <a:pt x="77" y="3"/>
                      <a:pt x="77" y="3"/>
                      <a:pt x="77" y="3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77" y="15"/>
                      <a:pt x="78" y="15"/>
                      <a:pt x="78" y="16"/>
                    </a:cubicBezTo>
                    <a:cubicBezTo>
                      <a:pt x="78" y="16"/>
                      <a:pt x="78" y="16"/>
                      <a:pt x="78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76" y="16"/>
                      <a:pt x="76" y="16"/>
                      <a:pt x="76" y="16"/>
                    </a:cubicBezTo>
                    <a:cubicBezTo>
                      <a:pt x="76" y="16"/>
                      <a:pt x="77" y="16"/>
                      <a:pt x="77" y="16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76" y="2"/>
                      <a:pt x="76" y="2"/>
                      <a:pt x="76" y="2"/>
                    </a:cubicBezTo>
                    <a:cubicBezTo>
                      <a:pt x="76" y="2"/>
                      <a:pt x="76" y="2"/>
                      <a:pt x="76" y="1"/>
                    </a:cubicBezTo>
                    <a:cubicBezTo>
                      <a:pt x="76" y="1"/>
                      <a:pt x="75" y="1"/>
                      <a:pt x="75" y="1"/>
                    </a:cubicBezTo>
                    <a:cubicBezTo>
                      <a:pt x="74" y="1"/>
                      <a:pt x="74" y="1"/>
                      <a:pt x="74" y="1"/>
                    </a:cubicBezTo>
                    <a:cubicBezTo>
                      <a:pt x="74" y="1"/>
                      <a:pt x="74" y="1"/>
                      <a:pt x="74" y="1"/>
                    </a:cubicBezTo>
                    <a:cubicBezTo>
                      <a:pt x="77" y="1"/>
                      <a:pt x="77" y="1"/>
                      <a:pt x="77" y="1"/>
                    </a:cubicBezTo>
                    <a:cubicBezTo>
                      <a:pt x="84" y="12"/>
                      <a:pt x="84" y="12"/>
                      <a:pt x="84" y="12"/>
                    </a:cubicBezTo>
                    <a:close/>
                    <a:moveTo>
                      <a:pt x="90" y="1"/>
                    </a:moveTo>
                    <a:cubicBezTo>
                      <a:pt x="90" y="0"/>
                      <a:pt x="90" y="0"/>
                      <a:pt x="90" y="0"/>
                    </a:cubicBezTo>
                    <a:cubicBezTo>
                      <a:pt x="98" y="1"/>
                      <a:pt x="98" y="1"/>
                      <a:pt x="98" y="1"/>
                    </a:cubicBezTo>
                    <a:cubicBezTo>
                      <a:pt x="98" y="1"/>
                      <a:pt x="98" y="1"/>
                      <a:pt x="98" y="1"/>
                    </a:cubicBezTo>
                    <a:cubicBezTo>
                      <a:pt x="96" y="1"/>
                      <a:pt x="96" y="1"/>
                      <a:pt x="96" y="1"/>
                    </a:cubicBezTo>
                    <a:cubicBezTo>
                      <a:pt x="95" y="1"/>
                      <a:pt x="95" y="1"/>
                      <a:pt x="95" y="1"/>
                    </a:cubicBezTo>
                    <a:cubicBezTo>
                      <a:pt x="95" y="1"/>
                      <a:pt x="95" y="1"/>
                      <a:pt x="95" y="2"/>
                    </a:cubicBezTo>
                    <a:cubicBezTo>
                      <a:pt x="94" y="15"/>
                      <a:pt x="94" y="15"/>
                      <a:pt x="94" y="15"/>
                    </a:cubicBezTo>
                    <a:cubicBezTo>
                      <a:pt x="94" y="15"/>
                      <a:pt x="94" y="15"/>
                      <a:pt x="94" y="15"/>
                    </a:cubicBezTo>
                    <a:cubicBezTo>
                      <a:pt x="94" y="15"/>
                      <a:pt x="94" y="15"/>
                      <a:pt x="95" y="15"/>
                    </a:cubicBezTo>
                    <a:cubicBezTo>
                      <a:pt x="97" y="16"/>
                      <a:pt x="97" y="16"/>
                      <a:pt x="97" y="16"/>
                    </a:cubicBezTo>
                    <a:cubicBezTo>
                      <a:pt x="97" y="16"/>
                      <a:pt x="97" y="16"/>
                      <a:pt x="97" y="16"/>
                    </a:cubicBezTo>
                    <a:cubicBezTo>
                      <a:pt x="89" y="16"/>
                      <a:pt x="89" y="16"/>
                      <a:pt x="89" y="16"/>
                    </a:cubicBezTo>
                    <a:cubicBezTo>
                      <a:pt x="89" y="15"/>
                      <a:pt x="89" y="15"/>
                      <a:pt x="89" y="15"/>
                    </a:cubicBezTo>
                    <a:cubicBezTo>
                      <a:pt x="91" y="15"/>
                      <a:pt x="91" y="15"/>
                      <a:pt x="91" y="15"/>
                    </a:cubicBezTo>
                    <a:cubicBezTo>
                      <a:pt x="92" y="15"/>
                      <a:pt x="92" y="15"/>
                      <a:pt x="92" y="15"/>
                    </a:cubicBezTo>
                    <a:cubicBezTo>
                      <a:pt x="92" y="15"/>
                      <a:pt x="92" y="15"/>
                      <a:pt x="92" y="15"/>
                    </a:cubicBezTo>
                    <a:cubicBezTo>
                      <a:pt x="93" y="2"/>
                      <a:pt x="93" y="2"/>
                      <a:pt x="93" y="2"/>
                    </a:cubicBezTo>
                    <a:cubicBezTo>
                      <a:pt x="93" y="1"/>
                      <a:pt x="93" y="1"/>
                      <a:pt x="93" y="1"/>
                    </a:cubicBezTo>
                    <a:cubicBezTo>
                      <a:pt x="93" y="1"/>
                      <a:pt x="93" y="1"/>
                      <a:pt x="92" y="1"/>
                    </a:cubicBezTo>
                    <a:cubicBezTo>
                      <a:pt x="90" y="1"/>
                      <a:pt x="90" y="1"/>
                      <a:pt x="90" y="1"/>
                    </a:cubicBezTo>
                    <a:close/>
                    <a:moveTo>
                      <a:pt x="109" y="3"/>
                    </a:moveTo>
                    <a:cubicBezTo>
                      <a:pt x="109" y="2"/>
                      <a:pt x="109" y="2"/>
                      <a:pt x="109" y="2"/>
                    </a:cubicBezTo>
                    <a:cubicBezTo>
                      <a:pt x="113" y="3"/>
                      <a:pt x="113" y="3"/>
                      <a:pt x="113" y="3"/>
                    </a:cubicBezTo>
                    <a:cubicBezTo>
                      <a:pt x="113" y="3"/>
                      <a:pt x="113" y="3"/>
                      <a:pt x="113" y="3"/>
                    </a:cubicBezTo>
                    <a:cubicBezTo>
                      <a:pt x="112" y="3"/>
                      <a:pt x="112" y="3"/>
                      <a:pt x="112" y="3"/>
                    </a:cubicBezTo>
                    <a:cubicBezTo>
                      <a:pt x="112" y="3"/>
                      <a:pt x="112" y="3"/>
                      <a:pt x="111" y="4"/>
                    </a:cubicBezTo>
                    <a:cubicBezTo>
                      <a:pt x="111" y="4"/>
                      <a:pt x="111" y="4"/>
                      <a:pt x="111" y="4"/>
                    </a:cubicBezTo>
                    <a:cubicBezTo>
                      <a:pt x="105" y="17"/>
                      <a:pt x="105" y="17"/>
                      <a:pt x="105" y="17"/>
                    </a:cubicBezTo>
                    <a:cubicBezTo>
                      <a:pt x="104" y="17"/>
                      <a:pt x="104" y="17"/>
                      <a:pt x="104" y="17"/>
                    </a:cubicBezTo>
                    <a:cubicBezTo>
                      <a:pt x="103" y="3"/>
                      <a:pt x="103" y="3"/>
                      <a:pt x="103" y="3"/>
                    </a:cubicBezTo>
                    <a:cubicBezTo>
                      <a:pt x="103" y="3"/>
                      <a:pt x="103" y="2"/>
                      <a:pt x="103" y="2"/>
                    </a:cubicBezTo>
                    <a:cubicBezTo>
                      <a:pt x="103" y="2"/>
                      <a:pt x="103" y="2"/>
                      <a:pt x="102" y="2"/>
                    </a:cubicBezTo>
                    <a:cubicBezTo>
                      <a:pt x="102" y="2"/>
                      <a:pt x="102" y="2"/>
                      <a:pt x="102" y="2"/>
                    </a:cubicBezTo>
                    <a:cubicBezTo>
                      <a:pt x="102" y="1"/>
                      <a:pt x="102" y="1"/>
                      <a:pt x="102" y="1"/>
                    </a:cubicBezTo>
                    <a:cubicBezTo>
                      <a:pt x="106" y="2"/>
                      <a:pt x="106" y="2"/>
                      <a:pt x="106" y="2"/>
                    </a:cubicBezTo>
                    <a:cubicBezTo>
                      <a:pt x="106" y="2"/>
                      <a:pt x="106" y="2"/>
                      <a:pt x="106" y="2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5" y="3"/>
                      <a:pt x="105" y="3"/>
                      <a:pt x="105" y="3"/>
                    </a:cubicBezTo>
                    <a:cubicBezTo>
                      <a:pt x="105" y="14"/>
                      <a:pt x="105" y="14"/>
                      <a:pt x="105" y="14"/>
                    </a:cubicBezTo>
                    <a:cubicBezTo>
                      <a:pt x="106" y="14"/>
                      <a:pt x="106" y="14"/>
                      <a:pt x="106" y="14"/>
                    </a:cubicBezTo>
                    <a:cubicBezTo>
                      <a:pt x="110" y="4"/>
                      <a:pt x="110" y="4"/>
                      <a:pt x="110" y="4"/>
                    </a:cubicBezTo>
                    <a:cubicBezTo>
                      <a:pt x="110" y="4"/>
                      <a:pt x="110" y="4"/>
                      <a:pt x="110" y="3"/>
                    </a:cubicBezTo>
                    <a:cubicBezTo>
                      <a:pt x="110" y="3"/>
                      <a:pt x="110" y="3"/>
                      <a:pt x="110" y="3"/>
                    </a:cubicBezTo>
                    <a:cubicBezTo>
                      <a:pt x="109" y="3"/>
                      <a:pt x="109" y="3"/>
                      <a:pt x="109" y="3"/>
                    </a:cubicBezTo>
                    <a:close/>
                    <a:moveTo>
                      <a:pt x="116" y="5"/>
                    </a:moveTo>
                    <a:cubicBezTo>
                      <a:pt x="116" y="5"/>
                      <a:pt x="116" y="5"/>
                      <a:pt x="116" y="5"/>
                    </a:cubicBezTo>
                    <a:cubicBezTo>
                      <a:pt x="117" y="5"/>
                      <a:pt x="117" y="5"/>
                      <a:pt x="117" y="5"/>
                    </a:cubicBezTo>
                    <a:cubicBezTo>
                      <a:pt x="117" y="5"/>
                      <a:pt x="117" y="6"/>
                      <a:pt x="117" y="6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9"/>
                      <a:pt x="113" y="19"/>
                    </a:cubicBezTo>
                    <a:cubicBezTo>
                      <a:pt x="112" y="19"/>
                      <a:pt x="112" y="19"/>
                      <a:pt x="112" y="19"/>
                    </a:cubicBezTo>
                    <a:cubicBezTo>
                      <a:pt x="111" y="18"/>
                      <a:pt x="111" y="18"/>
                      <a:pt x="111" y="18"/>
                    </a:cubicBezTo>
                    <a:cubicBezTo>
                      <a:pt x="111" y="19"/>
                      <a:pt x="111" y="19"/>
                      <a:pt x="111" y="19"/>
                    </a:cubicBezTo>
                    <a:cubicBezTo>
                      <a:pt x="120" y="22"/>
                      <a:pt x="120" y="22"/>
                      <a:pt x="120" y="22"/>
                    </a:cubicBezTo>
                    <a:cubicBezTo>
                      <a:pt x="122" y="19"/>
                      <a:pt x="122" y="19"/>
                      <a:pt x="122" y="19"/>
                    </a:cubicBezTo>
                    <a:cubicBezTo>
                      <a:pt x="122" y="18"/>
                      <a:pt x="122" y="18"/>
                      <a:pt x="122" y="18"/>
                    </a:cubicBezTo>
                    <a:cubicBezTo>
                      <a:pt x="121" y="19"/>
                      <a:pt x="120" y="20"/>
                      <a:pt x="120" y="20"/>
                    </a:cubicBezTo>
                    <a:cubicBezTo>
                      <a:pt x="119" y="21"/>
                      <a:pt x="118" y="21"/>
                      <a:pt x="117" y="20"/>
                    </a:cubicBezTo>
                    <a:cubicBezTo>
                      <a:pt x="115" y="20"/>
                      <a:pt x="115" y="20"/>
                      <a:pt x="115" y="20"/>
                    </a:cubicBezTo>
                    <a:cubicBezTo>
                      <a:pt x="115" y="20"/>
                      <a:pt x="114" y="19"/>
                      <a:pt x="114" y="19"/>
                    </a:cubicBezTo>
                    <a:cubicBezTo>
                      <a:pt x="114" y="19"/>
                      <a:pt x="114" y="19"/>
                      <a:pt x="114" y="19"/>
                    </a:cubicBezTo>
                    <a:cubicBezTo>
                      <a:pt x="116" y="12"/>
                      <a:pt x="116" y="12"/>
                      <a:pt x="116" y="12"/>
                    </a:cubicBezTo>
                    <a:cubicBezTo>
                      <a:pt x="119" y="13"/>
                      <a:pt x="119" y="13"/>
                      <a:pt x="119" y="13"/>
                    </a:cubicBezTo>
                    <a:cubicBezTo>
                      <a:pt x="120" y="13"/>
                      <a:pt x="120" y="13"/>
                      <a:pt x="120" y="14"/>
                    </a:cubicBezTo>
                    <a:cubicBezTo>
                      <a:pt x="120" y="14"/>
                      <a:pt x="120" y="15"/>
                      <a:pt x="120" y="15"/>
                    </a:cubicBezTo>
                    <a:cubicBezTo>
                      <a:pt x="120" y="16"/>
                      <a:pt x="120" y="16"/>
                      <a:pt x="120" y="16"/>
                    </a:cubicBezTo>
                    <a:cubicBezTo>
                      <a:pt x="120" y="16"/>
                      <a:pt x="120" y="16"/>
                      <a:pt x="120" y="16"/>
                    </a:cubicBezTo>
                    <a:cubicBezTo>
                      <a:pt x="122" y="11"/>
                      <a:pt x="122" y="11"/>
                      <a:pt x="122" y="11"/>
                    </a:cubicBezTo>
                    <a:cubicBezTo>
                      <a:pt x="122" y="11"/>
                      <a:pt x="122" y="11"/>
                      <a:pt x="122" y="11"/>
                    </a:cubicBezTo>
                    <a:cubicBezTo>
                      <a:pt x="121" y="11"/>
                      <a:pt x="121" y="11"/>
                      <a:pt x="121" y="11"/>
                    </a:cubicBezTo>
                    <a:cubicBezTo>
                      <a:pt x="121" y="12"/>
                      <a:pt x="121" y="12"/>
                      <a:pt x="121" y="12"/>
                    </a:cubicBezTo>
                    <a:cubicBezTo>
                      <a:pt x="120" y="13"/>
                      <a:pt x="120" y="13"/>
                      <a:pt x="119" y="12"/>
                    </a:cubicBezTo>
                    <a:cubicBezTo>
                      <a:pt x="117" y="12"/>
                      <a:pt x="117" y="12"/>
                      <a:pt x="117" y="12"/>
                    </a:cubicBezTo>
                    <a:cubicBezTo>
                      <a:pt x="118" y="6"/>
                      <a:pt x="118" y="6"/>
                      <a:pt x="118" y="6"/>
                    </a:cubicBezTo>
                    <a:cubicBezTo>
                      <a:pt x="118" y="6"/>
                      <a:pt x="119" y="6"/>
                      <a:pt x="119" y="6"/>
                    </a:cubicBezTo>
                    <a:cubicBezTo>
                      <a:pt x="119" y="6"/>
                      <a:pt x="119" y="6"/>
                      <a:pt x="119" y="6"/>
                    </a:cubicBezTo>
                    <a:cubicBezTo>
                      <a:pt x="122" y="7"/>
                      <a:pt x="122" y="7"/>
                      <a:pt x="122" y="7"/>
                    </a:cubicBezTo>
                    <a:cubicBezTo>
                      <a:pt x="122" y="7"/>
                      <a:pt x="123" y="7"/>
                      <a:pt x="123" y="8"/>
                    </a:cubicBezTo>
                    <a:cubicBezTo>
                      <a:pt x="124" y="8"/>
                      <a:pt x="124" y="9"/>
                      <a:pt x="124" y="10"/>
                    </a:cubicBezTo>
                    <a:cubicBezTo>
                      <a:pt x="125" y="10"/>
                      <a:pt x="125" y="10"/>
                      <a:pt x="125" y="10"/>
                    </a:cubicBezTo>
                    <a:cubicBezTo>
                      <a:pt x="125" y="7"/>
                      <a:pt x="125" y="7"/>
                      <a:pt x="125" y="7"/>
                    </a:cubicBezTo>
                    <a:cubicBezTo>
                      <a:pt x="116" y="4"/>
                      <a:pt x="116" y="4"/>
                      <a:pt x="116" y="4"/>
                    </a:cubicBezTo>
                    <a:cubicBezTo>
                      <a:pt x="116" y="5"/>
                      <a:pt x="116" y="5"/>
                      <a:pt x="116" y="5"/>
                    </a:cubicBezTo>
                    <a:close/>
                    <a:moveTo>
                      <a:pt x="136" y="17"/>
                    </a:moveTo>
                    <a:cubicBezTo>
                      <a:pt x="136" y="18"/>
                      <a:pt x="135" y="19"/>
                      <a:pt x="134" y="19"/>
                    </a:cubicBezTo>
                    <a:cubicBezTo>
                      <a:pt x="133" y="19"/>
                      <a:pt x="133" y="19"/>
                      <a:pt x="132" y="19"/>
                    </a:cubicBezTo>
                    <a:cubicBezTo>
                      <a:pt x="131" y="26"/>
                      <a:pt x="131" y="26"/>
                      <a:pt x="131" y="26"/>
                    </a:cubicBezTo>
                    <a:cubicBezTo>
                      <a:pt x="131" y="26"/>
                      <a:pt x="131" y="27"/>
                      <a:pt x="131" y="27"/>
                    </a:cubicBezTo>
                    <a:cubicBezTo>
                      <a:pt x="131" y="27"/>
                      <a:pt x="131" y="27"/>
                      <a:pt x="132" y="27"/>
                    </a:cubicBezTo>
                    <a:cubicBezTo>
                      <a:pt x="132" y="27"/>
                      <a:pt x="132" y="27"/>
                      <a:pt x="132" y="27"/>
                    </a:cubicBezTo>
                    <a:cubicBezTo>
                      <a:pt x="132" y="28"/>
                      <a:pt x="132" y="28"/>
                      <a:pt x="132" y="28"/>
                    </a:cubicBezTo>
                    <a:cubicBezTo>
                      <a:pt x="130" y="27"/>
                      <a:pt x="130" y="27"/>
                      <a:pt x="130" y="27"/>
                    </a:cubicBezTo>
                    <a:cubicBezTo>
                      <a:pt x="130" y="18"/>
                      <a:pt x="130" y="18"/>
                      <a:pt x="130" y="18"/>
                    </a:cubicBezTo>
                    <a:cubicBezTo>
                      <a:pt x="129" y="17"/>
                      <a:pt x="129" y="17"/>
                      <a:pt x="129" y="17"/>
                    </a:cubicBezTo>
                    <a:cubicBezTo>
                      <a:pt x="126" y="23"/>
                      <a:pt x="126" y="23"/>
                      <a:pt x="126" y="23"/>
                    </a:cubicBezTo>
                    <a:cubicBezTo>
                      <a:pt x="125" y="24"/>
                      <a:pt x="125" y="24"/>
                      <a:pt x="126" y="24"/>
                    </a:cubicBezTo>
                    <a:cubicBezTo>
                      <a:pt x="126" y="24"/>
                      <a:pt x="126" y="24"/>
                      <a:pt x="126" y="24"/>
                    </a:cubicBezTo>
                    <a:cubicBezTo>
                      <a:pt x="126" y="25"/>
                      <a:pt x="126" y="25"/>
                      <a:pt x="126" y="25"/>
                    </a:cubicBezTo>
                    <a:cubicBezTo>
                      <a:pt x="126" y="25"/>
                      <a:pt x="126" y="25"/>
                      <a:pt x="126" y="25"/>
                    </a:cubicBezTo>
                    <a:cubicBezTo>
                      <a:pt x="122" y="23"/>
                      <a:pt x="122" y="23"/>
                      <a:pt x="122" y="23"/>
                    </a:cubicBezTo>
                    <a:cubicBezTo>
                      <a:pt x="123" y="23"/>
                      <a:pt x="123" y="23"/>
                      <a:pt x="123" y="23"/>
                    </a:cubicBezTo>
                    <a:cubicBezTo>
                      <a:pt x="123" y="23"/>
                      <a:pt x="123" y="23"/>
                      <a:pt x="123" y="23"/>
                    </a:cubicBezTo>
                    <a:cubicBezTo>
                      <a:pt x="123" y="23"/>
                      <a:pt x="124" y="23"/>
                      <a:pt x="124" y="23"/>
                    </a:cubicBezTo>
                    <a:cubicBezTo>
                      <a:pt x="124" y="23"/>
                      <a:pt x="124" y="23"/>
                      <a:pt x="124" y="23"/>
                    </a:cubicBezTo>
                    <a:cubicBezTo>
                      <a:pt x="130" y="11"/>
                      <a:pt x="130" y="11"/>
                      <a:pt x="130" y="11"/>
                    </a:cubicBezTo>
                    <a:cubicBezTo>
                      <a:pt x="130" y="11"/>
                      <a:pt x="130" y="11"/>
                      <a:pt x="130" y="10"/>
                    </a:cubicBezTo>
                    <a:cubicBezTo>
                      <a:pt x="130" y="10"/>
                      <a:pt x="130" y="10"/>
                      <a:pt x="130" y="10"/>
                    </a:cubicBezTo>
                    <a:cubicBezTo>
                      <a:pt x="129" y="10"/>
                      <a:pt x="129" y="10"/>
                      <a:pt x="129" y="10"/>
                    </a:cubicBezTo>
                    <a:cubicBezTo>
                      <a:pt x="130" y="9"/>
                      <a:pt x="130" y="9"/>
                      <a:pt x="130" y="9"/>
                    </a:cubicBezTo>
                    <a:cubicBezTo>
                      <a:pt x="134" y="12"/>
                      <a:pt x="134" y="12"/>
                      <a:pt x="134" y="12"/>
                    </a:cubicBezTo>
                    <a:cubicBezTo>
                      <a:pt x="135" y="12"/>
                      <a:pt x="136" y="13"/>
                      <a:pt x="137" y="14"/>
                    </a:cubicBezTo>
                    <a:cubicBezTo>
                      <a:pt x="137" y="15"/>
                      <a:pt x="137" y="16"/>
                      <a:pt x="136" y="17"/>
                    </a:cubicBezTo>
                    <a:close/>
                    <a:moveTo>
                      <a:pt x="129" y="17"/>
                    </a:moveTo>
                    <a:cubicBezTo>
                      <a:pt x="131" y="18"/>
                      <a:pt x="131" y="18"/>
                      <a:pt x="131" y="18"/>
                    </a:cubicBezTo>
                    <a:cubicBezTo>
                      <a:pt x="131" y="18"/>
                      <a:pt x="132" y="18"/>
                      <a:pt x="133" y="18"/>
                    </a:cubicBezTo>
                    <a:cubicBezTo>
                      <a:pt x="134" y="18"/>
                      <a:pt x="134" y="17"/>
                      <a:pt x="135" y="16"/>
                    </a:cubicBezTo>
                    <a:cubicBezTo>
                      <a:pt x="135" y="15"/>
                      <a:pt x="136" y="15"/>
                      <a:pt x="135" y="14"/>
                    </a:cubicBezTo>
                    <a:cubicBezTo>
                      <a:pt x="135" y="13"/>
                      <a:pt x="135" y="12"/>
                      <a:pt x="133" y="12"/>
                    </a:cubicBezTo>
                    <a:cubicBezTo>
                      <a:pt x="133" y="11"/>
                      <a:pt x="133" y="11"/>
                      <a:pt x="133" y="11"/>
                    </a:cubicBezTo>
                    <a:cubicBezTo>
                      <a:pt x="132" y="11"/>
                      <a:pt x="132" y="11"/>
                      <a:pt x="132" y="11"/>
                    </a:cubicBezTo>
                    <a:cubicBezTo>
                      <a:pt x="132" y="11"/>
                      <a:pt x="132" y="11"/>
                      <a:pt x="132" y="12"/>
                    </a:cubicBezTo>
                    <a:cubicBezTo>
                      <a:pt x="129" y="17"/>
                      <a:pt x="129" y="17"/>
                      <a:pt x="129" y="17"/>
                    </a:cubicBezTo>
                    <a:close/>
                    <a:moveTo>
                      <a:pt x="141" y="25"/>
                    </a:moveTo>
                    <a:cubicBezTo>
                      <a:pt x="142" y="27"/>
                      <a:pt x="142" y="28"/>
                      <a:pt x="142" y="28"/>
                    </a:cubicBezTo>
                    <a:cubicBezTo>
                      <a:pt x="142" y="29"/>
                      <a:pt x="142" y="30"/>
                      <a:pt x="142" y="30"/>
                    </a:cubicBezTo>
                    <a:cubicBezTo>
                      <a:pt x="141" y="31"/>
                      <a:pt x="141" y="32"/>
                      <a:pt x="140" y="32"/>
                    </a:cubicBezTo>
                    <a:cubicBezTo>
                      <a:pt x="139" y="32"/>
                      <a:pt x="138" y="32"/>
                      <a:pt x="137" y="32"/>
                    </a:cubicBezTo>
                    <a:cubicBezTo>
                      <a:pt x="137" y="31"/>
                      <a:pt x="136" y="30"/>
                      <a:pt x="136" y="29"/>
                    </a:cubicBezTo>
                    <a:cubicBezTo>
                      <a:pt x="135" y="28"/>
                      <a:pt x="136" y="27"/>
                      <a:pt x="136" y="26"/>
                    </a:cubicBezTo>
                    <a:cubicBezTo>
                      <a:pt x="136" y="26"/>
                      <a:pt x="136" y="26"/>
                      <a:pt x="136" y="26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5" y="30"/>
                      <a:pt x="135" y="30"/>
                      <a:pt x="135" y="30"/>
                    </a:cubicBezTo>
                    <a:cubicBezTo>
                      <a:pt x="135" y="30"/>
                      <a:pt x="135" y="30"/>
                      <a:pt x="136" y="31"/>
                    </a:cubicBezTo>
                    <a:cubicBezTo>
                      <a:pt x="136" y="31"/>
                      <a:pt x="136" y="32"/>
                      <a:pt x="137" y="32"/>
                    </a:cubicBezTo>
                    <a:cubicBezTo>
                      <a:pt x="138" y="33"/>
                      <a:pt x="139" y="33"/>
                      <a:pt x="140" y="33"/>
                    </a:cubicBezTo>
                    <a:cubicBezTo>
                      <a:pt x="142" y="33"/>
                      <a:pt x="142" y="32"/>
                      <a:pt x="143" y="31"/>
                    </a:cubicBezTo>
                    <a:cubicBezTo>
                      <a:pt x="144" y="30"/>
                      <a:pt x="144" y="29"/>
                      <a:pt x="144" y="28"/>
                    </a:cubicBezTo>
                    <a:cubicBezTo>
                      <a:pt x="144" y="27"/>
                      <a:pt x="143" y="26"/>
                      <a:pt x="142" y="25"/>
                    </a:cubicBezTo>
                    <a:cubicBezTo>
                      <a:pt x="141" y="23"/>
                      <a:pt x="141" y="22"/>
                      <a:pt x="141" y="22"/>
                    </a:cubicBezTo>
                    <a:cubicBezTo>
                      <a:pt x="141" y="21"/>
                      <a:pt x="141" y="20"/>
                      <a:pt x="141" y="20"/>
                    </a:cubicBezTo>
                    <a:cubicBezTo>
                      <a:pt x="142" y="19"/>
                      <a:pt x="142" y="19"/>
                      <a:pt x="143" y="19"/>
                    </a:cubicBezTo>
                    <a:cubicBezTo>
                      <a:pt x="144" y="18"/>
                      <a:pt x="144" y="18"/>
                      <a:pt x="145" y="19"/>
                    </a:cubicBezTo>
                    <a:cubicBezTo>
                      <a:pt x="146" y="20"/>
                      <a:pt x="147" y="20"/>
                      <a:pt x="147" y="21"/>
                    </a:cubicBezTo>
                    <a:cubicBezTo>
                      <a:pt x="147" y="22"/>
                      <a:pt x="147" y="23"/>
                      <a:pt x="147" y="24"/>
                    </a:cubicBezTo>
                    <a:cubicBezTo>
                      <a:pt x="147" y="24"/>
                      <a:pt x="147" y="24"/>
                      <a:pt x="147" y="24"/>
                    </a:cubicBezTo>
                    <a:cubicBezTo>
                      <a:pt x="149" y="21"/>
                      <a:pt x="149" y="21"/>
                      <a:pt x="149" y="21"/>
                    </a:cubicBezTo>
                    <a:cubicBezTo>
                      <a:pt x="149" y="21"/>
                      <a:pt x="149" y="21"/>
                      <a:pt x="148" y="21"/>
                    </a:cubicBezTo>
                    <a:cubicBezTo>
                      <a:pt x="148" y="21"/>
                      <a:pt x="148" y="21"/>
                      <a:pt x="148" y="21"/>
                    </a:cubicBezTo>
                    <a:cubicBezTo>
                      <a:pt x="148" y="21"/>
                      <a:pt x="147" y="20"/>
                      <a:pt x="147" y="20"/>
                    </a:cubicBezTo>
                    <a:cubicBezTo>
                      <a:pt x="147" y="19"/>
                      <a:pt x="146" y="19"/>
                      <a:pt x="146" y="19"/>
                    </a:cubicBezTo>
                    <a:cubicBezTo>
                      <a:pt x="145" y="18"/>
                      <a:pt x="144" y="18"/>
                      <a:pt x="143" y="18"/>
                    </a:cubicBezTo>
                    <a:cubicBezTo>
                      <a:pt x="141" y="18"/>
                      <a:pt x="141" y="19"/>
                      <a:pt x="140" y="19"/>
                    </a:cubicBezTo>
                    <a:cubicBezTo>
                      <a:pt x="139" y="20"/>
                      <a:pt x="139" y="21"/>
                      <a:pt x="139" y="22"/>
                    </a:cubicBezTo>
                    <a:cubicBezTo>
                      <a:pt x="140" y="23"/>
                      <a:pt x="140" y="24"/>
                      <a:pt x="141" y="25"/>
                    </a:cubicBezTo>
                    <a:close/>
                    <a:moveTo>
                      <a:pt x="154" y="26"/>
                    </a:moveTo>
                    <a:cubicBezTo>
                      <a:pt x="154" y="26"/>
                      <a:pt x="154" y="26"/>
                      <a:pt x="154" y="26"/>
                    </a:cubicBezTo>
                    <a:cubicBezTo>
                      <a:pt x="159" y="31"/>
                      <a:pt x="159" y="31"/>
                      <a:pt x="159" y="31"/>
                    </a:cubicBezTo>
                    <a:cubicBezTo>
                      <a:pt x="159" y="31"/>
                      <a:pt x="159" y="31"/>
                      <a:pt x="159" y="31"/>
                    </a:cubicBezTo>
                    <a:cubicBezTo>
                      <a:pt x="158" y="30"/>
                      <a:pt x="158" y="30"/>
                      <a:pt x="158" y="30"/>
                    </a:cubicBezTo>
                    <a:cubicBezTo>
                      <a:pt x="157" y="29"/>
                      <a:pt x="157" y="29"/>
                      <a:pt x="157" y="29"/>
                    </a:cubicBezTo>
                    <a:cubicBezTo>
                      <a:pt x="157" y="29"/>
                      <a:pt x="157" y="29"/>
                      <a:pt x="156" y="30"/>
                    </a:cubicBezTo>
                    <a:cubicBezTo>
                      <a:pt x="147" y="39"/>
                      <a:pt x="147" y="39"/>
                      <a:pt x="147" y="39"/>
                    </a:cubicBezTo>
                    <a:cubicBezTo>
                      <a:pt x="147" y="39"/>
                      <a:pt x="147" y="39"/>
                      <a:pt x="147" y="40"/>
                    </a:cubicBezTo>
                    <a:cubicBezTo>
                      <a:pt x="147" y="40"/>
                      <a:pt x="147" y="40"/>
                      <a:pt x="148" y="40"/>
                    </a:cubicBezTo>
                    <a:cubicBezTo>
                      <a:pt x="149" y="42"/>
                      <a:pt x="149" y="42"/>
                      <a:pt x="149" y="42"/>
                    </a:cubicBezTo>
                    <a:cubicBezTo>
                      <a:pt x="149" y="42"/>
                      <a:pt x="149" y="42"/>
                      <a:pt x="149" y="42"/>
                    </a:cubicBezTo>
                    <a:cubicBezTo>
                      <a:pt x="143" y="37"/>
                      <a:pt x="143" y="37"/>
                      <a:pt x="143" y="37"/>
                    </a:cubicBezTo>
                    <a:cubicBezTo>
                      <a:pt x="144" y="37"/>
                      <a:pt x="144" y="37"/>
                      <a:pt x="144" y="37"/>
                    </a:cubicBezTo>
                    <a:cubicBezTo>
                      <a:pt x="145" y="38"/>
                      <a:pt x="145" y="38"/>
                      <a:pt x="145" y="38"/>
                    </a:cubicBezTo>
                    <a:cubicBezTo>
                      <a:pt x="146" y="38"/>
                      <a:pt x="146" y="38"/>
                      <a:pt x="146" y="38"/>
                    </a:cubicBezTo>
                    <a:cubicBezTo>
                      <a:pt x="146" y="38"/>
                      <a:pt x="146" y="38"/>
                      <a:pt x="146" y="38"/>
                    </a:cubicBezTo>
                    <a:cubicBezTo>
                      <a:pt x="155" y="29"/>
                      <a:pt x="155" y="29"/>
                      <a:pt x="155" y="29"/>
                    </a:cubicBezTo>
                    <a:cubicBezTo>
                      <a:pt x="155" y="28"/>
                      <a:pt x="156" y="28"/>
                      <a:pt x="156" y="28"/>
                    </a:cubicBezTo>
                    <a:cubicBezTo>
                      <a:pt x="156" y="28"/>
                      <a:pt x="155" y="28"/>
                      <a:pt x="155" y="27"/>
                    </a:cubicBezTo>
                    <a:cubicBezTo>
                      <a:pt x="154" y="26"/>
                      <a:pt x="154" y="26"/>
                      <a:pt x="154" y="26"/>
                    </a:cubicBezTo>
                    <a:close/>
                    <a:moveTo>
                      <a:pt x="155" y="50"/>
                    </a:moveTo>
                    <a:cubicBezTo>
                      <a:pt x="156" y="50"/>
                      <a:pt x="156" y="50"/>
                      <a:pt x="156" y="50"/>
                    </a:cubicBezTo>
                    <a:cubicBezTo>
                      <a:pt x="155" y="49"/>
                      <a:pt x="155" y="49"/>
                      <a:pt x="155" y="49"/>
                    </a:cubicBezTo>
                    <a:cubicBezTo>
                      <a:pt x="155" y="49"/>
                      <a:pt x="155" y="49"/>
                      <a:pt x="155" y="49"/>
                    </a:cubicBezTo>
                    <a:cubicBezTo>
                      <a:pt x="155" y="49"/>
                      <a:pt x="155" y="48"/>
                      <a:pt x="155" y="48"/>
                    </a:cubicBezTo>
                    <a:cubicBezTo>
                      <a:pt x="165" y="40"/>
                      <a:pt x="165" y="40"/>
                      <a:pt x="165" y="40"/>
                    </a:cubicBezTo>
                    <a:cubicBezTo>
                      <a:pt x="166" y="40"/>
                      <a:pt x="166" y="40"/>
                      <a:pt x="166" y="40"/>
                    </a:cubicBezTo>
                    <a:cubicBezTo>
                      <a:pt x="166" y="40"/>
                      <a:pt x="166" y="40"/>
                      <a:pt x="167" y="40"/>
                    </a:cubicBezTo>
                    <a:cubicBezTo>
                      <a:pt x="167" y="41"/>
                      <a:pt x="167" y="42"/>
                      <a:pt x="167" y="42"/>
                    </a:cubicBezTo>
                    <a:cubicBezTo>
                      <a:pt x="167" y="43"/>
                      <a:pt x="167" y="43"/>
                      <a:pt x="166" y="45"/>
                    </a:cubicBezTo>
                    <a:cubicBezTo>
                      <a:pt x="166" y="45"/>
                      <a:pt x="166" y="45"/>
                      <a:pt x="166" y="45"/>
                    </a:cubicBezTo>
                    <a:cubicBezTo>
                      <a:pt x="169" y="42"/>
                      <a:pt x="169" y="42"/>
                      <a:pt x="169" y="42"/>
                    </a:cubicBezTo>
                    <a:cubicBezTo>
                      <a:pt x="163" y="35"/>
                      <a:pt x="163" y="35"/>
                      <a:pt x="163" y="35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62" y="37"/>
                      <a:pt x="163" y="37"/>
                      <a:pt x="163" y="37"/>
                    </a:cubicBezTo>
                    <a:cubicBezTo>
                      <a:pt x="163" y="37"/>
                      <a:pt x="164" y="37"/>
                      <a:pt x="164" y="38"/>
                    </a:cubicBezTo>
                    <a:cubicBezTo>
                      <a:pt x="165" y="38"/>
                      <a:pt x="165" y="38"/>
                      <a:pt x="165" y="38"/>
                    </a:cubicBezTo>
                    <a:cubicBezTo>
                      <a:pt x="165" y="39"/>
                      <a:pt x="165" y="39"/>
                      <a:pt x="164" y="39"/>
                    </a:cubicBezTo>
                    <a:cubicBezTo>
                      <a:pt x="154" y="47"/>
                      <a:pt x="154" y="47"/>
                      <a:pt x="154" y="47"/>
                    </a:cubicBezTo>
                    <a:cubicBezTo>
                      <a:pt x="154" y="47"/>
                      <a:pt x="154" y="47"/>
                      <a:pt x="154" y="47"/>
                    </a:cubicBezTo>
                    <a:cubicBezTo>
                      <a:pt x="154" y="47"/>
                      <a:pt x="153" y="47"/>
                      <a:pt x="153" y="47"/>
                    </a:cubicBezTo>
                    <a:cubicBezTo>
                      <a:pt x="153" y="46"/>
                      <a:pt x="153" y="46"/>
                      <a:pt x="153" y="46"/>
                    </a:cubicBezTo>
                    <a:cubicBezTo>
                      <a:pt x="152" y="47"/>
                      <a:pt x="152" y="47"/>
                      <a:pt x="152" y="47"/>
                    </a:cubicBezTo>
                    <a:cubicBezTo>
                      <a:pt x="155" y="50"/>
                      <a:pt x="155" y="50"/>
                      <a:pt x="155" y="50"/>
                    </a:cubicBezTo>
                    <a:close/>
                    <a:moveTo>
                      <a:pt x="174" y="54"/>
                    </a:moveTo>
                    <a:cubicBezTo>
                      <a:pt x="174" y="54"/>
                      <a:pt x="175" y="54"/>
                      <a:pt x="175" y="53"/>
                    </a:cubicBezTo>
                    <a:cubicBezTo>
                      <a:pt x="175" y="53"/>
                      <a:pt x="175" y="53"/>
                      <a:pt x="174" y="53"/>
                    </a:cubicBezTo>
                    <a:cubicBezTo>
                      <a:pt x="174" y="52"/>
                      <a:pt x="174" y="52"/>
                      <a:pt x="174" y="52"/>
                    </a:cubicBezTo>
                    <a:cubicBezTo>
                      <a:pt x="175" y="52"/>
                      <a:pt x="175" y="52"/>
                      <a:pt x="175" y="52"/>
                    </a:cubicBezTo>
                    <a:cubicBezTo>
                      <a:pt x="177" y="55"/>
                      <a:pt x="177" y="55"/>
                      <a:pt x="177" y="55"/>
                    </a:cubicBezTo>
                    <a:cubicBezTo>
                      <a:pt x="176" y="55"/>
                      <a:pt x="176" y="55"/>
                      <a:pt x="176" y="55"/>
                    </a:cubicBezTo>
                    <a:cubicBezTo>
                      <a:pt x="176" y="55"/>
                      <a:pt x="176" y="55"/>
                      <a:pt x="176" y="55"/>
                    </a:cubicBezTo>
                    <a:cubicBezTo>
                      <a:pt x="176" y="55"/>
                      <a:pt x="176" y="55"/>
                      <a:pt x="175" y="55"/>
                    </a:cubicBezTo>
                    <a:cubicBezTo>
                      <a:pt x="175" y="55"/>
                      <a:pt x="175" y="55"/>
                      <a:pt x="174" y="55"/>
                    </a:cubicBezTo>
                    <a:cubicBezTo>
                      <a:pt x="166" y="56"/>
                      <a:pt x="166" y="56"/>
                      <a:pt x="166" y="56"/>
                    </a:cubicBezTo>
                    <a:cubicBezTo>
                      <a:pt x="162" y="58"/>
                      <a:pt x="162" y="58"/>
                      <a:pt x="162" y="58"/>
                    </a:cubicBezTo>
                    <a:cubicBezTo>
                      <a:pt x="162" y="59"/>
                      <a:pt x="162" y="59"/>
                      <a:pt x="162" y="59"/>
                    </a:cubicBezTo>
                    <a:cubicBezTo>
                      <a:pt x="161" y="59"/>
                      <a:pt x="162" y="59"/>
                      <a:pt x="162" y="60"/>
                    </a:cubicBezTo>
                    <a:cubicBezTo>
                      <a:pt x="162" y="60"/>
                      <a:pt x="162" y="60"/>
                      <a:pt x="162" y="60"/>
                    </a:cubicBezTo>
                    <a:cubicBezTo>
                      <a:pt x="162" y="61"/>
                      <a:pt x="162" y="61"/>
                      <a:pt x="162" y="61"/>
                    </a:cubicBezTo>
                    <a:cubicBezTo>
                      <a:pt x="159" y="56"/>
                      <a:pt x="159" y="56"/>
                      <a:pt x="159" y="56"/>
                    </a:cubicBezTo>
                    <a:cubicBezTo>
                      <a:pt x="160" y="56"/>
                      <a:pt x="160" y="56"/>
                      <a:pt x="160" y="56"/>
                    </a:cubicBezTo>
                    <a:cubicBezTo>
                      <a:pt x="160" y="57"/>
                      <a:pt x="160" y="57"/>
                      <a:pt x="160" y="57"/>
                    </a:cubicBezTo>
                    <a:cubicBezTo>
                      <a:pt x="160" y="57"/>
                      <a:pt x="160" y="57"/>
                      <a:pt x="161" y="57"/>
                    </a:cubicBezTo>
                    <a:cubicBezTo>
                      <a:pt x="161" y="57"/>
                      <a:pt x="161" y="57"/>
                      <a:pt x="161" y="57"/>
                    </a:cubicBezTo>
                    <a:cubicBezTo>
                      <a:pt x="165" y="55"/>
                      <a:pt x="165" y="55"/>
                      <a:pt x="165" y="55"/>
                    </a:cubicBezTo>
                    <a:cubicBezTo>
                      <a:pt x="171" y="48"/>
                      <a:pt x="171" y="48"/>
                      <a:pt x="171" y="48"/>
                    </a:cubicBezTo>
                    <a:cubicBezTo>
                      <a:pt x="171" y="48"/>
                      <a:pt x="171" y="48"/>
                      <a:pt x="171" y="47"/>
                    </a:cubicBezTo>
                    <a:cubicBezTo>
                      <a:pt x="171" y="47"/>
                      <a:pt x="171" y="47"/>
                      <a:pt x="171" y="47"/>
                    </a:cubicBezTo>
                    <a:cubicBezTo>
                      <a:pt x="171" y="46"/>
                      <a:pt x="171" y="46"/>
                      <a:pt x="171" y="46"/>
                    </a:cubicBezTo>
                    <a:cubicBezTo>
                      <a:pt x="171" y="46"/>
                      <a:pt x="171" y="46"/>
                      <a:pt x="171" y="46"/>
                    </a:cubicBezTo>
                    <a:cubicBezTo>
                      <a:pt x="173" y="50"/>
                      <a:pt x="173" y="50"/>
                      <a:pt x="173" y="50"/>
                    </a:cubicBezTo>
                    <a:cubicBezTo>
                      <a:pt x="173" y="50"/>
                      <a:pt x="173" y="50"/>
                      <a:pt x="173" y="50"/>
                    </a:cubicBezTo>
                    <a:cubicBezTo>
                      <a:pt x="173" y="49"/>
                      <a:pt x="173" y="49"/>
                      <a:pt x="173" y="49"/>
                    </a:cubicBezTo>
                    <a:cubicBezTo>
                      <a:pt x="172" y="49"/>
                      <a:pt x="172" y="49"/>
                      <a:pt x="172" y="49"/>
                    </a:cubicBezTo>
                    <a:cubicBezTo>
                      <a:pt x="172" y="49"/>
                      <a:pt x="172" y="49"/>
                      <a:pt x="171" y="49"/>
                    </a:cubicBezTo>
                    <a:cubicBezTo>
                      <a:pt x="167" y="55"/>
                      <a:pt x="167" y="55"/>
                      <a:pt x="167" y="55"/>
                    </a:cubicBezTo>
                    <a:cubicBezTo>
                      <a:pt x="167" y="55"/>
                      <a:pt x="167" y="55"/>
                      <a:pt x="167" y="55"/>
                    </a:cubicBezTo>
                    <a:lnTo>
                      <a:pt x="174" y="54"/>
                    </a:lnTo>
                    <a:close/>
                  </a:path>
                </a:pathLst>
              </a:custGeom>
              <a:solidFill>
                <a:srgbClr val="FFFFFF"/>
              </a:solidFill>
              <a:ln w="3175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8" name="ïśľíḓé"/>
              <p:cNvSpPr/>
              <p:nvPr/>
            </p:nvSpPr>
            <p:spPr bwMode="auto">
              <a:xfrm>
                <a:off x="3667126" y="3184525"/>
                <a:ext cx="492125" cy="496888"/>
              </a:xfrm>
              <a:custGeom>
                <a:avLst/>
                <a:gdLst>
                  <a:gd name="T0" fmla="*/ 74 w 149"/>
                  <a:gd name="T1" fmla="*/ 0 h 149"/>
                  <a:gd name="T2" fmla="*/ 149 w 149"/>
                  <a:gd name="T3" fmla="*/ 74 h 149"/>
                  <a:gd name="T4" fmla="*/ 74 w 149"/>
                  <a:gd name="T5" fmla="*/ 149 h 149"/>
                  <a:gd name="T6" fmla="*/ 0 w 149"/>
                  <a:gd name="T7" fmla="*/ 74 h 149"/>
                  <a:gd name="T8" fmla="*/ 74 w 149"/>
                  <a:gd name="T9" fmla="*/ 0 h 149"/>
                  <a:gd name="T10" fmla="*/ 74 w 149"/>
                  <a:gd name="T11" fmla="*/ 2 h 149"/>
                  <a:gd name="T12" fmla="*/ 2 w 149"/>
                  <a:gd name="T13" fmla="*/ 74 h 149"/>
                  <a:gd name="T14" fmla="*/ 74 w 149"/>
                  <a:gd name="T15" fmla="*/ 146 h 149"/>
                  <a:gd name="T16" fmla="*/ 146 w 149"/>
                  <a:gd name="T17" fmla="*/ 74 h 149"/>
                  <a:gd name="T18" fmla="*/ 74 w 149"/>
                  <a:gd name="T19" fmla="*/ 2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9" h="149">
                    <a:moveTo>
                      <a:pt x="74" y="0"/>
                    </a:moveTo>
                    <a:cubicBezTo>
                      <a:pt x="115" y="0"/>
                      <a:pt x="149" y="33"/>
                      <a:pt x="149" y="74"/>
                    </a:cubicBezTo>
                    <a:cubicBezTo>
                      <a:pt x="149" y="115"/>
                      <a:pt x="115" y="149"/>
                      <a:pt x="74" y="149"/>
                    </a:cubicBezTo>
                    <a:cubicBezTo>
                      <a:pt x="33" y="149"/>
                      <a:pt x="0" y="115"/>
                      <a:pt x="0" y="74"/>
                    </a:cubicBezTo>
                    <a:cubicBezTo>
                      <a:pt x="0" y="33"/>
                      <a:pt x="33" y="0"/>
                      <a:pt x="74" y="0"/>
                    </a:cubicBezTo>
                    <a:close/>
                    <a:moveTo>
                      <a:pt x="74" y="2"/>
                    </a:moveTo>
                    <a:cubicBezTo>
                      <a:pt x="35" y="2"/>
                      <a:pt x="2" y="34"/>
                      <a:pt x="2" y="74"/>
                    </a:cubicBezTo>
                    <a:cubicBezTo>
                      <a:pt x="2" y="114"/>
                      <a:pt x="35" y="146"/>
                      <a:pt x="74" y="146"/>
                    </a:cubicBezTo>
                    <a:cubicBezTo>
                      <a:pt x="114" y="146"/>
                      <a:pt x="146" y="114"/>
                      <a:pt x="146" y="74"/>
                    </a:cubicBezTo>
                    <a:cubicBezTo>
                      <a:pt x="146" y="34"/>
                      <a:pt x="114" y="2"/>
                      <a:pt x="74" y="2"/>
                    </a:cubicBezTo>
                    <a:close/>
                  </a:path>
                </a:pathLst>
              </a:custGeom>
              <a:solidFill>
                <a:srgbClr val="0052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9" name="ïslíḍê"/>
              <p:cNvSpPr/>
              <p:nvPr/>
            </p:nvSpPr>
            <p:spPr bwMode="auto">
              <a:xfrm>
                <a:off x="3775076" y="3248025"/>
                <a:ext cx="274638" cy="146050"/>
              </a:xfrm>
              <a:custGeom>
                <a:avLst/>
                <a:gdLst>
                  <a:gd name="T0" fmla="*/ 10 w 83"/>
                  <a:gd name="T1" fmla="*/ 43 h 44"/>
                  <a:gd name="T2" fmla="*/ 18 w 83"/>
                  <a:gd name="T3" fmla="*/ 39 h 44"/>
                  <a:gd name="T4" fmla="*/ 67 w 83"/>
                  <a:gd name="T5" fmla="*/ 39 h 44"/>
                  <a:gd name="T6" fmla="*/ 73 w 83"/>
                  <a:gd name="T7" fmla="*/ 42 h 44"/>
                  <a:gd name="T8" fmla="*/ 76 w 83"/>
                  <a:gd name="T9" fmla="*/ 43 h 44"/>
                  <a:gd name="T10" fmla="*/ 83 w 83"/>
                  <a:gd name="T11" fmla="*/ 35 h 44"/>
                  <a:gd name="T12" fmla="*/ 76 w 83"/>
                  <a:gd name="T13" fmla="*/ 37 h 44"/>
                  <a:gd name="T14" fmla="*/ 69 w 83"/>
                  <a:gd name="T15" fmla="*/ 33 h 44"/>
                  <a:gd name="T16" fmla="*/ 70 w 83"/>
                  <a:gd name="T17" fmla="*/ 26 h 44"/>
                  <a:gd name="T18" fmla="*/ 64 w 83"/>
                  <a:gd name="T19" fmla="*/ 30 h 44"/>
                  <a:gd name="T20" fmla="*/ 59 w 83"/>
                  <a:gd name="T21" fmla="*/ 31 h 44"/>
                  <a:gd name="T22" fmla="*/ 56 w 83"/>
                  <a:gd name="T23" fmla="*/ 29 h 44"/>
                  <a:gd name="T24" fmla="*/ 56 w 83"/>
                  <a:gd name="T25" fmla="*/ 24 h 44"/>
                  <a:gd name="T26" fmla="*/ 58 w 83"/>
                  <a:gd name="T27" fmla="*/ 23 h 44"/>
                  <a:gd name="T28" fmla="*/ 58 w 83"/>
                  <a:gd name="T29" fmla="*/ 19 h 44"/>
                  <a:gd name="T30" fmla="*/ 54 w 83"/>
                  <a:gd name="T31" fmla="*/ 19 h 44"/>
                  <a:gd name="T32" fmla="*/ 53 w 83"/>
                  <a:gd name="T33" fmla="*/ 21 h 44"/>
                  <a:gd name="T34" fmla="*/ 44 w 83"/>
                  <a:gd name="T35" fmla="*/ 21 h 44"/>
                  <a:gd name="T36" fmla="*/ 43 w 83"/>
                  <a:gd name="T37" fmla="*/ 18 h 44"/>
                  <a:gd name="T38" fmla="*/ 44 w 83"/>
                  <a:gd name="T39" fmla="*/ 13 h 44"/>
                  <a:gd name="T40" fmla="*/ 43 w 83"/>
                  <a:gd name="T41" fmla="*/ 8 h 44"/>
                  <a:gd name="T42" fmla="*/ 43 w 83"/>
                  <a:gd name="T43" fmla="*/ 6 h 44"/>
                  <a:gd name="T44" fmla="*/ 43 w 83"/>
                  <a:gd name="T45" fmla="*/ 2 h 44"/>
                  <a:gd name="T46" fmla="*/ 43 w 83"/>
                  <a:gd name="T47" fmla="*/ 0 h 44"/>
                  <a:gd name="T48" fmla="*/ 40 w 83"/>
                  <a:gd name="T49" fmla="*/ 0 h 44"/>
                  <a:gd name="T50" fmla="*/ 39 w 83"/>
                  <a:gd name="T51" fmla="*/ 2 h 44"/>
                  <a:gd name="T52" fmla="*/ 39 w 83"/>
                  <a:gd name="T53" fmla="*/ 6 h 44"/>
                  <a:gd name="T54" fmla="*/ 39 w 83"/>
                  <a:gd name="T55" fmla="*/ 8 h 44"/>
                  <a:gd name="T56" fmla="*/ 38 w 83"/>
                  <a:gd name="T57" fmla="*/ 13 h 44"/>
                  <a:gd name="T58" fmla="*/ 38 w 83"/>
                  <a:gd name="T59" fmla="*/ 18 h 44"/>
                  <a:gd name="T60" fmla="*/ 38 w 83"/>
                  <a:gd name="T61" fmla="*/ 21 h 44"/>
                  <a:gd name="T62" fmla="*/ 30 w 83"/>
                  <a:gd name="T63" fmla="*/ 21 h 44"/>
                  <a:gd name="T64" fmla="*/ 29 w 83"/>
                  <a:gd name="T65" fmla="*/ 19 h 44"/>
                  <a:gd name="T66" fmla="*/ 25 w 83"/>
                  <a:gd name="T67" fmla="*/ 19 h 44"/>
                  <a:gd name="T68" fmla="*/ 25 w 83"/>
                  <a:gd name="T69" fmla="*/ 23 h 44"/>
                  <a:gd name="T70" fmla="*/ 26 w 83"/>
                  <a:gd name="T71" fmla="*/ 24 h 44"/>
                  <a:gd name="T72" fmla="*/ 27 w 83"/>
                  <a:gd name="T73" fmla="*/ 29 h 44"/>
                  <a:gd name="T74" fmla="*/ 22 w 83"/>
                  <a:gd name="T75" fmla="*/ 31 h 44"/>
                  <a:gd name="T76" fmla="*/ 13 w 83"/>
                  <a:gd name="T77" fmla="*/ 26 h 44"/>
                  <a:gd name="T78" fmla="*/ 13 w 83"/>
                  <a:gd name="T79" fmla="*/ 35 h 44"/>
                  <a:gd name="T80" fmla="*/ 7 w 83"/>
                  <a:gd name="T81" fmla="*/ 37 h 44"/>
                  <a:gd name="T82" fmla="*/ 0 w 83"/>
                  <a:gd name="T83" fmla="*/ 34 h 44"/>
                  <a:gd name="T84" fmla="*/ 5 w 83"/>
                  <a:gd name="T85" fmla="*/ 42 h 44"/>
                  <a:gd name="T86" fmla="*/ 10 w 83"/>
                  <a:gd name="T87" fmla="*/ 43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83" h="44">
                    <a:moveTo>
                      <a:pt x="10" y="43"/>
                    </a:moveTo>
                    <a:cubicBezTo>
                      <a:pt x="18" y="39"/>
                      <a:pt x="18" y="39"/>
                      <a:pt x="18" y="39"/>
                    </a:cubicBezTo>
                    <a:cubicBezTo>
                      <a:pt x="67" y="39"/>
                      <a:pt x="67" y="39"/>
                      <a:pt x="67" y="39"/>
                    </a:cubicBezTo>
                    <a:cubicBezTo>
                      <a:pt x="73" y="42"/>
                      <a:pt x="73" y="42"/>
                      <a:pt x="73" y="42"/>
                    </a:cubicBezTo>
                    <a:cubicBezTo>
                      <a:pt x="74" y="43"/>
                      <a:pt x="75" y="43"/>
                      <a:pt x="76" y="43"/>
                    </a:cubicBezTo>
                    <a:cubicBezTo>
                      <a:pt x="80" y="42"/>
                      <a:pt x="83" y="35"/>
                      <a:pt x="83" y="35"/>
                    </a:cubicBezTo>
                    <a:cubicBezTo>
                      <a:pt x="83" y="35"/>
                      <a:pt x="79" y="38"/>
                      <a:pt x="76" y="37"/>
                    </a:cubicBezTo>
                    <a:cubicBezTo>
                      <a:pt x="73" y="37"/>
                      <a:pt x="69" y="36"/>
                      <a:pt x="69" y="33"/>
                    </a:cubicBezTo>
                    <a:cubicBezTo>
                      <a:pt x="69" y="30"/>
                      <a:pt x="70" y="27"/>
                      <a:pt x="70" y="26"/>
                    </a:cubicBezTo>
                    <a:cubicBezTo>
                      <a:pt x="70" y="26"/>
                      <a:pt x="67" y="29"/>
                      <a:pt x="64" y="30"/>
                    </a:cubicBezTo>
                    <a:cubicBezTo>
                      <a:pt x="61" y="32"/>
                      <a:pt x="60" y="31"/>
                      <a:pt x="59" y="31"/>
                    </a:cubicBezTo>
                    <a:cubicBezTo>
                      <a:pt x="57" y="30"/>
                      <a:pt x="56" y="29"/>
                      <a:pt x="56" y="29"/>
                    </a:cubicBezTo>
                    <a:cubicBezTo>
                      <a:pt x="56" y="24"/>
                      <a:pt x="56" y="24"/>
                      <a:pt x="56" y="24"/>
                    </a:cubicBezTo>
                    <a:cubicBezTo>
                      <a:pt x="58" y="23"/>
                      <a:pt x="58" y="23"/>
                      <a:pt x="58" y="23"/>
                    </a:cubicBezTo>
                    <a:cubicBezTo>
                      <a:pt x="58" y="19"/>
                      <a:pt x="58" y="19"/>
                      <a:pt x="58" y="19"/>
                    </a:cubicBezTo>
                    <a:cubicBezTo>
                      <a:pt x="54" y="19"/>
                      <a:pt x="54" y="19"/>
                      <a:pt x="54" y="19"/>
                    </a:cubicBezTo>
                    <a:cubicBezTo>
                      <a:pt x="54" y="19"/>
                      <a:pt x="54" y="21"/>
                      <a:pt x="53" y="21"/>
                    </a:cubicBezTo>
                    <a:cubicBezTo>
                      <a:pt x="52" y="21"/>
                      <a:pt x="44" y="21"/>
                      <a:pt x="44" y="21"/>
                    </a:cubicBezTo>
                    <a:cubicBezTo>
                      <a:pt x="44" y="21"/>
                      <a:pt x="43" y="20"/>
                      <a:pt x="43" y="18"/>
                    </a:cubicBezTo>
                    <a:cubicBezTo>
                      <a:pt x="44" y="17"/>
                      <a:pt x="44" y="17"/>
                      <a:pt x="44" y="13"/>
                    </a:cubicBezTo>
                    <a:cubicBezTo>
                      <a:pt x="44" y="10"/>
                      <a:pt x="44" y="9"/>
                      <a:pt x="43" y="8"/>
                    </a:cubicBezTo>
                    <a:cubicBezTo>
                      <a:pt x="43" y="7"/>
                      <a:pt x="42" y="7"/>
                      <a:pt x="43" y="6"/>
                    </a:cubicBezTo>
                    <a:cubicBezTo>
                      <a:pt x="44" y="5"/>
                      <a:pt x="44" y="4"/>
                      <a:pt x="43" y="2"/>
                    </a:cubicBezTo>
                    <a:cubicBezTo>
                      <a:pt x="42" y="1"/>
                      <a:pt x="43" y="2"/>
                      <a:pt x="43" y="0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39" y="0"/>
                      <a:pt x="40" y="1"/>
                      <a:pt x="39" y="2"/>
                    </a:cubicBezTo>
                    <a:cubicBezTo>
                      <a:pt x="38" y="3"/>
                      <a:pt x="38" y="5"/>
                      <a:pt x="39" y="6"/>
                    </a:cubicBezTo>
                    <a:cubicBezTo>
                      <a:pt x="39" y="7"/>
                      <a:pt x="40" y="7"/>
                      <a:pt x="39" y="8"/>
                    </a:cubicBezTo>
                    <a:cubicBezTo>
                      <a:pt x="38" y="9"/>
                      <a:pt x="38" y="10"/>
                      <a:pt x="38" y="13"/>
                    </a:cubicBezTo>
                    <a:cubicBezTo>
                      <a:pt x="38" y="16"/>
                      <a:pt x="38" y="17"/>
                      <a:pt x="38" y="18"/>
                    </a:cubicBezTo>
                    <a:cubicBezTo>
                      <a:pt x="39" y="20"/>
                      <a:pt x="38" y="21"/>
                      <a:pt x="38" y="21"/>
                    </a:cubicBezTo>
                    <a:cubicBezTo>
                      <a:pt x="37" y="21"/>
                      <a:pt x="30" y="21"/>
                      <a:pt x="30" y="21"/>
                    </a:cubicBezTo>
                    <a:cubicBezTo>
                      <a:pt x="30" y="21"/>
                      <a:pt x="29" y="20"/>
                      <a:pt x="29" y="19"/>
                    </a:cubicBezTo>
                    <a:cubicBezTo>
                      <a:pt x="25" y="19"/>
                      <a:pt x="25" y="19"/>
                      <a:pt x="25" y="19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7" y="29"/>
                      <a:pt x="24" y="31"/>
                      <a:pt x="22" y="31"/>
                    </a:cubicBezTo>
                    <a:cubicBezTo>
                      <a:pt x="19" y="31"/>
                      <a:pt x="13" y="26"/>
                      <a:pt x="13" y="26"/>
                    </a:cubicBezTo>
                    <a:cubicBezTo>
                      <a:pt x="13" y="26"/>
                      <a:pt x="14" y="33"/>
                      <a:pt x="13" y="35"/>
                    </a:cubicBezTo>
                    <a:cubicBezTo>
                      <a:pt x="13" y="37"/>
                      <a:pt x="10" y="37"/>
                      <a:pt x="7" y="37"/>
                    </a:cubicBezTo>
                    <a:cubicBezTo>
                      <a:pt x="4" y="37"/>
                      <a:pt x="0" y="35"/>
                      <a:pt x="0" y="34"/>
                    </a:cubicBezTo>
                    <a:cubicBezTo>
                      <a:pt x="0" y="34"/>
                      <a:pt x="3" y="40"/>
                      <a:pt x="5" y="42"/>
                    </a:cubicBezTo>
                    <a:cubicBezTo>
                      <a:pt x="7" y="44"/>
                      <a:pt x="10" y="43"/>
                      <a:pt x="10" y="43"/>
                    </a:cubicBez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0" name="íṡļïdê"/>
              <p:cNvSpPr/>
              <p:nvPr/>
            </p:nvSpPr>
            <p:spPr bwMode="auto">
              <a:xfrm>
                <a:off x="3614738" y="3370263"/>
                <a:ext cx="596900" cy="241300"/>
              </a:xfrm>
              <a:custGeom>
                <a:avLst/>
                <a:gdLst>
                  <a:gd name="T0" fmla="*/ 58 w 181"/>
                  <a:gd name="T1" fmla="*/ 72 h 72"/>
                  <a:gd name="T2" fmla="*/ 8 w 181"/>
                  <a:gd name="T3" fmla="*/ 72 h 72"/>
                  <a:gd name="T4" fmla="*/ 3 w 181"/>
                  <a:gd name="T5" fmla="*/ 63 h 72"/>
                  <a:gd name="T6" fmla="*/ 6 w 181"/>
                  <a:gd name="T7" fmla="*/ 63 h 72"/>
                  <a:gd name="T8" fmla="*/ 11 w 181"/>
                  <a:gd name="T9" fmla="*/ 55 h 72"/>
                  <a:gd name="T10" fmla="*/ 14 w 181"/>
                  <a:gd name="T11" fmla="*/ 55 h 72"/>
                  <a:gd name="T12" fmla="*/ 14 w 181"/>
                  <a:gd name="T13" fmla="*/ 29 h 72"/>
                  <a:gd name="T14" fmla="*/ 0 w 181"/>
                  <a:gd name="T15" fmla="*/ 4 h 72"/>
                  <a:gd name="T16" fmla="*/ 30 w 181"/>
                  <a:gd name="T17" fmla="*/ 0 h 72"/>
                  <a:gd name="T18" fmla="*/ 58 w 181"/>
                  <a:gd name="T19" fmla="*/ 8 h 72"/>
                  <a:gd name="T20" fmla="*/ 51 w 181"/>
                  <a:gd name="T21" fmla="*/ 25 h 72"/>
                  <a:gd name="T22" fmla="*/ 131 w 181"/>
                  <a:gd name="T23" fmla="*/ 25 h 72"/>
                  <a:gd name="T24" fmla="*/ 122 w 181"/>
                  <a:gd name="T25" fmla="*/ 8 h 72"/>
                  <a:gd name="T26" fmla="*/ 150 w 181"/>
                  <a:gd name="T27" fmla="*/ 0 h 72"/>
                  <a:gd name="T28" fmla="*/ 181 w 181"/>
                  <a:gd name="T29" fmla="*/ 5 h 72"/>
                  <a:gd name="T30" fmla="*/ 166 w 181"/>
                  <a:gd name="T31" fmla="*/ 28 h 72"/>
                  <a:gd name="T32" fmla="*/ 166 w 181"/>
                  <a:gd name="T33" fmla="*/ 55 h 72"/>
                  <a:gd name="T34" fmla="*/ 171 w 181"/>
                  <a:gd name="T35" fmla="*/ 55 h 72"/>
                  <a:gd name="T36" fmla="*/ 178 w 181"/>
                  <a:gd name="T37" fmla="*/ 65 h 72"/>
                  <a:gd name="T38" fmla="*/ 174 w 181"/>
                  <a:gd name="T39" fmla="*/ 72 h 72"/>
                  <a:gd name="T40" fmla="*/ 58 w 181"/>
                  <a:gd name="T41" fmla="*/ 7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81" h="72">
                    <a:moveTo>
                      <a:pt x="58" y="72"/>
                    </a:moveTo>
                    <a:cubicBezTo>
                      <a:pt x="8" y="72"/>
                      <a:pt x="8" y="72"/>
                      <a:pt x="8" y="72"/>
                    </a:cubicBezTo>
                    <a:cubicBezTo>
                      <a:pt x="3" y="63"/>
                      <a:pt x="3" y="63"/>
                      <a:pt x="3" y="63"/>
                    </a:cubicBezTo>
                    <a:cubicBezTo>
                      <a:pt x="6" y="63"/>
                      <a:pt x="6" y="63"/>
                      <a:pt x="6" y="63"/>
                    </a:cubicBezTo>
                    <a:cubicBezTo>
                      <a:pt x="7" y="61"/>
                      <a:pt x="10" y="57"/>
                      <a:pt x="11" y="55"/>
                    </a:cubicBezTo>
                    <a:cubicBezTo>
                      <a:pt x="12" y="55"/>
                      <a:pt x="13" y="55"/>
                      <a:pt x="14" y="55"/>
                    </a:cubicBezTo>
                    <a:cubicBezTo>
                      <a:pt x="14" y="45"/>
                      <a:pt x="14" y="39"/>
                      <a:pt x="14" y="29"/>
                    </a:cubicBezTo>
                    <a:cubicBezTo>
                      <a:pt x="6" y="25"/>
                      <a:pt x="0" y="19"/>
                      <a:pt x="0" y="4"/>
                    </a:cubicBezTo>
                    <a:cubicBezTo>
                      <a:pt x="13" y="19"/>
                      <a:pt x="25" y="20"/>
                      <a:pt x="30" y="0"/>
                    </a:cubicBezTo>
                    <a:cubicBezTo>
                      <a:pt x="40" y="22"/>
                      <a:pt x="50" y="16"/>
                      <a:pt x="58" y="8"/>
                    </a:cubicBezTo>
                    <a:cubicBezTo>
                      <a:pt x="59" y="17"/>
                      <a:pt x="51" y="24"/>
                      <a:pt x="51" y="25"/>
                    </a:cubicBezTo>
                    <a:cubicBezTo>
                      <a:pt x="131" y="25"/>
                      <a:pt x="131" y="25"/>
                      <a:pt x="131" y="25"/>
                    </a:cubicBezTo>
                    <a:cubicBezTo>
                      <a:pt x="128" y="21"/>
                      <a:pt x="123" y="15"/>
                      <a:pt x="122" y="8"/>
                    </a:cubicBezTo>
                    <a:cubicBezTo>
                      <a:pt x="131" y="18"/>
                      <a:pt x="141" y="23"/>
                      <a:pt x="150" y="0"/>
                    </a:cubicBezTo>
                    <a:cubicBezTo>
                      <a:pt x="160" y="23"/>
                      <a:pt x="169" y="16"/>
                      <a:pt x="181" y="5"/>
                    </a:cubicBezTo>
                    <a:cubicBezTo>
                      <a:pt x="178" y="23"/>
                      <a:pt x="174" y="23"/>
                      <a:pt x="166" y="28"/>
                    </a:cubicBezTo>
                    <a:cubicBezTo>
                      <a:pt x="166" y="38"/>
                      <a:pt x="166" y="45"/>
                      <a:pt x="166" y="55"/>
                    </a:cubicBezTo>
                    <a:cubicBezTo>
                      <a:pt x="168" y="55"/>
                      <a:pt x="169" y="55"/>
                      <a:pt x="171" y="55"/>
                    </a:cubicBezTo>
                    <a:cubicBezTo>
                      <a:pt x="178" y="65"/>
                      <a:pt x="178" y="65"/>
                      <a:pt x="178" y="65"/>
                    </a:cubicBezTo>
                    <a:cubicBezTo>
                      <a:pt x="174" y="72"/>
                      <a:pt x="174" y="72"/>
                      <a:pt x="174" y="72"/>
                    </a:cubicBezTo>
                    <a:lnTo>
                      <a:pt x="58" y="7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1" name="iş1ïďe"/>
              <p:cNvSpPr/>
              <p:nvPr/>
            </p:nvSpPr>
            <p:spPr bwMode="auto">
              <a:xfrm>
                <a:off x="3624263" y="3381375"/>
                <a:ext cx="577850" cy="200025"/>
              </a:xfrm>
              <a:custGeom>
                <a:avLst/>
                <a:gdLst>
                  <a:gd name="T0" fmla="*/ 130 w 175"/>
                  <a:gd name="T1" fmla="*/ 51 h 60"/>
                  <a:gd name="T2" fmla="*/ 130 w 175"/>
                  <a:gd name="T3" fmla="*/ 50 h 60"/>
                  <a:gd name="T4" fmla="*/ 48 w 175"/>
                  <a:gd name="T5" fmla="*/ 50 h 60"/>
                  <a:gd name="T6" fmla="*/ 48 w 175"/>
                  <a:gd name="T7" fmla="*/ 51 h 60"/>
                  <a:gd name="T8" fmla="*/ 52 w 175"/>
                  <a:gd name="T9" fmla="*/ 51 h 60"/>
                  <a:gd name="T10" fmla="*/ 48 w 175"/>
                  <a:gd name="T11" fmla="*/ 60 h 60"/>
                  <a:gd name="T12" fmla="*/ 7 w 175"/>
                  <a:gd name="T13" fmla="*/ 60 h 60"/>
                  <a:gd name="T14" fmla="*/ 10 w 175"/>
                  <a:gd name="T15" fmla="*/ 54 h 60"/>
                  <a:gd name="T16" fmla="*/ 14 w 175"/>
                  <a:gd name="T17" fmla="*/ 54 h 60"/>
                  <a:gd name="T18" fmla="*/ 13 w 175"/>
                  <a:gd name="T19" fmla="*/ 25 h 60"/>
                  <a:gd name="T20" fmla="*/ 0 w 175"/>
                  <a:gd name="T21" fmla="*/ 7 h 60"/>
                  <a:gd name="T22" fmla="*/ 28 w 175"/>
                  <a:gd name="T23" fmla="*/ 0 h 60"/>
                  <a:gd name="T24" fmla="*/ 55 w 175"/>
                  <a:gd name="T25" fmla="*/ 7 h 60"/>
                  <a:gd name="T26" fmla="*/ 48 w 175"/>
                  <a:gd name="T27" fmla="*/ 22 h 60"/>
                  <a:gd name="T28" fmla="*/ 127 w 175"/>
                  <a:gd name="T29" fmla="*/ 22 h 60"/>
                  <a:gd name="T30" fmla="*/ 119 w 175"/>
                  <a:gd name="T31" fmla="*/ 7 h 60"/>
                  <a:gd name="T32" fmla="*/ 147 w 175"/>
                  <a:gd name="T33" fmla="*/ 0 h 60"/>
                  <a:gd name="T34" fmla="*/ 175 w 175"/>
                  <a:gd name="T35" fmla="*/ 7 h 60"/>
                  <a:gd name="T36" fmla="*/ 161 w 175"/>
                  <a:gd name="T37" fmla="*/ 24 h 60"/>
                  <a:gd name="T38" fmla="*/ 161 w 175"/>
                  <a:gd name="T39" fmla="*/ 53 h 60"/>
                  <a:gd name="T40" fmla="*/ 165 w 175"/>
                  <a:gd name="T41" fmla="*/ 53 h 60"/>
                  <a:gd name="T42" fmla="*/ 169 w 175"/>
                  <a:gd name="T43" fmla="*/ 60 h 60"/>
                  <a:gd name="T44" fmla="*/ 128 w 175"/>
                  <a:gd name="T45" fmla="*/ 60 h 60"/>
                  <a:gd name="T46" fmla="*/ 124 w 175"/>
                  <a:gd name="T47" fmla="*/ 51 h 60"/>
                  <a:gd name="T48" fmla="*/ 130 w 175"/>
                  <a:gd name="T49" fmla="*/ 51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75" h="60">
                    <a:moveTo>
                      <a:pt x="130" y="51"/>
                    </a:moveTo>
                    <a:cubicBezTo>
                      <a:pt x="130" y="50"/>
                      <a:pt x="130" y="50"/>
                      <a:pt x="130" y="50"/>
                    </a:cubicBezTo>
                    <a:cubicBezTo>
                      <a:pt x="48" y="50"/>
                      <a:pt x="48" y="50"/>
                      <a:pt x="48" y="50"/>
                    </a:cubicBezTo>
                    <a:cubicBezTo>
                      <a:pt x="48" y="51"/>
                      <a:pt x="48" y="51"/>
                      <a:pt x="48" y="51"/>
                    </a:cubicBezTo>
                    <a:cubicBezTo>
                      <a:pt x="52" y="51"/>
                      <a:pt x="52" y="51"/>
                      <a:pt x="52" y="51"/>
                    </a:cubicBezTo>
                    <a:cubicBezTo>
                      <a:pt x="48" y="60"/>
                      <a:pt x="48" y="60"/>
                      <a:pt x="48" y="60"/>
                    </a:cubicBezTo>
                    <a:cubicBezTo>
                      <a:pt x="34" y="60"/>
                      <a:pt x="20" y="60"/>
                      <a:pt x="7" y="60"/>
                    </a:cubicBezTo>
                    <a:cubicBezTo>
                      <a:pt x="8" y="58"/>
                      <a:pt x="9" y="56"/>
                      <a:pt x="10" y="54"/>
                    </a:cubicBezTo>
                    <a:cubicBezTo>
                      <a:pt x="11" y="54"/>
                      <a:pt x="12" y="54"/>
                      <a:pt x="14" y="54"/>
                    </a:cubicBezTo>
                    <a:cubicBezTo>
                      <a:pt x="14" y="44"/>
                      <a:pt x="13" y="34"/>
                      <a:pt x="13" y="25"/>
                    </a:cubicBezTo>
                    <a:cubicBezTo>
                      <a:pt x="5" y="20"/>
                      <a:pt x="1" y="14"/>
                      <a:pt x="0" y="7"/>
                    </a:cubicBezTo>
                    <a:cubicBezTo>
                      <a:pt x="12" y="18"/>
                      <a:pt x="22" y="17"/>
                      <a:pt x="28" y="0"/>
                    </a:cubicBezTo>
                    <a:cubicBezTo>
                      <a:pt x="37" y="22"/>
                      <a:pt x="47" y="15"/>
                      <a:pt x="55" y="7"/>
                    </a:cubicBezTo>
                    <a:cubicBezTo>
                      <a:pt x="55" y="14"/>
                      <a:pt x="50" y="17"/>
                      <a:pt x="48" y="22"/>
                    </a:cubicBezTo>
                    <a:cubicBezTo>
                      <a:pt x="127" y="22"/>
                      <a:pt x="127" y="22"/>
                      <a:pt x="127" y="22"/>
                    </a:cubicBezTo>
                    <a:cubicBezTo>
                      <a:pt x="125" y="18"/>
                      <a:pt x="120" y="14"/>
                      <a:pt x="119" y="7"/>
                    </a:cubicBezTo>
                    <a:cubicBezTo>
                      <a:pt x="127" y="15"/>
                      <a:pt x="137" y="22"/>
                      <a:pt x="147" y="0"/>
                    </a:cubicBezTo>
                    <a:cubicBezTo>
                      <a:pt x="153" y="17"/>
                      <a:pt x="163" y="18"/>
                      <a:pt x="175" y="7"/>
                    </a:cubicBezTo>
                    <a:cubicBezTo>
                      <a:pt x="173" y="14"/>
                      <a:pt x="169" y="19"/>
                      <a:pt x="161" y="24"/>
                    </a:cubicBezTo>
                    <a:cubicBezTo>
                      <a:pt x="161" y="34"/>
                      <a:pt x="161" y="44"/>
                      <a:pt x="161" y="53"/>
                    </a:cubicBezTo>
                    <a:cubicBezTo>
                      <a:pt x="162" y="53"/>
                      <a:pt x="164" y="53"/>
                      <a:pt x="165" y="53"/>
                    </a:cubicBezTo>
                    <a:cubicBezTo>
                      <a:pt x="166" y="55"/>
                      <a:pt x="167" y="58"/>
                      <a:pt x="169" y="60"/>
                    </a:cubicBezTo>
                    <a:cubicBezTo>
                      <a:pt x="155" y="60"/>
                      <a:pt x="142" y="60"/>
                      <a:pt x="128" y="60"/>
                    </a:cubicBezTo>
                    <a:cubicBezTo>
                      <a:pt x="124" y="51"/>
                      <a:pt x="124" y="51"/>
                      <a:pt x="124" y="51"/>
                    </a:cubicBezTo>
                    <a:lnTo>
                      <a:pt x="130" y="51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2" name="ïṩḷíḍé"/>
              <p:cNvSpPr/>
              <p:nvPr/>
            </p:nvSpPr>
            <p:spPr bwMode="auto">
              <a:xfrm>
                <a:off x="4065588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3" name="ïśľíḍè"/>
              <p:cNvSpPr/>
              <p:nvPr/>
            </p:nvSpPr>
            <p:spPr bwMode="auto">
              <a:xfrm>
                <a:off x="3740151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4" name="í$ḻîḋè"/>
              <p:cNvSpPr/>
              <p:nvPr/>
            </p:nvSpPr>
            <p:spPr bwMode="auto">
              <a:xfrm>
                <a:off x="4125913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5" name="iṣļíḋe"/>
              <p:cNvSpPr/>
              <p:nvPr/>
            </p:nvSpPr>
            <p:spPr bwMode="auto">
              <a:xfrm>
                <a:off x="3709988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6" name="iṩḷiḓé"/>
              <p:cNvSpPr/>
              <p:nvPr/>
            </p:nvSpPr>
            <p:spPr bwMode="auto">
              <a:xfrm>
                <a:off x="4095751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7" name="iSľiḍè"/>
              <p:cNvSpPr/>
              <p:nvPr/>
            </p:nvSpPr>
            <p:spPr bwMode="auto">
              <a:xfrm>
                <a:off x="3663951" y="3460750"/>
                <a:ext cx="495300" cy="31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8" name="ïṩḷîḍe"/>
              <p:cNvSpPr/>
              <p:nvPr/>
            </p:nvSpPr>
            <p:spPr bwMode="auto">
              <a:xfrm>
                <a:off x="3663951" y="3473450"/>
                <a:ext cx="115888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9" name="íšḻiḑê"/>
              <p:cNvSpPr/>
              <p:nvPr/>
            </p:nvSpPr>
            <p:spPr bwMode="auto">
              <a:xfrm>
                <a:off x="3789363" y="3473450"/>
                <a:ext cx="428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0" name="ïṩļïďè"/>
              <p:cNvSpPr/>
              <p:nvPr/>
            </p:nvSpPr>
            <p:spPr bwMode="auto">
              <a:xfrm>
                <a:off x="3851276" y="3473450"/>
                <a:ext cx="57150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1" name="îṥlïḋê"/>
              <p:cNvSpPr/>
              <p:nvPr/>
            </p:nvSpPr>
            <p:spPr bwMode="auto">
              <a:xfrm>
                <a:off x="3917951" y="3473450"/>
                <a:ext cx="555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2" name="îṧľïdè"/>
              <p:cNvSpPr/>
              <p:nvPr/>
            </p:nvSpPr>
            <p:spPr bwMode="auto">
              <a:xfrm>
                <a:off x="3994151" y="3473450"/>
                <a:ext cx="428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3" name="iSḷîḓê"/>
              <p:cNvSpPr/>
              <p:nvPr/>
            </p:nvSpPr>
            <p:spPr bwMode="auto">
              <a:xfrm>
                <a:off x="4046538" y="3473450"/>
                <a:ext cx="11271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4" name="îślíďè"/>
              <p:cNvSpPr/>
              <p:nvPr/>
            </p:nvSpPr>
            <p:spPr bwMode="auto">
              <a:xfrm>
                <a:off x="3979863" y="3473450"/>
                <a:ext cx="7938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5" name="iSḻïḍè"/>
              <p:cNvSpPr/>
              <p:nvPr/>
            </p:nvSpPr>
            <p:spPr bwMode="auto">
              <a:xfrm>
                <a:off x="3838576" y="3473450"/>
                <a:ext cx="6350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6" name="ïṡliḑê"/>
              <p:cNvSpPr/>
              <p:nvPr/>
            </p:nvSpPr>
            <p:spPr bwMode="auto">
              <a:xfrm>
                <a:off x="3851276" y="3384550"/>
                <a:ext cx="26988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7" name="islïďé"/>
              <p:cNvSpPr/>
              <p:nvPr/>
            </p:nvSpPr>
            <p:spPr bwMode="auto">
              <a:xfrm>
                <a:off x="3817938" y="3384550"/>
                <a:ext cx="26988" cy="15875"/>
              </a:xfrm>
              <a:custGeom>
                <a:avLst/>
                <a:gdLst>
                  <a:gd name="T0" fmla="*/ 7 w 8"/>
                  <a:gd name="T1" fmla="*/ 0 h 5"/>
                  <a:gd name="T2" fmla="*/ 8 w 8"/>
                  <a:gd name="T3" fmla="*/ 2 h 5"/>
                  <a:gd name="T4" fmla="*/ 1 w 8"/>
                  <a:gd name="T5" fmla="*/ 5 h 5"/>
                  <a:gd name="T6" fmla="*/ 7 w 8"/>
                  <a:gd name="T7" fmla="*/ 0 h 5"/>
                  <a:gd name="T8" fmla="*/ 7 w 8"/>
                  <a:gd name="T9" fmla="*/ 0 h 5"/>
                  <a:gd name="T10" fmla="*/ 7 w 8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5">
                    <a:moveTo>
                      <a:pt x="7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0" y="2"/>
                      <a:pt x="7" y="0"/>
                    </a:cubicBezTo>
                    <a:close/>
                    <a:moveTo>
                      <a:pt x="7" y="0"/>
                    </a:moveTo>
                    <a:cubicBezTo>
                      <a:pt x="7" y="0"/>
                      <a:pt x="7" y="0"/>
                      <a:pt x="7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8" name="îṥḷîdé"/>
              <p:cNvSpPr/>
              <p:nvPr/>
            </p:nvSpPr>
            <p:spPr bwMode="auto">
              <a:xfrm>
                <a:off x="3983038" y="3384550"/>
                <a:ext cx="26988" cy="15875"/>
              </a:xfrm>
              <a:custGeom>
                <a:avLst/>
                <a:gdLst>
                  <a:gd name="T0" fmla="*/ 1 w 8"/>
                  <a:gd name="T1" fmla="*/ 0 h 5"/>
                  <a:gd name="T2" fmla="*/ 0 w 8"/>
                  <a:gd name="T3" fmla="*/ 2 h 5"/>
                  <a:gd name="T4" fmla="*/ 7 w 8"/>
                  <a:gd name="T5" fmla="*/ 5 h 5"/>
                  <a:gd name="T6" fmla="*/ 1 w 8"/>
                  <a:gd name="T7" fmla="*/ 0 h 5"/>
                  <a:gd name="T8" fmla="*/ 1 w 8"/>
                  <a:gd name="T9" fmla="*/ 0 h 5"/>
                  <a:gd name="T10" fmla="*/ 1 w 8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5">
                    <a:moveTo>
                      <a:pt x="1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7" y="5"/>
                      <a:pt x="7" y="5"/>
                      <a:pt x="7" y="5"/>
                    </a:cubicBezTo>
                    <a:cubicBezTo>
                      <a:pt x="7" y="5"/>
                      <a:pt x="8" y="2"/>
                      <a:pt x="1" y="0"/>
                    </a:cubicBezTo>
                    <a:close/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9" name="isḷîḋé"/>
              <p:cNvSpPr/>
              <p:nvPr/>
            </p:nvSpPr>
            <p:spPr bwMode="auto">
              <a:xfrm>
                <a:off x="3884613" y="3384550"/>
                <a:ext cx="26988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0" name="iśḷïḑè"/>
              <p:cNvSpPr/>
              <p:nvPr/>
            </p:nvSpPr>
            <p:spPr bwMode="auto">
              <a:xfrm>
                <a:off x="3917951" y="3384550"/>
                <a:ext cx="25400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1" name="iṧľiďé"/>
              <p:cNvSpPr/>
              <p:nvPr/>
            </p:nvSpPr>
            <p:spPr bwMode="auto">
              <a:xfrm>
                <a:off x="3951288" y="3384550"/>
                <a:ext cx="25400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2" name="išľïḍé"/>
              <p:cNvSpPr/>
              <p:nvPr/>
            </p:nvSpPr>
            <p:spPr bwMode="auto">
              <a:xfrm>
                <a:off x="3771901" y="3484563"/>
                <a:ext cx="7938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3" name="îŝlîḑè"/>
              <p:cNvSpPr/>
              <p:nvPr/>
            </p:nvSpPr>
            <p:spPr bwMode="auto">
              <a:xfrm>
                <a:off x="3786188" y="3484563"/>
                <a:ext cx="46038" cy="60325"/>
              </a:xfrm>
              <a:custGeom>
                <a:avLst/>
                <a:gdLst>
                  <a:gd name="T0" fmla="*/ 8 w 29"/>
                  <a:gd name="T1" fmla="*/ 0 h 38"/>
                  <a:gd name="T2" fmla="*/ 20 w 29"/>
                  <a:gd name="T3" fmla="*/ 0 h 38"/>
                  <a:gd name="T4" fmla="*/ 29 w 29"/>
                  <a:gd name="T5" fmla="*/ 8 h 38"/>
                  <a:gd name="T6" fmla="*/ 29 w 29"/>
                  <a:gd name="T7" fmla="*/ 38 h 38"/>
                  <a:gd name="T8" fmla="*/ 0 w 29"/>
                  <a:gd name="T9" fmla="*/ 38 h 38"/>
                  <a:gd name="T10" fmla="*/ 0 w 29"/>
                  <a:gd name="T11" fmla="*/ 8 h 38"/>
                  <a:gd name="T12" fmla="*/ 8 w 29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8">
                    <a:moveTo>
                      <a:pt x="8" y="0"/>
                    </a:moveTo>
                    <a:lnTo>
                      <a:pt x="20" y="0"/>
                    </a:lnTo>
                    <a:lnTo>
                      <a:pt x="29" y="8"/>
                    </a:lnTo>
                    <a:lnTo>
                      <a:pt x="29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4" name="îṩḻíḓe"/>
              <p:cNvSpPr/>
              <p:nvPr/>
            </p:nvSpPr>
            <p:spPr bwMode="auto">
              <a:xfrm>
                <a:off x="3994151" y="3484563"/>
                <a:ext cx="46038" cy="60325"/>
              </a:xfrm>
              <a:custGeom>
                <a:avLst/>
                <a:gdLst>
                  <a:gd name="T0" fmla="*/ 8 w 29"/>
                  <a:gd name="T1" fmla="*/ 0 h 38"/>
                  <a:gd name="T2" fmla="*/ 18 w 29"/>
                  <a:gd name="T3" fmla="*/ 0 h 38"/>
                  <a:gd name="T4" fmla="*/ 29 w 29"/>
                  <a:gd name="T5" fmla="*/ 8 h 38"/>
                  <a:gd name="T6" fmla="*/ 29 w 29"/>
                  <a:gd name="T7" fmla="*/ 38 h 38"/>
                  <a:gd name="T8" fmla="*/ 0 w 29"/>
                  <a:gd name="T9" fmla="*/ 38 h 38"/>
                  <a:gd name="T10" fmla="*/ 0 w 29"/>
                  <a:gd name="T11" fmla="*/ 8 h 38"/>
                  <a:gd name="T12" fmla="*/ 8 w 29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8">
                    <a:moveTo>
                      <a:pt x="8" y="0"/>
                    </a:moveTo>
                    <a:lnTo>
                      <a:pt x="18" y="0"/>
                    </a:lnTo>
                    <a:lnTo>
                      <a:pt x="29" y="8"/>
                    </a:lnTo>
                    <a:lnTo>
                      <a:pt x="29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5" name="î$1îdè"/>
              <p:cNvSpPr/>
              <p:nvPr/>
            </p:nvSpPr>
            <p:spPr bwMode="auto">
              <a:xfrm>
                <a:off x="3851276" y="3484563"/>
                <a:ext cx="122238" cy="60325"/>
              </a:xfrm>
              <a:custGeom>
                <a:avLst/>
                <a:gdLst>
                  <a:gd name="T0" fmla="*/ 9 w 77"/>
                  <a:gd name="T1" fmla="*/ 0 h 38"/>
                  <a:gd name="T2" fmla="*/ 69 w 77"/>
                  <a:gd name="T3" fmla="*/ 0 h 38"/>
                  <a:gd name="T4" fmla="*/ 77 w 77"/>
                  <a:gd name="T5" fmla="*/ 8 h 38"/>
                  <a:gd name="T6" fmla="*/ 77 w 77"/>
                  <a:gd name="T7" fmla="*/ 38 h 38"/>
                  <a:gd name="T8" fmla="*/ 0 w 77"/>
                  <a:gd name="T9" fmla="*/ 38 h 38"/>
                  <a:gd name="T10" fmla="*/ 0 w 77"/>
                  <a:gd name="T11" fmla="*/ 8 h 38"/>
                  <a:gd name="T12" fmla="*/ 9 w 77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7" h="38">
                    <a:moveTo>
                      <a:pt x="9" y="0"/>
                    </a:moveTo>
                    <a:lnTo>
                      <a:pt x="69" y="0"/>
                    </a:lnTo>
                    <a:lnTo>
                      <a:pt x="77" y="8"/>
                    </a:lnTo>
                    <a:lnTo>
                      <a:pt x="77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6" name="iśľïḓe"/>
              <p:cNvSpPr/>
              <p:nvPr/>
            </p:nvSpPr>
            <p:spPr bwMode="auto">
              <a:xfrm>
                <a:off x="4046538" y="3484563"/>
                <a:ext cx="6350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7" name="iṣļïḑè"/>
              <p:cNvSpPr/>
              <p:nvPr/>
            </p:nvSpPr>
            <p:spPr bwMode="auto">
              <a:xfrm>
                <a:off x="3838576" y="3484563"/>
                <a:ext cx="6350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8" name="iṡḷidé"/>
              <p:cNvSpPr/>
              <p:nvPr/>
            </p:nvSpPr>
            <p:spPr bwMode="auto">
              <a:xfrm>
                <a:off x="3979863" y="3484563"/>
                <a:ext cx="3175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9" name="íṡḷíḋe"/>
              <p:cNvSpPr/>
              <p:nvPr/>
            </p:nvSpPr>
            <p:spPr bwMode="auto">
              <a:xfrm>
                <a:off x="3811588" y="3551238"/>
                <a:ext cx="20478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0" name="íŝ1iḑê"/>
              <p:cNvSpPr/>
              <p:nvPr/>
            </p:nvSpPr>
            <p:spPr bwMode="auto">
              <a:xfrm>
                <a:off x="3805238" y="3557588"/>
                <a:ext cx="214313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1" name="îṩḷiḑe"/>
              <p:cNvSpPr/>
              <p:nvPr/>
            </p:nvSpPr>
            <p:spPr bwMode="auto">
              <a:xfrm>
                <a:off x="3802063" y="3567113"/>
                <a:ext cx="220663" cy="1588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2" name="iṧḻiḑê"/>
              <p:cNvSpPr/>
              <p:nvPr/>
            </p:nvSpPr>
            <p:spPr bwMode="auto">
              <a:xfrm>
                <a:off x="3802063" y="3570288"/>
                <a:ext cx="22383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3" name="ïṣḻîḋè"/>
              <p:cNvSpPr/>
              <p:nvPr/>
            </p:nvSpPr>
            <p:spPr bwMode="auto">
              <a:xfrm>
                <a:off x="3795713" y="3581400"/>
                <a:ext cx="234950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4" name="îṡ1îḍé"/>
              <p:cNvSpPr/>
              <p:nvPr/>
            </p:nvSpPr>
            <p:spPr bwMode="auto">
              <a:xfrm>
                <a:off x="3633788" y="3587750"/>
                <a:ext cx="560388" cy="6350"/>
              </a:xfrm>
              <a:custGeom>
                <a:avLst/>
                <a:gdLst>
                  <a:gd name="T0" fmla="*/ 0 w 353"/>
                  <a:gd name="T1" fmla="*/ 0 h 4"/>
                  <a:gd name="T2" fmla="*/ 353 w 353"/>
                  <a:gd name="T3" fmla="*/ 0 h 4"/>
                  <a:gd name="T4" fmla="*/ 351 w 353"/>
                  <a:gd name="T5" fmla="*/ 4 h 4"/>
                  <a:gd name="T6" fmla="*/ 2 w 353"/>
                  <a:gd name="T7" fmla="*/ 4 h 4"/>
                  <a:gd name="T8" fmla="*/ 0 w 353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3" h="4">
                    <a:moveTo>
                      <a:pt x="0" y="0"/>
                    </a:moveTo>
                    <a:lnTo>
                      <a:pt x="353" y="0"/>
                    </a:lnTo>
                    <a:lnTo>
                      <a:pt x="351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5" name="îš1íḑe"/>
              <p:cNvSpPr/>
              <p:nvPr/>
            </p:nvSpPr>
            <p:spPr bwMode="auto">
              <a:xfrm>
                <a:off x="3640138" y="3600450"/>
                <a:ext cx="547688" cy="6350"/>
              </a:xfrm>
              <a:custGeom>
                <a:avLst/>
                <a:gdLst>
                  <a:gd name="T0" fmla="*/ 0 w 345"/>
                  <a:gd name="T1" fmla="*/ 0 h 4"/>
                  <a:gd name="T2" fmla="*/ 345 w 345"/>
                  <a:gd name="T3" fmla="*/ 0 h 4"/>
                  <a:gd name="T4" fmla="*/ 343 w 345"/>
                  <a:gd name="T5" fmla="*/ 4 h 4"/>
                  <a:gd name="T6" fmla="*/ 2 w 345"/>
                  <a:gd name="T7" fmla="*/ 4 h 4"/>
                  <a:gd name="T8" fmla="*/ 0 w 345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5" h="4">
                    <a:moveTo>
                      <a:pt x="0" y="0"/>
                    </a:moveTo>
                    <a:lnTo>
                      <a:pt x="345" y="0"/>
                    </a:lnTo>
                    <a:lnTo>
                      <a:pt x="343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6" name="iš1ïḍe"/>
              <p:cNvSpPr/>
              <p:nvPr/>
            </p:nvSpPr>
            <p:spPr bwMode="auto">
              <a:xfrm>
                <a:off x="3736976" y="3406775"/>
                <a:ext cx="352425" cy="4763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7" name="îSḻîde"/>
              <p:cNvSpPr/>
              <p:nvPr/>
            </p:nvSpPr>
            <p:spPr bwMode="auto">
              <a:xfrm>
                <a:off x="3746501" y="3417888"/>
                <a:ext cx="3333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" name="î$ḻîḑé"/>
              <p:cNvSpPr/>
              <p:nvPr/>
            </p:nvSpPr>
            <p:spPr bwMode="auto">
              <a:xfrm>
                <a:off x="3805238" y="3417888"/>
                <a:ext cx="211138" cy="1588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" name="íŝļïḓe"/>
              <p:cNvSpPr/>
              <p:nvPr/>
            </p:nvSpPr>
            <p:spPr bwMode="auto">
              <a:xfrm>
                <a:off x="3811588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" name="îS1iḍé"/>
              <p:cNvSpPr/>
              <p:nvPr/>
            </p:nvSpPr>
            <p:spPr bwMode="auto">
              <a:xfrm>
                <a:off x="3802063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" name="išlïdé"/>
              <p:cNvSpPr/>
              <p:nvPr/>
            </p:nvSpPr>
            <p:spPr bwMode="auto">
              <a:xfrm>
                <a:off x="3789363" y="3421063"/>
                <a:ext cx="6350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" name="ïSlïde"/>
              <p:cNvSpPr/>
              <p:nvPr/>
            </p:nvSpPr>
            <p:spPr bwMode="auto">
              <a:xfrm>
                <a:off x="3822701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" name="îşľïďe"/>
              <p:cNvSpPr/>
              <p:nvPr/>
            </p:nvSpPr>
            <p:spPr bwMode="auto">
              <a:xfrm>
                <a:off x="3832226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" name="ïşľíďê"/>
              <p:cNvSpPr/>
              <p:nvPr/>
            </p:nvSpPr>
            <p:spPr bwMode="auto">
              <a:xfrm>
                <a:off x="38449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" name="íś1ïdè"/>
              <p:cNvSpPr/>
              <p:nvPr/>
            </p:nvSpPr>
            <p:spPr bwMode="auto">
              <a:xfrm>
                <a:off x="3854451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6" name="iṩḷiḍe"/>
              <p:cNvSpPr/>
              <p:nvPr/>
            </p:nvSpPr>
            <p:spPr bwMode="auto">
              <a:xfrm>
                <a:off x="3865563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7" name="ïŝ1iďè"/>
              <p:cNvSpPr/>
              <p:nvPr/>
            </p:nvSpPr>
            <p:spPr bwMode="auto">
              <a:xfrm>
                <a:off x="3878263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8" name="íṩļíḋê"/>
              <p:cNvSpPr/>
              <p:nvPr/>
            </p:nvSpPr>
            <p:spPr bwMode="auto">
              <a:xfrm>
                <a:off x="3887788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9" name="ïṧ1ïdè"/>
              <p:cNvSpPr/>
              <p:nvPr/>
            </p:nvSpPr>
            <p:spPr bwMode="auto">
              <a:xfrm>
                <a:off x="3897313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0" name="íŝḻîḍé"/>
              <p:cNvSpPr/>
              <p:nvPr/>
            </p:nvSpPr>
            <p:spPr bwMode="auto">
              <a:xfrm>
                <a:off x="3908426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1" name="îşḻïḓé"/>
              <p:cNvSpPr/>
              <p:nvPr/>
            </p:nvSpPr>
            <p:spPr bwMode="auto">
              <a:xfrm>
                <a:off x="39211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2" name="íśļíďè"/>
              <p:cNvSpPr/>
              <p:nvPr/>
            </p:nvSpPr>
            <p:spPr bwMode="auto">
              <a:xfrm>
                <a:off x="3930651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3" name="iŝ1ïdé"/>
              <p:cNvSpPr/>
              <p:nvPr/>
            </p:nvSpPr>
            <p:spPr bwMode="auto">
              <a:xfrm>
                <a:off x="3940176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4" name="is1ídè"/>
              <p:cNvSpPr/>
              <p:nvPr/>
            </p:nvSpPr>
            <p:spPr bwMode="auto">
              <a:xfrm>
                <a:off x="3951288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2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5" name="islíďê"/>
              <p:cNvSpPr/>
              <p:nvPr/>
            </p:nvSpPr>
            <p:spPr bwMode="auto">
              <a:xfrm>
                <a:off x="3963988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6" name="iṩlíḑê"/>
              <p:cNvSpPr/>
              <p:nvPr/>
            </p:nvSpPr>
            <p:spPr bwMode="auto">
              <a:xfrm>
                <a:off x="3973513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7" name="îṥḷïďê"/>
              <p:cNvSpPr/>
              <p:nvPr/>
            </p:nvSpPr>
            <p:spPr bwMode="auto">
              <a:xfrm>
                <a:off x="3983038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8" name="íṥḻïďè"/>
              <p:cNvSpPr/>
              <p:nvPr/>
            </p:nvSpPr>
            <p:spPr bwMode="auto">
              <a:xfrm>
                <a:off x="39973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9" name="íṡḷíḍè"/>
              <p:cNvSpPr/>
              <p:nvPr/>
            </p:nvSpPr>
            <p:spPr bwMode="auto">
              <a:xfrm>
                <a:off x="4006851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0" name="î$ḷîḑé"/>
              <p:cNvSpPr/>
              <p:nvPr/>
            </p:nvSpPr>
            <p:spPr bwMode="auto">
              <a:xfrm>
                <a:off x="4016376" y="3421063"/>
                <a:ext cx="6350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1" name="í$ľîdè"/>
              <p:cNvSpPr/>
              <p:nvPr/>
            </p:nvSpPr>
            <p:spPr bwMode="auto">
              <a:xfrm>
                <a:off x="4025901" y="3421063"/>
                <a:ext cx="7938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2" name="iṥ1iḍè"/>
              <p:cNvSpPr/>
              <p:nvPr/>
            </p:nvSpPr>
            <p:spPr bwMode="auto">
              <a:xfrm>
                <a:off x="4040188" y="3417888"/>
                <a:ext cx="3968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3" name="ïslidé"/>
              <p:cNvSpPr/>
              <p:nvPr/>
            </p:nvSpPr>
            <p:spPr bwMode="auto">
              <a:xfrm>
                <a:off x="3679826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4" name="íṡlïďè"/>
              <p:cNvSpPr/>
              <p:nvPr/>
            </p:nvSpPr>
            <p:spPr bwMode="auto">
              <a:xfrm>
                <a:off x="3884613" y="3490913"/>
                <a:ext cx="55563" cy="53975"/>
              </a:xfrm>
              <a:custGeom>
                <a:avLst/>
                <a:gdLst>
                  <a:gd name="T0" fmla="*/ 0 w 35"/>
                  <a:gd name="T1" fmla="*/ 0 h 34"/>
                  <a:gd name="T2" fmla="*/ 35 w 35"/>
                  <a:gd name="T3" fmla="*/ 0 h 34"/>
                  <a:gd name="T4" fmla="*/ 35 w 35"/>
                  <a:gd name="T5" fmla="*/ 34 h 34"/>
                  <a:gd name="T6" fmla="*/ 0 w 35"/>
                  <a:gd name="T7" fmla="*/ 34 h 34"/>
                  <a:gd name="T8" fmla="*/ 0 w 35"/>
                  <a:gd name="T9" fmla="*/ 0 h 34"/>
                  <a:gd name="T10" fmla="*/ 0 w 35"/>
                  <a:gd name="T11" fmla="*/ 0 h 34"/>
                  <a:gd name="T12" fmla="*/ 4 w 35"/>
                  <a:gd name="T13" fmla="*/ 8 h 34"/>
                  <a:gd name="T14" fmla="*/ 4 w 35"/>
                  <a:gd name="T15" fmla="*/ 27 h 34"/>
                  <a:gd name="T16" fmla="*/ 8 w 35"/>
                  <a:gd name="T17" fmla="*/ 27 h 34"/>
                  <a:gd name="T18" fmla="*/ 8 w 35"/>
                  <a:gd name="T19" fmla="*/ 8 h 34"/>
                  <a:gd name="T20" fmla="*/ 4 w 35"/>
                  <a:gd name="T21" fmla="*/ 8 h 34"/>
                  <a:gd name="T22" fmla="*/ 4 w 35"/>
                  <a:gd name="T23" fmla="*/ 8 h 34"/>
                  <a:gd name="T24" fmla="*/ 29 w 35"/>
                  <a:gd name="T25" fmla="*/ 8 h 34"/>
                  <a:gd name="T26" fmla="*/ 29 w 35"/>
                  <a:gd name="T27" fmla="*/ 27 h 34"/>
                  <a:gd name="T28" fmla="*/ 31 w 35"/>
                  <a:gd name="T29" fmla="*/ 27 h 34"/>
                  <a:gd name="T30" fmla="*/ 31 w 35"/>
                  <a:gd name="T31" fmla="*/ 8 h 34"/>
                  <a:gd name="T32" fmla="*/ 29 w 35"/>
                  <a:gd name="T33" fmla="*/ 8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5" h="34">
                    <a:moveTo>
                      <a:pt x="0" y="0"/>
                    </a:moveTo>
                    <a:lnTo>
                      <a:pt x="35" y="0"/>
                    </a:lnTo>
                    <a:lnTo>
                      <a:pt x="35" y="34"/>
                    </a:lnTo>
                    <a:lnTo>
                      <a:pt x="0" y="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4" y="8"/>
                    </a:moveTo>
                    <a:lnTo>
                      <a:pt x="4" y="27"/>
                    </a:lnTo>
                    <a:lnTo>
                      <a:pt x="8" y="27"/>
                    </a:lnTo>
                    <a:lnTo>
                      <a:pt x="8" y="8"/>
                    </a:lnTo>
                    <a:lnTo>
                      <a:pt x="4" y="8"/>
                    </a:lnTo>
                    <a:lnTo>
                      <a:pt x="4" y="8"/>
                    </a:lnTo>
                    <a:close/>
                    <a:moveTo>
                      <a:pt x="29" y="8"/>
                    </a:moveTo>
                    <a:lnTo>
                      <a:pt x="29" y="27"/>
                    </a:lnTo>
                    <a:lnTo>
                      <a:pt x="31" y="27"/>
                    </a:lnTo>
                    <a:lnTo>
                      <a:pt x="31" y="8"/>
                    </a:lnTo>
                    <a:lnTo>
                      <a:pt x="29" y="8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5" name="iṧ1ïḓè"/>
              <p:cNvSpPr/>
              <p:nvPr/>
            </p:nvSpPr>
            <p:spPr bwMode="auto">
              <a:xfrm>
                <a:off x="3551238" y="3067050"/>
                <a:ext cx="722313" cy="727075"/>
              </a:xfrm>
              <a:custGeom>
                <a:avLst/>
                <a:gdLst>
                  <a:gd name="T0" fmla="*/ 109 w 219"/>
                  <a:gd name="T1" fmla="*/ 0 h 218"/>
                  <a:gd name="T2" fmla="*/ 219 w 219"/>
                  <a:gd name="T3" fmla="*/ 109 h 218"/>
                  <a:gd name="T4" fmla="*/ 109 w 219"/>
                  <a:gd name="T5" fmla="*/ 218 h 218"/>
                  <a:gd name="T6" fmla="*/ 0 w 219"/>
                  <a:gd name="T7" fmla="*/ 109 h 218"/>
                  <a:gd name="T8" fmla="*/ 109 w 219"/>
                  <a:gd name="T9" fmla="*/ 0 h 218"/>
                  <a:gd name="T10" fmla="*/ 109 w 219"/>
                  <a:gd name="T11" fmla="*/ 3 h 218"/>
                  <a:gd name="T12" fmla="*/ 4 w 219"/>
                  <a:gd name="T13" fmla="*/ 109 h 218"/>
                  <a:gd name="T14" fmla="*/ 109 w 219"/>
                  <a:gd name="T15" fmla="*/ 215 h 218"/>
                  <a:gd name="T16" fmla="*/ 215 w 219"/>
                  <a:gd name="T17" fmla="*/ 109 h 218"/>
                  <a:gd name="T18" fmla="*/ 109 w 219"/>
                  <a:gd name="T19" fmla="*/ 3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9" h="218">
                    <a:moveTo>
                      <a:pt x="109" y="0"/>
                    </a:moveTo>
                    <a:cubicBezTo>
                      <a:pt x="170" y="0"/>
                      <a:pt x="219" y="49"/>
                      <a:pt x="219" y="109"/>
                    </a:cubicBezTo>
                    <a:cubicBezTo>
                      <a:pt x="219" y="169"/>
                      <a:pt x="170" y="218"/>
                      <a:pt x="109" y="218"/>
                    </a:cubicBezTo>
                    <a:cubicBezTo>
                      <a:pt x="49" y="218"/>
                      <a:pt x="0" y="169"/>
                      <a:pt x="0" y="109"/>
                    </a:cubicBezTo>
                    <a:cubicBezTo>
                      <a:pt x="0" y="49"/>
                      <a:pt x="49" y="0"/>
                      <a:pt x="109" y="0"/>
                    </a:cubicBezTo>
                    <a:close/>
                    <a:moveTo>
                      <a:pt x="109" y="3"/>
                    </a:moveTo>
                    <a:cubicBezTo>
                      <a:pt x="51" y="3"/>
                      <a:pt x="4" y="51"/>
                      <a:pt x="4" y="109"/>
                    </a:cubicBezTo>
                    <a:cubicBezTo>
                      <a:pt x="4" y="167"/>
                      <a:pt x="51" y="215"/>
                      <a:pt x="109" y="215"/>
                    </a:cubicBezTo>
                    <a:cubicBezTo>
                      <a:pt x="168" y="215"/>
                      <a:pt x="215" y="167"/>
                      <a:pt x="215" y="109"/>
                    </a:cubicBezTo>
                    <a:cubicBezTo>
                      <a:pt x="215" y="51"/>
                      <a:pt x="168" y="3"/>
                      <a:pt x="109" y="3"/>
                    </a:cubicBez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47" name="íşḷïḑe"/>
            <p:cNvGrpSpPr/>
            <p:nvPr userDrawn="1"/>
          </p:nvGrpSpPr>
          <p:grpSpPr>
            <a:xfrm>
              <a:off x="4894762" y="471192"/>
              <a:ext cx="4437911" cy="1614111"/>
              <a:chOff x="4412452" y="3106738"/>
              <a:chExt cx="2312689" cy="841148"/>
            </a:xfrm>
          </p:grpSpPr>
          <p:grpSp>
            <p:nvGrpSpPr>
              <p:cNvPr id="248" name="îṥľíḑé"/>
              <p:cNvGrpSpPr/>
              <p:nvPr/>
            </p:nvGrpSpPr>
            <p:grpSpPr>
              <a:xfrm>
                <a:off x="4422776" y="3106738"/>
                <a:ext cx="2293937" cy="617538"/>
                <a:chOff x="4422776" y="3106738"/>
                <a:chExt cx="2293937" cy="617538"/>
              </a:xfrm>
            </p:grpSpPr>
            <p:sp>
              <p:nvSpPr>
                <p:cNvPr id="265" name="išḻiḑé"/>
                <p:cNvSpPr/>
                <p:nvPr/>
              </p:nvSpPr>
              <p:spPr bwMode="auto">
                <a:xfrm>
                  <a:off x="4811713" y="3200400"/>
                  <a:ext cx="49213" cy="100013"/>
                </a:xfrm>
                <a:custGeom>
                  <a:avLst/>
                  <a:gdLst>
                    <a:gd name="T0" fmla="*/ 0 w 15"/>
                    <a:gd name="T1" fmla="*/ 1 h 30"/>
                    <a:gd name="T2" fmla="*/ 1 w 15"/>
                    <a:gd name="T3" fmla="*/ 12 h 30"/>
                    <a:gd name="T4" fmla="*/ 0 w 15"/>
                    <a:gd name="T5" fmla="*/ 21 h 30"/>
                    <a:gd name="T6" fmla="*/ 2 w 15"/>
                    <a:gd name="T7" fmla="*/ 28 h 30"/>
                    <a:gd name="T8" fmla="*/ 7 w 15"/>
                    <a:gd name="T9" fmla="*/ 30 h 30"/>
                    <a:gd name="T10" fmla="*/ 12 w 15"/>
                    <a:gd name="T11" fmla="*/ 26 h 30"/>
                    <a:gd name="T12" fmla="*/ 15 w 15"/>
                    <a:gd name="T13" fmla="*/ 18 h 30"/>
                    <a:gd name="T14" fmla="*/ 3 w 15"/>
                    <a:gd name="T15" fmla="*/ 0 h 30"/>
                    <a:gd name="T16" fmla="*/ 0 w 15"/>
                    <a:gd name="T17" fmla="*/ 1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30">
                      <a:moveTo>
                        <a:pt x="0" y="1"/>
                      </a:moveTo>
                      <a:cubicBezTo>
                        <a:pt x="1" y="12"/>
                        <a:pt x="1" y="12"/>
                        <a:pt x="1" y="12"/>
                      </a:cubicBezTo>
                      <a:cubicBezTo>
                        <a:pt x="1" y="13"/>
                        <a:pt x="0" y="18"/>
                        <a:pt x="0" y="21"/>
                      </a:cubicBezTo>
                      <a:cubicBezTo>
                        <a:pt x="0" y="24"/>
                        <a:pt x="2" y="25"/>
                        <a:pt x="2" y="28"/>
                      </a:cubicBezTo>
                      <a:cubicBezTo>
                        <a:pt x="7" y="30"/>
                        <a:pt x="7" y="30"/>
                        <a:pt x="7" y="30"/>
                      </a:cubicBezTo>
                      <a:cubicBezTo>
                        <a:pt x="9" y="27"/>
                        <a:pt x="10" y="29"/>
                        <a:pt x="12" y="26"/>
                      </a:cubicBezTo>
                      <a:cubicBezTo>
                        <a:pt x="14" y="23"/>
                        <a:pt x="14" y="21"/>
                        <a:pt x="15" y="18"/>
                      </a:cubicBezTo>
                      <a:cubicBezTo>
                        <a:pt x="12" y="7"/>
                        <a:pt x="13" y="5"/>
                        <a:pt x="3" y="0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6" name="íṥľíďè"/>
                <p:cNvSpPr/>
                <p:nvPr/>
              </p:nvSpPr>
              <p:spPr bwMode="auto">
                <a:xfrm>
                  <a:off x="5221288" y="3184525"/>
                  <a:ext cx="36513" cy="122238"/>
                </a:xfrm>
                <a:custGeom>
                  <a:avLst/>
                  <a:gdLst>
                    <a:gd name="T0" fmla="*/ 0 w 11"/>
                    <a:gd name="T1" fmla="*/ 3 h 37"/>
                    <a:gd name="T2" fmla="*/ 2 w 11"/>
                    <a:gd name="T3" fmla="*/ 14 h 37"/>
                    <a:gd name="T4" fmla="*/ 0 w 11"/>
                    <a:gd name="T5" fmla="*/ 33 h 37"/>
                    <a:gd name="T6" fmla="*/ 0 w 11"/>
                    <a:gd name="T7" fmla="*/ 36 h 37"/>
                    <a:gd name="T8" fmla="*/ 2 w 11"/>
                    <a:gd name="T9" fmla="*/ 37 h 37"/>
                    <a:gd name="T10" fmla="*/ 8 w 11"/>
                    <a:gd name="T11" fmla="*/ 27 h 37"/>
                    <a:gd name="T12" fmla="*/ 11 w 11"/>
                    <a:gd name="T13" fmla="*/ 17 h 37"/>
                    <a:gd name="T14" fmla="*/ 11 w 11"/>
                    <a:gd name="T15" fmla="*/ 15 h 37"/>
                    <a:gd name="T16" fmla="*/ 7 w 11"/>
                    <a:gd name="T17" fmla="*/ 2 h 37"/>
                    <a:gd name="T18" fmla="*/ 2 w 11"/>
                    <a:gd name="T19" fmla="*/ 0 h 37"/>
                    <a:gd name="T20" fmla="*/ 0 w 11"/>
                    <a:gd name="T21" fmla="*/ 3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1" h="37">
                      <a:moveTo>
                        <a:pt x="0" y="3"/>
                      </a:moveTo>
                      <a:cubicBezTo>
                        <a:pt x="2" y="14"/>
                        <a:pt x="2" y="14"/>
                        <a:pt x="2" y="14"/>
                      </a:cubicBezTo>
                      <a:cubicBezTo>
                        <a:pt x="2" y="19"/>
                        <a:pt x="0" y="27"/>
                        <a:pt x="0" y="33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2" y="36"/>
                        <a:pt x="1" y="37"/>
                        <a:pt x="2" y="37"/>
                      </a:cubicBezTo>
                      <a:cubicBezTo>
                        <a:pt x="3" y="37"/>
                        <a:pt x="7" y="28"/>
                        <a:pt x="8" y="27"/>
                      </a:cubicBezTo>
                      <a:cubicBezTo>
                        <a:pt x="9" y="24"/>
                        <a:pt x="11" y="21"/>
                        <a:pt x="11" y="17"/>
                      </a:cubicBezTo>
                      <a:cubicBezTo>
                        <a:pt x="11" y="15"/>
                        <a:pt x="11" y="15"/>
                        <a:pt x="11" y="15"/>
                      </a:cubicBezTo>
                      <a:cubicBezTo>
                        <a:pt x="11" y="7"/>
                        <a:pt x="8" y="7"/>
                        <a:pt x="7" y="2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1"/>
                        <a:pt x="0" y="1"/>
                        <a:pt x="0" y="3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7" name="íś1iḑe"/>
                <p:cNvSpPr/>
                <p:nvPr/>
              </p:nvSpPr>
              <p:spPr bwMode="auto">
                <a:xfrm>
                  <a:off x="4554538" y="3251200"/>
                  <a:ext cx="119063" cy="58738"/>
                </a:xfrm>
                <a:custGeom>
                  <a:avLst/>
                  <a:gdLst>
                    <a:gd name="T0" fmla="*/ 0 w 36"/>
                    <a:gd name="T1" fmla="*/ 15 h 18"/>
                    <a:gd name="T2" fmla="*/ 2 w 36"/>
                    <a:gd name="T3" fmla="*/ 16 h 18"/>
                    <a:gd name="T4" fmla="*/ 13 w 36"/>
                    <a:gd name="T5" fmla="*/ 18 h 18"/>
                    <a:gd name="T6" fmla="*/ 16 w 36"/>
                    <a:gd name="T7" fmla="*/ 18 h 18"/>
                    <a:gd name="T8" fmla="*/ 22 w 36"/>
                    <a:gd name="T9" fmla="*/ 17 h 18"/>
                    <a:gd name="T10" fmla="*/ 23 w 36"/>
                    <a:gd name="T11" fmla="*/ 17 h 18"/>
                    <a:gd name="T12" fmla="*/ 30 w 36"/>
                    <a:gd name="T13" fmla="*/ 13 h 18"/>
                    <a:gd name="T14" fmla="*/ 36 w 36"/>
                    <a:gd name="T15" fmla="*/ 8 h 18"/>
                    <a:gd name="T16" fmla="*/ 36 w 36"/>
                    <a:gd name="T17" fmla="*/ 7 h 18"/>
                    <a:gd name="T18" fmla="*/ 36 w 36"/>
                    <a:gd name="T19" fmla="*/ 4 h 18"/>
                    <a:gd name="T20" fmla="*/ 32 w 36"/>
                    <a:gd name="T21" fmla="*/ 0 h 18"/>
                    <a:gd name="T22" fmla="*/ 24 w 36"/>
                    <a:gd name="T23" fmla="*/ 3 h 18"/>
                    <a:gd name="T24" fmla="*/ 16 w 36"/>
                    <a:gd name="T25" fmla="*/ 7 h 18"/>
                    <a:gd name="T26" fmla="*/ 0 w 36"/>
                    <a:gd name="T27" fmla="*/ 15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6" h="18">
                      <a:moveTo>
                        <a:pt x="0" y="15"/>
                      </a:moveTo>
                      <a:cubicBezTo>
                        <a:pt x="1" y="16"/>
                        <a:pt x="1" y="16"/>
                        <a:pt x="2" y="16"/>
                      </a:cubicBezTo>
                      <a:cubicBezTo>
                        <a:pt x="6" y="16"/>
                        <a:pt x="9" y="18"/>
                        <a:pt x="13" y="18"/>
                      </a:cubicBezTo>
                      <a:cubicBezTo>
                        <a:pt x="16" y="18"/>
                        <a:pt x="16" y="18"/>
                        <a:pt x="16" y="18"/>
                      </a:cubicBezTo>
                      <a:cubicBezTo>
                        <a:pt x="22" y="17"/>
                        <a:pt x="22" y="17"/>
                        <a:pt x="22" y="17"/>
                      </a:cubicBezTo>
                      <a:cubicBezTo>
                        <a:pt x="23" y="17"/>
                        <a:pt x="23" y="17"/>
                        <a:pt x="23" y="17"/>
                      </a:cubicBezTo>
                      <a:cubicBezTo>
                        <a:pt x="26" y="16"/>
                        <a:pt x="28" y="14"/>
                        <a:pt x="30" y="13"/>
                      </a:cubicBezTo>
                      <a:cubicBezTo>
                        <a:pt x="34" y="11"/>
                        <a:pt x="33" y="10"/>
                        <a:pt x="36" y="8"/>
                      </a:cubicBezTo>
                      <a:cubicBezTo>
                        <a:pt x="36" y="7"/>
                        <a:pt x="36" y="7"/>
                        <a:pt x="36" y="7"/>
                      </a:cubicBezTo>
                      <a:cubicBezTo>
                        <a:pt x="36" y="4"/>
                        <a:pt x="36" y="4"/>
                        <a:pt x="36" y="4"/>
                      </a:cubicBezTo>
                      <a:cubicBezTo>
                        <a:pt x="36" y="1"/>
                        <a:pt x="33" y="2"/>
                        <a:pt x="32" y="0"/>
                      </a:cubicBezTo>
                      <a:cubicBezTo>
                        <a:pt x="29" y="1"/>
                        <a:pt x="27" y="1"/>
                        <a:pt x="24" y="3"/>
                      </a:cubicBezTo>
                      <a:cubicBezTo>
                        <a:pt x="21" y="4"/>
                        <a:pt x="19" y="6"/>
                        <a:pt x="16" y="7"/>
                      </a:cubicBezTo>
                      <a:cubicBezTo>
                        <a:pt x="11" y="11"/>
                        <a:pt x="4" y="10"/>
                        <a:pt x="0" y="1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8" name="iṩ1iḋè"/>
                <p:cNvSpPr/>
                <p:nvPr/>
              </p:nvSpPr>
              <p:spPr bwMode="auto">
                <a:xfrm>
                  <a:off x="6359526" y="3263900"/>
                  <a:ext cx="93663" cy="139700"/>
                </a:xfrm>
                <a:custGeom>
                  <a:avLst/>
                  <a:gdLst>
                    <a:gd name="T0" fmla="*/ 15 w 28"/>
                    <a:gd name="T1" fmla="*/ 1 h 42"/>
                    <a:gd name="T2" fmla="*/ 6 w 28"/>
                    <a:gd name="T3" fmla="*/ 11 h 42"/>
                    <a:gd name="T4" fmla="*/ 6 w 28"/>
                    <a:gd name="T5" fmla="*/ 13 h 42"/>
                    <a:gd name="T6" fmla="*/ 5 w 28"/>
                    <a:gd name="T7" fmla="*/ 16 h 42"/>
                    <a:gd name="T8" fmla="*/ 6 w 28"/>
                    <a:gd name="T9" fmla="*/ 20 h 42"/>
                    <a:gd name="T10" fmla="*/ 6 w 28"/>
                    <a:gd name="T11" fmla="*/ 21 h 42"/>
                    <a:gd name="T12" fmla="*/ 0 w 28"/>
                    <a:gd name="T13" fmla="*/ 38 h 42"/>
                    <a:gd name="T14" fmla="*/ 0 w 28"/>
                    <a:gd name="T15" fmla="*/ 41 h 42"/>
                    <a:gd name="T16" fmla="*/ 3 w 28"/>
                    <a:gd name="T17" fmla="*/ 42 h 42"/>
                    <a:gd name="T18" fmla="*/ 9 w 28"/>
                    <a:gd name="T19" fmla="*/ 32 h 42"/>
                    <a:gd name="T20" fmla="*/ 12 w 28"/>
                    <a:gd name="T21" fmla="*/ 26 h 42"/>
                    <a:gd name="T22" fmla="*/ 14 w 28"/>
                    <a:gd name="T23" fmla="*/ 26 h 42"/>
                    <a:gd name="T24" fmla="*/ 20 w 28"/>
                    <a:gd name="T25" fmla="*/ 26 h 42"/>
                    <a:gd name="T26" fmla="*/ 28 w 28"/>
                    <a:gd name="T27" fmla="*/ 14 h 42"/>
                    <a:gd name="T28" fmla="*/ 28 w 28"/>
                    <a:gd name="T29" fmla="*/ 6 h 42"/>
                    <a:gd name="T30" fmla="*/ 28 w 28"/>
                    <a:gd name="T31" fmla="*/ 5 h 42"/>
                    <a:gd name="T32" fmla="*/ 27 w 28"/>
                    <a:gd name="T33" fmla="*/ 3 h 42"/>
                    <a:gd name="T34" fmla="*/ 26 w 28"/>
                    <a:gd name="T35" fmla="*/ 3 h 42"/>
                    <a:gd name="T36" fmla="*/ 24 w 28"/>
                    <a:gd name="T37" fmla="*/ 3 h 42"/>
                    <a:gd name="T38" fmla="*/ 23 w 28"/>
                    <a:gd name="T39" fmla="*/ 3 h 42"/>
                    <a:gd name="T40" fmla="*/ 20 w 28"/>
                    <a:gd name="T41" fmla="*/ 0 h 42"/>
                    <a:gd name="T42" fmla="*/ 15 w 28"/>
                    <a:gd name="T43" fmla="*/ 1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28" h="42">
                      <a:moveTo>
                        <a:pt x="15" y="1"/>
                      </a:moveTo>
                      <a:cubicBezTo>
                        <a:pt x="15" y="10"/>
                        <a:pt x="8" y="6"/>
                        <a:pt x="6" y="11"/>
                      </a:cubicBezTo>
                      <a:cubicBezTo>
                        <a:pt x="6" y="13"/>
                        <a:pt x="6" y="13"/>
                        <a:pt x="6" y="13"/>
                      </a:cubicBezTo>
                      <a:cubicBezTo>
                        <a:pt x="6" y="14"/>
                        <a:pt x="5" y="14"/>
                        <a:pt x="5" y="16"/>
                      </a:cubicBezTo>
                      <a:cubicBezTo>
                        <a:pt x="6" y="20"/>
                        <a:pt x="6" y="20"/>
                        <a:pt x="6" y="20"/>
                      </a:cubicBezTo>
                      <a:cubicBezTo>
                        <a:pt x="6" y="21"/>
                        <a:pt x="6" y="21"/>
                        <a:pt x="6" y="21"/>
                      </a:cubicBezTo>
                      <a:cubicBezTo>
                        <a:pt x="6" y="29"/>
                        <a:pt x="0" y="31"/>
                        <a:pt x="0" y="3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2" y="42"/>
                        <a:pt x="2" y="42"/>
                        <a:pt x="3" y="42"/>
                      </a:cubicBezTo>
                      <a:cubicBezTo>
                        <a:pt x="7" y="42"/>
                        <a:pt x="9" y="36"/>
                        <a:pt x="9" y="32"/>
                      </a:cubicBezTo>
                      <a:cubicBezTo>
                        <a:pt x="9" y="29"/>
                        <a:pt x="10" y="26"/>
                        <a:pt x="12" y="26"/>
                      </a:cubicBezTo>
                      <a:cubicBezTo>
                        <a:pt x="14" y="26"/>
                        <a:pt x="14" y="26"/>
                        <a:pt x="14" y="26"/>
                      </a:cubicBezTo>
                      <a:cubicBezTo>
                        <a:pt x="20" y="26"/>
                        <a:pt x="20" y="26"/>
                        <a:pt x="20" y="26"/>
                      </a:cubicBezTo>
                      <a:cubicBezTo>
                        <a:pt x="24" y="24"/>
                        <a:pt x="28" y="21"/>
                        <a:pt x="28" y="14"/>
                      </a:cubicBezTo>
                      <a:cubicBezTo>
                        <a:pt x="28" y="6"/>
                        <a:pt x="28" y="6"/>
                        <a:pt x="28" y="6"/>
                      </a:cubicBezTo>
                      <a:cubicBezTo>
                        <a:pt x="28" y="5"/>
                        <a:pt x="28" y="5"/>
                        <a:pt x="28" y="5"/>
                      </a:cubicBezTo>
                      <a:cubicBezTo>
                        <a:pt x="27" y="3"/>
                        <a:pt x="27" y="3"/>
                        <a:pt x="27" y="3"/>
                      </a:cubicBezTo>
                      <a:cubicBezTo>
                        <a:pt x="26" y="3"/>
                        <a:pt x="26" y="3"/>
                        <a:pt x="26" y="3"/>
                      </a:cubicBezTo>
                      <a:cubicBezTo>
                        <a:pt x="24" y="3"/>
                        <a:pt x="24" y="3"/>
                        <a:pt x="24" y="3"/>
                      </a:cubicBezTo>
                      <a:cubicBezTo>
                        <a:pt x="23" y="3"/>
                        <a:pt x="23" y="3"/>
                        <a:pt x="23" y="3"/>
                      </a:cubicBezTo>
                      <a:cubicBezTo>
                        <a:pt x="20" y="0"/>
                        <a:pt x="20" y="0"/>
                        <a:pt x="20" y="0"/>
                      </a:cubicBezTo>
                      <a:lnTo>
                        <a:pt x="15" y="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9" name="íṩlïḓè"/>
                <p:cNvSpPr/>
                <p:nvPr/>
              </p:nvSpPr>
              <p:spPr bwMode="auto">
                <a:xfrm>
                  <a:off x="5826126" y="3273425"/>
                  <a:ext cx="223838" cy="293688"/>
                </a:xfrm>
                <a:custGeom>
                  <a:avLst/>
                  <a:gdLst>
                    <a:gd name="T0" fmla="*/ 38 w 68"/>
                    <a:gd name="T1" fmla="*/ 16 h 88"/>
                    <a:gd name="T2" fmla="*/ 40 w 68"/>
                    <a:gd name="T3" fmla="*/ 5 h 88"/>
                    <a:gd name="T4" fmla="*/ 36 w 68"/>
                    <a:gd name="T5" fmla="*/ 1 h 88"/>
                    <a:gd name="T6" fmla="*/ 36 w 68"/>
                    <a:gd name="T7" fmla="*/ 1 h 88"/>
                    <a:gd name="T8" fmla="*/ 33 w 68"/>
                    <a:gd name="T9" fmla="*/ 0 h 88"/>
                    <a:gd name="T10" fmla="*/ 24 w 68"/>
                    <a:gd name="T11" fmla="*/ 7 h 88"/>
                    <a:gd name="T12" fmla="*/ 24 w 68"/>
                    <a:gd name="T13" fmla="*/ 8 h 88"/>
                    <a:gd name="T14" fmla="*/ 26 w 68"/>
                    <a:gd name="T15" fmla="*/ 18 h 88"/>
                    <a:gd name="T16" fmla="*/ 27 w 68"/>
                    <a:gd name="T17" fmla="*/ 28 h 88"/>
                    <a:gd name="T18" fmla="*/ 27 w 68"/>
                    <a:gd name="T19" fmla="*/ 39 h 88"/>
                    <a:gd name="T20" fmla="*/ 16 w 68"/>
                    <a:gd name="T21" fmla="*/ 48 h 88"/>
                    <a:gd name="T22" fmla="*/ 7 w 68"/>
                    <a:gd name="T23" fmla="*/ 49 h 88"/>
                    <a:gd name="T24" fmla="*/ 5 w 68"/>
                    <a:gd name="T25" fmla="*/ 49 h 88"/>
                    <a:gd name="T26" fmla="*/ 4 w 68"/>
                    <a:gd name="T27" fmla="*/ 49 h 88"/>
                    <a:gd name="T28" fmla="*/ 0 w 68"/>
                    <a:gd name="T29" fmla="*/ 54 h 88"/>
                    <a:gd name="T30" fmla="*/ 5 w 68"/>
                    <a:gd name="T31" fmla="*/ 60 h 88"/>
                    <a:gd name="T32" fmla="*/ 11 w 68"/>
                    <a:gd name="T33" fmla="*/ 60 h 88"/>
                    <a:gd name="T34" fmla="*/ 13 w 68"/>
                    <a:gd name="T35" fmla="*/ 59 h 88"/>
                    <a:gd name="T36" fmla="*/ 20 w 68"/>
                    <a:gd name="T37" fmla="*/ 66 h 88"/>
                    <a:gd name="T38" fmla="*/ 17 w 68"/>
                    <a:gd name="T39" fmla="*/ 72 h 88"/>
                    <a:gd name="T40" fmla="*/ 13 w 68"/>
                    <a:gd name="T41" fmla="*/ 76 h 88"/>
                    <a:gd name="T42" fmla="*/ 2 w 68"/>
                    <a:gd name="T43" fmla="*/ 82 h 88"/>
                    <a:gd name="T44" fmla="*/ 2 w 68"/>
                    <a:gd name="T45" fmla="*/ 83 h 88"/>
                    <a:gd name="T46" fmla="*/ 2 w 68"/>
                    <a:gd name="T47" fmla="*/ 87 h 88"/>
                    <a:gd name="T48" fmla="*/ 4 w 68"/>
                    <a:gd name="T49" fmla="*/ 88 h 88"/>
                    <a:gd name="T50" fmla="*/ 25 w 68"/>
                    <a:gd name="T51" fmla="*/ 77 h 88"/>
                    <a:gd name="T52" fmla="*/ 31 w 68"/>
                    <a:gd name="T53" fmla="*/ 69 h 88"/>
                    <a:gd name="T54" fmla="*/ 40 w 68"/>
                    <a:gd name="T55" fmla="*/ 63 h 88"/>
                    <a:gd name="T56" fmla="*/ 52 w 68"/>
                    <a:gd name="T57" fmla="*/ 70 h 88"/>
                    <a:gd name="T58" fmla="*/ 48 w 68"/>
                    <a:gd name="T59" fmla="*/ 79 h 88"/>
                    <a:gd name="T60" fmla="*/ 59 w 68"/>
                    <a:gd name="T61" fmla="*/ 81 h 88"/>
                    <a:gd name="T62" fmla="*/ 68 w 68"/>
                    <a:gd name="T63" fmla="*/ 71 h 88"/>
                    <a:gd name="T64" fmla="*/ 59 w 68"/>
                    <a:gd name="T65" fmla="*/ 62 h 88"/>
                    <a:gd name="T66" fmla="*/ 44 w 68"/>
                    <a:gd name="T67" fmla="*/ 60 h 88"/>
                    <a:gd name="T68" fmla="*/ 42 w 68"/>
                    <a:gd name="T69" fmla="*/ 60 h 88"/>
                    <a:gd name="T70" fmla="*/ 36 w 68"/>
                    <a:gd name="T71" fmla="*/ 53 h 88"/>
                    <a:gd name="T72" fmla="*/ 48 w 68"/>
                    <a:gd name="T73" fmla="*/ 42 h 88"/>
                    <a:gd name="T74" fmla="*/ 59 w 68"/>
                    <a:gd name="T75" fmla="*/ 32 h 88"/>
                    <a:gd name="T76" fmla="*/ 59 w 68"/>
                    <a:gd name="T77" fmla="*/ 30 h 88"/>
                    <a:gd name="T78" fmla="*/ 59 w 68"/>
                    <a:gd name="T79" fmla="*/ 29 h 88"/>
                    <a:gd name="T80" fmla="*/ 54 w 68"/>
                    <a:gd name="T81" fmla="*/ 26 h 88"/>
                    <a:gd name="T82" fmla="*/ 51 w 68"/>
                    <a:gd name="T83" fmla="*/ 27 h 88"/>
                    <a:gd name="T84" fmla="*/ 50 w 68"/>
                    <a:gd name="T85" fmla="*/ 27 h 88"/>
                    <a:gd name="T86" fmla="*/ 41 w 68"/>
                    <a:gd name="T87" fmla="*/ 33 h 88"/>
                    <a:gd name="T88" fmla="*/ 38 w 68"/>
                    <a:gd name="T89" fmla="*/ 28 h 88"/>
                    <a:gd name="T90" fmla="*/ 38 w 68"/>
                    <a:gd name="T91" fmla="*/ 27 h 88"/>
                    <a:gd name="T92" fmla="*/ 38 w 68"/>
                    <a:gd name="T93" fmla="*/ 16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68" h="88">
                      <a:moveTo>
                        <a:pt x="38" y="16"/>
                      </a:moveTo>
                      <a:cubicBezTo>
                        <a:pt x="39" y="11"/>
                        <a:pt x="40" y="9"/>
                        <a:pt x="40" y="5"/>
                      </a:cubicBezTo>
                      <a:cubicBezTo>
                        <a:pt x="40" y="3"/>
                        <a:pt x="38" y="1"/>
                        <a:pt x="36" y="1"/>
                      </a:cubicBezTo>
                      <a:cubicBezTo>
                        <a:pt x="36" y="1"/>
                        <a:pt x="36" y="1"/>
                        <a:pt x="36" y="1"/>
                      </a:cubicBezTo>
                      <a:cubicBezTo>
                        <a:pt x="34" y="1"/>
                        <a:pt x="34" y="1"/>
                        <a:pt x="33" y="0"/>
                      </a:cubicBezTo>
                      <a:cubicBezTo>
                        <a:pt x="28" y="3"/>
                        <a:pt x="28" y="1"/>
                        <a:pt x="24" y="7"/>
                      </a:cubicBezTo>
                      <a:cubicBezTo>
                        <a:pt x="24" y="8"/>
                        <a:pt x="24" y="8"/>
                        <a:pt x="24" y="8"/>
                      </a:cubicBezTo>
                      <a:cubicBezTo>
                        <a:pt x="24" y="12"/>
                        <a:pt x="26" y="14"/>
                        <a:pt x="26" y="18"/>
                      </a:cubicBezTo>
                      <a:cubicBezTo>
                        <a:pt x="27" y="28"/>
                        <a:pt x="27" y="28"/>
                        <a:pt x="27" y="28"/>
                      </a:cubicBezTo>
                      <a:cubicBezTo>
                        <a:pt x="27" y="39"/>
                        <a:pt x="27" y="39"/>
                        <a:pt x="27" y="39"/>
                      </a:cubicBezTo>
                      <a:cubicBezTo>
                        <a:pt x="28" y="45"/>
                        <a:pt x="22" y="48"/>
                        <a:pt x="16" y="48"/>
                      </a:cubicBezTo>
                      <a:cubicBezTo>
                        <a:pt x="7" y="49"/>
                        <a:pt x="7" y="49"/>
                        <a:pt x="7" y="49"/>
                      </a:cubicBezTo>
                      <a:cubicBezTo>
                        <a:pt x="5" y="49"/>
                        <a:pt x="5" y="49"/>
                        <a:pt x="5" y="49"/>
                      </a:cubicBezTo>
                      <a:cubicBezTo>
                        <a:pt x="4" y="49"/>
                        <a:pt x="4" y="49"/>
                        <a:pt x="4" y="49"/>
                      </a:cubicBezTo>
                      <a:cubicBezTo>
                        <a:pt x="2" y="50"/>
                        <a:pt x="0" y="51"/>
                        <a:pt x="0" y="54"/>
                      </a:cubicBezTo>
                      <a:cubicBezTo>
                        <a:pt x="0" y="56"/>
                        <a:pt x="3" y="60"/>
                        <a:pt x="5" y="60"/>
                      </a:cubicBezTo>
                      <a:cubicBezTo>
                        <a:pt x="11" y="60"/>
                        <a:pt x="11" y="60"/>
                        <a:pt x="11" y="60"/>
                      </a:cubicBezTo>
                      <a:cubicBezTo>
                        <a:pt x="12" y="60"/>
                        <a:pt x="12" y="60"/>
                        <a:pt x="13" y="59"/>
                      </a:cubicBezTo>
                      <a:cubicBezTo>
                        <a:pt x="17" y="62"/>
                        <a:pt x="17" y="60"/>
                        <a:pt x="20" y="66"/>
                      </a:cubicBezTo>
                      <a:cubicBezTo>
                        <a:pt x="18" y="69"/>
                        <a:pt x="20" y="68"/>
                        <a:pt x="17" y="72"/>
                      </a:cubicBezTo>
                      <a:cubicBezTo>
                        <a:pt x="15" y="73"/>
                        <a:pt x="15" y="75"/>
                        <a:pt x="13" y="76"/>
                      </a:cubicBezTo>
                      <a:cubicBezTo>
                        <a:pt x="8" y="79"/>
                        <a:pt x="7" y="80"/>
                        <a:pt x="2" y="82"/>
                      </a:cubicBezTo>
                      <a:cubicBezTo>
                        <a:pt x="2" y="83"/>
                        <a:pt x="2" y="83"/>
                        <a:pt x="2" y="83"/>
                      </a:cubicBezTo>
                      <a:cubicBezTo>
                        <a:pt x="2" y="87"/>
                        <a:pt x="2" y="87"/>
                        <a:pt x="2" y="87"/>
                      </a:cubicBezTo>
                      <a:cubicBezTo>
                        <a:pt x="4" y="87"/>
                        <a:pt x="3" y="88"/>
                        <a:pt x="4" y="88"/>
                      </a:cubicBezTo>
                      <a:cubicBezTo>
                        <a:pt x="13" y="88"/>
                        <a:pt x="20" y="82"/>
                        <a:pt x="25" y="77"/>
                      </a:cubicBezTo>
                      <a:cubicBezTo>
                        <a:pt x="26" y="76"/>
                        <a:pt x="30" y="71"/>
                        <a:pt x="31" y="69"/>
                      </a:cubicBezTo>
                      <a:cubicBezTo>
                        <a:pt x="33" y="65"/>
                        <a:pt x="35" y="63"/>
                        <a:pt x="40" y="63"/>
                      </a:cubicBezTo>
                      <a:cubicBezTo>
                        <a:pt x="45" y="63"/>
                        <a:pt x="49" y="67"/>
                        <a:pt x="52" y="70"/>
                      </a:cubicBezTo>
                      <a:cubicBezTo>
                        <a:pt x="48" y="79"/>
                        <a:pt x="48" y="79"/>
                        <a:pt x="48" y="79"/>
                      </a:cubicBezTo>
                      <a:cubicBezTo>
                        <a:pt x="50" y="79"/>
                        <a:pt x="58" y="81"/>
                        <a:pt x="59" y="81"/>
                      </a:cubicBezTo>
                      <a:cubicBezTo>
                        <a:pt x="65" y="81"/>
                        <a:pt x="67" y="76"/>
                        <a:pt x="68" y="71"/>
                      </a:cubicBezTo>
                      <a:cubicBezTo>
                        <a:pt x="67" y="65"/>
                        <a:pt x="63" y="64"/>
                        <a:pt x="59" y="62"/>
                      </a:cubicBezTo>
                      <a:cubicBezTo>
                        <a:pt x="53" y="59"/>
                        <a:pt x="51" y="60"/>
                        <a:pt x="44" y="60"/>
                      </a:cubicBezTo>
                      <a:cubicBezTo>
                        <a:pt x="43" y="60"/>
                        <a:pt x="43" y="60"/>
                        <a:pt x="42" y="60"/>
                      </a:cubicBezTo>
                      <a:cubicBezTo>
                        <a:pt x="40" y="59"/>
                        <a:pt x="36" y="56"/>
                        <a:pt x="36" y="53"/>
                      </a:cubicBezTo>
                      <a:cubicBezTo>
                        <a:pt x="36" y="51"/>
                        <a:pt x="45" y="44"/>
                        <a:pt x="48" y="42"/>
                      </a:cubicBezTo>
                      <a:cubicBezTo>
                        <a:pt x="50" y="41"/>
                        <a:pt x="59" y="34"/>
                        <a:pt x="59" y="32"/>
                      </a:cubicBezTo>
                      <a:cubicBezTo>
                        <a:pt x="59" y="30"/>
                        <a:pt x="59" y="30"/>
                        <a:pt x="59" y="30"/>
                      </a:cubicBezTo>
                      <a:cubicBezTo>
                        <a:pt x="59" y="29"/>
                        <a:pt x="59" y="29"/>
                        <a:pt x="59" y="29"/>
                      </a:cubicBezTo>
                      <a:cubicBezTo>
                        <a:pt x="54" y="26"/>
                        <a:pt x="54" y="26"/>
                        <a:pt x="54" y="26"/>
                      </a:cubicBezTo>
                      <a:cubicBezTo>
                        <a:pt x="53" y="27"/>
                        <a:pt x="53" y="27"/>
                        <a:pt x="51" y="27"/>
                      </a:cubicBezTo>
                      <a:cubicBezTo>
                        <a:pt x="50" y="27"/>
                        <a:pt x="50" y="27"/>
                        <a:pt x="50" y="27"/>
                      </a:cubicBezTo>
                      <a:cubicBezTo>
                        <a:pt x="46" y="32"/>
                        <a:pt x="46" y="30"/>
                        <a:pt x="41" y="33"/>
                      </a:cubicBezTo>
                      <a:cubicBezTo>
                        <a:pt x="40" y="31"/>
                        <a:pt x="39" y="30"/>
                        <a:pt x="38" y="28"/>
                      </a:cubicBezTo>
                      <a:cubicBezTo>
                        <a:pt x="38" y="27"/>
                        <a:pt x="38" y="27"/>
                        <a:pt x="38" y="27"/>
                      </a:cubicBezTo>
                      <a:lnTo>
                        <a:pt x="38" y="16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0" name="ísḷïďè"/>
                <p:cNvSpPr/>
                <p:nvPr/>
              </p:nvSpPr>
              <p:spPr bwMode="auto">
                <a:xfrm>
                  <a:off x="4518026" y="3506788"/>
                  <a:ext cx="53975" cy="71438"/>
                </a:xfrm>
                <a:custGeom>
                  <a:avLst/>
                  <a:gdLst>
                    <a:gd name="T0" fmla="*/ 14 w 16"/>
                    <a:gd name="T1" fmla="*/ 17 h 21"/>
                    <a:gd name="T2" fmla="*/ 16 w 16"/>
                    <a:gd name="T3" fmla="*/ 12 h 21"/>
                    <a:gd name="T4" fmla="*/ 11 w 16"/>
                    <a:gd name="T5" fmla="*/ 5 h 21"/>
                    <a:gd name="T6" fmla="*/ 5 w 16"/>
                    <a:gd name="T7" fmla="*/ 0 h 21"/>
                    <a:gd name="T8" fmla="*/ 2 w 16"/>
                    <a:gd name="T9" fmla="*/ 4 h 21"/>
                    <a:gd name="T10" fmla="*/ 2 w 16"/>
                    <a:gd name="T11" fmla="*/ 5 h 21"/>
                    <a:gd name="T12" fmla="*/ 2 w 16"/>
                    <a:gd name="T13" fmla="*/ 8 h 21"/>
                    <a:gd name="T14" fmla="*/ 2 w 16"/>
                    <a:gd name="T15" fmla="*/ 9 h 21"/>
                    <a:gd name="T16" fmla="*/ 0 w 16"/>
                    <a:gd name="T17" fmla="*/ 17 h 21"/>
                    <a:gd name="T18" fmla="*/ 3 w 16"/>
                    <a:gd name="T19" fmla="*/ 21 h 21"/>
                    <a:gd name="T20" fmla="*/ 4 w 16"/>
                    <a:gd name="T21" fmla="*/ 21 h 21"/>
                    <a:gd name="T22" fmla="*/ 5 w 16"/>
                    <a:gd name="T23" fmla="*/ 21 h 21"/>
                    <a:gd name="T24" fmla="*/ 14 w 16"/>
                    <a:gd name="T25" fmla="*/ 17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6" h="21">
                      <a:moveTo>
                        <a:pt x="14" y="17"/>
                      </a:moveTo>
                      <a:cubicBezTo>
                        <a:pt x="14" y="15"/>
                        <a:pt x="16" y="13"/>
                        <a:pt x="16" y="12"/>
                      </a:cubicBezTo>
                      <a:cubicBezTo>
                        <a:pt x="16" y="11"/>
                        <a:pt x="12" y="7"/>
                        <a:pt x="11" y="5"/>
                      </a:cubicBezTo>
                      <a:cubicBezTo>
                        <a:pt x="11" y="3"/>
                        <a:pt x="8" y="0"/>
                        <a:pt x="5" y="0"/>
                      </a:cubicBezTo>
                      <a:cubicBezTo>
                        <a:pt x="4" y="0"/>
                        <a:pt x="3" y="3"/>
                        <a:pt x="2" y="4"/>
                      </a:cubicBezTo>
                      <a:cubicBezTo>
                        <a:pt x="2" y="5"/>
                        <a:pt x="2" y="5"/>
                        <a:pt x="2" y="5"/>
                      </a:cubicBezTo>
                      <a:cubicBezTo>
                        <a:pt x="2" y="8"/>
                        <a:pt x="2" y="8"/>
                        <a:pt x="2" y="8"/>
                      </a:cubicBezTo>
                      <a:cubicBezTo>
                        <a:pt x="2" y="9"/>
                        <a:pt x="2" y="9"/>
                        <a:pt x="2" y="9"/>
                      </a:cubicBezTo>
                      <a:cubicBezTo>
                        <a:pt x="1" y="11"/>
                        <a:pt x="0" y="14"/>
                        <a:pt x="0" y="17"/>
                      </a:cubicBezTo>
                      <a:cubicBezTo>
                        <a:pt x="0" y="19"/>
                        <a:pt x="1" y="20"/>
                        <a:pt x="3" y="21"/>
                      </a:cubicBezTo>
                      <a:cubicBezTo>
                        <a:pt x="4" y="21"/>
                        <a:pt x="4" y="21"/>
                        <a:pt x="4" y="21"/>
                      </a:cubicBezTo>
                      <a:cubicBezTo>
                        <a:pt x="5" y="21"/>
                        <a:pt x="5" y="21"/>
                        <a:pt x="5" y="21"/>
                      </a:cubicBezTo>
                      <a:cubicBezTo>
                        <a:pt x="7" y="21"/>
                        <a:pt x="11" y="17"/>
                        <a:pt x="14" y="17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1" name="îṧļîḓé"/>
                <p:cNvSpPr/>
                <p:nvPr/>
              </p:nvSpPr>
              <p:spPr bwMode="auto">
                <a:xfrm>
                  <a:off x="5319713" y="3133725"/>
                  <a:ext cx="222250" cy="500063"/>
                </a:xfrm>
                <a:custGeom>
                  <a:avLst/>
                  <a:gdLst>
                    <a:gd name="T0" fmla="*/ 47 w 67"/>
                    <a:gd name="T1" fmla="*/ 96 h 150"/>
                    <a:gd name="T2" fmla="*/ 51 w 67"/>
                    <a:gd name="T3" fmla="*/ 96 h 150"/>
                    <a:gd name="T4" fmla="*/ 46 w 67"/>
                    <a:gd name="T5" fmla="*/ 114 h 150"/>
                    <a:gd name="T6" fmla="*/ 42 w 67"/>
                    <a:gd name="T7" fmla="*/ 113 h 150"/>
                    <a:gd name="T8" fmla="*/ 39 w 67"/>
                    <a:gd name="T9" fmla="*/ 108 h 150"/>
                    <a:gd name="T10" fmla="*/ 21 w 67"/>
                    <a:gd name="T11" fmla="*/ 78 h 150"/>
                    <a:gd name="T12" fmla="*/ 29 w 67"/>
                    <a:gd name="T13" fmla="*/ 73 h 150"/>
                    <a:gd name="T14" fmla="*/ 32 w 67"/>
                    <a:gd name="T15" fmla="*/ 74 h 150"/>
                    <a:gd name="T16" fmla="*/ 32 w 67"/>
                    <a:gd name="T17" fmla="*/ 77 h 150"/>
                    <a:gd name="T18" fmla="*/ 32 w 67"/>
                    <a:gd name="T19" fmla="*/ 79 h 150"/>
                    <a:gd name="T20" fmla="*/ 21 w 67"/>
                    <a:gd name="T21" fmla="*/ 78 h 150"/>
                    <a:gd name="T22" fmla="*/ 53 w 67"/>
                    <a:gd name="T23" fmla="*/ 118 h 150"/>
                    <a:gd name="T24" fmla="*/ 66 w 67"/>
                    <a:gd name="T25" fmla="*/ 108 h 150"/>
                    <a:gd name="T26" fmla="*/ 60 w 67"/>
                    <a:gd name="T27" fmla="*/ 98 h 150"/>
                    <a:gd name="T28" fmla="*/ 51 w 67"/>
                    <a:gd name="T29" fmla="*/ 82 h 150"/>
                    <a:gd name="T30" fmla="*/ 47 w 67"/>
                    <a:gd name="T31" fmla="*/ 71 h 150"/>
                    <a:gd name="T32" fmla="*/ 60 w 67"/>
                    <a:gd name="T33" fmla="*/ 58 h 150"/>
                    <a:gd name="T34" fmla="*/ 53 w 67"/>
                    <a:gd name="T35" fmla="*/ 52 h 150"/>
                    <a:gd name="T36" fmla="*/ 44 w 67"/>
                    <a:gd name="T37" fmla="*/ 50 h 150"/>
                    <a:gd name="T38" fmla="*/ 48 w 67"/>
                    <a:gd name="T39" fmla="*/ 38 h 150"/>
                    <a:gd name="T40" fmla="*/ 66 w 67"/>
                    <a:gd name="T41" fmla="*/ 17 h 150"/>
                    <a:gd name="T42" fmla="*/ 66 w 67"/>
                    <a:gd name="T43" fmla="*/ 13 h 150"/>
                    <a:gd name="T44" fmla="*/ 56 w 67"/>
                    <a:gd name="T45" fmla="*/ 1 h 150"/>
                    <a:gd name="T46" fmla="*/ 55 w 67"/>
                    <a:gd name="T47" fmla="*/ 7 h 150"/>
                    <a:gd name="T48" fmla="*/ 50 w 67"/>
                    <a:gd name="T49" fmla="*/ 18 h 150"/>
                    <a:gd name="T50" fmla="*/ 42 w 67"/>
                    <a:gd name="T51" fmla="*/ 15 h 150"/>
                    <a:gd name="T52" fmla="*/ 40 w 67"/>
                    <a:gd name="T53" fmla="*/ 15 h 150"/>
                    <a:gd name="T54" fmla="*/ 41 w 67"/>
                    <a:gd name="T55" fmla="*/ 26 h 150"/>
                    <a:gd name="T56" fmla="*/ 41 w 67"/>
                    <a:gd name="T57" fmla="*/ 30 h 150"/>
                    <a:gd name="T58" fmla="*/ 37 w 67"/>
                    <a:gd name="T59" fmla="*/ 33 h 150"/>
                    <a:gd name="T60" fmla="*/ 30 w 67"/>
                    <a:gd name="T61" fmla="*/ 29 h 150"/>
                    <a:gd name="T62" fmla="*/ 9 w 67"/>
                    <a:gd name="T63" fmla="*/ 50 h 150"/>
                    <a:gd name="T64" fmla="*/ 4 w 67"/>
                    <a:gd name="T65" fmla="*/ 59 h 150"/>
                    <a:gd name="T66" fmla="*/ 23 w 67"/>
                    <a:gd name="T67" fmla="*/ 51 h 150"/>
                    <a:gd name="T68" fmla="*/ 30 w 67"/>
                    <a:gd name="T69" fmla="*/ 58 h 150"/>
                    <a:gd name="T70" fmla="*/ 26 w 67"/>
                    <a:gd name="T71" fmla="*/ 65 h 150"/>
                    <a:gd name="T72" fmla="*/ 19 w 67"/>
                    <a:gd name="T73" fmla="*/ 64 h 150"/>
                    <a:gd name="T74" fmla="*/ 16 w 67"/>
                    <a:gd name="T75" fmla="*/ 67 h 150"/>
                    <a:gd name="T76" fmla="*/ 16 w 67"/>
                    <a:gd name="T77" fmla="*/ 72 h 150"/>
                    <a:gd name="T78" fmla="*/ 3 w 67"/>
                    <a:gd name="T79" fmla="*/ 105 h 150"/>
                    <a:gd name="T80" fmla="*/ 6 w 67"/>
                    <a:gd name="T81" fmla="*/ 110 h 150"/>
                    <a:gd name="T82" fmla="*/ 9 w 67"/>
                    <a:gd name="T83" fmla="*/ 111 h 150"/>
                    <a:gd name="T84" fmla="*/ 24 w 67"/>
                    <a:gd name="T85" fmla="*/ 89 h 150"/>
                    <a:gd name="T86" fmla="*/ 32 w 67"/>
                    <a:gd name="T87" fmla="*/ 93 h 150"/>
                    <a:gd name="T88" fmla="*/ 32 w 67"/>
                    <a:gd name="T89" fmla="*/ 96 h 150"/>
                    <a:gd name="T90" fmla="*/ 29 w 67"/>
                    <a:gd name="T91" fmla="*/ 113 h 150"/>
                    <a:gd name="T92" fmla="*/ 29 w 67"/>
                    <a:gd name="T93" fmla="*/ 115 h 150"/>
                    <a:gd name="T94" fmla="*/ 22 w 67"/>
                    <a:gd name="T95" fmla="*/ 122 h 150"/>
                    <a:gd name="T96" fmla="*/ 10 w 67"/>
                    <a:gd name="T97" fmla="*/ 124 h 150"/>
                    <a:gd name="T98" fmla="*/ 15 w 67"/>
                    <a:gd name="T99" fmla="*/ 144 h 150"/>
                    <a:gd name="T100" fmla="*/ 17 w 67"/>
                    <a:gd name="T101" fmla="*/ 150 h 150"/>
                    <a:gd name="T102" fmla="*/ 38 w 67"/>
                    <a:gd name="T103" fmla="*/ 125 h 1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67" h="150">
                      <a:moveTo>
                        <a:pt x="39" y="107"/>
                      </a:moveTo>
                      <a:cubicBezTo>
                        <a:pt x="39" y="103"/>
                        <a:pt x="44" y="96"/>
                        <a:pt x="47" y="96"/>
                      </a:cubicBezTo>
                      <a:cubicBezTo>
                        <a:pt x="50" y="96"/>
                        <a:pt x="50" y="96"/>
                        <a:pt x="50" y="96"/>
                      </a:cubicBezTo>
                      <a:cubicBezTo>
                        <a:pt x="51" y="96"/>
                        <a:pt x="51" y="96"/>
                        <a:pt x="51" y="96"/>
                      </a:cubicBezTo>
                      <a:cubicBezTo>
                        <a:pt x="53" y="98"/>
                        <a:pt x="55" y="101"/>
                        <a:pt x="55" y="104"/>
                      </a:cubicBezTo>
                      <a:cubicBezTo>
                        <a:pt x="55" y="108"/>
                        <a:pt x="49" y="112"/>
                        <a:pt x="46" y="114"/>
                      </a:cubicBezTo>
                      <a:cubicBezTo>
                        <a:pt x="45" y="114"/>
                        <a:pt x="45" y="113"/>
                        <a:pt x="43" y="113"/>
                      </a:cubicBezTo>
                      <a:cubicBezTo>
                        <a:pt x="42" y="113"/>
                        <a:pt x="42" y="113"/>
                        <a:pt x="42" y="113"/>
                      </a:cubicBezTo>
                      <a:cubicBezTo>
                        <a:pt x="39" y="109"/>
                        <a:pt x="39" y="109"/>
                        <a:pt x="39" y="109"/>
                      </a:cubicBezTo>
                      <a:cubicBezTo>
                        <a:pt x="39" y="108"/>
                        <a:pt x="39" y="108"/>
                        <a:pt x="39" y="108"/>
                      </a:cubicBezTo>
                      <a:cubicBezTo>
                        <a:pt x="39" y="107"/>
                        <a:pt x="39" y="107"/>
                        <a:pt x="39" y="107"/>
                      </a:cubicBezTo>
                      <a:close/>
                      <a:moveTo>
                        <a:pt x="21" y="78"/>
                      </a:moveTo>
                      <a:cubicBezTo>
                        <a:pt x="21" y="77"/>
                        <a:pt x="25" y="73"/>
                        <a:pt x="26" y="73"/>
                      </a:cubicBezTo>
                      <a:cubicBezTo>
                        <a:pt x="27" y="73"/>
                        <a:pt x="27" y="73"/>
                        <a:pt x="29" y="73"/>
                      </a:cubicBezTo>
                      <a:cubicBezTo>
                        <a:pt x="30" y="73"/>
                        <a:pt x="30" y="73"/>
                        <a:pt x="30" y="73"/>
                      </a:cubicBezTo>
                      <a:cubicBezTo>
                        <a:pt x="32" y="74"/>
                        <a:pt x="32" y="74"/>
                        <a:pt x="32" y="74"/>
                      </a:cubicBezTo>
                      <a:cubicBezTo>
                        <a:pt x="32" y="76"/>
                        <a:pt x="32" y="76"/>
                        <a:pt x="32" y="76"/>
                      </a:cubicBezTo>
                      <a:cubicBezTo>
                        <a:pt x="32" y="77"/>
                        <a:pt x="32" y="77"/>
                        <a:pt x="32" y="77"/>
                      </a:cubicBezTo>
                      <a:cubicBezTo>
                        <a:pt x="32" y="78"/>
                        <a:pt x="32" y="78"/>
                        <a:pt x="32" y="78"/>
                      </a:cubicBezTo>
                      <a:cubicBezTo>
                        <a:pt x="32" y="79"/>
                        <a:pt x="32" y="79"/>
                        <a:pt x="32" y="79"/>
                      </a:cubicBezTo>
                      <a:cubicBezTo>
                        <a:pt x="31" y="82"/>
                        <a:pt x="29" y="83"/>
                        <a:pt x="25" y="83"/>
                      </a:cubicBezTo>
                      <a:cubicBezTo>
                        <a:pt x="23" y="83"/>
                        <a:pt x="21" y="81"/>
                        <a:pt x="21" y="78"/>
                      </a:cubicBezTo>
                      <a:close/>
                      <a:moveTo>
                        <a:pt x="38" y="125"/>
                      </a:moveTo>
                      <a:cubicBezTo>
                        <a:pt x="43" y="122"/>
                        <a:pt x="47" y="120"/>
                        <a:pt x="53" y="118"/>
                      </a:cubicBezTo>
                      <a:cubicBezTo>
                        <a:pt x="57" y="116"/>
                        <a:pt x="57" y="116"/>
                        <a:pt x="60" y="114"/>
                      </a:cubicBezTo>
                      <a:cubicBezTo>
                        <a:pt x="64" y="111"/>
                        <a:pt x="63" y="110"/>
                        <a:pt x="66" y="108"/>
                      </a:cubicBezTo>
                      <a:cubicBezTo>
                        <a:pt x="67" y="104"/>
                        <a:pt x="67" y="104"/>
                        <a:pt x="67" y="104"/>
                      </a:cubicBezTo>
                      <a:cubicBezTo>
                        <a:pt x="64" y="100"/>
                        <a:pt x="64" y="101"/>
                        <a:pt x="60" y="98"/>
                      </a:cubicBezTo>
                      <a:cubicBezTo>
                        <a:pt x="58" y="96"/>
                        <a:pt x="55" y="95"/>
                        <a:pt x="54" y="92"/>
                      </a:cubicBezTo>
                      <a:cubicBezTo>
                        <a:pt x="53" y="88"/>
                        <a:pt x="53" y="84"/>
                        <a:pt x="51" y="82"/>
                      </a:cubicBezTo>
                      <a:cubicBezTo>
                        <a:pt x="49" y="79"/>
                        <a:pt x="47" y="77"/>
                        <a:pt x="47" y="73"/>
                      </a:cubicBezTo>
                      <a:cubicBezTo>
                        <a:pt x="47" y="72"/>
                        <a:pt x="47" y="72"/>
                        <a:pt x="47" y="71"/>
                      </a:cubicBezTo>
                      <a:cubicBezTo>
                        <a:pt x="49" y="67"/>
                        <a:pt x="47" y="67"/>
                        <a:pt x="53" y="64"/>
                      </a:cubicBezTo>
                      <a:cubicBezTo>
                        <a:pt x="55" y="64"/>
                        <a:pt x="60" y="60"/>
                        <a:pt x="60" y="58"/>
                      </a:cubicBezTo>
                      <a:cubicBezTo>
                        <a:pt x="60" y="55"/>
                        <a:pt x="60" y="55"/>
                        <a:pt x="60" y="55"/>
                      </a:cubicBezTo>
                      <a:cubicBezTo>
                        <a:pt x="60" y="53"/>
                        <a:pt x="56" y="51"/>
                        <a:pt x="53" y="52"/>
                      </a:cubicBezTo>
                      <a:cubicBezTo>
                        <a:pt x="47" y="52"/>
                        <a:pt x="47" y="52"/>
                        <a:pt x="47" y="52"/>
                      </a:cubicBezTo>
                      <a:cubicBezTo>
                        <a:pt x="46" y="52"/>
                        <a:pt x="45" y="51"/>
                        <a:pt x="44" y="50"/>
                      </a:cubicBezTo>
                      <a:cubicBezTo>
                        <a:pt x="44" y="47"/>
                        <a:pt x="44" y="47"/>
                        <a:pt x="44" y="47"/>
                      </a:cubicBezTo>
                      <a:cubicBezTo>
                        <a:pt x="44" y="44"/>
                        <a:pt x="47" y="41"/>
                        <a:pt x="48" y="38"/>
                      </a:cubicBezTo>
                      <a:cubicBezTo>
                        <a:pt x="49" y="34"/>
                        <a:pt x="50" y="33"/>
                        <a:pt x="53" y="30"/>
                      </a:cubicBezTo>
                      <a:cubicBezTo>
                        <a:pt x="56" y="27"/>
                        <a:pt x="66" y="22"/>
                        <a:pt x="66" y="17"/>
                      </a:cubicBezTo>
                      <a:cubicBezTo>
                        <a:pt x="66" y="14"/>
                        <a:pt x="66" y="14"/>
                        <a:pt x="66" y="14"/>
                      </a:cubicBezTo>
                      <a:cubicBezTo>
                        <a:pt x="66" y="13"/>
                        <a:pt x="66" y="13"/>
                        <a:pt x="66" y="13"/>
                      </a:cubicBezTo>
                      <a:cubicBezTo>
                        <a:pt x="65" y="10"/>
                        <a:pt x="62" y="0"/>
                        <a:pt x="58" y="0"/>
                      </a:cubicBezTo>
                      <a:cubicBezTo>
                        <a:pt x="57" y="0"/>
                        <a:pt x="57" y="0"/>
                        <a:pt x="56" y="1"/>
                      </a:cubicBezTo>
                      <a:cubicBezTo>
                        <a:pt x="56" y="3"/>
                        <a:pt x="55" y="3"/>
                        <a:pt x="55" y="5"/>
                      </a:cubicBezTo>
                      <a:cubicBezTo>
                        <a:pt x="55" y="7"/>
                        <a:pt x="55" y="7"/>
                        <a:pt x="55" y="7"/>
                      </a:cubicBezTo>
                      <a:cubicBezTo>
                        <a:pt x="55" y="11"/>
                        <a:pt x="53" y="15"/>
                        <a:pt x="51" y="18"/>
                      </a:cubicBezTo>
                      <a:cubicBezTo>
                        <a:pt x="50" y="18"/>
                        <a:pt x="50" y="18"/>
                        <a:pt x="50" y="18"/>
                      </a:cubicBezTo>
                      <a:cubicBezTo>
                        <a:pt x="48" y="18"/>
                        <a:pt x="48" y="18"/>
                        <a:pt x="47" y="19"/>
                      </a:cubicBezTo>
                      <a:cubicBezTo>
                        <a:pt x="42" y="15"/>
                        <a:pt x="42" y="15"/>
                        <a:pt x="42" y="15"/>
                      </a:cubicBezTo>
                      <a:cubicBezTo>
                        <a:pt x="41" y="15"/>
                        <a:pt x="41" y="15"/>
                        <a:pt x="41" y="15"/>
                      </a:cubicBezTo>
                      <a:cubicBezTo>
                        <a:pt x="40" y="15"/>
                        <a:pt x="40" y="15"/>
                        <a:pt x="40" y="15"/>
                      </a:cubicBezTo>
                      <a:cubicBezTo>
                        <a:pt x="39" y="15"/>
                        <a:pt x="38" y="16"/>
                        <a:pt x="38" y="17"/>
                      </a:cubicBezTo>
                      <a:cubicBezTo>
                        <a:pt x="38" y="19"/>
                        <a:pt x="41" y="22"/>
                        <a:pt x="41" y="26"/>
                      </a:cubicBezTo>
                      <a:cubicBezTo>
                        <a:pt x="41" y="29"/>
                        <a:pt x="41" y="29"/>
                        <a:pt x="41" y="29"/>
                      </a:cubicBezTo>
                      <a:cubicBezTo>
                        <a:pt x="41" y="30"/>
                        <a:pt x="41" y="30"/>
                        <a:pt x="41" y="30"/>
                      </a:cubicBezTo>
                      <a:cubicBezTo>
                        <a:pt x="38" y="33"/>
                        <a:pt x="38" y="33"/>
                        <a:pt x="38" y="33"/>
                      </a:cubicBezTo>
                      <a:cubicBezTo>
                        <a:pt x="37" y="33"/>
                        <a:pt x="37" y="33"/>
                        <a:pt x="37" y="33"/>
                      </a:cubicBezTo>
                      <a:cubicBezTo>
                        <a:pt x="35" y="33"/>
                        <a:pt x="35" y="34"/>
                        <a:pt x="34" y="34"/>
                      </a:cubicBezTo>
                      <a:cubicBezTo>
                        <a:pt x="32" y="33"/>
                        <a:pt x="31" y="31"/>
                        <a:pt x="30" y="29"/>
                      </a:cubicBezTo>
                      <a:cubicBezTo>
                        <a:pt x="24" y="29"/>
                        <a:pt x="30" y="41"/>
                        <a:pt x="19" y="45"/>
                      </a:cubicBezTo>
                      <a:cubicBezTo>
                        <a:pt x="16" y="46"/>
                        <a:pt x="12" y="48"/>
                        <a:pt x="9" y="50"/>
                      </a:cubicBezTo>
                      <a:cubicBezTo>
                        <a:pt x="6" y="51"/>
                        <a:pt x="1" y="53"/>
                        <a:pt x="0" y="55"/>
                      </a:cubicBezTo>
                      <a:cubicBezTo>
                        <a:pt x="1" y="58"/>
                        <a:pt x="1" y="57"/>
                        <a:pt x="4" y="59"/>
                      </a:cubicBezTo>
                      <a:cubicBezTo>
                        <a:pt x="6" y="59"/>
                        <a:pt x="6" y="59"/>
                        <a:pt x="6" y="59"/>
                      </a:cubicBezTo>
                      <a:cubicBezTo>
                        <a:pt x="10" y="59"/>
                        <a:pt x="20" y="51"/>
                        <a:pt x="23" y="51"/>
                      </a:cubicBezTo>
                      <a:cubicBezTo>
                        <a:pt x="25" y="51"/>
                        <a:pt x="24" y="51"/>
                        <a:pt x="27" y="52"/>
                      </a:cubicBezTo>
                      <a:cubicBezTo>
                        <a:pt x="29" y="54"/>
                        <a:pt x="29" y="55"/>
                        <a:pt x="30" y="58"/>
                      </a:cubicBezTo>
                      <a:cubicBezTo>
                        <a:pt x="30" y="59"/>
                        <a:pt x="30" y="59"/>
                        <a:pt x="30" y="59"/>
                      </a:cubicBezTo>
                      <a:cubicBezTo>
                        <a:pt x="30" y="62"/>
                        <a:pt x="28" y="64"/>
                        <a:pt x="26" y="65"/>
                      </a:cubicBezTo>
                      <a:cubicBezTo>
                        <a:pt x="21" y="64"/>
                        <a:pt x="21" y="64"/>
                        <a:pt x="21" y="64"/>
                      </a:cubicBezTo>
                      <a:cubicBezTo>
                        <a:pt x="20" y="64"/>
                        <a:pt x="20" y="64"/>
                        <a:pt x="19" y="64"/>
                      </a:cubicBezTo>
                      <a:cubicBezTo>
                        <a:pt x="18" y="64"/>
                        <a:pt x="18" y="64"/>
                        <a:pt x="18" y="64"/>
                      </a:cubicBezTo>
                      <a:cubicBezTo>
                        <a:pt x="16" y="67"/>
                        <a:pt x="16" y="67"/>
                        <a:pt x="16" y="67"/>
                      </a:cubicBezTo>
                      <a:cubicBezTo>
                        <a:pt x="16" y="68"/>
                        <a:pt x="16" y="68"/>
                        <a:pt x="16" y="68"/>
                      </a:cubicBezTo>
                      <a:cubicBezTo>
                        <a:pt x="16" y="72"/>
                        <a:pt x="16" y="72"/>
                        <a:pt x="16" y="72"/>
                      </a:cubicBezTo>
                      <a:cubicBezTo>
                        <a:pt x="16" y="78"/>
                        <a:pt x="13" y="85"/>
                        <a:pt x="11" y="90"/>
                      </a:cubicBezTo>
                      <a:cubicBezTo>
                        <a:pt x="9" y="94"/>
                        <a:pt x="3" y="100"/>
                        <a:pt x="3" y="105"/>
                      </a:cubicBezTo>
                      <a:cubicBezTo>
                        <a:pt x="3" y="106"/>
                        <a:pt x="4" y="109"/>
                        <a:pt x="5" y="110"/>
                      </a:cubicBezTo>
                      <a:cubicBezTo>
                        <a:pt x="6" y="110"/>
                        <a:pt x="6" y="110"/>
                        <a:pt x="6" y="110"/>
                      </a:cubicBezTo>
                      <a:cubicBezTo>
                        <a:pt x="7" y="110"/>
                        <a:pt x="7" y="110"/>
                        <a:pt x="7" y="110"/>
                      </a:cubicBezTo>
                      <a:cubicBezTo>
                        <a:pt x="9" y="110"/>
                        <a:pt x="8" y="110"/>
                        <a:pt x="9" y="111"/>
                      </a:cubicBezTo>
                      <a:cubicBezTo>
                        <a:pt x="11" y="109"/>
                        <a:pt x="15" y="101"/>
                        <a:pt x="15" y="98"/>
                      </a:cubicBezTo>
                      <a:cubicBezTo>
                        <a:pt x="17" y="94"/>
                        <a:pt x="20" y="89"/>
                        <a:pt x="24" y="89"/>
                      </a:cubicBezTo>
                      <a:cubicBezTo>
                        <a:pt x="25" y="89"/>
                        <a:pt x="25" y="89"/>
                        <a:pt x="26" y="88"/>
                      </a:cubicBezTo>
                      <a:cubicBezTo>
                        <a:pt x="28" y="90"/>
                        <a:pt x="32" y="90"/>
                        <a:pt x="32" y="93"/>
                      </a:cubicBezTo>
                      <a:cubicBezTo>
                        <a:pt x="32" y="94"/>
                        <a:pt x="32" y="94"/>
                        <a:pt x="32" y="94"/>
                      </a:cubicBezTo>
                      <a:cubicBezTo>
                        <a:pt x="32" y="96"/>
                        <a:pt x="32" y="96"/>
                        <a:pt x="32" y="96"/>
                      </a:cubicBezTo>
                      <a:cubicBezTo>
                        <a:pt x="28" y="102"/>
                        <a:pt x="25" y="101"/>
                        <a:pt x="23" y="104"/>
                      </a:cubicBezTo>
                      <a:cubicBezTo>
                        <a:pt x="26" y="109"/>
                        <a:pt x="27" y="108"/>
                        <a:pt x="29" y="113"/>
                      </a:cubicBezTo>
                      <a:cubicBezTo>
                        <a:pt x="29" y="114"/>
                        <a:pt x="29" y="114"/>
                        <a:pt x="29" y="114"/>
                      </a:cubicBezTo>
                      <a:cubicBezTo>
                        <a:pt x="29" y="115"/>
                        <a:pt x="29" y="115"/>
                        <a:pt x="29" y="115"/>
                      </a:cubicBezTo>
                      <a:cubicBezTo>
                        <a:pt x="29" y="116"/>
                        <a:pt x="29" y="116"/>
                        <a:pt x="29" y="116"/>
                      </a:cubicBezTo>
                      <a:cubicBezTo>
                        <a:pt x="28" y="119"/>
                        <a:pt x="26" y="123"/>
                        <a:pt x="22" y="122"/>
                      </a:cubicBezTo>
                      <a:cubicBezTo>
                        <a:pt x="15" y="122"/>
                        <a:pt x="15" y="122"/>
                        <a:pt x="15" y="122"/>
                      </a:cubicBezTo>
                      <a:cubicBezTo>
                        <a:pt x="14" y="122"/>
                        <a:pt x="11" y="124"/>
                        <a:pt x="10" y="124"/>
                      </a:cubicBezTo>
                      <a:cubicBezTo>
                        <a:pt x="13" y="127"/>
                        <a:pt x="23" y="129"/>
                        <a:pt x="23" y="133"/>
                      </a:cubicBezTo>
                      <a:cubicBezTo>
                        <a:pt x="23" y="137"/>
                        <a:pt x="18" y="142"/>
                        <a:pt x="15" y="144"/>
                      </a:cubicBezTo>
                      <a:cubicBezTo>
                        <a:pt x="15" y="150"/>
                        <a:pt x="15" y="150"/>
                        <a:pt x="15" y="150"/>
                      </a:cubicBezTo>
                      <a:cubicBezTo>
                        <a:pt x="17" y="150"/>
                        <a:pt x="17" y="150"/>
                        <a:pt x="17" y="150"/>
                      </a:cubicBezTo>
                      <a:cubicBezTo>
                        <a:pt x="20" y="150"/>
                        <a:pt x="27" y="141"/>
                        <a:pt x="29" y="139"/>
                      </a:cubicBezTo>
                      <a:cubicBezTo>
                        <a:pt x="33" y="135"/>
                        <a:pt x="34" y="129"/>
                        <a:pt x="38" y="12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2" name="iSļïḑé"/>
                <p:cNvSpPr/>
                <p:nvPr/>
              </p:nvSpPr>
              <p:spPr bwMode="auto">
                <a:xfrm>
                  <a:off x="4422776" y="3106738"/>
                  <a:ext cx="412750" cy="596900"/>
                </a:xfrm>
                <a:custGeom>
                  <a:avLst/>
                  <a:gdLst>
                    <a:gd name="T0" fmla="*/ 63 w 125"/>
                    <a:gd name="T1" fmla="*/ 83 h 179"/>
                    <a:gd name="T2" fmla="*/ 69 w 125"/>
                    <a:gd name="T3" fmla="*/ 84 h 179"/>
                    <a:gd name="T4" fmla="*/ 71 w 125"/>
                    <a:gd name="T5" fmla="*/ 95 h 179"/>
                    <a:gd name="T6" fmla="*/ 56 w 125"/>
                    <a:gd name="T7" fmla="*/ 91 h 179"/>
                    <a:gd name="T8" fmla="*/ 77 w 125"/>
                    <a:gd name="T9" fmla="*/ 77 h 179"/>
                    <a:gd name="T10" fmla="*/ 90 w 125"/>
                    <a:gd name="T11" fmla="*/ 82 h 179"/>
                    <a:gd name="T12" fmla="*/ 93 w 125"/>
                    <a:gd name="T13" fmla="*/ 96 h 179"/>
                    <a:gd name="T14" fmla="*/ 88 w 125"/>
                    <a:gd name="T15" fmla="*/ 106 h 179"/>
                    <a:gd name="T16" fmla="*/ 75 w 125"/>
                    <a:gd name="T17" fmla="*/ 89 h 179"/>
                    <a:gd name="T18" fmla="*/ 91 w 125"/>
                    <a:gd name="T19" fmla="*/ 29 h 179"/>
                    <a:gd name="T20" fmla="*/ 95 w 125"/>
                    <a:gd name="T21" fmla="*/ 4 h 179"/>
                    <a:gd name="T22" fmla="*/ 92 w 125"/>
                    <a:gd name="T23" fmla="*/ 0 h 179"/>
                    <a:gd name="T24" fmla="*/ 86 w 125"/>
                    <a:gd name="T25" fmla="*/ 0 h 179"/>
                    <a:gd name="T26" fmla="*/ 80 w 125"/>
                    <a:gd name="T27" fmla="*/ 7 h 179"/>
                    <a:gd name="T28" fmla="*/ 83 w 125"/>
                    <a:gd name="T29" fmla="*/ 30 h 179"/>
                    <a:gd name="T30" fmla="*/ 86 w 125"/>
                    <a:gd name="T31" fmla="*/ 50 h 179"/>
                    <a:gd name="T32" fmla="*/ 46 w 125"/>
                    <a:gd name="T33" fmla="*/ 84 h 179"/>
                    <a:gd name="T34" fmla="*/ 0 w 125"/>
                    <a:gd name="T35" fmla="*/ 99 h 179"/>
                    <a:gd name="T36" fmla="*/ 13 w 125"/>
                    <a:gd name="T37" fmla="*/ 108 h 179"/>
                    <a:gd name="T38" fmla="*/ 30 w 125"/>
                    <a:gd name="T39" fmla="*/ 100 h 179"/>
                    <a:gd name="T40" fmla="*/ 47 w 125"/>
                    <a:gd name="T41" fmla="*/ 92 h 179"/>
                    <a:gd name="T42" fmla="*/ 51 w 125"/>
                    <a:gd name="T43" fmla="*/ 109 h 179"/>
                    <a:gd name="T44" fmla="*/ 50 w 125"/>
                    <a:gd name="T45" fmla="*/ 118 h 179"/>
                    <a:gd name="T46" fmla="*/ 54 w 125"/>
                    <a:gd name="T47" fmla="*/ 125 h 179"/>
                    <a:gd name="T48" fmla="*/ 62 w 125"/>
                    <a:gd name="T49" fmla="*/ 119 h 179"/>
                    <a:gd name="T50" fmla="*/ 62 w 125"/>
                    <a:gd name="T51" fmla="*/ 113 h 179"/>
                    <a:gd name="T52" fmla="*/ 78 w 125"/>
                    <a:gd name="T53" fmla="*/ 111 h 179"/>
                    <a:gd name="T54" fmla="*/ 78 w 125"/>
                    <a:gd name="T55" fmla="*/ 113 h 179"/>
                    <a:gd name="T56" fmla="*/ 78 w 125"/>
                    <a:gd name="T57" fmla="*/ 118 h 179"/>
                    <a:gd name="T58" fmla="*/ 46 w 125"/>
                    <a:gd name="T59" fmla="*/ 147 h 179"/>
                    <a:gd name="T60" fmla="*/ 28 w 125"/>
                    <a:gd name="T61" fmla="*/ 158 h 179"/>
                    <a:gd name="T62" fmla="*/ 1 w 125"/>
                    <a:gd name="T63" fmla="*/ 170 h 179"/>
                    <a:gd name="T64" fmla="*/ 14 w 125"/>
                    <a:gd name="T65" fmla="*/ 178 h 179"/>
                    <a:gd name="T66" fmla="*/ 20 w 125"/>
                    <a:gd name="T67" fmla="*/ 179 h 179"/>
                    <a:gd name="T68" fmla="*/ 22 w 125"/>
                    <a:gd name="T69" fmla="*/ 179 h 179"/>
                    <a:gd name="T70" fmla="*/ 38 w 125"/>
                    <a:gd name="T71" fmla="*/ 169 h 179"/>
                    <a:gd name="T72" fmla="*/ 61 w 125"/>
                    <a:gd name="T73" fmla="*/ 150 h 179"/>
                    <a:gd name="T74" fmla="*/ 79 w 125"/>
                    <a:gd name="T75" fmla="*/ 135 h 179"/>
                    <a:gd name="T76" fmla="*/ 96 w 125"/>
                    <a:gd name="T77" fmla="*/ 119 h 179"/>
                    <a:gd name="T78" fmla="*/ 106 w 125"/>
                    <a:gd name="T79" fmla="*/ 149 h 179"/>
                    <a:gd name="T80" fmla="*/ 125 w 125"/>
                    <a:gd name="T81" fmla="*/ 152 h 179"/>
                    <a:gd name="T82" fmla="*/ 116 w 125"/>
                    <a:gd name="T83" fmla="*/ 120 h 179"/>
                    <a:gd name="T84" fmla="*/ 115 w 125"/>
                    <a:gd name="T85" fmla="*/ 125 h 179"/>
                    <a:gd name="T86" fmla="*/ 109 w 125"/>
                    <a:gd name="T87" fmla="*/ 129 h 179"/>
                    <a:gd name="T88" fmla="*/ 97 w 125"/>
                    <a:gd name="T89" fmla="*/ 92 h 179"/>
                    <a:gd name="T90" fmla="*/ 94 w 125"/>
                    <a:gd name="T91" fmla="*/ 76 h 179"/>
                    <a:gd name="T92" fmla="*/ 110 w 125"/>
                    <a:gd name="T93" fmla="*/ 60 h 179"/>
                    <a:gd name="T94" fmla="*/ 105 w 125"/>
                    <a:gd name="T95" fmla="*/ 57 h 179"/>
                    <a:gd name="T96" fmla="*/ 101 w 125"/>
                    <a:gd name="T97" fmla="*/ 59 h 179"/>
                    <a:gd name="T98" fmla="*/ 91 w 125"/>
                    <a:gd name="T99" fmla="*/ 54 h 179"/>
                    <a:gd name="T100" fmla="*/ 91 w 125"/>
                    <a:gd name="T101" fmla="*/ 29 h 1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125" h="179">
                      <a:moveTo>
                        <a:pt x="56" y="91"/>
                      </a:moveTo>
                      <a:cubicBezTo>
                        <a:pt x="56" y="87"/>
                        <a:pt x="60" y="85"/>
                        <a:pt x="63" y="83"/>
                      </a:cubicBezTo>
                      <a:cubicBezTo>
                        <a:pt x="64" y="83"/>
                        <a:pt x="64" y="83"/>
                        <a:pt x="64" y="83"/>
                      </a:cubicBezTo>
                      <a:cubicBezTo>
                        <a:pt x="67" y="83"/>
                        <a:pt x="67" y="84"/>
                        <a:pt x="69" y="84"/>
                      </a:cubicBezTo>
                      <a:cubicBezTo>
                        <a:pt x="71" y="94"/>
                        <a:pt x="71" y="94"/>
                        <a:pt x="71" y="94"/>
                      </a:cubicBezTo>
                      <a:cubicBezTo>
                        <a:pt x="71" y="95"/>
                        <a:pt x="71" y="95"/>
                        <a:pt x="71" y="95"/>
                      </a:cubicBezTo>
                      <a:cubicBezTo>
                        <a:pt x="68" y="100"/>
                        <a:pt x="68" y="99"/>
                        <a:pt x="63" y="101"/>
                      </a:cubicBezTo>
                      <a:cubicBezTo>
                        <a:pt x="61" y="99"/>
                        <a:pt x="56" y="95"/>
                        <a:pt x="56" y="91"/>
                      </a:cubicBezTo>
                      <a:close/>
                      <a:moveTo>
                        <a:pt x="72" y="83"/>
                      </a:moveTo>
                      <a:cubicBezTo>
                        <a:pt x="74" y="79"/>
                        <a:pt x="73" y="79"/>
                        <a:pt x="77" y="77"/>
                      </a:cubicBezTo>
                      <a:cubicBezTo>
                        <a:pt x="79" y="75"/>
                        <a:pt x="82" y="75"/>
                        <a:pt x="83" y="73"/>
                      </a:cubicBezTo>
                      <a:cubicBezTo>
                        <a:pt x="88" y="76"/>
                        <a:pt x="89" y="76"/>
                        <a:pt x="90" y="82"/>
                      </a:cubicBezTo>
                      <a:cubicBezTo>
                        <a:pt x="92" y="95"/>
                        <a:pt x="92" y="95"/>
                        <a:pt x="92" y="95"/>
                      </a:cubicBezTo>
                      <a:cubicBezTo>
                        <a:pt x="93" y="96"/>
                        <a:pt x="93" y="96"/>
                        <a:pt x="93" y="96"/>
                      </a:cubicBezTo>
                      <a:cubicBezTo>
                        <a:pt x="94" y="99"/>
                        <a:pt x="94" y="99"/>
                        <a:pt x="94" y="99"/>
                      </a:cubicBezTo>
                      <a:cubicBezTo>
                        <a:pt x="91" y="105"/>
                        <a:pt x="93" y="103"/>
                        <a:pt x="88" y="106"/>
                      </a:cubicBezTo>
                      <a:cubicBezTo>
                        <a:pt x="83" y="101"/>
                        <a:pt x="82" y="101"/>
                        <a:pt x="79" y="95"/>
                      </a:cubicBezTo>
                      <a:cubicBezTo>
                        <a:pt x="77" y="93"/>
                        <a:pt x="77" y="91"/>
                        <a:pt x="75" y="89"/>
                      </a:cubicBezTo>
                      <a:cubicBezTo>
                        <a:pt x="73" y="87"/>
                        <a:pt x="73" y="86"/>
                        <a:pt x="72" y="83"/>
                      </a:cubicBezTo>
                      <a:close/>
                      <a:moveTo>
                        <a:pt x="91" y="29"/>
                      </a:moveTo>
                      <a:cubicBezTo>
                        <a:pt x="91" y="22"/>
                        <a:pt x="95" y="12"/>
                        <a:pt x="95" y="4"/>
                      </a:cubicBezTo>
                      <a:cubicBezTo>
                        <a:pt x="95" y="4"/>
                        <a:pt x="95" y="4"/>
                        <a:pt x="95" y="4"/>
                      </a:cubicBezTo>
                      <a:cubicBezTo>
                        <a:pt x="95" y="3"/>
                        <a:pt x="95" y="3"/>
                        <a:pt x="95" y="3"/>
                      </a:cubicBezTo>
                      <a:cubicBezTo>
                        <a:pt x="93" y="0"/>
                        <a:pt x="95" y="1"/>
                        <a:pt x="92" y="0"/>
                      </a:cubicBezTo>
                      <a:cubicBezTo>
                        <a:pt x="91" y="0"/>
                        <a:pt x="91" y="0"/>
                        <a:pt x="91" y="0"/>
                      </a:cubicBezTo>
                      <a:cubicBezTo>
                        <a:pt x="86" y="0"/>
                        <a:pt x="86" y="0"/>
                        <a:pt x="86" y="0"/>
                      </a:cubicBezTo>
                      <a:cubicBezTo>
                        <a:pt x="85" y="0"/>
                        <a:pt x="85" y="0"/>
                        <a:pt x="85" y="0"/>
                      </a:cubicBezTo>
                      <a:cubicBezTo>
                        <a:pt x="82" y="1"/>
                        <a:pt x="80" y="4"/>
                        <a:pt x="80" y="7"/>
                      </a:cubicBezTo>
                      <a:cubicBezTo>
                        <a:pt x="83" y="30"/>
                        <a:pt x="83" y="30"/>
                        <a:pt x="83" y="30"/>
                      </a:cubicBezTo>
                      <a:cubicBezTo>
                        <a:pt x="83" y="30"/>
                        <a:pt x="83" y="30"/>
                        <a:pt x="83" y="30"/>
                      </a:cubicBezTo>
                      <a:cubicBezTo>
                        <a:pt x="83" y="38"/>
                        <a:pt x="86" y="44"/>
                        <a:pt x="86" y="49"/>
                      </a:cubicBezTo>
                      <a:cubicBezTo>
                        <a:pt x="86" y="50"/>
                        <a:pt x="86" y="50"/>
                        <a:pt x="86" y="50"/>
                      </a:cubicBezTo>
                      <a:cubicBezTo>
                        <a:pt x="87" y="62"/>
                        <a:pt x="87" y="62"/>
                        <a:pt x="87" y="62"/>
                      </a:cubicBezTo>
                      <a:cubicBezTo>
                        <a:pt x="87" y="68"/>
                        <a:pt x="52" y="81"/>
                        <a:pt x="46" y="84"/>
                      </a:cubicBezTo>
                      <a:cubicBezTo>
                        <a:pt x="39" y="87"/>
                        <a:pt x="31" y="89"/>
                        <a:pt x="23" y="92"/>
                      </a:cubicBezTo>
                      <a:cubicBezTo>
                        <a:pt x="20" y="94"/>
                        <a:pt x="0" y="96"/>
                        <a:pt x="0" y="99"/>
                      </a:cubicBezTo>
                      <a:cubicBezTo>
                        <a:pt x="0" y="101"/>
                        <a:pt x="9" y="108"/>
                        <a:pt x="11" y="108"/>
                      </a:cubicBezTo>
                      <a:cubicBezTo>
                        <a:pt x="13" y="108"/>
                        <a:pt x="13" y="108"/>
                        <a:pt x="13" y="108"/>
                      </a:cubicBezTo>
                      <a:cubicBezTo>
                        <a:pt x="14" y="108"/>
                        <a:pt x="14" y="108"/>
                        <a:pt x="14" y="108"/>
                      </a:cubicBezTo>
                      <a:cubicBezTo>
                        <a:pt x="20" y="105"/>
                        <a:pt x="24" y="103"/>
                        <a:pt x="30" y="100"/>
                      </a:cubicBezTo>
                      <a:cubicBezTo>
                        <a:pt x="34" y="98"/>
                        <a:pt x="41" y="93"/>
                        <a:pt x="45" y="93"/>
                      </a:cubicBezTo>
                      <a:cubicBezTo>
                        <a:pt x="46" y="93"/>
                        <a:pt x="46" y="93"/>
                        <a:pt x="47" y="92"/>
                      </a:cubicBezTo>
                      <a:cubicBezTo>
                        <a:pt x="49" y="94"/>
                        <a:pt x="52" y="96"/>
                        <a:pt x="51" y="101"/>
                      </a:cubicBezTo>
                      <a:cubicBezTo>
                        <a:pt x="51" y="109"/>
                        <a:pt x="51" y="109"/>
                        <a:pt x="51" y="109"/>
                      </a:cubicBezTo>
                      <a:cubicBezTo>
                        <a:pt x="51" y="110"/>
                        <a:pt x="51" y="110"/>
                        <a:pt x="51" y="110"/>
                      </a:cubicBezTo>
                      <a:cubicBezTo>
                        <a:pt x="50" y="118"/>
                        <a:pt x="50" y="118"/>
                        <a:pt x="50" y="118"/>
                      </a:cubicBezTo>
                      <a:cubicBezTo>
                        <a:pt x="50" y="119"/>
                        <a:pt x="50" y="119"/>
                        <a:pt x="50" y="120"/>
                      </a:cubicBezTo>
                      <a:cubicBezTo>
                        <a:pt x="51" y="123"/>
                        <a:pt x="51" y="123"/>
                        <a:pt x="54" y="125"/>
                      </a:cubicBezTo>
                      <a:cubicBezTo>
                        <a:pt x="56" y="125"/>
                        <a:pt x="56" y="125"/>
                        <a:pt x="56" y="125"/>
                      </a:cubicBezTo>
                      <a:cubicBezTo>
                        <a:pt x="59" y="125"/>
                        <a:pt x="60" y="121"/>
                        <a:pt x="62" y="119"/>
                      </a:cubicBezTo>
                      <a:cubicBezTo>
                        <a:pt x="62" y="118"/>
                        <a:pt x="62" y="118"/>
                        <a:pt x="62" y="118"/>
                      </a:cubicBezTo>
                      <a:cubicBezTo>
                        <a:pt x="62" y="113"/>
                        <a:pt x="62" y="113"/>
                        <a:pt x="62" y="113"/>
                      </a:cubicBezTo>
                      <a:cubicBezTo>
                        <a:pt x="63" y="110"/>
                        <a:pt x="68" y="106"/>
                        <a:pt x="71" y="106"/>
                      </a:cubicBezTo>
                      <a:cubicBezTo>
                        <a:pt x="75" y="106"/>
                        <a:pt x="77" y="109"/>
                        <a:pt x="78" y="111"/>
                      </a:cubicBezTo>
                      <a:cubicBezTo>
                        <a:pt x="78" y="112"/>
                        <a:pt x="78" y="112"/>
                        <a:pt x="78" y="112"/>
                      </a:cubicBezTo>
                      <a:cubicBezTo>
                        <a:pt x="78" y="113"/>
                        <a:pt x="78" y="113"/>
                        <a:pt x="78" y="113"/>
                      </a:cubicBezTo>
                      <a:cubicBezTo>
                        <a:pt x="78" y="115"/>
                        <a:pt x="78" y="115"/>
                        <a:pt x="79" y="116"/>
                      </a:cubicBezTo>
                      <a:cubicBezTo>
                        <a:pt x="78" y="117"/>
                        <a:pt x="78" y="117"/>
                        <a:pt x="78" y="118"/>
                      </a:cubicBezTo>
                      <a:cubicBezTo>
                        <a:pt x="78" y="119"/>
                        <a:pt x="78" y="119"/>
                        <a:pt x="78" y="119"/>
                      </a:cubicBezTo>
                      <a:cubicBezTo>
                        <a:pt x="72" y="130"/>
                        <a:pt x="57" y="140"/>
                        <a:pt x="46" y="147"/>
                      </a:cubicBezTo>
                      <a:cubicBezTo>
                        <a:pt x="44" y="148"/>
                        <a:pt x="40" y="151"/>
                        <a:pt x="37" y="152"/>
                      </a:cubicBezTo>
                      <a:cubicBezTo>
                        <a:pt x="35" y="153"/>
                        <a:pt x="29" y="157"/>
                        <a:pt x="28" y="158"/>
                      </a:cubicBezTo>
                      <a:cubicBezTo>
                        <a:pt x="25" y="161"/>
                        <a:pt x="12" y="165"/>
                        <a:pt x="6" y="165"/>
                      </a:cubicBezTo>
                      <a:cubicBezTo>
                        <a:pt x="4" y="165"/>
                        <a:pt x="2" y="168"/>
                        <a:pt x="1" y="170"/>
                      </a:cubicBezTo>
                      <a:cubicBezTo>
                        <a:pt x="4" y="171"/>
                        <a:pt x="4" y="173"/>
                        <a:pt x="7" y="175"/>
                      </a:cubicBezTo>
                      <a:cubicBezTo>
                        <a:pt x="10" y="176"/>
                        <a:pt x="12" y="176"/>
                        <a:pt x="14" y="178"/>
                      </a:cubicBezTo>
                      <a:cubicBezTo>
                        <a:pt x="18" y="179"/>
                        <a:pt x="18" y="179"/>
                        <a:pt x="18" y="179"/>
                      </a:cubicBezTo>
                      <a:cubicBezTo>
                        <a:pt x="20" y="179"/>
                        <a:pt x="18" y="179"/>
                        <a:pt x="20" y="179"/>
                      </a:cubicBezTo>
                      <a:cubicBezTo>
                        <a:pt x="21" y="179"/>
                        <a:pt x="21" y="179"/>
                        <a:pt x="21" y="179"/>
                      </a:cubicBezTo>
                      <a:cubicBezTo>
                        <a:pt x="22" y="179"/>
                        <a:pt x="22" y="179"/>
                        <a:pt x="22" y="179"/>
                      </a:cubicBezTo>
                      <a:cubicBezTo>
                        <a:pt x="26" y="177"/>
                        <a:pt x="30" y="175"/>
                        <a:pt x="33" y="173"/>
                      </a:cubicBezTo>
                      <a:cubicBezTo>
                        <a:pt x="35" y="171"/>
                        <a:pt x="36" y="170"/>
                        <a:pt x="38" y="169"/>
                      </a:cubicBezTo>
                      <a:cubicBezTo>
                        <a:pt x="39" y="168"/>
                        <a:pt x="43" y="166"/>
                        <a:pt x="43" y="166"/>
                      </a:cubicBezTo>
                      <a:cubicBezTo>
                        <a:pt x="49" y="160"/>
                        <a:pt x="55" y="156"/>
                        <a:pt x="61" y="150"/>
                      </a:cubicBezTo>
                      <a:cubicBezTo>
                        <a:pt x="64" y="148"/>
                        <a:pt x="67" y="145"/>
                        <a:pt x="70" y="143"/>
                      </a:cubicBezTo>
                      <a:cubicBezTo>
                        <a:pt x="73" y="140"/>
                        <a:pt x="76" y="137"/>
                        <a:pt x="79" y="135"/>
                      </a:cubicBezTo>
                      <a:cubicBezTo>
                        <a:pt x="82" y="132"/>
                        <a:pt x="85" y="130"/>
                        <a:pt x="87" y="127"/>
                      </a:cubicBezTo>
                      <a:cubicBezTo>
                        <a:pt x="90" y="124"/>
                        <a:pt x="91" y="119"/>
                        <a:pt x="96" y="119"/>
                      </a:cubicBezTo>
                      <a:cubicBezTo>
                        <a:pt x="98" y="119"/>
                        <a:pt x="100" y="126"/>
                        <a:pt x="100" y="128"/>
                      </a:cubicBezTo>
                      <a:cubicBezTo>
                        <a:pt x="100" y="132"/>
                        <a:pt x="105" y="145"/>
                        <a:pt x="106" y="149"/>
                      </a:cubicBezTo>
                      <a:cubicBezTo>
                        <a:pt x="108" y="155"/>
                        <a:pt x="111" y="165"/>
                        <a:pt x="118" y="165"/>
                      </a:cubicBezTo>
                      <a:cubicBezTo>
                        <a:pt x="119" y="163"/>
                        <a:pt x="125" y="161"/>
                        <a:pt x="125" y="152"/>
                      </a:cubicBezTo>
                      <a:cubicBezTo>
                        <a:pt x="125" y="143"/>
                        <a:pt x="120" y="120"/>
                        <a:pt x="117" y="116"/>
                      </a:cubicBezTo>
                      <a:cubicBezTo>
                        <a:pt x="117" y="118"/>
                        <a:pt x="116" y="118"/>
                        <a:pt x="116" y="120"/>
                      </a:cubicBezTo>
                      <a:cubicBezTo>
                        <a:pt x="116" y="123"/>
                        <a:pt x="115" y="121"/>
                        <a:pt x="115" y="124"/>
                      </a:cubicBezTo>
                      <a:cubicBezTo>
                        <a:pt x="115" y="125"/>
                        <a:pt x="115" y="125"/>
                        <a:pt x="115" y="125"/>
                      </a:cubicBezTo>
                      <a:cubicBezTo>
                        <a:pt x="115" y="126"/>
                        <a:pt x="114" y="129"/>
                        <a:pt x="112" y="129"/>
                      </a:cubicBezTo>
                      <a:cubicBezTo>
                        <a:pt x="109" y="129"/>
                        <a:pt x="109" y="129"/>
                        <a:pt x="109" y="129"/>
                      </a:cubicBezTo>
                      <a:cubicBezTo>
                        <a:pt x="105" y="129"/>
                        <a:pt x="102" y="110"/>
                        <a:pt x="100" y="105"/>
                      </a:cubicBezTo>
                      <a:cubicBezTo>
                        <a:pt x="98" y="101"/>
                        <a:pt x="98" y="97"/>
                        <a:pt x="97" y="92"/>
                      </a:cubicBezTo>
                      <a:cubicBezTo>
                        <a:pt x="96" y="87"/>
                        <a:pt x="94" y="86"/>
                        <a:pt x="94" y="79"/>
                      </a:cubicBezTo>
                      <a:cubicBezTo>
                        <a:pt x="94" y="76"/>
                        <a:pt x="94" y="76"/>
                        <a:pt x="94" y="76"/>
                      </a:cubicBezTo>
                      <a:cubicBezTo>
                        <a:pt x="94" y="65"/>
                        <a:pt x="110" y="67"/>
                        <a:pt x="110" y="61"/>
                      </a:cubicBezTo>
                      <a:cubicBezTo>
                        <a:pt x="110" y="60"/>
                        <a:pt x="110" y="60"/>
                        <a:pt x="110" y="60"/>
                      </a:cubicBezTo>
                      <a:cubicBezTo>
                        <a:pt x="110" y="58"/>
                        <a:pt x="109" y="57"/>
                        <a:pt x="108" y="57"/>
                      </a:cubicBezTo>
                      <a:cubicBezTo>
                        <a:pt x="105" y="57"/>
                        <a:pt x="105" y="57"/>
                        <a:pt x="105" y="57"/>
                      </a:cubicBezTo>
                      <a:cubicBezTo>
                        <a:pt x="104" y="57"/>
                        <a:pt x="104" y="57"/>
                        <a:pt x="104" y="57"/>
                      </a:cubicBezTo>
                      <a:cubicBezTo>
                        <a:pt x="103" y="58"/>
                        <a:pt x="102" y="59"/>
                        <a:pt x="101" y="59"/>
                      </a:cubicBezTo>
                      <a:cubicBezTo>
                        <a:pt x="99" y="60"/>
                        <a:pt x="99" y="59"/>
                        <a:pt x="97" y="60"/>
                      </a:cubicBezTo>
                      <a:cubicBezTo>
                        <a:pt x="95" y="59"/>
                        <a:pt x="91" y="56"/>
                        <a:pt x="91" y="54"/>
                      </a:cubicBezTo>
                      <a:cubicBezTo>
                        <a:pt x="91" y="41"/>
                        <a:pt x="91" y="41"/>
                        <a:pt x="91" y="41"/>
                      </a:cubicBezTo>
                      <a:lnTo>
                        <a:pt x="91" y="29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3" name="íšlïďè"/>
                <p:cNvSpPr/>
                <p:nvPr/>
              </p:nvSpPr>
              <p:spPr bwMode="auto">
                <a:xfrm>
                  <a:off x="5478463" y="3581400"/>
                  <a:ext cx="46038" cy="76200"/>
                </a:xfrm>
                <a:custGeom>
                  <a:avLst/>
                  <a:gdLst>
                    <a:gd name="T0" fmla="*/ 14 w 14"/>
                    <a:gd name="T1" fmla="*/ 15 h 23"/>
                    <a:gd name="T2" fmla="*/ 10 w 14"/>
                    <a:gd name="T3" fmla="*/ 6 h 23"/>
                    <a:gd name="T4" fmla="*/ 3 w 14"/>
                    <a:gd name="T5" fmla="*/ 0 h 23"/>
                    <a:gd name="T6" fmla="*/ 0 w 14"/>
                    <a:gd name="T7" fmla="*/ 3 h 23"/>
                    <a:gd name="T8" fmla="*/ 5 w 14"/>
                    <a:gd name="T9" fmla="*/ 11 h 23"/>
                    <a:gd name="T10" fmla="*/ 5 w 14"/>
                    <a:gd name="T11" fmla="*/ 12 h 23"/>
                    <a:gd name="T12" fmla="*/ 5 w 14"/>
                    <a:gd name="T13" fmla="*/ 14 h 23"/>
                    <a:gd name="T14" fmla="*/ 5 w 14"/>
                    <a:gd name="T15" fmla="*/ 15 h 23"/>
                    <a:gd name="T16" fmla="*/ 2 w 14"/>
                    <a:gd name="T17" fmla="*/ 19 h 23"/>
                    <a:gd name="T18" fmla="*/ 2 w 14"/>
                    <a:gd name="T19" fmla="*/ 22 h 23"/>
                    <a:gd name="T20" fmla="*/ 5 w 14"/>
                    <a:gd name="T21" fmla="*/ 23 h 23"/>
                    <a:gd name="T22" fmla="*/ 6 w 14"/>
                    <a:gd name="T23" fmla="*/ 23 h 23"/>
                    <a:gd name="T24" fmla="*/ 11 w 14"/>
                    <a:gd name="T25" fmla="*/ 20 h 23"/>
                    <a:gd name="T26" fmla="*/ 14 w 14"/>
                    <a:gd name="T27" fmla="*/ 15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4" h="23">
                      <a:moveTo>
                        <a:pt x="14" y="15"/>
                      </a:moveTo>
                      <a:cubicBezTo>
                        <a:pt x="14" y="11"/>
                        <a:pt x="12" y="9"/>
                        <a:pt x="10" y="6"/>
                      </a:cubicBezTo>
                      <a:cubicBezTo>
                        <a:pt x="8" y="5"/>
                        <a:pt x="3" y="1"/>
                        <a:pt x="3" y="0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5" y="12"/>
                        <a:pt x="5" y="12"/>
                        <a:pt x="5" y="12"/>
                      </a:cubicBez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5" y="15"/>
                        <a:pt x="5" y="15"/>
                        <a:pt x="5" y="15"/>
                      </a:cubicBezTo>
                      <a:cubicBezTo>
                        <a:pt x="2" y="19"/>
                        <a:pt x="2" y="19"/>
                        <a:pt x="2" y="19"/>
                      </a:cubicBezTo>
                      <a:cubicBezTo>
                        <a:pt x="2" y="22"/>
                        <a:pt x="2" y="22"/>
                        <a:pt x="2" y="22"/>
                      </a:cubicBezTo>
                      <a:cubicBezTo>
                        <a:pt x="5" y="23"/>
                        <a:pt x="5" y="23"/>
                        <a:pt x="5" y="23"/>
                      </a:cubicBezTo>
                      <a:cubicBezTo>
                        <a:pt x="6" y="23"/>
                        <a:pt x="6" y="23"/>
                        <a:pt x="6" y="23"/>
                      </a:cubicBezTo>
                      <a:cubicBezTo>
                        <a:pt x="7" y="23"/>
                        <a:pt x="11" y="21"/>
                        <a:pt x="11" y="20"/>
                      </a:cubicBezTo>
                      <a:cubicBezTo>
                        <a:pt x="13" y="19"/>
                        <a:pt x="13" y="17"/>
                        <a:pt x="14" y="1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4" name="işḷîḑe"/>
                <p:cNvSpPr/>
                <p:nvPr/>
              </p:nvSpPr>
              <p:spPr bwMode="auto">
                <a:xfrm>
                  <a:off x="6310313" y="3136900"/>
                  <a:ext cx="406400" cy="554038"/>
                </a:xfrm>
                <a:custGeom>
                  <a:avLst/>
                  <a:gdLst>
                    <a:gd name="T0" fmla="*/ 101 w 123"/>
                    <a:gd name="T1" fmla="*/ 9 h 166"/>
                    <a:gd name="T2" fmla="*/ 96 w 123"/>
                    <a:gd name="T3" fmla="*/ 0 h 166"/>
                    <a:gd name="T4" fmla="*/ 76 w 123"/>
                    <a:gd name="T5" fmla="*/ 23 h 166"/>
                    <a:gd name="T6" fmla="*/ 66 w 123"/>
                    <a:gd name="T7" fmla="*/ 20 h 166"/>
                    <a:gd name="T8" fmla="*/ 69 w 123"/>
                    <a:gd name="T9" fmla="*/ 29 h 166"/>
                    <a:gd name="T10" fmla="*/ 64 w 123"/>
                    <a:gd name="T11" fmla="*/ 38 h 166"/>
                    <a:gd name="T12" fmla="*/ 71 w 123"/>
                    <a:gd name="T13" fmla="*/ 37 h 166"/>
                    <a:gd name="T14" fmla="*/ 78 w 123"/>
                    <a:gd name="T15" fmla="*/ 38 h 166"/>
                    <a:gd name="T16" fmla="*/ 104 w 123"/>
                    <a:gd name="T17" fmla="*/ 37 h 166"/>
                    <a:gd name="T18" fmla="*/ 97 w 123"/>
                    <a:gd name="T19" fmla="*/ 43 h 166"/>
                    <a:gd name="T20" fmla="*/ 85 w 123"/>
                    <a:gd name="T21" fmla="*/ 56 h 166"/>
                    <a:gd name="T22" fmla="*/ 78 w 123"/>
                    <a:gd name="T23" fmla="*/ 67 h 166"/>
                    <a:gd name="T24" fmla="*/ 72 w 123"/>
                    <a:gd name="T25" fmla="*/ 62 h 166"/>
                    <a:gd name="T26" fmla="*/ 72 w 123"/>
                    <a:gd name="T27" fmla="*/ 48 h 166"/>
                    <a:gd name="T28" fmla="*/ 63 w 123"/>
                    <a:gd name="T29" fmla="*/ 57 h 166"/>
                    <a:gd name="T30" fmla="*/ 56 w 123"/>
                    <a:gd name="T31" fmla="*/ 57 h 166"/>
                    <a:gd name="T32" fmla="*/ 61 w 123"/>
                    <a:gd name="T33" fmla="*/ 66 h 166"/>
                    <a:gd name="T34" fmla="*/ 59 w 123"/>
                    <a:gd name="T35" fmla="*/ 70 h 166"/>
                    <a:gd name="T36" fmla="*/ 68 w 123"/>
                    <a:gd name="T37" fmla="*/ 74 h 166"/>
                    <a:gd name="T38" fmla="*/ 68 w 123"/>
                    <a:gd name="T39" fmla="*/ 78 h 166"/>
                    <a:gd name="T40" fmla="*/ 40 w 123"/>
                    <a:gd name="T41" fmla="*/ 92 h 166"/>
                    <a:gd name="T42" fmla="*/ 24 w 123"/>
                    <a:gd name="T43" fmla="*/ 99 h 166"/>
                    <a:gd name="T44" fmla="*/ 3 w 123"/>
                    <a:gd name="T45" fmla="*/ 105 h 166"/>
                    <a:gd name="T46" fmla="*/ 2 w 123"/>
                    <a:gd name="T47" fmla="*/ 112 h 166"/>
                    <a:gd name="T48" fmla="*/ 14 w 123"/>
                    <a:gd name="T49" fmla="*/ 120 h 166"/>
                    <a:gd name="T50" fmla="*/ 32 w 123"/>
                    <a:gd name="T51" fmla="*/ 108 h 166"/>
                    <a:gd name="T52" fmla="*/ 55 w 123"/>
                    <a:gd name="T53" fmla="*/ 93 h 166"/>
                    <a:gd name="T54" fmla="*/ 63 w 123"/>
                    <a:gd name="T55" fmla="*/ 89 h 166"/>
                    <a:gd name="T56" fmla="*/ 82 w 123"/>
                    <a:gd name="T57" fmla="*/ 83 h 166"/>
                    <a:gd name="T58" fmla="*/ 82 w 123"/>
                    <a:gd name="T59" fmla="*/ 86 h 166"/>
                    <a:gd name="T60" fmla="*/ 74 w 123"/>
                    <a:gd name="T61" fmla="*/ 97 h 166"/>
                    <a:gd name="T62" fmla="*/ 61 w 123"/>
                    <a:gd name="T63" fmla="*/ 107 h 166"/>
                    <a:gd name="T64" fmla="*/ 64 w 123"/>
                    <a:gd name="T65" fmla="*/ 118 h 166"/>
                    <a:gd name="T66" fmla="*/ 55 w 123"/>
                    <a:gd name="T67" fmla="*/ 126 h 166"/>
                    <a:gd name="T68" fmla="*/ 40 w 123"/>
                    <a:gd name="T69" fmla="*/ 129 h 166"/>
                    <a:gd name="T70" fmla="*/ 30 w 123"/>
                    <a:gd name="T71" fmla="*/ 130 h 166"/>
                    <a:gd name="T72" fmla="*/ 35 w 123"/>
                    <a:gd name="T73" fmla="*/ 141 h 166"/>
                    <a:gd name="T74" fmla="*/ 38 w 123"/>
                    <a:gd name="T75" fmla="*/ 141 h 166"/>
                    <a:gd name="T76" fmla="*/ 56 w 123"/>
                    <a:gd name="T77" fmla="*/ 133 h 166"/>
                    <a:gd name="T78" fmla="*/ 63 w 123"/>
                    <a:gd name="T79" fmla="*/ 141 h 166"/>
                    <a:gd name="T80" fmla="*/ 56 w 123"/>
                    <a:gd name="T81" fmla="*/ 154 h 166"/>
                    <a:gd name="T82" fmla="*/ 53 w 123"/>
                    <a:gd name="T83" fmla="*/ 154 h 166"/>
                    <a:gd name="T84" fmla="*/ 49 w 123"/>
                    <a:gd name="T85" fmla="*/ 154 h 166"/>
                    <a:gd name="T86" fmla="*/ 46 w 123"/>
                    <a:gd name="T87" fmla="*/ 156 h 166"/>
                    <a:gd name="T88" fmla="*/ 56 w 123"/>
                    <a:gd name="T89" fmla="*/ 166 h 166"/>
                    <a:gd name="T90" fmla="*/ 71 w 123"/>
                    <a:gd name="T91" fmla="*/ 160 h 166"/>
                    <a:gd name="T92" fmla="*/ 75 w 123"/>
                    <a:gd name="T93" fmla="*/ 146 h 166"/>
                    <a:gd name="T94" fmla="*/ 80 w 123"/>
                    <a:gd name="T95" fmla="*/ 124 h 166"/>
                    <a:gd name="T96" fmla="*/ 94 w 123"/>
                    <a:gd name="T97" fmla="*/ 120 h 166"/>
                    <a:gd name="T98" fmla="*/ 81 w 123"/>
                    <a:gd name="T99" fmla="*/ 117 h 166"/>
                    <a:gd name="T100" fmla="*/ 72 w 123"/>
                    <a:gd name="T101" fmla="*/ 107 h 166"/>
                    <a:gd name="T102" fmla="*/ 78 w 123"/>
                    <a:gd name="T103" fmla="*/ 96 h 166"/>
                    <a:gd name="T104" fmla="*/ 92 w 123"/>
                    <a:gd name="T105" fmla="*/ 89 h 166"/>
                    <a:gd name="T106" fmla="*/ 102 w 123"/>
                    <a:gd name="T107" fmla="*/ 78 h 166"/>
                    <a:gd name="T108" fmla="*/ 95 w 123"/>
                    <a:gd name="T109" fmla="*/ 61 h 166"/>
                    <a:gd name="T110" fmla="*/ 109 w 123"/>
                    <a:gd name="T111" fmla="*/ 48 h 166"/>
                    <a:gd name="T112" fmla="*/ 116 w 123"/>
                    <a:gd name="T113" fmla="*/ 42 h 166"/>
                    <a:gd name="T114" fmla="*/ 121 w 123"/>
                    <a:gd name="T115" fmla="*/ 32 h 166"/>
                    <a:gd name="T116" fmla="*/ 116 w 123"/>
                    <a:gd name="T117" fmla="*/ 17 h 166"/>
                    <a:gd name="T118" fmla="*/ 104 w 123"/>
                    <a:gd name="T119" fmla="*/ 20 h 166"/>
                    <a:gd name="T120" fmla="*/ 93 w 123"/>
                    <a:gd name="T121" fmla="*/ 21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123" h="166">
                      <a:moveTo>
                        <a:pt x="93" y="21"/>
                      </a:moveTo>
                      <a:cubicBezTo>
                        <a:pt x="94" y="14"/>
                        <a:pt x="98" y="14"/>
                        <a:pt x="101" y="9"/>
                      </a:cubicBezTo>
                      <a:cubicBezTo>
                        <a:pt x="101" y="8"/>
                        <a:pt x="101" y="8"/>
                        <a:pt x="101" y="8"/>
                      </a:cubicBezTo>
                      <a:cubicBezTo>
                        <a:pt x="101" y="5"/>
                        <a:pt x="97" y="1"/>
                        <a:pt x="96" y="0"/>
                      </a:cubicBezTo>
                      <a:cubicBezTo>
                        <a:pt x="89" y="3"/>
                        <a:pt x="91" y="6"/>
                        <a:pt x="88" y="13"/>
                      </a:cubicBezTo>
                      <a:cubicBezTo>
                        <a:pt x="85" y="17"/>
                        <a:pt x="82" y="23"/>
                        <a:pt x="76" y="23"/>
                      </a:cubicBezTo>
                      <a:cubicBezTo>
                        <a:pt x="75" y="23"/>
                        <a:pt x="70" y="18"/>
                        <a:pt x="67" y="17"/>
                      </a:cubicBezTo>
                      <a:cubicBezTo>
                        <a:pt x="66" y="20"/>
                        <a:pt x="66" y="20"/>
                        <a:pt x="66" y="20"/>
                      </a:cubicBezTo>
                      <a:cubicBezTo>
                        <a:pt x="67" y="23"/>
                        <a:pt x="69" y="24"/>
                        <a:pt x="69" y="28"/>
                      </a:cubicBezTo>
                      <a:cubicBezTo>
                        <a:pt x="69" y="29"/>
                        <a:pt x="69" y="29"/>
                        <a:pt x="69" y="29"/>
                      </a:cubicBezTo>
                      <a:cubicBezTo>
                        <a:pt x="69" y="29"/>
                        <a:pt x="63" y="36"/>
                        <a:pt x="62" y="37"/>
                      </a:cubicBezTo>
                      <a:cubicBezTo>
                        <a:pt x="63" y="38"/>
                        <a:pt x="61" y="38"/>
                        <a:pt x="64" y="38"/>
                      </a:cubicBezTo>
                      <a:cubicBezTo>
                        <a:pt x="64" y="38"/>
                        <a:pt x="64" y="38"/>
                        <a:pt x="64" y="38"/>
                      </a:cubicBezTo>
                      <a:cubicBezTo>
                        <a:pt x="71" y="37"/>
                        <a:pt x="71" y="37"/>
                        <a:pt x="71" y="37"/>
                      </a:cubicBezTo>
                      <a:cubicBezTo>
                        <a:pt x="74" y="37"/>
                        <a:pt x="74" y="38"/>
                        <a:pt x="78" y="38"/>
                      </a:cubicBezTo>
                      <a:cubicBezTo>
                        <a:pt x="78" y="38"/>
                        <a:pt x="78" y="38"/>
                        <a:pt x="78" y="38"/>
                      </a:cubicBezTo>
                      <a:cubicBezTo>
                        <a:pt x="79" y="38"/>
                        <a:pt x="84" y="33"/>
                        <a:pt x="91" y="32"/>
                      </a:cubicBezTo>
                      <a:cubicBezTo>
                        <a:pt x="96" y="31"/>
                        <a:pt x="104" y="30"/>
                        <a:pt x="104" y="37"/>
                      </a:cubicBezTo>
                      <a:cubicBezTo>
                        <a:pt x="104" y="39"/>
                        <a:pt x="102" y="41"/>
                        <a:pt x="101" y="43"/>
                      </a:cubicBezTo>
                      <a:cubicBezTo>
                        <a:pt x="98" y="43"/>
                        <a:pt x="99" y="43"/>
                        <a:pt x="97" y="43"/>
                      </a:cubicBezTo>
                      <a:cubicBezTo>
                        <a:pt x="96" y="43"/>
                        <a:pt x="93" y="42"/>
                        <a:pt x="92" y="41"/>
                      </a:cubicBezTo>
                      <a:cubicBezTo>
                        <a:pt x="85" y="46"/>
                        <a:pt x="88" y="49"/>
                        <a:pt x="85" y="56"/>
                      </a:cubicBezTo>
                      <a:cubicBezTo>
                        <a:pt x="84" y="57"/>
                        <a:pt x="81" y="64"/>
                        <a:pt x="81" y="64"/>
                      </a:cubicBezTo>
                      <a:cubicBezTo>
                        <a:pt x="80" y="66"/>
                        <a:pt x="80" y="64"/>
                        <a:pt x="78" y="67"/>
                      </a:cubicBezTo>
                      <a:cubicBezTo>
                        <a:pt x="77" y="70"/>
                        <a:pt x="78" y="68"/>
                        <a:pt x="76" y="70"/>
                      </a:cubicBezTo>
                      <a:cubicBezTo>
                        <a:pt x="74" y="67"/>
                        <a:pt x="72" y="66"/>
                        <a:pt x="72" y="62"/>
                      </a:cubicBezTo>
                      <a:cubicBezTo>
                        <a:pt x="72" y="61"/>
                        <a:pt x="75" y="55"/>
                        <a:pt x="76" y="54"/>
                      </a:cubicBezTo>
                      <a:cubicBezTo>
                        <a:pt x="75" y="51"/>
                        <a:pt x="75" y="48"/>
                        <a:pt x="72" y="48"/>
                      </a:cubicBezTo>
                      <a:cubicBezTo>
                        <a:pt x="71" y="48"/>
                        <a:pt x="70" y="49"/>
                        <a:pt x="70" y="49"/>
                      </a:cubicBezTo>
                      <a:cubicBezTo>
                        <a:pt x="70" y="55"/>
                        <a:pt x="67" y="55"/>
                        <a:pt x="63" y="57"/>
                      </a:cubicBezTo>
                      <a:cubicBezTo>
                        <a:pt x="62" y="56"/>
                        <a:pt x="60" y="55"/>
                        <a:pt x="59" y="55"/>
                      </a:cubicBezTo>
                      <a:cubicBezTo>
                        <a:pt x="58" y="55"/>
                        <a:pt x="56" y="57"/>
                        <a:pt x="56" y="57"/>
                      </a:cubicBezTo>
                      <a:cubicBezTo>
                        <a:pt x="58" y="60"/>
                        <a:pt x="59" y="60"/>
                        <a:pt x="61" y="64"/>
                      </a:cubicBezTo>
                      <a:cubicBezTo>
                        <a:pt x="61" y="66"/>
                        <a:pt x="61" y="66"/>
                        <a:pt x="61" y="66"/>
                      </a:cubicBezTo>
                      <a:cubicBezTo>
                        <a:pt x="61" y="67"/>
                        <a:pt x="61" y="67"/>
                        <a:pt x="61" y="67"/>
                      </a:cubicBezTo>
                      <a:cubicBezTo>
                        <a:pt x="59" y="70"/>
                        <a:pt x="59" y="70"/>
                        <a:pt x="59" y="70"/>
                      </a:cubicBezTo>
                      <a:cubicBezTo>
                        <a:pt x="60" y="71"/>
                        <a:pt x="58" y="71"/>
                        <a:pt x="61" y="71"/>
                      </a:cubicBezTo>
                      <a:cubicBezTo>
                        <a:pt x="64" y="71"/>
                        <a:pt x="66" y="72"/>
                        <a:pt x="68" y="74"/>
                      </a:cubicBezTo>
                      <a:cubicBezTo>
                        <a:pt x="68" y="75"/>
                        <a:pt x="68" y="75"/>
                        <a:pt x="68" y="75"/>
                      </a:cubicBezTo>
                      <a:cubicBezTo>
                        <a:pt x="68" y="78"/>
                        <a:pt x="68" y="78"/>
                        <a:pt x="68" y="78"/>
                      </a:cubicBezTo>
                      <a:cubicBezTo>
                        <a:pt x="68" y="82"/>
                        <a:pt x="58" y="85"/>
                        <a:pt x="55" y="86"/>
                      </a:cubicBezTo>
                      <a:cubicBezTo>
                        <a:pt x="50" y="88"/>
                        <a:pt x="44" y="91"/>
                        <a:pt x="40" y="92"/>
                      </a:cubicBezTo>
                      <a:cubicBezTo>
                        <a:pt x="36" y="94"/>
                        <a:pt x="35" y="94"/>
                        <a:pt x="32" y="96"/>
                      </a:cubicBezTo>
                      <a:cubicBezTo>
                        <a:pt x="29" y="97"/>
                        <a:pt x="27" y="97"/>
                        <a:pt x="24" y="99"/>
                      </a:cubicBezTo>
                      <a:cubicBezTo>
                        <a:pt x="20" y="101"/>
                        <a:pt x="13" y="104"/>
                        <a:pt x="9" y="104"/>
                      </a:cubicBezTo>
                      <a:cubicBezTo>
                        <a:pt x="3" y="105"/>
                        <a:pt x="3" y="105"/>
                        <a:pt x="3" y="105"/>
                      </a:cubicBezTo>
                      <a:cubicBezTo>
                        <a:pt x="1" y="105"/>
                        <a:pt x="1" y="106"/>
                        <a:pt x="0" y="107"/>
                      </a:cubicBezTo>
                      <a:cubicBezTo>
                        <a:pt x="0" y="108"/>
                        <a:pt x="0" y="111"/>
                        <a:pt x="2" y="112"/>
                      </a:cubicBezTo>
                      <a:cubicBezTo>
                        <a:pt x="4" y="114"/>
                        <a:pt x="3" y="114"/>
                        <a:pt x="5" y="115"/>
                      </a:cubicBezTo>
                      <a:cubicBezTo>
                        <a:pt x="6" y="116"/>
                        <a:pt x="12" y="119"/>
                        <a:pt x="14" y="120"/>
                      </a:cubicBezTo>
                      <a:cubicBezTo>
                        <a:pt x="15" y="119"/>
                        <a:pt x="15" y="119"/>
                        <a:pt x="17" y="119"/>
                      </a:cubicBezTo>
                      <a:cubicBezTo>
                        <a:pt x="20" y="119"/>
                        <a:pt x="30" y="110"/>
                        <a:pt x="32" y="108"/>
                      </a:cubicBezTo>
                      <a:cubicBezTo>
                        <a:pt x="36" y="104"/>
                        <a:pt x="42" y="101"/>
                        <a:pt x="47" y="98"/>
                      </a:cubicBezTo>
                      <a:cubicBezTo>
                        <a:pt x="50" y="96"/>
                        <a:pt x="52" y="95"/>
                        <a:pt x="55" y="93"/>
                      </a:cubicBezTo>
                      <a:cubicBezTo>
                        <a:pt x="57" y="92"/>
                        <a:pt x="58" y="92"/>
                        <a:pt x="59" y="91"/>
                      </a:cubicBezTo>
                      <a:cubicBezTo>
                        <a:pt x="61" y="90"/>
                        <a:pt x="61" y="90"/>
                        <a:pt x="63" y="89"/>
                      </a:cubicBezTo>
                      <a:cubicBezTo>
                        <a:pt x="68" y="87"/>
                        <a:pt x="74" y="80"/>
                        <a:pt x="79" y="80"/>
                      </a:cubicBezTo>
                      <a:cubicBezTo>
                        <a:pt x="81" y="80"/>
                        <a:pt x="82" y="82"/>
                        <a:pt x="82" y="83"/>
                      </a:cubicBezTo>
                      <a:cubicBezTo>
                        <a:pt x="82" y="85"/>
                        <a:pt x="82" y="85"/>
                        <a:pt x="82" y="85"/>
                      </a:cubicBezTo>
                      <a:cubicBezTo>
                        <a:pt x="82" y="86"/>
                        <a:pt x="82" y="86"/>
                        <a:pt x="82" y="86"/>
                      </a:cubicBezTo>
                      <a:cubicBezTo>
                        <a:pt x="80" y="90"/>
                        <a:pt x="79" y="89"/>
                        <a:pt x="78" y="93"/>
                      </a:cubicBezTo>
                      <a:cubicBezTo>
                        <a:pt x="75" y="94"/>
                        <a:pt x="75" y="94"/>
                        <a:pt x="74" y="97"/>
                      </a:cubicBezTo>
                      <a:cubicBezTo>
                        <a:pt x="69" y="98"/>
                        <a:pt x="71" y="99"/>
                        <a:pt x="67" y="101"/>
                      </a:cubicBezTo>
                      <a:cubicBezTo>
                        <a:pt x="63" y="103"/>
                        <a:pt x="63" y="103"/>
                        <a:pt x="61" y="107"/>
                      </a:cubicBezTo>
                      <a:cubicBezTo>
                        <a:pt x="61" y="110"/>
                        <a:pt x="64" y="114"/>
                        <a:pt x="64" y="117"/>
                      </a:cubicBezTo>
                      <a:cubicBezTo>
                        <a:pt x="64" y="118"/>
                        <a:pt x="64" y="118"/>
                        <a:pt x="64" y="118"/>
                      </a:cubicBezTo>
                      <a:cubicBezTo>
                        <a:pt x="64" y="119"/>
                        <a:pt x="64" y="119"/>
                        <a:pt x="64" y="119"/>
                      </a:cubicBezTo>
                      <a:cubicBezTo>
                        <a:pt x="61" y="123"/>
                        <a:pt x="60" y="125"/>
                        <a:pt x="55" y="126"/>
                      </a:cubicBezTo>
                      <a:cubicBezTo>
                        <a:pt x="51" y="127"/>
                        <a:pt x="43" y="129"/>
                        <a:pt x="41" y="129"/>
                      </a:cubicBezTo>
                      <a:cubicBezTo>
                        <a:pt x="40" y="129"/>
                        <a:pt x="40" y="129"/>
                        <a:pt x="40" y="129"/>
                      </a:cubicBezTo>
                      <a:cubicBezTo>
                        <a:pt x="32" y="130"/>
                        <a:pt x="32" y="130"/>
                        <a:pt x="32" y="130"/>
                      </a:cubicBezTo>
                      <a:cubicBezTo>
                        <a:pt x="30" y="130"/>
                        <a:pt x="30" y="130"/>
                        <a:pt x="30" y="130"/>
                      </a:cubicBezTo>
                      <a:cubicBezTo>
                        <a:pt x="27" y="132"/>
                        <a:pt x="27" y="132"/>
                        <a:pt x="27" y="132"/>
                      </a:cubicBezTo>
                      <a:cubicBezTo>
                        <a:pt x="30" y="136"/>
                        <a:pt x="30" y="138"/>
                        <a:pt x="35" y="141"/>
                      </a:cubicBezTo>
                      <a:cubicBezTo>
                        <a:pt x="36" y="141"/>
                        <a:pt x="36" y="141"/>
                        <a:pt x="36" y="141"/>
                      </a:cubicBezTo>
                      <a:cubicBezTo>
                        <a:pt x="38" y="141"/>
                        <a:pt x="38" y="141"/>
                        <a:pt x="38" y="141"/>
                      </a:cubicBezTo>
                      <a:cubicBezTo>
                        <a:pt x="39" y="141"/>
                        <a:pt x="39" y="141"/>
                        <a:pt x="39" y="141"/>
                      </a:cubicBezTo>
                      <a:cubicBezTo>
                        <a:pt x="43" y="138"/>
                        <a:pt x="51" y="133"/>
                        <a:pt x="56" y="133"/>
                      </a:cubicBezTo>
                      <a:cubicBezTo>
                        <a:pt x="58" y="133"/>
                        <a:pt x="58" y="133"/>
                        <a:pt x="58" y="133"/>
                      </a:cubicBezTo>
                      <a:cubicBezTo>
                        <a:pt x="62" y="133"/>
                        <a:pt x="63" y="137"/>
                        <a:pt x="63" y="141"/>
                      </a:cubicBezTo>
                      <a:cubicBezTo>
                        <a:pt x="63" y="143"/>
                        <a:pt x="63" y="143"/>
                        <a:pt x="63" y="143"/>
                      </a:cubicBezTo>
                      <a:cubicBezTo>
                        <a:pt x="63" y="150"/>
                        <a:pt x="60" y="152"/>
                        <a:pt x="56" y="154"/>
                      </a:cubicBezTo>
                      <a:cubicBezTo>
                        <a:pt x="55" y="154"/>
                        <a:pt x="55" y="154"/>
                        <a:pt x="55" y="154"/>
                      </a:cubicBezTo>
                      <a:cubicBezTo>
                        <a:pt x="53" y="154"/>
                        <a:pt x="53" y="154"/>
                        <a:pt x="53" y="154"/>
                      </a:cubicBezTo>
                      <a:cubicBezTo>
                        <a:pt x="52" y="154"/>
                        <a:pt x="52" y="154"/>
                        <a:pt x="51" y="153"/>
                      </a:cubicBezTo>
                      <a:cubicBezTo>
                        <a:pt x="50" y="154"/>
                        <a:pt x="50" y="154"/>
                        <a:pt x="49" y="154"/>
                      </a:cubicBezTo>
                      <a:cubicBezTo>
                        <a:pt x="47" y="154"/>
                        <a:pt x="47" y="154"/>
                        <a:pt x="47" y="154"/>
                      </a:cubicBezTo>
                      <a:cubicBezTo>
                        <a:pt x="47" y="155"/>
                        <a:pt x="46" y="155"/>
                        <a:pt x="46" y="156"/>
                      </a:cubicBezTo>
                      <a:cubicBezTo>
                        <a:pt x="46" y="158"/>
                        <a:pt x="53" y="165"/>
                        <a:pt x="55" y="166"/>
                      </a:cubicBezTo>
                      <a:cubicBezTo>
                        <a:pt x="56" y="166"/>
                        <a:pt x="56" y="166"/>
                        <a:pt x="56" y="166"/>
                      </a:cubicBezTo>
                      <a:cubicBezTo>
                        <a:pt x="61" y="166"/>
                        <a:pt x="61" y="166"/>
                        <a:pt x="61" y="166"/>
                      </a:cubicBezTo>
                      <a:cubicBezTo>
                        <a:pt x="66" y="166"/>
                        <a:pt x="69" y="163"/>
                        <a:pt x="71" y="160"/>
                      </a:cubicBezTo>
                      <a:cubicBezTo>
                        <a:pt x="74" y="155"/>
                        <a:pt x="74" y="151"/>
                        <a:pt x="76" y="148"/>
                      </a:cubicBezTo>
                      <a:cubicBezTo>
                        <a:pt x="75" y="146"/>
                        <a:pt x="75" y="148"/>
                        <a:pt x="75" y="146"/>
                      </a:cubicBezTo>
                      <a:cubicBezTo>
                        <a:pt x="75" y="138"/>
                        <a:pt x="75" y="138"/>
                        <a:pt x="75" y="138"/>
                      </a:cubicBezTo>
                      <a:cubicBezTo>
                        <a:pt x="75" y="130"/>
                        <a:pt x="74" y="128"/>
                        <a:pt x="80" y="124"/>
                      </a:cubicBezTo>
                      <a:cubicBezTo>
                        <a:pt x="81" y="124"/>
                        <a:pt x="81" y="124"/>
                        <a:pt x="81" y="124"/>
                      </a:cubicBezTo>
                      <a:cubicBezTo>
                        <a:pt x="90" y="124"/>
                        <a:pt x="90" y="127"/>
                        <a:pt x="94" y="120"/>
                      </a:cubicBezTo>
                      <a:cubicBezTo>
                        <a:pt x="92" y="117"/>
                        <a:pt x="91" y="116"/>
                        <a:pt x="88" y="115"/>
                      </a:cubicBezTo>
                      <a:cubicBezTo>
                        <a:pt x="86" y="116"/>
                        <a:pt x="84" y="117"/>
                        <a:pt x="81" y="117"/>
                      </a:cubicBezTo>
                      <a:cubicBezTo>
                        <a:pt x="79" y="117"/>
                        <a:pt x="79" y="117"/>
                        <a:pt x="79" y="117"/>
                      </a:cubicBezTo>
                      <a:cubicBezTo>
                        <a:pt x="77" y="116"/>
                        <a:pt x="72" y="109"/>
                        <a:pt x="72" y="107"/>
                      </a:cubicBezTo>
                      <a:cubicBezTo>
                        <a:pt x="72" y="105"/>
                        <a:pt x="72" y="105"/>
                        <a:pt x="72" y="105"/>
                      </a:cubicBezTo>
                      <a:cubicBezTo>
                        <a:pt x="72" y="99"/>
                        <a:pt x="75" y="100"/>
                        <a:pt x="78" y="96"/>
                      </a:cubicBezTo>
                      <a:cubicBezTo>
                        <a:pt x="80" y="96"/>
                        <a:pt x="80" y="96"/>
                        <a:pt x="80" y="96"/>
                      </a:cubicBezTo>
                      <a:cubicBezTo>
                        <a:pt x="82" y="93"/>
                        <a:pt x="89" y="90"/>
                        <a:pt x="92" y="89"/>
                      </a:cubicBezTo>
                      <a:cubicBezTo>
                        <a:pt x="95" y="87"/>
                        <a:pt x="101" y="83"/>
                        <a:pt x="101" y="80"/>
                      </a:cubicBezTo>
                      <a:cubicBezTo>
                        <a:pt x="101" y="77"/>
                        <a:pt x="101" y="79"/>
                        <a:pt x="102" y="78"/>
                      </a:cubicBezTo>
                      <a:cubicBezTo>
                        <a:pt x="101" y="77"/>
                        <a:pt x="101" y="79"/>
                        <a:pt x="101" y="77"/>
                      </a:cubicBezTo>
                      <a:cubicBezTo>
                        <a:pt x="101" y="73"/>
                        <a:pt x="96" y="64"/>
                        <a:pt x="95" y="61"/>
                      </a:cubicBezTo>
                      <a:cubicBezTo>
                        <a:pt x="95" y="61"/>
                        <a:pt x="101" y="55"/>
                        <a:pt x="102" y="55"/>
                      </a:cubicBezTo>
                      <a:cubicBezTo>
                        <a:pt x="104" y="52"/>
                        <a:pt x="106" y="51"/>
                        <a:pt x="109" y="48"/>
                      </a:cubicBezTo>
                      <a:cubicBezTo>
                        <a:pt x="110" y="47"/>
                        <a:pt x="112" y="46"/>
                        <a:pt x="113" y="45"/>
                      </a:cubicBezTo>
                      <a:cubicBezTo>
                        <a:pt x="114" y="44"/>
                        <a:pt x="115" y="43"/>
                        <a:pt x="116" y="42"/>
                      </a:cubicBezTo>
                      <a:cubicBezTo>
                        <a:pt x="118" y="39"/>
                        <a:pt x="118" y="35"/>
                        <a:pt x="121" y="34"/>
                      </a:cubicBezTo>
                      <a:cubicBezTo>
                        <a:pt x="121" y="32"/>
                        <a:pt x="121" y="32"/>
                        <a:pt x="121" y="32"/>
                      </a:cubicBezTo>
                      <a:cubicBezTo>
                        <a:pt x="121" y="27"/>
                        <a:pt x="123" y="30"/>
                        <a:pt x="120" y="24"/>
                      </a:cubicBezTo>
                      <a:cubicBezTo>
                        <a:pt x="118" y="20"/>
                        <a:pt x="118" y="20"/>
                        <a:pt x="116" y="17"/>
                      </a:cubicBezTo>
                      <a:cubicBezTo>
                        <a:pt x="113" y="17"/>
                        <a:pt x="113" y="17"/>
                        <a:pt x="113" y="17"/>
                      </a:cubicBezTo>
                      <a:cubicBezTo>
                        <a:pt x="111" y="17"/>
                        <a:pt x="105" y="19"/>
                        <a:pt x="104" y="20"/>
                      </a:cubicBezTo>
                      <a:cubicBezTo>
                        <a:pt x="101" y="23"/>
                        <a:pt x="102" y="23"/>
                        <a:pt x="96" y="24"/>
                      </a:cubicBezTo>
                      <a:lnTo>
                        <a:pt x="93" y="2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5" name="íṥḻiďê"/>
                <p:cNvSpPr/>
                <p:nvPr/>
              </p:nvSpPr>
              <p:spPr bwMode="auto">
                <a:xfrm>
                  <a:off x="5159376" y="3357563"/>
                  <a:ext cx="117475" cy="366713"/>
                </a:xfrm>
                <a:custGeom>
                  <a:avLst/>
                  <a:gdLst>
                    <a:gd name="T0" fmla="*/ 23 w 36"/>
                    <a:gd name="T1" fmla="*/ 14 h 110"/>
                    <a:gd name="T2" fmla="*/ 23 w 36"/>
                    <a:gd name="T3" fmla="*/ 12 h 110"/>
                    <a:gd name="T4" fmla="*/ 18 w 36"/>
                    <a:gd name="T5" fmla="*/ 6 h 110"/>
                    <a:gd name="T6" fmla="*/ 13 w 36"/>
                    <a:gd name="T7" fmla="*/ 0 h 110"/>
                    <a:gd name="T8" fmla="*/ 11 w 36"/>
                    <a:gd name="T9" fmla="*/ 4 h 110"/>
                    <a:gd name="T10" fmla="*/ 13 w 36"/>
                    <a:gd name="T11" fmla="*/ 16 h 110"/>
                    <a:gd name="T12" fmla="*/ 12 w 36"/>
                    <a:gd name="T13" fmla="*/ 34 h 110"/>
                    <a:gd name="T14" fmla="*/ 7 w 36"/>
                    <a:gd name="T15" fmla="*/ 65 h 110"/>
                    <a:gd name="T16" fmla="*/ 3 w 36"/>
                    <a:gd name="T17" fmla="*/ 80 h 110"/>
                    <a:gd name="T18" fmla="*/ 0 w 36"/>
                    <a:gd name="T19" fmla="*/ 95 h 110"/>
                    <a:gd name="T20" fmla="*/ 0 w 36"/>
                    <a:gd name="T21" fmla="*/ 98 h 110"/>
                    <a:gd name="T22" fmla="*/ 0 w 36"/>
                    <a:gd name="T23" fmla="*/ 100 h 110"/>
                    <a:gd name="T24" fmla="*/ 4 w 36"/>
                    <a:gd name="T25" fmla="*/ 105 h 110"/>
                    <a:gd name="T26" fmla="*/ 9 w 36"/>
                    <a:gd name="T27" fmla="*/ 110 h 110"/>
                    <a:gd name="T28" fmla="*/ 15 w 36"/>
                    <a:gd name="T29" fmla="*/ 104 h 110"/>
                    <a:gd name="T30" fmla="*/ 18 w 36"/>
                    <a:gd name="T31" fmla="*/ 96 h 110"/>
                    <a:gd name="T32" fmla="*/ 18 w 36"/>
                    <a:gd name="T33" fmla="*/ 90 h 110"/>
                    <a:gd name="T34" fmla="*/ 21 w 36"/>
                    <a:gd name="T35" fmla="*/ 71 h 110"/>
                    <a:gd name="T36" fmla="*/ 25 w 36"/>
                    <a:gd name="T37" fmla="*/ 53 h 110"/>
                    <a:gd name="T38" fmla="*/ 30 w 36"/>
                    <a:gd name="T39" fmla="*/ 36 h 110"/>
                    <a:gd name="T40" fmla="*/ 35 w 36"/>
                    <a:gd name="T41" fmla="*/ 20 h 110"/>
                    <a:gd name="T42" fmla="*/ 33 w 36"/>
                    <a:gd name="T43" fmla="*/ 20 h 110"/>
                    <a:gd name="T44" fmla="*/ 30 w 36"/>
                    <a:gd name="T45" fmla="*/ 22 h 110"/>
                    <a:gd name="T46" fmla="*/ 23 w 36"/>
                    <a:gd name="T47" fmla="*/ 17 h 110"/>
                    <a:gd name="T48" fmla="*/ 23 w 36"/>
                    <a:gd name="T49" fmla="*/ 15 h 110"/>
                    <a:gd name="T50" fmla="*/ 23 w 36"/>
                    <a:gd name="T51" fmla="*/ 14 h 1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6" h="110">
                      <a:moveTo>
                        <a:pt x="23" y="14"/>
                      </a:moveTo>
                      <a:cubicBezTo>
                        <a:pt x="23" y="12"/>
                        <a:pt x="23" y="12"/>
                        <a:pt x="23" y="12"/>
                      </a:cubicBezTo>
                      <a:cubicBezTo>
                        <a:pt x="21" y="8"/>
                        <a:pt x="22" y="9"/>
                        <a:pt x="18" y="6"/>
                      </a:cubicBezTo>
                      <a:cubicBezTo>
                        <a:pt x="17" y="4"/>
                        <a:pt x="15" y="2"/>
                        <a:pt x="13" y="0"/>
                      </a:cubicBezTo>
                      <a:cubicBezTo>
                        <a:pt x="12" y="1"/>
                        <a:pt x="11" y="3"/>
                        <a:pt x="11" y="4"/>
                      </a:cubicBezTo>
                      <a:cubicBezTo>
                        <a:pt x="11" y="7"/>
                        <a:pt x="13" y="12"/>
                        <a:pt x="13" y="16"/>
                      </a:cubicBezTo>
                      <a:cubicBezTo>
                        <a:pt x="12" y="34"/>
                        <a:pt x="12" y="34"/>
                        <a:pt x="12" y="34"/>
                      </a:cubicBezTo>
                      <a:cubicBezTo>
                        <a:pt x="12" y="43"/>
                        <a:pt x="9" y="56"/>
                        <a:pt x="7" y="65"/>
                      </a:cubicBezTo>
                      <a:cubicBezTo>
                        <a:pt x="6" y="72"/>
                        <a:pt x="4" y="75"/>
                        <a:pt x="3" y="80"/>
                      </a:cubicBezTo>
                      <a:cubicBezTo>
                        <a:pt x="2" y="85"/>
                        <a:pt x="0" y="91"/>
                        <a:pt x="0" y="95"/>
                      </a:cubicBezTo>
                      <a:cubicBezTo>
                        <a:pt x="0" y="98"/>
                        <a:pt x="0" y="98"/>
                        <a:pt x="0" y="98"/>
                      </a:cubicBezTo>
                      <a:cubicBezTo>
                        <a:pt x="0" y="100"/>
                        <a:pt x="0" y="100"/>
                        <a:pt x="0" y="100"/>
                      </a:cubicBezTo>
                      <a:cubicBezTo>
                        <a:pt x="2" y="102"/>
                        <a:pt x="2" y="103"/>
                        <a:pt x="4" y="105"/>
                      </a:cubicBezTo>
                      <a:cubicBezTo>
                        <a:pt x="6" y="108"/>
                        <a:pt x="7" y="108"/>
                        <a:pt x="9" y="110"/>
                      </a:cubicBezTo>
                      <a:cubicBezTo>
                        <a:pt x="12" y="108"/>
                        <a:pt x="13" y="108"/>
                        <a:pt x="15" y="104"/>
                      </a:cubicBezTo>
                      <a:cubicBezTo>
                        <a:pt x="16" y="102"/>
                        <a:pt x="18" y="99"/>
                        <a:pt x="18" y="96"/>
                      </a:cubicBezTo>
                      <a:cubicBezTo>
                        <a:pt x="18" y="90"/>
                        <a:pt x="18" y="90"/>
                        <a:pt x="18" y="90"/>
                      </a:cubicBezTo>
                      <a:cubicBezTo>
                        <a:pt x="18" y="83"/>
                        <a:pt x="20" y="77"/>
                        <a:pt x="21" y="71"/>
                      </a:cubicBezTo>
                      <a:cubicBezTo>
                        <a:pt x="23" y="65"/>
                        <a:pt x="23" y="59"/>
                        <a:pt x="25" y="53"/>
                      </a:cubicBezTo>
                      <a:cubicBezTo>
                        <a:pt x="26" y="47"/>
                        <a:pt x="29" y="42"/>
                        <a:pt x="30" y="36"/>
                      </a:cubicBezTo>
                      <a:cubicBezTo>
                        <a:pt x="31" y="28"/>
                        <a:pt x="34" y="27"/>
                        <a:pt x="35" y="20"/>
                      </a:cubicBezTo>
                      <a:cubicBezTo>
                        <a:pt x="34" y="19"/>
                        <a:pt x="36" y="20"/>
                        <a:pt x="33" y="20"/>
                      </a:cubicBezTo>
                      <a:cubicBezTo>
                        <a:pt x="33" y="20"/>
                        <a:pt x="30" y="22"/>
                        <a:pt x="30" y="22"/>
                      </a:cubicBezTo>
                      <a:cubicBezTo>
                        <a:pt x="25" y="21"/>
                        <a:pt x="25" y="21"/>
                        <a:pt x="23" y="17"/>
                      </a:cubicBezTo>
                      <a:cubicBezTo>
                        <a:pt x="23" y="15"/>
                        <a:pt x="23" y="15"/>
                        <a:pt x="23" y="15"/>
                      </a:cubicBezTo>
                      <a:lnTo>
                        <a:pt x="23" y="14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grpSp>
            <p:nvGrpSpPr>
              <p:cNvPr id="249" name="ïšľîḍê"/>
              <p:cNvGrpSpPr/>
              <p:nvPr/>
            </p:nvGrpSpPr>
            <p:grpSpPr>
              <a:xfrm>
                <a:off x="4412452" y="3781425"/>
                <a:ext cx="2312689" cy="166461"/>
                <a:chOff x="6986588" y="3521075"/>
                <a:chExt cx="1654176" cy="119063"/>
              </a:xfrm>
            </p:grpSpPr>
            <p:sp>
              <p:nvSpPr>
                <p:cNvPr id="250" name="îṩľîḑê"/>
                <p:cNvSpPr/>
                <p:nvPr/>
              </p:nvSpPr>
              <p:spPr bwMode="auto">
                <a:xfrm>
                  <a:off x="6986588" y="3521075"/>
                  <a:ext cx="155575" cy="119063"/>
                </a:xfrm>
                <a:custGeom>
                  <a:avLst/>
                  <a:gdLst>
                    <a:gd name="T0" fmla="*/ 84 w 98"/>
                    <a:gd name="T1" fmla="*/ 0 h 75"/>
                    <a:gd name="T2" fmla="*/ 59 w 98"/>
                    <a:gd name="T3" fmla="*/ 52 h 75"/>
                    <a:gd name="T4" fmla="*/ 57 w 98"/>
                    <a:gd name="T5" fmla="*/ 0 h 75"/>
                    <a:gd name="T6" fmla="*/ 40 w 98"/>
                    <a:gd name="T7" fmla="*/ 0 h 75"/>
                    <a:gd name="T8" fmla="*/ 15 w 98"/>
                    <a:gd name="T9" fmla="*/ 52 h 75"/>
                    <a:gd name="T10" fmla="*/ 15 w 98"/>
                    <a:gd name="T11" fmla="*/ 0 h 75"/>
                    <a:gd name="T12" fmla="*/ 0 w 98"/>
                    <a:gd name="T13" fmla="*/ 0 h 75"/>
                    <a:gd name="T14" fmla="*/ 2 w 98"/>
                    <a:gd name="T15" fmla="*/ 75 h 75"/>
                    <a:gd name="T16" fmla="*/ 19 w 98"/>
                    <a:gd name="T17" fmla="*/ 75 h 75"/>
                    <a:gd name="T18" fmla="*/ 44 w 98"/>
                    <a:gd name="T19" fmla="*/ 21 h 75"/>
                    <a:gd name="T20" fmla="*/ 46 w 98"/>
                    <a:gd name="T21" fmla="*/ 75 h 75"/>
                    <a:gd name="T22" fmla="*/ 63 w 98"/>
                    <a:gd name="T23" fmla="*/ 75 h 75"/>
                    <a:gd name="T24" fmla="*/ 98 w 98"/>
                    <a:gd name="T25" fmla="*/ 0 h 75"/>
                    <a:gd name="T26" fmla="*/ 84 w 98"/>
                    <a:gd name="T27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98" h="75">
                      <a:moveTo>
                        <a:pt x="84" y="0"/>
                      </a:moveTo>
                      <a:lnTo>
                        <a:pt x="59" y="52"/>
                      </a:lnTo>
                      <a:lnTo>
                        <a:pt x="57" y="0"/>
                      </a:lnTo>
                      <a:lnTo>
                        <a:pt x="40" y="0"/>
                      </a:lnTo>
                      <a:lnTo>
                        <a:pt x="15" y="52"/>
                      </a:ln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2" y="75"/>
                      </a:lnTo>
                      <a:lnTo>
                        <a:pt x="19" y="75"/>
                      </a:lnTo>
                      <a:lnTo>
                        <a:pt x="44" y="21"/>
                      </a:lnTo>
                      <a:lnTo>
                        <a:pt x="46" y="75"/>
                      </a:lnTo>
                      <a:lnTo>
                        <a:pt x="63" y="75"/>
                      </a:lnTo>
                      <a:lnTo>
                        <a:pt x="98" y="0"/>
                      </a:lnTo>
                      <a:lnTo>
                        <a:pt x="8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1" name="îṩḷîde"/>
                <p:cNvSpPr/>
                <p:nvPr/>
              </p:nvSpPr>
              <p:spPr bwMode="auto">
                <a:xfrm>
                  <a:off x="7135813" y="3521075"/>
                  <a:ext cx="112713" cy="119063"/>
                </a:xfrm>
                <a:custGeom>
                  <a:avLst/>
                  <a:gdLst>
                    <a:gd name="T0" fmla="*/ 22 w 34"/>
                    <a:gd name="T1" fmla="*/ 20 h 36"/>
                    <a:gd name="T2" fmla="*/ 20 w 34"/>
                    <a:gd name="T3" fmla="*/ 26 h 36"/>
                    <a:gd name="T4" fmla="*/ 18 w 34"/>
                    <a:gd name="T5" fmla="*/ 29 h 36"/>
                    <a:gd name="T6" fmla="*/ 13 w 34"/>
                    <a:gd name="T7" fmla="*/ 30 h 36"/>
                    <a:gd name="T8" fmla="*/ 9 w 34"/>
                    <a:gd name="T9" fmla="*/ 29 h 36"/>
                    <a:gd name="T10" fmla="*/ 7 w 34"/>
                    <a:gd name="T11" fmla="*/ 25 h 36"/>
                    <a:gd name="T12" fmla="*/ 7 w 34"/>
                    <a:gd name="T13" fmla="*/ 24 h 36"/>
                    <a:gd name="T14" fmla="*/ 8 w 34"/>
                    <a:gd name="T15" fmla="*/ 19 h 36"/>
                    <a:gd name="T16" fmla="*/ 12 w 34"/>
                    <a:gd name="T17" fmla="*/ 0 h 36"/>
                    <a:gd name="T18" fmla="*/ 5 w 34"/>
                    <a:gd name="T19" fmla="*/ 0 h 36"/>
                    <a:gd name="T20" fmla="*/ 1 w 34"/>
                    <a:gd name="T21" fmla="*/ 19 h 36"/>
                    <a:gd name="T22" fmla="*/ 0 w 34"/>
                    <a:gd name="T23" fmla="*/ 23 h 36"/>
                    <a:gd name="T24" fmla="*/ 0 w 34"/>
                    <a:gd name="T25" fmla="*/ 25 h 36"/>
                    <a:gd name="T26" fmla="*/ 3 w 34"/>
                    <a:gd name="T27" fmla="*/ 33 h 36"/>
                    <a:gd name="T28" fmla="*/ 13 w 34"/>
                    <a:gd name="T29" fmla="*/ 36 h 36"/>
                    <a:gd name="T30" fmla="*/ 22 w 34"/>
                    <a:gd name="T31" fmla="*/ 34 h 36"/>
                    <a:gd name="T32" fmla="*/ 27 w 34"/>
                    <a:gd name="T33" fmla="*/ 29 h 36"/>
                    <a:gd name="T34" fmla="*/ 30 w 34"/>
                    <a:gd name="T35" fmla="*/ 20 h 36"/>
                    <a:gd name="T36" fmla="*/ 34 w 34"/>
                    <a:gd name="T37" fmla="*/ 0 h 36"/>
                    <a:gd name="T38" fmla="*/ 26 w 34"/>
                    <a:gd name="T39" fmla="*/ 0 h 36"/>
                    <a:gd name="T40" fmla="*/ 22 w 34"/>
                    <a:gd name="T41" fmla="*/ 2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34" h="36">
                      <a:moveTo>
                        <a:pt x="22" y="20"/>
                      </a:moveTo>
                      <a:cubicBezTo>
                        <a:pt x="22" y="23"/>
                        <a:pt x="21" y="25"/>
                        <a:pt x="20" y="26"/>
                      </a:cubicBezTo>
                      <a:cubicBezTo>
                        <a:pt x="20" y="28"/>
                        <a:pt x="19" y="29"/>
                        <a:pt x="18" y="29"/>
                      </a:cubicBezTo>
                      <a:cubicBezTo>
                        <a:pt x="17" y="30"/>
                        <a:pt x="15" y="30"/>
                        <a:pt x="13" y="30"/>
                      </a:cubicBezTo>
                      <a:cubicBezTo>
                        <a:pt x="11" y="30"/>
                        <a:pt x="10" y="30"/>
                        <a:pt x="9" y="29"/>
                      </a:cubicBezTo>
                      <a:cubicBezTo>
                        <a:pt x="8" y="28"/>
                        <a:pt x="7" y="27"/>
                        <a:pt x="7" y="25"/>
                      </a:cubicBezTo>
                      <a:cubicBezTo>
                        <a:pt x="7" y="25"/>
                        <a:pt x="7" y="25"/>
                        <a:pt x="7" y="24"/>
                      </a:cubicBezTo>
                      <a:cubicBezTo>
                        <a:pt x="8" y="19"/>
                        <a:pt x="8" y="19"/>
                        <a:pt x="8" y="19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1" y="19"/>
                        <a:pt x="1" y="19"/>
                        <a:pt x="1" y="19"/>
                      </a:cubicBezTo>
                      <a:cubicBezTo>
                        <a:pt x="1" y="21"/>
                        <a:pt x="0" y="23"/>
                        <a:pt x="0" y="23"/>
                      </a:cubicBezTo>
                      <a:cubicBezTo>
                        <a:pt x="0" y="24"/>
                        <a:pt x="0" y="25"/>
                        <a:pt x="0" y="25"/>
                      </a:cubicBezTo>
                      <a:cubicBezTo>
                        <a:pt x="0" y="29"/>
                        <a:pt x="1" y="31"/>
                        <a:pt x="3" y="33"/>
                      </a:cubicBezTo>
                      <a:cubicBezTo>
                        <a:pt x="6" y="35"/>
                        <a:pt x="9" y="36"/>
                        <a:pt x="13" y="36"/>
                      </a:cubicBezTo>
                      <a:cubicBezTo>
                        <a:pt x="16" y="36"/>
                        <a:pt x="19" y="36"/>
                        <a:pt x="22" y="34"/>
                      </a:cubicBezTo>
                      <a:cubicBezTo>
                        <a:pt x="24" y="33"/>
                        <a:pt x="25" y="31"/>
                        <a:pt x="27" y="29"/>
                      </a:cubicBezTo>
                      <a:cubicBezTo>
                        <a:pt x="28" y="27"/>
                        <a:pt x="29" y="24"/>
                        <a:pt x="30" y="20"/>
                      </a:cubicBezTo>
                      <a:cubicBezTo>
                        <a:pt x="34" y="0"/>
                        <a:pt x="34" y="0"/>
                        <a:pt x="34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lnTo>
                        <a:pt x="22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2" name="îṣḻîḑê"/>
                <p:cNvSpPr/>
                <p:nvPr/>
              </p:nvSpPr>
              <p:spPr bwMode="auto">
                <a:xfrm>
                  <a:off x="7248526" y="3521075"/>
                  <a:ext cx="114300" cy="119063"/>
                </a:xfrm>
                <a:custGeom>
                  <a:avLst/>
                  <a:gdLst>
                    <a:gd name="T0" fmla="*/ 58 w 72"/>
                    <a:gd name="T1" fmla="*/ 0 h 75"/>
                    <a:gd name="T2" fmla="*/ 52 w 72"/>
                    <a:gd name="T3" fmla="*/ 29 h 75"/>
                    <a:gd name="T4" fmla="*/ 22 w 72"/>
                    <a:gd name="T5" fmla="*/ 29 h 75"/>
                    <a:gd name="T6" fmla="*/ 29 w 72"/>
                    <a:gd name="T7" fmla="*/ 0 h 75"/>
                    <a:gd name="T8" fmla="*/ 14 w 72"/>
                    <a:gd name="T9" fmla="*/ 0 h 75"/>
                    <a:gd name="T10" fmla="*/ 0 w 72"/>
                    <a:gd name="T11" fmla="*/ 75 h 75"/>
                    <a:gd name="T12" fmla="*/ 14 w 72"/>
                    <a:gd name="T13" fmla="*/ 75 h 75"/>
                    <a:gd name="T14" fmla="*/ 20 w 72"/>
                    <a:gd name="T15" fmla="*/ 42 h 75"/>
                    <a:gd name="T16" fmla="*/ 50 w 72"/>
                    <a:gd name="T17" fmla="*/ 42 h 75"/>
                    <a:gd name="T18" fmla="*/ 43 w 72"/>
                    <a:gd name="T19" fmla="*/ 75 h 75"/>
                    <a:gd name="T20" fmla="*/ 58 w 72"/>
                    <a:gd name="T21" fmla="*/ 75 h 75"/>
                    <a:gd name="T22" fmla="*/ 72 w 72"/>
                    <a:gd name="T23" fmla="*/ 0 h 75"/>
                    <a:gd name="T24" fmla="*/ 58 w 72"/>
                    <a:gd name="T25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2" h="75">
                      <a:moveTo>
                        <a:pt x="58" y="0"/>
                      </a:moveTo>
                      <a:lnTo>
                        <a:pt x="52" y="29"/>
                      </a:lnTo>
                      <a:lnTo>
                        <a:pt x="22" y="29"/>
                      </a:lnTo>
                      <a:lnTo>
                        <a:pt x="29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lnTo>
                        <a:pt x="14" y="75"/>
                      </a:lnTo>
                      <a:lnTo>
                        <a:pt x="20" y="42"/>
                      </a:lnTo>
                      <a:lnTo>
                        <a:pt x="50" y="42"/>
                      </a:lnTo>
                      <a:lnTo>
                        <a:pt x="43" y="75"/>
                      </a:lnTo>
                      <a:lnTo>
                        <a:pt x="58" y="75"/>
                      </a:lnTo>
                      <a:lnTo>
                        <a:pt x="72" y="0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3" name="ïṥlíḑê"/>
                <p:cNvSpPr/>
                <p:nvPr/>
              </p:nvSpPr>
              <p:spPr bwMode="auto">
                <a:xfrm>
                  <a:off x="7356476" y="3521075"/>
                  <a:ext cx="112713" cy="119063"/>
                </a:xfrm>
                <a:custGeom>
                  <a:avLst/>
                  <a:gdLst>
                    <a:gd name="T0" fmla="*/ 42 w 71"/>
                    <a:gd name="T1" fmla="*/ 0 h 75"/>
                    <a:gd name="T2" fmla="*/ 0 w 71"/>
                    <a:gd name="T3" fmla="*/ 75 h 75"/>
                    <a:gd name="T4" fmla="*/ 15 w 71"/>
                    <a:gd name="T5" fmla="*/ 75 h 75"/>
                    <a:gd name="T6" fmla="*/ 23 w 71"/>
                    <a:gd name="T7" fmla="*/ 59 h 75"/>
                    <a:gd name="T8" fmla="*/ 54 w 71"/>
                    <a:gd name="T9" fmla="*/ 59 h 75"/>
                    <a:gd name="T10" fmla="*/ 56 w 71"/>
                    <a:gd name="T11" fmla="*/ 75 h 75"/>
                    <a:gd name="T12" fmla="*/ 71 w 71"/>
                    <a:gd name="T13" fmla="*/ 75 h 75"/>
                    <a:gd name="T14" fmla="*/ 58 w 71"/>
                    <a:gd name="T15" fmla="*/ 0 h 75"/>
                    <a:gd name="T16" fmla="*/ 42 w 71"/>
                    <a:gd name="T17" fmla="*/ 0 h 75"/>
                    <a:gd name="T18" fmla="*/ 29 w 71"/>
                    <a:gd name="T19" fmla="*/ 46 h 75"/>
                    <a:gd name="T20" fmla="*/ 48 w 71"/>
                    <a:gd name="T21" fmla="*/ 17 h 75"/>
                    <a:gd name="T22" fmla="*/ 52 w 71"/>
                    <a:gd name="T23" fmla="*/ 46 h 75"/>
                    <a:gd name="T24" fmla="*/ 29 w 71"/>
                    <a:gd name="T25" fmla="*/ 46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1" h="75">
                      <a:moveTo>
                        <a:pt x="42" y="0"/>
                      </a:moveTo>
                      <a:lnTo>
                        <a:pt x="0" y="75"/>
                      </a:lnTo>
                      <a:lnTo>
                        <a:pt x="15" y="75"/>
                      </a:lnTo>
                      <a:lnTo>
                        <a:pt x="23" y="59"/>
                      </a:lnTo>
                      <a:lnTo>
                        <a:pt x="54" y="59"/>
                      </a:lnTo>
                      <a:lnTo>
                        <a:pt x="56" y="75"/>
                      </a:lnTo>
                      <a:lnTo>
                        <a:pt x="71" y="75"/>
                      </a:lnTo>
                      <a:lnTo>
                        <a:pt x="58" y="0"/>
                      </a:lnTo>
                      <a:lnTo>
                        <a:pt x="42" y="0"/>
                      </a:lnTo>
                      <a:close/>
                      <a:moveTo>
                        <a:pt x="29" y="46"/>
                      </a:moveTo>
                      <a:lnTo>
                        <a:pt x="48" y="17"/>
                      </a:lnTo>
                      <a:lnTo>
                        <a:pt x="52" y="46"/>
                      </a:lnTo>
                      <a:lnTo>
                        <a:pt x="29" y="4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4" name="îş1íḋe"/>
                <p:cNvSpPr/>
                <p:nvPr/>
              </p:nvSpPr>
              <p:spPr bwMode="auto">
                <a:xfrm>
                  <a:off x="7481888" y="3521075"/>
                  <a:ext cx="119063" cy="119063"/>
                </a:xfrm>
                <a:custGeom>
                  <a:avLst/>
                  <a:gdLst>
                    <a:gd name="T0" fmla="*/ 50 w 75"/>
                    <a:gd name="T1" fmla="*/ 50 h 75"/>
                    <a:gd name="T2" fmla="*/ 31 w 75"/>
                    <a:gd name="T3" fmla="*/ 0 h 75"/>
                    <a:gd name="T4" fmla="*/ 17 w 75"/>
                    <a:gd name="T5" fmla="*/ 0 h 75"/>
                    <a:gd name="T6" fmla="*/ 0 w 75"/>
                    <a:gd name="T7" fmla="*/ 75 h 75"/>
                    <a:gd name="T8" fmla="*/ 15 w 75"/>
                    <a:gd name="T9" fmla="*/ 75 h 75"/>
                    <a:gd name="T10" fmla="*/ 25 w 75"/>
                    <a:gd name="T11" fmla="*/ 25 h 75"/>
                    <a:gd name="T12" fmla="*/ 46 w 75"/>
                    <a:gd name="T13" fmla="*/ 75 h 75"/>
                    <a:gd name="T14" fmla="*/ 58 w 75"/>
                    <a:gd name="T15" fmla="*/ 75 h 75"/>
                    <a:gd name="T16" fmla="*/ 75 w 75"/>
                    <a:gd name="T17" fmla="*/ 0 h 75"/>
                    <a:gd name="T18" fmla="*/ 61 w 75"/>
                    <a:gd name="T19" fmla="*/ 0 h 75"/>
                    <a:gd name="T20" fmla="*/ 50 w 75"/>
                    <a:gd name="T21" fmla="*/ 5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5" h="75">
                      <a:moveTo>
                        <a:pt x="50" y="50"/>
                      </a:moveTo>
                      <a:lnTo>
                        <a:pt x="31" y="0"/>
                      </a:lnTo>
                      <a:lnTo>
                        <a:pt x="17" y="0"/>
                      </a:lnTo>
                      <a:lnTo>
                        <a:pt x="0" y="75"/>
                      </a:lnTo>
                      <a:lnTo>
                        <a:pt x="15" y="75"/>
                      </a:lnTo>
                      <a:lnTo>
                        <a:pt x="25" y="25"/>
                      </a:lnTo>
                      <a:lnTo>
                        <a:pt x="46" y="75"/>
                      </a:lnTo>
                      <a:lnTo>
                        <a:pt x="58" y="75"/>
                      </a:lnTo>
                      <a:lnTo>
                        <a:pt x="75" y="0"/>
                      </a:lnTo>
                      <a:lnTo>
                        <a:pt x="61" y="0"/>
                      </a:lnTo>
                      <a:lnTo>
                        <a:pt x="50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5" name="îş1ïḋe"/>
                <p:cNvSpPr/>
                <p:nvPr/>
              </p:nvSpPr>
              <p:spPr bwMode="auto">
                <a:xfrm>
                  <a:off x="7653338" y="3521075"/>
                  <a:ext cx="112713" cy="119063"/>
                </a:xfrm>
                <a:custGeom>
                  <a:avLst/>
                  <a:gdLst>
                    <a:gd name="T0" fmla="*/ 22 w 34"/>
                    <a:gd name="T1" fmla="*/ 20 h 36"/>
                    <a:gd name="T2" fmla="*/ 20 w 34"/>
                    <a:gd name="T3" fmla="*/ 26 h 36"/>
                    <a:gd name="T4" fmla="*/ 18 w 34"/>
                    <a:gd name="T5" fmla="*/ 29 h 36"/>
                    <a:gd name="T6" fmla="*/ 13 w 34"/>
                    <a:gd name="T7" fmla="*/ 30 h 36"/>
                    <a:gd name="T8" fmla="*/ 9 w 34"/>
                    <a:gd name="T9" fmla="*/ 29 h 36"/>
                    <a:gd name="T10" fmla="*/ 7 w 34"/>
                    <a:gd name="T11" fmla="*/ 25 h 36"/>
                    <a:gd name="T12" fmla="*/ 7 w 34"/>
                    <a:gd name="T13" fmla="*/ 24 h 36"/>
                    <a:gd name="T14" fmla="*/ 8 w 34"/>
                    <a:gd name="T15" fmla="*/ 19 h 36"/>
                    <a:gd name="T16" fmla="*/ 12 w 34"/>
                    <a:gd name="T17" fmla="*/ 0 h 36"/>
                    <a:gd name="T18" fmla="*/ 5 w 34"/>
                    <a:gd name="T19" fmla="*/ 0 h 36"/>
                    <a:gd name="T20" fmla="*/ 1 w 34"/>
                    <a:gd name="T21" fmla="*/ 19 h 36"/>
                    <a:gd name="T22" fmla="*/ 0 w 34"/>
                    <a:gd name="T23" fmla="*/ 23 h 36"/>
                    <a:gd name="T24" fmla="*/ 0 w 34"/>
                    <a:gd name="T25" fmla="*/ 25 h 36"/>
                    <a:gd name="T26" fmla="*/ 3 w 34"/>
                    <a:gd name="T27" fmla="*/ 33 h 36"/>
                    <a:gd name="T28" fmla="*/ 13 w 34"/>
                    <a:gd name="T29" fmla="*/ 36 h 36"/>
                    <a:gd name="T30" fmla="*/ 22 w 34"/>
                    <a:gd name="T31" fmla="*/ 34 h 36"/>
                    <a:gd name="T32" fmla="*/ 27 w 34"/>
                    <a:gd name="T33" fmla="*/ 29 h 36"/>
                    <a:gd name="T34" fmla="*/ 30 w 34"/>
                    <a:gd name="T35" fmla="*/ 20 h 36"/>
                    <a:gd name="T36" fmla="*/ 34 w 34"/>
                    <a:gd name="T37" fmla="*/ 0 h 36"/>
                    <a:gd name="T38" fmla="*/ 26 w 34"/>
                    <a:gd name="T39" fmla="*/ 0 h 36"/>
                    <a:gd name="T40" fmla="*/ 22 w 34"/>
                    <a:gd name="T41" fmla="*/ 2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34" h="36">
                      <a:moveTo>
                        <a:pt x="22" y="20"/>
                      </a:moveTo>
                      <a:cubicBezTo>
                        <a:pt x="22" y="23"/>
                        <a:pt x="21" y="25"/>
                        <a:pt x="20" y="26"/>
                      </a:cubicBezTo>
                      <a:cubicBezTo>
                        <a:pt x="20" y="28"/>
                        <a:pt x="19" y="29"/>
                        <a:pt x="18" y="29"/>
                      </a:cubicBezTo>
                      <a:cubicBezTo>
                        <a:pt x="17" y="30"/>
                        <a:pt x="15" y="30"/>
                        <a:pt x="13" y="30"/>
                      </a:cubicBezTo>
                      <a:cubicBezTo>
                        <a:pt x="11" y="30"/>
                        <a:pt x="10" y="30"/>
                        <a:pt x="9" y="29"/>
                      </a:cubicBezTo>
                      <a:cubicBezTo>
                        <a:pt x="8" y="28"/>
                        <a:pt x="7" y="27"/>
                        <a:pt x="7" y="25"/>
                      </a:cubicBezTo>
                      <a:cubicBezTo>
                        <a:pt x="7" y="25"/>
                        <a:pt x="7" y="25"/>
                        <a:pt x="7" y="24"/>
                      </a:cubicBezTo>
                      <a:cubicBezTo>
                        <a:pt x="8" y="19"/>
                        <a:pt x="8" y="19"/>
                        <a:pt x="8" y="19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1" y="19"/>
                        <a:pt x="1" y="19"/>
                        <a:pt x="1" y="19"/>
                      </a:cubicBezTo>
                      <a:cubicBezTo>
                        <a:pt x="1" y="21"/>
                        <a:pt x="0" y="23"/>
                        <a:pt x="0" y="23"/>
                      </a:cubicBezTo>
                      <a:cubicBezTo>
                        <a:pt x="0" y="24"/>
                        <a:pt x="0" y="25"/>
                        <a:pt x="0" y="25"/>
                      </a:cubicBezTo>
                      <a:cubicBezTo>
                        <a:pt x="0" y="29"/>
                        <a:pt x="1" y="31"/>
                        <a:pt x="3" y="33"/>
                      </a:cubicBezTo>
                      <a:cubicBezTo>
                        <a:pt x="6" y="35"/>
                        <a:pt x="9" y="36"/>
                        <a:pt x="13" y="36"/>
                      </a:cubicBezTo>
                      <a:cubicBezTo>
                        <a:pt x="16" y="36"/>
                        <a:pt x="19" y="36"/>
                        <a:pt x="22" y="34"/>
                      </a:cubicBezTo>
                      <a:cubicBezTo>
                        <a:pt x="24" y="33"/>
                        <a:pt x="25" y="31"/>
                        <a:pt x="27" y="29"/>
                      </a:cubicBezTo>
                      <a:cubicBezTo>
                        <a:pt x="28" y="27"/>
                        <a:pt x="29" y="24"/>
                        <a:pt x="30" y="20"/>
                      </a:cubicBezTo>
                      <a:cubicBezTo>
                        <a:pt x="34" y="0"/>
                        <a:pt x="34" y="0"/>
                        <a:pt x="34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lnTo>
                        <a:pt x="22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6" name="íšlídè"/>
                <p:cNvSpPr/>
                <p:nvPr/>
              </p:nvSpPr>
              <p:spPr bwMode="auto">
                <a:xfrm>
                  <a:off x="7766051" y="3521075"/>
                  <a:ext cx="115888" cy="119063"/>
                </a:xfrm>
                <a:custGeom>
                  <a:avLst/>
                  <a:gdLst>
                    <a:gd name="T0" fmla="*/ 58 w 73"/>
                    <a:gd name="T1" fmla="*/ 0 h 75"/>
                    <a:gd name="T2" fmla="*/ 50 w 73"/>
                    <a:gd name="T3" fmla="*/ 50 h 75"/>
                    <a:gd name="T4" fmla="*/ 29 w 73"/>
                    <a:gd name="T5" fmla="*/ 0 h 75"/>
                    <a:gd name="T6" fmla="*/ 15 w 73"/>
                    <a:gd name="T7" fmla="*/ 0 h 75"/>
                    <a:gd name="T8" fmla="*/ 0 w 73"/>
                    <a:gd name="T9" fmla="*/ 75 h 75"/>
                    <a:gd name="T10" fmla="*/ 13 w 73"/>
                    <a:gd name="T11" fmla="*/ 75 h 75"/>
                    <a:gd name="T12" fmla="*/ 23 w 73"/>
                    <a:gd name="T13" fmla="*/ 25 h 75"/>
                    <a:gd name="T14" fmla="*/ 44 w 73"/>
                    <a:gd name="T15" fmla="*/ 75 h 75"/>
                    <a:gd name="T16" fmla="*/ 58 w 73"/>
                    <a:gd name="T17" fmla="*/ 75 h 75"/>
                    <a:gd name="T18" fmla="*/ 73 w 73"/>
                    <a:gd name="T19" fmla="*/ 0 h 75"/>
                    <a:gd name="T20" fmla="*/ 58 w 73"/>
                    <a:gd name="T21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3" h="75">
                      <a:moveTo>
                        <a:pt x="58" y="0"/>
                      </a:moveTo>
                      <a:lnTo>
                        <a:pt x="50" y="50"/>
                      </a:lnTo>
                      <a:lnTo>
                        <a:pt x="29" y="0"/>
                      </a:lnTo>
                      <a:lnTo>
                        <a:pt x="15" y="0"/>
                      </a:lnTo>
                      <a:lnTo>
                        <a:pt x="0" y="75"/>
                      </a:lnTo>
                      <a:lnTo>
                        <a:pt x="13" y="75"/>
                      </a:lnTo>
                      <a:lnTo>
                        <a:pt x="23" y="25"/>
                      </a:lnTo>
                      <a:lnTo>
                        <a:pt x="44" y="75"/>
                      </a:lnTo>
                      <a:lnTo>
                        <a:pt x="58" y="75"/>
                      </a:lnTo>
                      <a:lnTo>
                        <a:pt x="73" y="0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7" name="îṣḻîďe"/>
                <p:cNvSpPr/>
                <p:nvPr/>
              </p:nvSpPr>
              <p:spPr bwMode="auto">
                <a:xfrm>
                  <a:off x="7881938" y="3521075"/>
                  <a:ext cx="49213" cy="119063"/>
                </a:xfrm>
                <a:custGeom>
                  <a:avLst/>
                  <a:gdLst>
                    <a:gd name="T0" fmla="*/ 0 w 31"/>
                    <a:gd name="T1" fmla="*/ 75 h 75"/>
                    <a:gd name="T2" fmla="*/ 14 w 31"/>
                    <a:gd name="T3" fmla="*/ 75 h 75"/>
                    <a:gd name="T4" fmla="*/ 31 w 31"/>
                    <a:gd name="T5" fmla="*/ 0 h 75"/>
                    <a:gd name="T6" fmla="*/ 14 w 31"/>
                    <a:gd name="T7" fmla="*/ 0 h 75"/>
                    <a:gd name="T8" fmla="*/ 0 w 31"/>
                    <a:gd name="T9" fmla="*/ 75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75">
                      <a:moveTo>
                        <a:pt x="0" y="75"/>
                      </a:moveTo>
                      <a:lnTo>
                        <a:pt x="14" y="75"/>
                      </a:lnTo>
                      <a:lnTo>
                        <a:pt x="31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8" name="íŝḻiḋè"/>
                <p:cNvSpPr/>
                <p:nvPr/>
              </p:nvSpPr>
              <p:spPr bwMode="auto">
                <a:xfrm>
                  <a:off x="7940676" y="3521075"/>
                  <a:ext cx="109538" cy="119063"/>
                </a:xfrm>
                <a:custGeom>
                  <a:avLst/>
                  <a:gdLst>
                    <a:gd name="T0" fmla="*/ 54 w 69"/>
                    <a:gd name="T1" fmla="*/ 0 h 75"/>
                    <a:gd name="T2" fmla="*/ 23 w 69"/>
                    <a:gd name="T3" fmla="*/ 57 h 75"/>
                    <a:gd name="T4" fmla="*/ 15 w 69"/>
                    <a:gd name="T5" fmla="*/ 0 h 75"/>
                    <a:gd name="T6" fmla="*/ 0 w 69"/>
                    <a:gd name="T7" fmla="*/ 0 h 75"/>
                    <a:gd name="T8" fmla="*/ 13 w 69"/>
                    <a:gd name="T9" fmla="*/ 75 h 75"/>
                    <a:gd name="T10" fmla="*/ 29 w 69"/>
                    <a:gd name="T11" fmla="*/ 75 h 75"/>
                    <a:gd name="T12" fmla="*/ 69 w 69"/>
                    <a:gd name="T13" fmla="*/ 0 h 75"/>
                    <a:gd name="T14" fmla="*/ 54 w 69"/>
                    <a:gd name="T15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69" h="75">
                      <a:moveTo>
                        <a:pt x="54" y="0"/>
                      </a:moveTo>
                      <a:lnTo>
                        <a:pt x="23" y="57"/>
                      </a:ln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13" y="75"/>
                      </a:lnTo>
                      <a:lnTo>
                        <a:pt x="29" y="75"/>
                      </a:lnTo>
                      <a:lnTo>
                        <a:pt x="69" y="0"/>
                      </a:lnTo>
                      <a:lnTo>
                        <a:pt x="5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9" name="î$ḷíďé"/>
                <p:cNvSpPr/>
                <p:nvPr/>
              </p:nvSpPr>
              <p:spPr bwMode="auto">
                <a:xfrm>
                  <a:off x="8037513" y="3521075"/>
                  <a:ext cx="111125" cy="119063"/>
                </a:xfrm>
                <a:custGeom>
                  <a:avLst/>
                  <a:gdLst>
                    <a:gd name="T0" fmla="*/ 68 w 70"/>
                    <a:gd name="T1" fmla="*/ 12 h 75"/>
                    <a:gd name="T2" fmla="*/ 70 w 70"/>
                    <a:gd name="T3" fmla="*/ 0 h 75"/>
                    <a:gd name="T4" fmla="*/ 16 w 70"/>
                    <a:gd name="T5" fmla="*/ 0 h 75"/>
                    <a:gd name="T6" fmla="*/ 0 w 70"/>
                    <a:gd name="T7" fmla="*/ 75 h 75"/>
                    <a:gd name="T8" fmla="*/ 58 w 70"/>
                    <a:gd name="T9" fmla="*/ 75 h 75"/>
                    <a:gd name="T10" fmla="*/ 60 w 70"/>
                    <a:gd name="T11" fmla="*/ 63 h 75"/>
                    <a:gd name="T12" fmla="*/ 16 w 70"/>
                    <a:gd name="T13" fmla="*/ 63 h 75"/>
                    <a:gd name="T14" fmla="*/ 22 w 70"/>
                    <a:gd name="T15" fmla="*/ 42 h 75"/>
                    <a:gd name="T16" fmla="*/ 60 w 70"/>
                    <a:gd name="T17" fmla="*/ 42 h 75"/>
                    <a:gd name="T18" fmla="*/ 62 w 70"/>
                    <a:gd name="T19" fmla="*/ 29 h 75"/>
                    <a:gd name="T20" fmla="*/ 24 w 70"/>
                    <a:gd name="T21" fmla="*/ 29 h 75"/>
                    <a:gd name="T22" fmla="*/ 29 w 70"/>
                    <a:gd name="T23" fmla="*/ 12 h 75"/>
                    <a:gd name="T24" fmla="*/ 68 w 70"/>
                    <a:gd name="T25" fmla="*/ 12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0" h="75">
                      <a:moveTo>
                        <a:pt x="68" y="12"/>
                      </a:moveTo>
                      <a:lnTo>
                        <a:pt x="70" y="0"/>
                      </a:lnTo>
                      <a:lnTo>
                        <a:pt x="16" y="0"/>
                      </a:lnTo>
                      <a:lnTo>
                        <a:pt x="0" y="75"/>
                      </a:lnTo>
                      <a:lnTo>
                        <a:pt x="58" y="75"/>
                      </a:lnTo>
                      <a:lnTo>
                        <a:pt x="60" y="63"/>
                      </a:lnTo>
                      <a:lnTo>
                        <a:pt x="16" y="63"/>
                      </a:lnTo>
                      <a:lnTo>
                        <a:pt x="22" y="42"/>
                      </a:lnTo>
                      <a:lnTo>
                        <a:pt x="60" y="42"/>
                      </a:lnTo>
                      <a:lnTo>
                        <a:pt x="62" y="29"/>
                      </a:lnTo>
                      <a:lnTo>
                        <a:pt x="24" y="29"/>
                      </a:lnTo>
                      <a:lnTo>
                        <a:pt x="29" y="12"/>
                      </a:lnTo>
                      <a:lnTo>
                        <a:pt x="68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0" name="îṡlîďe"/>
                <p:cNvSpPr/>
                <p:nvPr/>
              </p:nvSpPr>
              <p:spPr bwMode="auto">
                <a:xfrm>
                  <a:off x="8145463" y="3521075"/>
                  <a:ext cx="115888" cy="119063"/>
                </a:xfrm>
                <a:custGeom>
                  <a:avLst/>
                  <a:gdLst>
                    <a:gd name="T0" fmla="*/ 30 w 35"/>
                    <a:gd name="T1" fmla="*/ 1 h 36"/>
                    <a:gd name="T2" fmla="*/ 24 w 35"/>
                    <a:gd name="T3" fmla="*/ 0 h 36"/>
                    <a:gd name="T4" fmla="*/ 8 w 35"/>
                    <a:gd name="T5" fmla="*/ 0 h 36"/>
                    <a:gd name="T6" fmla="*/ 0 w 35"/>
                    <a:gd name="T7" fmla="*/ 36 h 36"/>
                    <a:gd name="T8" fmla="*/ 8 w 35"/>
                    <a:gd name="T9" fmla="*/ 36 h 36"/>
                    <a:gd name="T10" fmla="*/ 11 w 35"/>
                    <a:gd name="T11" fmla="*/ 21 h 36"/>
                    <a:gd name="T12" fmla="*/ 14 w 35"/>
                    <a:gd name="T13" fmla="*/ 21 h 36"/>
                    <a:gd name="T14" fmla="*/ 17 w 35"/>
                    <a:gd name="T15" fmla="*/ 22 h 36"/>
                    <a:gd name="T16" fmla="*/ 21 w 35"/>
                    <a:gd name="T17" fmla="*/ 26 h 36"/>
                    <a:gd name="T18" fmla="*/ 24 w 35"/>
                    <a:gd name="T19" fmla="*/ 36 h 36"/>
                    <a:gd name="T20" fmla="*/ 32 w 35"/>
                    <a:gd name="T21" fmla="*/ 36 h 36"/>
                    <a:gd name="T22" fmla="*/ 27 w 35"/>
                    <a:gd name="T23" fmla="*/ 24 h 36"/>
                    <a:gd name="T24" fmla="*/ 24 w 35"/>
                    <a:gd name="T25" fmla="*/ 21 h 36"/>
                    <a:gd name="T26" fmla="*/ 32 w 35"/>
                    <a:gd name="T27" fmla="*/ 17 h 36"/>
                    <a:gd name="T28" fmla="*/ 35 w 35"/>
                    <a:gd name="T29" fmla="*/ 9 h 36"/>
                    <a:gd name="T30" fmla="*/ 34 w 35"/>
                    <a:gd name="T31" fmla="*/ 4 h 36"/>
                    <a:gd name="T32" fmla="*/ 30 w 35"/>
                    <a:gd name="T33" fmla="*/ 1 h 36"/>
                    <a:gd name="T34" fmla="*/ 27 w 35"/>
                    <a:gd name="T35" fmla="*/ 13 h 36"/>
                    <a:gd name="T36" fmla="*/ 24 w 35"/>
                    <a:gd name="T37" fmla="*/ 15 h 36"/>
                    <a:gd name="T38" fmla="*/ 16 w 35"/>
                    <a:gd name="T39" fmla="*/ 16 h 36"/>
                    <a:gd name="T40" fmla="*/ 12 w 35"/>
                    <a:gd name="T41" fmla="*/ 16 h 36"/>
                    <a:gd name="T42" fmla="*/ 14 w 35"/>
                    <a:gd name="T43" fmla="*/ 6 h 36"/>
                    <a:gd name="T44" fmla="*/ 22 w 35"/>
                    <a:gd name="T45" fmla="*/ 6 h 36"/>
                    <a:gd name="T46" fmla="*/ 26 w 35"/>
                    <a:gd name="T47" fmla="*/ 7 h 36"/>
                    <a:gd name="T48" fmla="*/ 28 w 35"/>
                    <a:gd name="T49" fmla="*/ 10 h 36"/>
                    <a:gd name="T50" fmla="*/ 27 w 35"/>
                    <a:gd name="T51" fmla="*/ 13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5" h="36">
                      <a:moveTo>
                        <a:pt x="30" y="1"/>
                      </a:moveTo>
                      <a:cubicBezTo>
                        <a:pt x="28" y="0"/>
                        <a:pt x="26" y="0"/>
                        <a:pt x="24" y="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8" y="36"/>
                        <a:pt x="8" y="36"/>
                        <a:pt x="8" y="36"/>
                      </a:cubicBezTo>
                      <a:cubicBezTo>
                        <a:pt x="11" y="21"/>
                        <a:pt x="11" y="21"/>
                        <a:pt x="11" y="21"/>
                      </a:cubicBezTo>
                      <a:cubicBezTo>
                        <a:pt x="14" y="21"/>
                        <a:pt x="14" y="21"/>
                        <a:pt x="14" y="21"/>
                      </a:cubicBezTo>
                      <a:cubicBezTo>
                        <a:pt x="15" y="21"/>
                        <a:pt x="17" y="21"/>
                        <a:pt x="17" y="22"/>
                      </a:cubicBezTo>
                      <a:cubicBezTo>
                        <a:pt x="18" y="22"/>
                        <a:pt x="20" y="24"/>
                        <a:pt x="21" y="26"/>
                      </a:cubicBezTo>
                      <a:cubicBezTo>
                        <a:pt x="22" y="31"/>
                        <a:pt x="24" y="34"/>
                        <a:pt x="24" y="36"/>
                      </a:cubicBezTo>
                      <a:cubicBezTo>
                        <a:pt x="32" y="36"/>
                        <a:pt x="32" y="36"/>
                        <a:pt x="32" y="36"/>
                      </a:cubicBezTo>
                      <a:cubicBezTo>
                        <a:pt x="30" y="31"/>
                        <a:pt x="28" y="27"/>
                        <a:pt x="27" y="24"/>
                      </a:cubicBezTo>
                      <a:cubicBezTo>
                        <a:pt x="26" y="23"/>
                        <a:pt x="25" y="21"/>
                        <a:pt x="24" y="21"/>
                      </a:cubicBezTo>
                      <a:cubicBezTo>
                        <a:pt x="28" y="20"/>
                        <a:pt x="30" y="19"/>
                        <a:pt x="32" y="17"/>
                      </a:cubicBezTo>
                      <a:cubicBezTo>
                        <a:pt x="34" y="15"/>
                        <a:pt x="35" y="13"/>
                        <a:pt x="35" y="9"/>
                      </a:cubicBezTo>
                      <a:cubicBezTo>
                        <a:pt x="35" y="7"/>
                        <a:pt x="34" y="6"/>
                        <a:pt x="34" y="4"/>
                      </a:cubicBezTo>
                      <a:cubicBezTo>
                        <a:pt x="33" y="3"/>
                        <a:pt x="31" y="2"/>
                        <a:pt x="30" y="1"/>
                      </a:cubicBezTo>
                      <a:close/>
                      <a:moveTo>
                        <a:pt x="27" y="13"/>
                      </a:moveTo>
                      <a:cubicBezTo>
                        <a:pt x="26" y="14"/>
                        <a:pt x="25" y="14"/>
                        <a:pt x="24" y="15"/>
                      </a:cubicBezTo>
                      <a:cubicBezTo>
                        <a:pt x="22" y="15"/>
                        <a:pt x="20" y="16"/>
                        <a:pt x="16" y="16"/>
                      </a:cubicBezTo>
                      <a:cubicBezTo>
                        <a:pt x="12" y="16"/>
                        <a:pt x="12" y="16"/>
                        <a:pt x="12" y="16"/>
                      </a:cubicBezTo>
                      <a:cubicBezTo>
                        <a:pt x="14" y="6"/>
                        <a:pt x="14" y="6"/>
                        <a:pt x="14" y="6"/>
                      </a:cubicBezTo>
                      <a:cubicBezTo>
                        <a:pt x="22" y="6"/>
                        <a:pt x="22" y="6"/>
                        <a:pt x="22" y="6"/>
                      </a:cubicBezTo>
                      <a:cubicBezTo>
                        <a:pt x="24" y="6"/>
                        <a:pt x="25" y="6"/>
                        <a:pt x="26" y="7"/>
                      </a:cubicBezTo>
                      <a:cubicBezTo>
                        <a:pt x="27" y="7"/>
                        <a:pt x="28" y="8"/>
                        <a:pt x="28" y="10"/>
                      </a:cubicBezTo>
                      <a:cubicBezTo>
                        <a:pt x="28" y="11"/>
                        <a:pt x="27" y="12"/>
                        <a:pt x="27" y="1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1" name="ïşľîḍé"/>
                <p:cNvSpPr/>
                <p:nvPr/>
              </p:nvSpPr>
              <p:spPr bwMode="auto">
                <a:xfrm>
                  <a:off x="8267701" y="3521075"/>
                  <a:ext cx="98425" cy="119063"/>
                </a:xfrm>
                <a:custGeom>
                  <a:avLst/>
                  <a:gdLst>
                    <a:gd name="T0" fmla="*/ 17 w 30"/>
                    <a:gd name="T1" fmla="*/ 5 h 36"/>
                    <a:gd name="T2" fmla="*/ 22 w 30"/>
                    <a:gd name="T3" fmla="*/ 7 h 36"/>
                    <a:gd name="T4" fmla="*/ 23 w 30"/>
                    <a:gd name="T5" fmla="*/ 11 h 36"/>
                    <a:gd name="T6" fmla="*/ 30 w 30"/>
                    <a:gd name="T7" fmla="*/ 10 h 36"/>
                    <a:gd name="T8" fmla="*/ 27 w 30"/>
                    <a:gd name="T9" fmla="*/ 3 h 36"/>
                    <a:gd name="T10" fmla="*/ 17 w 30"/>
                    <a:gd name="T11" fmla="*/ 0 h 36"/>
                    <a:gd name="T12" fmla="*/ 8 w 30"/>
                    <a:gd name="T13" fmla="*/ 3 h 36"/>
                    <a:gd name="T14" fmla="*/ 4 w 30"/>
                    <a:gd name="T15" fmla="*/ 10 h 36"/>
                    <a:gd name="T16" fmla="*/ 6 w 30"/>
                    <a:gd name="T17" fmla="*/ 14 h 36"/>
                    <a:gd name="T18" fmla="*/ 8 w 30"/>
                    <a:gd name="T19" fmla="*/ 18 h 36"/>
                    <a:gd name="T20" fmla="*/ 15 w 30"/>
                    <a:gd name="T21" fmla="*/ 21 h 36"/>
                    <a:gd name="T22" fmla="*/ 20 w 30"/>
                    <a:gd name="T23" fmla="*/ 23 h 36"/>
                    <a:gd name="T24" fmla="*/ 21 w 30"/>
                    <a:gd name="T25" fmla="*/ 26 h 36"/>
                    <a:gd name="T26" fmla="*/ 19 w 30"/>
                    <a:gd name="T27" fmla="*/ 29 h 36"/>
                    <a:gd name="T28" fmla="*/ 14 w 30"/>
                    <a:gd name="T29" fmla="*/ 30 h 36"/>
                    <a:gd name="T30" fmla="*/ 8 w 30"/>
                    <a:gd name="T31" fmla="*/ 28 h 36"/>
                    <a:gd name="T32" fmla="*/ 7 w 30"/>
                    <a:gd name="T33" fmla="*/ 24 h 36"/>
                    <a:gd name="T34" fmla="*/ 0 w 30"/>
                    <a:gd name="T35" fmla="*/ 24 h 36"/>
                    <a:gd name="T36" fmla="*/ 1 w 30"/>
                    <a:gd name="T37" fmla="*/ 30 h 36"/>
                    <a:gd name="T38" fmla="*/ 6 w 30"/>
                    <a:gd name="T39" fmla="*/ 35 h 36"/>
                    <a:gd name="T40" fmla="*/ 14 w 30"/>
                    <a:gd name="T41" fmla="*/ 36 h 36"/>
                    <a:gd name="T42" fmla="*/ 24 w 30"/>
                    <a:gd name="T43" fmla="*/ 33 h 36"/>
                    <a:gd name="T44" fmla="*/ 28 w 30"/>
                    <a:gd name="T45" fmla="*/ 25 h 36"/>
                    <a:gd name="T46" fmla="*/ 26 w 30"/>
                    <a:gd name="T47" fmla="*/ 19 h 36"/>
                    <a:gd name="T48" fmla="*/ 18 w 30"/>
                    <a:gd name="T49" fmla="*/ 14 h 36"/>
                    <a:gd name="T50" fmla="*/ 13 w 30"/>
                    <a:gd name="T51" fmla="*/ 12 h 36"/>
                    <a:gd name="T52" fmla="*/ 11 w 30"/>
                    <a:gd name="T53" fmla="*/ 9 h 36"/>
                    <a:gd name="T54" fmla="*/ 13 w 30"/>
                    <a:gd name="T55" fmla="*/ 6 h 36"/>
                    <a:gd name="T56" fmla="*/ 17 w 30"/>
                    <a:gd name="T57" fmla="*/ 5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30" h="36">
                      <a:moveTo>
                        <a:pt x="17" y="5"/>
                      </a:moveTo>
                      <a:cubicBezTo>
                        <a:pt x="19" y="5"/>
                        <a:pt x="21" y="6"/>
                        <a:pt x="22" y="7"/>
                      </a:cubicBezTo>
                      <a:cubicBezTo>
                        <a:pt x="23" y="8"/>
                        <a:pt x="23" y="9"/>
                        <a:pt x="23" y="11"/>
                      </a:cubicBezTo>
                      <a:cubicBezTo>
                        <a:pt x="30" y="10"/>
                        <a:pt x="30" y="10"/>
                        <a:pt x="30" y="10"/>
                      </a:cubicBezTo>
                      <a:cubicBezTo>
                        <a:pt x="30" y="7"/>
                        <a:pt x="29" y="4"/>
                        <a:pt x="27" y="3"/>
                      </a:cubicBezTo>
                      <a:cubicBezTo>
                        <a:pt x="24" y="1"/>
                        <a:pt x="21" y="0"/>
                        <a:pt x="17" y="0"/>
                      </a:cubicBezTo>
                      <a:cubicBezTo>
                        <a:pt x="13" y="0"/>
                        <a:pt x="10" y="1"/>
                        <a:pt x="8" y="3"/>
                      </a:cubicBezTo>
                      <a:cubicBezTo>
                        <a:pt x="5" y="5"/>
                        <a:pt x="4" y="7"/>
                        <a:pt x="4" y="10"/>
                      </a:cubicBezTo>
                      <a:cubicBezTo>
                        <a:pt x="4" y="12"/>
                        <a:pt x="5" y="13"/>
                        <a:pt x="6" y="14"/>
                      </a:cubicBezTo>
                      <a:cubicBezTo>
                        <a:pt x="6" y="16"/>
                        <a:pt x="7" y="17"/>
                        <a:pt x="8" y="18"/>
                      </a:cubicBezTo>
                      <a:cubicBezTo>
                        <a:pt x="10" y="18"/>
                        <a:pt x="12" y="19"/>
                        <a:pt x="15" y="21"/>
                      </a:cubicBezTo>
                      <a:cubicBezTo>
                        <a:pt x="17" y="22"/>
                        <a:pt x="19" y="23"/>
                        <a:pt x="20" y="23"/>
                      </a:cubicBezTo>
                      <a:cubicBezTo>
                        <a:pt x="20" y="24"/>
                        <a:pt x="21" y="25"/>
                        <a:pt x="21" y="26"/>
                      </a:cubicBezTo>
                      <a:cubicBezTo>
                        <a:pt x="21" y="27"/>
                        <a:pt x="20" y="28"/>
                        <a:pt x="19" y="29"/>
                      </a:cubicBezTo>
                      <a:cubicBezTo>
                        <a:pt x="18" y="30"/>
                        <a:pt x="16" y="30"/>
                        <a:pt x="14" y="30"/>
                      </a:cubicBezTo>
                      <a:cubicBezTo>
                        <a:pt x="11" y="30"/>
                        <a:pt x="9" y="30"/>
                        <a:pt x="8" y="28"/>
                      </a:cubicBezTo>
                      <a:cubicBezTo>
                        <a:pt x="8" y="28"/>
                        <a:pt x="7" y="26"/>
                        <a:pt x="7" y="24"/>
                      </a:cubicBezTo>
                      <a:cubicBezTo>
                        <a:pt x="0" y="24"/>
                        <a:pt x="0" y="24"/>
                        <a:pt x="0" y="24"/>
                      </a:cubicBezTo>
                      <a:cubicBezTo>
                        <a:pt x="0" y="27"/>
                        <a:pt x="0" y="29"/>
                        <a:pt x="1" y="30"/>
                      </a:cubicBezTo>
                      <a:cubicBezTo>
                        <a:pt x="2" y="32"/>
                        <a:pt x="4" y="34"/>
                        <a:pt x="6" y="35"/>
                      </a:cubicBezTo>
                      <a:cubicBezTo>
                        <a:pt x="8" y="36"/>
                        <a:pt x="11" y="36"/>
                        <a:pt x="14" y="36"/>
                      </a:cubicBezTo>
                      <a:cubicBezTo>
                        <a:pt x="18" y="36"/>
                        <a:pt x="22" y="35"/>
                        <a:pt x="24" y="33"/>
                      </a:cubicBezTo>
                      <a:cubicBezTo>
                        <a:pt x="27" y="31"/>
                        <a:pt x="28" y="28"/>
                        <a:pt x="28" y="25"/>
                      </a:cubicBezTo>
                      <a:cubicBezTo>
                        <a:pt x="28" y="22"/>
                        <a:pt x="27" y="20"/>
                        <a:pt x="26" y="19"/>
                      </a:cubicBezTo>
                      <a:cubicBezTo>
                        <a:pt x="25" y="18"/>
                        <a:pt x="22" y="16"/>
                        <a:pt x="18" y="14"/>
                      </a:cubicBezTo>
                      <a:cubicBezTo>
                        <a:pt x="15" y="13"/>
                        <a:pt x="13" y="12"/>
                        <a:pt x="13" y="12"/>
                      </a:cubicBezTo>
                      <a:cubicBezTo>
                        <a:pt x="12" y="11"/>
                        <a:pt x="11" y="10"/>
                        <a:pt x="11" y="9"/>
                      </a:cubicBezTo>
                      <a:cubicBezTo>
                        <a:pt x="11" y="8"/>
                        <a:pt x="12" y="7"/>
                        <a:pt x="13" y="6"/>
                      </a:cubicBezTo>
                      <a:cubicBezTo>
                        <a:pt x="14" y="6"/>
                        <a:pt x="15" y="5"/>
                        <a:pt x="17" y="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2" name="îṩľîďe"/>
                <p:cNvSpPr/>
                <p:nvPr/>
              </p:nvSpPr>
              <p:spPr bwMode="auto">
                <a:xfrm>
                  <a:off x="8374063" y="3521075"/>
                  <a:ext cx="46038" cy="119063"/>
                </a:xfrm>
                <a:custGeom>
                  <a:avLst/>
                  <a:gdLst>
                    <a:gd name="T0" fmla="*/ 0 w 29"/>
                    <a:gd name="T1" fmla="*/ 75 h 75"/>
                    <a:gd name="T2" fmla="*/ 14 w 29"/>
                    <a:gd name="T3" fmla="*/ 75 h 75"/>
                    <a:gd name="T4" fmla="*/ 29 w 29"/>
                    <a:gd name="T5" fmla="*/ 0 h 75"/>
                    <a:gd name="T6" fmla="*/ 14 w 29"/>
                    <a:gd name="T7" fmla="*/ 0 h 75"/>
                    <a:gd name="T8" fmla="*/ 0 w 29"/>
                    <a:gd name="T9" fmla="*/ 75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75">
                      <a:moveTo>
                        <a:pt x="0" y="75"/>
                      </a:moveTo>
                      <a:lnTo>
                        <a:pt x="14" y="75"/>
                      </a:lnTo>
                      <a:lnTo>
                        <a:pt x="29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3" name="iS1idè"/>
                <p:cNvSpPr/>
                <p:nvPr/>
              </p:nvSpPr>
              <p:spPr bwMode="auto">
                <a:xfrm>
                  <a:off x="8432801" y="3521075"/>
                  <a:ext cx="95250" cy="119063"/>
                </a:xfrm>
                <a:custGeom>
                  <a:avLst/>
                  <a:gdLst>
                    <a:gd name="T0" fmla="*/ 0 w 60"/>
                    <a:gd name="T1" fmla="*/ 12 h 75"/>
                    <a:gd name="T2" fmla="*/ 21 w 60"/>
                    <a:gd name="T3" fmla="*/ 12 h 75"/>
                    <a:gd name="T4" fmla="*/ 8 w 60"/>
                    <a:gd name="T5" fmla="*/ 75 h 75"/>
                    <a:gd name="T6" fmla="*/ 23 w 60"/>
                    <a:gd name="T7" fmla="*/ 75 h 75"/>
                    <a:gd name="T8" fmla="*/ 35 w 60"/>
                    <a:gd name="T9" fmla="*/ 12 h 75"/>
                    <a:gd name="T10" fmla="*/ 58 w 60"/>
                    <a:gd name="T11" fmla="*/ 12 h 75"/>
                    <a:gd name="T12" fmla="*/ 60 w 60"/>
                    <a:gd name="T13" fmla="*/ 0 h 75"/>
                    <a:gd name="T14" fmla="*/ 2 w 60"/>
                    <a:gd name="T15" fmla="*/ 0 h 75"/>
                    <a:gd name="T16" fmla="*/ 0 w 60"/>
                    <a:gd name="T17" fmla="*/ 12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0" h="75">
                      <a:moveTo>
                        <a:pt x="0" y="12"/>
                      </a:moveTo>
                      <a:lnTo>
                        <a:pt x="21" y="12"/>
                      </a:lnTo>
                      <a:lnTo>
                        <a:pt x="8" y="75"/>
                      </a:lnTo>
                      <a:lnTo>
                        <a:pt x="23" y="75"/>
                      </a:lnTo>
                      <a:lnTo>
                        <a:pt x="35" y="12"/>
                      </a:lnTo>
                      <a:lnTo>
                        <a:pt x="58" y="12"/>
                      </a:lnTo>
                      <a:lnTo>
                        <a:pt x="60" y="0"/>
                      </a:lnTo>
                      <a:lnTo>
                        <a:pt x="2" y="0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4" name="iṣḷîḋe"/>
                <p:cNvSpPr/>
                <p:nvPr/>
              </p:nvSpPr>
              <p:spPr bwMode="auto">
                <a:xfrm>
                  <a:off x="8531226" y="3521075"/>
                  <a:ext cx="109538" cy="119063"/>
                </a:xfrm>
                <a:custGeom>
                  <a:avLst/>
                  <a:gdLst>
                    <a:gd name="T0" fmla="*/ 25 w 33"/>
                    <a:gd name="T1" fmla="*/ 0 h 36"/>
                    <a:gd name="T2" fmla="*/ 19 w 33"/>
                    <a:gd name="T3" fmla="*/ 7 h 36"/>
                    <a:gd name="T4" fmla="*/ 16 w 33"/>
                    <a:gd name="T5" fmla="*/ 12 h 36"/>
                    <a:gd name="T6" fmla="*/ 14 w 33"/>
                    <a:gd name="T7" fmla="*/ 15 h 36"/>
                    <a:gd name="T8" fmla="*/ 12 w 33"/>
                    <a:gd name="T9" fmla="*/ 10 h 36"/>
                    <a:gd name="T10" fmla="*/ 8 w 33"/>
                    <a:gd name="T11" fmla="*/ 0 h 36"/>
                    <a:gd name="T12" fmla="*/ 0 w 33"/>
                    <a:gd name="T13" fmla="*/ 0 h 36"/>
                    <a:gd name="T14" fmla="*/ 10 w 33"/>
                    <a:gd name="T15" fmla="*/ 22 h 36"/>
                    <a:gd name="T16" fmla="*/ 7 w 33"/>
                    <a:gd name="T17" fmla="*/ 36 h 36"/>
                    <a:gd name="T18" fmla="*/ 14 w 33"/>
                    <a:gd name="T19" fmla="*/ 36 h 36"/>
                    <a:gd name="T20" fmla="*/ 17 w 33"/>
                    <a:gd name="T21" fmla="*/ 23 h 36"/>
                    <a:gd name="T22" fmla="*/ 33 w 33"/>
                    <a:gd name="T23" fmla="*/ 0 h 36"/>
                    <a:gd name="T24" fmla="*/ 25 w 33"/>
                    <a:gd name="T25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33" h="36">
                      <a:moveTo>
                        <a:pt x="25" y="0"/>
                      </a:moveTo>
                      <a:cubicBezTo>
                        <a:pt x="19" y="7"/>
                        <a:pt x="19" y="7"/>
                        <a:pt x="19" y="7"/>
                      </a:cubicBezTo>
                      <a:cubicBezTo>
                        <a:pt x="16" y="12"/>
                        <a:pt x="16" y="12"/>
                        <a:pt x="16" y="12"/>
                      </a:cubicBezTo>
                      <a:cubicBezTo>
                        <a:pt x="15" y="13"/>
                        <a:pt x="15" y="14"/>
                        <a:pt x="14" y="15"/>
                      </a:cubicBezTo>
                      <a:cubicBezTo>
                        <a:pt x="14" y="14"/>
                        <a:pt x="13" y="13"/>
                        <a:pt x="12" y="1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0" y="22"/>
                        <a:pt x="10" y="22"/>
                        <a:pt x="10" y="22"/>
                      </a:cubicBezTo>
                      <a:cubicBezTo>
                        <a:pt x="7" y="36"/>
                        <a:pt x="7" y="36"/>
                        <a:pt x="7" y="36"/>
                      </a:cubicBezTo>
                      <a:cubicBezTo>
                        <a:pt x="14" y="36"/>
                        <a:pt x="14" y="36"/>
                        <a:pt x="14" y="36"/>
                      </a:cubicBezTo>
                      <a:cubicBezTo>
                        <a:pt x="17" y="23"/>
                        <a:pt x="17" y="23"/>
                        <a:pt x="17" y="23"/>
                      </a:cubicBezTo>
                      <a:cubicBezTo>
                        <a:pt x="33" y="0"/>
                        <a:pt x="33" y="0"/>
                        <a:pt x="33" y="0"/>
                      </a:cubicBezTo>
                      <a:lnTo>
                        <a:pt x="2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</p:grpSp>
      </p:grpSp>
      <p:cxnSp>
        <p:nvCxnSpPr>
          <p:cNvPr id="4" name="直线连接符 3"/>
          <p:cNvCxnSpPr/>
          <p:nvPr userDrawn="1"/>
        </p:nvCxnSpPr>
        <p:spPr>
          <a:xfrm>
            <a:off x="0" y="1016000"/>
            <a:ext cx="12192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0" name="图片 109" descr="图片包含 天空, 户外, 建筑物, 日落&#10;&#10;描述已自动生成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9500" l="10000" r="98000">
                        <a14:foregroundMark x1="45583" y1="28625" x2="72750" y2="47875"/>
                        <a14:foregroundMark x1="72750" y1="47875" x2="79000" y2="48875"/>
                        <a14:foregroundMark x1="79000" y1="48875" x2="87083" y2="44750"/>
                        <a14:foregroundMark x1="87083" y1="44750" x2="89333" y2="42875"/>
                        <a14:foregroundMark x1="49697" y1="28104" x2="51500" y2="30625"/>
                        <a14:foregroundMark x1="46583" y1="23750" x2="49595" y2="27961"/>
                        <a14:foregroundMark x1="46917" y1="21000" x2="48333" y2="17125"/>
                        <a14:foregroundMark x1="62917" y1="48125" x2="65250" y2="51750"/>
                        <a14:foregroundMark x1="65250" y1="51750" x2="86750" y2="67750"/>
                        <a14:foregroundMark x1="94417" y1="36500" x2="92917" y2="90875"/>
                        <a14:foregroundMark x1="98000" y1="30875" x2="91667" y2="84250"/>
                        <a14:foregroundMark x1="91667" y1="84250" x2="91333" y2="85500"/>
                        <a14:foregroundMark x1="70000" y1="67000" x2="89333" y2="84250"/>
                        <a14:foregroundMark x1="89333" y1="84250" x2="89333" y2="84250"/>
                        <a14:foregroundMark x1="70500" y1="67000" x2="66333" y2="64125"/>
                        <a14:foregroundMark x1="66333" y1="64125" x2="59333" y2="53500"/>
                        <a14:foregroundMark x1="79333" y1="90625" x2="80167" y2="96250"/>
                        <a14:foregroundMark x1="80167" y1="96250" x2="85167" y2="96625"/>
                        <a14:foregroundMark x1="85167" y1="96625" x2="88083" y2="94625"/>
                        <a14:foregroundMark x1="88083" y1="94625" x2="88167" y2="94625"/>
                        <a14:foregroundMark x1="96750" y1="97500" x2="76750" y2="99500"/>
                        <a14:foregroundMark x1="77799" y1="89875" x2="77667" y2="86250"/>
                        <a14:foregroundMark x1="77984" y1="94938" x2="77927" y2="93375"/>
                        <a14:foregroundMark x1="78000" y1="95375" x2="78056" y2="96909"/>
                        <a14:foregroundMark x1="68667" y1="40875" x2="68417" y2="41125"/>
                        <a14:backgroundMark x1="77667" y1="89875" x2="77667" y2="93375"/>
                        <a14:backgroundMark x1="77833" y1="95625" x2="78167" y2="90625"/>
                        <a14:backgroundMark x1="78500" y1="96125" x2="79000" y2="90375"/>
                        <a14:backgroundMark x1="19833" y1="30625" x2="46417" y2="71000"/>
                        <a14:backgroundMark x1="46417" y1="71000" x2="46417" y2="71000"/>
                        <a14:backgroundMark x1="17000" y1="72500" x2="23583" y2="72625"/>
                        <a14:backgroundMark x1="23583" y1="72625" x2="37833" y2="71875"/>
                        <a14:backgroundMark x1="37833" y1="71875" x2="57167" y2="75375"/>
                        <a14:backgroundMark x1="61667" y1="37000" x2="62000" y2="37375"/>
                        <a14:backgroundMark x1="66667" y1="39375" x2="66917" y2="39750"/>
                        <a14:backgroundMark x1="50917" y1="27125" x2="51000" y2="27625"/>
                      </a14:backgroundRemoval>
                    </a14:imgEffect>
                    <a14:imgEffect>
                      <a14:brightnessContrast bright="72000"/>
                    </a14:imgEffect>
                    <a14:imgEffect>
                      <a14:colorTemperature colorTemp="9660"/>
                    </a14:imgEffect>
                    <a14:imgEffect>
                      <a14:saturation sat="11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8743" t="8413"/>
          <a:stretch>
            <a:fillRect/>
          </a:stretch>
        </p:blipFill>
        <p:spPr>
          <a:xfrm flipH="1">
            <a:off x="-1" y="60500"/>
            <a:ext cx="958611" cy="955500"/>
          </a:xfrm>
          <a:prstGeom prst="rect">
            <a:avLst/>
          </a:prstGeom>
        </p:spPr>
      </p:pic>
      <p:grpSp>
        <p:nvGrpSpPr>
          <p:cNvPr id="108" name="组合 107"/>
          <p:cNvGrpSpPr/>
          <p:nvPr userDrawn="1"/>
        </p:nvGrpSpPr>
        <p:grpSpPr>
          <a:xfrm flipH="1">
            <a:off x="7081926" y="1542464"/>
            <a:ext cx="3346546" cy="2744651"/>
            <a:chOff x="5391486" y="1250127"/>
            <a:chExt cx="1521247" cy="1247642"/>
          </a:xfrm>
        </p:grpSpPr>
        <p:sp>
          <p:nvSpPr>
            <p:cNvPr id="109" name="任意形状 108"/>
            <p:cNvSpPr/>
            <p:nvPr/>
          </p:nvSpPr>
          <p:spPr>
            <a:xfrm>
              <a:off x="5391486" y="1250127"/>
              <a:ext cx="634765" cy="1247642"/>
            </a:xfrm>
            <a:custGeom>
              <a:avLst/>
              <a:gdLst/>
              <a:ahLst/>
              <a:cxnLst/>
              <a:rect l="l" t="t" r="r" b="b"/>
              <a:pathLst>
                <a:path w="634765" h="1247642">
                  <a:moveTo>
                    <a:pt x="353863" y="0"/>
                  </a:moveTo>
                  <a:lnTo>
                    <a:pt x="598284" y="0"/>
                  </a:lnTo>
                  <a:lnTo>
                    <a:pt x="324678" y="612877"/>
                  </a:lnTo>
                  <a:lnTo>
                    <a:pt x="634765" y="612877"/>
                  </a:lnTo>
                  <a:lnTo>
                    <a:pt x="634765" y="1247642"/>
                  </a:lnTo>
                  <a:lnTo>
                    <a:pt x="0" y="1247642"/>
                  </a:lnTo>
                  <a:lnTo>
                    <a:pt x="0" y="609229"/>
                  </a:lnTo>
                  <a:lnTo>
                    <a:pt x="353863" y="0"/>
                  </a:lnTo>
                  <a:close/>
                </a:path>
              </a:pathLst>
            </a:custGeom>
            <a:solidFill>
              <a:schemeClr val="tx2">
                <a:alpha val="1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111" name="任意形状 110"/>
            <p:cNvSpPr/>
            <p:nvPr/>
          </p:nvSpPr>
          <p:spPr>
            <a:xfrm>
              <a:off x="6277968" y="1250127"/>
              <a:ext cx="634765" cy="1247642"/>
            </a:xfrm>
            <a:custGeom>
              <a:avLst/>
              <a:gdLst/>
              <a:ahLst/>
              <a:cxnLst/>
              <a:rect l="l" t="t" r="r" b="b"/>
              <a:pathLst>
                <a:path w="634765" h="1247642">
                  <a:moveTo>
                    <a:pt x="353863" y="0"/>
                  </a:moveTo>
                  <a:lnTo>
                    <a:pt x="598284" y="0"/>
                  </a:lnTo>
                  <a:lnTo>
                    <a:pt x="324678" y="612877"/>
                  </a:lnTo>
                  <a:lnTo>
                    <a:pt x="634765" y="612877"/>
                  </a:lnTo>
                  <a:lnTo>
                    <a:pt x="634765" y="1247642"/>
                  </a:lnTo>
                  <a:lnTo>
                    <a:pt x="0" y="1247642"/>
                  </a:lnTo>
                  <a:lnTo>
                    <a:pt x="0" y="609229"/>
                  </a:lnTo>
                  <a:lnTo>
                    <a:pt x="353863" y="0"/>
                  </a:lnTo>
                  <a:close/>
                </a:path>
              </a:pathLst>
            </a:custGeom>
            <a:solidFill>
              <a:schemeClr val="tx2">
                <a:alpha val="1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13" name="矩形标注 112"/>
          <p:cNvSpPr/>
          <p:nvPr userDrawn="1"/>
        </p:nvSpPr>
        <p:spPr>
          <a:xfrm>
            <a:off x="4295775" y="1792186"/>
            <a:ext cx="7092949" cy="3985468"/>
          </a:xfrm>
          <a:prstGeom prst="wedgeRectCallout">
            <a:avLst>
              <a:gd name="adj1" fmla="val -57128"/>
              <a:gd name="adj2" fmla="val -8009"/>
            </a:avLst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rmAutofit/>
          </a:bodyPr>
          <a:lstStyle/>
          <a:p>
            <a:pPr>
              <a:lnSpc>
                <a:spcPct val="130000"/>
              </a:lnSpc>
            </a:pPr>
            <a:endParaRPr kumimoji="1" lang="en-US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30000"/>
              </a:lnSpc>
            </a:pPr>
            <a:endParaRPr kumimoji="1" lang="en-US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30000"/>
              </a:lnSpc>
            </a:pPr>
            <a:endParaRPr kumimoji="1" lang="en-US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4" name="椭圆 113"/>
          <p:cNvSpPr/>
          <p:nvPr userDrawn="1"/>
        </p:nvSpPr>
        <p:spPr>
          <a:xfrm>
            <a:off x="994874" y="1801406"/>
            <a:ext cx="2586526" cy="2586526"/>
          </a:xfrm>
          <a:prstGeom prst="ellipse">
            <a:avLst/>
          </a:prstGeom>
          <a:noFill/>
          <a:ln cmpd="thickThin">
            <a:solidFill>
              <a:schemeClr val="accent2"/>
            </a:solidFill>
            <a:prstDash val="dash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17" name="图片占位符 116"/>
          <p:cNvSpPr>
            <a:spLocks noGrp="1"/>
          </p:cNvSpPr>
          <p:nvPr>
            <p:ph type="pic" sz="quarter" idx="10"/>
          </p:nvPr>
        </p:nvSpPr>
        <p:spPr>
          <a:xfrm>
            <a:off x="1139471" y="1946004"/>
            <a:ext cx="2297332" cy="2297332"/>
          </a:xfrm>
          <a:custGeom>
            <a:avLst/>
            <a:gdLst>
              <a:gd name="connsiteX0" fmla="*/ 1148666 w 2297332"/>
              <a:gd name="connsiteY0" fmla="*/ 0 h 2297332"/>
              <a:gd name="connsiteX1" fmla="*/ 2297332 w 2297332"/>
              <a:gd name="connsiteY1" fmla="*/ 1148666 h 2297332"/>
              <a:gd name="connsiteX2" fmla="*/ 1148666 w 2297332"/>
              <a:gd name="connsiteY2" fmla="*/ 2297332 h 2297332"/>
              <a:gd name="connsiteX3" fmla="*/ 0 w 2297332"/>
              <a:gd name="connsiteY3" fmla="*/ 1148666 h 2297332"/>
              <a:gd name="connsiteX4" fmla="*/ 1148666 w 2297332"/>
              <a:gd name="connsiteY4" fmla="*/ 0 h 2297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97332" h="2297332">
                <a:moveTo>
                  <a:pt x="1148666" y="0"/>
                </a:moveTo>
                <a:cubicBezTo>
                  <a:pt x="1783057" y="0"/>
                  <a:pt x="2297332" y="514275"/>
                  <a:pt x="2297332" y="1148666"/>
                </a:cubicBezTo>
                <a:cubicBezTo>
                  <a:pt x="2297332" y="1783057"/>
                  <a:pt x="1783057" y="2297332"/>
                  <a:pt x="1148666" y="2297332"/>
                </a:cubicBezTo>
                <a:cubicBezTo>
                  <a:pt x="514275" y="2297332"/>
                  <a:pt x="0" y="1783057"/>
                  <a:pt x="0" y="1148666"/>
                </a:cubicBezTo>
                <a:cubicBezTo>
                  <a:pt x="0" y="514275"/>
                  <a:pt x="514275" y="0"/>
                  <a:pt x="1148666" y="0"/>
                </a:cubicBezTo>
                <a:close/>
              </a:path>
            </a:pathLst>
          </a:custGeom>
          <a:ln w="12700">
            <a:solidFill>
              <a:schemeClr val="accent2"/>
            </a:solidFill>
          </a:ln>
        </p:spPr>
        <p:txBody>
          <a:bodyPr wrap="square">
            <a:noAutofit/>
          </a:bodyPr>
          <a:lstStyle/>
          <a:p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张图片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3275" y="393486"/>
            <a:ext cx="8970989" cy="663575"/>
          </a:xfrm>
          <a:prstGeom prst="rect">
            <a:avLst/>
          </a:prstGeom>
        </p:spPr>
        <p:txBody>
          <a:bodyPr lIns="0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245" name="组合 244"/>
          <p:cNvGrpSpPr/>
          <p:nvPr userDrawn="1"/>
        </p:nvGrpSpPr>
        <p:grpSpPr>
          <a:xfrm>
            <a:off x="9895088" y="468793"/>
            <a:ext cx="1480571" cy="458860"/>
            <a:chOff x="2558030" y="228446"/>
            <a:chExt cx="6774643" cy="2099603"/>
          </a:xfrm>
        </p:grpSpPr>
        <p:grpSp>
          <p:nvGrpSpPr>
            <p:cNvPr id="246" name="íšḻîďê"/>
            <p:cNvGrpSpPr/>
            <p:nvPr userDrawn="1"/>
          </p:nvGrpSpPr>
          <p:grpSpPr>
            <a:xfrm>
              <a:off x="2558030" y="228446"/>
              <a:ext cx="2085857" cy="2099603"/>
              <a:chOff x="3551238" y="3067050"/>
              <a:chExt cx="722313" cy="727075"/>
            </a:xfrm>
          </p:grpSpPr>
          <p:sp>
            <p:nvSpPr>
              <p:cNvPr id="276" name="ïş1íḍê"/>
              <p:cNvSpPr/>
              <p:nvPr/>
            </p:nvSpPr>
            <p:spPr bwMode="auto">
              <a:xfrm>
                <a:off x="3575051" y="3087688"/>
                <a:ext cx="673100" cy="679450"/>
              </a:xfrm>
              <a:custGeom>
                <a:avLst/>
                <a:gdLst>
                  <a:gd name="T0" fmla="*/ 102 w 204"/>
                  <a:gd name="T1" fmla="*/ 0 h 204"/>
                  <a:gd name="T2" fmla="*/ 204 w 204"/>
                  <a:gd name="T3" fmla="*/ 102 h 204"/>
                  <a:gd name="T4" fmla="*/ 102 w 204"/>
                  <a:gd name="T5" fmla="*/ 204 h 204"/>
                  <a:gd name="T6" fmla="*/ 0 w 204"/>
                  <a:gd name="T7" fmla="*/ 102 h 204"/>
                  <a:gd name="T8" fmla="*/ 102 w 204"/>
                  <a:gd name="T9" fmla="*/ 0 h 204"/>
                  <a:gd name="T10" fmla="*/ 102 w 204"/>
                  <a:gd name="T11" fmla="*/ 25 h 204"/>
                  <a:gd name="T12" fmla="*/ 24 w 204"/>
                  <a:gd name="T13" fmla="*/ 103 h 204"/>
                  <a:gd name="T14" fmla="*/ 102 w 204"/>
                  <a:gd name="T15" fmla="*/ 181 h 204"/>
                  <a:gd name="T16" fmla="*/ 180 w 204"/>
                  <a:gd name="T17" fmla="*/ 103 h 204"/>
                  <a:gd name="T18" fmla="*/ 102 w 204"/>
                  <a:gd name="T19" fmla="*/ 25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4" h="204">
                    <a:moveTo>
                      <a:pt x="102" y="0"/>
                    </a:moveTo>
                    <a:cubicBezTo>
                      <a:pt x="159" y="0"/>
                      <a:pt x="204" y="46"/>
                      <a:pt x="204" y="102"/>
                    </a:cubicBezTo>
                    <a:cubicBezTo>
                      <a:pt x="204" y="158"/>
                      <a:pt x="159" y="204"/>
                      <a:pt x="102" y="204"/>
                    </a:cubicBezTo>
                    <a:cubicBezTo>
                      <a:pt x="46" y="204"/>
                      <a:pt x="0" y="158"/>
                      <a:pt x="0" y="102"/>
                    </a:cubicBezTo>
                    <a:cubicBezTo>
                      <a:pt x="0" y="46"/>
                      <a:pt x="46" y="0"/>
                      <a:pt x="102" y="0"/>
                    </a:cubicBezTo>
                    <a:close/>
                    <a:moveTo>
                      <a:pt x="102" y="25"/>
                    </a:moveTo>
                    <a:cubicBezTo>
                      <a:pt x="59" y="25"/>
                      <a:pt x="24" y="60"/>
                      <a:pt x="24" y="103"/>
                    </a:cubicBezTo>
                    <a:cubicBezTo>
                      <a:pt x="24" y="146"/>
                      <a:pt x="59" y="181"/>
                      <a:pt x="102" y="181"/>
                    </a:cubicBezTo>
                    <a:cubicBezTo>
                      <a:pt x="145" y="181"/>
                      <a:pt x="180" y="146"/>
                      <a:pt x="180" y="103"/>
                    </a:cubicBezTo>
                    <a:cubicBezTo>
                      <a:pt x="180" y="60"/>
                      <a:pt x="145" y="25"/>
                      <a:pt x="102" y="25"/>
                    </a:cubicBezTo>
                    <a:close/>
                  </a:path>
                </a:pathLst>
              </a:custGeom>
              <a:solidFill>
                <a:srgbClr val="0052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7" name="íšḻïḍè"/>
              <p:cNvSpPr/>
              <p:nvPr/>
            </p:nvSpPr>
            <p:spPr bwMode="auto">
              <a:xfrm>
                <a:off x="3621088" y="3103563"/>
                <a:ext cx="584200" cy="203200"/>
              </a:xfrm>
              <a:custGeom>
                <a:avLst/>
                <a:gdLst>
                  <a:gd name="T0" fmla="*/ 8 w 177"/>
                  <a:gd name="T1" fmla="*/ 53 h 61"/>
                  <a:gd name="T2" fmla="*/ 0 w 177"/>
                  <a:gd name="T3" fmla="*/ 56 h 61"/>
                  <a:gd name="T4" fmla="*/ 5 w 177"/>
                  <a:gd name="T5" fmla="*/ 52 h 61"/>
                  <a:gd name="T6" fmla="*/ 4 w 177"/>
                  <a:gd name="T7" fmla="*/ 50 h 61"/>
                  <a:gd name="T8" fmla="*/ 5 w 177"/>
                  <a:gd name="T9" fmla="*/ 48 h 61"/>
                  <a:gd name="T10" fmla="*/ 10 w 177"/>
                  <a:gd name="T11" fmla="*/ 41 h 61"/>
                  <a:gd name="T12" fmla="*/ 17 w 177"/>
                  <a:gd name="T13" fmla="*/ 50 h 61"/>
                  <a:gd name="T14" fmla="*/ 14 w 177"/>
                  <a:gd name="T15" fmla="*/ 35 h 61"/>
                  <a:gd name="T16" fmla="*/ 23 w 177"/>
                  <a:gd name="T17" fmla="*/ 46 h 61"/>
                  <a:gd name="T18" fmla="*/ 31 w 177"/>
                  <a:gd name="T19" fmla="*/ 38 h 61"/>
                  <a:gd name="T20" fmla="*/ 29 w 177"/>
                  <a:gd name="T21" fmla="*/ 40 h 61"/>
                  <a:gd name="T22" fmla="*/ 18 w 177"/>
                  <a:gd name="T23" fmla="*/ 32 h 61"/>
                  <a:gd name="T24" fmla="*/ 19 w 177"/>
                  <a:gd name="T25" fmla="*/ 30 h 61"/>
                  <a:gd name="T26" fmla="*/ 21 w 177"/>
                  <a:gd name="T27" fmla="*/ 27 h 61"/>
                  <a:gd name="T28" fmla="*/ 41 w 177"/>
                  <a:gd name="T29" fmla="*/ 29 h 61"/>
                  <a:gd name="T30" fmla="*/ 43 w 177"/>
                  <a:gd name="T31" fmla="*/ 29 h 61"/>
                  <a:gd name="T32" fmla="*/ 35 w 177"/>
                  <a:gd name="T33" fmla="*/ 35 h 61"/>
                  <a:gd name="T34" fmla="*/ 31 w 177"/>
                  <a:gd name="T35" fmla="*/ 21 h 61"/>
                  <a:gd name="T36" fmla="*/ 46 w 177"/>
                  <a:gd name="T37" fmla="*/ 11 h 61"/>
                  <a:gd name="T38" fmla="*/ 47 w 177"/>
                  <a:gd name="T39" fmla="*/ 11 h 61"/>
                  <a:gd name="T40" fmla="*/ 47 w 177"/>
                  <a:gd name="T41" fmla="*/ 26 h 61"/>
                  <a:gd name="T42" fmla="*/ 39 w 177"/>
                  <a:gd name="T43" fmla="*/ 15 h 61"/>
                  <a:gd name="T44" fmla="*/ 72 w 177"/>
                  <a:gd name="T45" fmla="*/ 16 h 61"/>
                  <a:gd name="T46" fmla="*/ 71 w 177"/>
                  <a:gd name="T47" fmla="*/ 2 h 61"/>
                  <a:gd name="T48" fmla="*/ 65 w 177"/>
                  <a:gd name="T49" fmla="*/ 15 h 61"/>
                  <a:gd name="T50" fmla="*/ 64 w 177"/>
                  <a:gd name="T51" fmla="*/ 4 h 61"/>
                  <a:gd name="T52" fmla="*/ 84 w 177"/>
                  <a:gd name="T53" fmla="*/ 1 h 61"/>
                  <a:gd name="T54" fmla="*/ 84 w 177"/>
                  <a:gd name="T55" fmla="*/ 1 h 61"/>
                  <a:gd name="T56" fmla="*/ 78 w 177"/>
                  <a:gd name="T57" fmla="*/ 16 h 61"/>
                  <a:gd name="T58" fmla="*/ 77 w 177"/>
                  <a:gd name="T59" fmla="*/ 15 h 61"/>
                  <a:gd name="T60" fmla="*/ 90 w 177"/>
                  <a:gd name="T61" fmla="*/ 1 h 61"/>
                  <a:gd name="T62" fmla="*/ 94 w 177"/>
                  <a:gd name="T63" fmla="*/ 15 h 61"/>
                  <a:gd name="T64" fmla="*/ 92 w 177"/>
                  <a:gd name="T65" fmla="*/ 15 h 61"/>
                  <a:gd name="T66" fmla="*/ 113 w 177"/>
                  <a:gd name="T67" fmla="*/ 3 h 61"/>
                  <a:gd name="T68" fmla="*/ 102 w 177"/>
                  <a:gd name="T69" fmla="*/ 2 h 61"/>
                  <a:gd name="T70" fmla="*/ 105 w 177"/>
                  <a:gd name="T71" fmla="*/ 14 h 61"/>
                  <a:gd name="T72" fmla="*/ 117 w 177"/>
                  <a:gd name="T73" fmla="*/ 5 h 61"/>
                  <a:gd name="T74" fmla="*/ 122 w 177"/>
                  <a:gd name="T75" fmla="*/ 19 h 61"/>
                  <a:gd name="T76" fmla="*/ 119 w 177"/>
                  <a:gd name="T77" fmla="*/ 13 h 61"/>
                  <a:gd name="T78" fmla="*/ 121 w 177"/>
                  <a:gd name="T79" fmla="*/ 12 h 61"/>
                  <a:gd name="T80" fmla="*/ 124 w 177"/>
                  <a:gd name="T81" fmla="*/ 10 h 61"/>
                  <a:gd name="T82" fmla="*/ 131 w 177"/>
                  <a:gd name="T83" fmla="*/ 26 h 61"/>
                  <a:gd name="T84" fmla="*/ 126 w 177"/>
                  <a:gd name="T85" fmla="*/ 23 h 61"/>
                  <a:gd name="T86" fmla="*/ 124 w 177"/>
                  <a:gd name="T87" fmla="*/ 23 h 61"/>
                  <a:gd name="T88" fmla="*/ 137 w 177"/>
                  <a:gd name="T89" fmla="*/ 14 h 61"/>
                  <a:gd name="T90" fmla="*/ 133 w 177"/>
                  <a:gd name="T91" fmla="*/ 11 h 61"/>
                  <a:gd name="T92" fmla="*/ 137 w 177"/>
                  <a:gd name="T93" fmla="*/ 32 h 61"/>
                  <a:gd name="T94" fmla="*/ 137 w 177"/>
                  <a:gd name="T95" fmla="*/ 32 h 61"/>
                  <a:gd name="T96" fmla="*/ 145 w 177"/>
                  <a:gd name="T97" fmla="*/ 19 h 61"/>
                  <a:gd name="T98" fmla="*/ 146 w 177"/>
                  <a:gd name="T99" fmla="*/ 19 h 61"/>
                  <a:gd name="T100" fmla="*/ 159 w 177"/>
                  <a:gd name="T101" fmla="*/ 31 h 61"/>
                  <a:gd name="T102" fmla="*/ 149 w 177"/>
                  <a:gd name="T103" fmla="*/ 42 h 61"/>
                  <a:gd name="T104" fmla="*/ 155 w 177"/>
                  <a:gd name="T105" fmla="*/ 27 h 61"/>
                  <a:gd name="T106" fmla="*/ 166 w 177"/>
                  <a:gd name="T107" fmla="*/ 40 h 61"/>
                  <a:gd name="T108" fmla="*/ 160 w 177"/>
                  <a:gd name="T109" fmla="*/ 37 h 61"/>
                  <a:gd name="T110" fmla="*/ 153 w 177"/>
                  <a:gd name="T111" fmla="*/ 46 h 61"/>
                  <a:gd name="T112" fmla="*/ 177 w 177"/>
                  <a:gd name="T113" fmla="*/ 55 h 61"/>
                  <a:gd name="T114" fmla="*/ 162 w 177"/>
                  <a:gd name="T115" fmla="*/ 60 h 61"/>
                  <a:gd name="T116" fmla="*/ 165 w 177"/>
                  <a:gd name="T117" fmla="*/ 55 h 61"/>
                  <a:gd name="T118" fmla="*/ 173 w 177"/>
                  <a:gd name="T119" fmla="*/ 49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77" h="61">
                    <a:moveTo>
                      <a:pt x="6" y="46"/>
                    </a:moveTo>
                    <a:cubicBezTo>
                      <a:pt x="6" y="46"/>
                      <a:pt x="6" y="46"/>
                      <a:pt x="6" y="46"/>
                    </a:cubicBezTo>
                    <a:cubicBezTo>
                      <a:pt x="6" y="46"/>
                      <a:pt x="6" y="46"/>
                      <a:pt x="6" y="46"/>
                    </a:cubicBezTo>
                    <a:cubicBezTo>
                      <a:pt x="6" y="46"/>
                      <a:pt x="6" y="47"/>
                      <a:pt x="6" y="47"/>
                    </a:cubicBezTo>
                    <a:cubicBezTo>
                      <a:pt x="6" y="47"/>
                      <a:pt x="6" y="47"/>
                      <a:pt x="6" y="47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8" y="53"/>
                      <a:pt x="8" y="53"/>
                      <a:pt x="8" y="53"/>
                    </a:cubicBezTo>
                    <a:cubicBezTo>
                      <a:pt x="8" y="54"/>
                      <a:pt x="8" y="54"/>
                      <a:pt x="8" y="54"/>
                    </a:cubicBezTo>
                    <a:cubicBezTo>
                      <a:pt x="15" y="60"/>
                      <a:pt x="15" y="60"/>
                      <a:pt x="15" y="60"/>
                    </a:cubicBezTo>
                    <a:cubicBezTo>
                      <a:pt x="15" y="61"/>
                      <a:pt x="15" y="61"/>
                      <a:pt x="15" y="61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4"/>
                      <a:pt x="2" y="54"/>
                    </a:cubicBezTo>
                    <a:cubicBezTo>
                      <a:pt x="2" y="54"/>
                      <a:pt x="2" y="54"/>
                      <a:pt x="2" y="54"/>
                    </a:cubicBezTo>
                    <a:cubicBezTo>
                      <a:pt x="11" y="58"/>
                      <a:pt x="11" y="58"/>
                      <a:pt x="11" y="58"/>
                    </a:cubicBezTo>
                    <a:cubicBezTo>
                      <a:pt x="12" y="58"/>
                      <a:pt x="12" y="58"/>
                      <a:pt x="12" y="58"/>
                    </a:cubicBezTo>
                    <a:cubicBezTo>
                      <a:pt x="5" y="52"/>
                      <a:pt x="5" y="52"/>
                      <a:pt x="5" y="52"/>
                    </a:cubicBezTo>
                    <a:cubicBezTo>
                      <a:pt x="4" y="52"/>
                      <a:pt x="4" y="52"/>
                      <a:pt x="4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2" y="52"/>
                      <a:pt x="2" y="52"/>
                      <a:pt x="2" y="52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4" y="50"/>
                      <a:pt x="4" y="50"/>
                      <a:pt x="4" y="50"/>
                    </a:cubicBezTo>
                    <a:cubicBezTo>
                      <a:pt x="4" y="50"/>
                      <a:pt x="4" y="50"/>
                      <a:pt x="4" y="50"/>
                    </a:cubicBezTo>
                    <a:cubicBezTo>
                      <a:pt x="4" y="50"/>
                      <a:pt x="4" y="50"/>
                      <a:pt x="4" y="51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6" y="48"/>
                      <a:pt x="6" y="48"/>
                      <a:pt x="6" y="48"/>
                    </a:cubicBezTo>
                    <a:cubicBezTo>
                      <a:pt x="6" y="48"/>
                      <a:pt x="6" y="48"/>
                      <a:pt x="5" y="48"/>
                    </a:cubicBezTo>
                    <a:cubicBezTo>
                      <a:pt x="5" y="48"/>
                      <a:pt x="5" y="48"/>
                      <a:pt x="5" y="48"/>
                    </a:cubicBezTo>
                    <a:cubicBezTo>
                      <a:pt x="5" y="48"/>
                      <a:pt x="5" y="48"/>
                      <a:pt x="5" y="48"/>
                    </a:cubicBezTo>
                    <a:cubicBezTo>
                      <a:pt x="4" y="48"/>
                      <a:pt x="4" y="48"/>
                      <a:pt x="4" y="48"/>
                    </a:cubicBezTo>
                    <a:cubicBezTo>
                      <a:pt x="6" y="46"/>
                      <a:pt x="6" y="46"/>
                      <a:pt x="6" y="46"/>
                    </a:cubicBezTo>
                    <a:close/>
                    <a:moveTo>
                      <a:pt x="22" y="48"/>
                    </a:moveTo>
                    <a:cubicBezTo>
                      <a:pt x="22" y="49"/>
                      <a:pt x="21" y="49"/>
                      <a:pt x="21" y="49"/>
                    </a:cubicBezTo>
                    <a:cubicBezTo>
                      <a:pt x="20" y="50"/>
                      <a:pt x="19" y="49"/>
                      <a:pt x="18" y="48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1"/>
                      <a:pt x="10" y="41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7" y="43"/>
                      <a:pt x="7" y="43"/>
                      <a:pt x="7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9" y="43"/>
                      <a:pt x="9" y="43"/>
                      <a:pt x="9" y="43"/>
                    </a:cubicBezTo>
                    <a:cubicBezTo>
                      <a:pt x="17" y="50"/>
                      <a:pt x="17" y="50"/>
                      <a:pt x="17" y="50"/>
                    </a:cubicBezTo>
                    <a:cubicBezTo>
                      <a:pt x="18" y="50"/>
                      <a:pt x="19" y="51"/>
                      <a:pt x="20" y="50"/>
                    </a:cubicBezTo>
                    <a:cubicBezTo>
                      <a:pt x="21" y="50"/>
                      <a:pt x="22" y="50"/>
                      <a:pt x="23" y="49"/>
                    </a:cubicBezTo>
                    <a:cubicBezTo>
                      <a:pt x="24" y="48"/>
                      <a:pt x="24" y="47"/>
                      <a:pt x="24" y="46"/>
                    </a:cubicBezTo>
                    <a:cubicBezTo>
                      <a:pt x="24" y="45"/>
                      <a:pt x="23" y="44"/>
                      <a:pt x="22" y="43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4" y="35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2" y="38"/>
                      <a:pt x="12" y="38"/>
                      <a:pt x="12" y="38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3" y="37"/>
                      <a:pt x="14" y="37"/>
                      <a:pt x="14" y="37"/>
                    </a:cubicBezTo>
                    <a:cubicBezTo>
                      <a:pt x="22" y="44"/>
                      <a:pt x="22" y="44"/>
                      <a:pt x="22" y="44"/>
                    </a:cubicBezTo>
                    <a:cubicBezTo>
                      <a:pt x="23" y="44"/>
                      <a:pt x="23" y="45"/>
                      <a:pt x="23" y="46"/>
                    </a:cubicBezTo>
                    <a:cubicBezTo>
                      <a:pt x="23" y="47"/>
                      <a:pt x="23" y="47"/>
                      <a:pt x="22" y="48"/>
                    </a:cubicBezTo>
                    <a:close/>
                    <a:moveTo>
                      <a:pt x="33" y="36"/>
                    </a:moveTo>
                    <a:cubicBezTo>
                      <a:pt x="33" y="36"/>
                      <a:pt x="33" y="36"/>
                      <a:pt x="33" y="36"/>
                    </a:cubicBezTo>
                    <a:cubicBezTo>
                      <a:pt x="33" y="36"/>
                      <a:pt x="34" y="36"/>
                      <a:pt x="34" y="36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32" y="39"/>
                      <a:pt x="32" y="39"/>
                      <a:pt x="32" y="39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2" y="38"/>
                      <a:pt x="32" y="37"/>
                      <a:pt x="32" y="37"/>
                    </a:cubicBezTo>
                    <a:cubicBezTo>
                      <a:pt x="32" y="37"/>
                      <a:pt x="32" y="37"/>
                      <a:pt x="32" y="37"/>
                    </a:cubicBezTo>
                    <a:cubicBezTo>
                      <a:pt x="27" y="32"/>
                      <a:pt x="27" y="32"/>
                      <a:pt x="27" y="32"/>
                    </a:cubicBezTo>
                    <a:cubicBezTo>
                      <a:pt x="23" y="36"/>
                      <a:pt x="23" y="36"/>
                      <a:pt x="23" y="36"/>
                    </a:cubicBezTo>
                    <a:cubicBezTo>
                      <a:pt x="28" y="40"/>
                      <a:pt x="28" y="40"/>
                      <a:pt x="28" y="40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8" y="41"/>
                      <a:pt x="29" y="41"/>
                      <a:pt x="29" y="40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30" y="41"/>
                      <a:pt x="30" y="41"/>
                      <a:pt x="30" y="41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2"/>
                      <a:pt x="27" y="42"/>
                      <a:pt x="27" y="42"/>
                    </a:cubicBezTo>
                    <a:cubicBezTo>
                      <a:pt x="27" y="42"/>
                      <a:pt x="27" y="42"/>
                      <a:pt x="27" y="41"/>
                    </a:cubicBezTo>
                    <a:cubicBezTo>
                      <a:pt x="18" y="32"/>
                      <a:pt x="18" y="32"/>
                      <a:pt x="18" y="32"/>
                    </a:cubicBezTo>
                    <a:cubicBezTo>
                      <a:pt x="18" y="32"/>
                      <a:pt x="17" y="32"/>
                      <a:pt x="17" y="32"/>
                    </a:cubicBezTo>
                    <a:cubicBezTo>
                      <a:pt x="17" y="32"/>
                      <a:pt x="17" y="32"/>
                      <a:pt x="17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1"/>
                      <a:pt x="19" y="31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7" y="31"/>
                      <a:pt x="27" y="31"/>
                      <a:pt x="27" y="31"/>
                    </a:cubicBezTo>
                    <a:cubicBezTo>
                      <a:pt x="23" y="27"/>
                      <a:pt x="23" y="27"/>
                      <a:pt x="23" y="27"/>
                    </a:cubicBezTo>
                    <a:cubicBezTo>
                      <a:pt x="23" y="27"/>
                      <a:pt x="22" y="27"/>
                      <a:pt x="22" y="27"/>
                    </a:cubicBezTo>
                    <a:cubicBezTo>
                      <a:pt x="22" y="27"/>
                      <a:pt x="22" y="27"/>
                      <a:pt x="22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6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33" y="36"/>
                      <a:pt x="33" y="36"/>
                      <a:pt x="33" y="36"/>
                    </a:cubicBezTo>
                    <a:close/>
                    <a:moveTo>
                      <a:pt x="38" y="26"/>
                    </a:moveTo>
                    <a:cubicBezTo>
                      <a:pt x="41" y="29"/>
                      <a:pt x="41" y="29"/>
                      <a:pt x="41" y="29"/>
                    </a:cubicBezTo>
                    <a:cubicBezTo>
                      <a:pt x="41" y="29"/>
                      <a:pt x="41" y="30"/>
                      <a:pt x="41" y="30"/>
                    </a:cubicBezTo>
                    <a:cubicBezTo>
                      <a:pt x="41" y="30"/>
                      <a:pt x="41" y="30"/>
                      <a:pt x="41" y="30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3" y="29"/>
                      <a:pt x="42" y="29"/>
                      <a:pt x="42" y="28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5" y="33"/>
                      <a:pt x="35" y="33"/>
                      <a:pt x="35" y="33"/>
                    </a:cubicBezTo>
                    <a:cubicBezTo>
                      <a:pt x="35" y="33"/>
                      <a:pt x="35" y="34"/>
                      <a:pt x="35" y="34"/>
                    </a:cubicBezTo>
                    <a:cubicBezTo>
                      <a:pt x="35" y="34"/>
                      <a:pt x="35" y="34"/>
                      <a:pt x="35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7" y="33"/>
                      <a:pt x="37" y="33"/>
                      <a:pt x="37" y="33"/>
                    </a:cubicBezTo>
                    <a:cubicBezTo>
                      <a:pt x="37" y="33"/>
                      <a:pt x="37" y="33"/>
                      <a:pt x="36" y="33"/>
                    </a:cubicBezTo>
                    <a:cubicBezTo>
                      <a:pt x="36" y="33"/>
                      <a:pt x="36" y="32"/>
                      <a:pt x="36" y="32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8" y="26"/>
                      <a:pt x="38" y="26"/>
                      <a:pt x="38" y="26"/>
                    </a:cubicBezTo>
                    <a:close/>
                    <a:moveTo>
                      <a:pt x="31" y="21"/>
                    </a:moveTo>
                    <a:cubicBezTo>
                      <a:pt x="31" y="21"/>
                      <a:pt x="31" y="21"/>
                      <a:pt x="31" y="21"/>
                    </a:cubicBezTo>
                    <a:cubicBezTo>
                      <a:pt x="34" y="28"/>
                      <a:pt x="34" y="28"/>
                      <a:pt x="34" y="28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1" y="21"/>
                      <a:pt x="31" y="21"/>
                      <a:pt x="31" y="21"/>
                    </a:cubicBezTo>
                    <a:close/>
                    <a:moveTo>
                      <a:pt x="51" y="21"/>
                    </a:moveTo>
                    <a:cubicBezTo>
                      <a:pt x="51" y="21"/>
                      <a:pt x="51" y="21"/>
                      <a:pt x="51" y="2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6" y="11"/>
                      <a:pt x="45" y="11"/>
                    </a:cubicBezTo>
                    <a:cubicBezTo>
                      <a:pt x="45" y="11"/>
                      <a:pt x="45" y="11"/>
                      <a:pt x="45" y="11"/>
                    </a:cubicBezTo>
                    <a:cubicBezTo>
                      <a:pt x="44" y="11"/>
                      <a:pt x="44" y="11"/>
                      <a:pt x="44" y="11"/>
                    </a:cubicBezTo>
                    <a:cubicBezTo>
                      <a:pt x="48" y="9"/>
                      <a:pt x="48" y="9"/>
                      <a:pt x="48" y="9"/>
                    </a:cubicBezTo>
                    <a:cubicBezTo>
                      <a:pt x="48" y="10"/>
                      <a:pt x="48" y="10"/>
                      <a:pt x="48" y="1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47" y="10"/>
                      <a:pt x="47" y="11"/>
                      <a:pt x="47" y="11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7" y="26"/>
                      <a:pt x="47" y="26"/>
                      <a:pt x="47" y="26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5" y="28"/>
                      <a:pt x="45" y="28"/>
                      <a:pt x="45" y="28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6" y="27"/>
                      <a:pt x="46" y="26"/>
                      <a:pt x="45" y="26"/>
                    </a:cubicBezTo>
                    <a:cubicBezTo>
                      <a:pt x="39" y="15"/>
                      <a:pt x="39" y="15"/>
                      <a:pt x="39" y="15"/>
                    </a:cubicBezTo>
                    <a:cubicBezTo>
                      <a:pt x="39" y="14"/>
                      <a:pt x="39" y="14"/>
                      <a:pt x="39" y="14"/>
                    </a:cubicBezTo>
                    <a:cubicBezTo>
                      <a:pt x="39" y="14"/>
                      <a:pt x="39" y="14"/>
                      <a:pt x="38" y="14"/>
                    </a:cubicBezTo>
                    <a:cubicBezTo>
                      <a:pt x="38" y="15"/>
                      <a:pt x="38" y="15"/>
                      <a:pt x="38" y="15"/>
                    </a:cubicBezTo>
                    <a:cubicBezTo>
                      <a:pt x="37" y="14"/>
                      <a:pt x="37" y="14"/>
                      <a:pt x="37" y="14"/>
                    </a:cubicBezTo>
                    <a:cubicBezTo>
                      <a:pt x="40" y="13"/>
                      <a:pt x="40" y="13"/>
                      <a:pt x="40" y="13"/>
                    </a:cubicBezTo>
                    <a:cubicBezTo>
                      <a:pt x="51" y="21"/>
                      <a:pt x="51" y="21"/>
                      <a:pt x="51" y="21"/>
                    </a:cubicBezTo>
                    <a:close/>
                    <a:moveTo>
                      <a:pt x="70" y="17"/>
                    </a:moveTo>
                    <a:cubicBezTo>
                      <a:pt x="70" y="17"/>
                      <a:pt x="71" y="17"/>
                      <a:pt x="72" y="16"/>
                    </a:cubicBezTo>
                    <a:cubicBezTo>
                      <a:pt x="72" y="15"/>
                      <a:pt x="72" y="14"/>
                      <a:pt x="72" y="14"/>
                    </a:cubicBezTo>
                    <a:cubicBezTo>
                      <a:pt x="70" y="3"/>
                      <a:pt x="70" y="3"/>
                      <a:pt x="70" y="3"/>
                    </a:cubicBezTo>
                    <a:cubicBezTo>
                      <a:pt x="70" y="3"/>
                      <a:pt x="69" y="3"/>
                      <a:pt x="69" y="3"/>
                    </a:cubicBezTo>
                    <a:cubicBezTo>
                      <a:pt x="69" y="3"/>
                      <a:pt x="69" y="3"/>
                      <a:pt x="69" y="3"/>
                    </a:cubicBezTo>
                    <a:cubicBezTo>
                      <a:pt x="68" y="3"/>
                      <a:pt x="68" y="3"/>
                      <a:pt x="68" y="3"/>
                    </a:cubicBezTo>
                    <a:cubicBezTo>
                      <a:pt x="68" y="2"/>
                      <a:pt x="68" y="2"/>
                      <a:pt x="68" y="2"/>
                    </a:cubicBezTo>
                    <a:cubicBezTo>
                      <a:pt x="71" y="1"/>
                      <a:pt x="71" y="1"/>
                      <a:pt x="71" y="1"/>
                    </a:cubicBezTo>
                    <a:cubicBezTo>
                      <a:pt x="71" y="2"/>
                      <a:pt x="71" y="2"/>
                      <a:pt x="71" y="2"/>
                    </a:cubicBezTo>
                    <a:cubicBezTo>
                      <a:pt x="71" y="2"/>
                      <a:pt x="71" y="2"/>
                      <a:pt x="71" y="2"/>
                    </a:cubicBezTo>
                    <a:cubicBezTo>
                      <a:pt x="71" y="2"/>
                      <a:pt x="70" y="2"/>
                      <a:pt x="70" y="2"/>
                    </a:cubicBezTo>
                    <a:cubicBezTo>
                      <a:pt x="70" y="3"/>
                      <a:pt x="70" y="3"/>
                      <a:pt x="70" y="3"/>
                    </a:cubicBezTo>
                    <a:cubicBezTo>
                      <a:pt x="73" y="13"/>
                      <a:pt x="73" y="13"/>
                      <a:pt x="73" y="13"/>
                    </a:cubicBezTo>
                    <a:cubicBezTo>
                      <a:pt x="73" y="15"/>
                      <a:pt x="73" y="16"/>
                      <a:pt x="72" y="16"/>
                    </a:cubicBezTo>
                    <a:cubicBezTo>
                      <a:pt x="71" y="17"/>
                      <a:pt x="71" y="18"/>
                      <a:pt x="70" y="18"/>
                    </a:cubicBezTo>
                    <a:cubicBezTo>
                      <a:pt x="68" y="18"/>
                      <a:pt x="67" y="18"/>
                      <a:pt x="66" y="18"/>
                    </a:cubicBezTo>
                    <a:cubicBezTo>
                      <a:pt x="66" y="17"/>
                      <a:pt x="65" y="17"/>
                      <a:pt x="65" y="15"/>
                    </a:cubicBezTo>
                    <a:cubicBezTo>
                      <a:pt x="62" y="5"/>
                      <a:pt x="62" y="5"/>
                      <a:pt x="62" y="5"/>
                    </a:cubicBezTo>
                    <a:cubicBezTo>
                      <a:pt x="62" y="5"/>
                      <a:pt x="62" y="4"/>
                      <a:pt x="62" y="4"/>
                    </a:cubicBezTo>
                    <a:cubicBezTo>
                      <a:pt x="62" y="4"/>
                      <a:pt x="62" y="4"/>
                      <a:pt x="61" y="4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5" y="3"/>
                      <a:pt x="65" y="3"/>
                      <a:pt x="65" y="3"/>
                    </a:cubicBezTo>
                    <a:cubicBezTo>
                      <a:pt x="65" y="4"/>
                      <a:pt x="65" y="4"/>
                      <a:pt x="65" y="4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4"/>
                      <a:pt x="64" y="4"/>
                      <a:pt x="64" y="5"/>
                    </a:cubicBezTo>
                    <a:cubicBezTo>
                      <a:pt x="66" y="15"/>
                      <a:pt x="66" y="15"/>
                      <a:pt x="66" y="15"/>
                    </a:cubicBezTo>
                    <a:cubicBezTo>
                      <a:pt x="66" y="16"/>
                      <a:pt x="67" y="17"/>
                      <a:pt x="67" y="17"/>
                    </a:cubicBezTo>
                    <a:cubicBezTo>
                      <a:pt x="68" y="18"/>
                      <a:pt x="69" y="18"/>
                      <a:pt x="70" y="17"/>
                    </a:cubicBezTo>
                    <a:close/>
                    <a:moveTo>
                      <a:pt x="84" y="12"/>
                    </a:moveTo>
                    <a:cubicBezTo>
                      <a:pt x="84" y="12"/>
                      <a:pt x="84" y="12"/>
                      <a:pt x="84" y="12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4" y="1"/>
                      <a:pt x="84" y="1"/>
                      <a:pt x="83" y="1"/>
                    </a:cubicBezTo>
                    <a:cubicBezTo>
                      <a:pt x="83" y="1"/>
                      <a:pt x="83" y="1"/>
                      <a:pt x="83" y="1"/>
                    </a:cubicBezTo>
                    <a:cubicBezTo>
                      <a:pt x="82" y="1"/>
                      <a:pt x="82" y="1"/>
                      <a:pt x="82" y="1"/>
                    </a:cubicBezTo>
                    <a:cubicBezTo>
                      <a:pt x="82" y="0"/>
                      <a:pt x="82" y="0"/>
                      <a:pt x="82" y="0"/>
                    </a:cubicBezTo>
                    <a:cubicBezTo>
                      <a:pt x="86" y="0"/>
                      <a:pt x="86" y="0"/>
                      <a:pt x="86" y="0"/>
                    </a:cubicBezTo>
                    <a:cubicBezTo>
                      <a:pt x="86" y="1"/>
                      <a:pt x="86" y="1"/>
                      <a:pt x="86" y="1"/>
                    </a:cubicBezTo>
                    <a:cubicBezTo>
                      <a:pt x="85" y="1"/>
                      <a:pt x="85" y="1"/>
                      <a:pt x="85" y="1"/>
                    </a:cubicBezTo>
                    <a:cubicBezTo>
                      <a:pt x="85" y="1"/>
                      <a:pt x="85" y="1"/>
                      <a:pt x="84" y="1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77" y="3"/>
                      <a:pt x="77" y="3"/>
                      <a:pt x="77" y="3"/>
                    </a:cubicBezTo>
                    <a:cubicBezTo>
                      <a:pt x="77" y="3"/>
                      <a:pt x="77" y="3"/>
                      <a:pt x="77" y="3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77" y="15"/>
                      <a:pt x="78" y="15"/>
                      <a:pt x="78" y="16"/>
                    </a:cubicBezTo>
                    <a:cubicBezTo>
                      <a:pt x="78" y="16"/>
                      <a:pt x="78" y="16"/>
                      <a:pt x="78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76" y="16"/>
                      <a:pt x="76" y="16"/>
                      <a:pt x="76" y="16"/>
                    </a:cubicBezTo>
                    <a:cubicBezTo>
                      <a:pt x="76" y="16"/>
                      <a:pt x="77" y="16"/>
                      <a:pt x="77" y="16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76" y="2"/>
                      <a:pt x="76" y="2"/>
                      <a:pt x="76" y="2"/>
                    </a:cubicBezTo>
                    <a:cubicBezTo>
                      <a:pt x="76" y="2"/>
                      <a:pt x="76" y="2"/>
                      <a:pt x="76" y="1"/>
                    </a:cubicBezTo>
                    <a:cubicBezTo>
                      <a:pt x="76" y="1"/>
                      <a:pt x="75" y="1"/>
                      <a:pt x="75" y="1"/>
                    </a:cubicBezTo>
                    <a:cubicBezTo>
                      <a:pt x="74" y="1"/>
                      <a:pt x="74" y="1"/>
                      <a:pt x="74" y="1"/>
                    </a:cubicBezTo>
                    <a:cubicBezTo>
                      <a:pt x="74" y="1"/>
                      <a:pt x="74" y="1"/>
                      <a:pt x="74" y="1"/>
                    </a:cubicBezTo>
                    <a:cubicBezTo>
                      <a:pt x="77" y="1"/>
                      <a:pt x="77" y="1"/>
                      <a:pt x="77" y="1"/>
                    </a:cubicBezTo>
                    <a:cubicBezTo>
                      <a:pt x="84" y="12"/>
                      <a:pt x="84" y="12"/>
                      <a:pt x="84" y="12"/>
                    </a:cubicBezTo>
                    <a:close/>
                    <a:moveTo>
                      <a:pt x="90" y="1"/>
                    </a:moveTo>
                    <a:cubicBezTo>
                      <a:pt x="90" y="0"/>
                      <a:pt x="90" y="0"/>
                      <a:pt x="90" y="0"/>
                    </a:cubicBezTo>
                    <a:cubicBezTo>
                      <a:pt x="98" y="1"/>
                      <a:pt x="98" y="1"/>
                      <a:pt x="98" y="1"/>
                    </a:cubicBezTo>
                    <a:cubicBezTo>
                      <a:pt x="98" y="1"/>
                      <a:pt x="98" y="1"/>
                      <a:pt x="98" y="1"/>
                    </a:cubicBezTo>
                    <a:cubicBezTo>
                      <a:pt x="96" y="1"/>
                      <a:pt x="96" y="1"/>
                      <a:pt x="96" y="1"/>
                    </a:cubicBezTo>
                    <a:cubicBezTo>
                      <a:pt x="95" y="1"/>
                      <a:pt x="95" y="1"/>
                      <a:pt x="95" y="1"/>
                    </a:cubicBezTo>
                    <a:cubicBezTo>
                      <a:pt x="95" y="1"/>
                      <a:pt x="95" y="1"/>
                      <a:pt x="95" y="2"/>
                    </a:cubicBezTo>
                    <a:cubicBezTo>
                      <a:pt x="94" y="15"/>
                      <a:pt x="94" y="15"/>
                      <a:pt x="94" y="15"/>
                    </a:cubicBezTo>
                    <a:cubicBezTo>
                      <a:pt x="94" y="15"/>
                      <a:pt x="94" y="15"/>
                      <a:pt x="94" y="15"/>
                    </a:cubicBezTo>
                    <a:cubicBezTo>
                      <a:pt x="94" y="15"/>
                      <a:pt x="94" y="15"/>
                      <a:pt x="95" y="15"/>
                    </a:cubicBezTo>
                    <a:cubicBezTo>
                      <a:pt x="97" y="16"/>
                      <a:pt x="97" y="16"/>
                      <a:pt x="97" y="16"/>
                    </a:cubicBezTo>
                    <a:cubicBezTo>
                      <a:pt x="97" y="16"/>
                      <a:pt x="97" y="16"/>
                      <a:pt x="97" y="16"/>
                    </a:cubicBezTo>
                    <a:cubicBezTo>
                      <a:pt x="89" y="16"/>
                      <a:pt x="89" y="16"/>
                      <a:pt x="89" y="16"/>
                    </a:cubicBezTo>
                    <a:cubicBezTo>
                      <a:pt x="89" y="15"/>
                      <a:pt x="89" y="15"/>
                      <a:pt x="89" y="15"/>
                    </a:cubicBezTo>
                    <a:cubicBezTo>
                      <a:pt x="91" y="15"/>
                      <a:pt x="91" y="15"/>
                      <a:pt x="91" y="15"/>
                    </a:cubicBezTo>
                    <a:cubicBezTo>
                      <a:pt x="92" y="15"/>
                      <a:pt x="92" y="15"/>
                      <a:pt x="92" y="15"/>
                    </a:cubicBezTo>
                    <a:cubicBezTo>
                      <a:pt x="92" y="15"/>
                      <a:pt x="92" y="15"/>
                      <a:pt x="92" y="15"/>
                    </a:cubicBezTo>
                    <a:cubicBezTo>
                      <a:pt x="93" y="2"/>
                      <a:pt x="93" y="2"/>
                      <a:pt x="93" y="2"/>
                    </a:cubicBezTo>
                    <a:cubicBezTo>
                      <a:pt x="93" y="1"/>
                      <a:pt x="93" y="1"/>
                      <a:pt x="93" y="1"/>
                    </a:cubicBezTo>
                    <a:cubicBezTo>
                      <a:pt x="93" y="1"/>
                      <a:pt x="93" y="1"/>
                      <a:pt x="92" y="1"/>
                    </a:cubicBezTo>
                    <a:cubicBezTo>
                      <a:pt x="90" y="1"/>
                      <a:pt x="90" y="1"/>
                      <a:pt x="90" y="1"/>
                    </a:cubicBezTo>
                    <a:close/>
                    <a:moveTo>
                      <a:pt x="109" y="3"/>
                    </a:moveTo>
                    <a:cubicBezTo>
                      <a:pt x="109" y="2"/>
                      <a:pt x="109" y="2"/>
                      <a:pt x="109" y="2"/>
                    </a:cubicBezTo>
                    <a:cubicBezTo>
                      <a:pt x="113" y="3"/>
                      <a:pt x="113" y="3"/>
                      <a:pt x="113" y="3"/>
                    </a:cubicBezTo>
                    <a:cubicBezTo>
                      <a:pt x="113" y="3"/>
                      <a:pt x="113" y="3"/>
                      <a:pt x="113" y="3"/>
                    </a:cubicBezTo>
                    <a:cubicBezTo>
                      <a:pt x="112" y="3"/>
                      <a:pt x="112" y="3"/>
                      <a:pt x="112" y="3"/>
                    </a:cubicBezTo>
                    <a:cubicBezTo>
                      <a:pt x="112" y="3"/>
                      <a:pt x="112" y="3"/>
                      <a:pt x="111" y="4"/>
                    </a:cubicBezTo>
                    <a:cubicBezTo>
                      <a:pt x="111" y="4"/>
                      <a:pt x="111" y="4"/>
                      <a:pt x="111" y="4"/>
                    </a:cubicBezTo>
                    <a:cubicBezTo>
                      <a:pt x="105" y="17"/>
                      <a:pt x="105" y="17"/>
                      <a:pt x="105" y="17"/>
                    </a:cubicBezTo>
                    <a:cubicBezTo>
                      <a:pt x="104" y="17"/>
                      <a:pt x="104" y="17"/>
                      <a:pt x="104" y="17"/>
                    </a:cubicBezTo>
                    <a:cubicBezTo>
                      <a:pt x="103" y="3"/>
                      <a:pt x="103" y="3"/>
                      <a:pt x="103" y="3"/>
                    </a:cubicBezTo>
                    <a:cubicBezTo>
                      <a:pt x="103" y="3"/>
                      <a:pt x="103" y="2"/>
                      <a:pt x="103" y="2"/>
                    </a:cubicBezTo>
                    <a:cubicBezTo>
                      <a:pt x="103" y="2"/>
                      <a:pt x="103" y="2"/>
                      <a:pt x="102" y="2"/>
                    </a:cubicBezTo>
                    <a:cubicBezTo>
                      <a:pt x="102" y="2"/>
                      <a:pt x="102" y="2"/>
                      <a:pt x="102" y="2"/>
                    </a:cubicBezTo>
                    <a:cubicBezTo>
                      <a:pt x="102" y="1"/>
                      <a:pt x="102" y="1"/>
                      <a:pt x="102" y="1"/>
                    </a:cubicBezTo>
                    <a:cubicBezTo>
                      <a:pt x="106" y="2"/>
                      <a:pt x="106" y="2"/>
                      <a:pt x="106" y="2"/>
                    </a:cubicBezTo>
                    <a:cubicBezTo>
                      <a:pt x="106" y="2"/>
                      <a:pt x="106" y="2"/>
                      <a:pt x="106" y="2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5" y="3"/>
                      <a:pt x="105" y="3"/>
                      <a:pt x="105" y="3"/>
                    </a:cubicBezTo>
                    <a:cubicBezTo>
                      <a:pt x="105" y="14"/>
                      <a:pt x="105" y="14"/>
                      <a:pt x="105" y="14"/>
                    </a:cubicBezTo>
                    <a:cubicBezTo>
                      <a:pt x="106" y="14"/>
                      <a:pt x="106" y="14"/>
                      <a:pt x="106" y="14"/>
                    </a:cubicBezTo>
                    <a:cubicBezTo>
                      <a:pt x="110" y="4"/>
                      <a:pt x="110" y="4"/>
                      <a:pt x="110" y="4"/>
                    </a:cubicBezTo>
                    <a:cubicBezTo>
                      <a:pt x="110" y="4"/>
                      <a:pt x="110" y="4"/>
                      <a:pt x="110" y="3"/>
                    </a:cubicBezTo>
                    <a:cubicBezTo>
                      <a:pt x="110" y="3"/>
                      <a:pt x="110" y="3"/>
                      <a:pt x="110" y="3"/>
                    </a:cubicBezTo>
                    <a:cubicBezTo>
                      <a:pt x="109" y="3"/>
                      <a:pt x="109" y="3"/>
                      <a:pt x="109" y="3"/>
                    </a:cubicBezTo>
                    <a:close/>
                    <a:moveTo>
                      <a:pt x="116" y="5"/>
                    </a:moveTo>
                    <a:cubicBezTo>
                      <a:pt x="116" y="5"/>
                      <a:pt x="116" y="5"/>
                      <a:pt x="116" y="5"/>
                    </a:cubicBezTo>
                    <a:cubicBezTo>
                      <a:pt x="117" y="5"/>
                      <a:pt x="117" y="5"/>
                      <a:pt x="117" y="5"/>
                    </a:cubicBezTo>
                    <a:cubicBezTo>
                      <a:pt x="117" y="5"/>
                      <a:pt x="117" y="6"/>
                      <a:pt x="117" y="6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9"/>
                      <a:pt x="113" y="19"/>
                    </a:cubicBezTo>
                    <a:cubicBezTo>
                      <a:pt x="112" y="19"/>
                      <a:pt x="112" y="19"/>
                      <a:pt x="112" y="19"/>
                    </a:cubicBezTo>
                    <a:cubicBezTo>
                      <a:pt x="111" y="18"/>
                      <a:pt x="111" y="18"/>
                      <a:pt x="111" y="18"/>
                    </a:cubicBezTo>
                    <a:cubicBezTo>
                      <a:pt x="111" y="19"/>
                      <a:pt x="111" y="19"/>
                      <a:pt x="111" y="19"/>
                    </a:cubicBezTo>
                    <a:cubicBezTo>
                      <a:pt x="120" y="22"/>
                      <a:pt x="120" y="22"/>
                      <a:pt x="120" y="22"/>
                    </a:cubicBezTo>
                    <a:cubicBezTo>
                      <a:pt x="122" y="19"/>
                      <a:pt x="122" y="19"/>
                      <a:pt x="122" y="19"/>
                    </a:cubicBezTo>
                    <a:cubicBezTo>
                      <a:pt x="122" y="18"/>
                      <a:pt x="122" y="18"/>
                      <a:pt x="122" y="18"/>
                    </a:cubicBezTo>
                    <a:cubicBezTo>
                      <a:pt x="121" y="19"/>
                      <a:pt x="120" y="20"/>
                      <a:pt x="120" y="20"/>
                    </a:cubicBezTo>
                    <a:cubicBezTo>
                      <a:pt x="119" y="21"/>
                      <a:pt x="118" y="21"/>
                      <a:pt x="117" y="20"/>
                    </a:cubicBezTo>
                    <a:cubicBezTo>
                      <a:pt x="115" y="20"/>
                      <a:pt x="115" y="20"/>
                      <a:pt x="115" y="20"/>
                    </a:cubicBezTo>
                    <a:cubicBezTo>
                      <a:pt x="115" y="20"/>
                      <a:pt x="114" y="19"/>
                      <a:pt x="114" y="19"/>
                    </a:cubicBezTo>
                    <a:cubicBezTo>
                      <a:pt x="114" y="19"/>
                      <a:pt x="114" y="19"/>
                      <a:pt x="114" y="19"/>
                    </a:cubicBezTo>
                    <a:cubicBezTo>
                      <a:pt x="116" y="12"/>
                      <a:pt x="116" y="12"/>
                      <a:pt x="116" y="12"/>
                    </a:cubicBezTo>
                    <a:cubicBezTo>
                      <a:pt x="119" y="13"/>
                      <a:pt x="119" y="13"/>
                      <a:pt x="119" y="13"/>
                    </a:cubicBezTo>
                    <a:cubicBezTo>
                      <a:pt x="120" y="13"/>
                      <a:pt x="120" y="13"/>
                      <a:pt x="120" y="14"/>
                    </a:cubicBezTo>
                    <a:cubicBezTo>
                      <a:pt x="120" y="14"/>
                      <a:pt x="120" y="15"/>
                      <a:pt x="120" y="15"/>
                    </a:cubicBezTo>
                    <a:cubicBezTo>
                      <a:pt x="120" y="16"/>
                      <a:pt x="120" y="16"/>
                      <a:pt x="120" y="16"/>
                    </a:cubicBezTo>
                    <a:cubicBezTo>
                      <a:pt x="120" y="16"/>
                      <a:pt x="120" y="16"/>
                      <a:pt x="120" y="16"/>
                    </a:cubicBezTo>
                    <a:cubicBezTo>
                      <a:pt x="122" y="11"/>
                      <a:pt x="122" y="11"/>
                      <a:pt x="122" y="11"/>
                    </a:cubicBezTo>
                    <a:cubicBezTo>
                      <a:pt x="122" y="11"/>
                      <a:pt x="122" y="11"/>
                      <a:pt x="122" y="11"/>
                    </a:cubicBezTo>
                    <a:cubicBezTo>
                      <a:pt x="121" y="11"/>
                      <a:pt x="121" y="11"/>
                      <a:pt x="121" y="11"/>
                    </a:cubicBezTo>
                    <a:cubicBezTo>
                      <a:pt x="121" y="12"/>
                      <a:pt x="121" y="12"/>
                      <a:pt x="121" y="12"/>
                    </a:cubicBezTo>
                    <a:cubicBezTo>
                      <a:pt x="120" y="13"/>
                      <a:pt x="120" y="13"/>
                      <a:pt x="119" y="12"/>
                    </a:cubicBezTo>
                    <a:cubicBezTo>
                      <a:pt x="117" y="12"/>
                      <a:pt x="117" y="12"/>
                      <a:pt x="117" y="12"/>
                    </a:cubicBezTo>
                    <a:cubicBezTo>
                      <a:pt x="118" y="6"/>
                      <a:pt x="118" y="6"/>
                      <a:pt x="118" y="6"/>
                    </a:cubicBezTo>
                    <a:cubicBezTo>
                      <a:pt x="118" y="6"/>
                      <a:pt x="119" y="6"/>
                      <a:pt x="119" y="6"/>
                    </a:cubicBezTo>
                    <a:cubicBezTo>
                      <a:pt x="119" y="6"/>
                      <a:pt x="119" y="6"/>
                      <a:pt x="119" y="6"/>
                    </a:cubicBezTo>
                    <a:cubicBezTo>
                      <a:pt x="122" y="7"/>
                      <a:pt x="122" y="7"/>
                      <a:pt x="122" y="7"/>
                    </a:cubicBezTo>
                    <a:cubicBezTo>
                      <a:pt x="122" y="7"/>
                      <a:pt x="123" y="7"/>
                      <a:pt x="123" y="8"/>
                    </a:cubicBezTo>
                    <a:cubicBezTo>
                      <a:pt x="124" y="8"/>
                      <a:pt x="124" y="9"/>
                      <a:pt x="124" y="10"/>
                    </a:cubicBezTo>
                    <a:cubicBezTo>
                      <a:pt x="125" y="10"/>
                      <a:pt x="125" y="10"/>
                      <a:pt x="125" y="10"/>
                    </a:cubicBezTo>
                    <a:cubicBezTo>
                      <a:pt x="125" y="7"/>
                      <a:pt x="125" y="7"/>
                      <a:pt x="125" y="7"/>
                    </a:cubicBezTo>
                    <a:cubicBezTo>
                      <a:pt x="116" y="4"/>
                      <a:pt x="116" y="4"/>
                      <a:pt x="116" y="4"/>
                    </a:cubicBezTo>
                    <a:cubicBezTo>
                      <a:pt x="116" y="5"/>
                      <a:pt x="116" y="5"/>
                      <a:pt x="116" y="5"/>
                    </a:cubicBezTo>
                    <a:close/>
                    <a:moveTo>
                      <a:pt x="136" y="17"/>
                    </a:moveTo>
                    <a:cubicBezTo>
                      <a:pt x="136" y="18"/>
                      <a:pt x="135" y="19"/>
                      <a:pt x="134" y="19"/>
                    </a:cubicBezTo>
                    <a:cubicBezTo>
                      <a:pt x="133" y="19"/>
                      <a:pt x="133" y="19"/>
                      <a:pt x="132" y="19"/>
                    </a:cubicBezTo>
                    <a:cubicBezTo>
                      <a:pt x="131" y="26"/>
                      <a:pt x="131" y="26"/>
                      <a:pt x="131" y="26"/>
                    </a:cubicBezTo>
                    <a:cubicBezTo>
                      <a:pt x="131" y="26"/>
                      <a:pt x="131" y="27"/>
                      <a:pt x="131" y="27"/>
                    </a:cubicBezTo>
                    <a:cubicBezTo>
                      <a:pt x="131" y="27"/>
                      <a:pt x="131" y="27"/>
                      <a:pt x="132" y="27"/>
                    </a:cubicBezTo>
                    <a:cubicBezTo>
                      <a:pt x="132" y="27"/>
                      <a:pt x="132" y="27"/>
                      <a:pt x="132" y="27"/>
                    </a:cubicBezTo>
                    <a:cubicBezTo>
                      <a:pt x="132" y="28"/>
                      <a:pt x="132" y="28"/>
                      <a:pt x="132" y="28"/>
                    </a:cubicBezTo>
                    <a:cubicBezTo>
                      <a:pt x="130" y="27"/>
                      <a:pt x="130" y="27"/>
                      <a:pt x="130" y="27"/>
                    </a:cubicBezTo>
                    <a:cubicBezTo>
                      <a:pt x="130" y="18"/>
                      <a:pt x="130" y="18"/>
                      <a:pt x="130" y="18"/>
                    </a:cubicBezTo>
                    <a:cubicBezTo>
                      <a:pt x="129" y="17"/>
                      <a:pt x="129" y="17"/>
                      <a:pt x="129" y="17"/>
                    </a:cubicBezTo>
                    <a:cubicBezTo>
                      <a:pt x="126" y="23"/>
                      <a:pt x="126" y="23"/>
                      <a:pt x="126" y="23"/>
                    </a:cubicBezTo>
                    <a:cubicBezTo>
                      <a:pt x="125" y="24"/>
                      <a:pt x="125" y="24"/>
                      <a:pt x="126" y="24"/>
                    </a:cubicBezTo>
                    <a:cubicBezTo>
                      <a:pt x="126" y="24"/>
                      <a:pt x="126" y="24"/>
                      <a:pt x="126" y="24"/>
                    </a:cubicBezTo>
                    <a:cubicBezTo>
                      <a:pt x="126" y="25"/>
                      <a:pt x="126" y="25"/>
                      <a:pt x="126" y="25"/>
                    </a:cubicBezTo>
                    <a:cubicBezTo>
                      <a:pt x="126" y="25"/>
                      <a:pt x="126" y="25"/>
                      <a:pt x="126" y="25"/>
                    </a:cubicBezTo>
                    <a:cubicBezTo>
                      <a:pt x="122" y="23"/>
                      <a:pt x="122" y="23"/>
                      <a:pt x="122" y="23"/>
                    </a:cubicBezTo>
                    <a:cubicBezTo>
                      <a:pt x="123" y="23"/>
                      <a:pt x="123" y="23"/>
                      <a:pt x="123" y="23"/>
                    </a:cubicBezTo>
                    <a:cubicBezTo>
                      <a:pt x="123" y="23"/>
                      <a:pt x="123" y="23"/>
                      <a:pt x="123" y="23"/>
                    </a:cubicBezTo>
                    <a:cubicBezTo>
                      <a:pt x="123" y="23"/>
                      <a:pt x="124" y="23"/>
                      <a:pt x="124" y="23"/>
                    </a:cubicBezTo>
                    <a:cubicBezTo>
                      <a:pt x="124" y="23"/>
                      <a:pt x="124" y="23"/>
                      <a:pt x="124" y="23"/>
                    </a:cubicBezTo>
                    <a:cubicBezTo>
                      <a:pt x="130" y="11"/>
                      <a:pt x="130" y="11"/>
                      <a:pt x="130" y="11"/>
                    </a:cubicBezTo>
                    <a:cubicBezTo>
                      <a:pt x="130" y="11"/>
                      <a:pt x="130" y="11"/>
                      <a:pt x="130" y="10"/>
                    </a:cubicBezTo>
                    <a:cubicBezTo>
                      <a:pt x="130" y="10"/>
                      <a:pt x="130" y="10"/>
                      <a:pt x="130" y="10"/>
                    </a:cubicBezTo>
                    <a:cubicBezTo>
                      <a:pt x="129" y="10"/>
                      <a:pt x="129" y="10"/>
                      <a:pt x="129" y="10"/>
                    </a:cubicBezTo>
                    <a:cubicBezTo>
                      <a:pt x="130" y="9"/>
                      <a:pt x="130" y="9"/>
                      <a:pt x="130" y="9"/>
                    </a:cubicBezTo>
                    <a:cubicBezTo>
                      <a:pt x="134" y="12"/>
                      <a:pt x="134" y="12"/>
                      <a:pt x="134" y="12"/>
                    </a:cubicBezTo>
                    <a:cubicBezTo>
                      <a:pt x="135" y="12"/>
                      <a:pt x="136" y="13"/>
                      <a:pt x="137" y="14"/>
                    </a:cubicBezTo>
                    <a:cubicBezTo>
                      <a:pt x="137" y="15"/>
                      <a:pt x="137" y="16"/>
                      <a:pt x="136" y="17"/>
                    </a:cubicBezTo>
                    <a:close/>
                    <a:moveTo>
                      <a:pt x="129" y="17"/>
                    </a:moveTo>
                    <a:cubicBezTo>
                      <a:pt x="131" y="18"/>
                      <a:pt x="131" y="18"/>
                      <a:pt x="131" y="18"/>
                    </a:cubicBezTo>
                    <a:cubicBezTo>
                      <a:pt x="131" y="18"/>
                      <a:pt x="132" y="18"/>
                      <a:pt x="133" y="18"/>
                    </a:cubicBezTo>
                    <a:cubicBezTo>
                      <a:pt x="134" y="18"/>
                      <a:pt x="134" y="17"/>
                      <a:pt x="135" y="16"/>
                    </a:cubicBezTo>
                    <a:cubicBezTo>
                      <a:pt x="135" y="15"/>
                      <a:pt x="136" y="15"/>
                      <a:pt x="135" y="14"/>
                    </a:cubicBezTo>
                    <a:cubicBezTo>
                      <a:pt x="135" y="13"/>
                      <a:pt x="135" y="12"/>
                      <a:pt x="133" y="12"/>
                    </a:cubicBezTo>
                    <a:cubicBezTo>
                      <a:pt x="133" y="11"/>
                      <a:pt x="133" y="11"/>
                      <a:pt x="133" y="11"/>
                    </a:cubicBezTo>
                    <a:cubicBezTo>
                      <a:pt x="132" y="11"/>
                      <a:pt x="132" y="11"/>
                      <a:pt x="132" y="11"/>
                    </a:cubicBezTo>
                    <a:cubicBezTo>
                      <a:pt x="132" y="11"/>
                      <a:pt x="132" y="11"/>
                      <a:pt x="132" y="12"/>
                    </a:cubicBezTo>
                    <a:cubicBezTo>
                      <a:pt x="129" y="17"/>
                      <a:pt x="129" y="17"/>
                      <a:pt x="129" y="17"/>
                    </a:cubicBezTo>
                    <a:close/>
                    <a:moveTo>
                      <a:pt x="141" y="25"/>
                    </a:moveTo>
                    <a:cubicBezTo>
                      <a:pt x="142" y="27"/>
                      <a:pt x="142" y="28"/>
                      <a:pt x="142" y="28"/>
                    </a:cubicBezTo>
                    <a:cubicBezTo>
                      <a:pt x="142" y="29"/>
                      <a:pt x="142" y="30"/>
                      <a:pt x="142" y="30"/>
                    </a:cubicBezTo>
                    <a:cubicBezTo>
                      <a:pt x="141" y="31"/>
                      <a:pt x="141" y="32"/>
                      <a:pt x="140" y="32"/>
                    </a:cubicBezTo>
                    <a:cubicBezTo>
                      <a:pt x="139" y="32"/>
                      <a:pt x="138" y="32"/>
                      <a:pt x="137" y="32"/>
                    </a:cubicBezTo>
                    <a:cubicBezTo>
                      <a:pt x="137" y="31"/>
                      <a:pt x="136" y="30"/>
                      <a:pt x="136" y="29"/>
                    </a:cubicBezTo>
                    <a:cubicBezTo>
                      <a:pt x="135" y="28"/>
                      <a:pt x="136" y="27"/>
                      <a:pt x="136" y="26"/>
                    </a:cubicBezTo>
                    <a:cubicBezTo>
                      <a:pt x="136" y="26"/>
                      <a:pt x="136" y="26"/>
                      <a:pt x="136" y="26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5" y="30"/>
                      <a:pt x="135" y="30"/>
                      <a:pt x="135" y="30"/>
                    </a:cubicBezTo>
                    <a:cubicBezTo>
                      <a:pt x="135" y="30"/>
                      <a:pt x="135" y="30"/>
                      <a:pt x="136" y="31"/>
                    </a:cubicBezTo>
                    <a:cubicBezTo>
                      <a:pt x="136" y="31"/>
                      <a:pt x="136" y="32"/>
                      <a:pt x="137" y="32"/>
                    </a:cubicBezTo>
                    <a:cubicBezTo>
                      <a:pt x="138" y="33"/>
                      <a:pt x="139" y="33"/>
                      <a:pt x="140" y="33"/>
                    </a:cubicBezTo>
                    <a:cubicBezTo>
                      <a:pt x="142" y="33"/>
                      <a:pt x="142" y="32"/>
                      <a:pt x="143" y="31"/>
                    </a:cubicBezTo>
                    <a:cubicBezTo>
                      <a:pt x="144" y="30"/>
                      <a:pt x="144" y="29"/>
                      <a:pt x="144" y="28"/>
                    </a:cubicBezTo>
                    <a:cubicBezTo>
                      <a:pt x="144" y="27"/>
                      <a:pt x="143" y="26"/>
                      <a:pt x="142" y="25"/>
                    </a:cubicBezTo>
                    <a:cubicBezTo>
                      <a:pt x="141" y="23"/>
                      <a:pt x="141" y="22"/>
                      <a:pt x="141" y="22"/>
                    </a:cubicBezTo>
                    <a:cubicBezTo>
                      <a:pt x="141" y="21"/>
                      <a:pt x="141" y="20"/>
                      <a:pt x="141" y="20"/>
                    </a:cubicBezTo>
                    <a:cubicBezTo>
                      <a:pt x="142" y="19"/>
                      <a:pt x="142" y="19"/>
                      <a:pt x="143" y="19"/>
                    </a:cubicBezTo>
                    <a:cubicBezTo>
                      <a:pt x="144" y="18"/>
                      <a:pt x="144" y="18"/>
                      <a:pt x="145" y="19"/>
                    </a:cubicBezTo>
                    <a:cubicBezTo>
                      <a:pt x="146" y="20"/>
                      <a:pt x="147" y="20"/>
                      <a:pt x="147" y="21"/>
                    </a:cubicBezTo>
                    <a:cubicBezTo>
                      <a:pt x="147" y="22"/>
                      <a:pt x="147" y="23"/>
                      <a:pt x="147" y="24"/>
                    </a:cubicBezTo>
                    <a:cubicBezTo>
                      <a:pt x="147" y="24"/>
                      <a:pt x="147" y="24"/>
                      <a:pt x="147" y="24"/>
                    </a:cubicBezTo>
                    <a:cubicBezTo>
                      <a:pt x="149" y="21"/>
                      <a:pt x="149" y="21"/>
                      <a:pt x="149" y="21"/>
                    </a:cubicBezTo>
                    <a:cubicBezTo>
                      <a:pt x="149" y="21"/>
                      <a:pt x="149" y="21"/>
                      <a:pt x="148" y="21"/>
                    </a:cubicBezTo>
                    <a:cubicBezTo>
                      <a:pt x="148" y="21"/>
                      <a:pt x="148" y="21"/>
                      <a:pt x="148" y="21"/>
                    </a:cubicBezTo>
                    <a:cubicBezTo>
                      <a:pt x="148" y="21"/>
                      <a:pt x="147" y="20"/>
                      <a:pt x="147" y="20"/>
                    </a:cubicBezTo>
                    <a:cubicBezTo>
                      <a:pt x="147" y="19"/>
                      <a:pt x="146" y="19"/>
                      <a:pt x="146" y="19"/>
                    </a:cubicBezTo>
                    <a:cubicBezTo>
                      <a:pt x="145" y="18"/>
                      <a:pt x="144" y="18"/>
                      <a:pt x="143" y="18"/>
                    </a:cubicBezTo>
                    <a:cubicBezTo>
                      <a:pt x="141" y="18"/>
                      <a:pt x="141" y="19"/>
                      <a:pt x="140" y="19"/>
                    </a:cubicBezTo>
                    <a:cubicBezTo>
                      <a:pt x="139" y="20"/>
                      <a:pt x="139" y="21"/>
                      <a:pt x="139" y="22"/>
                    </a:cubicBezTo>
                    <a:cubicBezTo>
                      <a:pt x="140" y="23"/>
                      <a:pt x="140" y="24"/>
                      <a:pt x="141" y="25"/>
                    </a:cubicBezTo>
                    <a:close/>
                    <a:moveTo>
                      <a:pt x="154" y="26"/>
                    </a:moveTo>
                    <a:cubicBezTo>
                      <a:pt x="154" y="26"/>
                      <a:pt x="154" y="26"/>
                      <a:pt x="154" y="26"/>
                    </a:cubicBezTo>
                    <a:cubicBezTo>
                      <a:pt x="159" y="31"/>
                      <a:pt x="159" y="31"/>
                      <a:pt x="159" y="31"/>
                    </a:cubicBezTo>
                    <a:cubicBezTo>
                      <a:pt x="159" y="31"/>
                      <a:pt x="159" y="31"/>
                      <a:pt x="159" y="31"/>
                    </a:cubicBezTo>
                    <a:cubicBezTo>
                      <a:pt x="158" y="30"/>
                      <a:pt x="158" y="30"/>
                      <a:pt x="158" y="30"/>
                    </a:cubicBezTo>
                    <a:cubicBezTo>
                      <a:pt x="157" y="29"/>
                      <a:pt x="157" y="29"/>
                      <a:pt x="157" y="29"/>
                    </a:cubicBezTo>
                    <a:cubicBezTo>
                      <a:pt x="157" y="29"/>
                      <a:pt x="157" y="29"/>
                      <a:pt x="156" y="30"/>
                    </a:cubicBezTo>
                    <a:cubicBezTo>
                      <a:pt x="147" y="39"/>
                      <a:pt x="147" y="39"/>
                      <a:pt x="147" y="39"/>
                    </a:cubicBezTo>
                    <a:cubicBezTo>
                      <a:pt x="147" y="39"/>
                      <a:pt x="147" y="39"/>
                      <a:pt x="147" y="40"/>
                    </a:cubicBezTo>
                    <a:cubicBezTo>
                      <a:pt x="147" y="40"/>
                      <a:pt x="147" y="40"/>
                      <a:pt x="148" y="40"/>
                    </a:cubicBezTo>
                    <a:cubicBezTo>
                      <a:pt x="149" y="42"/>
                      <a:pt x="149" y="42"/>
                      <a:pt x="149" y="42"/>
                    </a:cubicBezTo>
                    <a:cubicBezTo>
                      <a:pt x="149" y="42"/>
                      <a:pt x="149" y="42"/>
                      <a:pt x="149" y="42"/>
                    </a:cubicBezTo>
                    <a:cubicBezTo>
                      <a:pt x="143" y="37"/>
                      <a:pt x="143" y="37"/>
                      <a:pt x="143" y="37"/>
                    </a:cubicBezTo>
                    <a:cubicBezTo>
                      <a:pt x="144" y="37"/>
                      <a:pt x="144" y="37"/>
                      <a:pt x="144" y="37"/>
                    </a:cubicBezTo>
                    <a:cubicBezTo>
                      <a:pt x="145" y="38"/>
                      <a:pt x="145" y="38"/>
                      <a:pt x="145" y="38"/>
                    </a:cubicBezTo>
                    <a:cubicBezTo>
                      <a:pt x="146" y="38"/>
                      <a:pt x="146" y="38"/>
                      <a:pt x="146" y="38"/>
                    </a:cubicBezTo>
                    <a:cubicBezTo>
                      <a:pt x="146" y="38"/>
                      <a:pt x="146" y="38"/>
                      <a:pt x="146" y="38"/>
                    </a:cubicBezTo>
                    <a:cubicBezTo>
                      <a:pt x="155" y="29"/>
                      <a:pt x="155" y="29"/>
                      <a:pt x="155" y="29"/>
                    </a:cubicBezTo>
                    <a:cubicBezTo>
                      <a:pt x="155" y="28"/>
                      <a:pt x="156" y="28"/>
                      <a:pt x="156" y="28"/>
                    </a:cubicBezTo>
                    <a:cubicBezTo>
                      <a:pt x="156" y="28"/>
                      <a:pt x="155" y="28"/>
                      <a:pt x="155" y="27"/>
                    </a:cubicBezTo>
                    <a:cubicBezTo>
                      <a:pt x="154" y="26"/>
                      <a:pt x="154" y="26"/>
                      <a:pt x="154" y="26"/>
                    </a:cubicBezTo>
                    <a:close/>
                    <a:moveTo>
                      <a:pt x="155" y="50"/>
                    </a:moveTo>
                    <a:cubicBezTo>
                      <a:pt x="156" y="50"/>
                      <a:pt x="156" y="50"/>
                      <a:pt x="156" y="50"/>
                    </a:cubicBezTo>
                    <a:cubicBezTo>
                      <a:pt x="155" y="49"/>
                      <a:pt x="155" y="49"/>
                      <a:pt x="155" y="49"/>
                    </a:cubicBezTo>
                    <a:cubicBezTo>
                      <a:pt x="155" y="49"/>
                      <a:pt x="155" y="49"/>
                      <a:pt x="155" y="49"/>
                    </a:cubicBezTo>
                    <a:cubicBezTo>
                      <a:pt x="155" y="49"/>
                      <a:pt x="155" y="48"/>
                      <a:pt x="155" y="48"/>
                    </a:cubicBezTo>
                    <a:cubicBezTo>
                      <a:pt x="165" y="40"/>
                      <a:pt x="165" y="40"/>
                      <a:pt x="165" y="40"/>
                    </a:cubicBezTo>
                    <a:cubicBezTo>
                      <a:pt x="166" y="40"/>
                      <a:pt x="166" y="40"/>
                      <a:pt x="166" y="40"/>
                    </a:cubicBezTo>
                    <a:cubicBezTo>
                      <a:pt x="166" y="40"/>
                      <a:pt x="166" y="40"/>
                      <a:pt x="167" y="40"/>
                    </a:cubicBezTo>
                    <a:cubicBezTo>
                      <a:pt x="167" y="41"/>
                      <a:pt x="167" y="42"/>
                      <a:pt x="167" y="42"/>
                    </a:cubicBezTo>
                    <a:cubicBezTo>
                      <a:pt x="167" y="43"/>
                      <a:pt x="167" y="43"/>
                      <a:pt x="166" y="45"/>
                    </a:cubicBezTo>
                    <a:cubicBezTo>
                      <a:pt x="166" y="45"/>
                      <a:pt x="166" y="45"/>
                      <a:pt x="166" y="45"/>
                    </a:cubicBezTo>
                    <a:cubicBezTo>
                      <a:pt x="169" y="42"/>
                      <a:pt x="169" y="42"/>
                      <a:pt x="169" y="42"/>
                    </a:cubicBezTo>
                    <a:cubicBezTo>
                      <a:pt x="163" y="35"/>
                      <a:pt x="163" y="35"/>
                      <a:pt x="163" y="35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62" y="37"/>
                      <a:pt x="163" y="37"/>
                      <a:pt x="163" y="37"/>
                    </a:cubicBezTo>
                    <a:cubicBezTo>
                      <a:pt x="163" y="37"/>
                      <a:pt x="164" y="37"/>
                      <a:pt x="164" y="38"/>
                    </a:cubicBezTo>
                    <a:cubicBezTo>
                      <a:pt x="165" y="38"/>
                      <a:pt x="165" y="38"/>
                      <a:pt x="165" y="38"/>
                    </a:cubicBezTo>
                    <a:cubicBezTo>
                      <a:pt x="165" y="39"/>
                      <a:pt x="165" y="39"/>
                      <a:pt x="164" y="39"/>
                    </a:cubicBezTo>
                    <a:cubicBezTo>
                      <a:pt x="154" y="47"/>
                      <a:pt x="154" y="47"/>
                      <a:pt x="154" y="47"/>
                    </a:cubicBezTo>
                    <a:cubicBezTo>
                      <a:pt x="154" y="47"/>
                      <a:pt x="154" y="47"/>
                      <a:pt x="154" y="47"/>
                    </a:cubicBezTo>
                    <a:cubicBezTo>
                      <a:pt x="154" y="47"/>
                      <a:pt x="153" y="47"/>
                      <a:pt x="153" y="47"/>
                    </a:cubicBezTo>
                    <a:cubicBezTo>
                      <a:pt x="153" y="46"/>
                      <a:pt x="153" y="46"/>
                      <a:pt x="153" y="46"/>
                    </a:cubicBezTo>
                    <a:cubicBezTo>
                      <a:pt x="152" y="47"/>
                      <a:pt x="152" y="47"/>
                      <a:pt x="152" y="47"/>
                    </a:cubicBezTo>
                    <a:cubicBezTo>
                      <a:pt x="155" y="50"/>
                      <a:pt x="155" y="50"/>
                      <a:pt x="155" y="50"/>
                    </a:cubicBezTo>
                    <a:close/>
                    <a:moveTo>
                      <a:pt x="174" y="54"/>
                    </a:moveTo>
                    <a:cubicBezTo>
                      <a:pt x="174" y="54"/>
                      <a:pt x="175" y="54"/>
                      <a:pt x="175" y="53"/>
                    </a:cubicBezTo>
                    <a:cubicBezTo>
                      <a:pt x="175" y="53"/>
                      <a:pt x="175" y="53"/>
                      <a:pt x="174" y="53"/>
                    </a:cubicBezTo>
                    <a:cubicBezTo>
                      <a:pt x="174" y="52"/>
                      <a:pt x="174" y="52"/>
                      <a:pt x="174" y="52"/>
                    </a:cubicBezTo>
                    <a:cubicBezTo>
                      <a:pt x="175" y="52"/>
                      <a:pt x="175" y="52"/>
                      <a:pt x="175" y="52"/>
                    </a:cubicBezTo>
                    <a:cubicBezTo>
                      <a:pt x="177" y="55"/>
                      <a:pt x="177" y="55"/>
                      <a:pt x="177" y="55"/>
                    </a:cubicBezTo>
                    <a:cubicBezTo>
                      <a:pt x="176" y="55"/>
                      <a:pt x="176" y="55"/>
                      <a:pt x="176" y="55"/>
                    </a:cubicBezTo>
                    <a:cubicBezTo>
                      <a:pt x="176" y="55"/>
                      <a:pt x="176" y="55"/>
                      <a:pt x="176" y="55"/>
                    </a:cubicBezTo>
                    <a:cubicBezTo>
                      <a:pt x="176" y="55"/>
                      <a:pt x="176" y="55"/>
                      <a:pt x="175" y="55"/>
                    </a:cubicBezTo>
                    <a:cubicBezTo>
                      <a:pt x="175" y="55"/>
                      <a:pt x="175" y="55"/>
                      <a:pt x="174" y="55"/>
                    </a:cubicBezTo>
                    <a:cubicBezTo>
                      <a:pt x="166" y="56"/>
                      <a:pt x="166" y="56"/>
                      <a:pt x="166" y="56"/>
                    </a:cubicBezTo>
                    <a:cubicBezTo>
                      <a:pt x="162" y="58"/>
                      <a:pt x="162" y="58"/>
                      <a:pt x="162" y="58"/>
                    </a:cubicBezTo>
                    <a:cubicBezTo>
                      <a:pt x="162" y="59"/>
                      <a:pt x="162" y="59"/>
                      <a:pt x="162" y="59"/>
                    </a:cubicBezTo>
                    <a:cubicBezTo>
                      <a:pt x="161" y="59"/>
                      <a:pt x="162" y="59"/>
                      <a:pt x="162" y="60"/>
                    </a:cubicBezTo>
                    <a:cubicBezTo>
                      <a:pt x="162" y="60"/>
                      <a:pt x="162" y="60"/>
                      <a:pt x="162" y="60"/>
                    </a:cubicBezTo>
                    <a:cubicBezTo>
                      <a:pt x="162" y="61"/>
                      <a:pt x="162" y="61"/>
                      <a:pt x="162" y="61"/>
                    </a:cubicBezTo>
                    <a:cubicBezTo>
                      <a:pt x="159" y="56"/>
                      <a:pt x="159" y="56"/>
                      <a:pt x="159" y="56"/>
                    </a:cubicBezTo>
                    <a:cubicBezTo>
                      <a:pt x="160" y="56"/>
                      <a:pt x="160" y="56"/>
                      <a:pt x="160" y="56"/>
                    </a:cubicBezTo>
                    <a:cubicBezTo>
                      <a:pt x="160" y="57"/>
                      <a:pt x="160" y="57"/>
                      <a:pt x="160" y="57"/>
                    </a:cubicBezTo>
                    <a:cubicBezTo>
                      <a:pt x="160" y="57"/>
                      <a:pt x="160" y="57"/>
                      <a:pt x="161" y="57"/>
                    </a:cubicBezTo>
                    <a:cubicBezTo>
                      <a:pt x="161" y="57"/>
                      <a:pt x="161" y="57"/>
                      <a:pt x="161" y="57"/>
                    </a:cubicBezTo>
                    <a:cubicBezTo>
                      <a:pt x="165" y="55"/>
                      <a:pt x="165" y="55"/>
                      <a:pt x="165" y="55"/>
                    </a:cubicBezTo>
                    <a:cubicBezTo>
                      <a:pt x="171" y="48"/>
                      <a:pt x="171" y="48"/>
                      <a:pt x="171" y="48"/>
                    </a:cubicBezTo>
                    <a:cubicBezTo>
                      <a:pt x="171" y="48"/>
                      <a:pt x="171" y="48"/>
                      <a:pt x="171" y="47"/>
                    </a:cubicBezTo>
                    <a:cubicBezTo>
                      <a:pt x="171" y="47"/>
                      <a:pt x="171" y="47"/>
                      <a:pt x="171" y="47"/>
                    </a:cubicBezTo>
                    <a:cubicBezTo>
                      <a:pt x="171" y="46"/>
                      <a:pt x="171" y="46"/>
                      <a:pt x="171" y="46"/>
                    </a:cubicBezTo>
                    <a:cubicBezTo>
                      <a:pt x="171" y="46"/>
                      <a:pt x="171" y="46"/>
                      <a:pt x="171" y="46"/>
                    </a:cubicBezTo>
                    <a:cubicBezTo>
                      <a:pt x="173" y="50"/>
                      <a:pt x="173" y="50"/>
                      <a:pt x="173" y="50"/>
                    </a:cubicBezTo>
                    <a:cubicBezTo>
                      <a:pt x="173" y="50"/>
                      <a:pt x="173" y="50"/>
                      <a:pt x="173" y="50"/>
                    </a:cubicBezTo>
                    <a:cubicBezTo>
                      <a:pt x="173" y="49"/>
                      <a:pt x="173" y="49"/>
                      <a:pt x="173" y="49"/>
                    </a:cubicBezTo>
                    <a:cubicBezTo>
                      <a:pt x="172" y="49"/>
                      <a:pt x="172" y="49"/>
                      <a:pt x="172" y="49"/>
                    </a:cubicBezTo>
                    <a:cubicBezTo>
                      <a:pt x="172" y="49"/>
                      <a:pt x="172" y="49"/>
                      <a:pt x="171" y="49"/>
                    </a:cubicBezTo>
                    <a:cubicBezTo>
                      <a:pt x="167" y="55"/>
                      <a:pt x="167" y="55"/>
                      <a:pt x="167" y="55"/>
                    </a:cubicBezTo>
                    <a:cubicBezTo>
                      <a:pt x="167" y="55"/>
                      <a:pt x="167" y="55"/>
                      <a:pt x="167" y="55"/>
                    </a:cubicBezTo>
                    <a:lnTo>
                      <a:pt x="174" y="54"/>
                    </a:lnTo>
                    <a:close/>
                  </a:path>
                </a:pathLst>
              </a:custGeom>
              <a:solidFill>
                <a:srgbClr val="FFFFFF"/>
              </a:solidFill>
              <a:ln w="3175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8" name="ïśľíḓé"/>
              <p:cNvSpPr/>
              <p:nvPr/>
            </p:nvSpPr>
            <p:spPr bwMode="auto">
              <a:xfrm>
                <a:off x="3667126" y="3184525"/>
                <a:ext cx="492125" cy="496888"/>
              </a:xfrm>
              <a:custGeom>
                <a:avLst/>
                <a:gdLst>
                  <a:gd name="T0" fmla="*/ 74 w 149"/>
                  <a:gd name="T1" fmla="*/ 0 h 149"/>
                  <a:gd name="T2" fmla="*/ 149 w 149"/>
                  <a:gd name="T3" fmla="*/ 74 h 149"/>
                  <a:gd name="T4" fmla="*/ 74 w 149"/>
                  <a:gd name="T5" fmla="*/ 149 h 149"/>
                  <a:gd name="T6" fmla="*/ 0 w 149"/>
                  <a:gd name="T7" fmla="*/ 74 h 149"/>
                  <a:gd name="T8" fmla="*/ 74 w 149"/>
                  <a:gd name="T9" fmla="*/ 0 h 149"/>
                  <a:gd name="T10" fmla="*/ 74 w 149"/>
                  <a:gd name="T11" fmla="*/ 2 h 149"/>
                  <a:gd name="T12" fmla="*/ 2 w 149"/>
                  <a:gd name="T13" fmla="*/ 74 h 149"/>
                  <a:gd name="T14" fmla="*/ 74 w 149"/>
                  <a:gd name="T15" fmla="*/ 146 h 149"/>
                  <a:gd name="T16" fmla="*/ 146 w 149"/>
                  <a:gd name="T17" fmla="*/ 74 h 149"/>
                  <a:gd name="T18" fmla="*/ 74 w 149"/>
                  <a:gd name="T19" fmla="*/ 2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9" h="149">
                    <a:moveTo>
                      <a:pt x="74" y="0"/>
                    </a:moveTo>
                    <a:cubicBezTo>
                      <a:pt x="115" y="0"/>
                      <a:pt x="149" y="33"/>
                      <a:pt x="149" y="74"/>
                    </a:cubicBezTo>
                    <a:cubicBezTo>
                      <a:pt x="149" y="115"/>
                      <a:pt x="115" y="149"/>
                      <a:pt x="74" y="149"/>
                    </a:cubicBezTo>
                    <a:cubicBezTo>
                      <a:pt x="33" y="149"/>
                      <a:pt x="0" y="115"/>
                      <a:pt x="0" y="74"/>
                    </a:cubicBezTo>
                    <a:cubicBezTo>
                      <a:pt x="0" y="33"/>
                      <a:pt x="33" y="0"/>
                      <a:pt x="74" y="0"/>
                    </a:cubicBezTo>
                    <a:close/>
                    <a:moveTo>
                      <a:pt x="74" y="2"/>
                    </a:moveTo>
                    <a:cubicBezTo>
                      <a:pt x="35" y="2"/>
                      <a:pt x="2" y="34"/>
                      <a:pt x="2" y="74"/>
                    </a:cubicBezTo>
                    <a:cubicBezTo>
                      <a:pt x="2" y="114"/>
                      <a:pt x="35" y="146"/>
                      <a:pt x="74" y="146"/>
                    </a:cubicBezTo>
                    <a:cubicBezTo>
                      <a:pt x="114" y="146"/>
                      <a:pt x="146" y="114"/>
                      <a:pt x="146" y="74"/>
                    </a:cubicBezTo>
                    <a:cubicBezTo>
                      <a:pt x="146" y="34"/>
                      <a:pt x="114" y="2"/>
                      <a:pt x="74" y="2"/>
                    </a:cubicBezTo>
                    <a:close/>
                  </a:path>
                </a:pathLst>
              </a:custGeom>
              <a:solidFill>
                <a:srgbClr val="0052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9" name="ïslíḍê"/>
              <p:cNvSpPr/>
              <p:nvPr/>
            </p:nvSpPr>
            <p:spPr bwMode="auto">
              <a:xfrm>
                <a:off x="3775076" y="3248025"/>
                <a:ext cx="274638" cy="146050"/>
              </a:xfrm>
              <a:custGeom>
                <a:avLst/>
                <a:gdLst>
                  <a:gd name="T0" fmla="*/ 10 w 83"/>
                  <a:gd name="T1" fmla="*/ 43 h 44"/>
                  <a:gd name="T2" fmla="*/ 18 w 83"/>
                  <a:gd name="T3" fmla="*/ 39 h 44"/>
                  <a:gd name="T4" fmla="*/ 67 w 83"/>
                  <a:gd name="T5" fmla="*/ 39 h 44"/>
                  <a:gd name="T6" fmla="*/ 73 w 83"/>
                  <a:gd name="T7" fmla="*/ 42 h 44"/>
                  <a:gd name="T8" fmla="*/ 76 w 83"/>
                  <a:gd name="T9" fmla="*/ 43 h 44"/>
                  <a:gd name="T10" fmla="*/ 83 w 83"/>
                  <a:gd name="T11" fmla="*/ 35 h 44"/>
                  <a:gd name="T12" fmla="*/ 76 w 83"/>
                  <a:gd name="T13" fmla="*/ 37 h 44"/>
                  <a:gd name="T14" fmla="*/ 69 w 83"/>
                  <a:gd name="T15" fmla="*/ 33 h 44"/>
                  <a:gd name="T16" fmla="*/ 70 w 83"/>
                  <a:gd name="T17" fmla="*/ 26 h 44"/>
                  <a:gd name="T18" fmla="*/ 64 w 83"/>
                  <a:gd name="T19" fmla="*/ 30 h 44"/>
                  <a:gd name="T20" fmla="*/ 59 w 83"/>
                  <a:gd name="T21" fmla="*/ 31 h 44"/>
                  <a:gd name="T22" fmla="*/ 56 w 83"/>
                  <a:gd name="T23" fmla="*/ 29 h 44"/>
                  <a:gd name="T24" fmla="*/ 56 w 83"/>
                  <a:gd name="T25" fmla="*/ 24 h 44"/>
                  <a:gd name="T26" fmla="*/ 58 w 83"/>
                  <a:gd name="T27" fmla="*/ 23 h 44"/>
                  <a:gd name="T28" fmla="*/ 58 w 83"/>
                  <a:gd name="T29" fmla="*/ 19 h 44"/>
                  <a:gd name="T30" fmla="*/ 54 w 83"/>
                  <a:gd name="T31" fmla="*/ 19 h 44"/>
                  <a:gd name="T32" fmla="*/ 53 w 83"/>
                  <a:gd name="T33" fmla="*/ 21 h 44"/>
                  <a:gd name="T34" fmla="*/ 44 w 83"/>
                  <a:gd name="T35" fmla="*/ 21 h 44"/>
                  <a:gd name="T36" fmla="*/ 43 w 83"/>
                  <a:gd name="T37" fmla="*/ 18 h 44"/>
                  <a:gd name="T38" fmla="*/ 44 w 83"/>
                  <a:gd name="T39" fmla="*/ 13 h 44"/>
                  <a:gd name="T40" fmla="*/ 43 w 83"/>
                  <a:gd name="T41" fmla="*/ 8 h 44"/>
                  <a:gd name="T42" fmla="*/ 43 w 83"/>
                  <a:gd name="T43" fmla="*/ 6 h 44"/>
                  <a:gd name="T44" fmla="*/ 43 w 83"/>
                  <a:gd name="T45" fmla="*/ 2 h 44"/>
                  <a:gd name="T46" fmla="*/ 43 w 83"/>
                  <a:gd name="T47" fmla="*/ 0 h 44"/>
                  <a:gd name="T48" fmla="*/ 40 w 83"/>
                  <a:gd name="T49" fmla="*/ 0 h 44"/>
                  <a:gd name="T50" fmla="*/ 39 w 83"/>
                  <a:gd name="T51" fmla="*/ 2 h 44"/>
                  <a:gd name="T52" fmla="*/ 39 w 83"/>
                  <a:gd name="T53" fmla="*/ 6 h 44"/>
                  <a:gd name="T54" fmla="*/ 39 w 83"/>
                  <a:gd name="T55" fmla="*/ 8 h 44"/>
                  <a:gd name="T56" fmla="*/ 38 w 83"/>
                  <a:gd name="T57" fmla="*/ 13 h 44"/>
                  <a:gd name="T58" fmla="*/ 38 w 83"/>
                  <a:gd name="T59" fmla="*/ 18 h 44"/>
                  <a:gd name="T60" fmla="*/ 38 w 83"/>
                  <a:gd name="T61" fmla="*/ 21 h 44"/>
                  <a:gd name="T62" fmla="*/ 30 w 83"/>
                  <a:gd name="T63" fmla="*/ 21 h 44"/>
                  <a:gd name="T64" fmla="*/ 29 w 83"/>
                  <a:gd name="T65" fmla="*/ 19 h 44"/>
                  <a:gd name="T66" fmla="*/ 25 w 83"/>
                  <a:gd name="T67" fmla="*/ 19 h 44"/>
                  <a:gd name="T68" fmla="*/ 25 w 83"/>
                  <a:gd name="T69" fmla="*/ 23 h 44"/>
                  <a:gd name="T70" fmla="*/ 26 w 83"/>
                  <a:gd name="T71" fmla="*/ 24 h 44"/>
                  <a:gd name="T72" fmla="*/ 27 w 83"/>
                  <a:gd name="T73" fmla="*/ 29 h 44"/>
                  <a:gd name="T74" fmla="*/ 22 w 83"/>
                  <a:gd name="T75" fmla="*/ 31 h 44"/>
                  <a:gd name="T76" fmla="*/ 13 w 83"/>
                  <a:gd name="T77" fmla="*/ 26 h 44"/>
                  <a:gd name="T78" fmla="*/ 13 w 83"/>
                  <a:gd name="T79" fmla="*/ 35 h 44"/>
                  <a:gd name="T80" fmla="*/ 7 w 83"/>
                  <a:gd name="T81" fmla="*/ 37 h 44"/>
                  <a:gd name="T82" fmla="*/ 0 w 83"/>
                  <a:gd name="T83" fmla="*/ 34 h 44"/>
                  <a:gd name="T84" fmla="*/ 5 w 83"/>
                  <a:gd name="T85" fmla="*/ 42 h 44"/>
                  <a:gd name="T86" fmla="*/ 10 w 83"/>
                  <a:gd name="T87" fmla="*/ 43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83" h="44">
                    <a:moveTo>
                      <a:pt x="10" y="43"/>
                    </a:moveTo>
                    <a:cubicBezTo>
                      <a:pt x="18" y="39"/>
                      <a:pt x="18" y="39"/>
                      <a:pt x="18" y="39"/>
                    </a:cubicBezTo>
                    <a:cubicBezTo>
                      <a:pt x="67" y="39"/>
                      <a:pt x="67" y="39"/>
                      <a:pt x="67" y="39"/>
                    </a:cubicBezTo>
                    <a:cubicBezTo>
                      <a:pt x="73" y="42"/>
                      <a:pt x="73" y="42"/>
                      <a:pt x="73" y="42"/>
                    </a:cubicBezTo>
                    <a:cubicBezTo>
                      <a:pt x="74" y="43"/>
                      <a:pt x="75" y="43"/>
                      <a:pt x="76" y="43"/>
                    </a:cubicBezTo>
                    <a:cubicBezTo>
                      <a:pt x="80" y="42"/>
                      <a:pt x="83" y="35"/>
                      <a:pt x="83" y="35"/>
                    </a:cubicBezTo>
                    <a:cubicBezTo>
                      <a:pt x="83" y="35"/>
                      <a:pt x="79" y="38"/>
                      <a:pt x="76" y="37"/>
                    </a:cubicBezTo>
                    <a:cubicBezTo>
                      <a:pt x="73" y="37"/>
                      <a:pt x="69" y="36"/>
                      <a:pt x="69" y="33"/>
                    </a:cubicBezTo>
                    <a:cubicBezTo>
                      <a:pt x="69" y="30"/>
                      <a:pt x="70" y="27"/>
                      <a:pt x="70" y="26"/>
                    </a:cubicBezTo>
                    <a:cubicBezTo>
                      <a:pt x="70" y="26"/>
                      <a:pt x="67" y="29"/>
                      <a:pt x="64" y="30"/>
                    </a:cubicBezTo>
                    <a:cubicBezTo>
                      <a:pt x="61" y="32"/>
                      <a:pt x="60" y="31"/>
                      <a:pt x="59" y="31"/>
                    </a:cubicBezTo>
                    <a:cubicBezTo>
                      <a:pt x="57" y="30"/>
                      <a:pt x="56" y="29"/>
                      <a:pt x="56" y="29"/>
                    </a:cubicBezTo>
                    <a:cubicBezTo>
                      <a:pt x="56" y="24"/>
                      <a:pt x="56" y="24"/>
                      <a:pt x="56" y="24"/>
                    </a:cubicBezTo>
                    <a:cubicBezTo>
                      <a:pt x="58" y="23"/>
                      <a:pt x="58" y="23"/>
                      <a:pt x="58" y="23"/>
                    </a:cubicBezTo>
                    <a:cubicBezTo>
                      <a:pt x="58" y="19"/>
                      <a:pt x="58" y="19"/>
                      <a:pt x="58" y="19"/>
                    </a:cubicBezTo>
                    <a:cubicBezTo>
                      <a:pt x="54" y="19"/>
                      <a:pt x="54" y="19"/>
                      <a:pt x="54" y="19"/>
                    </a:cubicBezTo>
                    <a:cubicBezTo>
                      <a:pt x="54" y="19"/>
                      <a:pt x="54" y="21"/>
                      <a:pt x="53" y="21"/>
                    </a:cubicBezTo>
                    <a:cubicBezTo>
                      <a:pt x="52" y="21"/>
                      <a:pt x="44" y="21"/>
                      <a:pt x="44" y="21"/>
                    </a:cubicBezTo>
                    <a:cubicBezTo>
                      <a:pt x="44" y="21"/>
                      <a:pt x="43" y="20"/>
                      <a:pt x="43" y="18"/>
                    </a:cubicBezTo>
                    <a:cubicBezTo>
                      <a:pt x="44" y="17"/>
                      <a:pt x="44" y="17"/>
                      <a:pt x="44" y="13"/>
                    </a:cubicBezTo>
                    <a:cubicBezTo>
                      <a:pt x="44" y="10"/>
                      <a:pt x="44" y="9"/>
                      <a:pt x="43" y="8"/>
                    </a:cubicBezTo>
                    <a:cubicBezTo>
                      <a:pt x="43" y="7"/>
                      <a:pt x="42" y="7"/>
                      <a:pt x="43" y="6"/>
                    </a:cubicBezTo>
                    <a:cubicBezTo>
                      <a:pt x="44" y="5"/>
                      <a:pt x="44" y="4"/>
                      <a:pt x="43" y="2"/>
                    </a:cubicBezTo>
                    <a:cubicBezTo>
                      <a:pt x="42" y="1"/>
                      <a:pt x="43" y="2"/>
                      <a:pt x="43" y="0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39" y="0"/>
                      <a:pt x="40" y="1"/>
                      <a:pt x="39" y="2"/>
                    </a:cubicBezTo>
                    <a:cubicBezTo>
                      <a:pt x="38" y="3"/>
                      <a:pt x="38" y="5"/>
                      <a:pt x="39" y="6"/>
                    </a:cubicBezTo>
                    <a:cubicBezTo>
                      <a:pt x="39" y="7"/>
                      <a:pt x="40" y="7"/>
                      <a:pt x="39" y="8"/>
                    </a:cubicBezTo>
                    <a:cubicBezTo>
                      <a:pt x="38" y="9"/>
                      <a:pt x="38" y="10"/>
                      <a:pt x="38" y="13"/>
                    </a:cubicBezTo>
                    <a:cubicBezTo>
                      <a:pt x="38" y="16"/>
                      <a:pt x="38" y="17"/>
                      <a:pt x="38" y="18"/>
                    </a:cubicBezTo>
                    <a:cubicBezTo>
                      <a:pt x="39" y="20"/>
                      <a:pt x="38" y="21"/>
                      <a:pt x="38" y="21"/>
                    </a:cubicBezTo>
                    <a:cubicBezTo>
                      <a:pt x="37" y="21"/>
                      <a:pt x="30" y="21"/>
                      <a:pt x="30" y="21"/>
                    </a:cubicBezTo>
                    <a:cubicBezTo>
                      <a:pt x="30" y="21"/>
                      <a:pt x="29" y="20"/>
                      <a:pt x="29" y="19"/>
                    </a:cubicBezTo>
                    <a:cubicBezTo>
                      <a:pt x="25" y="19"/>
                      <a:pt x="25" y="19"/>
                      <a:pt x="25" y="19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7" y="29"/>
                      <a:pt x="24" y="31"/>
                      <a:pt x="22" y="31"/>
                    </a:cubicBezTo>
                    <a:cubicBezTo>
                      <a:pt x="19" y="31"/>
                      <a:pt x="13" y="26"/>
                      <a:pt x="13" y="26"/>
                    </a:cubicBezTo>
                    <a:cubicBezTo>
                      <a:pt x="13" y="26"/>
                      <a:pt x="14" y="33"/>
                      <a:pt x="13" y="35"/>
                    </a:cubicBezTo>
                    <a:cubicBezTo>
                      <a:pt x="13" y="37"/>
                      <a:pt x="10" y="37"/>
                      <a:pt x="7" y="37"/>
                    </a:cubicBezTo>
                    <a:cubicBezTo>
                      <a:pt x="4" y="37"/>
                      <a:pt x="0" y="35"/>
                      <a:pt x="0" y="34"/>
                    </a:cubicBezTo>
                    <a:cubicBezTo>
                      <a:pt x="0" y="34"/>
                      <a:pt x="3" y="40"/>
                      <a:pt x="5" y="42"/>
                    </a:cubicBezTo>
                    <a:cubicBezTo>
                      <a:pt x="7" y="44"/>
                      <a:pt x="10" y="43"/>
                      <a:pt x="10" y="43"/>
                    </a:cubicBez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0" name="íṡļïdê"/>
              <p:cNvSpPr/>
              <p:nvPr/>
            </p:nvSpPr>
            <p:spPr bwMode="auto">
              <a:xfrm>
                <a:off x="3614738" y="3370263"/>
                <a:ext cx="596900" cy="241300"/>
              </a:xfrm>
              <a:custGeom>
                <a:avLst/>
                <a:gdLst>
                  <a:gd name="T0" fmla="*/ 58 w 181"/>
                  <a:gd name="T1" fmla="*/ 72 h 72"/>
                  <a:gd name="T2" fmla="*/ 8 w 181"/>
                  <a:gd name="T3" fmla="*/ 72 h 72"/>
                  <a:gd name="T4" fmla="*/ 3 w 181"/>
                  <a:gd name="T5" fmla="*/ 63 h 72"/>
                  <a:gd name="T6" fmla="*/ 6 w 181"/>
                  <a:gd name="T7" fmla="*/ 63 h 72"/>
                  <a:gd name="T8" fmla="*/ 11 w 181"/>
                  <a:gd name="T9" fmla="*/ 55 h 72"/>
                  <a:gd name="T10" fmla="*/ 14 w 181"/>
                  <a:gd name="T11" fmla="*/ 55 h 72"/>
                  <a:gd name="T12" fmla="*/ 14 w 181"/>
                  <a:gd name="T13" fmla="*/ 29 h 72"/>
                  <a:gd name="T14" fmla="*/ 0 w 181"/>
                  <a:gd name="T15" fmla="*/ 4 h 72"/>
                  <a:gd name="T16" fmla="*/ 30 w 181"/>
                  <a:gd name="T17" fmla="*/ 0 h 72"/>
                  <a:gd name="T18" fmla="*/ 58 w 181"/>
                  <a:gd name="T19" fmla="*/ 8 h 72"/>
                  <a:gd name="T20" fmla="*/ 51 w 181"/>
                  <a:gd name="T21" fmla="*/ 25 h 72"/>
                  <a:gd name="T22" fmla="*/ 131 w 181"/>
                  <a:gd name="T23" fmla="*/ 25 h 72"/>
                  <a:gd name="T24" fmla="*/ 122 w 181"/>
                  <a:gd name="T25" fmla="*/ 8 h 72"/>
                  <a:gd name="T26" fmla="*/ 150 w 181"/>
                  <a:gd name="T27" fmla="*/ 0 h 72"/>
                  <a:gd name="T28" fmla="*/ 181 w 181"/>
                  <a:gd name="T29" fmla="*/ 5 h 72"/>
                  <a:gd name="T30" fmla="*/ 166 w 181"/>
                  <a:gd name="T31" fmla="*/ 28 h 72"/>
                  <a:gd name="T32" fmla="*/ 166 w 181"/>
                  <a:gd name="T33" fmla="*/ 55 h 72"/>
                  <a:gd name="T34" fmla="*/ 171 w 181"/>
                  <a:gd name="T35" fmla="*/ 55 h 72"/>
                  <a:gd name="T36" fmla="*/ 178 w 181"/>
                  <a:gd name="T37" fmla="*/ 65 h 72"/>
                  <a:gd name="T38" fmla="*/ 174 w 181"/>
                  <a:gd name="T39" fmla="*/ 72 h 72"/>
                  <a:gd name="T40" fmla="*/ 58 w 181"/>
                  <a:gd name="T41" fmla="*/ 7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81" h="72">
                    <a:moveTo>
                      <a:pt x="58" y="72"/>
                    </a:moveTo>
                    <a:cubicBezTo>
                      <a:pt x="8" y="72"/>
                      <a:pt x="8" y="72"/>
                      <a:pt x="8" y="72"/>
                    </a:cubicBezTo>
                    <a:cubicBezTo>
                      <a:pt x="3" y="63"/>
                      <a:pt x="3" y="63"/>
                      <a:pt x="3" y="63"/>
                    </a:cubicBezTo>
                    <a:cubicBezTo>
                      <a:pt x="6" y="63"/>
                      <a:pt x="6" y="63"/>
                      <a:pt x="6" y="63"/>
                    </a:cubicBezTo>
                    <a:cubicBezTo>
                      <a:pt x="7" y="61"/>
                      <a:pt x="10" y="57"/>
                      <a:pt x="11" y="55"/>
                    </a:cubicBezTo>
                    <a:cubicBezTo>
                      <a:pt x="12" y="55"/>
                      <a:pt x="13" y="55"/>
                      <a:pt x="14" y="55"/>
                    </a:cubicBezTo>
                    <a:cubicBezTo>
                      <a:pt x="14" y="45"/>
                      <a:pt x="14" y="39"/>
                      <a:pt x="14" y="29"/>
                    </a:cubicBezTo>
                    <a:cubicBezTo>
                      <a:pt x="6" y="25"/>
                      <a:pt x="0" y="19"/>
                      <a:pt x="0" y="4"/>
                    </a:cubicBezTo>
                    <a:cubicBezTo>
                      <a:pt x="13" y="19"/>
                      <a:pt x="25" y="20"/>
                      <a:pt x="30" y="0"/>
                    </a:cubicBezTo>
                    <a:cubicBezTo>
                      <a:pt x="40" y="22"/>
                      <a:pt x="50" y="16"/>
                      <a:pt x="58" y="8"/>
                    </a:cubicBezTo>
                    <a:cubicBezTo>
                      <a:pt x="59" y="17"/>
                      <a:pt x="51" y="24"/>
                      <a:pt x="51" y="25"/>
                    </a:cubicBezTo>
                    <a:cubicBezTo>
                      <a:pt x="131" y="25"/>
                      <a:pt x="131" y="25"/>
                      <a:pt x="131" y="25"/>
                    </a:cubicBezTo>
                    <a:cubicBezTo>
                      <a:pt x="128" y="21"/>
                      <a:pt x="123" y="15"/>
                      <a:pt x="122" y="8"/>
                    </a:cubicBezTo>
                    <a:cubicBezTo>
                      <a:pt x="131" y="18"/>
                      <a:pt x="141" y="23"/>
                      <a:pt x="150" y="0"/>
                    </a:cubicBezTo>
                    <a:cubicBezTo>
                      <a:pt x="160" y="23"/>
                      <a:pt x="169" y="16"/>
                      <a:pt x="181" y="5"/>
                    </a:cubicBezTo>
                    <a:cubicBezTo>
                      <a:pt x="178" y="23"/>
                      <a:pt x="174" y="23"/>
                      <a:pt x="166" y="28"/>
                    </a:cubicBezTo>
                    <a:cubicBezTo>
                      <a:pt x="166" y="38"/>
                      <a:pt x="166" y="45"/>
                      <a:pt x="166" y="55"/>
                    </a:cubicBezTo>
                    <a:cubicBezTo>
                      <a:pt x="168" y="55"/>
                      <a:pt x="169" y="55"/>
                      <a:pt x="171" y="55"/>
                    </a:cubicBezTo>
                    <a:cubicBezTo>
                      <a:pt x="178" y="65"/>
                      <a:pt x="178" y="65"/>
                      <a:pt x="178" y="65"/>
                    </a:cubicBezTo>
                    <a:cubicBezTo>
                      <a:pt x="174" y="72"/>
                      <a:pt x="174" y="72"/>
                      <a:pt x="174" y="72"/>
                    </a:cubicBezTo>
                    <a:lnTo>
                      <a:pt x="58" y="7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1" name="iş1ïďe"/>
              <p:cNvSpPr/>
              <p:nvPr/>
            </p:nvSpPr>
            <p:spPr bwMode="auto">
              <a:xfrm>
                <a:off x="3624263" y="3381375"/>
                <a:ext cx="577850" cy="200025"/>
              </a:xfrm>
              <a:custGeom>
                <a:avLst/>
                <a:gdLst>
                  <a:gd name="T0" fmla="*/ 130 w 175"/>
                  <a:gd name="T1" fmla="*/ 51 h 60"/>
                  <a:gd name="T2" fmla="*/ 130 w 175"/>
                  <a:gd name="T3" fmla="*/ 50 h 60"/>
                  <a:gd name="T4" fmla="*/ 48 w 175"/>
                  <a:gd name="T5" fmla="*/ 50 h 60"/>
                  <a:gd name="T6" fmla="*/ 48 w 175"/>
                  <a:gd name="T7" fmla="*/ 51 h 60"/>
                  <a:gd name="T8" fmla="*/ 52 w 175"/>
                  <a:gd name="T9" fmla="*/ 51 h 60"/>
                  <a:gd name="T10" fmla="*/ 48 w 175"/>
                  <a:gd name="T11" fmla="*/ 60 h 60"/>
                  <a:gd name="T12" fmla="*/ 7 w 175"/>
                  <a:gd name="T13" fmla="*/ 60 h 60"/>
                  <a:gd name="T14" fmla="*/ 10 w 175"/>
                  <a:gd name="T15" fmla="*/ 54 h 60"/>
                  <a:gd name="T16" fmla="*/ 14 w 175"/>
                  <a:gd name="T17" fmla="*/ 54 h 60"/>
                  <a:gd name="T18" fmla="*/ 13 w 175"/>
                  <a:gd name="T19" fmla="*/ 25 h 60"/>
                  <a:gd name="T20" fmla="*/ 0 w 175"/>
                  <a:gd name="T21" fmla="*/ 7 h 60"/>
                  <a:gd name="T22" fmla="*/ 28 w 175"/>
                  <a:gd name="T23" fmla="*/ 0 h 60"/>
                  <a:gd name="T24" fmla="*/ 55 w 175"/>
                  <a:gd name="T25" fmla="*/ 7 h 60"/>
                  <a:gd name="T26" fmla="*/ 48 w 175"/>
                  <a:gd name="T27" fmla="*/ 22 h 60"/>
                  <a:gd name="T28" fmla="*/ 127 w 175"/>
                  <a:gd name="T29" fmla="*/ 22 h 60"/>
                  <a:gd name="T30" fmla="*/ 119 w 175"/>
                  <a:gd name="T31" fmla="*/ 7 h 60"/>
                  <a:gd name="T32" fmla="*/ 147 w 175"/>
                  <a:gd name="T33" fmla="*/ 0 h 60"/>
                  <a:gd name="T34" fmla="*/ 175 w 175"/>
                  <a:gd name="T35" fmla="*/ 7 h 60"/>
                  <a:gd name="T36" fmla="*/ 161 w 175"/>
                  <a:gd name="T37" fmla="*/ 24 h 60"/>
                  <a:gd name="T38" fmla="*/ 161 w 175"/>
                  <a:gd name="T39" fmla="*/ 53 h 60"/>
                  <a:gd name="T40" fmla="*/ 165 w 175"/>
                  <a:gd name="T41" fmla="*/ 53 h 60"/>
                  <a:gd name="T42" fmla="*/ 169 w 175"/>
                  <a:gd name="T43" fmla="*/ 60 h 60"/>
                  <a:gd name="T44" fmla="*/ 128 w 175"/>
                  <a:gd name="T45" fmla="*/ 60 h 60"/>
                  <a:gd name="T46" fmla="*/ 124 w 175"/>
                  <a:gd name="T47" fmla="*/ 51 h 60"/>
                  <a:gd name="T48" fmla="*/ 130 w 175"/>
                  <a:gd name="T49" fmla="*/ 51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75" h="60">
                    <a:moveTo>
                      <a:pt x="130" y="51"/>
                    </a:moveTo>
                    <a:cubicBezTo>
                      <a:pt x="130" y="50"/>
                      <a:pt x="130" y="50"/>
                      <a:pt x="130" y="50"/>
                    </a:cubicBezTo>
                    <a:cubicBezTo>
                      <a:pt x="48" y="50"/>
                      <a:pt x="48" y="50"/>
                      <a:pt x="48" y="50"/>
                    </a:cubicBezTo>
                    <a:cubicBezTo>
                      <a:pt x="48" y="51"/>
                      <a:pt x="48" y="51"/>
                      <a:pt x="48" y="51"/>
                    </a:cubicBezTo>
                    <a:cubicBezTo>
                      <a:pt x="52" y="51"/>
                      <a:pt x="52" y="51"/>
                      <a:pt x="52" y="51"/>
                    </a:cubicBezTo>
                    <a:cubicBezTo>
                      <a:pt x="48" y="60"/>
                      <a:pt x="48" y="60"/>
                      <a:pt x="48" y="60"/>
                    </a:cubicBezTo>
                    <a:cubicBezTo>
                      <a:pt x="34" y="60"/>
                      <a:pt x="20" y="60"/>
                      <a:pt x="7" y="60"/>
                    </a:cubicBezTo>
                    <a:cubicBezTo>
                      <a:pt x="8" y="58"/>
                      <a:pt x="9" y="56"/>
                      <a:pt x="10" y="54"/>
                    </a:cubicBezTo>
                    <a:cubicBezTo>
                      <a:pt x="11" y="54"/>
                      <a:pt x="12" y="54"/>
                      <a:pt x="14" y="54"/>
                    </a:cubicBezTo>
                    <a:cubicBezTo>
                      <a:pt x="14" y="44"/>
                      <a:pt x="13" y="34"/>
                      <a:pt x="13" y="25"/>
                    </a:cubicBezTo>
                    <a:cubicBezTo>
                      <a:pt x="5" y="20"/>
                      <a:pt x="1" y="14"/>
                      <a:pt x="0" y="7"/>
                    </a:cubicBezTo>
                    <a:cubicBezTo>
                      <a:pt x="12" y="18"/>
                      <a:pt x="22" y="17"/>
                      <a:pt x="28" y="0"/>
                    </a:cubicBezTo>
                    <a:cubicBezTo>
                      <a:pt x="37" y="22"/>
                      <a:pt x="47" y="15"/>
                      <a:pt x="55" y="7"/>
                    </a:cubicBezTo>
                    <a:cubicBezTo>
                      <a:pt x="55" y="14"/>
                      <a:pt x="50" y="17"/>
                      <a:pt x="48" y="22"/>
                    </a:cubicBezTo>
                    <a:cubicBezTo>
                      <a:pt x="127" y="22"/>
                      <a:pt x="127" y="22"/>
                      <a:pt x="127" y="22"/>
                    </a:cubicBezTo>
                    <a:cubicBezTo>
                      <a:pt x="125" y="18"/>
                      <a:pt x="120" y="14"/>
                      <a:pt x="119" y="7"/>
                    </a:cubicBezTo>
                    <a:cubicBezTo>
                      <a:pt x="127" y="15"/>
                      <a:pt x="137" y="22"/>
                      <a:pt x="147" y="0"/>
                    </a:cubicBezTo>
                    <a:cubicBezTo>
                      <a:pt x="153" y="17"/>
                      <a:pt x="163" y="18"/>
                      <a:pt x="175" y="7"/>
                    </a:cubicBezTo>
                    <a:cubicBezTo>
                      <a:pt x="173" y="14"/>
                      <a:pt x="169" y="19"/>
                      <a:pt x="161" y="24"/>
                    </a:cubicBezTo>
                    <a:cubicBezTo>
                      <a:pt x="161" y="34"/>
                      <a:pt x="161" y="44"/>
                      <a:pt x="161" y="53"/>
                    </a:cubicBezTo>
                    <a:cubicBezTo>
                      <a:pt x="162" y="53"/>
                      <a:pt x="164" y="53"/>
                      <a:pt x="165" y="53"/>
                    </a:cubicBezTo>
                    <a:cubicBezTo>
                      <a:pt x="166" y="55"/>
                      <a:pt x="167" y="58"/>
                      <a:pt x="169" y="60"/>
                    </a:cubicBezTo>
                    <a:cubicBezTo>
                      <a:pt x="155" y="60"/>
                      <a:pt x="142" y="60"/>
                      <a:pt x="128" y="60"/>
                    </a:cubicBezTo>
                    <a:cubicBezTo>
                      <a:pt x="124" y="51"/>
                      <a:pt x="124" y="51"/>
                      <a:pt x="124" y="51"/>
                    </a:cubicBezTo>
                    <a:lnTo>
                      <a:pt x="130" y="51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2" name="ïṩḷíḍé"/>
              <p:cNvSpPr/>
              <p:nvPr/>
            </p:nvSpPr>
            <p:spPr bwMode="auto">
              <a:xfrm>
                <a:off x="4065588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3" name="ïśľíḍè"/>
              <p:cNvSpPr/>
              <p:nvPr/>
            </p:nvSpPr>
            <p:spPr bwMode="auto">
              <a:xfrm>
                <a:off x="3740151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4" name="í$ḻîḋè"/>
              <p:cNvSpPr/>
              <p:nvPr/>
            </p:nvSpPr>
            <p:spPr bwMode="auto">
              <a:xfrm>
                <a:off x="4125913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5" name="iṣļíḋe"/>
              <p:cNvSpPr/>
              <p:nvPr/>
            </p:nvSpPr>
            <p:spPr bwMode="auto">
              <a:xfrm>
                <a:off x="3709988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6" name="iṩḷiḓé"/>
              <p:cNvSpPr/>
              <p:nvPr/>
            </p:nvSpPr>
            <p:spPr bwMode="auto">
              <a:xfrm>
                <a:off x="4095751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7" name="iSľiḍè"/>
              <p:cNvSpPr/>
              <p:nvPr/>
            </p:nvSpPr>
            <p:spPr bwMode="auto">
              <a:xfrm>
                <a:off x="3663951" y="3460750"/>
                <a:ext cx="495300" cy="31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8" name="ïṩḷîḍe"/>
              <p:cNvSpPr/>
              <p:nvPr/>
            </p:nvSpPr>
            <p:spPr bwMode="auto">
              <a:xfrm>
                <a:off x="3663951" y="3473450"/>
                <a:ext cx="115888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9" name="íšḻiḑê"/>
              <p:cNvSpPr/>
              <p:nvPr/>
            </p:nvSpPr>
            <p:spPr bwMode="auto">
              <a:xfrm>
                <a:off x="3789363" y="3473450"/>
                <a:ext cx="428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0" name="ïṩļïďè"/>
              <p:cNvSpPr/>
              <p:nvPr/>
            </p:nvSpPr>
            <p:spPr bwMode="auto">
              <a:xfrm>
                <a:off x="3851276" y="3473450"/>
                <a:ext cx="57150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1" name="îṥlïḋê"/>
              <p:cNvSpPr/>
              <p:nvPr/>
            </p:nvSpPr>
            <p:spPr bwMode="auto">
              <a:xfrm>
                <a:off x="3917951" y="3473450"/>
                <a:ext cx="555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2" name="îṧľïdè"/>
              <p:cNvSpPr/>
              <p:nvPr/>
            </p:nvSpPr>
            <p:spPr bwMode="auto">
              <a:xfrm>
                <a:off x="3994151" y="3473450"/>
                <a:ext cx="428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3" name="iSḷîḓê"/>
              <p:cNvSpPr/>
              <p:nvPr/>
            </p:nvSpPr>
            <p:spPr bwMode="auto">
              <a:xfrm>
                <a:off x="4046538" y="3473450"/>
                <a:ext cx="11271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4" name="îślíďè"/>
              <p:cNvSpPr/>
              <p:nvPr/>
            </p:nvSpPr>
            <p:spPr bwMode="auto">
              <a:xfrm>
                <a:off x="3979863" y="3473450"/>
                <a:ext cx="7938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5" name="iSḻïḍè"/>
              <p:cNvSpPr/>
              <p:nvPr/>
            </p:nvSpPr>
            <p:spPr bwMode="auto">
              <a:xfrm>
                <a:off x="3838576" y="3473450"/>
                <a:ext cx="6350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6" name="ïṡliḑê"/>
              <p:cNvSpPr/>
              <p:nvPr/>
            </p:nvSpPr>
            <p:spPr bwMode="auto">
              <a:xfrm>
                <a:off x="3851276" y="3384550"/>
                <a:ext cx="26988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7" name="islïďé"/>
              <p:cNvSpPr/>
              <p:nvPr/>
            </p:nvSpPr>
            <p:spPr bwMode="auto">
              <a:xfrm>
                <a:off x="3817938" y="3384550"/>
                <a:ext cx="26988" cy="15875"/>
              </a:xfrm>
              <a:custGeom>
                <a:avLst/>
                <a:gdLst>
                  <a:gd name="T0" fmla="*/ 7 w 8"/>
                  <a:gd name="T1" fmla="*/ 0 h 5"/>
                  <a:gd name="T2" fmla="*/ 8 w 8"/>
                  <a:gd name="T3" fmla="*/ 2 h 5"/>
                  <a:gd name="T4" fmla="*/ 1 w 8"/>
                  <a:gd name="T5" fmla="*/ 5 h 5"/>
                  <a:gd name="T6" fmla="*/ 7 w 8"/>
                  <a:gd name="T7" fmla="*/ 0 h 5"/>
                  <a:gd name="T8" fmla="*/ 7 w 8"/>
                  <a:gd name="T9" fmla="*/ 0 h 5"/>
                  <a:gd name="T10" fmla="*/ 7 w 8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5">
                    <a:moveTo>
                      <a:pt x="7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0" y="2"/>
                      <a:pt x="7" y="0"/>
                    </a:cubicBezTo>
                    <a:close/>
                    <a:moveTo>
                      <a:pt x="7" y="0"/>
                    </a:moveTo>
                    <a:cubicBezTo>
                      <a:pt x="7" y="0"/>
                      <a:pt x="7" y="0"/>
                      <a:pt x="7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8" name="îṥḷîdé"/>
              <p:cNvSpPr/>
              <p:nvPr/>
            </p:nvSpPr>
            <p:spPr bwMode="auto">
              <a:xfrm>
                <a:off x="3983038" y="3384550"/>
                <a:ext cx="26988" cy="15875"/>
              </a:xfrm>
              <a:custGeom>
                <a:avLst/>
                <a:gdLst>
                  <a:gd name="T0" fmla="*/ 1 w 8"/>
                  <a:gd name="T1" fmla="*/ 0 h 5"/>
                  <a:gd name="T2" fmla="*/ 0 w 8"/>
                  <a:gd name="T3" fmla="*/ 2 h 5"/>
                  <a:gd name="T4" fmla="*/ 7 w 8"/>
                  <a:gd name="T5" fmla="*/ 5 h 5"/>
                  <a:gd name="T6" fmla="*/ 1 w 8"/>
                  <a:gd name="T7" fmla="*/ 0 h 5"/>
                  <a:gd name="T8" fmla="*/ 1 w 8"/>
                  <a:gd name="T9" fmla="*/ 0 h 5"/>
                  <a:gd name="T10" fmla="*/ 1 w 8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5">
                    <a:moveTo>
                      <a:pt x="1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7" y="5"/>
                      <a:pt x="7" y="5"/>
                      <a:pt x="7" y="5"/>
                    </a:cubicBezTo>
                    <a:cubicBezTo>
                      <a:pt x="7" y="5"/>
                      <a:pt x="8" y="2"/>
                      <a:pt x="1" y="0"/>
                    </a:cubicBezTo>
                    <a:close/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9" name="isḷîḋé"/>
              <p:cNvSpPr/>
              <p:nvPr/>
            </p:nvSpPr>
            <p:spPr bwMode="auto">
              <a:xfrm>
                <a:off x="3884613" y="3384550"/>
                <a:ext cx="26988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0" name="iśḷïḑè"/>
              <p:cNvSpPr/>
              <p:nvPr/>
            </p:nvSpPr>
            <p:spPr bwMode="auto">
              <a:xfrm>
                <a:off x="3917951" y="3384550"/>
                <a:ext cx="25400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1" name="iṧľiďé"/>
              <p:cNvSpPr/>
              <p:nvPr/>
            </p:nvSpPr>
            <p:spPr bwMode="auto">
              <a:xfrm>
                <a:off x="3951288" y="3384550"/>
                <a:ext cx="25400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2" name="išľïḍé"/>
              <p:cNvSpPr/>
              <p:nvPr/>
            </p:nvSpPr>
            <p:spPr bwMode="auto">
              <a:xfrm>
                <a:off x="3771901" y="3484563"/>
                <a:ext cx="7938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3" name="îŝlîḑè"/>
              <p:cNvSpPr/>
              <p:nvPr/>
            </p:nvSpPr>
            <p:spPr bwMode="auto">
              <a:xfrm>
                <a:off x="3786188" y="3484563"/>
                <a:ext cx="46038" cy="60325"/>
              </a:xfrm>
              <a:custGeom>
                <a:avLst/>
                <a:gdLst>
                  <a:gd name="T0" fmla="*/ 8 w 29"/>
                  <a:gd name="T1" fmla="*/ 0 h 38"/>
                  <a:gd name="T2" fmla="*/ 20 w 29"/>
                  <a:gd name="T3" fmla="*/ 0 h 38"/>
                  <a:gd name="T4" fmla="*/ 29 w 29"/>
                  <a:gd name="T5" fmla="*/ 8 h 38"/>
                  <a:gd name="T6" fmla="*/ 29 w 29"/>
                  <a:gd name="T7" fmla="*/ 38 h 38"/>
                  <a:gd name="T8" fmla="*/ 0 w 29"/>
                  <a:gd name="T9" fmla="*/ 38 h 38"/>
                  <a:gd name="T10" fmla="*/ 0 w 29"/>
                  <a:gd name="T11" fmla="*/ 8 h 38"/>
                  <a:gd name="T12" fmla="*/ 8 w 29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8">
                    <a:moveTo>
                      <a:pt x="8" y="0"/>
                    </a:moveTo>
                    <a:lnTo>
                      <a:pt x="20" y="0"/>
                    </a:lnTo>
                    <a:lnTo>
                      <a:pt x="29" y="8"/>
                    </a:lnTo>
                    <a:lnTo>
                      <a:pt x="29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4" name="îṩḻíḓe"/>
              <p:cNvSpPr/>
              <p:nvPr/>
            </p:nvSpPr>
            <p:spPr bwMode="auto">
              <a:xfrm>
                <a:off x="3994151" y="3484563"/>
                <a:ext cx="46038" cy="60325"/>
              </a:xfrm>
              <a:custGeom>
                <a:avLst/>
                <a:gdLst>
                  <a:gd name="T0" fmla="*/ 8 w 29"/>
                  <a:gd name="T1" fmla="*/ 0 h 38"/>
                  <a:gd name="T2" fmla="*/ 18 w 29"/>
                  <a:gd name="T3" fmla="*/ 0 h 38"/>
                  <a:gd name="T4" fmla="*/ 29 w 29"/>
                  <a:gd name="T5" fmla="*/ 8 h 38"/>
                  <a:gd name="T6" fmla="*/ 29 w 29"/>
                  <a:gd name="T7" fmla="*/ 38 h 38"/>
                  <a:gd name="T8" fmla="*/ 0 w 29"/>
                  <a:gd name="T9" fmla="*/ 38 h 38"/>
                  <a:gd name="T10" fmla="*/ 0 w 29"/>
                  <a:gd name="T11" fmla="*/ 8 h 38"/>
                  <a:gd name="T12" fmla="*/ 8 w 29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8">
                    <a:moveTo>
                      <a:pt x="8" y="0"/>
                    </a:moveTo>
                    <a:lnTo>
                      <a:pt x="18" y="0"/>
                    </a:lnTo>
                    <a:lnTo>
                      <a:pt x="29" y="8"/>
                    </a:lnTo>
                    <a:lnTo>
                      <a:pt x="29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5" name="î$1îdè"/>
              <p:cNvSpPr/>
              <p:nvPr/>
            </p:nvSpPr>
            <p:spPr bwMode="auto">
              <a:xfrm>
                <a:off x="3851276" y="3484563"/>
                <a:ext cx="122238" cy="60325"/>
              </a:xfrm>
              <a:custGeom>
                <a:avLst/>
                <a:gdLst>
                  <a:gd name="T0" fmla="*/ 9 w 77"/>
                  <a:gd name="T1" fmla="*/ 0 h 38"/>
                  <a:gd name="T2" fmla="*/ 69 w 77"/>
                  <a:gd name="T3" fmla="*/ 0 h 38"/>
                  <a:gd name="T4" fmla="*/ 77 w 77"/>
                  <a:gd name="T5" fmla="*/ 8 h 38"/>
                  <a:gd name="T6" fmla="*/ 77 w 77"/>
                  <a:gd name="T7" fmla="*/ 38 h 38"/>
                  <a:gd name="T8" fmla="*/ 0 w 77"/>
                  <a:gd name="T9" fmla="*/ 38 h 38"/>
                  <a:gd name="T10" fmla="*/ 0 w 77"/>
                  <a:gd name="T11" fmla="*/ 8 h 38"/>
                  <a:gd name="T12" fmla="*/ 9 w 77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7" h="38">
                    <a:moveTo>
                      <a:pt x="9" y="0"/>
                    </a:moveTo>
                    <a:lnTo>
                      <a:pt x="69" y="0"/>
                    </a:lnTo>
                    <a:lnTo>
                      <a:pt x="77" y="8"/>
                    </a:lnTo>
                    <a:lnTo>
                      <a:pt x="77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6" name="iśľïḓe"/>
              <p:cNvSpPr/>
              <p:nvPr/>
            </p:nvSpPr>
            <p:spPr bwMode="auto">
              <a:xfrm>
                <a:off x="4046538" y="3484563"/>
                <a:ext cx="6350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7" name="iṣļïḑè"/>
              <p:cNvSpPr/>
              <p:nvPr/>
            </p:nvSpPr>
            <p:spPr bwMode="auto">
              <a:xfrm>
                <a:off x="3838576" y="3484563"/>
                <a:ext cx="6350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8" name="iṡḷidé"/>
              <p:cNvSpPr/>
              <p:nvPr/>
            </p:nvSpPr>
            <p:spPr bwMode="auto">
              <a:xfrm>
                <a:off x="3979863" y="3484563"/>
                <a:ext cx="3175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9" name="íṡḷíḋe"/>
              <p:cNvSpPr/>
              <p:nvPr/>
            </p:nvSpPr>
            <p:spPr bwMode="auto">
              <a:xfrm>
                <a:off x="3811588" y="3551238"/>
                <a:ext cx="20478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0" name="íŝ1iḑê"/>
              <p:cNvSpPr/>
              <p:nvPr/>
            </p:nvSpPr>
            <p:spPr bwMode="auto">
              <a:xfrm>
                <a:off x="3805238" y="3557588"/>
                <a:ext cx="214313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1" name="îṩḷiḑe"/>
              <p:cNvSpPr/>
              <p:nvPr/>
            </p:nvSpPr>
            <p:spPr bwMode="auto">
              <a:xfrm>
                <a:off x="3802063" y="3567113"/>
                <a:ext cx="220663" cy="1588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2" name="iṧḻiḑê"/>
              <p:cNvSpPr/>
              <p:nvPr/>
            </p:nvSpPr>
            <p:spPr bwMode="auto">
              <a:xfrm>
                <a:off x="3802063" y="3570288"/>
                <a:ext cx="22383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3" name="ïṣḻîḋè"/>
              <p:cNvSpPr/>
              <p:nvPr/>
            </p:nvSpPr>
            <p:spPr bwMode="auto">
              <a:xfrm>
                <a:off x="3795713" y="3581400"/>
                <a:ext cx="234950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4" name="îṡ1îḍé"/>
              <p:cNvSpPr/>
              <p:nvPr/>
            </p:nvSpPr>
            <p:spPr bwMode="auto">
              <a:xfrm>
                <a:off x="3633788" y="3587750"/>
                <a:ext cx="560388" cy="6350"/>
              </a:xfrm>
              <a:custGeom>
                <a:avLst/>
                <a:gdLst>
                  <a:gd name="T0" fmla="*/ 0 w 353"/>
                  <a:gd name="T1" fmla="*/ 0 h 4"/>
                  <a:gd name="T2" fmla="*/ 353 w 353"/>
                  <a:gd name="T3" fmla="*/ 0 h 4"/>
                  <a:gd name="T4" fmla="*/ 351 w 353"/>
                  <a:gd name="T5" fmla="*/ 4 h 4"/>
                  <a:gd name="T6" fmla="*/ 2 w 353"/>
                  <a:gd name="T7" fmla="*/ 4 h 4"/>
                  <a:gd name="T8" fmla="*/ 0 w 353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3" h="4">
                    <a:moveTo>
                      <a:pt x="0" y="0"/>
                    </a:moveTo>
                    <a:lnTo>
                      <a:pt x="353" y="0"/>
                    </a:lnTo>
                    <a:lnTo>
                      <a:pt x="351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5" name="îš1íḑe"/>
              <p:cNvSpPr/>
              <p:nvPr/>
            </p:nvSpPr>
            <p:spPr bwMode="auto">
              <a:xfrm>
                <a:off x="3640138" y="3600450"/>
                <a:ext cx="547688" cy="6350"/>
              </a:xfrm>
              <a:custGeom>
                <a:avLst/>
                <a:gdLst>
                  <a:gd name="T0" fmla="*/ 0 w 345"/>
                  <a:gd name="T1" fmla="*/ 0 h 4"/>
                  <a:gd name="T2" fmla="*/ 345 w 345"/>
                  <a:gd name="T3" fmla="*/ 0 h 4"/>
                  <a:gd name="T4" fmla="*/ 343 w 345"/>
                  <a:gd name="T5" fmla="*/ 4 h 4"/>
                  <a:gd name="T6" fmla="*/ 2 w 345"/>
                  <a:gd name="T7" fmla="*/ 4 h 4"/>
                  <a:gd name="T8" fmla="*/ 0 w 345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5" h="4">
                    <a:moveTo>
                      <a:pt x="0" y="0"/>
                    </a:moveTo>
                    <a:lnTo>
                      <a:pt x="345" y="0"/>
                    </a:lnTo>
                    <a:lnTo>
                      <a:pt x="343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6" name="iš1ïḍe"/>
              <p:cNvSpPr/>
              <p:nvPr/>
            </p:nvSpPr>
            <p:spPr bwMode="auto">
              <a:xfrm>
                <a:off x="3736976" y="3406775"/>
                <a:ext cx="352425" cy="4763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7" name="îSḻîde"/>
              <p:cNvSpPr/>
              <p:nvPr/>
            </p:nvSpPr>
            <p:spPr bwMode="auto">
              <a:xfrm>
                <a:off x="3746501" y="3417888"/>
                <a:ext cx="3333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" name="î$ḻîḑé"/>
              <p:cNvSpPr/>
              <p:nvPr/>
            </p:nvSpPr>
            <p:spPr bwMode="auto">
              <a:xfrm>
                <a:off x="3805238" y="3417888"/>
                <a:ext cx="211138" cy="1588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" name="íŝļïḓe"/>
              <p:cNvSpPr/>
              <p:nvPr/>
            </p:nvSpPr>
            <p:spPr bwMode="auto">
              <a:xfrm>
                <a:off x="3811588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" name="îS1iḍé"/>
              <p:cNvSpPr/>
              <p:nvPr/>
            </p:nvSpPr>
            <p:spPr bwMode="auto">
              <a:xfrm>
                <a:off x="3802063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" name="išlïdé"/>
              <p:cNvSpPr/>
              <p:nvPr/>
            </p:nvSpPr>
            <p:spPr bwMode="auto">
              <a:xfrm>
                <a:off x="3789363" y="3421063"/>
                <a:ext cx="6350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" name="ïSlïde"/>
              <p:cNvSpPr/>
              <p:nvPr/>
            </p:nvSpPr>
            <p:spPr bwMode="auto">
              <a:xfrm>
                <a:off x="3822701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" name="îşľïďe"/>
              <p:cNvSpPr/>
              <p:nvPr/>
            </p:nvSpPr>
            <p:spPr bwMode="auto">
              <a:xfrm>
                <a:off x="3832226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" name="ïşľíďê"/>
              <p:cNvSpPr/>
              <p:nvPr/>
            </p:nvSpPr>
            <p:spPr bwMode="auto">
              <a:xfrm>
                <a:off x="38449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" name="íś1ïdè"/>
              <p:cNvSpPr/>
              <p:nvPr/>
            </p:nvSpPr>
            <p:spPr bwMode="auto">
              <a:xfrm>
                <a:off x="3854451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6" name="iṩḷiḍe"/>
              <p:cNvSpPr/>
              <p:nvPr/>
            </p:nvSpPr>
            <p:spPr bwMode="auto">
              <a:xfrm>
                <a:off x="3865563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7" name="ïŝ1iďè"/>
              <p:cNvSpPr/>
              <p:nvPr/>
            </p:nvSpPr>
            <p:spPr bwMode="auto">
              <a:xfrm>
                <a:off x="3878263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8" name="íṩļíḋê"/>
              <p:cNvSpPr/>
              <p:nvPr/>
            </p:nvSpPr>
            <p:spPr bwMode="auto">
              <a:xfrm>
                <a:off x="3887788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9" name="ïṧ1ïdè"/>
              <p:cNvSpPr/>
              <p:nvPr/>
            </p:nvSpPr>
            <p:spPr bwMode="auto">
              <a:xfrm>
                <a:off x="3897313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0" name="íŝḻîḍé"/>
              <p:cNvSpPr/>
              <p:nvPr/>
            </p:nvSpPr>
            <p:spPr bwMode="auto">
              <a:xfrm>
                <a:off x="3908426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1" name="îşḻïḓé"/>
              <p:cNvSpPr/>
              <p:nvPr/>
            </p:nvSpPr>
            <p:spPr bwMode="auto">
              <a:xfrm>
                <a:off x="39211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2" name="íśļíďè"/>
              <p:cNvSpPr/>
              <p:nvPr/>
            </p:nvSpPr>
            <p:spPr bwMode="auto">
              <a:xfrm>
                <a:off x="3930651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3" name="iŝ1ïdé"/>
              <p:cNvSpPr/>
              <p:nvPr/>
            </p:nvSpPr>
            <p:spPr bwMode="auto">
              <a:xfrm>
                <a:off x="3940176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4" name="is1ídè"/>
              <p:cNvSpPr/>
              <p:nvPr/>
            </p:nvSpPr>
            <p:spPr bwMode="auto">
              <a:xfrm>
                <a:off x="3951288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2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5" name="islíďê"/>
              <p:cNvSpPr/>
              <p:nvPr/>
            </p:nvSpPr>
            <p:spPr bwMode="auto">
              <a:xfrm>
                <a:off x="3963988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6" name="iṩlíḑê"/>
              <p:cNvSpPr/>
              <p:nvPr/>
            </p:nvSpPr>
            <p:spPr bwMode="auto">
              <a:xfrm>
                <a:off x="3973513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7" name="îṥḷïďê"/>
              <p:cNvSpPr/>
              <p:nvPr/>
            </p:nvSpPr>
            <p:spPr bwMode="auto">
              <a:xfrm>
                <a:off x="3983038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8" name="íṥḻïďè"/>
              <p:cNvSpPr/>
              <p:nvPr/>
            </p:nvSpPr>
            <p:spPr bwMode="auto">
              <a:xfrm>
                <a:off x="39973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9" name="íṡḷíḍè"/>
              <p:cNvSpPr/>
              <p:nvPr/>
            </p:nvSpPr>
            <p:spPr bwMode="auto">
              <a:xfrm>
                <a:off x="4006851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0" name="î$ḷîḑé"/>
              <p:cNvSpPr/>
              <p:nvPr/>
            </p:nvSpPr>
            <p:spPr bwMode="auto">
              <a:xfrm>
                <a:off x="4016376" y="3421063"/>
                <a:ext cx="6350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1" name="í$ľîdè"/>
              <p:cNvSpPr/>
              <p:nvPr/>
            </p:nvSpPr>
            <p:spPr bwMode="auto">
              <a:xfrm>
                <a:off x="4025901" y="3421063"/>
                <a:ext cx="7938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2" name="iṥ1iḍè"/>
              <p:cNvSpPr/>
              <p:nvPr/>
            </p:nvSpPr>
            <p:spPr bwMode="auto">
              <a:xfrm>
                <a:off x="4040188" y="3417888"/>
                <a:ext cx="3968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3" name="ïslidé"/>
              <p:cNvSpPr/>
              <p:nvPr/>
            </p:nvSpPr>
            <p:spPr bwMode="auto">
              <a:xfrm>
                <a:off x="3679826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4" name="íṡlïďè"/>
              <p:cNvSpPr/>
              <p:nvPr/>
            </p:nvSpPr>
            <p:spPr bwMode="auto">
              <a:xfrm>
                <a:off x="3884613" y="3490913"/>
                <a:ext cx="55563" cy="53975"/>
              </a:xfrm>
              <a:custGeom>
                <a:avLst/>
                <a:gdLst>
                  <a:gd name="T0" fmla="*/ 0 w 35"/>
                  <a:gd name="T1" fmla="*/ 0 h 34"/>
                  <a:gd name="T2" fmla="*/ 35 w 35"/>
                  <a:gd name="T3" fmla="*/ 0 h 34"/>
                  <a:gd name="T4" fmla="*/ 35 w 35"/>
                  <a:gd name="T5" fmla="*/ 34 h 34"/>
                  <a:gd name="T6" fmla="*/ 0 w 35"/>
                  <a:gd name="T7" fmla="*/ 34 h 34"/>
                  <a:gd name="T8" fmla="*/ 0 w 35"/>
                  <a:gd name="T9" fmla="*/ 0 h 34"/>
                  <a:gd name="T10" fmla="*/ 0 w 35"/>
                  <a:gd name="T11" fmla="*/ 0 h 34"/>
                  <a:gd name="T12" fmla="*/ 4 w 35"/>
                  <a:gd name="T13" fmla="*/ 8 h 34"/>
                  <a:gd name="T14" fmla="*/ 4 w 35"/>
                  <a:gd name="T15" fmla="*/ 27 h 34"/>
                  <a:gd name="T16" fmla="*/ 8 w 35"/>
                  <a:gd name="T17" fmla="*/ 27 h 34"/>
                  <a:gd name="T18" fmla="*/ 8 w 35"/>
                  <a:gd name="T19" fmla="*/ 8 h 34"/>
                  <a:gd name="T20" fmla="*/ 4 w 35"/>
                  <a:gd name="T21" fmla="*/ 8 h 34"/>
                  <a:gd name="T22" fmla="*/ 4 w 35"/>
                  <a:gd name="T23" fmla="*/ 8 h 34"/>
                  <a:gd name="T24" fmla="*/ 29 w 35"/>
                  <a:gd name="T25" fmla="*/ 8 h 34"/>
                  <a:gd name="T26" fmla="*/ 29 w 35"/>
                  <a:gd name="T27" fmla="*/ 27 h 34"/>
                  <a:gd name="T28" fmla="*/ 31 w 35"/>
                  <a:gd name="T29" fmla="*/ 27 h 34"/>
                  <a:gd name="T30" fmla="*/ 31 w 35"/>
                  <a:gd name="T31" fmla="*/ 8 h 34"/>
                  <a:gd name="T32" fmla="*/ 29 w 35"/>
                  <a:gd name="T33" fmla="*/ 8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5" h="34">
                    <a:moveTo>
                      <a:pt x="0" y="0"/>
                    </a:moveTo>
                    <a:lnTo>
                      <a:pt x="35" y="0"/>
                    </a:lnTo>
                    <a:lnTo>
                      <a:pt x="35" y="34"/>
                    </a:lnTo>
                    <a:lnTo>
                      <a:pt x="0" y="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4" y="8"/>
                    </a:moveTo>
                    <a:lnTo>
                      <a:pt x="4" y="27"/>
                    </a:lnTo>
                    <a:lnTo>
                      <a:pt x="8" y="27"/>
                    </a:lnTo>
                    <a:lnTo>
                      <a:pt x="8" y="8"/>
                    </a:lnTo>
                    <a:lnTo>
                      <a:pt x="4" y="8"/>
                    </a:lnTo>
                    <a:lnTo>
                      <a:pt x="4" y="8"/>
                    </a:lnTo>
                    <a:close/>
                    <a:moveTo>
                      <a:pt x="29" y="8"/>
                    </a:moveTo>
                    <a:lnTo>
                      <a:pt x="29" y="27"/>
                    </a:lnTo>
                    <a:lnTo>
                      <a:pt x="31" y="27"/>
                    </a:lnTo>
                    <a:lnTo>
                      <a:pt x="31" y="8"/>
                    </a:lnTo>
                    <a:lnTo>
                      <a:pt x="29" y="8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5" name="iṧ1ïḓè"/>
              <p:cNvSpPr/>
              <p:nvPr/>
            </p:nvSpPr>
            <p:spPr bwMode="auto">
              <a:xfrm>
                <a:off x="3551238" y="3067050"/>
                <a:ext cx="722313" cy="727075"/>
              </a:xfrm>
              <a:custGeom>
                <a:avLst/>
                <a:gdLst>
                  <a:gd name="T0" fmla="*/ 109 w 219"/>
                  <a:gd name="T1" fmla="*/ 0 h 218"/>
                  <a:gd name="T2" fmla="*/ 219 w 219"/>
                  <a:gd name="T3" fmla="*/ 109 h 218"/>
                  <a:gd name="T4" fmla="*/ 109 w 219"/>
                  <a:gd name="T5" fmla="*/ 218 h 218"/>
                  <a:gd name="T6" fmla="*/ 0 w 219"/>
                  <a:gd name="T7" fmla="*/ 109 h 218"/>
                  <a:gd name="T8" fmla="*/ 109 w 219"/>
                  <a:gd name="T9" fmla="*/ 0 h 218"/>
                  <a:gd name="T10" fmla="*/ 109 w 219"/>
                  <a:gd name="T11" fmla="*/ 3 h 218"/>
                  <a:gd name="T12" fmla="*/ 4 w 219"/>
                  <a:gd name="T13" fmla="*/ 109 h 218"/>
                  <a:gd name="T14" fmla="*/ 109 w 219"/>
                  <a:gd name="T15" fmla="*/ 215 h 218"/>
                  <a:gd name="T16" fmla="*/ 215 w 219"/>
                  <a:gd name="T17" fmla="*/ 109 h 218"/>
                  <a:gd name="T18" fmla="*/ 109 w 219"/>
                  <a:gd name="T19" fmla="*/ 3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9" h="218">
                    <a:moveTo>
                      <a:pt x="109" y="0"/>
                    </a:moveTo>
                    <a:cubicBezTo>
                      <a:pt x="170" y="0"/>
                      <a:pt x="219" y="49"/>
                      <a:pt x="219" y="109"/>
                    </a:cubicBezTo>
                    <a:cubicBezTo>
                      <a:pt x="219" y="169"/>
                      <a:pt x="170" y="218"/>
                      <a:pt x="109" y="218"/>
                    </a:cubicBezTo>
                    <a:cubicBezTo>
                      <a:pt x="49" y="218"/>
                      <a:pt x="0" y="169"/>
                      <a:pt x="0" y="109"/>
                    </a:cubicBezTo>
                    <a:cubicBezTo>
                      <a:pt x="0" y="49"/>
                      <a:pt x="49" y="0"/>
                      <a:pt x="109" y="0"/>
                    </a:cubicBezTo>
                    <a:close/>
                    <a:moveTo>
                      <a:pt x="109" y="3"/>
                    </a:moveTo>
                    <a:cubicBezTo>
                      <a:pt x="51" y="3"/>
                      <a:pt x="4" y="51"/>
                      <a:pt x="4" y="109"/>
                    </a:cubicBezTo>
                    <a:cubicBezTo>
                      <a:pt x="4" y="167"/>
                      <a:pt x="51" y="215"/>
                      <a:pt x="109" y="215"/>
                    </a:cubicBezTo>
                    <a:cubicBezTo>
                      <a:pt x="168" y="215"/>
                      <a:pt x="215" y="167"/>
                      <a:pt x="215" y="109"/>
                    </a:cubicBezTo>
                    <a:cubicBezTo>
                      <a:pt x="215" y="51"/>
                      <a:pt x="168" y="3"/>
                      <a:pt x="109" y="3"/>
                    </a:cubicBez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47" name="íşḷïḑe"/>
            <p:cNvGrpSpPr/>
            <p:nvPr userDrawn="1"/>
          </p:nvGrpSpPr>
          <p:grpSpPr>
            <a:xfrm>
              <a:off x="4894762" y="471192"/>
              <a:ext cx="4437911" cy="1614111"/>
              <a:chOff x="4412452" y="3106738"/>
              <a:chExt cx="2312689" cy="841148"/>
            </a:xfrm>
          </p:grpSpPr>
          <p:grpSp>
            <p:nvGrpSpPr>
              <p:cNvPr id="248" name="îṥľíḑé"/>
              <p:cNvGrpSpPr/>
              <p:nvPr/>
            </p:nvGrpSpPr>
            <p:grpSpPr>
              <a:xfrm>
                <a:off x="4422776" y="3106738"/>
                <a:ext cx="2293937" cy="617538"/>
                <a:chOff x="4422776" y="3106738"/>
                <a:chExt cx="2293937" cy="617538"/>
              </a:xfrm>
            </p:grpSpPr>
            <p:sp>
              <p:nvSpPr>
                <p:cNvPr id="265" name="išḻiḑé"/>
                <p:cNvSpPr/>
                <p:nvPr/>
              </p:nvSpPr>
              <p:spPr bwMode="auto">
                <a:xfrm>
                  <a:off x="4811713" y="3200400"/>
                  <a:ext cx="49213" cy="100013"/>
                </a:xfrm>
                <a:custGeom>
                  <a:avLst/>
                  <a:gdLst>
                    <a:gd name="T0" fmla="*/ 0 w 15"/>
                    <a:gd name="T1" fmla="*/ 1 h 30"/>
                    <a:gd name="T2" fmla="*/ 1 w 15"/>
                    <a:gd name="T3" fmla="*/ 12 h 30"/>
                    <a:gd name="T4" fmla="*/ 0 w 15"/>
                    <a:gd name="T5" fmla="*/ 21 h 30"/>
                    <a:gd name="T6" fmla="*/ 2 w 15"/>
                    <a:gd name="T7" fmla="*/ 28 h 30"/>
                    <a:gd name="T8" fmla="*/ 7 w 15"/>
                    <a:gd name="T9" fmla="*/ 30 h 30"/>
                    <a:gd name="T10" fmla="*/ 12 w 15"/>
                    <a:gd name="T11" fmla="*/ 26 h 30"/>
                    <a:gd name="T12" fmla="*/ 15 w 15"/>
                    <a:gd name="T13" fmla="*/ 18 h 30"/>
                    <a:gd name="T14" fmla="*/ 3 w 15"/>
                    <a:gd name="T15" fmla="*/ 0 h 30"/>
                    <a:gd name="T16" fmla="*/ 0 w 15"/>
                    <a:gd name="T17" fmla="*/ 1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30">
                      <a:moveTo>
                        <a:pt x="0" y="1"/>
                      </a:moveTo>
                      <a:cubicBezTo>
                        <a:pt x="1" y="12"/>
                        <a:pt x="1" y="12"/>
                        <a:pt x="1" y="12"/>
                      </a:cubicBezTo>
                      <a:cubicBezTo>
                        <a:pt x="1" y="13"/>
                        <a:pt x="0" y="18"/>
                        <a:pt x="0" y="21"/>
                      </a:cubicBezTo>
                      <a:cubicBezTo>
                        <a:pt x="0" y="24"/>
                        <a:pt x="2" y="25"/>
                        <a:pt x="2" y="28"/>
                      </a:cubicBezTo>
                      <a:cubicBezTo>
                        <a:pt x="7" y="30"/>
                        <a:pt x="7" y="30"/>
                        <a:pt x="7" y="30"/>
                      </a:cubicBezTo>
                      <a:cubicBezTo>
                        <a:pt x="9" y="27"/>
                        <a:pt x="10" y="29"/>
                        <a:pt x="12" y="26"/>
                      </a:cubicBezTo>
                      <a:cubicBezTo>
                        <a:pt x="14" y="23"/>
                        <a:pt x="14" y="21"/>
                        <a:pt x="15" y="18"/>
                      </a:cubicBezTo>
                      <a:cubicBezTo>
                        <a:pt x="12" y="7"/>
                        <a:pt x="13" y="5"/>
                        <a:pt x="3" y="0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6" name="íṥľíďè"/>
                <p:cNvSpPr/>
                <p:nvPr/>
              </p:nvSpPr>
              <p:spPr bwMode="auto">
                <a:xfrm>
                  <a:off x="5221288" y="3184525"/>
                  <a:ext cx="36513" cy="122238"/>
                </a:xfrm>
                <a:custGeom>
                  <a:avLst/>
                  <a:gdLst>
                    <a:gd name="T0" fmla="*/ 0 w 11"/>
                    <a:gd name="T1" fmla="*/ 3 h 37"/>
                    <a:gd name="T2" fmla="*/ 2 w 11"/>
                    <a:gd name="T3" fmla="*/ 14 h 37"/>
                    <a:gd name="T4" fmla="*/ 0 w 11"/>
                    <a:gd name="T5" fmla="*/ 33 h 37"/>
                    <a:gd name="T6" fmla="*/ 0 w 11"/>
                    <a:gd name="T7" fmla="*/ 36 h 37"/>
                    <a:gd name="T8" fmla="*/ 2 w 11"/>
                    <a:gd name="T9" fmla="*/ 37 h 37"/>
                    <a:gd name="T10" fmla="*/ 8 w 11"/>
                    <a:gd name="T11" fmla="*/ 27 h 37"/>
                    <a:gd name="T12" fmla="*/ 11 w 11"/>
                    <a:gd name="T13" fmla="*/ 17 h 37"/>
                    <a:gd name="T14" fmla="*/ 11 w 11"/>
                    <a:gd name="T15" fmla="*/ 15 h 37"/>
                    <a:gd name="T16" fmla="*/ 7 w 11"/>
                    <a:gd name="T17" fmla="*/ 2 h 37"/>
                    <a:gd name="T18" fmla="*/ 2 w 11"/>
                    <a:gd name="T19" fmla="*/ 0 h 37"/>
                    <a:gd name="T20" fmla="*/ 0 w 11"/>
                    <a:gd name="T21" fmla="*/ 3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1" h="37">
                      <a:moveTo>
                        <a:pt x="0" y="3"/>
                      </a:moveTo>
                      <a:cubicBezTo>
                        <a:pt x="2" y="14"/>
                        <a:pt x="2" y="14"/>
                        <a:pt x="2" y="14"/>
                      </a:cubicBezTo>
                      <a:cubicBezTo>
                        <a:pt x="2" y="19"/>
                        <a:pt x="0" y="27"/>
                        <a:pt x="0" y="33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2" y="36"/>
                        <a:pt x="1" y="37"/>
                        <a:pt x="2" y="37"/>
                      </a:cubicBezTo>
                      <a:cubicBezTo>
                        <a:pt x="3" y="37"/>
                        <a:pt x="7" y="28"/>
                        <a:pt x="8" y="27"/>
                      </a:cubicBezTo>
                      <a:cubicBezTo>
                        <a:pt x="9" y="24"/>
                        <a:pt x="11" y="21"/>
                        <a:pt x="11" y="17"/>
                      </a:cubicBezTo>
                      <a:cubicBezTo>
                        <a:pt x="11" y="15"/>
                        <a:pt x="11" y="15"/>
                        <a:pt x="11" y="15"/>
                      </a:cubicBezTo>
                      <a:cubicBezTo>
                        <a:pt x="11" y="7"/>
                        <a:pt x="8" y="7"/>
                        <a:pt x="7" y="2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1"/>
                        <a:pt x="0" y="1"/>
                        <a:pt x="0" y="3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7" name="íś1iḑe"/>
                <p:cNvSpPr/>
                <p:nvPr/>
              </p:nvSpPr>
              <p:spPr bwMode="auto">
                <a:xfrm>
                  <a:off x="4554538" y="3251200"/>
                  <a:ext cx="119063" cy="58738"/>
                </a:xfrm>
                <a:custGeom>
                  <a:avLst/>
                  <a:gdLst>
                    <a:gd name="T0" fmla="*/ 0 w 36"/>
                    <a:gd name="T1" fmla="*/ 15 h 18"/>
                    <a:gd name="T2" fmla="*/ 2 w 36"/>
                    <a:gd name="T3" fmla="*/ 16 h 18"/>
                    <a:gd name="T4" fmla="*/ 13 w 36"/>
                    <a:gd name="T5" fmla="*/ 18 h 18"/>
                    <a:gd name="T6" fmla="*/ 16 w 36"/>
                    <a:gd name="T7" fmla="*/ 18 h 18"/>
                    <a:gd name="T8" fmla="*/ 22 w 36"/>
                    <a:gd name="T9" fmla="*/ 17 h 18"/>
                    <a:gd name="T10" fmla="*/ 23 w 36"/>
                    <a:gd name="T11" fmla="*/ 17 h 18"/>
                    <a:gd name="T12" fmla="*/ 30 w 36"/>
                    <a:gd name="T13" fmla="*/ 13 h 18"/>
                    <a:gd name="T14" fmla="*/ 36 w 36"/>
                    <a:gd name="T15" fmla="*/ 8 h 18"/>
                    <a:gd name="T16" fmla="*/ 36 w 36"/>
                    <a:gd name="T17" fmla="*/ 7 h 18"/>
                    <a:gd name="T18" fmla="*/ 36 w 36"/>
                    <a:gd name="T19" fmla="*/ 4 h 18"/>
                    <a:gd name="T20" fmla="*/ 32 w 36"/>
                    <a:gd name="T21" fmla="*/ 0 h 18"/>
                    <a:gd name="T22" fmla="*/ 24 w 36"/>
                    <a:gd name="T23" fmla="*/ 3 h 18"/>
                    <a:gd name="T24" fmla="*/ 16 w 36"/>
                    <a:gd name="T25" fmla="*/ 7 h 18"/>
                    <a:gd name="T26" fmla="*/ 0 w 36"/>
                    <a:gd name="T27" fmla="*/ 15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6" h="18">
                      <a:moveTo>
                        <a:pt x="0" y="15"/>
                      </a:moveTo>
                      <a:cubicBezTo>
                        <a:pt x="1" y="16"/>
                        <a:pt x="1" y="16"/>
                        <a:pt x="2" y="16"/>
                      </a:cubicBezTo>
                      <a:cubicBezTo>
                        <a:pt x="6" y="16"/>
                        <a:pt x="9" y="18"/>
                        <a:pt x="13" y="18"/>
                      </a:cubicBezTo>
                      <a:cubicBezTo>
                        <a:pt x="16" y="18"/>
                        <a:pt x="16" y="18"/>
                        <a:pt x="16" y="18"/>
                      </a:cubicBezTo>
                      <a:cubicBezTo>
                        <a:pt x="22" y="17"/>
                        <a:pt x="22" y="17"/>
                        <a:pt x="22" y="17"/>
                      </a:cubicBezTo>
                      <a:cubicBezTo>
                        <a:pt x="23" y="17"/>
                        <a:pt x="23" y="17"/>
                        <a:pt x="23" y="17"/>
                      </a:cubicBezTo>
                      <a:cubicBezTo>
                        <a:pt x="26" y="16"/>
                        <a:pt x="28" y="14"/>
                        <a:pt x="30" y="13"/>
                      </a:cubicBezTo>
                      <a:cubicBezTo>
                        <a:pt x="34" y="11"/>
                        <a:pt x="33" y="10"/>
                        <a:pt x="36" y="8"/>
                      </a:cubicBezTo>
                      <a:cubicBezTo>
                        <a:pt x="36" y="7"/>
                        <a:pt x="36" y="7"/>
                        <a:pt x="36" y="7"/>
                      </a:cubicBezTo>
                      <a:cubicBezTo>
                        <a:pt x="36" y="4"/>
                        <a:pt x="36" y="4"/>
                        <a:pt x="36" y="4"/>
                      </a:cubicBezTo>
                      <a:cubicBezTo>
                        <a:pt x="36" y="1"/>
                        <a:pt x="33" y="2"/>
                        <a:pt x="32" y="0"/>
                      </a:cubicBezTo>
                      <a:cubicBezTo>
                        <a:pt x="29" y="1"/>
                        <a:pt x="27" y="1"/>
                        <a:pt x="24" y="3"/>
                      </a:cubicBezTo>
                      <a:cubicBezTo>
                        <a:pt x="21" y="4"/>
                        <a:pt x="19" y="6"/>
                        <a:pt x="16" y="7"/>
                      </a:cubicBezTo>
                      <a:cubicBezTo>
                        <a:pt x="11" y="11"/>
                        <a:pt x="4" y="10"/>
                        <a:pt x="0" y="1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8" name="iṩ1iḋè"/>
                <p:cNvSpPr/>
                <p:nvPr/>
              </p:nvSpPr>
              <p:spPr bwMode="auto">
                <a:xfrm>
                  <a:off x="6359526" y="3263900"/>
                  <a:ext cx="93663" cy="139700"/>
                </a:xfrm>
                <a:custGeom>
                  <a:avLst/>
                  <a:gdLst>
                    <a:gd name="T0" fmla="*/ 15 w 28"/>
                    <a:gd name="T1" fmla="*/ 1 h 42"/>
                    <a:gd name="T2" fmla="*/ 6 w 28"/>
                    <a:gd name="T3" fmla="*/ 11 h 42"/>
                    <a:gd name="T4" fmla="*/ 6 w 28"/>
                    <a:gd name="T5" fmla="*/ 13 h 42"/>
                    <a:gd name="T6" fmla="*/ 5 w 28"/>
                    <a:gd name="T7" fmla="*/ 16 h 42"/>
                    <a:gd name="T8" fmla="*/ 6 w 28"/>
                    <a:gd name="T9" fmla="*/ 20 h 42"/>
                    <a:gd name="T10" fmla="*/ 6 w 28"/>
                    <a:gd name="T11" fmla="*/ 21 h 42"/>
                    <a:gd name="T12" fmla="*/ 0 w 28"/>
                    <a:gd name="T13" fmla="*/ 38 h 42"/>
                    <a:gd name="T14" fmla="*/ 0 w 28"/>
                    <a:gd name="T15" fmla="*/ 41 h 42"/>
                    <a:gd name="T16" fmla="*/ 3 w 28"/>
                    <a:gd name="T17" fmla="*/ 42 h 42"/>
                    <a:gd name="T18" fmla="*/ 9 w 28"/>
                    <a:gd name="T19" fmla="*/ 32 h 42"/>
                    <a:gd name="T20" fmla="*/ 12 w 28"/>
                    <a:gd name="T21" fmla="*/ 26 h 42"/>
                    <a:gd name="T22" fmla="*/ 14 w 28"/>
                    <a:gd name="T23" fmla="*/ 26 h 42"/>
                    <a:gd name="T24" fmla="*/ 20 w 28"/>
                    <a:gd name="T25" fmla="*/ 26 h 42"/>
                    <a:gd name="T26" fmla="*/ 28 w 28"/>
                    <a:gd name="T27" fmla="*/ 14 h 42"/>
                    <a:gd name="T28" fmla="*/ 28 w 28"/>
                    <a:gd name="T29" fmla="*/ 6 h 42"/>
                    <a:gd name="T30" fmla="*/ 28 w 28"/>
                    <a:gd name="T31" fmla="*/ 5 h 42"/>
                    <a:gd name="T32" fmla="*/ 27 w 28"/>
                    <a:gd name="T33" fmla="*/ 3 h 42"/>
                    <a:gd name="T34" fmla="*/ 26 w 28"/>
                    <a:gd name="T35" fmla="*/ 3 h 42"/>
                    <a:gd name="T36" fmla="*/ 24 w 28"/>
                    <a:gd name="T37" fmla="*/ 3 h 42"/>
                    <a:gd name="T38" fmla="*/ 23 w 28"/>
                    <a:gd name="T39" fmla="*/ 3 h 42"/>
                    <a:gd name="T40" fmla="*/ 20 w 28"/>
                    <a:gd name="T41" fmla="*/ 0 h 42"/>
                    <a:gd name="T42" fmla="*/ 15 w 28"/>
                    <a:gd name="T43" fmla="*/ 1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28" h="42">
                      <a:moveTo>
                        <a:pt x="15" y="1"/>
                      </a:moveTo>
                      <a:cubicBezTo>
                        <a:pt x="15" y="10"/>
                        <a:pt x="8" y="6"/>
                        <a:pt x="6" y="11"/>
                      </a:cubicBezTo>
                      <a:cubicBezTo>
                        <a:pt x="6" y="13"/>
                        <a:pt x="6" y="13"/>
                        <a:pt x="6" y="13"/>
                      </a:cubicBezTo>
                      <a:cubicBezTo>
                        <a:pt x="6" y="14"/>
                        <a:pt x="5" y="14"/>
                        <a:pt x="5" y="16"/>
                      </a:cubicBezTo>
                      <a:cubicBezTo>
                        <a:pt x="6" y="20"/>
                        <a:pt x="6" y="20"/>
                        <a:pt x="6" y="20"/>
                      </a:cubicBezTo>
                      <a:cubicBezTo>
                        <a:pt x="6" y="21"/>
                        <a:pt x="6" y="21"/>
                        <a:pt x="6" y="21"/>
                      </a:cubicBezTo>
                      <a:cubicBezTo>
                        <a:pt x="6" y="29"/>
                        <a:pt x="0" y="31"/>
                        <a:pt x="0" y="3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2" y="42"/>
                        <a:pt x="2" y="42"/>
                        <a:pt x="3" y="42"/>
                      </a:cubicBezTo>
                      <a:cubicBezTo>
                        <a:pt x="7" y="42"/>
                        <a:pt x="9" y="36"/>
                        <a:pt x="9" y="32"/>
                      </a:cubicBezTo>
                      <a:cubicBezTo>
                        <a:pt x="9" y="29"/>
                        <a:pt x="10" y="26"/>
                        <a:pt x="12" y="26"/>
                      </a:cubicBezTo>
                      <a:cubicBezTo>
                        <a:pt x="14" y="26"/>
                        <a:pt x="14" y="26"/>
                        <a:pt x="14" y="26"/>
                      </a:cubicBezTo>
                      <a:cubicBezTo>
                        <a:pt x="20" y="26"/>
                        <a:pt x="20" y="26"/>
                        <a:pt x="20" y="26"/>
                      </a:cubicBezTo>
                      <a:cubicBezTo>
                        <a:pt x="24" y="24"/>
                        <a:pt x="28" y="21"/>
                        <a:pt x="28" y="14"/>
                      </a:cubicBezTo>
                      <a:cubicBezTo>
                        <a:pt x="28" y="6"/>
                        <a:pt x="28" y="6"/>
                        <a:pt x="28" y="6"/>
                      </a:cubicBezTo>
                      <a:cubicBezTo>
                        <a:pt x="28" y="5"/>
                        <a:pt x="28" y="5"/>
                        <a:pt x="28" y="5"/>
                      </a:cubicBezTo>
                      <a:cubicBezTo>
                        <a:pt x="27" y="3"/>
                        <a:pt x="27" y="3"/>
                        <a:pt x="27" y="3"/>
                      </a:cubicBezTo>
                      <a:cubicBezTo>
                        <a:pt x="26" y="3"/>
                        <a:pt x="26" y="3"/>
                        <a:pt x="26" y="3"/>
                      </a:cubicBezTo>
                      <a:cubicBezTo>
                        <a:pt x="24" y="3"/>
                        <a:pt x="24" y="3"/>
                        <a:pt x="24" y="3"/>
                      </a:cubicBezTo>
                      <a:cubicBezTo>
                        <a:pt x="23" y="3"/>
                        <a:pt x="23" y="3"/>
                        <a:pt x="23" y="3"/>
                      </a:cubicBezTo>
                      <a:cubicBezTo>
                        <a:pt x="20" y="0"/>
                        <a:pt x="20" y="0"/>
                        <a:pt x="20" y="0"/>
                      </a:cubicBezTo>
                      <a:lnTo>
                        <a:pt x="15" y="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9" name="íṩlïḓè"/>
                <p:cNvSpPr/>
                <p:nvPr/>
              </p:nvSpPr>
              <p:spPr bwMode="auto">
                <a:xfrm>
                  <a:off x="5826126" y="3273425"/>
                  <a:ext cx="223838" cy="293688"/>
                </a:xfrm>
                <a:custGeom>
                  <a:avLst/>
                  <a:gdLst>
                    <a:gd name="T0" fmla="*/ 38 w 68"/>
                    <a:gd name="T1" fmla="*/ 16 h 88"/>
                    <a:gd name="T2" fmla="*/ 40 w 68"/>
                    <a:gd name="T3" fmla="*/ 5 h 88"/>
                    <a:gd name="T4" fmla="*/ 36 w 68"/>
                    <a:gd name="T5" fmla="*/ 1 h 88"/>
                    <a:gd name="T6" fmla="*/ 36 w 68"/>
                    <a:gd name="T7" fmla="*/ 1 h 88"/>
                    <a:gd name="T8" fmla="*/ 33 w 68"/>
                    <a:gd name="T9" fmla="*/ 0 h 88"/>
                    <a:gd name="T10" fmla="*/ 24 w 68"/>
                    <a:gd name="T11" fmla="*/ 7 h 88"/>
                    <a:gd name="T12" fmla="*/ 24 w 68"/>
                    <a:gd name="T13" fmla="*/ 8 h 88"/>
                    <a:gd name="T14" fmla="*/ 26 w 68"/>
                    <a:gd name="T15" fmla="*/ 18 h 88"/>
                    <a:gd name="T16" fmla="*/ 27 w 68"/>
                    <a:gd name="T17" fmla="*/ 28 h 88"/>
                    <a:gd name="T18" fmla="*/ 27 w 68"/>
                    <a:gd name="T19" fmla="*/ 39 h 88"/>
                    <a:gd name="T20" fmla="*/ 16 w 68"/>
                    <a:gd name="T21" fmla="*/ 48 h 88"/>
                    <a:gd name="T22" fmla="*/ 7 w 68"/>
                    <a:gd name="T23" fmla="*/ 49 h 88"/>
                    <a:gd name="T24" fmla="*/ 5 w 68"/>
                    <a:gd name="T25" fmla="*/ 49 h 88"/>
                    <a:gd name="T26" fmla="*/ 4 w 68"/>
                    <a:gd name="T27" fmla="*/ 49 h 88"/>
                    <a:gd name="T28" fmla="*/ 0 w 68"/>
                    <a:gd name="T29" fmla="*/ 54 h 88"/>
                    <a:gd name="T30" fmla="*/ 5 w 68"/>
                    <a:gd name="T31" fmla="*/ 60 h 88"/>
                    <a:gd name="T32" fmla="*/ 11 w 68"/>
                    <a:gd name="T33" fmla="*/ 60 h 88"/>
                    <a:gd name="T34" fmla="*/ 13 w 68"/>
                    <a:gd name="T35" fmla="*/ 59 h 88"/>
                    <a:gd name="T36" fmla="*/ 20 w 68"/>
                    <a:gd name="T37" fmla="*/ 66 h 88"/>
                    <a:gd name="T38" fmla="*/ 17 w 68"/>
                    <a:gd name="T39" fmla="*/ 72 h 88"/>
                    <a:gd name="T40" fmla="*/ 13 w 68"/>
                    <a:gd name="T41" fmla="*/ 76 h 88"/>
                    <a:gd name="T42" fmla="*/ 2 w 68"/>
                    <a:gd name="T43" fmla="*/ 82 h 88"/>
                    <a:gd name="T44" fmla="*/ 2 w 68"/>
                    <a:gd name="T45" fmla="*/ 83 h 88"/>
                    <a:gd name="T46" fmla="*/ 2 w 68"/>
                    <a:gd name="T47" fmla="*/ 87 h 88"/>
                    <a:gd name="T48" fmla="*/ 4 w 68"/>
                    <a:gd name="T49" fmla="*/ 88 h 88"/>
                    <a:gd name="T50" fmla="*/ 25 w 68"/>
                    <a:gd name="T51" fmla="*/ 77 h 88"/>
                    <a:gd name="T52" fmla="*/ 31 w 68"/>
                    <a:gd name="T53" fmla="*/ 69 h 88"/>
                    <a:gd name="T54" fmla="*/ 40 w 68"/>
                    <a:gd name="T55" fmla="*/ 63 h 88"/>
                    <a:gd name="T56" fmla="*/ 52 w 68"/>
                    <a:gd name="T57" fmla="*/ 70 h 88"/>
                    <a:gd name="T58" fmla="*/ 48 w 68"/>
                    <a:gd name="T59" fmla="*/ 79 h 88"/>
                    <a:gd name="T60" fmla="*/ 59 w 68"/>
                    <a:gd name="T61" fmla="*/ 81 h 88"/>
                    <a:gd name="T62" fmla="*/ 68 w 68"/>
                    <a:gd name="T63" fmla="*/ 71 h 88"/>
                    <a:gd name="T64" fmla="*/ 59 w 68"/>
                    <a:gd name="T65" fmla="*/ 62 h 88"/>
                    <a:gd name="T66" fmla="*/ 44 w 68"/>
                    <a:gd name="T67" fmla="*/ 60 h 88"/>
                    <a:gd name="T68" fmla="*/ 42 w 68"/>
                    <a:gd name="T69" fmla="*/ 60 h 88"/>
                    <a:gd name="T70" fmla="*/ 36 w 68"/>
                    <a:gd name="T71" fmla="*/ 53 h 88"/>
                    <a:gd name="T72" fmla="*/ 48 w 68"/>
                    <a:gd name="T73" fmla="*/ 42 h 88"/>
                    <a:gd name="T74" fmla="*/ 59 w 68"/>
                    <a:gd name="T75" fmla="*/ 32 h 88"/>
                    <a:gd name="T76" fmla="*/ 59 w 68"/>
                    <a:gd name="T77" fmla="*/ 30 h 88"/>
                    <a:gd name="T78" fmla="*/ 59 w 68"/>
                    <a:gd name="T79" fmla="*/ 29 h 88"/>
                    <a:gd name="T80" fmla="*/ 54 w 68"/>
                    <a:gd name="T81" fmla="*/ 26 h 88"/>
                    <a:gd name="T82" fmla="*/ 51 w 68"/>
                    <a:gd name="T83" fmla="*/ 27 h 88"/>
                    <a:gd name="T84" fmla="*/ 50 w 68"/>
                    <a:gd name="T85" fmla="*/ 27 h 88"/>
                    <a:gd name="T86" fmla="*/ 41 w 68"/>
                    <a:gd name="T87" fmla="*/ 33 h 88"/>
                    <a:gd name="T88" fmla="*/ 38 w 68"/>
                    <a:gd name="T89" fmla="*/ 28 h 88"/>
                    <a:gd name="T90" fmla="*/ 38 w 68"/>
                    <a:gd name="T91" fmla="*/ 27 h 88"/>
                    <a:gd name="T92" fmla="*/ 38 w 68"/>
                    <a:gd name="T93" fmla="*/ 16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68" h="88">
                      <a:moveTo>
                        <a:pt x="38" y="16"/>
                      </a:moveTo>
                      <a:cubicBezTo>
                        <a:pt x="39" y="11"/>
                        <a:pt x="40" y="9"/>
                        <a:pt x="40" y="5"/>
                      </a:cubicBezTo>
                      <a:cubicBezTo>
                        <a:pt x="40" y="3"/>
                        <a:pt x="38" y="1"/>
                        <a:pt x="36" y="1"/>
                      </a:cubicBezTo>
                      <a:cubicBezTo>
                        <a:pt x="36" y="1"/>
                        <a:pt x="36" y="1"/>
                        <a:pt x="36" y="1"/>
                      </a:cubicBezTo>
                      <a:cubicBezTo>
                        <a:pt x="34" y="1"/>
                        <a:pt x="34" y="1"/>
                        <a:pt x="33" y="0"/>
                      </a:cubicBezTo>
                      <a:cubicBezTo>
                        <a:pt x="28" y="3"/>
                        <a:pt x="28" y="1"/>
                        <a:pt x="24" y="7"/>
                      </a:cubicBezTo>
                      <a:cubicBezTo>
                        <a:pt x="24" y="8"/>
                        <a:pt x="24" y="8"/>
                        <a:pt x="24" y="8"/>
                      </a:cubicBezTo>
                      <a:cubicBezTo>
                        <a:pt x="24" y="12"/>
                        <a:pt x="26" y="14"/>
                        <a:pt x="26" y="18"/>
                      </a:cubicBezTo>
                      <a:cubicBezTo>
                        <a:pt x="27" y="28"/>
                        <a:pt x="27" y="28"/>
                        <a:pt x="27" y="28"/>
                      </a:cubicBezTo>
                      <a:cubicBezTo>
                        <a:pt x="27" y="39"/>
                        <a:pt x="27" y="39"/>
                        <a:pt x="27" y="39"/>
                      </a:cubicBezTo>
                      <a:cubicBezTo>
                        <a:pt x="28" y="45"/>
                        <a:pt x="22" y="48"/>
                        <a:pt x="16" y="48"/>
                      </a:cubicBezTo>
                      <a:cubicBezTo>
                        <a:pt x="7" y="49"/>
                        <a:pt x="7" y="49"/>
                        <a:pt x="7" y="49"/>
                      </a:cubicBezTo>
                      <a:cubicBezTo>
                        <a:pt x="5" y="49"/>
                        <a:pt x="5" y="49"/>
                        <a:pt x="5" y="49"/>
                      </a:cubicBezTo>
                      <a:cubicBezTo>
                        <a:pt x="4" y="49"/>
                        <a:pt x="4" y="49"/>
                        <a:pt x="4" y="49"/>
                      </a:cubicBezTo>
                      <a:cubicBezTo>
                        <a:pt x="2" y="50"/>
                        <a:pt x="0" y="51"/>
                        <a:pt x="0" y="54"/>
                      </a:cubicBezTo>
                      <a:cubicBezTo>
                        <a:pt x="0" y="56"/>
                        <a:pt x="3" y="60"/>
                        <a:pt x="5" y="60"/>
                      </a:cubicBezTo>
                      <a:cubicBezTo>
                        <a:pt x="11" y="60"/>
                        <a:pt x="11" y="60"/>
                        <a:pt x="11" y="60"/>
                      </a:cubicBezTo>
                      <a:cubicBezTo>
                        <a:pt x="12" y="60"/>
                        <a:pt x="12" y="60"/>
                        <a:pt x="13" y="59"/>
                      </a:cubicBezTo>
                      <a:cubicBezTo>
                        <a:pt x="17" y="62"/>
                        <a:pt x="17" y="60"/>
                        <a:pt x="20" y="66"/>
                      </a:cubicBezTo>
                      <a:cubicBezTo>
                        <a:pt x="18" y="69"/>
                        <a:pt x="20" y="68"/>
                        <a:pt x="17" y="72"/>
                      </a:cubicBezTo>
                      <a:cubicBezTo>
                        <a:pt x="15" y="73"/>
                        <a:pt x="15" y="75"/>
                        <a:pt x="13" y="76"/>
                      </a:cubicBezTo>
                      <a:cubicBezTo>
                        <a:pt x="8" y="79"/>
                        <a:pt x="7" y="80"/>
                        <a:pt x="2" y="82"/>
                      </a:cubicBezTo>
                      <a:cubicBezTo>
                        <a:pt x="2" y="83"/>
                        <a:pt x="2" y="83"/>
                        <a:pt x="2" y="83"/>
                      </a:cubicBezTo>
                      <a:cubicBezTo>
                        <a:pt x="2" y="87"/>
                        <a:pt x="2" y="87"/>
                        <a:pt x="2" y="87"/>
                      </a:cubicBezTo>
                      <a:cubicBezTo>
                        <a:pt x="4" y="87"/>
                        <a:pt x="3" y="88"/>
                        <a:pt x="4" y="88"/>
                      </a:cubicBezTo>
                      <a:cubicBezTo>
                        <a:pt x="13" y="88"/>
                        <a:pt x="20" y="82"/>
                        <a:pt x="25" y="77"/>
                      </a:cubicBezTo>
                      <a:cubicBezTo>
                        <a:pt x="26" y="76"/>
                        <a:pt x="30" y="71"/>
                        <a:pt x="31" y="69"/>
                      </a:cubicBezTo>
                      <a:cubicBezTo>
                        <a:pt x="33" y="65"/>
                        <a:pt x="35" y="63"/>
                        <a:pt x="40" y="63"/>
                      </a:cubicBezTo>
                      <a:cubicBezTo>
                        <a:pt x="45" y="63"/>
                        <a:pt x="49" y="67"/>
                        <a:pt x="52" y="70"/>
                      </a:cubicBezTo>
                      <a:cubicBezTo>
                        <a:pt x="48" y="79"/>
                        <a:pt x="48" y="79"/>
                        <a:pt x="48" y="79"/>
                      </a:cubicBezTo>
                      <a:cubicBezTo>
                        <a:pt x="50" y="79"/>
                        <a:pt x="58" y="81"/>
                        <a:pt x="59" y="81"/>
                      </a:cubicBezTo>
                      <a:cubicBezTo>
                        <a:pt x="65" y="81"/>
                        <a:pt x="67" y="76"/>
                        <a:pt x="68" y="71"/>
                      </a:cubicBezTo>
                      <a:cubicBezTo>
                        <a:pt x="67" y="65"/>
                        <a:pt x="63" y="64"/>
                        <a:pt x="59" y="62"/>
                      </a:cubicBezTo>
                      <a:cubicBezTo>
                        <a:pt x="53" y="59"/>
                        <a:pt x="51" y="60"/>
                        <a:pt x="44" y="60"/>
                      </a:cubicBezTo>
                      <a:cubicBezTo>
                        <a:pt x="43" y="60"/>
                        <a:pt x="43" y="60"/>
                        <a:pt x="42" y="60"/>
                      </a:cubicBezTo>
                      <a:cubicBezTo>
                        <a:pt x="40" y="59"/>
                        <a:pt x="36" y="56"/>
                        <a:pt x="36" y="53"/>
                      </a:cubicBezTo>
                      <a:cubicBezTo>
                        <a:pt x="36" y="51"/>
                        <a:pt x="45" y="44"/>
                        <a:pt x="48" y="42"/>
                      </a:cubicBezTo>
                      <a:cubicBezTo>
                        <a:pt x="50" y="41"/>
                        <a:pt x="59" y="34"/>
                        <a:pt x="59" y="32"/>
                      </a:cubicBezTo>
                      <a:cubicBezTo>
                        <a:pt x="59" y="30"/>
                        <a:pt x="59" y="30"/>
                        <a:pt x="59" y="30"/>
                      </a:cubicBezTo>
                      <a:cubicBezTo>
                        <a:pt x="59" y="29"/>
                        <a:pt x="59" y="29"/>
                        <a:pt x="59" y="29"/>
                      </a:cubicBezTo>
                      <a:cubicBezTo>
                        <a:pt x="54" y="26"/>
                        <a:pt x="54" y="26"/>
                        <a:pt x="54" y="26"/>
                      </a:cubicBezTo>
                      <a:cubicBezTo>
                        <a:pt x="53" y="27"/>
                        <a:pt x="53" y="27"/>
                        <a:pt x="51" y="27"/>
                      </a:cubicBezTo>
                      <a:cubicBezTo>
                        <a:pt x="50" y="27"/>
                        <a:pt x="50" y="27"/>
                        <a:pt x="50" y="27"/>
                      </a:cubicBezTo>
                      <a:cubicBezTo>
                        <a:pt x="46" y="32"/>
                        <a:pt x="46" y="30"/>
                        <a:pt x="41" y="33"/>
                      </a:cubicBezTo>
                      <a:cubicBezTo>
                        <a:pt x="40" y="31"/>
                        <a:pt x="39" y="30"/>
                        <a:pt x="38" y="28"/>
                      </a:cubicBezTo>
                      <a:cubicBezTo>
                        <a:pt x="38" y="27"/>
                        <a:pt x="38" y="27"/>
                        <a:pt x="38" y="27"/>
                      </a:cubicBezTo>
                      <a:lnTo>
                        <a:pt x="38" y="16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0" name="ísḷïďè"/>
                <p:cNvSpPr/>
                <p:nvPr/>
              </p:nvSpPr>
              <p:spPr bwMode="auto">
                <a:xfrm>
                  <a:off x="4518026" y="3506788"/>
                  <a:ext cx="53975" cy="71438"/>
                </a:xfrm>
                <a:custGeom>
                  <a:avLst/>
                  <a:gdLst>
                    <a:gd name="T0" fmla="*/ 14 w 16"/>
                    <a:gd name="T1" fmla="*/ 17 h 21"/>
                    <a:gd name="T2" fmla="*/ 16 w 16"/>
                    <a:gd name="T3" fmla="*/ 12 h 21"/>
                    <a:gd name="T4" fmla="*/ 11 w 16"/>
                    <a:gd name="T5" fmla="*/ 5 h 21"/>
                    <a:gd name="T6" fmla="*/ 5 w 16"/>
                    <a:gd name="T7" fmla="*/ 0 h 21"/>
                    <a:gd name="T8" fmla="*/ 2 w 16"/>
                    <a:gd name="T9" fmla="*/ 4 h 21"/>
                    <a:gd name="T10" fmla="*/ 2 w 16"/>
                    <a:gd name="T11" fmla="*/ 5 h 21"/>
                    <a:gd name="T12" fmla="*/ 2 w 16"/>
                    <a:gd name="T13" fmla="*/ 8 h 21"/>
                    <a:gd name="T14" fmla="*/ 2 w 16"/>
                    <a:gd name="T15" fmla="*/ 9 h 21"/>
                    <a:gd name="T16" fmla="*/ 0 w 16"/>
                    <a:gd name="T17" fmla="*/ 17 h 21"/>
                    <a:gd name="T18" fmla="*/ 3 w 16"/>
                    <a:gd name="T19" fmla="*/ 21 h 21"/>
                    <a:gd name="T20" fmla="*/ 4 w 16"/>
                    <a:gd name="T21" fmla="*/ 21 h 21"/>
                    <a:gd name="T22" fmla="*/ 5 w 16"/>
                    <a:gd name="T23" fmla="*/ 21 h 21"/>
                    <a:gd name="T24" fmla="*/ 14 w 16"/>
                    <a:gd name="T25" fmla="*/ 17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6" h="21">
                      <a:moveTo>
                        <a:pt x="14" y="17"/>
                      </a:moveTo>
                      <a:cubicBezTo>
                        <a:pt x="14" y="15"/>
                        <a:pt x="16" y="13"/>
                        <a:pt x="16" y="12"/>
                      </a:cubicBezTo>
                      <a:cubicBezTo>
                        <a:pt x="16" y="11"/>
                        <a:pt x="12" y="7"/>
                        <a:pt x="11" y="5"/>
                      </a:cubicBezTo>
                      <a:cubicBezTo>
                        <a:pt x="11" y="3"/>
                        <a:pt x="8" y="0"/>
                        <a:pt x="5" y="0"/>
                      </a:cubicBezTo>
                      <a:cubicBezTo>
                        <a:pt x="4" y="0"/>
                        <a:pt x="3" y="3"/>
                        <a:pt x="2" y="4"/>
                      </a:cubicBezTo>
                      <a:cubicBezTo>
                        <a:pt x="2" y="5"/>
                        <a:pt x="2" y="5"/>
                        <a:pt x="2" y="5"/>
                      </a:cubicBezTo>
                      <a:cubicBezTo>
                        <a:pt x="2" y="8"/>
                        <a:pt x="2" y="8"/>
                        <a:pt x="2" y="8"/>
                      </a:cubicBezTo>
                      <a:cubicBezTo>
                        <a:pt x="2" y="9"/>
                        <a:pt x="2" y="9"/>
                        <a:pt x="2" y="9"/>
                      </a:cubicBezTo>
                      <a:cubicBezTo>
                        <a:pt x="1" y="11"/>
                        <a:pt x="0" y="14"/>
                        <a:pt x="0" y="17"/>
                      </a:cubicBezTo>
                      <a:cubicBezTo>
                        <a:pt x="0" y="19"/>
                        <a:pt x="1" y="20"/>
                        <a:pt x="3" y="21"/>
                      </a:cubicBezTo>
                      <a:cubicBezTo>
                        <a:pt x="4" y="21"/>
                        <a:pt x="4" y="21"/>
                        <a:pt x="4" y="21"/>
                      </a:cubicBezTo>
                      <a:cubicBezTo>
                        <a:pt x="5" y="21"/>
                        <a:pt x="5" y="21"/>
                        <a:pt x="5" y="21"/>
                      </a:cubicBezTo>
                      <a:cubicBezTo>
                        <a:pt x="7" y="21"/>
                        <a:pt x="11" y="17"/>
                        <a:pt x="14" y="17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1" name="îṧļîḓé"/>
                <p:cNvSpPr/>
                <p:nvPr/>
              </p:nvSpPr>
              <p:spPr bwMode="auto">
                <a:xfrm>
                  <a:off x="5319713" y="3133725"/>
                  <a:ext cx="222250" cy="500063"/>
                </a:xfrm>
                <a:custGeom>
                  <a:avLst/>
                  <a:gdLst>
                    <a:gd name="T0" fmla="*/ 47 w 67"/>
                    <a:gd name="T1" fmla="*/ 96 h 150"/>
                    <a:gd name="T2" fmla="*/ 51 w 67"/>
                    <a:gd name="T3" fmla="*/ 96 h 150"/>
                    <a:gd name="T4" fmla="*/ 46 w 67"/>
                    <a:gd name="T5" fmla="*/ 114 h 150"/>
                    <a:gd name="T6" fmla="*/ 42 w 67"/>
                    <a:gd name="T7" fmla="*/ 113 h 150"/>
                    <a:gd name="T8" fmla="*/ 39 w 67"/>
                    <a:gd name="T9" fmla="*/ 108 h 150"/>
                    <a:gd name="T10" fmla="*/ 21 w 67"/>
                    <a:gd name="T11" fmla="*/ 78 h 150"/>
                    <a:gd name="T12" fmla="*/ 29 w 67"/>
                    <a:gd name="T13" fmla="*/ 73 h 150"/>
                    <a:gd name="T14" fmla="*/ 32 w 67"/>
                    <a:gd name="T15" fmla="*/ 74 h 150"/>
                    <a:gd name="T16" fmla="*/ 32 w 67"/>
                    <a:gd name="T17" fmla="*/ 77 h 150"/>
                    <a:gd name="T18" fmla="*/ 32 w 67"/>
                    <a:gd name="T19" fmla="*/ 79 h 150"/>
                    <a:gd name="T20" fmla="*/ 21 w 67"/>
                    <a:gd name="T21" fmla="*/ 78 h 150"/>
                    <a:gd name="T22" fmla="*/ 53 w 67"/>
                    <a:gd name="T23" fmla="*/ 118 h 150"/>
                    <a:gd name="T24" fmla="*/ 66 w 67"/>
                    <a:gd name="T25" fmla="*/ 108 h 150"/>
                    <a:gd name="T26" fmla="*/ 60 w 67"/>
                    <a:gd name="T27" fmla="*/ 98 h 150"/>
                    <a:gd name="T28" fmla="*/ 51 w 67"/>
                    <a:gd name="T29" fmla="*/ 82 h 150"/>
                    <a:gd name="T30" fmla="*/ 47 w 67"/>
                    <a:gd name="T31" fmla="*/ 71 h 150"/>
                    <a:gd name="T32" fmla="*/ 60 w 67"/>
                    <a:gd name="T33" fmla="*/ 58 h 150"/>
                    <a:gd name="T34" fmla="*/ 53 w 67"/>
                    <a:gd name="T35" fmla="*/ 52 h 150"/>
                    <a:gd name="T36" fmla="*/ 44 w 67"/>
                    <a:gd name="T37" fmla="*/ 50 h 150"/>
                    <a:gd name="T38" fmla="*/ 48 w 67"/>
                    <a:gd name="T39" fmla="*/ 38 h 150"/>
                    <a:gd name="T40" fmla="*/ 66 w 67"/>
                    <a:gd name="T41" fmla="*/ 17 h 150"/>
                    <a:gd name="T42" fmla="*/ 66 w 67"/>
                    <a:gd name="T43" fmla="*/ 13 h 150"/>
                    <a:gd name="T44" fmla="*/ 56 w 67"/>
                    <a:gd name="T45" fmla="*/ 1 h 150"/>
                    <a:gd name="T46" fmla="*/ 55 w 67"/>
                    <a:gd name="T47" fmla="*/ 7 h 150"/>
                    <a:gd name="T48" fmla="*/ 50 w 67"/>
                    <a:gd name="T49" fmla="*/ 18 h 150"/>
                    <a:gd name="T50" fmla="*/ 42 w 67"/>
                    <a:gd name="T51" fmla="*/ 15 h 150"/>
                    <a:gd name="T52" fmla="*/ 40 w 67"/>
                    <a:gd name="T53" fmla="*/ 15 h 150"/>
                    <a:gd name="T54" fmla="*/ 41 w 67"/>
                    <a:gd name="T55" fmla="*/ 26 h 150"/>
                    <a:gd name="T56" fmla="*/ 41 w 67"/>
                    <a:gd name="T57" fmla="*/ 30 h 150"/>
                    <a:gd name="T58" fmla="*/ 37 w 67"/>
                    <a:gd name="T59" fmla="*/ 33 h 150"/>
                    <a:gd name="T60" fmla="*/ 30 w 67"/>
                    <a:gd name="T61" fmla="*/ 29 h 150"/>
                    <a:gd name="T62" fmla="*/ 9 w 67"/>
                    <a:gd name="T63" fmla="*/ 50 h 150"/>
                    <a:gd name="T64" fmla="*/ 4 w 67"/>
                    <a:gd name="T65" fmla="*/ 59 h 150"/>
                    <a:gd name="T66" fmla="*/ 23 w 67"/>
                    <a:gd name="T67" fmla="*/ 51 h 150"/>
                    <a:gd name="T68" fmla="*/ 30 w 67"/>
                    <a:gd name="T69" fmla="*/ 58 h 150"/>
                    <a:gd name="T70" fmla="*/ 26 w 67"/>
                    <a:gd name="T71" fmla="*/ 65 h 150"/>
                    <a:gd name="T72" fmla="*/ 19 w 67"/>
                    <a:gd name="T73" fmla="*/ 64 h 150"/>
                    <a:gd name="T74" fmla="*/ 16 w 67"/>
                    <a:gd name="T75" fmla="*/ 67 h 150"/>
                    <a:gd name="T76" fmla="*/ 16 w 67"/>
                    <a:gd name="T77" fmla="*/ 72 h 150"/>
                    <a:gd name="T78" fmla="*/ 3 w 67"/>
                    <a:gd name="T79" fmla="*/ 105 h 150"/>
                    <a:gd name="T80" fmla="*/ 6 w 67"/>
                    <a:gd name="T81" fmla="*/ 110 h 150"/>
                    <a:gd name="T82" fmla="*/ 9 w 67"/>
                    <a:gd name="T83" fmla="*/ 111 h 150"/>
                    <a:gd name="T84" fmla="*/ 24 w 67"/>
                    <a:gd name="T85" fmla="*/ 89 h 150"/>
                    <a:gd name="T86" fmla="*/ 32 w 67"/>
                    <a:gd name="T87" fmla="*/ 93 h 150"/>
                    <a:gd name="T88" fmla="*/ 32 w 67"/>
                    <a:gd name="T89" fmla="*/ 96 h 150"/>
                    <a:gd name="T90" fmla="*/ 29 w 67"/>
                    <a:gd name="T91" fmla="*/ 113 h 150"/>
                    <a:gd name="T92" fmla="*/ 29 w 67"/>
                    <a:gd name="T93" fmla="*/ 115 h 150"/>
                    <a:gd name="T94" fmla="*/ 22 w 67"/>
                    <a:gd name="T95" fmla="*/ 122 h 150"/>
                    <a:gd name="T96" fmla="*/ 10 w 67"/>
                    <a:gd name="T97" fmla="*/ 124 h 150"/>
                    <a:gd name="T98" fmla="*/ 15 w 67"/>
                    <a:gd name="T99" fmla="*/ 144 h 150"/>
                    <a:gd name="T100" fmla="*/ 17 w 67"/>
                    <a:gd name="T101" fmla="*/ 150 h 150"/>
                    <a:gd name="T102" fmla="*/ 38 w 67"/>
                    <a:gd name="T103" fmla="*/ 125 h 1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67" h="150">
                      <a:moveTo>
                        <a:pt x="39" y="107"/>
                      </a:moveTo>
                      <a:cubicBezTo>
                        <a:pt x="39" y="103"/>
                        <a:pt x="44" y="96"/>
                        <a:pt x="47" y="96"/>
                      </a:cubicBezTo>
                      <a:cubicBezTo>
                        <a:pt x="50" y="96"/>
                        <a:pt x="50" y="96"/>
                        <a:pt x="50" y="96"/>
                      </a:cubicBezTo>
                      <a:cubicBezTo>
                        <a:pt x="51" y="96"/>
                        <a:pt x="51" y="96"/>
                        <a:pt x="51" y="96"/>
                      </a:cubicBezTo>
                      <a:cubicBezTo>
                        <a:pt x="53" y="98"/>
                        <a:pt x="55" y="101"/>
                        <a:pt x="55" y="104"/>
                      </a:cubicBezTo>
                      <a:cubicBezTo>
                        <a:pt x="55" y="108"/>
                        <a:pt x="49" y="112"/>
                        <a:pt x="46" y="114"/>
                      </a:cubicBezTo>
                      <a:cubicBezTo>
                        <a:pt x="45" y="114"/>
                        <a:pt x="45" y="113"/>
                        <a:pt x="43" y="113"/>
                      </a:cubicBezTo>
                      <a:cubicBezTo>
                        <a:pt x="42" y="113"/>
                        <a:pt x="42" y="113"/>
                        <a:pt x="42" y="113"/>
                      </a:cubicBezTo>
                      <a:cubicBezTo>
                        <a:pt x="39" y="109"/>
                        <a:pt x="39" y="109"/>
                        <a:pt x="39" y="109"/>
                      </a:cubicBezTo>
                      <a:cubicBezTo>
                        <a:pt x="39" y="108"/>
                        <a:pt x="39" y="108"/>
                        <a:pt x="39" y="108"/>
                      </a:cubicBezTo>
                      <a:cubicBezTo>
                        <a:pt x="39" y="107"/>
                        <a:pt x="39" y="107"/>
                        <a:pt x="39" y="107"/>
                      </a:cubicBezTo>
                      <a:close/>
                      <a:moveTo>
                        <a:pt x="21" y="78"/>
                      </a:moveTo>
                      <a:cubicBezTo>
                        <a:pt x="21" y="77"/>
                        <a:pt x="25" y="73"/>
                        <a:pt x="26" y="73"/>
                      </a:cubicBezTo>
                      <a:cubicBezTo>
                        <a:pt x="27" y="73"/>
                        <a:pt x="27" y="73"/>
                        <a:pt x="29" y="73"/>
                      </a:cubicBezTo>
                      <a:cubicBezTo>
                        <a:pt x="30" y="73"/>
                        <a:pt x="30" y="73"/>
                        <a:pt x="30" y="73"/>
                      </a:cubicBezTo>
                      <a:cubicBezTo>
                        <a:pt x="32" y="74"/>
                        <a:pt x="32" y="74"/>
                        <a:pt x="32" y="74"/>
                      </a:cubicBezTo>
                      <a:cubicBezTo>
                        <a:pt x="32" y="76"/>
                        <a:pt x="32" y="76"/>
                        <a:pt x="32" y="76"/>
                      </a:cubicBezTo>
                      <a:cubicBezTo>
                        <a:pt x="32" y="77"/>
                        <a:pt x="32" y="77"/>
                        <a:pt x="32" y="77"/>
                      </a:cubicBezTo>
                      <a:cubicBezTo>
                        <a:pt x="32" y="78"/>
                        <a:pt x="32" y="78"/>
                        <a:pt x="32" y="78"/>
                      </a:cubicBezTo>
                      <a:cubicBezTo>
                        <a:pt x="32" y="79"/>
                        <a:pt x="32" y="79"/>
                        <a:pt x="32" y="79"/>
                      </a:cubicBezTo>
                      <a:cubicBezTo>
                        <a:pt x="31" y="82"/>
                        <a:pt x="29" y="83"/>
                        <a:pt x="25" y="83"/>
                      </a:cubicBezTo>
                      <a:cubicBezTo>
                        <a:pt x="23" y="83"/>
                        <a:pt x="21" y="81"/>
                        <a:pt x="21" y="78"/>
                      </a:cubicBezTo>
                      <a:close/>
                      <a:moveTo>
                        <a:pt x="38" y="125"/>
                      </a:moveTo>
                      <a:cubicBezTo>
                        <a:pt x="43" y="122"/>
                        <a:pt x="47" y="120"/>
                        <a:pt x="53" y="118"/>
                      </a:cubicBezTo>
                      <a:cubicBezTo>
                        <a:pt x="57" y="116"/>
                        <a:pt x="57" y="116"/>
                        <a:pt x="60" y="114"/>
                      </a:cubicBezTo>
                      <a:cubicBezTo>
                        <a:pt x="64" y="111"/>
                        <a:pt x="63" y="110"/>
                        <a:pt x="66" y="108"/>
                      </a:cubicBezTo>
                      <a:cubicBezTo>
                        <a:pt x="67" y="104"/>
                        <a:pt x="67" y="104"/>
                        <a:pt x="67" y="104"/>
                      </a:cubicBezTo>
                      <a:cubicBezTo>
                        <a:pt x="64" y="100"/>
                        <a:pt x="64" y="101"/>
                        <a:pt x="60" y="98"/>
                      </a:cubicBezTo>
                      <a:cubicBezTo>
                        <a:pt x="58" y="96"/>
                        <a:pt x="55" y="95"/>
                        <a:pt x="54" y="92"/>
                      </a:cubicBezTo>
                      <a:cubicBezTo>
                        <a:pt x="53" y="88"/>
                        <a:pt x="53" y="84"/>
                        <a:pt x="51" y="82"/>
                      </a:cubicBezTo>
                      <a:cubicBezTo>
                        <a:pt x="49" y="79"/>
                        <a:pt x="47" y="77"/>
                        <a:pt x="47" y="73"/>
                      </a:cubicBezTo>
                      <a:cubicBezTo>
                        <a:pt x="47" y="72"/>
                        <a:pt x="47" y="72"/>
                        <a:pt x="47" y="71"/>
                      </a:cubicBezTo>
                      <a:cubicBezTo>
                        <a:pt x="49" y="67"/>
                        <a:pt x="47" y="67"/>
                        <a:pt x="53" y="64"/>
                      </a:cubicBezTo>
                      <a:cubicBezTo>
                        <a:pt x="55" y="64"/>
                        <a:pt x="60" y="60"/>
                        <a:pt x="60" y="58"/>
                      </a:cubicBezTo>
                      <a:cubicBezTo>
                        <a:pt x="60" y="55"/>
                        <a:pt x="60" y="55"/>
                        <a:pt x="60" y="55"/>
                      </a:cubicBezTo>
                      <a:cubicBezTo>
                        <a:pt x="60" y="53"/>
                        <a:pt x="56" y="51"/>
                        <a:pt x="53" y="52"/>
                      </a:cubicBezTo>
                      <a:cubicBezTo>
                        <a:pt x="47" y="52"/>
                        <a:pt x="47" y="52"/>
                        <a:pt x="47" y="52"/>
                      </a:cubicBezTo>
                      <a:cubicBezTo>
                        <a:pt x="46" y="52"/>
                        <a:pt x="45" y="51"/>
                        <a:pt x="44" y="50"/>
                      </a:cubicBezTo>
                      <a:cubicBezTo>
                        <a:pt x="44" y="47"/>
                        <a:pt x="44" y="47"/>
                        <a:pt x="44" y="47"/>
                      </a:cubicBezTo>
                      <a:cubicBezTo>
                        <a:pt x="44" y="44"/>
                        <a:pt x="47" y="41"/>
                        <a:pt x="48" y="38"/>
                      </a:cubicBezTo>
                      <a:cubicBezTo>
                        <a:pt x="49" y="34"/>
                        <a:pt x="50" y="33"/>
                        <a:pt x="53" y="30"/>
                      </a:cubicBezTo>
                      <a:cubicBezTo>
                        <a:pt x="56" y="27"/>
                        <a:pt x="66" y="22"/>
                        <a:pt x="66" y="17"/>
                      </a:cubicBezTo>
                      <a:cubicBezTo>
                        <a:pt x="66" y="14"/>
                        <a:pt x="66" y="14"/>
                        <a:pt x="66" y="14"/>
                      </a:cubicBezTo>
                      <a:cubicBezTo>
                        <a:pt x="66" y="13"/>
                        <a:pt x="66" y="13"/>
                        <a:pt x="66" y="13"/>
                      </a:cubicBezTo>
                      <a:cubicBezTo>
                        <a:pt x="65" y="10"/>
                        <a:pt x="62" y="0"/>
                        <a:pt x="58" y="0"/>
                      </a:cubicBezTo>
                      <a:cubicBezTo>
                        <a:pt x="57" y="0"/>
                        <a:pt x="57" y="0"/>
                        <a:pt x="56" y="1"/>
                      </a:cubicBezTo>
                      <a:cubicBezTo>
                        <a:pt x="56" y="3"/>
                        <a:pt x="55" y="3"/>
                        <a:pt x="55" y="5"/>
                      </a:cubicBezTo>
                      <a:cubicBezTo>
                        <a:pt x="55" y="7"/>
                        <a:pt x="55" y="7"/>
                        <a:pt x="55" y="7"/>
                      </a:cubicBezTo>
                      <a:cubicBezTo>
                        <a:pt x="55" y="11"/>
                        <a:pt x="53" y="15"/>
                        <a:pt x="51" y="18"/>
                      </a:cubicBezTo>
                      <a:cubicBezTo>
                        <a:pt x="50" y="18"/>
                        <a:pt x="50" y="18"/>
                        <a:pt x="50" y="18"/>
                      </a:cubicBezTo>
                      <a:cubicBezTo>
                        <a:pt x="48" y="18"/>
                        <a:pt x="48" y="18"/>
                        <a:pt x="47" y="19"/>
                      </a:cubicBezTo>
                      <a:cubicBezTo>
                        <a:pt x="42" y="15"/>
                        <a:pt x="42" y="15"/>
                        <a:pt x="42" y="15"/>
                      </a:cubicBezTo>
                      <a:cubicBezTo>
                        <a:pt x="41" y="15"/>
                        <a:pt x="41" y="15"/>
                        <a:pt x="41" y="15"/>
                      </a:cubicBezTo>
                      <a:cubicBezTo>
                        <a:pt x="40" y="15"/>
                        <a:pt x="40" y="15"/>
                        <a:pt x="40" y="15"/>
                      </a:cubicBezTo>
                      <a:cubicBezTo>
                        <a:pt x="39" y="15"/>
                        <a:pt x="38" y="16"/>
                        <a:pt x="38" y="17"/>
                      </a:cubicBezTo>
                      <a:cubicBezTo>
                        <a:pt x="38" y="19"/>
                        <a:pt x="41" y="22"/>
                        <a:pt x="41" y="26"/>
                      </a:cubicBezTo>
                      <a:cubicBezTo>
                        <a:pt x="41" y="29"/>
                        <a:pt x="41" y="29"/>
                        <a:pt x="41" y="29"/>
                      </a:cubicBezTo>
                      <a:cubicBezTo>
                        <a:pt x="41" y="30"/>
                        <a:pt x="41" y="30"/>
                        <a:pt x="41" y="30"/>
                      </a:cubicBezTo>
                      <a:cubicBezTo>
                        <a:pt x="38" y="33"/>
                        <a:pt x="38" y="33"/>
                        <a:pt x="38" y="33"/>
                      </a:cubicBezTo>
                      <a:cubicBezTo>
                        <a:pt x="37" y="33"/>
                        <a:pt x="37" y="33"/>
                        <a:pt x="37" y="33"/>
                      </a:cubicBezTo>
                      <a:cubicBezTo>
                        <a:pt x="35" y="33"/>
                        <a:pt x="35" y="34"/>
                        <a:pt x="34" y="34"/>
                      </a:cubicBezTo>
                      <a:cubicBezTo>
                        <a:pt x="32" y="33"/>
                        <a:pt x="31" y="31"/>
                        <a:pt x="30" y="29"/>
                      </a:cubicBezTo>
                      <a:cubicBezTo>
                        <a:pt x="24" y="29"/>
                        <a:pt x="30" y="41"/>
                        <a:pt x="19" y="45"/>
                      </a:cubicBezTo>
                      <a:cubicBezTo>
                        <a:pt x="16" y="46"/>
                        <a:pt x="12" y="48"/>
                        <a:pt x="9" y="50"/>
                      </a:cubicBezTo>
                      <a:cubicBezTo>
                        <a:pt x="6" y="51"/>
                        <a:pt x="1" y="53"/>
                        <a:pt x="0" y="55"/>
                      </a:cubicBezTo>
                      <a:cubicBezTo>
                        <a:pt x="1" y="58"/>
                        <a:pt x="1" y="57"/>
                        <a:pt x="4" y="59"/>
                      </a:cubicBezTo>
                      <a:cubicBezTo>
                        <a:pt x="6" y="59"/>
                        <a:pt x="6" y="59"/>
                        <a:pt x="6" y="59"/>
                      </a:cubicBezTo>
                      <a:cubicBezTo>
                        <a:pt x="10" y="59"/>
                        <a:pt x="20" y="51"/>
                        <a:pt x="23" y="51"/>
                      </a:cubicBezTo>
                      <a:cubicBezTo>
                        <a:pt x="25" y="51"/>
                        <a:pt x="24" y="51"/>
                        <a:pt x="27" y="52"/>
                      </a:cubicBezTo>
                      <a:cubicBezTo>
                        <a:pt x="29" y="54"/>
                        <a:pt x="29" y="55"/>
                        <a:pt x="30" y="58"/>
                      </a:cubicBezTo>
                      <a:cubicBezTo>
                        <a:pt x="30" y="59"/>
                        <a:pt x="30" y="59"/>
                        <a:pt x="30" y="59"/>
                      </a:cubicBezTo>
                      <a:cubicBezTo>
                        <a:pt x="30" y="62"/>
                        <a:pt x="28" y="64"/>
                        <a:pt x="26" y="65"/>
                      </a:cubicBezTo>
                      <a:cubicBezTo>
                        <a:pt x="21" y="64"/>
                        <a:pt x="21" y="64"/>
                        <a:pt x="21" y="64"/>
                      </a:cubicBezTo>
                      <a:cubicBezTo>
                        <a:pt x="20" y="64"/>
                        <a:pt x="20" y="64"/>
                        <a:pt x="19" y="64"/>
                      </a:cubicBezTo>
                      <a:cubicBezTo>
                        <a:pt x="18" y="64"/>
                        <a:pt x="18" y="64"/>
                        <a:pt x="18" y="64"/>
                      </a:cubicBezTo>
                      <a:cubicBezTo>
                        <a:pt x="16" y="67"/>
                        <a:pt x="16" y="67"/>
                        <a:pt x="16" y="67"/>
                      </a:cubicBezTo>
                      <a:cubicBezTo>
                        <a:pt x="16" y="68"/>
                        <a:pt x="16" y="68"/>
                        <a:pt x="16" y="68"/>
                      </a:cubicBezTo>
                      <a:cubicBezTo>
                        <a:pt x="16" y="72"/>
                        <a:pt x="16" y="72"/>
                        <a:pt x="16" y="72"/>
                      </a:cubicBezTo>
                      <a:cubicBezTo>
                        <a:pt x="16" y="78"/>
                        <a:pt x="13" y="85"/>
                        <a:pt x="11" y="90"/>
                      </a:cubicBezTo>
                      <a:cubicBezTo>
                        <a:pt x="9" y="94"/>
                        <a:pt x="3" y="100"/>
                        <a:pt x="3" y="105"/>
                      </a:cubicBezTo>
                      <a:cubicBezTo>
                        <a:pt x="3" y="106"/>
                        <a:pt x="4" y="109"/>
                        <a:pt x="5" y="110"/>
                      </a:cubicBezTo>
                      <a:cubicBezTo>
                        <a:pt x="6" y="110"/>
                        <a:pt x="6" y="110"/>
                        <a:pt x="6" y="110"/>
                      </a:cubicBezTo>
                      <a:cubicBezTo>
                        <a:pt x="7" y="110"/>
                        <a:pt x="7" y="110"/>
                        <a:pt x="7" y="110"/>
                      </a:cubicBezTo>
                      <a:cubicBezTo>
                        <a:pt x="9" y="110"/>
                        <a:pt x="8" y="110"/>
                        <a:pt x="9" y="111"/>
                      </a:cubicBezTo>
                      <a:cubicBezTo>
                        <a:pt x="11" y="109"/>
                        <a:pt x="15" y="101"/>
                        <a:pt x="15" y="98"/>
                      </a:cubicBezTo>
                      <a:cubicBezTo>
                        <a:pt x="17" y="94"/>
                        <a:pt x="20" y="89"/>
                        <a:pt x="24" y="89"/>
                      </a:cubicBezTo>
                      <a:cubicBezTo>
                        <a:pt x="25" y="89"/>
                        <a:pt x="25" y="89"/>
                        <a:pt x="26" y="88"/>
                      </a:cubicBezTo>
                      <a:cubicBezTo>
                        <a:pt x="28" y="90"/>
                        <a:pt x="32" y="90"/>
                        <a:pt x="32" y="93"/>
                      </a:cubicBezTo>
                      <a:cubicBezTo>
                        <a:pt x="32" y="94"/>
                        <a:pt x="32" y="94"/>
                        <a:pt x="32" y="94"/>
                      </a:cubicBezTo>
                      <a:cubicBezTo>
                        <a:pt x="32" y="96"/>
                        <a:pt x="32" y="96"/>
                        <a:pt x="32" y="96"/>
                      </a:cubicBezTo>
                      <a:cubicBezTo>
                        <a:pt x="28" y="102"/>
                        <a:pt x="25" y="101"/>
                        <a:pt x="23" y="104"/>
                      </a:cubicBezTo>
                      <a:cubicBezTo>
                        <a:pt x="26" y="109"/>
                        <a:pt x="27" y="108"/>
                        <a:pt x="29" y="113"/>
                      </a:cubicBezTo>
                      <a:cubicBezTo>
                        <a:pt x="29" y="114"/>
                        <a:pt x="29" y="114"/>
                        <a:pt x="29" y="114"/>
                      </a:cubicBezTo>
                      <a:cubicBezTo>
                        <a:pt x="29" y="115"/>
                        <a:pt x="29" y="115"/>
                        <a:pt x="29" y="115"/>
                      </a:cubicBezTo>
                      <a:cubicBezTo>
                        <a:pt x="29" y="116"/>
                        <a:pt x="29" y="116"/>
                        <a:pt x="29" y="116"/>
                      </a:cubicBezTo>
                      <a:cubicBezTo>
                        <a:pt x="28" y="119"/>
                        <a:pt x="26" y="123"/>
                        <a:pt x="22" y="122"/>
                      </a:cubicBezTo>
                      <a:cubicBezTo>
                        <a:pt x="15" y="122"/>
                        <a:pt x="15" y="122"/>
                        <a:pt x="15" y="122"/>
                      </a:cubicBezTo>
                      <a:cubicBezTo>
                        <a:pt x="14" y="122"/>
                        <a:pt x="11" y="124"/>
                        <a:pt x="10" y="124"/>
                      </a:cubicBezTo>
                      <a:cubicBezTo>
                        <a:pt x="13" y="127"/>
                        <a:pt x="23" y="129"/>
                        <a:pt x="23" y="133"/>
                      </a:cubicBezTo>
                      <a:cubicBezTo>
                        <a:pt x="23" y="137"/>
                        <a:pt x="18" y="142"/>
                        <a:pt x="15" y="144"/>
                      </a:cubicBezTo>
                      <a:cubicBezTo>
                        <a:pt x="15" y="150"/>
                        <a:pt x="15" y="150"/>
                        <a:pt x="15" y="150"/>
                      </a:cubicBezTo>
                      <a:cubicBezTo>
                        <a:pt x="17" y="150"/>
                        <a:pt x="17" y="150"/>
                        <a:pt x="17" y="150"/>
                      </a:cubicBezTo>
                      <a:cubicBezTo>
                        <a:pt x="20" y="150"/>
                        <a:pt x="27" y="141"/>
                        <a:pt x="29" y="139"/>
                      </a:cubicBezTo>
                      <a:cubicBezTo>
                        <a:pt x="33" y="135"/>
                        <a:pt x="34" y="129"/>
                        <a:pt x="38" y="12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2" name="iSļïḑé"/>
                <p:cNvSpPr/>
                <p:nvPr/>
              </p:nvSpPr>
              <p:spPr bwMode="auto">
                <a:xfrm>
                  <a:off x="4422776" y="3106738"/>
                  <a:ext cx="412750" cy="596900"/>
                </a:xfrm>
                <a:custGeom>
                  <a:avLst/>
                  <a:gdLst>
                    <a:gd name="T0" fmla="*/ 63 w 125"/>
                    <a:gd name="T1" fmla="*/ 83 h 179"/>
                    <a:gd name="T2" fmla="*/ 69 w 125"/>
                    <a:gd name="T3" fmla="*/ 84 h 179"/>
                    <a:gd name="T4" fmla="*/ 71 w 125"/>
                    <a:gd name="T5" fmla="*/ 95 h 179"/>
                    <a:gd name="T6" fmla="*/ 56 w 125"/>
                    <a:gd name="T7" fmla="*/ 91 h 179"/>
                    <a:gd name="T8" fmla="*/ 77 w 125"/>
                    <a:gd name="T9" fmla="*/ 77 h 179"/>
                    <a:gd name="T10" fmla="*/ 90 w 125"/>
                    <a:gd name="T11" fmla="*/ 82 h 179"/>
                    <a:gd name="T12" fmla="*/ 93 w 125"/>
                    <a:gd name="T13" fmla="*/ 96 h 179"/>
                    <a:gd name="T14" fmla="*/ 88 w 125"/>
                    <a:gd name="T15" fmla="*/ 106 h 179"/>
                    <a:gd name="T16" fmla="*/ 75 w 125"/>
                    <a:gd name="T17" fmla="*/ 89 h 179"/>
                    <a:gd name="T18" fmla="*/ 91 w 125"/>
                    <a:gd name="T19" fmla="*/ 29 h 179"/>
                    <a:gd name="T20" fmla="*/ 95 w 125"/>
                    <a:gd name="T21" fmla="*/ 4 h 179"/>
                    <a:gd name="T22" fmla="*/ 92 w 125"/>
                    <a:gd name="T23" fmla="*/ 0 h 179"/>
                    <a:gd name="T24" fmla="*/ 86 w 125"/>
                    <a:gd name="T25" fmla="*/ 0 h 179"/>
                    <a:gd name="T26" fmla="*/ 80 w 125"/>
                    <a:gd name="T27" fmla="*/ 7 h 179"/>
                    <a:gd name="T28" fmla="*/ 83 w 125"/>
                    <a:gd name="T29" fmla="*/ 30 h 179"/>
                    <a:gd name="T30" fmla="*/ 86 w 125"/>
                    <a:gd name="T31" fmla="*/ 50 h 179"/>
                    <a:gd name="T32" fmla="*/ 46 w 125"/>
                    <a:gd name="T33" fmla="*/ 84 h 179"/>
                    <a:gd name="T34" fmla="*/ 0 w 125"/>
                    <a:gd name="T35" fmla="*/ 99 h 179"/>
                    <a:gd name="T36" fmla="*/ 13 w 125"/>
                    <a:gd name="T37" fmla="*/ 108 h 179"/>
                    <a:gd name="T38" fmla="*/ 30 w 125"/>
                    <a:gd name="T39" fmla="*/ 100 h 179"/>
                    <a:gd name="T40" fmla="*/ 47 w 125"/>
                    <a:gd name="T41" fmla="*/ 92 h 179"/>
                    <a:gd name="T42" fmla="*/ 51 w 125"/>
                    <a:gd name="T43" fmla="*/ 109 h 179"/>
                    <a:gd name="T44" fmla="*/ 50 w 125"/>
                    <a:gd name="T45" fmla="*/ 118 h 179"/>
                    <a:gd name="T46" fmla="*/ 54 w 125"/>
                    <a:gd name="T47" fmla="*/ 125 h 179"/>
                    <a:gd name="T48" fmla="*/ 62 w 125"/>
                    <a:gd name="T49" fmla="*/ 119 h 179"/>
                    <a:gd name="T50" fmla="*/ 62 w 125"/>
                    <a:gd name="T51" fmla="*/ 113 h 179"/>
                    <a:gd name="T52" fmla="*/ 78 w 125"/>
                    <a:gd name="T53" fmla="*/ 111 h 179"/>
                    <a:gd name="T54" fmla="*/ 78 w 125"/>
                    <a:gd name="T55" fmla="*/ 113 h 179"/>
                    <a:gd name="T56" fmla="*/ 78 w 125"/>
                    <a:gd name="T57" fmla="*/ 118 h 179"/>
                    <a:gd name="T58" fmla="*/ 46 w 125"/>
                    <a:gd name="T59" fmla="*/ 147 h 179"/>
                    <a:gd name="T60" fmla="*/ 28 w 125"/>
                    <a:gd name="T61" fmla="*/ 158 h 179"/>
                    <a:gd name="T62" fmla="*/ 1 w 125"/>
                    <a:gd name="T63" fmla="*/ 170 h 179"/>
                    <a:gd name="T64" fmla="*/ 14 w 125"/>
                    <a:gd name="T65" fmla="*/ 178 h 179"/>
                    <a:gd name="T66" fmla="*/ 20 w 125"/>
                    <a:gd name="T67" fmla="*/ 179 h 179"/>
                    <a:gd name="T68" fmla="*/ 22 w 125"/>
                    <a:gd name="T69" fmla="*/ 179 h 179"/>
                    <a:gd name="T70" fmla="*/ 38 w 125"/>
                    <a:gd name="T71" fmla="*/ 169 h 179"/>
                    <a:gd name="T72" fmla="*/ 61 w 125"/>
                    <a:gd name="T73" fmla="*/ 150 h 179"/>
                    <a:gd name="T74" fmla="*/ 79 w 125"/>
                    <a:gd name="T75" fmla="*/ 135 h 179"/>
                    <a:gd name="T76" fmla="*/ 96 w 125"/>
                    <a:gd name="T77" fmla="*/ 119 h 179"/>
                    <a:gd name="T78" fmla="*/ 106 w 125"/>
                    <a:gd name="T79" fmla="*/ 149 h 179"/>
                    <a:gd name="T80" fmla="*/ 125 w 125"/>
                    <a:gd name="T81" fmla="*/ 152 h 179"/>
                    <a:gd name="T82" fmla="*/ 116 w 125"/>
                    <a:gd name="T83" fmla="*/ 120 h 179"/>
                    <a:gd name="T84" fmla="*/ 115 w 125"/>
                    <a:gd name="T85" fmla="*/ 125 h 179"/>
                    <a:gd name="T86" fmla="*/ 109 w 125"/>
                    <a:gd name="T87" fmla="*/ 129 h 179"/>
                    <a:gd name="T88" fmla="*/ 97 w 125"/>
                    <a:gd name="T89" fmla="*/ 92 h 179"/>
                    <a:gd name="T90" fmla="*/ 94 w 125"/>
                    <a:gd name="T91" fmla="*/ 76 h 179"/>
                    <a:gd name="T92" fmla="*/ 110 w 125"/>
                    <a:gd name="T93" fmla="*/ 60 h 179"/>
                    <a:gd name="T94" fmla="*/ 105 w 125"/>
                    <a:gd name="T95" fmla="*/ 57 h 179"/>
                    <a:gd name="T96" fmla="*/ 101 w 125"/>
                    <a:gd name="T97" fmla="*/ 59 h 179"/>
                    <a:gd name="T98" fmla="*/ 91 w 125"/>
                    <a:gd name="T99" fmla="*/ 54 h 179"/>
                    <a:gd name="T100" fmla="*/ 91 w 125"/>
                    <a:gd name="T101" fmla="*/ 29 h 1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125" h="179">
                      <a:moveTo>
                        <a:pt x="56" y="91"/>
                      </a:moveTo>
                      <a:cubicBezTo>
                        <a:pt x="56" y="87"/>
                        <a:pt x="60" y="85"/>
                        <a:pt x="63" y="83"/>
                      </a:cubicBezTo>
                      <a:cubicBezTo>
                        <a:pt x="64" y="83"/>
                        <a:pt x="64" y="83"/>
                        <a:pt x="64" y="83"/>
                      </a:cubicBezTo>
                      <a:cubicBezTo>
                        <a:pt x="67" y="83"/>
                        <a:pt x="67" y="84"/>
                        <a:pt x="69" y="84"/>
                      </a:cubicBezTo>
                      <a:cubicBezTo>
                        <a:pt x="71" y="94"/>
                        <a:pt x="71" y="94"/>
                        <a:pt x="71" y="94"/>
                      </a:cubicBezTo>
                      <a:cubicBezTo>
                        <a:pt x="71" y="95"/>
                        <a:pt x="71" y="95"/>
                        <a:pt x="71" y="95"/>
                      </a:cubicBezTo>
                      <a:cubicBezTo>
                        <a:pt x="68" y="100"/>
                        <a:pt x="68" y="99"/>
                        <a:pt x="63" y="101"/>
                      </a:cubicBezTo>
                      <a:cubicBezTo>
                        <a:pt x="61" y="99"/>
                        <a:pt x="56" y="95"/>
                        <a:pt x="56" y="91"/>
                      </a:cubicBezTo>
                      <a:close/>
                      <a:moveTo>
                        <a:pt x="72" y="83"/>
                      </a:moveTo>
                      <a:cubicBezTo>
                        <a:pt x="74" y="79"/>
                        <a:pt x="73" y="79"/>
                        <a:pt x="77" y="77"/>
                      </a:cubicBezTo>
                      <a:cubicBezTo>
                        <a:pt x="79" y="75"/>
                        <a:pt x="82" y="75"/>
                        <a:pt x="83" y="73"/>
                      </a:cubicBezTo>
                      <a:cubicBezTo>
                        <a:pt x="88" y="76"/>
                        <a:pt x="89" y="76"/>
                        <a:pt x="90" y="82"/>
                      </a:cubicBezTo>
                      <a:cubicBezTo>
                        <a:pt x="92" y="95"/>
                        <a:pt x="92" y="95"/>
                        <a:pt x="92" y="95"/>
                      </a:cubicBezTo>
                      <a:cubicBezTo>
                        <a:pt x="93" y="96"/>
                        <a:pt x="93" y="96"/>
                        <a:pt x="93" y="96"/>
                      </a:cubicBezTo>
                      <a:cubicBezTo>
                        <a:pt x="94" y="99"/>
                        <a:pt x="94" y="99"/>
                        <a:pt x="94" y="99"/>
                      </a:cubicBezTo>
                      <a:cubicBezTo>
                        <a:pt x="91" y="105"/>
                        <a:pt x="93" y="103"/>
                        <a:pt x="88" y="106"/>
                      </a:cubicBezTo>
                      <a:cubicBezTo>
                        <a:pt x="83" y="101"/>
                        <a:pt x="82" y="101"/>
                        <a:pt x="79" y="95"/>
                      </a:cubicBezTo>
                      <a:cubicBezTo>
                        <a:pt x="77" y="93"/>
                        <a:pt x="77" y="91"/>
                        <a:pt x="75" y="89"/>
                      </a:cubicBezTo>
                      <a:cubicBezTo>
                        <a:pt x="73" y="87"/>
                        <a:pt x="73" y="86"/>
                        <a:pt x="72" y="83"/>
                      </a:cubicBezTo>
                      <a:close/>
                      <a:moveTo>
                        <a:pt x="91" y="29"/>
                      </a:moveTo>
                      <a:cubicBezTo>
                        <a:pt x="91" y="22"/>
                        <a:pt x="95" y="12"/>
                        <a:pt x="95" y="4"/>
                      </a:cubicBezTo>
                      <a:cubicBezTo>
                        <a:pt x="95" y="4"/>
                        <a:pt x="95" y="4"/>
                        <a:pt x="95" y="4"/>
                      </a:cubicBezTo>
                      <a:cubicBezTo>
                        <a:pt x="95" y="3"/>
                        <a:pt x="95" y="3"/>
                        <a:pt x="95" y="3"/>
                      </a:cubicBezTo>
                      <a:cubicBezTo>
                        <a:pt x="93" y="0"/>
                        <a:pt x="95" y="1"/>
                        <a:pt x="92" y="0"/>
                      </a:cubicBezTo>
                      <a:cubicBezTo>
                        <a:pt x="91" y="0"/>
                        <a:pt x="91" y="0"/>
                        <a:pt x="91" y="0"/>
                      </a:cubicBezTo>
                      <a:cubicBezTo>
                        <a:pt x="86" y="0"/>
                        <a:pt x="86" y="0"/>
                        <a:pt x="86" y="0"/>
                      </a:cubicBezTo>
                      <a:cubicBezTo>
                        <a:pt x="85" y="0"/>
                        <a:pt x="85" y="0"/>
                        <a:pt x="85" y="0"/>
                      </a:cubicBezTo>
                      <a:cubicBezTo>
                        <a:pt x="82" y="1"/>
                        <a:pt x="80" y="4"/>
                        <a:pt x="80" y="7"/>
                      </a:cubicBezTo>
                      <a:cubicBezTo>
                        <a:pt x="83" y="30"/>
                        <a:pt x="83" y="30"/>
                        <a:pt x="83" y="30"/>
                      </a:cubicBezTo>
                      <a:cubicBezTo>
                        <a:pt x="83" y="30"/>
                        <a:pt x="83" y="30"/>
                        <a:pt x="83" y="30"/>
                      </a:cubicBezTo>
                      <a:cubicBezTo>
                        <a:pt x="83" y="38"/>
                        <a:pt x="86" y="44"/>
                        <a:pt x="86" y="49"/>
                      </a:cubicBezTo>
                      <a:cubicBezTo>
                        <a:pt x="86" y="50"/>
                        <a:pt x="86" y="50"/>
                        <a:pt x="86" y="50"/>
                      </a:cubicBezTo>
                      <a:cubicBezTo>
                        <a:pt x="87" y="62"/>
                        <a:pt x="87" y="62"/>
                        <a:pt x="87" y="62"/>
                      </a:cubicBezTo>
                      <a:cubicBezTo>
                        <a:pt x="87" y="68"/>
                        <a:pt x="52" y="81"/>
                        <a:pt x="46" y="84"/>
                      </a:cubicBezTo>
                      <a:cubicBezTo>
                        <a:pt x="39" y="87"/>
                        <a:pt x="31" y="89"/>
                        <a:pt x="23" y="92"/>
                      </a:cubicBezTo>
                      <a:cubicBezTo>
                        <a:pt x="20" y="94"/>
                        <a:pt x="0" y="96"/>
                        <a:pt x="0" y="99"/>
                      </a:cubicBezTo>
                      <a:cubicBezTo>
                        <a:pt x="0" y="101"/>
                        <a:pt x="9" y="108"/>
                        <a:pt x="11" y="108"/>
                      </a:cubicBezTo>
                      <a:cubicBezTo>
                        <a:pt x="13" y="108"/>
                        <a:pt x="13" y="108"/>
                        <a:pt x="13" y="108"/>
                      </a:cubicBezTo>
                      <a:cubicBezTo>
                        <a:pt x="14" y="108"/>
                        <a:pt x="14" y="108"/>
                        <a:pt x="14" y="108"/>
                      </a:cubicBezTo>
                      <a:cubicBezTo>
                        <a:pt x="20" y="105"/>
                        <a:pt x="24" y="103"/>
                        <a:pt x="30" y="100"/>
                      </a:cubicBezTo>
                      <a:cubicBezTo>
                        <a:pt x="34" y="98"/>
                        <a:pt x="41" y="93"/>
                        <a:pt x="45" y="93"/>
                      </a:cubicBezTo>
                      <a:cubicBezTo>
                        <a:pt x="46" y="93"/>
                        <a:pt x="46" y="93"/>
                        <a:pt x="47" y="92"/>
                      </a:cubicBezTo>
                      <a:cubicBezTo>
                        <a:pt x="49" y="94"/>
                        <a:pt x="52" y="96"/>
                        <a:pt x="51" y="101"/>
                      </a:cubicBezTo>
                      <a:cubicBezTo>
                        <a:pt x="51" y="109"/>
                        <a:pt x="51" y="109"/>
                        <a:pt x="51" y="109"/>
                      </a:cubicBezTo>
                      <a:cubicBezTo>
                        <a:pt x="51" y="110"/>
                        <a:pt x="51" y="110"/>
                        <a:pt x="51" y="110"/>
                      </a:cubicBezTo>
                      <a:cubicBezTo>
                        <a:pt x="50" y="118"/>
                        <a:pt x="50" y="118"/>
                        <a:pt x="50" y="118"/>
                      </a:cubicBezTo>
                      <a:cubicBezTo>
                        <a:pt x="50" y="119"/>
                        <a:pt x="50" y="119"/>
                        <a:pt x="50" y="120"/>
                      </a:cubicBezTo>
                      <a:cubicBezTo>
                        <a:pt x="51" y="123"/>
                        <a:pt x="51" y="123"/>
                        <a:pt x="54" y="125"/>
                      </a:cubicBezTo>
                      <a:cubicBezTo>
                        <a:pt x="56" y="125"/>
                        <a:pt x="56" y="125"/>
                        <a:pt x="56" y="125"/>
                      </a:cubicBezTo>
                      <a:cubicBezTo>
                        <a:pt x="59" y="125"/>
                        <a:pt x="60" y="121"/>
                        <a:pt x="62" y="119"/>
                      </a:cubicBezTo>
                      <a:cubicBezTo>
                        <a:pt x="62" y="118"/>
                        <a:pt x="62" y="118"/>
                        <a:pt x="62" y="118"/>
                      </a:cubicBezTo>
                      <a:cubicBezTo>
                        <a:pt x="62" y="113"/>
                        <a:pt x="62" y="113"/>
                        <a:pt x="62" y="113"/>
                      </a:cubicBezTo>
                      <a:cubicBezTo>
                        <a:pt x="63" y="110"/>
                        <a:pt x="68" y="106"/>
                        <a:pt x="71" y="106"/>
                      </a:cubicBezTo>
                      <a:cubicBezTo>
                        <a:pt x="75" y="106"/>
                        <a:pt x="77" y="109"/>
                        <a:pt x="78" y="111"/>
                      </a:cubicBezTo>
                      <a:cubicBezTo>
                        <a:pt x="78" y="112"/>
                        <a:pt x="78" y="112"/>
                        <a:pt x="78" y="112"/>
                      </a:cubicBezTo>
                      <a:cubicBezTo>
                        <a:pt x="78" y="113"/>
                        <a:pt x="78" y="113"/>
                        <a:pt x="78" y="113"/>
                      </a:cubicBezTo>
                      <a:cubicBezTo>
                        <a:pt x="78" y="115"/>
                        <a:pt x="78" y="115"/>
                        <a:pt x="79" y="116"/>
                      </a:cubicBezTo>
                      <a:cubicBezTo>
                        <a:pt x="78" y="117"/>
                        <a:pt x="78" y="117"/>
                        <a:pt x="78" y="118"/>
                      </a:cubicBezTo>
                      <a:cubicBezTo>
                        <a:pt x="78" y="119"/>
                        <a:pt x="78" y="119"/>
                        <a:pt x="78" y="119"/>
                      </a:cubicBezTo>
                      <a:cubicBezTo>
                        <a:pt x="72" y="130"/>
                        <a:pt x="57" y="140"/>
                        <a:pt x="46" y="147"/>
                      </a:cubicBezTo>
                      <a:cubicBezTo>
                        <a:pt x="44" y="148"/>
                        <a:pt x="40" y="151"/>
                        <a:pt x="37" y="152"/>
                      </a:cubicBezTo>
                      <a:cubicBezTo>
                        <a:pt x="35" y="153"/>
                        <a:pt x="29" y="157"/>
                        <a:pt x="28" y="158"/>
                      </a:cubicBezTo>
                      <a:cubicBezTo>
                        <a:pt x="25" y="161"/>
                        <a:pt x="12" y="165"/>
                        <a:pt x="6" y="165"/>
                      </a:cubicBezTo>
                      <a:cubicBezTo>
                        <a:pt x="4" y="165"/>
                        <a:pt x="2" y="168"/>
                        <a:pt x="1" y="170"/>
                      </a:cubicBezTo>
                      <a:cubicBezTo>
                        <a:pt x="4" y="171"/>
                        <a:pt x="4" y="173"/>
                        <a:pt x="7" y="175"/>
                      </a:cubicBezTo>
                      <a:cubicBezTo>
                        <a:pt x="10" y="176"/>
                        <a:pt x="12" y="176"/>
                        <a:pt x="14" y="178"/>
                      </a:cubicBezTo>
                      <a:cubicBezTo>
                        <a:pt x="18" y="179"/>
                        <a:pt x="18" y="179"/>
                        <a:pt x="18" y="179"/>
                      </a:cubicBezTo>
                      <a:cubicBezTo>
                        <a:pt x="20" y="179"/>
                        <a:pt x="18" y="179"/>
                        <a:pt x="20" y="179"/>
                      </a:cubicBezTo>
                      <a:cubicBezTo>
                        <a:pt x="21" y="179"/>
                        <a:pt x="21" y="179"/>
                        <a:pt x="21" y="179"/>
                      </a:cubicBezTo>
                      <a:cubicBezTo>
                        <a:pt x="22" y="179"/>
                        <a:pt x="22" y="179"/>
                        <a:pt x="22" y="179"/>
                      </a:cubicBezTo>
                      <a:cubicBezTo>
                        <a:pt x="26" y="177"/>
                        <a:pt x="30" y="175"/>
                        <a:pt x="33" y="173"/>
                      </a:cubicBezTo>
                      <a:cubicBezTo>
                        <a:pt x="35" y="171"/>
                        <a:pt x="36" y="170"/>
                        <a:pt x="38" y="169"/>
                      </a:cubicBezTo>
                      <a:cubicBezTo>
                        <a:pt x="39" y="168"/>
                        <a:pt x="43" y="166"/>
                        <a:pt x="43" y="166"/>
                      </a:cubicBezTo>
                      <a:cubicBezTo>
                        <a:pt x="49" y="160"/>
                        <a:pt x="55" y="156"/>
                        <a:pt x="61" y="150"/>
                      </a:cubicBezTo>
                      <a:cubicBezTo>
                        <a:pt x="64" y="148"/>
                        <a:pt x="67" y="145"/>
                        <a:pt x="70" y="143"/>
                      </a:cubicBezTo>
                      <a:cubicBezTo>
                        <a:pt x="73" y="140"/>
                        <a:pt x="76" y="137"/>
                        <a:pt x="79" y="135"/>
                      </a:cubicBezTo>
                      <a:cubicBezTo>
                        <a:pt x="82" y="132"/>
                        <a:pt x="85" y="130"/>
                        <a:pt x="87" y="127"/>
                      </a:cubicBezTo>
                      <a:cubicBezTo>
                        <a:pt x="90" y="124"/>
                        <a:pt x="91" y="119"/>
                        <a:pt x="96" y="119"/>
                      </a:cubicBezTo>
                      <a:cubicBezTo>
                        <a:pt x="98" y="119"/>
                        <a:pt x="100" y="126"/>
                        <a:pt x="100" y="128"/>
                      </a:cubicBezTo>
                      <a:cubicBezTo>
                        <a:pt x="100" y="132"/>
                        <a:pt x="105" y="145"/>
                        <a:pt x="106" y="149"/>
                      </a:cubicBezTo>
                      <a:cubicBezTo>
                        <a:pt x="108" y="155"/>
                        <a:pt x="111" y="165"/>
                        <a:pt x="118" y="165"/>
                      </a:cubicBezTo>
                      <a:cubicBezTo>
                        <a:pt x="119" y="163"/>
                        <a:pt x="125" y="161"/>
                        <a:pt x="125" y="152"/>
                      </a:cubicBezTo>
                      <a:cubicBezTo>
                        <a:pt x="125" y="143"/>
                        <a:pt x="120" y="120"/>
                        <a:pt x="117" y="116"/>
                      </a:cubicBezTo>
                      <a:cubicBezTo>
                        <a:pt x="117" y="118"/>
                        <a:pt x="116" y="118"/>
                        <a:pt x="116" y="120"/>
                      </a:cubicBezTo>
                      <a:cubicBezTo>
                        <a:pt x="116" y="123"/>
                        <a:pt x="115" y="121"/>
                        <a:pt x="115" y="124"/>
                      </a:cubicBezTo>
                      <a:cubicBezTo>
                        <a:pt x="115" y="125"/>
                        <a:pt x="115" y="125"/>
                        <a:pt x="115" y="125"/>
                      </a:cubicBezTo>
                      <a:cubicBezTo>
                        <a:pt x="115" y="126"/>
                        <a:pt x="114" y="129"/>
                        <a:pt x="112" y="129"/>
                      </a:cubicBezTo>
                      <a:cubicBezTo>
                        <a:pt x="109" y="129"/>
                        <a:pt x="109" y="129"/>
                        <a:pt x="109" y="129"/>
                      </a:cubicBezTo>
                      <a:cubicBezTo>
                        <a:pt x="105" y="129"/>
                        <a:pt x="102" y="110"/>
                        <a:pt x="100" y="105"/>
                      </a:cubicBezTo>
                      <a:cubicBezTo>
                        <a:pt x="98" y="101"/>
                        <a:pt x="98" y="97"/>
                        <a:pt x="97" y="92"/>
                      </a:cubicBezTo>
                      <a:cubicBezTo>
                        <a:pt x="96" y="87"/>
                        <a:pt x="94" y="86"/>
                        <a:pt x="94" y="79"/>
                      </a:cubicBezTo>
                      <a:cubicBezTo>
                        <a:pt x="94" y="76"/>
                        <a:pt x="94" y="76"/>
                        <a:pt x="94" y="76"/>
                      </a:cubicBezTo>
                      <a:cubicBezTo>
                        <a:pt x="94" y="65"/>
                        <a:pt x="110" y="67"/>
                        <a:pt x="110" y="61"/>
                      </a:cubicBezTo>
                      <a:cubicBezTo>
                        <a:pt x="110" y="60"/>
                        <a:pt x="110" y="60"/>
                        <a:pt x="110" y="60"/>
                      </a:cubicBezTo>
                      <a:cubicBezTo>
                        <a:pt x="110" y="58"/>
                        <a:pt x="109" y="57"/>
                        <a:pt x="108" y="57"/>
                      </a:cubicBezTo>
                      <a:cubicBezTo>
                        <a:pt x="105" y="57"/>
                        <a:pt x="105" y="57"/>
                        <a:pt x="105" y="57"/>
                      </a:cubicBezTo>
                      <a:cubicBezTo>
                        <a:pt x="104" y="57"/>
                        <a:pt x="104" y="57"/>
                        <a:pt x="104" y="57"/>
                      </a:cubicBezTo>
                      <a:cubicBezTo>
                        <a:pt x="103" y="58"/>
                        <a:pt x="102" y="59"/>
                        <a:pt x="101" y="59"/>
                      </a:cubicBezTo>
                      <a:cubicBezTo>
                        <a:pt x="99" y="60"/>
                        <a:pt x="99" y="59"/>
                        <a:pt x="97" y="60"/>
                      </a:cubicBezTo>
                      <a:cubicBezTo>
                        <a:pt x="95" y="59"/>
                        <a:pt x="91" y="56"/>
                        <a:pt x="91" y="54"/>
                      </a:cubicBezTo>
                      <a:cubicBezTo>
                        <a:pt x="91" y="41"/>
                        <a:pt x="91" y="41"/>
                        <a:pt x="91" y="41"/>
                      </a:cubicBezTo>
                      <a:lnTo>
                        <a:pt x="91" y="29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3" name="íšlïďè"/>
                <p:cNvSpPr/>
                <p:nvPr/>
              </p:nvSpPr>
              <p:spPr bwMode="auto">
                <a:xfrm>
                  <a:off x="5478463" y="3581400"/>
                  <a:ext cx="46038" cy="76200"/>
                </a:xfrm>
                <a:custGeom>
                  <a:avLst/>
                  <a:gdLst>
                    <a:gd name="T0" fmla="*/ 14 w 14"/>
                    <a:gd name="T1" fmla="*/ 15 h 23"/>
                    <a:gd name="T2" fmla="*/ 10 w 14"/>
                    <a:gd name="T3" fmla="*/ 6 h 23"/>
                    <a:gd name="T4" fmla="*/ 3 w 14"/>
                    <a:gd name="T5" fmla="*/ 0 h 23"/>
                    <a:gd name="T6" fmla="*/ 0 w 14"/>
                    <a:gd name="T7" fmla="*/ 3 h 23"/>
                    <a:gd name="T8" fmla="*/ 5 w 14"/>
                    <a:gd name="T9" fmla="*/ 11 h 23"/>
                    <a:gd name="T10" fmla="*/ 5 w 14"/>
                    <a:gd name="T11" fmla="*/ 12 h 23"/>
                    <a:gd name="T12" fmla="*/ 5 w 14"/>
                    <a:gd name="T13" fmla="*/ 14 h 23"/>
                    <a:gd name="T14" fmla="*/ 5 w 14"/>
                    <a:gd name="T15" fmla="*/ 15 h 23"/>
                    <a:gd name="T16" fmla="*/ 2 w 14"/>
                    <a:gd name="T17" fmla="*/ 19 h 23"/>
                    <a:gd name="T18" fmla="*/ 2 w 14"/>
                    <a:gd name="T19" fmla="*/ 22 h 23"/>
                    <a:gd name="T20" fmla="*/ 5 w 14"/>
                    <a:gd name="T21" fmla="*/ 23 h 23"/>
                    <a:gd name="T22" fmla="*/ 6 w 14"/>
                    <a:gd name="T23" fmla="*/ 23 h 23"/>
                    <a:gd name="T24" fmla="*/ 11 w 14"/>
                    <a:gd name="T25" fmla="*/ 20 h 23"/>
                    <a:gd name="T26" fmla="*/ 14 w 14"/>
                    <a:gd name="T27" fmla="*/ 15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4" h="23">
                      <a:moveTo>
                        <a:pt x="14" y="15"/>
                      </a:moveTo>
                      <a:cubicBezTo>
                        <a:pt x="14" y="11"/>
                        <a:pt x="12" y="9"/>
                        <a:pt x="10" y="6"/>
                      </a:cubicBezTo>
                      <a:cubicBezTo>
                        <a:pt x="8" y="5"/>
                        <a:pt x="3" y="1"/>
                        <a:pt x="3" y="0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5" y="12"/>
                        <a:pt x="5" y="12"/>
                        <a:pt x="5" y="12"/>
                      </a:cubicBez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5" y="15"/>
                        <a:pt x="5" y="15"/>
                        <a:pt x="5" y="15"/>
                      </a:cubicBezTo>
                      <a:cubicBezTo>
                        <a:pt x="2" y="19"/>
                        <a:pt x="2" y="19"/>
                        <a:pt x="2" y="19"/>
                      </a:cubicBezTo>
                      <a:cubicBezTo>
                        <a:pt x="2" y="22"/>
                        <a:pt x="2" y="22"/>
                        <a:pt x="2" y="22"/>
                      </a:cubicBezTo>
                      <a:cubicBezTo>
                        <a:pt x="5" y="23"/>
                        <a:pt x="5" y="23"/>
                        <a:pt x="5" y="23"/>
                      </a:cubicBezTo>
                      <a:cubicBezTo>
                        <a:pt x="6" y="23"/>
                        <a:pt x="6" y="23"/>
                        <a:pt x="6" y="23"/>
                      </a:cubicBezTo>
                      <a:cubicBezTo>
                        <a:pt x="7" y="23"/>
                        <a:pt x="11" y="21"/>
                        <a:pt x="11" y="20"/>
                      </a:cubicBezTo>
                      <a:cubicBezTo>
                        <a:pt x="13" y="19"/>
                        <a:pt x="13" y="17"/>
                        <a:pt x="14" y="1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4" name="işḷîḑe"/>
                <p:cNvSpPr/>
                <p:nvPr/>
              </p:nvSpPr>
              <p:spPr bwMode="auto">
                <a:xfrm>
                  <a:off x="6310313" y="3136900"/>
                  <a:ext cx="406400" cy="554038"/>
                </a:xfrm>
                <a:custGeom>
                  <a:avLst/>
                  <a:gdLst>
                    <a:gd name="T0" fmla="*/ 101 w 123"/>
                    <a:gd name="T1" fmla="*/ 9 h 166"/>
                    <a:gd name="T2" fmla="*/ 96 w 123"/>
                    <a:gd name="T3" fmla="*/ 0 h 166"/>
                    <a:gd name="T4" fmla="*/ 76 w 123"/>
                    <a:gd name="T5" fmla="*/ 23 h 166"/>
                    <a:gd name="T6" fmla="*/ 66 w 123"/>
                    <a:gd name="T7" fmla="*/ 20 h 166"/>
                    <a:gd name="T8" fmla="*/ 69 w 123"/>
                    <a:gd name="T9" fmla="*/ 29 h 166"/>
                    <a:gd name="T10" fmla="*/ 64 w 123"/>
                    <a:gd name="T11" fmla="*/ 38 h 166"/>
                    <a:gd name="T12" fmla="*/ 71 w 123"/>
                    <a:gd name="T13" fmla="*/ 37 h 166"/>
                    <a:gd name="T14" fmla="*/ 78 w 123"/>
                    <a:gd name="T15" fmla="*/ 38 h 166"/>
                    <a:gd name="T16" fmla="*/ 104 w 123"/>
                    <a:gd name="T17" fmla="*/ 37 h 166"/>
                    <a:gd name="T18" fmla="*/ 97 w 123"/>
                    <a:gd name="T19" fmla="*/ 43 h 166"/>
                    <a:gd name="T20" fmla="*/ 85 w 123"/>
                    <a:gd name="T21" fmla="*/ 56 h 166"/>
                    <a:gd name="T22" fmla="*/ 78 w 123"/>
                    <a:gd name="T23" fmla="*/ 67 h 166"/>
                    <a:gd name="T24" fmla="*/ 72 w 123"/>
                    <a:gd name="T25" fmla="*/ 62 h 166"/>
                    <a:gd name="T26" fmla="*/ 72 w 123"/>
                    <a:gd name="T27" fmla="*/ 48 h 166"/>
                    <a:gd name="T28" fmla="*/ 63 w 123"/>
                    <a:gd name="T29" fmla="*/ 57 h 166"/>
                    <a:gd name="T30" fmla="*/ 56 w 123"/>
                    <a:gd name="T31" fmla="*/ 57 h 166"/>
                    <a:gd name="T32" fmla="*/ 61 w 123"/>
                    <a:gd name="T33" fmla="*/ 66 h 166"/>
                    <a:gd name="T34" fmla="*/ 59 w 123"/>
                    <a:gd name="T35" fmla="*/ 70 h 166"/>
                    <a:gd name="T36" fmla="*/ 68 w 123"/>
                    <a:gd name="T37" fmla="*/ 74 h 166"/>
                    <a:gd name="T38" fmla="*/ 68 w 123"/>
                    <a:gd name="T39" fmla="*/ 78 h 166"/>
                    <a:gd name="T40" fmla="*/ 40 w 123"/>
                    <a:gd name="T41" fmla="*/ 92 h 166"/>
                    <a:gd name="T42" fmla="*/ 24 w 123"/>
                    <a:gd name="T43" fmla="*/ 99 h 166"/>
                    <a:gd name="T44" fmla="*/ 3 w 123"/>
                    <a:gd name="T45" fmla="*/ 105 h 166"/>
                    <a:gd name="T46" fmla="*/ 2 w 123"/>
                    <a:gd name="T47" fmla="*/ 112 h 166"/>
                    <a:gd name="T48" fmla="*/ 14 w 123"/>
                    <a:gd name="T49" fmla="*/ 120 h 166"/>
                    <a:gd name="T50" fmla="*/ 32 w 123"/>
                    <a:gd name="T51" fmla="*/ 108 h 166"/>
                    <a:gd name="T52" fmla="*/ 55 w 123"/>
                    <a:gd name="T53" fmla="*/ 93 h 166"/>
                    <a:gd name="T54" fmla="*/ 63 w 123"/>
                    <a:gd name="T55" fmla="*/ 89 h 166"/>
                    <a:gd name="T56" fmla="*/ 82 w 123"/>
                    <a:gd name="T57" fmla="*/ 83 h 166"/>
                    <a:gd name="T58" fmla="*/ 82 w 123"/>
                    <a:gd name="T59" fmla="*/ 86 h 166"/>
                    <a:gd name="T60" fmla="*/ 74 w 123"/>
                    <a:gd name="T61" fmla="*/ 97 h 166"/>
                    <a:gd name="T62" fmla="*/ 61 w 123"/>
                    <a:gd name="T63" fmla="*/ 107 h 166"/>
                    <a:gd name="T64" fmla="*/ 64 w 123"/>
                    <a:gd name="T65" fmla="*/ 118 h 166"/>
                    <a:gd name="T66" fmla="*/ 55 w 123"/>
                    <a:gd name="T67" fmla="*/ 126 h 166"/>
                    <a:gd name="T68" fmla="*/ 40 w 123"/>
                    <a:gd name="T69" fmla="*/ 129 h 166"/>
                    <a:gd name="T70" fmla="*/ 30 w 123"/>
                    <a:gd name="T71" fmla="*/ 130 h 166"/>
                    <a:gd name="T72" fmla="*/ 35 w 123"/>
                    <a:gd name="T73" fmla="*/ 141 h 166"/>
                    <a:gd name="T74" fmla="*/ 38 w 123"/>
                    <a:gd name="T75" fmla="*/ 141 h 166"/>
                    <a:gd name="T76" fmla="*/ 56 w 123"/>
                    <a:gd name="T77" fmla="*/ 133 h 166"/>
                    <a:gd name="T78" fmla="*/ 63 w 123"/>
                    <a:gd name="T79" fmla="*/ 141 h 166"/>
                    <a:gd name="T80" fmla="*/ 56 w 123"/>
                    <a:gd name="T81" fmla="*/ 154 h 166"/>
                    <a:gd name="T82" fmla="*/ 53 w 123"/>
                    <a:gd name="T83" fmla="*/ 154 h 166"/>
                    <a:gd name="T84" fmla="*/ 49 w 123"/>
                    <a:gd name="T85" fmla="*/ 154 h 166"/>
                    <a:gd name="T86" fmla="*/ 46 w 123"/>
                    <a:gd name="T87" fmla="*/ 156 h 166"/>
                    <a:gd name="T88" fmla="*/ 56 w 123"/>
                    <a:gd name="T89" fmla="*/ 166 h 166"/>
                    <a:gd name="T90" fmla="*/ 71 w 123"/>
                    <a:gd name="T91" fmla="*/ 160 h 166"/>
                    <a:gd name="T92" fmla="*/ 75 w 123"/>
                    <a:gd name="T93" fmla="*/ 146 h 166"/>
                    <a:gd name="T94" fmla="*/ 80 w 123"/>
                    <a:gd name="T95" fmla="*/ 124 h 166"/>
                    <a:gd name="T96" fmla="*/ 94 w 123"/>
                    <a:gd name="T97" fmla="*/ 120 h 166"/>
                    <a:gd name="T98" fmla="*/ 81 w 123"/>
                    <a:gd name="T99" fmla="*/ 117 h 166"/>
                    <a:gd name="T100" fmla="*/ 72 w 123"/>
                    <a:gd name="T101" fmla="*/ 107 h 166"/>
                    <a:gd name="T102" fmla="*/ 78 w 123"/>
                    <a:gd name="T103" fmla="*/ 96 h 166"/>
                    <a:gd name="T104" fmla="*/ 92 w 123"/>
                    <a:gd name="T105" fmla="*/ 89 h 166"/>
                    <a:gd name="T106" fmla="*/ 102 w 123"/>
                    <a:gd name="T107" fmla="*/ 78 h 166"/>
                    <a:gd name="T108" fmla="*/ 95 w 123"/>
                    <a:gd name="T109" fmla="*/ 61 h 166"/>
                    <a:gd name="T110" fmla="*/ 109 w 123"/>
                    <a:gd name="T111" fmla="*/ 48 h 166"/>
                    <a:gd name="T112" fmla="*/ 116 w 123"/>
                    <a:gd name="T113" fmla="*/ 42 h 166"/>
                    <a:gd name="T114" fmla="*/ 121 w 123"/>
                    <a:gd name="T115" fmla="*/ 32 h 166"/>
                    <a:gd name="T116" fmla="*/ 116 w 123"/>
                    <a:gd name="T117" fmla="*/ 17 h 166"/>
                    <a:gd name="T118" fmla="*/ 104 w 123"/>
                    <a:gd name="T119" fmla="*/ 20 h 166"/>
                    <a:gd name="T120" fmla="*/ 93 w 123"/>
                    <a:gd name="T121" fmla="*/ 21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123" h="166">
                      <a:moveTo>
                        <a:pt x="93" y="21"/>
                      </a:moveTo>
                      <a:cubicBezTo>
                        <a:pt x="94" y="14"/>
                        <a:pt x="98" y="14"/>
                        <a:pt x="101" y="9"/>
                      </a:cubicBezTo>
                      <a:cubicBezTo>
                        <a:pt x="101" y="8"/>
                        <a:pt x="101" y="8"/>
                        <a:pt x="101" y="8"/>
                      </a:cubicBezTo>
                      <a:cubicBezTo>
                        <a:pt x="101" y="5"/>
                        <a:pt x="97" y="1"/>
                        <a:pt x="96" y="0"/>
                      </a:cubicBezTo>
                      <a:cubicBezTo>
                        <a:pt x="89" y="3"/>
                        <a:pt x="91" y="6"/>
                        <a:pt x="88" y="13"/>
                      </a:cubicBezTo>
                      <a:cubicBezTo>
                        <a:pt x="85" y="17"/>
                        <a:pt x="82" y="23"/>
                        <a:pt x="76" y="23"/>
                      </a:cubicBezTo>
                      <a:cubicBezTo>
                        <a:pt x="75" y="23"/>
                        <a:pt x="70" y="18"/>
                        <a:pt x="67" y="17"/>
                      </a:cubicBezTo>
                      <a:cubicBezTo>
                        <a:pt x="66" y="20"/>
                        <a:pt x="66" y="20"/>
                        <a:pt x="66" y="20"/>
                      </a:cubicBezTo>
                      <a:cubicBezTo>
                        <a:pt x="67" y="23"/>
                        <a:pt x="69" y="24"/>
                        <a:pt x="69" y="28"/>
                      </a:cubicBezTo>
                      <a:cubicBezTo>
                        <a:pt x="69" y="29"/>
                        <a:pt x="69" y="29"/>
                        <a:pt x="69" y="29"/>
                      </a:cubicBezTo>
                      <a:cubicBezTo>
                        <a:pt x="69" y="29"/>
                        <a:pt x="63" y="36"/>
                        <a:pt x="62" y="37"/>
                      </a:cubicBezTo>
                      <a:cubicBezTo>
                        <a:pt x="63" y="38"/>
                        <a:pt x="61" y="38"/>
                        <a:pt x="64" y="38"/>
                      </a:cubicBezTo>
                      <a:cubicBezTo>
                        <a:pt x="64" y="38"/>
                        <a:pt x="64" y="38"/>
                        <a:pt x="64" y="38"/>
                      </a:cubicBezTo>
                      <a:cubicBezTo>
                        <a:pt x="71" y="37"/>
                        <a:pt x="71" y="37"/>
                        <a:pt x="71" y="37"/>
                      </a:cubicBezTo>
                      <a:cubicBezTo>
                        <a:pt x="74" y="37"/>
                        <a:pt x="74" y="38"/>
                        <a:pt x="78" y="38"/>
                      </a:cubicBezTo>
                      <a:cubicBezTo>
                        <a:pt x="78" y="38"/>
                        <a:pt x="78" y="38"/>
                        <a:pt x="78" y="38"/>
                      </a:cubicBezTo>
                      <a:cubicBezTo>
                        <a:pt x="79" y="38"/>
                        <a:pt x="84" y="33"/>
                        <a:pt x="91" y="32"/>
                      </a:cubicBezTo>
                      <a:cubicBezTo>
                        <a:pt x="96" y="31"/>
                        <a:pt x="104" y="30"/>
                        <a:pt x="104" y="37"/>
                      </a:cubicBezTo>
                      <a:cubicBezTo>
                        <a:pt x="104" y="39"/>
                        <a:pt x="102" y="41"/>
                        <a:pt x="101" y="43"/>
                      </a:cubicBezTo>
                      <a:cubicBezTo>
                        <a:pt x="98" y="43"/>
                        <a:pt x="99" y="43"/>
                        <a:pt x="97" y="43"/>
                      </a:cubicBezTo>
                      <a:cubicBezTo>
                        <a:pt x="96" y="43"/>
                        <a:pt x="93" y="42"/>
                        <a:pt x="92" y="41"/>
                      </a:cubicBezTo>
                      <a:cubicBezTo>
                        <a:pt x="85" y="46"/>
                        <a:pt x="88" y="49"/>
                        <a:pt x="85" y="56"/>
                      </a:cubicBezTo>
                      <a:cubicBezTo>
                        <a:pt x="84" y="57"/>
                        <a:pt x="81" y="64"/>
                        <a:pt x="81" y="64"/>
                      </a:cubicBezTo>
                      <a:cubicBezTo>
                        <a:pt x="80" y="66"/>
                        <a:pt x="80" y="64"/>
                        <a:pt x="78" y="67"/>
                      </a:cubicBezTo>
                      <a:cubicBezTo>
                        <a:pt x="77" y="70"/>
                        <a:pt x="78" y="68"/>
                        <a:pt x="76" y="70"/>
                      </a:cubicBezTo>
                      <a:cubicBezTo>
                        <a:pt x="74" y="67"/>
                        <a:pt x="72" y="66"/>
                        <a:pt x="72" y="62"/>
                      </a:cubicBezTo>
                      <a:cubicBezTo>
                        <a:pt x="72" y="61"/>
                        <a:pt x="75" y="55"/>
                        <a:pt x="76" y="54"/>
                      </a:cubicBezTo>
                      <a:cubicBezTo>
                        <a:pt x="75" y="51"/>
                        <a:pt x="75" y="48"/>
                        <a:pt x="72" y="48"/>
                      </a:cubicBezTo>
                      <a:cubicBezTo>
                        <a:pt x="71" y="48"/>
                        <a:pt x="70" y="49"/>
                        <a:pt x="70" y="49"/>
                      </a:cubicBezTo>
                      <a:cubicBezTo>
                        <a:pt x="70" y="55"/>
                        <a:pt x="67" y="55"/>
                        <a:pt x="63" y="57"/>
                      </a:cubicBezTo>
                      <a:cubicBezTo>
                        <a:pt x="62" y="56"/>
                        <a:pt x="60" y="55"/>
                        <a:pt x="59" y="55"/>
                      </a:cubicBezTo>
                      <a:cubicBezTo>
                        <a:pt x="58" y="55"/>
                        <a:pt x="56" y="57"/>
                        <a:pt x="56" y="57"/>
                      </a:cubicBezTo>
                      <a:cubicBezTo>
                        <a:pt x="58" y="60"/>
                        <a:pt x="59" y="60"/>
                        <a:pt x="61" y="64"/>
                      </a:cubicBezTo>
                      <a:cubicBezTo>
                        <a:pt x="61" y="66"/>
                        <a:pt x="61" y="66"/>
                        <a:pt x="61" y="66"/>
                      </a:cubicBezTo>
                      <a:cubicBezTo>
                        <a:pt x="61" y="67"/>
                        <a:pt x="61" y="67"/>
                        <a:pt x="61" y="67"/>
                      </a:cubicBezTo>
                      <a:cubicBezTo>
                        <a:pt x="59" y="70"/>
                        <a:pt x="59" y="70"/>
                        <a:pt x="59" y="70"/>
                      </a:cubicBezTo>
                      <a:cubicBezTo>
                        <a:pt x="60" y="71"/>
                        <a:pt x="58" y="71"/>
                        <a:pt x="61" y="71"/>
                      </a:cubicBezTo>
                      <a:cubicBezTo>
                        <a:pt x="64" y="71"/>
                        <a:pt x="66" y="72"/>
                        <a:pt x="68" y="74"/>
                      </a:cubicBezTo>
                      <a:cubicBezTo>
                        <a:pt x="68" y="75"/>
                        <a:pt x="68" y="75"/>
                        <a:pt x="68" y="75"/>
                      </a:cubicBezTo>
                      <a:cubicBezTo>
                        <a:pt x="68" y="78"/>
                        <a:pt x="68" y="78"/>
                        <a:pt x="68" y="78"/>
                      </a:cubicBezTo>
                      <a:cubicBezTo>
                        <a:pt x="68" y="82"/>
                        <a:pt x="58" y="85"/>
                        <a:pt x="55" y="86"/>
                      </a:cubicBezTo>
                      <a:cubicBezTo>
                        <a:pt x="50" y="88"/>
                        <a:pt x="44" y="91"/>
                        <a:pt x="40" y="92"/>
                      </a:cubicBezTo>
                      <a:cubicBezTo>
                        <a:pt x="36" y="94"/>
                        <a:pt x="35" y="94"/>
                        <a:pt x="32" y="96"/>
                      </a:cubicBezTo>
                      <a:cubicBezTo>
                        <a:pt x="29" y="97"/>
                        <a:pt x="27" y="97"/>
                        <a:pt x="24" y="99"/>
                      </a:cubicBezTo>
                      <a:cubicBezTo>
                        <a:pt x="20" y="101"/>
                        <a:pt x="13" y="104"/>
                        <a:pt x="9" y="104"/>
                      </a:cubicBezTo>
                      <a:cubicBezTo>
                        <a:pt x="3" y="105"/>
                        <a:pt x="3" y="105"/>
                        <a:pt x="3" y="105"/>
                      </a:cubicBezTo>
                      <a:cubicBezTo>
                        <a:pt x="1" y="105"/>
                        <a:pt x="1" y="106"/>
                        <a:pt x="0" y="107"/>
                      </a:cubicBezTo>
                      <a:cubicBezTo>
                        <a:pt x="0" y="108"/>
                        <a:pt x="0" y="111"/>
                        <a:pt x="2" y="112"/>
                      </a:cubicBezTo>
                      <a:cubicBezTo>
                        <a:pt x="4" y="114"/>
                        <a:pt x="3" y="114"/>
                        <a:pt x="5" y="115"/>
                      </a:cubicBezTo>
                      <a:cubicBezTo>
                        <a:pt x="6" y="116"/>
                        <a:pt x="12" y="119"/>
                        <a:pt x="14" y="120"/>
                      </a:cubicBezTo>
                      <a:cubicBezTo>
                        <a:pt x="15" y="119"/>
                        <a:pt x="15" y="119"/>
                        <a:pt x="17" y="119"/>
                      </a:cubicBezTo>
                      <a:cubicBezTo>
                        <a:pt x="20" y="119"/>
                        <a:pt x="30" y="110"/>
                        <a:pt x="32" y="108"/>
                      </a:cubicBezTo>
                      <a:cubicBezTo>
                        <a:pt x="36" y="104"/>
                        <a:pt x="42" y="101"/>
                        <a:pt x="47" y="98"/>
                      </a:cubicBezTo>
                      <a:cubicBezTo>
                        <a:pt x="50" y="96"/>
                        <a:pt x="52" y="95"/>
                        <a:pt x="55" y="93"/>
                      </a:cubicBezTo>
                      <a:cubicBezTo>
                        <a:pt x="57" y="92"/>
                        <a:pt x="58" y="92"/>
                        <a:pt x="59" y="91"/>
                      </a:cubicBezTo>
                      <a:cubicBezTo>
                        <a:pt x="61" y="90"/>
                        <a:pt x="61" y="90"/>
                        <a:pt x="63" y="89"/>
                      </a:cubicBezTo>
                      <a:cubicBezTo>
                        <a:pt x="68" y="87"/>
                        <a:pt x="74" y="80"/>
                        <a:pt x="79" y="80"/>
                      </a:cubicBezTo>
                      <a:cubicBezTo>
                        <a:pt x="81" y="80"/>
                        <a:pt x="82" y="82"/>
                        <a:pt x="82" y="83"/>
                      </a:cubicBezTo>
                      <a:cubicBezTo>
                        <a:pt x="82" y="85"/>
                        <a:pt x="82" y="85"/>
                        <a:pt x="82" y="85"/>
                      </a:cubicBezTo>
                      <a:cubicBezTo>
                        <a:pt x="82" y="86"/>
                        <a:pt x="82" y="86"/>
                        <a:pt x="82" y="86"/>
                      </a:cubicBezTo>
                      <a:cubicBezTo>
                        <a:pt x="80" y="90"/>
                        <a:pt x="79" y="89"/>
                        <a:pt x="78" y="93"/>
                      </a:cubicBezTo>
                      <a:cubicBezTo>
                        <a:pt x="75" y="94"/>
                        <a:pt x="75" y="94"/>
                        <a:pt x="74" y="97"/>
                      </a:cubicBezTo>
                      <a:cubicBezTo>
                        <a:pt x="69" y="98"/>
                        <a:pt x="71" y="99"/>
                        <a:pt x="67" y="101"/>
                      </a:cubicBezTo>
                      <a:cubicBezTo>
                        <a:pt x="63" y="103"/>
                        <a:pt x="63" y="103"/>
                        <a:pt x="61" y="107"/>
                      </a:cubicBezTo>
                      <a:cubicBezTo>
                        <a:pt x="61" y="110"/>
                        <a:pt x="64" y="114"/>
                        <a:pt x="64" y="117"/>
                      </a:cubicBezTo>
                      <a:cubicBezTo>
                        <a:pt x="64" y="118"/>
                        <a:pt x="64" y="118"/>
                        <a:pt x="64" y="118"/>
                      </a:cubicBezTo>
                      <a:cubicBezTo>
                        <a:pt x="64" y="119"/>
                        <a:pt x="64" y="119"/>
                        <a:pt x="64" y="119"/>
                      </a:cubicBezTo>
                      <a:cubicBezTo>
                        <a:pt x="61" y="123"/>
                        <a:pt x="60" y="125"/>
                        <a:pt x="55" y="126"/>
                      </a:cubicBezTo>
                      <a:cubicBezTo>
                        <a:pt x="51" y="127"/>
                        <a:pt x="43" y="129"/>
                        <a:pt x="41" y="129"/>
                      </a:cubicBezTo>
                      <a:cubicBezTo>
                        <a:pt x="40" y="129"/>
                        <a:pt x="40" y="129"/>
                        <a:pt x="40" y="129"/>
                      </a:cubicBezTo>
                      <a:cubicBezTo>
                        <a:pt x="32" y="130"/>
                        <a:pt x="32" y="130"/>
                        <a:pt x="32" y="130"/>
                      </a:cubicBezTo>
                      <a:cubicBezTo>
                        <a:pt x="30" y="130"/>
                        <a:pt x="30" y="130"/>
                        <a:pt x="30" y="130"/>
                      </a:cubicBezTo>
                      <a:cubicBezTo>
                        <a:pt x="27" y="132"/>
                        <a:pt x="27" y="132"/>
                        <a:pt x="27" y="132"/>
                      </a:cubicBezTo>
                      <a:cubicBezTo>
                        <a:pt x="30" y="136"/>
                        <a:pt x="30" y="138"/>
                        <a:pt x="35" y="141"/>
                      </a:cubicBezTo>
                      <a:cubicBezTo>
                        <a:pt x="36" y="141"/>
                        <a:pt x="36" y="141"/>
                        <a:pt x="36" y="141"/>
                      </a:cubicBezTo>
                      <a:cubicBezTo>
                        <a:pt x="38" y="141"/>
                        <a:pt x="38" y="141"/>
                        <a:pt x="38" y="141"/>
                      </a:cubicBezTo>
                      <a:cubicBezTo>
                        <a:pt x="39" y="141"/>
                        <a:pt x="39" y="141"/>
                        <a:pt x="39" y="141"/>
                      </a:cubicBezTo>
                      <a:cubicBezTo>
                        <a:pt x="43" y="138"/>
                        <a:pt x="51" y="133"/>
                        <a:pt x="56" y="133"/>
                      </a:cubicBezTo>
                      <a:cubicBezTo>
                        <a:pt x="58" y="133"/>
                        <a:pt x="58" y="133"/>
                        <a:pt x="58" y="133"/>
                      </a:cubicBezTo>
                      <a:cubicBezTo>
                        <a:pt x="62" y="133"/>
                        <a:pt x="63" y="137"/>
                        <a:pt x="63" y="141"/>
                      </a:cubicBezTo>
                      <a:cubicBezTo>
                        <a:pt x="63" y="143"/>
                        <a:pt x="63" y="143"/>
                        <a:pt x="63" y="143"/>
                      </a:cubicBezTo>
                      <a:cubicBezTo>
                        <a:pt x="63" y="150"/>
                        <a:pt x="60" y="152"/>
                        <a:pt x="56" y="154"/>
                      </a:cubicBezTo>
                      <a:cubicBezTo>
                        <a:pt x="55" y="154"/>
                        <a:pt x="55" y="154"/>
                        <a:pt x="55" y="154"/>
                      </a:cubicBezTo>
                      <a:cubicBezTo>
                        <a:pt x="53" y="154"/>
                        <a:pt x="53" y="154"/>
                        <a:pt x="53" y="154"/>
                      </a:cubicBezTo>
                      <a:cubicBezTo>
                        <a:pt x="52" y="154"/>
                        <a:pt x="52" y="154"/>
                        <a:pt x="51" y="153"/>
                      </a:cubicBezTo>
                      <a:cubicBezTo>
                        <a:pt x="50" y="154"/>
                        <a:pt x="50" y="154"/>
                        <a:pt x="49" y="154"/>
                      </a:cubicBezTo>
                      <a:cubicBezTo>
                        <a:pt x="47" y="154"/>
                        <a:pt x="47" y="154"/>
                        <a:pt x="47" y="154"/>
                      </a:cubicBezTo>
                      <a:cubicBezTo>
                        <a:pt x="47" y="155"/>
                        <a:pt x="46" y="155"/>
                        <a:pt x="46" y="156"/>
                      </a:cubicBezTo>
                      <a:cubicBezTo>
                        <a:pt x="46" y="158"/>
                        <a:pt x="53" y="165"/>
                        <a:pt x="55" y="166"/>
                      </a:cubicBezTo>
                      <a:cubicBezTo>
                        <a:pt x="56" y="166"/>
                        <a:pt x="56" y="166"/>
                        <a:pt x="56" y="166"/>
                      </a:cubicBezTo>
                      <a:cubicBezTo>
                        <a:pt x="61" y="166"/>
                        <a:pt x="61" y="166"/>
                        <a:pt x="61" y="166"/>
                      </a:cubicBezTo>
                      <a:cubicBezTo>
                        <a:pt x="66" y="166"/>
                        <a:pt x="69" y="163"/>
                        <a:pt x="71" y="160"/>
                      </a:cubicBezTo>
                      <a:cubicBezTo>
                        <a:pt x="74" y="155"/>
                        <a:pt x="74" y="151"/>
                        <a:pt x="76" y="148"/>
                      </a:cubicBezTo>
                      <a:cubicBezTo>
                        <a:pt x="75" y="146"/>
                        <a:pt x="75" y="148"/>
                        <a:pt x="75" y="146"/>
                      </a:cubicBezTo>
                      <a:cubicBezTo>
                        <a:pt x="75" y="138"/>
                        <a:pt x="75" y="138"/>
                        <a:pt x="75" y="138"/>
                      </a:cubicBezTo>
                      <a:cubicBezTo>
                        <a:pt x="75" y="130"/>
                        <a:pt x="74" y="128"/>
                        <a:pt x="80" y="124"/>
                      </a:cubicBezTo>
                      <a:cubicBezTo>
                        <a:pt x="81" y="124"/>
                        <a:pt x="81" y="124"/>
                        <a:pt x="81" y="124"/>
                      </a:cubicBezTo>
                      <a:cubicBezTo>
                        <a:pt x="90" y="124"/>
                        <a:pt x="90" y="127"/>
                        <a:pt x="94" y="120"/>
                      </a:cubicBezTo>
                      <a:cubicBezTo>
                        <a:pt x="92" y="117"/>
                        <a:pt x="91" y="116"/>
                        <a:pt x="88" y="115"/>
                      </a:cubicBezTo>
                      <a:cubicBezTo>
                        <a:pt x="86" y="116"/>
                        <a:pt x="84" y="117"/>
                        <a:pt x="81" y="117"/>
                      </a:cubicBezTo>
                      <a:cubicBezTo>
                        <a:pt x="79" y="117"/>
                        <a:pt x="79" y="117"/>
                        <a:pt x="79" y="117"/>
                      </a:cubicBezTo>
                      <a:cubicBezTo>
                        <a:pt x="77" y="116"/>
                        <a:pt x="72" y="109"/>
                        <a:pt x="72" y="107"/>
                      </a:cubicBezTo>
                      <a:cubicBezTo>
                        <a:pt x="72" y="105"/>
                        <a:pt x="72" y="105"/>
                        <a:pt x="72" y="105"/>
                      </a:cubicBezTo>
                      <a:cubicBezTo>
                        <a:pt x="72" y="99"/>
                        <a:pt x="75" y="100"/>
                        <a:pt x="78" y="96"/>
                      </a:cubicBezTo>
                      <a:cubicBezTo>
                        <a:pt x="80" y="96"/>
                        <a:pt x="80" y="96"/>
                        <a:pt x="80" y="96"/>
                      </a:cubicBezTo>
                      <a:cubicBezTo>
                        <a:pt x="82" y="93"/>
                        <a:pt x="89" y="90"/>
                        <a:pt x="92" y="89"/>
                      </a:cubicBezTo>
                      <a:cubicBezTo>
                        <a:pt x="95" y="87"/>
                        <a:pt x="101" y="83"/>
                        <a:pt x="101" y="80"/>
                      </a:cubicBezTo>
                      <a:cubicBezTo>
                        <a:pt x="101" y="77"/>
                        <a:pt x="101" y="79"/>
                        <a:pt x="102" y="78"/>
                      </a:cubicBezTo>
                      <a:cubicBezTo>
                        <a:pt x="101" y="77"/>
                        <a:pt x="101" y="79"/>
                        <a:pt x="101" y="77"/>
                      </a:cubicBezTo>
                      <a:cubicBezTo>
                        <a:pt x="101" y="73"/>
                        <a:pt x="96" y="64"/>
                        <a:pt x="95" y="61"/>
                      </a:cubicBezTo>
                      <a:cubicBezTo>
                        <a:pt x="95" y="61"/>
                        <a:pt x="101" y="55"/>
                        <a:pt x="102" y="55"/>
                      </a:cubicBezTo>
                      <a:cubicBezTo>
                        <a:pt x="104" y="52"/>
                        <a:pt x="106" y="51"/>
                        <a:pt x="109" y="48"/>
                      </a:cubicBezTo>
                      <a:cubicBezTo>
                        <a:pt x="110" y="47"/>
                        <a:pt x="112" y="46"/>
                        <a:pt x="113" y="45"/>
                      </a:cubicBezTo>
                      <a:cubicBezTo>
                        <a:pt x="114" y="44"/>
                        <a:pt x="115" y="43"/>
                        <a:pt x="116" y="42"/>
                      </a:cubicBezTo>
                      <a:cubicBezTo>
                        <a:pt x="118" y="39"/>
                        <a:pt x="118" y="35"/>
                        <a:pt x="121" y="34"/>
                      </a:cubicBezTo>
                      <a:cubicBezTo>
                        <a:pt x="121" y="32"/>
                        <a:pt x="121" y="32"/>
                        <a:pt x="121" y="32"/>
                      </a:cubicBezTo>
                      <a:cubicBezTo>
                        <a:pt x="121" y="27"/>
                        <a:pt x="123" y="30"/>
                        <a:pt x="120" y="24"/>
                      </a:cubicBezTo>
                      <a:cubicBezTo>
                        <a:pt x="118" y="20"/>
                        <a:pt x="118" y="20"/>
                        <a:pt x="116" y="17"/>
                      </a:cubicBezTo>
                      <a:cubicBezTo>
                        <a:pt x="113" y="17"/>
                        <a:pt x="113" y="17"/>
                        <a:pt x="113" y="17"/>
                      </a:cubicBezTo>
                      <a:cubicBezTo>
                        <a:pt x="111" y="17"/>
                        <a:pt x="105" y="19"/>
                        <a:pt x="104" y="20"/>
                      </a:cubicBezTo>
                      <a:cubicBezTo>
                        <a:pt x="101" y="23"/>
                        <a:pt x="102" y="23"/>
                        <a:pt x="96" y="24"/>
                      </a:cubicBezTo>
                      <a:lnTo>
                        <a:pt x="93" y="2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5" name="íṥḻiďê"/>
                <p:cNvSpPr/>
                <p:nvPr/>
              </p:nvSpPr>
              <p:spPr bwMode="auto">
                <a:xfrm>
                  <a:off x="5159376" y="3357563"/>
                  <a:ext cx="117475" cy="366713"/>
                </a:xfrm>
                <a:custGeom>
                  <a:avLst/>
                  <a:gdLst>
                    <a:gd name="T0" fmla="*/ 23 w 36"/>
                    <a:gd name="T1" fmla="*/ 14 h 110"/>
                    <a:gd name="T2" fmla="*/ 23 w 36"/>
                    <a:gd name="T3" fmla="*/ 12 h 110"/>
                    <a:gd name="T4" fmla="*/ 18 w 36"/>
                    <a:gd name="T5" fmla="*/ 6 h 110"/>
                    <a:gd name="T6" fmla="*/ 13 w 36"/>
                    <a:gd name="T7" fmla="*/ 0 h 110"/>
                    <a:gd name="T8" fmla="*/ 11 w 36"/>
                    <a:gd name="T9" fmla="*/ 4 h 110"/>
                    <a:gd name="T10" fmla="*/ 13 w 36"/>
                    <a:gd name="T11" fmla="*/ 16 h 110"/>
                    <a:gd name="T12" fmla="*/ 12 w 36"/>
                    <a:gd name="T13" fmla="*/ 34 h 110"/>
                    <a:gd name="T14" fmla="*/ 7 w 36"/>
                    <a:gd name="T15" fmla="*/ 65 h 110"/>
                    <a:gd name="T16" fmla="*/ 3 w 36"/>
                    <a:gd name="T17" fmla="*/ 80 h 110"/>
                    <a:gd name="T18" fmla="*/ 0 w 36"/>
                    <a:gd name="T19" fmla="*/ 95 h 110"/>
                    <a:gd name="T20" fmla="*/ 0 w 36"/>
                    <a:gd name="T21" fmla="*/ 98 h 110"/>
                    <a:gd name="T22" fmla="*/ 0 w 36"/>
                    <a:gd name="T23" fmla="*/ 100 h 110"/>
                    <a:gd name="T24" fmla="*/ 4 w 36"/>
                    <a:gd name="T25" fmla="*/ 105 h 110"/>
                    <a:gd name="T26" fmla="*/ 9 w 36"/>
                    <a:gd name="T27" fmla="*/ 110 h 110"/>
                    <a:gd name="T28" fmla="*/ 15 w 36"/>
                    <a:gd name="T29" fmla="*/ 104 h 110"/>
                    <a:gd name="T30" fmla="*/ 18 w 36"/>
                    <a:gd name="T31" fmla="*/ 96 h 110"/>
                    <a:gd name="T32" fmla="*/ 18 w 36"/>
                    <a:gd name="T33" fmla="*/ 90 h 110"/>
                    <a:gd name="T34" fmla="*/ 21 w 36"/>
                    <a:gd name="T35" fmla="*/ 71 h 110"/>
                    <a:gd name="T36" fmla="*/ 25 w 36"/>
                    <a:gd name="T37" fmla="*/ 53 h 110"/>
                    <a:gd name="T38" fmla="*/ 30 w 36"/>
                    <a:gd name="T39" fmla="*/ 36 h 110"/>
                    <a:gd name="T40" fmla="*/ 35 w 36"/>
                    <a:gd name="T41" fmla="*/ 20 h 110"/>
                    <a:gd name="T42" fmla="*/ 33 w 36"/>
                    <a:gd name="T43" fmla="*/ 20 h 110"/>
                    <a:gd name="T44" fmla="*/ 30 w 36"/>
                    <a:gd name="T45" fmla="*/ 22 h 110"/>
                    <a:gd name="T46" fmla="*/ 23 w 36"/>
                    <a:gd name="T47" fmla="*/ 17 h 110"/>
                    <a:gd name="T48" fmla="*/ 23 w 36"/>
                    <a:gd name="T49" fmla="*/ 15 h 110"/>
                    <a:gd name="T50" fmla="*/ 23 w 36"/>
                    <a:gd name="T51" fmla="*/ 14 h 1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6" h="110">
                      <a:moveTo>
                        <a:pt x="23" y="14"/>
                      </a:moveTo>
                      <a:cubicBezTo>
                        <a:pt x="23" y="12"/>
                        <a:pt x="23" y="12"/>
                        <a:pt x="23" y="12"/>
                      </a:cubicBezTo>
                      <a:cubicBezTo>
                        <a:pt x="21" y="8"/>
                        <a:pt x="22" y="9"/>
                        <a:pt x="18" y="6"/>
                      </a:cubicBezTo>
                      <a:cubicBezTo>
                        <a:pt x="17" y="4"/>
                        <a:pt x="15" y="2"/>
                        <a:pt x="13" y="0"/>
                      </a:cubicBezTo>
                      <a:cubicBezTo>
                        <a:pt x="12" y="1"/>
                        <a:pt x="11" y="3"/>
                        <a:pt x="11" y="4"/>
                      </a:cubicBezTo>
                      <a:cubicBezTo>
                        <a:pt x="11" y="7"/>
                        <a:pt x="13" y="12"/>
                        <a:pt x="13" y="16"/>
                      </a:cubicBezTo>
                      <a:cubicBezTo>
                        <a:pt x="12" y="34"/>
                        <a:pt x="12" y="34"/>
                        <a:pt x="12" y="34"/>
                      </a:cubicBezTo>
                      <a:cubicBezTo>
                        <a:pt x="12" y="43"/>
                        <a:pt x="9" y="56"/>
                        <a:pt x="7" y="65"/>
                      </a:cubicBezTo>
                      <a:cubicBezTo>
                        <a:pt x="6" y="72"/>
                        <a:pt x="4" y="75"/>
                        <a:pt x="3" y="80"/>
                      </a:cubicBezTo>
                      <a:cubicBezTo>
                        <a:pt x="2" y="85"/>
                        <a:pt x="0" y="91"/>
                        <a:pt x="0" y="95"/>
                      </a:cubicBezTo>
                      <a:cubicBezTo>
                        <a:pt x="0" y="98"/>
                        <a:pt x="0" y="98"/>
                        <a:pt x="0" y="98"/>
                      </a:cubicBezTo>
                      <a:cubicBezTo>
                        <a:pt x="0" y="100"/>
                        <a:pt x="0" y="100"/>
                        <a:pt x="0" y="100"/>
                      </a:cubicBezTo>
                      <a:cubicBezTo>
                        <a:pt x="2" y="102"/>
                        <a:pt x="2" y="103"/>
                        <a:pt x="4" y="105"/>
                      </a:cubicBezTo>
                      <a:cubicBezTo>
                        <a:pt x="6" y="108"/>
                        <a:pt x="7" y="108"/>
                        <a:pt x="9" y="110"/>
                      </a:cubicBezTo>
                      <a:cubicBezTo>
                        <a:pt x="12" y="108"/>
                        <a:pt x="13" y="108"/>
                        <a:pt x="15" y="104"/>
                      </a:cubicBezTo>
                      <a:cubicBezTo>
                        <a:pt x="16" y="102"/>
                        <a:pt x="18" y="99"/>
                        <a:pt x="18" y="96"/>
                      </a:cubicBezTo>
                      <a:cubicBezTo>
                        <a:pt x="18" y="90"/>
                        <a:pt x="18" y="90"/>
                        <a:pt x="18" y="90"/>
                      </a:cubicBezTo>
                      <a:cubicBezTo>
                        <a:pt x="18" y="83"/>
                        <a:pt x="20" y="77"/>
                        <a:pt x="21" y="71"/>
                      </a:cubicBezTo>
                      <a:cubicBezTo>
                        <a:pt x="23" y="65"/>
                        <a:pt x="23" y="59"/>
                        <a:pt x="25" y="53"/>
                      </a:cubicBezTo>
                      <a:cubicBezTo>
                        <a:pt x="26" y="47"/>
                        <a:pt x="29" y="42"/>
                        <a:pt x="30" y="36"/>
                      </a:cubicBezTo>
                      <a:cubicBezTo>
                        <a:pt x="31" y="28"/>
                        <a:pt x="34" y="27"/>
                        <a:pt x="35" y="20"/>
                      </a:cubicBezTo>
                      <a:cubicBezTo>
                        <a:pt x="34" y="19"/>
                        <a:pt x="36" y="20"/>
                        <a:pt x="33" y="20"/>
                      </a:cubicBezTo>
                      <a:cubicBezTo>
                        <a:pt x="33" y="20"/>
                        <a:pt x="30" y="22"/>
                        <a:pt x="30" y="22"/>
                      </a:cubicBezTo>
                      <a:cubicBezTo>
                        <a:pt x="25" y="21"/>
                        <a:pt x="25" y="21"/>
                        <a:pt x="23" y="17"/>
                      </a:cubicBezTo>
                      <a:cubicBezTo>
                        <a:pt x="23" y="15"/>
                        <a:pt x="23" y="15"/>
                        <a:pt x="23" y="15"/>
                      </a:cubicBezTo>
                      <a:lnTo>
                        <a:pt x="23" y="14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grpSp>
            <p:nvGrpSpPr>
              <p:cNvPr id="249" name="ïšľîḍê"/>
              <p:cNvGrpSpPr/>
              <p:nvPr/>
            </p:nvGrpSpPr>
            <p:grpSpPr>
              <a:xfrm>
                <a:off x="4412452" y="3781425"/>
                <a:ext cx="2312689" cy="166461"/>
                <a:chOff x="6986588" y="3521075"/>
                <a:chExt cx="1654176" cy="119063"/>
              </a:xfrm>
            </p:grpSpPr>
            <p:sp>
              <p:nvSpPr>
                <p:cNvPr id="250" name="îṩľîḑê"/>
                <p:cNvSpPr/>
                <p:nvPr/>
              </p:nvSpPr>
              <p:spPr bwMode="auto">
                <a:xfrm>
                  <a:off x="6986588" y="3521075"/>
                  <a:ext cx="155575" cy="119063"/>
                </a:xfrm>
                <a:custGeom>
                  <a:avLst/>
                  <a:gdLst>
                    <a:gd name="T0" fmla="*/ 84 w 98"/>
                    <a:gd name="T1" fmla="*/ 0 h 75"/>
                    <a:gd name="T2" fmla="*/ 59 w 98"/>
                    <a:gd name="T3" fmla="*/ 52 h 75"/>
                    <a:gd name="T4" fmla="*/ 57 w 98"/>
                    <a:gd name="T5" fmla="*/ 0 h 75"/>
                    <a:gd name="T6" fmla="*/ 40 w 98"/>
                    <a:gd name="T7" fmla="*/ 0 h 75"/>
                    <a:gd name="T8" fmla="*/ 15 w 98"/>
                    <a:gd name="T9" fmla="*/ 52 h 75"/>
                    <a:gd name="T10" fmla="*/ 15 w 98"/>
                    <a:gd name="T11" fmla="*/ 0 h 75"/>
                    <a:gd name="T12" fmla="*/ 0 w 98"/>
                    <a:gd name="T13" fmla="*/ 0 h 75"/>
                    <a:gd name="T14" fmla="*/ 2 w 98"/>
                    <a:gd name="T15" fmla="*/ 75 h 75"/>
                    <a:gd name="T16" fmla="*/ 19 w 98"/>
                    <a:gd name="T17" fmla="*/ 75 h 75"/>
                    <a:gd name="T18" fmla="*/ 44 w 98"/>
                    <a:gd name="T19" fmla="*/ 21 h 75"/>
                    <a:gd name="T20" fmla="*/ 46 w 98"/>
                    <a:gd name="T21" fmla="*/ 75 h 75"/>
                    <a:gd name="T22" fmla="*/ 63 w 98"/>
                    <a:gd name="T23" fmla="*/ 75 h 75"/>
                    <a:gd name="T24" fmla="*/ 98 w 98"/>
                    <a:gd name="T25" fmla="*/ 0 h 75"/>
                    <a:gd name="T26" fmla="*/ 84 w 98"/>
                    <a:gd name="T27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98" h="75">
                      <a:moveTo>
                        <a:pt x="84" y="0"/>
                      </a:moveTo>
                      <a:lnTo>
                        <a:pt x="59" y="52"/>
                      </a:lnTo>
                      <a:lnTo>
                        <a:pt x="57" y="0"/>
                      </a:lnTo>
                      <a:lnTo>
                        <a:pt x="40" y="0"/>
                      </a:lnTo>
                      <a:lnTo>
                        <a:pt x="15" y="52"/>
                      </a:ln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2" y="75"/>
                      </a:lnTo>
                      <a:lnTo>
                        <a:pt x="19" y="75"/>
                      </a:lnTo>
                      <a:lnTo>
                        <a:pt x="44" y="21"/>
                      </a:lnTo>
                      <a:lnTo>
                        <a:pt x="46" y="75"/>
                      </a:lnTo>
                      <a:lnTo>
                        <a:pt x="63" y="75"/>
                      </a:lnTo>
                      <a:lnTo>
                        <a:pt x="98" y="0"/>
                      </a:lnTo>
                      <a:lnTo>
                        <a:pt x="8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1" name="îṩḷîde"/>
                <p:cNvSpPr/>
                <p:nvPr/>
              </p:nvSpPr>
              <p:spPr bwMode="auto">
                <a:xfrm>
                  <a:off x="7135813" y="3521075"/>
                  <a:ext cx="112713" cy="119063"/>
                </a:xfrm>
                <a:custGeom>
                  <a:avLst/>
                  <a:gdLst>
                    <a:gd name="T0" fmla="*/ 22 w 34"/>
                    <a:gd name="T1" fmla="*/ 20 h 36"/>
                    <a:gd name="T2" fmla="*/ 20 w 34"/>
                    <a:gd name="T3" fmla="*/ 26 h 36"/>
                    <a:gd name="T4" fmla="*/ 18 w 34"/>
                    <a:gd name="T5" fmla="*/ 29 h 36"/>
                    <a:gd name="T6" fmla="*/ 13 w 34"/>
                    <a:gd name="T7" fmla="*/ 30 h 36"/>
                    <a:gd name="T8" fmla="*/ 9 w 34"/>
                    <a:gd name="T9" fmla="*/ 29 h 36"/>
                    <a:gd name="T10" fmla="*/ 7 w 34"/>
                    <a:gd name="T11" fmla="*/ 25 h 36"/>
                    <a:gd name="T12" fmla="*/ 7 w 34"/>
                    <a:gd name="T13" fmla="*/ 24 h 36"/>
                    <a:gd name="T14" fmla="*/ 8 w 34"/>
                    <a:gd name="T15" fmla="*/ 19 h 36"/>
                    <a:gd name="T16" fmla="*/ 12 w 34"/>
                    <a:gd name="T17" fmla="*/ 0 h 36"/>
                    <a:gd name="T18" fmla="*/ 5 w 34"/>
                    <a:gd name="T19" fmla="*/ 0 h 36"/>
                    <a:gd name="T20" fmla="*/ 1 w 34"/>
                    <a:gd name="T21" fmla="*/ 19 h 36"/>
                    <a:gd name="T22" fmla="*/ 0 w 34"/>
                    <a:gd name="T23" fmla="*/ 23 h 36"/>
                    <a:gd name="T24" fmla="*/ 0 w 34"/>
                    <a:gd name="T25" fmla="*/ 25 h 36"/>
                    <a:gd name="T26" fmla="*/ 3 w 34"/>
                    <a:gd name="T27" fmla="*/ 33 h 36"/>
                    <a:gd name="T28" fmla="*/ 13 w 34"/>
                    <a:gd name="T29" fmla="*/ 36 h 36"/>
                    <a:gd name="T30" fmla="*/ 22 w 34"/>
                    <a:gd name="T31" fmla="*/ 34 h 36"/>
                    <a:gd name="T32" fmla="*/ 27 w 34"/>
                    <a:gd name="T33" fmla="*/ 29 h 36"/>
                    <a:gd name="T34" fmla="*/ 30 w 34"/>
                    <a:gd name="T35" fmla="*/ 20 h 36"/>
                    <a:gd name="T36" fmla="*/ 34 w 34"/>
                    <a:gd name="T37" fmla="*/ 0 h 36"/>
                    <a:gd name="T38" fmla="*/ 26 w 34"/>
                    <a:gd name="T39" fmla="*/ 0 h 36"/>
                    <a:gd name="T40" fmla="*/ 22 w 34"/>
                    <a:gd name="T41" fmla="*/ 2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34" h="36">
                      <a:moveTo>
                        <a:pt x="22" y="20"/>
                      </a:moveTo>
                      <a:cubicBezTo>
                        <a:pt x="22" y="23"/>
                        <a:pt x="21" y="25"/>
                        <a:pt x="20" y="26"/>
                      </a:cubicBezTo>
                      <a:cubicBezTo>
                        <a:pt x="20" y="28"/>
                        <a:pt x="19" y="29"/>
                        <a:pt x="18" y="29"/>
                      </a:cubicBezTo>
                      <a:cubicBezTo>
                        <a:pt x="17" y="30"/>
                        <a:pt x="15" y="30"/>
                        <a:pt x="13" y="30"/>
                      </a:cubicBezTo>
                      <a:cubicBezTo>
                        <a:pt x="11" y="30"/>
                        <a:pt x="10" y="30"/>
                        <a:pt x="9" y="29"/>
                      </a:cubicBezTo>
                      <a:cubicBezTo>
                        <a:pt x="8" y="28"/>
                        <a:pt x="7" y="27"/>
                        <a:pt x="7" y="25"/>
                      </a:cubicBezTo>
                      <a:cubicBezTo>
                        <a:pt x="7" y="25"/>
                        <a:pt x="7" y="25"/>
                        <a:pt x="7" y="24"/>
                      </a:cubicBezTo>
                      <a:cubicBezTo>
                        <a:pt x="8" y="19"/>
                        <a:pt x="8" y="19"/>
                        <a:pt x="8" y="19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1" y="19"/>
                        <a:pt x="1" y="19"/>
                        <a:pt x="1" y="19"/>
                      </a:cubicBezTo>
                      <a:cubicBezTo>
                        <a:pt x="1" y="21"/>
                        <a:pt x="0" y="23"/>
                        <a:pt x="0" y="23"/>
                      </a:cubicBezTo>
                      <a:cubicBezTo>
                        <a:pt x="0" y="24"/>
                        <a:pt x="0" y="25"/>
                        <a:pt x="0" y="25"/>
                      </a:cubicBezTo>
                      <a:cubicBezTo>
                        <a:pt x="0" y="29"/>
                        <a:pt x="1" y="31"/>
                        <a:pt x="3" y="33"/>
                      </a:cubicBezTo>
                      <a:cubicBezTo>
                        <a:pt x="6" y="35"/>
                        <a:pt x="9" y="36"/>
                        <a:pt x="13" y="36"/>
                      </a:cubicBezTo>
                      <a:cubicBezTo>
                        <a:pt x="16" y="36"/>
                        <a:pt x="19" y="36"/>
                        <a:pt x="22" y="34"/>
                      </a:cubicBezTo>
                      <a:cubicBezTo>
                        <a:pt x="24" y="33"/>
                        <a:pt x="25" y="31"/>
                        <a:pt x="27" y="29"/>
                      </a:cubicBezTo>
                      <a:cubicBezTo>
                        <a:pt x="28" y="27"/>
                        <a:pt x="29" y="24"/>
                        <a:pt x="30" y="20"/>
                      </a:cubicBezTo>
                      <a:cubicBezTo>
                        <a:pt x="34" y="0"/>
                        <a:pt x="34" y="0"/>
                        <a:pt x="34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lnTo>
                        <a:pt x="22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2" name="îṣḻîḑê"/>
                <p:cNvSpPr/>
                <p:nvPr/>
              </p:nvSpPr>
              <p:spPr bwMode="auto">
                <a:xfrm>
                  <a:off x="7248526" y="3521075"/>
                  <a:ext cx="114300" cy="119063"/>
                </a:xfrm>
                <a:custGeom>
                  <a:avLst/>
                  <a:gdLst>
                    <a:gd name="T0" fmla="*/ 58 w 72"/>
                    <a:gd name="T1" fmla="*/ 0 h 75"/>
                    <a:gd name="T2" fmla="*/ 52 w 72"/>
                    <a:gd name="T3" fmla="*/ 29 h 75"/>
                    <a:gd name="T4" fmla="*/ 22 w 72"/>
                    <a:gd name="T5" fmla="*/ 29 h 75"/>
                    <a:gd name="T6" fmla="*/ 29 w 72"/>
                    <a:gd name="T7" fmla="*/ 0 h 75"/>
                    <a:gd name="T8" fmla="*/ 14 w 72"/>
                    <a:gd name="T9" fmla="*/ 0 h 75"/>
                    <a:gd name="T10" fmla="*/ 0 w 72"/>
                    <a:gd name="T11" fmla="*/ 75 h 75"/>
                    <a:gd name="T12" fmla="*/ 14 w 72"/>
                    <a:gd name="T13" fmla="*/ 75 h 75"/>
                    <a:gd name="T14" fmla="*/ 20 w 72"/>
                    <a:gd name="T15" fmla="*/ 42 h 75"/>
                    <a:gd name="T16" fmla="*/ 50 w 72"/>
                    <a:gd name="T17" fmla="*/ 42 h 75"/>
                    <a:gd name="T18" fmla="*/ 43 w 72"/>
                    <a:gd name="T19" fmla="*/ 75 h 75"/>
                    <a:gd name="T20" fmla="*/ 58 w 72"/>
                    <a:gd name="T21" fmla="*/ 75 h 75"/>
                    <a:gd name="T22" fmla="*/ 72 w 72"/>
                    <a:gd name="T23" fmla="*/ 0 h 75"/>
                    <a:gd name="T24" fmla="*/ 58 w 72"/>
                    <a:gd name="T25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2" h="75">
                      <a:moveTo>
                        <a:pt x="58" y="0"/>
                      </a:moveTo>
                      <a:lnTo>
                        <a:pt x="52" y="29"/>
                      </a:lnTo>
                      <a:lnTo>
                        <a:pt x="22" y="29"/>
                      </a:lnTo>
                      <a:lnTo>
                        <a:pt x="29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lnTo>
                        <a:pt x="14" y="75"/>
                      </a:lnTo>
                      <a:lnTo>
                        <a:pt x="20" y="42"/>
                      </a:lnTo>
                      <a:lnTo>
                        <a:pt x="50" y="42"/>
                      </a:lnTo>
                      <a:lnTo>
                        <a:pt x="43" y="75"/>
                      </a:lnTo>
                      <a:lnTo>
                        <a:pt x="58" y="75"/>
                      </a:lnTo>
                      <a:lnTo>
                        <a:pt x="72" y="0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3" name="ïṥlíḑê"/>
                <p:cNvSpPr/>
                <p:nvPr/>
              </p:nvSpPr>
              <p:spPr bwMode="auto">
                <a:xfrm>
                  <a:off x="7356476" y="3521075"/>
                  <a:ext cx="112713" cy="119063"/>
                </a:xfrm>
                <a:custGeom>
                  <a:avLst/>
                  <a:gdLst>
                    <a:gd name="T0" fmla="*/ 42 w 71"/>
                    <a:gd name="T1" fmla="*/ 0 h 75"/>
                    <a:gd name="T2" fmla="*/ 0 w 71"/>
                    <a:gd name="T3" fmla="*/ 75 h 75"/>
                    <a:gd name="T4" fmla="*/ 15 w 71"/>
                    <a:gd name="T5" fmla="*/ 75 h 75"/>
                    <a:gd name="T6" fmla="*/ 23 w 71"/>
                    <a:gd name="T7" fmla="*/ 59 h 75"/>
                    <a:gd name="T8" fmla="*/ 54 w 71"/>
                    <a:gd name="T9" fmla="*/ 59 h 75"/>
                    <a:gd name="T10" fmla="*/ 56 w 71"/>
                    <a:gd name="T11" fmla="*/ 75 h 75"/>
                    <a:gd name="T12" fmla="*/ 71 w 71"/>
                    <a:gd name="T13" fmla="*/ 75 h 75"/>
                    <a:gd name="T14" fmla="*/ 58 w 71"/>
                    <a:gd name="T15" fmla="*/ 0 h 75"/>
                    <a:gd name="T16" fmla="*/ 42 w 71"/>
                    <a:gd name="T17" fmla="*/ 0 h 75"/>
                    <a:gd name="T18" fmla="*/ 29 w 71"/>
                    <a:gd name="T19" fmla="*/ 46 h 75"/>
                    <a:gd name="T20" fmla="*/ 48 w 71"/>
                    <a:gd name="T21" fmla="*/ 17 h 75"/>
                    <a:gd name="T22" fmla="*/ 52 w 71"/>
                    <a:gd name="T23" fmla="*/ 46 h 75"/>
                    <a:gd name="T24" fmla="*/ 29 w 71"/>
                    <a:gd name="T25" fmla="*/ 46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1" h="75">
                      <a:moveTo>
                        <a:pt x="42" y="0"/>
                      </a:moveTo>
                      <a:lnTo>
                        <a:pt x="0" y="75"/>
                      </a:lnTo>
                      <a:lnTo>
                        <a:pt x="15" y="75"/>
                      </a:lnTo>
                      <a:lnTo>
                        <a:pt x="23" y="59"/>
                      </a:lnTo>
                      <a:lnTo>
                        <a:pt x="54" y="59"/>
                      </a:lnTo>
                      <a:lnTo>
                        <a:pt x="56" y="75"/>
                      </a:lnTo>
                      <a:lnTo>
                        <a:pt x="71" y="75"/>
                      </a:lnTo>
                      <a:lnTo>
                        <a:pt x="58" y="0"/>
                      </a:lnTo>
                      <a:lnTo>
                        <a:pt x="42" y="0"/>
                      </a:lnTo>
                      <a:close/>
                      <a:moveTo>
                        <a:pt x="29" y="46"/>
                      </a:moveTo>
                      <a:lnTo>
                        <a:pt x="48" y="17"/>
                      </a:lnTo>
                      <a:lnTo>
                        <a:pt x="52" y="46"/>
                      </a:lnTo>
                      <a:lnTo>
                        <a:pt x="29" y="4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4" name="îş1íḋe"/>
                <p:cNvSpPr/>
                <p:nvPr/>
              </p:nvSpPr>
              <p:spPr bwMode="auto">
                <a:xfrm>
                  <a:off x="7481888" y="3521075"/>
                  <a:ext cx="119063" cy="119063"/>
                </a:xfrm>
                <a:custGeom>
                  <a:avLst/>
                  <a:gdLst>
                    <a:gd name="T0" fmla="*/ 50 w 75"/>
                    <a:gd name="T1" fmla="*/ 50 h 75"/>
                    <a:gd name="T2" fmla="*/ 31 w 75"/>
                    <a:gd name="T3" fmla="*/ 0 h 75"/>
                    <a:gd name="T4" fmla="*/ 17 w 75"/>
                    <a:gd name="T5" fmla="*/ 0 h 75"/>
                    <a:gd name="T6" fmla="*/ 0 w 75"/>
                    <a:gd name="T7" fmla="*/ 75 h 75"/>
                    <a:gd name="T8" fmla="*/ 15 w 75"/>
                    <a:gd name="T9" fmla="*/ 75 h 75"/>
                    <a:gd name="T10" fmla="*/ 25 w 75"/>
                    <a:gd name="T11" fmla="*/ 25 h 75"/>
                    <a:gd name="T12" fmla="*/ 46 w 75"/>
                    <a:gd name="T13" fmla="*/ 75 h 75"/>
                    <a:gd name="T14" fmla="*/ 58 w 75"/>
                    <a:gd name="T15" fmla="*/ 75 h 75"/>
                    <a:gd name="T16" fmla="*/ 75 w 75"/>
                    <a:gd name="T17" fmla="*/ 0 h 75"/>
                    <a:gd name="T18" fmla="*/ 61 w 75"/>
                    <a:gd name="T19" fmla="*/ 0 h 75"/>
                    <a:gd name="T20" fmla="*/ 50 w 75"/>
                    <a:gd name="T21" fmla="*/ 5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5" h="75">
                      <a:moveTo>
                        <a:pt x="50" y="50"/>
                      </a:moveTo>
                      <a:lnTo>
                        <a:pt x="31" y="0"/>
                      </a:lnTo>
                      <a:lnTo>
                        <a:pt x="17" y="0"/>
                      </a:lnTo>
                      <a:lnTo>
                        <a:pt x="0" y="75"/>
                      </a:lnTo>
                      <a:lnTo>
                        <a:pt x="15" y="75"/>
                      </a:lnTo>
                      <a:lnTo>
                        <a:pt x="25" y="25"/>
                      </a:lnTo>
                      <a:lnTo>
                        <a:pt x="46" y="75"/>
                      </a:lnTo>
                      <a:lnTo>
                        <a:pt x="58" y="75"/>
                      </a:lnTo>
                      <a:lnTo>
                        <a:pt x="75" y="0"/>
                      </a:lnTo>
                      <a:lnTo>
                        <a:pt x="61" y="0"/>
                      </a:lnTo>
                      <a:lnTo>
                        <a:pt x="50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5" name="îş1ïḋe"/>
                <p:cNvSpPr/>
                <p:nvPr/>
              </p:nvSpPr>
              <p:spPr bwMode="auto">
                <a:xfrm>
                  <a:off x="7653338" y="3521075"/>
                  <a:ext cx="112713" cy="119063"/>
                </a:xfrm>
                <a:custGeom>
                  <a:avLst/>
                  <a:gdLst>
                    <a:gd name="T0" fmla="*/ 22 w 34"/>
                    <a:gd name="T1" fmla="*/ 20 h 36"/>
                    <a:gd name="T2" fmla="*/ 20 w 34"/>
                    <a:gd name="T3" fmla="*/ 26 h 36"/>
                    <a:gd name="T4" fmla="*/ 18 w 34"/>
                    <a:gd name="T5" fmla="*/ 29 h 36"/>
                    <a:gd name="T6" fmla="*/ 13 w 34"/>
                    <a:gd name="T7" fmla="*/ 30 h 36"/>
                    <a:gd name="T8" fmla="*/ 9 w 34"/>
                    <a:gd name="T9" fmla="*/ 29 h 36"/>
                    <a:gd name="T10" fmla="*/ 7 w 34"/>
                    <a:gd name="T11" fmla="*/ 25 h 36"/>
                    <a:gd name="T12" fmla="*/ 7 w 34"/>
                    <a:gd name="T13" fmla="*/ 24 h 36"/>
                    <a:gd name="T14" fmla="*/ 8 w 34"/>
                    <a:gd name="T15" fmla="*/ 19 h 36"/>
                    <a:gd name="T16" fmla="*/ 12 w 34"/>
                    <a:gd name="T17" fmla="*/ 0 h 36"/>
                    <a:gd name="T18" fmla="*/ 5 w 34"/>
                    <a:gd name="T19" fmla="*/ 0 h 36"/>
                    <a:gd name="T20" fmla="*/ 1 w 34"/>
                    <a:gd name="T21" fmla="*/ 19 h 36"/>
                    <a:gd name="T22" fmla="*/ 0 w 34"/>
                    <a:gd name="T23" fmla="*/ 23 h 36"/>
                    <a:gd name="T24" fmla="*/ 0 w 34"/>
                    <a:gd name="T25" fmla="*/ 25 h 36"/>
                    <a:gd name="T26" fmla="*/ 3 w 34"/>
                    <a:gd name="T27" fmla="*/ 33 h 36"/>
                    <a:gd name="T28" fmla="*/ 13 w 34"/>
                    <a:gd name="T29" fmla="*/ 36 h 36"/>
                    <a:gd name="T30" fmla="*/ 22 w 34"/>
                    <a:gd name="T31" fmla="*/ 34 h 36"/>
                    <a:gd name="T32" fmla="*/ 27 w 34"/>
                    <a:gd name="T33" fmla="*/ 29 h 36"/>
                    <a:gd name="T34" fmla="*/ 30 w 34"/>
                    <a:gd name="T35" fmla="*/ 20 h 36"/>
                    <a:gd name="T36" fmla="*/ 34 w 34"/>
                    <a:gd name="T37" fmla="*/ 0 h 36"/>
                    <a:gd name="T38" fmla="*/ 26 w 34"/>
                    <a:gd name="T39" fmla="*/ 0 h 36"/>
                    <a:gd name="T40" fmla="*/ 22 w 34"/>
                    <a:gd name="T41" fmla="*/ 2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34" h="36">
                      <a:moveTo>
                        <a:pt x="22" y="20"/>
                      </a:moveTo>
                      <a:cubicBezTo>
                        <a:pt x="22" y="23"/>
                        <a:pt x="21" y="25"/>
                        <a:pt x="20" y="26"/>
                      </a:cubicBezTo>
                      <a:cubicBezTo>
                        <a:pt x="20" y="28"/>
                        <a:pt x="19" y="29"/>
                        <a:pt x="18" y="29"/>
                      </a:cubicBezTo>
                      <a:cubicBezTo>
                        <a:pt x="17" y="30"/>
                        <a:pt x="15" y="30"/>
                        <a:pt x="13" y="30"/>
                      </a:cubicBezTo>
                      <a:cubicBezTo>
                        <a:pt x="11" y="30"/>
                        <a:pt x="10" y="30"/>
                        <a:pt x="9" y="29"/>
                      </a:cubicBezTo>
                      <a:cubicBezTo>
                        <a:pt x="8" y="28"/>
                        <a:pt x="7" y="27"/>
                        <a:pt x="7" y="25"/>
                      </a:cubicBezTo>
                      <a:cubicBezTo>
                        <a:pt x="7" y="25"/>
                        <a:pt x="7" y="25"/>
                        <a:pt x="7" y="24"/>
                      </a:cubicBezTo>
                      <a:cubicBezTo>
                        <a:pt x="8" y="19"/>
                        <a:pt x="8" y="19"/>
                        <a:pt x="8" y="19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1" y="19"/>
                        <a:pt x="1" y="19"/>
                        <a:pt x="1" y="19"/>
                      </a:cubicBezTo>
                      <a:cubicBezTo>
                        <a:pt x="1" y="21"/>
                        <a:pt x="0" y="23"/>
                        <a:pt x="0" y="23"/>
                      </a:cubicBezTo>
                      <a:cubicBezTo>
                        <a:pt x="0" y="24"/>
                        <a:pt x="0" y="25"/>
                        <a:pt x="0" y="25"/>
                      </a:cubicBezTo>
                      <a:cubicBezTo>
                        <a:pt x="0" y="29"/>
                        <a:pt x="1" y="31"/>
                        <a:pt x="3" y="33"/>
                      </a:cubicBezTo>
                      <a:cubicBezTo>
                        <a:pt x="6" y="35"/>
                        <a:pt x="9" y="36"/>
                        <a:pt x="13" y="36"/>
                      </a:cubicBezTo>
                      <a:cubicBezTo>
                        <a:pt x="16" y="36"/>
                        <a:pt x="19" y="36"/>
                        <a:pt x="22" y="34"/>
                      </a:cubicBezTo>
                      <a:cubicBezTo>
                        <a:pt x="24" y="33"/>
                        <a:pt x="25" y="31"/>
                        <a:pt x="27" y="29"/>
                      </a:cubicBezTo>
                      <a:cubicBezTo>
                        <a:pt x="28" y="27"/>
                        <a:pt x="29" y="24"/>
                        <a:pt x="30" y="20"/>
                      </a:cubicBezTo>
                      <a:cubicBezTo>
                        <a:pt x="34" y="0"/>
                        <a:pt x="34" y="0"/>
                        <a:pt x="34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lnTo>
                        <a:pt x="22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6" name="íšlídè"/>
                <p:cNvSpPr/>
                <p:nvPr/>
              </p:nvSpPr>
              <p:spPr bwMode="auto">
                <a:xfrm>
                  <a:off x="7766051" y="3521075"/>
                  <a:ext cx="115888" cy="119063"/>
                </a:xfrm>
                <a:custGeom>
                  <a:avLst/>
                  <a:gdLst>
                    <a:gd name="T0" fmla="*/ 58 w 73"/>
                    <a:gd name="T1" fmla="*/ 0 h 75"/>
                    <a:gd name="T2" fmla="*/ 50 w 73"/>
                    <a:gd name="T3" fmla="*/ 50 h 75"/>
                    <a:gd name="T4" fmla="*/ 29 w 73"/>
                    <a:gd name="T5" fmla="*/ 0 h 75"/>
                    <a:gd name="T6" fmla="*/ 15 w 73"/>
                    <a:gd name="T7" fmla="*/ 0 h 75"/>
                    <a:gd name="T8" fmla="*/ 0 w 73"/>
                    <a:gd name="T9" fmla="*/ 75 h 75"/>
                    <a:gd name="T10" fmla="*/ 13 w 73"/>
                    <a:gd name="T11" fmla="*/ 75 h 75"/>
                    <a:gd name="T12" fmla="*/ 23 w 73"/>
                    <a:gd name="T13" fmla="*/ 25 h 75"/>
                    <a:gd name="T14" fmla="*/ 44 w 73"/>
                    <a:gd name="T15" fmla="*/ 75 h 75"/>
                    <a:gd name="T16" fmla="*/ 58 w 73"/>
                    <a:gd name="T17" fmla="*/ 75 h 75"/>
                    <a:gd name="T18" fmla="*/ 73 w 73"/>
                    <a:gd name="T19" fmla="*/ 0 h 75"/>
                    <a:gd name="T20" fmla="*/ 58 w 73"/>
                    <a:gd name="T21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3" h="75">
                      <a:moveTo>
                        <a:pt x="58" y="0"/>
                      </a:moveTo>
                      <a:lnTo>
                        <a:pt x="50" y="50"/>
                      </a:lnTo>
                      <a:lnTo>
                        <a:pt x="29" y="0"/>
                      </a:lnTo>
                      <a:lnTo>
                        <a:pt x="15" y="0"/>
                      </a:lnTo>
                      <a:lnTo>
                        <a:pt x="0" y="75"/>
                      </a:lnTo>
                      <a:lnTo>
                        <a:pt x="13" y="75"/>
                      </a:lnTo>
                      <a:lnTo>
                        <a:pt x="23" y="25"/>
                      </a:lnTo>
                      <a:lnTo>
                        <a:pt x="44" y="75"/>
                      </a:lnTo>
                      <a:lnTo>
                        <a:pt x="58" y="75"/>
                      </a:lnTo>
                      <a:lnTo>
                        <a:pt x="73" y="0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7" name="îṣḻîďe"/>
                <p:cNvSpPr/>
                <p:nvPr/>
              </p:nvSpPr>
              <p:spPr bwMode="auto">
                <a:xfrm>
                  <a:off x="7881938" y="3521075"/>
                  <a:ext cx="49213" cy="119063"/>
                </a:xfrm>
                <a:custGeom>
                  <a:avLst/>
                  <a:gdLst>
                    <a:gd name="T0" fmla="*/ 0 w 31"/>
                    <a:gd name="T1" fmla="*/ 75 h 75"/>
                    <a:gd name="T2" fmla="*/ 14 w 31"/>
                    <a:gd name="T3" fmla="*/ 75 h 75"/>
                    <a:gd name="T4" fmla="*/ 31 w 31"/>
                    <a:gd name="T5" fmla="*/ 0 h 75"/>
                    <a:gd name="T6" fmla="*/ 14 w 31"/>
                    <a:gd name="T7" fmla="*/ 0 h 75"/>
                    <a:gd name="T8" fmla="*/ 0 w 31"/>
                    <a:gd name="T9" fmla="*/ 75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75">
                      <a:moveTo>
                        <a:pt x="0" y="75"/>
                      </a:moveTo>
                      <a:lnTo>
                        <a:pt x="14" y="75"/>
                      </a:lnTo>
                      <a:lnTo>
                        <a:pt x="31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8" name="íŝḻiḋè"/>
                <p:cNvSpPr/>
                <p:nvPr/>
              </p:nvSpPr>
              <p:spPr bwMode="auto">
                <a:xfrm>
                  <a:off x="7940676" y="3521075"/>
                  <a:ext cx="109538" cy="119063"/>
                </a:xfrm>
                <a:custGeom>
                  <a:avLst/>
                  <a:gdLst>
                    <a:gd name="T0" fmla="*/ 54 w 69"/>
                    <a:gd name="T1" fmla="*/ 0 h 75"/>
                    <a:gd name="T2" fmla="*/ 23 w 69"/>
                    <a:gd name="T3" fmla="*/ 57 h 75"/>
                    <a:gd name="T4" fmla="*/ 15 w 69"/>
                    <a:gd name="T5" fmla="*/ 0 h 75"/>
                    <a:gd name="T6" fmla="*/ 0 w 69"/>
                    <a:gd name="T7" fmla="*/ 0 h 75"/>
                    <a:gd name="T8" fmla="*/ 13 w 69"/>
                    <a:gd name="T9" fmla="*/ 75 h 75"/>
                    <a:gd name="T10" fmla="*/ 29 w 69"/>
                    <a:gd name="T11" fmla="*/ 75 h 75"/>
                    <a:gd name="T12" fmla="*/ 69 w 69"/>
                    <a:gd name="T13" fmla="*/ 0 h 75"/>
                    <a:gd name="T14" fmla="*/ 54 w 69"/>
                    <a:gd name="T15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69" h="75">
                      <a:moveTo>
                        <a:pt x="54" y="0"/>
                      </a:moveTo>
                      <a:lnTo>
                        <a:pt x="23" y="57"/>
                      </a:ln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13" y="75"/>
                      </a:lnTo>
                      <a:lnTo>
                        <a:pt x="29" y="75"/>
                      </a:lnTo>
                      <a:lnTo>
                        <a:pt x="69" y="0"/>
                      </a:lnTo>
                      <a:lnTo>
                        <a:pt x="5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9" name="î$ḷíďé"/>
                <p:cNvSpPr/>
                <p:nvPr/>
              </p:nvSpPr>
              <p:spPr bwMode="auto">
                <a:xfrm>
                  <a:off x="8037513" y="3521075"/>
                  <a:ext cx="111125" cy="119063"/>
                </a:xfrm>
                <a:custGeom>
                  <a:avLst/>
                  <a:gdLst>
                    <a:gd name="T0" fmla="*/ 68 w 70"/>
                    <a:gd name="T1" fmla="*/ 12 h 75"/>
                    <a:gd name="T2" fmla="*/ 70 w 70"/>
                    <a:gd name="T3" fmla="*/ 0 h 75"/>
                    <a:gd name="T4" fmla="*/ 16 w 70"/>
                    <a:gd name="T5" fmla="*/ 0 h 75"/>
                    <a:gd name="T6" fmla="*/ 0 w 70"/>
                    <a:gd name="T7" fmla="*/ 75 h 75"/>
                    <a:gd name="T8" fmla="*/ 58 w 70"/>
                    <a:gd name="T9" fmla="*/ 75 h 75"/>
                    <a:gd name="T10" fmla="*/ 60 w 70"/>
                    <a:gd name="T11" fmla="*/ 63 h 75"/>
                    <a:gd name="T12" fmla="*/ 16 w 70"/>
                    <a:gd name="T13" fmla="*/ 63 h 75"/>
                    <a:gd name="T14" fmla="*/ 22 w 70"/>
                    <a:gd name="T15" fmla="*/ 42 h 75"/>
                    <a:gd name="T16" fmla="*/ 60 w 70"/>
                    <a:gd name="T17" fmla="*/ 42 h 75"/>
                    <a:gd name="T18" fmla="*/ 62 w 70"/>
                    <a:gd name="T19" fmla="*/ 29 h 75"/>
                    <a:gd name="T20" fmla="*/ 24 w 70"/>
                    <a:gd name="T21" fmla="*/ 29 h 75"/>
                    <a:gd name="T22" fmla="*/ 29 w 70"/>
                    <a:gd name="T23" fmla="*/ 12 h 75"/>
                    <a:gd name="T24" fmla="*/ 68 w 70"/>
                    <a:gd name="T25" fmla="*/ 12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0" h="75">
                      <a:moveTo>
                        <a:pt x="68" y="12"/>
                      </a:moveTo>
                      <a:lnTo>
                        <a:pt x="70" y="0"/>
                      </a:lnTo>
                      <a:lnTo>
                        <a:pt x="16" y="0"/>
                      </a:lnTo>
                      <a:lnTo>
                        <a:pt x="0" y="75"/>
                      </a:lnTo>
                      <a:lnTo>
                        <a:pt x="58" y="75"/>
                      </a:lnTo>
                      <a:lnTo>
                        <a:pt x="60" y="63"/>
                      </a:lnTo>
                      <a:lnTo>
                        <a:pt x="16" y="63"/>
                      </a:lnTo>
                      <a:lnTo>
                        <a:pt x="22" y="42"/>
                      </a:lnTo>
                      <a:lnTo>
                        <a:pt x="60" y="42"/>
                      </a:lnTo>
                      <a:lnTo>
                        <a:pt x="62" y="29"/>
                      </a:lnTo>
                      <a:lnTo>
                        <a:pt x="24" y="29"/>
                      </a:lnTo>
                      <a:lnTo>
                        <a:pt x="29" y="12"/>
                      </a:lnTo>
                      <a:lnTo>
                        <a:pt x="68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0" name="îṡlîďe"/>
                <p:cNvSpPr/>
                <p:nvPr/>
              </p:nvSpPr>
              <p:spPr bwMode="auto">
                <a:xfrm>
                  <a:off x="8145463" y="3521075"/>
                  <a:ext cx="115888" cy="119063"/>
                </a:xfrm>
                <a:custGeom>
                  <a:avLst/>
                  <a:gdLst>
                    <a:gd name="T0" fmla="*/ 30 w 35"/>
                    <a:gd name="T1" fmla="*/ 1 h 36"/>
                    <a:gd name="T2" fmla="*/ 24 w 35"/>
                    <a:gd name="T3" fmla="*/ 0 h 36"/>
                    <a:gd name="T4" fmla="*/ 8 w 35"/>
                    <a:gd name="T5" fmla="*/ 0 h 36"/>
                    <a:gd name="T6" fmla="*/ 0 w 35"/>
                    <a:gd name="T7" fmla="*/ 36 h 36"/>
                    <a:gd name="T8" fmla="*/ 8 w 35"/>
                    <a:gd name="T9" fmla="*/ 36 h 36"/>
                    <a:gd name="T10" fmla="*/ 11 w 35"/>
                    <a:gd name="T11" fmla="*/ 21 h 36"/>
                    <a:gd name="T12" fmla="*/ 14 w 35"/>
                    <a:gd name="T13" fmla="*/ 21 h 36"/>
                    <a:gd name="T14" fmla="*/ 17 w 35"/>
                    <a:gd name="T15" fmla="*/ 22 h 36"/>
                    <a:gd name="T16" fmla="*/ 21 w 35"/>
                    <a:gd name="T17" fmla="*/ 26 h 36"/>
                    <a:gd name="T18" fmla="*/ 24 w 35"/>
                    <a:gd name="T19" fmla="*/ 36 h 36"/>
                    <a:gd name="T20" fmla="*/ 32 w 35"/>
                    <a:gd name="T21" fmla="*/ 36 h 36"/>
                    <a:gd name="T22" fmla="*/ 27 w 35"/>
                    <a:gd name="T23" fmla="*/ 24 h 36"/>
                    <a:gd name="T24" fmla="*/ 24 w 35"/>
                    <a:gd name="T25" fmla="*/ 21 h 36"/>
                    <a:gd name="T26" fmla="*/ 32 w 35"/>
                    <a:gd name="T27" fmla="*/ 17 h 36"/>
                    <a:gd name="T28" fmla="*/ 35 w 35"/>
                    <a:gd name="T29" fmla="*/ 9 h 36"/>
                    <a:gd name="T30" fmla="*/ 34 w 35"/>
                    <a:gd name="T31" fmla="*/ 4 h 36"/>
                    <a:gd name="T32" fmla="*/ 30 w 35"/>
                    <a:gd name="T33" fmla="*/ 1 h 36"/>
                    <a:gd name="T34" fmla="*/ 27 w 35"/>
                    <a:gd name="T35" fmla="*/ 13 h 36"/>
                    <a:gd name="T36" fmla="*/ 24 w 35"/>
                    <a:gd name="T37" fmla="*/ 15 h 36"/>
                    <a:gd name="T38" fmla="*/ 16 w 35"/>
                    <a:gd name="T39" fmla="*/ 16 h 36"/>
                    <a:gd name="T40" fmla="*/ 12 w 35"/>
                    <a:gd name="T41" fmla="*/ 16 h 36"/>
                    <a:gd name="T42" fmla="*/ 14 w 35"/>
                    <a:gd name="T43" fmla="*/ 6 h 36"/>
                    <a:gd name="T44" fmla="*/ 22 w 35"/>
                    <a:gd name="T45" fmla="*/ 6 h 36"/>
                    <a:gd name="T46" fmla="*/ 26 w 35"/>
                    <a:gd name="T47" fmla="*/ 7 h 36"/>
                    <a:gd name="T48" fmla="*/ 28 w 35"/>
                    <a:gd name="T49" fmla="*/ 10 h 36"/>
                    <a:gd name="T50" fmla="*/ 27 w 35"/>
                    <a:gd name="T51" fmla="*/ 13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5" h="36">
                      <a:moveTo>
                        <a:pt x="30" y="1"/>
                      </a:moveTo>
                      <a:cubicBezTo>
                        <a:pt x="28" y="0"/>
                        <a:pt x="26" y="0"/>
                        <a:pt x="24" y="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8" y="36"/>
                        <a:pt x="8" y="36"/>
                        <a:pt x="8" y="36"/>
                      </a:cubicBezTo>
                      <a:cubicBezTo>
                        <a:pt x="11" y="21"/>
                        <a:pt x="11" y="21"/>
                        <a:pt x="11" y="21"/>
                      </a:cubicBezTo>
                      <a:cubicBezTo>
                        <a:pt x="14" y="21"/>
                        <a:pt x="14" y="21"/>
                        <a:pt x="14" y="21"/>
                      </a:cubicBezTo>
                      <a:cubicBezTo>
                        <a:pt x="15" y="21"/>
                        <a:pt x="17" y="21"/>
                        <a:pt x="17" y="22"/>
                      </a:cubicBezTo>
                      <a:cubicBezTo>
                        <a:pt x="18" y="22"/>
                        <a:pt x="20" y="24"/>
                        <a:pt x="21" y="26"/>
                      </a:cubicBezTo>
                      <a:cubicBezTo>
                        <a:pt x="22" y="31"/>
                        <a:pt x="24" y="34"/>
                        <a:pt x="24" y="36"/>
                      </a:cubicBezTo>
                      <a:cubicBezTo>
                        <a:pt x="32" y="36"/>
                        <a:pt x="32" y="36"/>
                        <a:pt x="32" y="36"/>
                      </a:cubicBezTo>
                      <a:cubicBezTo>
                        <a:pt x="30" y="31"/>
                        <a:pt x="28" y="27"/>
                        <a:pt x="27" y="24"/>
                      </a:cubicBezTo>
                      <a:cubicBezTo>
                        <a:pt x="26" y="23"/>
                        <a:pt x="25" y="21"/>
                        <a:pt x="24" y="21"/>
                      </a:cubicBezTo>
                      <a:cubicBezTo>
                        <a:pt x="28" y="20"/>
                        <a:pt x="30" y="19"/>
                        <a:pt x="32" y="17"/>
                      </a:cubicBezTo>
                      <a:cubicBezTo>
                        <a:pt x="34" y="15"/>
                        <a:pt x="35" y="13"/>
                        <a:pt x="35" y="9"/>
                      </a:cubicBezTo>
                      <a:cubicBezTo>
                        <a:pt x="35" y="7"/>
                        <a:pt x="34" y="6"/>
                        <a:pt x="34" y="4"/>
                      </a:cubicBezTo>
                      <a:cubicBezTo>
                        <a:pt x="33" y="3"/>
                        <a:pt x="31" y="2"/>
                        <a:pt x="30" y="1"/>
                      </a:cubicBezTo>
                      <a:close/>
                      <a:moveTo>
                        <a:pt x="27" y="13"/>
                      </a:moveTo>
                      <a:cubicBezTo>
                        <a:pt x="26" y="14"/>
                        <a:pt x="25" y="14"/>
                        <a:pt x="24" y="15"/>
                      </a:cubicBezTo>
                      <a:cubicBezTo>
                        <a:pt x="22" y="15"/>
                        <a:pt x="20" y="16"/>
                        <a:pt x="16" y="16"/>
                      </a:cubicBezTo>
                      <a:cubicBezTo>
                        <a:pt x="12" y="16"/>
                        <a:pt x="12" y="16"/>
                        <a:pt x="12" y="16"/>
                      </a:cubicBezTo>
                      <a:cubicBezTo>
                        <a:pt x="14" y="6"/>
                        <a:pt x="14" y="6"/>
                        <a:pt x="14" y="6"/>
                      </a:cubicBezTo>
                      <a:cubicBezTo>
                        <a:pt x="22" y="6"/>
                        <a:pt x="22" y="6"/>
                        <a:pt x="22" y="6"/>
                      </a:cubicBezTo>
                      <a:cubicBezTo>
                        <a:pt x="24" y="6"/>
                        <a:pt x="25" y="6"/>
                        <a:pt x="26" y="7"/>
                      </a:cubicBezTo>
                      <a:cubicBezTo>
                        <a:pt x="27" y="7"/>
                        <a:pt x="28" y="8"/>
                        <a:pt x="28" y="10"/>
                      </a:cubicBezTo>
                      <a:cubicBezTo>
                        <a:pt x="28" y="11"/>
                        <a:pt x="27" y="12"/>
                        <a:pt x="27" y="1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1" name="ïşľîḍé"/>
                <p:cNvSpPr/>
                <p:nvPr/>
              </p:nvSpPr>
              <p:spPr bwMode="auto">
                <a:xfrm>
                  <a:off x="8267701" y="3521075"/>
                  <a:ext cx="98425" cy="119063"/>
                </a:xfrm>
                <a:custGeom>
                  <a:avLst/>
                  <a:gdLst>
                    <a:gd name="T0" fmla="*/ 17 w 30"/>
                    <a:gd name="T1" fmla="*/ 5 h 36"/>
                    <a:gd name="T2" fmla="*/ 22 w 30"/>
                    <a:gd name="T3" fmla="*/ 7 h 36"/>
                    <a:gd name="T4" fmla="*/ 23 w 30"/>
                    <a:gd name="T5" fmla="*/ 11 h 36"/>
                    <a:gd name="T6" fmla="*/ 30 w 30"/>
                    <a:gd name="T7" fmla="*/ 10 h 36"/>
                    <a:gd name="T8" fmla="*/ 27 w 30"/>
                    <a:gd name="T9" fmla="*/ 3 h 36"/>
                    <a:gd name="T10" fmla="*/ 17 w 30"/>
                    <a:gd name="T11" fmla="*/ 0 h 36"/>
                    <a:gd name="T12" fmla="*/ 8 w 30"/>
                    <a:gd name="T13" fmla="*/ 3 h 36"/>
                    <a:gd name="T14" fmla="*/ 4 w 30"/>
                    <a:gd name="T15" fmla="*/ 10 h 36"/>
                    <a:gd name="T16" fmla="*/ 6 w 30"/>
                    <a:gd name="T17" fmla="*/ 14 h 36"/>
                    <a:gd name="T18" fmla="*/ 8 w 30"/>
                    <a:gd name="T19" fmla="*/ 18 h 36"/>
                    <a:gd name="T20" fmla="*/ 15 w 30"/>
                    <a:gd name="T21" fmla="*/ 21 h 36"/>
                    <a:gd name="T22" fmla="*/ 20 w 30"/>
                    <a:gd name="T23" fmla="*/ 23 h 36"/>
                    <a:gd name="T24" fmla="*/ 21 w 30"/>
                    <a:gd name="T25" fmla="*/ 26 h 36"/>
                    <a:gd name="T26" fmla="*/ 19 w 30"/>
                    <a:gd name="T27" fmla="*/ 29 h 36"/>
                    <a:gd name="T28" fmla="*/ 14 w 30"/>
                    <a:gd name="T29" fmla="*/ 30 h 36"/>
                    <a:gd name="T30" fmla="*/ 8 w 30"/>
                    <a:gd name="T31" fmla="*/ 28 h 36"/>
                    <a:gd name="T32" fmla="*/ 7 w 30"/>
                    <a:gd name="T33" fmla="*/ 24 h 36"/>
                    <a:gd name="T34" fmla="*/ 0 w 30"/>
                    <a:gd name="T35" fmla="*/ 24 h 36"/>
                    <a:gd name="T36" fmla="*/ 1 w 30"/>
                    <a:gd name="T37" fmla="*/ 30 h 36"/>
                    <a:gd name="T38" fmla="*/ 6 w 30"/>
                    <a:gd name="T39" fmla="*/ 35 h 36"/>
                    <a:gd name="T40" fmla="*/ 14 w 30"/>
                    <a:gd name="T41" fmla="*/ 36 h 36"/>
                    <a:gd name="T42" fmla="*/ 24 w 30"/>
                    <a:gd name="T43" fmla="*/ 33 h 36"/>
                    <a:gd name="T44" fmla="*/ 28 w 30"/>
                    <a:gd name="T45" fmla="*/ 25 h 36"/>
                    <a:gd name="T46" fmla="*/ 26 w 30"/>
                    <a:gd name="T47" fmla="*/ 19 h 36"/>
                    <a:gd name="T48" fmla="*/ 18 w 30"/>
                    <a:gd name="T49" fmla="*/ 14 h 36"/>
                    <a:gd name="T50" fmla="*/ 13 w 30"/>
                    <a:gd name="T51" fmla="*/ 12 h 36"/>
                    <a:gd name="T52" fmla="*/ 11 w 30"/>
                    <a:gd name="T53" fmla="*/ 9 h 36"/>
                    <a:gd name="T54" fmla="*/ 13 w 30"/>
                    <a:gd name="T55" fmla="*/ 6 h 36"/>
                    <a:gd name="T56" fmla="*/ 17 w 30"/>
                    <a:gd name="T57" fmla="*/ 5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30" h="36">
                      <a:moveTo>
                        <a:pt x="17" y="5"/>
                      </a:moveTo>
                      <a:cubicBezTo>
                        <a:pt x="19" y="5"/>
                        <a:pt x="21" y="6"/>
                        <a:pt x="22" y="7"/>
                      </a:cubicBezTo>
                      <a:cubicBezTo>
                        <a:pt x="23" y="8"/>
                        <a:pt x="23" y="9"/>
                        <a:pt x="23" y="11"/>
                      </a:cubicBezTo>
                      <a:cubicBezTo>
                        <a:pt x="30" y="10"/>
                        <a:pt x="30" y="10"/>
                        <a:pt x="30" y="10"/>
                      </a:cubicBezTo>
                      <a:cubicBezTo>
                        <a:pt x="30" y="7"/>
                        <a:pt x="29" y="4"/>
                        <a:pt x="27" y="3"/>
                      </a:cubicBezTo>
                      <a:cubicBezTo>
                        <a:pt x="24" y="1"/>
                        <a:pt x="21" y="0"/>
                        <a:pt x="17" y="0"/>
                      </a:cubicBezTo>
                      <a:cubicBezTo>
                        <a:pt x="13" y="0"/>
                        <a:pt x="10" y="1"/>
                        <a:pt x="8" y="3"/>
                      </a:cubicBezTo>
                      <a:cubicBezTo>
                        <a:pt x="5" y="5"/>
                        <a:pt x="4" y="7"/>
                        <a:pt x="4" y="10"/>
                      </a:cubicBezTo>
                      <a:cubicBezTo>
                        <a:pt x="4" y="12"/>
                        <a:pt x="5" y="13"/>
                        <a:pt x="6" y="14"/>
                      </a:cubicBezTo>
                      <a:cubicBezTo>
                        <a:pt x="6" y="16"/>
                        <a:pt x="7" y="17"/>
                        <a:pt x="8" y="18"/>
                      </a:cubicBezTo>
                      <a:cubicBezTo>
                        <a:pt x="10" y="18"/>
                        <a:pt x="12" y="19"/>
                        <a:pt x="15" y="21"/>
                      </a:cubicBezTo>
                      <a:cubicBezTo>
                        <a:pt x="17" y="22"/>
                        <a:pt x="19" y="23"/>
                        <a:pt x="20" y="23"/>
                      </a:cubicBezTo>
                      <a:cubicBezTo>
                        <a:pt x="20" y="24"/>
                        <a:pt x="21" y="25"/>
                        <a:pt x="21" y="26"/>
                      </a:cubicBezTo>
                      <a:cubicBezTo>
                        <a:pt x="21" y="27"/>
                        <a:pt x="20" y="28"/>
                        <a:pt x="19" y="29"/>
                      </a:cubicBezTo>
                      <a:cubicBezTo>
                        <a:pt x="18" y="30"/>
                        <a:pt x="16" y="30"/>
                        <a:pt x="14" y="30"/>
                      </a:cubicBezTo>
                      <a:cubicBezTo>
                        <a:pt x="11" y="30"/>
                        <a:pt x="9" y="30"/>
                        <a:pt x="8" y="28"/>
                      </a:cubicBezTo>
                      <a:cubicBezTo>
                        <a:pt x="8" y="28"/>
                        <a:pt x="7" y="26"/>
                        <a:pt x="7" y="24"/>
                      </a:cubicBezTo>
                      <a:cubicBezTo>
                        <a:pt x="0" y="24"/>
                        <a:pt x="0" y="24"/>
                        <a:pt x="0" y="24"/>
                      </a:cubicBezTo>
                      <a:cubicBezTo>
                        <a:pt x="0" y="27"/>
                        <a:pt x="0" y="29"/>
                        <a:pt x="1" y="30"/>
                      </a:cubicBezTo>
                      <a:cubicBezTo>
                        <a:pt x="2" y="32"/>
                        <a:pt x="4" y="34"/>
                        <a:pt x="6" y="35"/>
                      </a:cubicBezTo>
                      <a:cubicBezTo>
                        <a:pt x="8" y="36"/>
                        <a:pt x="11" y="36"/>
                        <a:pt x="14" y="36"/>
                      </a:cubicBezTo>
                      <a:cubicBezTo>
                        <a:pt x="18" y="36"/>
                        <a:pt x="22" y="35"/>
                        <a:pt x="24" y="33"/>
                      </a:cubicBezTo>
                      <a:cubicBezTo>
                        <a:pt x="27" y="31"/>
                        <a:pt x="28" y="28"/>
                        <a:pt x="28" y="25"/>
                      </a:cubicBezTo>
                      <a:cubicBezTo>
                        <a:pt x="28" y="22"/>
                        <a:pt x="27" y="20"/>
                        <a:pt x="26" y="19"/>
                      </a:cubicBezTo>
                      <a:cubicBezTo>
                        <a:pt x="25" y="18"/>
                        <a:pt x="22" y="16"/>
                        <a:pt x="18" y="14"/>
                      </a:cubicBezTo>
                      <a:cubicBezTo>
                        <a:pt x="15" y="13"/>
                        <a:pt x="13" y="12"/>
                        <a:pt x="13" y="12"/>
                      </a:cubicBezTo>
                      <a:cubicBezTo>
                        <a:pt x="12" y="11"/>
                        <a:pt x="11" y="10"/>
                        <a:pt x="11" y="9"/>
                      </a:cubicBezTo>
                      <a:cubicBezTo>
                        <a:pt x="11" y="8"/>
                        <a:pt x="12" y="7"/>
                        <a:pt x="13" y="6"/>
                      </a:cubicBezTo>
                      <a:cubicBezTo>
                        <a:pt x="14" y="6"/>
                        <a:pt x="15" y="5"/>
                        <a:pt x="17" y="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2" name="îṩľîďe"/>
                <p:cNvSpPr/>
                <p:nvPr/>
              </p:nvSpPr>
              <p:spPr bwMode="auto">
                <a:xfrm>
                  <a:off x="8374063" y="3521075"/>
                  <a:ext cx="46038" cy="119063"/>
                </a:xfrm>
                <a:custGeom>
                  <a:avLst/>
                  <a:gdLst>
                    <a:gd name="T0" fmla="*/ 0 w 29"/>
                    <a:gd name="T1" fmla="*/ 75 h 75"/>
                    <a:gd name="T2" fmla="*/ 14 w 29"/>
                    <a:gd name="T3" fmla="*/ 75 h 75"/>
                    <a:gd name="T4" fmla="*/ 29 w 29"/>
                    <a:gd name="T5" fmla="*/ 0 h 75"/>
                    <a:gd name="T6" fmla="*/ 14 w 29"/>
                    <a:gd name="T7" fmla="*/ 0 h 75"/>
                    <a:gd name="T8" fmla="*/ 0 w 29"/>
                    <a:gd name="T9" fmla="*/ 75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75">
                      <a:moveTo>
                        <a:pt x="0" y="75"/>
                      </a:moveTo>
                      <a:lnTo>
                        <a:pt x="14" y="75"/>
                      </a:lnTo>
                      <a:lnTo>
                        <a:pt x="29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3" name="iS1idè"/>
                <p:cNvSpPr/>
                <p:nvPr/>
              </p:nvSpPr>
              <p:spPr bwMode="auto">
                <a:xfrm>
                  <a:off x="8432801" y="3521075"/>
                  <a:ext cx="95250" cy="119063"/>
                </a:xfrm>
                <a:custGeom>
                  <a:avLst/>
                  <a:gdLst>
                    <a:gd name="T0" fmla="*/ 0 w 60"/>
                    <a:gd name="T1" fmla="*/ 12 h 75"/>
                    <a:gd name="T2" fmla="*/ 21 w 60"/>
                    <a:gd name="T3" fmla="*/ 12 h 75"/>
                    <a:gd name="T4" fmla="*/ 8 w 60"/>
                    <a:gd name="T5" fmla="*/ 75 h 75"/>
                    <a:gd name="T6" fmla="*/ 23 w 60"/>
                    <a:gd name="T7" fmla="*/ 75 h 75"/>
                    <a:gd name="T8" fmla="*/ 35 w 60"/>
                    <a:gd name="T9" fmla="*/ 12 h 75"/>
                    <a:gd name="T10" fmla="*/ 58 w 60"/>
                    <a:gd name="T11" fmla="*/ 12 h 75"/>
                    <a:gd name="T12" fmla="*/ 60 w 60"/>
                    <a:gd name="T13" fmla="*/ 0 h 75"/>
                    <a:gd name="T14" fmla="*/ 2 w 60"/>
                    <a:gd name="T15" fmla="*/ 0 h 75"/>
                    <a:gd name="T16" fmla="*/ 0 w 60"/>
                    <a:gd name="T17" fmla="*/ 12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0" h="75">
                      <a:moveTo>
                        <a:pt x="0" y="12"/>
                      </a:moveTo>
                      <a:lnTo>
                        <a:pt x="21" y="12"/>
                      </a:lnTo>
                      <a:lnTo>
                        <a:pt x="8" y="75"/>
                      </a:lnTo>
                      <a:lnTo>
                        <a:pt x="23" y="75"/>
                      </a:lnTo>
                      <a:lnTo>
                        <a:pt x="35" y="12"/>
                      </a:lnTo>
                      <a:lnTo>
                        <a:pt x="58" y="12"/>
                      </a:lnTo>
                      <a:lnTo>
                        <a:pt x="60" y="0"/>
                      </a:lnTo>
                      <a:lnTo>
                        <a:pt x="2" y="0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4" name="iṣḷîḋe"/>
                <p:cNvSpPr/>
                <p:nvPr/>
              </p:nvSpPr>
              <p:spPr bwMode="auto">
                <a:xfrm>
                  <a:off x="8531226" y="3521075"/>
                  <a:ext cx="109538" cy="119063"/>
                </a:xfrm>
                <a:custGeom>
                  <a:avLst/>
                  <a:gdLst>
                    <a:gd name="T0" fmla="*/ 25 w 33"/>
                    <a:gd name="T1" fmla="*/ 0 h 36"/>
                    <a:gd name="T2" fmla="*/ 19 w 33"/>
                    <a:gd name="T3" fmla="*/ 7 h 36"/>
                    <a:gd name="T4" fmla="*/ 16 w 33"/>
                    <a:gd name="T5" fmla="*/ 12 h 36"/>
                    <a:gd name="T6" fmla="*/ 14 w 33"/>
                    <a:gd name="T7" fmla="*/ 15 h 36"/>
                    <a:gd name="T8" fmla="*/ 12 w 33"/>
                    <a:gd name="T9" fmla="*/ 10 h 36"/>
                    <a:gd name="T10" fmla="*/ 8 w 33"/>
                    <a:gd name="T11" fmla="*/ 0 h 36"/>
                    <a:gd name="T12" fmla="*/ 0 w 33"/>
                    <a:gd name="T13" fmla="*/ 0 h 36"/>
                    <a:gd name="T14" fmla="*/ 10 w 33"/>
                    <a:gd name="T15" fmla="*/ 22 h 36"/>
                    <a:gd name="T16" fmla="*/ 7 w 33"/>
                    <a:gd name="T17" fmla="*/ 36 h 36"/>
                    <a:gd name="T18" fmla="*/ 14 w 33"/>
                    <a:gd name="T19" fmla="*/ 36 h 36"/>
                    <a:gd name="T20" fmla="*/ 17 w 33"/>
                    <a:gd name="T21" fmla="*/ 23 h 36"/>
                    <a:gd name="T22" fmla="*/ 33 w 33"/>
                    <a:gd name="T23" fmla="*/ 0 h 36"/>
                    <a:gd name="T24" fmla="*/ 25 w 33"/>
                    <a:gd name="T25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33" h="36">
                      <a:moveTo>
                        <a:pt x="25" y="0"/>
                      </a:moveTo>
                      <a:cubicBezTo>
                        <a:pt x="19" y="7"/>
                        <a:pt x="19" y="7"/>
                        <a:pt x="19" y="7"/>
                      </a:cubicBezTo>
                      <a:cubicBezTo>
                        <a:pt x="16" y="12"/>
                        <a:pt x="16" y="12"/>
                        <a:pt x="16" y="12"/>
                      </a:cubicBezTo>
                      <a:cubicBezTo>
                        <a:pt x="15" y="13"/>
                        <a:pt x="15" y="14"/>
                        <a:pt x="14" y="15"/>
                      </a:cubicBezTo>
                      <a:cubicBezTo>
                        <a:pt x="14" y="14"/>
                        <a:pt x="13" y="13"/>
                        <a:pt x="12" y="1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0" y="22"/>
                        <a:pt x="10" y="22"/>
                        <a:pt x="10" y="22"/>
                      </a:cubicBezTo>
                      <a:cubicBezTo>
                        <a:pt x="7" y="36"/>
                        <a:pt x="7" y="36"/>
                        <a:pt x="7" y="36"/>
                      </a:cubicBezTo>
                      <a:cubicBezTo>
                        <a:pt x="14" y="36"/>
                        <a:pt x="14" y="36"/>
                        <a:pt x="14" y="36"/>
                      </a:cubicBezTo>
                      <a:cubicBezTo>
                        <a:pt x="17" y="23"/>
                        <a:pt x="17" y="23"/>
                        <a:pt x="17" y="23"/>
                      </a:cubicBezTo>
                      <a:cubicBezTo>
                        <a:pt x="33" y="0"/>
                        <a:pt x="33" y="0"/>
                        <a:pt x="33" y="0"/>
                      </a:cubicBezTo>
                      <a:lnTo>
                        <a:pt x="2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</p:grpSp>
      </p:grpSp>
      <p:cxnSp>
        <p:nvCxnSpPr>
          <p:cNvPr id="4" name="直线连接符 3"/>
          <p:cNvCxnSpPr/>
          <p:nvPr userDrawn="1"/>
        </p:nvCxnSpPr>
        <p:spPr>
          <a:xfrm>
            <a:off x="0" y="1016000"/>
            <a:ext cx="12192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0" name="图片 109" descr="图片包含 天空, 户外, 建筑物, 日落&#10;&#10;描述已自动生成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9500" l="10000" r="98000">
                        <a14:foregroundMark x1="45583" y1="28625" x2="72750" y2="47875"/>
                        <a14:foregroundMark x1="72750" y1="47875" x2="79000" y2="48875"/>
                        <a14:foregroundMark x1="79000" y1="48875" x2="87083" y2="44750"/>
                        <a14:foregroundMark x1="87083" y1="44750" x2="89333" y2="42875"/>
                        <a14:foregroundMark x1="49697" y1="28104" x2="51500" y2="30625"/>
                        <a14:foregroundMark x1="46583" y1="23750" x2="49595" y2="27961"/>
                        <a14:foregroundMark x1="46917" y1="21000" x2="48333" y2="17125"/>
                        <a14:foregroundMark x1="62917" y1="48125" x2="65250" y2="51750"/>
                        <a14:foregroundMark x1="65250" y1="51750" x2="86750" y2="67750"/>
                        <a14:foregroundMark x1="94417" y1="36500" x2="92917" y2="90875"/>
                        <a14:foregroundMark x1="98000" y1="30875" x2="91667" y2="84250"/>
                        <a14:foregroundMark x1="91667" y1="84250" x2="91333" y2="85500"/>
                        <a14:foregroundMark x1="70000" y1="67000" x2="89333" y2="84250"/>
                        <a14:foregroundMark x1="89333" y1="84250" x2="89333" y2="84250"/>
                        <a14:foregroundMark x1="70500" y1="67000" x2="66333" y2="64125"/>
                        <a14:foregroundMark x1="66333" y1="64125" x2="59333" y2="53500"/>
                        <a14:foregroundMark x1="79333" y1="90625" x2="80167" y2="96250"/>
                        <a14:foregroundMark x1="80167" y1="96250" x2="85167" y2="96625"/>
                        <a14:foregroundMark x1="85167" y1="96625" x2="88083" y2="94625"/>
                        <a14:foregroundMark x1="88083" y1="94625" x2="88167" y2="94625"/>
                        <a14:foregroundMark x1="96750" y1="97500" x2="76750" y2="99500"/>
                        <a14:foregroundMark x1="77799" y1="89875" x2="77667" y2="86250"/>
                        <a14:foregroundMark x1="77984" y1="94938" x2="77927" y2="93375"/>
                        <a14:foregroundMark x1="78000" y1="95375" x2="78056" y2="96909"/>
                        <a14:foregroundMark x1="68667" y1="40875" x2="68417" y2="41125"/>
                        <a14:backgroundMark x1="77667" y1="89875" x2="77667" y2="93375"/>
                        <a14:backgroundMark x1="77833" y1="95625" x2="78167" y2="90625"/>
                        <a14:backgroundMark x1="78500" y1="96125" x2="79000" y2="90375"/>
                        <a14:backgroundMark x1="19833" y1="30625" x2="46417" y2="71000"/>
                        <a14:backgroundMark x1="46417" y1="71000" x2="46417" y2="71000"/>
                        <a14:backgroundMark x1="17000" y1="72500" x2="23583" y2="72625"/>
                        <a14:backgroundMark x1="23583" y1="72625" x2="37833" y2="71875"/>
                        <a14:backgroundMark x1="37833" y1="71875" x2="57167" y2="75375"/>
                        <a14:backgroundMark x1="61667" y1="37000" x2="62000" y2="37375"/>
                        <a14:backgroundMark x1="66667" y1="39375" x2="66917" y2="39750"/>
                        <a14:backgroundMark x1="50917" y1="27125" x2="51000" y2="27625"/>
                      </a14:backgroundRemoval>
                    </a14:imgEffect>
                    <a14:imgEffect>
                      <a14:brightnessContrast bright="72000"/>
                    </a14:imgEffect>
                    <a14:imgEffect>
                      <a14:colorTemperature colorTemp="9660"/>
                    </a14:imgEffect>
                    <a14:imgEffect>
                      <a14:saturation sat="11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8743" t="8413"/>
          <a:stretch>
            <a:fillRect/>
          </a:stretch>
        </p:blipFill>
        <p:spPr>
          <a:xfrm flipH="1">
            <a:off x="-1" y="60500"/>
            <a:ext cx="958611" cy="955500"/>
          </a:xfrm>
          <a:prstGeom prst="rect">
            <a:avLst/>
          </a:prstGeom>
        </p:spPr>
      </p:pic>
      <p:grpSp>
        <p:nvGrpSpPr>
          <p:cNvPr id="107" name="组合 106"/>
          <p:cNvGrpSpPr/>
          <p:nvPr userDrawn="1"/>
        </p:nvGrpSpPr>
        <p:grpSpPr>
          <a:xfrm>
            <a:off x="803275" y="1402933"/>
            <a:ext cx="5296364" cy="4835897"/>
            <a:chOff x="803275" y="1402933"/>
            <a:chExt cx="5296364" cy="4835897"/>
          </a:xfrm>
        </p:grpSpPr>
        <p:sp>
          <p:nvSpPr>
            <p:cNvPr id="108" name="矩形 107"/>
            <p:cNvSpPr/>
            <p:nvPr/>
          </p:nvSpPr>
          <p:spPr>
            <a:xfrm>
              <a:off x="806914" y="1402933"/>
              <a:ext cx="5292725" cy="4832767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/>
            </a:bodyPr>
            <a:lstStyle/>
            <a:p>
              <a:pPr algn="l">
                <a:lnSpc>
                  <a:spcPct val="130000"/>
                </a:lnSpc>
              </a:pPr>
              <a:endPara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09" name="矩形 108"/>
            <p:cNvSpPr/>
            <p:nvPr/>
          </p:nvSpPr>
          <p:spPr>
            <a:xfrm>
              <a:off x="803275" y="1402933"/>
              <a:ext cx="136003" cy="110206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 fontScale="25000" lnSpcReduction="20000"/>
            </a:bodyPr>
            <a:lstStyle/>
            <a:p>
              <a:pPr algn="l">
                <a:lnSpc>
                  <a:spcPct val="130000"/>
                </a:lnSpc>
              </a:pPr>
              <a:endPara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11" name="矩形 110"/>
            <p:cNvSpPr/>
            <p:nvPr/>
          </p:nvSpPr>
          <p:spPr>
            <a:xfrm>
              <a:off x="5959997" y="1402933"/>
              <a:ext cx="136003" cy="110206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 fontScale="25000" lnSpcReduction="20000"/>
            </a:bodyPr>
            <a:lstStyle/>
            <a:p>
              <a:pPr algn="l">
                <a:lnSpc>
                  <a:spcPct val="130000"/>
                </a:lnSpc>
              </a:pPr>
              <a:endPara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12" name="矩形 111"/>
            <p:cNvSpPr/>
            <p:nvPr/>
          </p:nvSpPr>
          <p:spPr>
            <a:xfrm>
              <a:off x="808355" y="6111435"/>
              <a:ext cx="136003" cy="127395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 fontScale="25000" lnSpcReduction="20000"/>
            </a:bodyPr>
            <a:lstStyle/>
            <a:p>
              <a:pPr algn="l">
                <a:lnSpc>
                  <a:spcPct val="130000"/>
                </a:lnSpc>
              </a:pPr>
              <a:endPara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13" name="矩形 112"/>
            <p:cNvSpPr/>
            <p:nvPr/>
          </p:nvSpPr>
          <p:spPr>
            <a:xfrm>
              <a:off x="5959997" y="6111435"/>
              <a:ext cx="136003" cy="127395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 fontScale="25000" lnSpcReduction="20000"/>
            </a:bodyPr>
            <a:lstStyle/>
            <a:p>
              <a:pPr algn="l">
                <a:lnSpc>
                  <a:spcPct val="130000"/>
                </a:lnSpc>
              </a:pPr>
              <a:endPara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5" name="图片占位符 4"/>
          <p:cNvSpPr>
            <a:spLocks noGrp="1"/>
          </p:cNvSpPr>
          <p:nvPr>
            <p:ph type="pic" sz="quarter" idx="11"/>
          </p:nvPr>
        </p:nvSpPr>
        <p:spPr>
          <a:xfrm>
            <a:off x="939278" y="1513139"/>
            <a:ext cx="5031536" cy="4598296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张图片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3275" y="393486"/>
            <a:ext cx="8970989" cy="663575"/>
          </a:xfrm>
          <a:prstGeom prst="rect">
            <a:avLst/>
          </a:prstGeom>
        </p:spPr>
        <p:txBody>
          <a:bodyPr lIns="0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245" name="组合 244"/>
          <p:cNvGrpSpPr/>
          <p:nvPr userDrawn="1"/>
        </p:nvGrpSpPr>
        <p:grpSpPr>
          <a:xfrm>
            <a:off x="9895088" y="468793"/>
            <a:ext cx="1480571" cy="458860"/>
            <a:chOff x="2558030" y="228446"/>
            <a:chExt cx="6774643" cy="2099603"/>
          </a:xfrm>
        </p:grpSpPr>
        <p:grpSp>
          <p:nvGrpSpPr>
            <p:cNvPr id="246" name="íšḻîďê"/>
            <p:cNvGrpSpPr/>
            <p:nvPr userDrawn="1"/>
          </p:nvGrpSpPr>
          <p:grpSpPr>
            <a:xfrm>
              <a:off x="2558030" y="228446"/>
              <a:ext cx="2085857" cy="2099603"/>
              <a:chOff x="3551238" y="3067050"/>
              <a:chExt cx="722313" cy="727075"/>
            </a:xfrm>
          </p:grpSpPr>
          <p:sp>
            <p:nvSpPr>
              <p:cNvPr id="276" name="ïş1íḍê"/>
              <p:cNvSpPr/>
              <p:nvPr/>
            </p:nvSpPr>
            <p:spPr bwMode="auto">
              <a:xfrm>
                <a:off x="3575051" y="3087688"/>
                <a:ext cx="673100" cy="679450"/>
              </a:xfrm>
              <a:custGeom>
                <a:avLst/>
                <a:gdLst>
                  <a:gd name="T0" fmla="*/ 102 w 204"/>
                  <a:gd name="T1" fmla="*/ 0 h 204"/>
                  <a:gd name="T2" fmla="*/ 204 w 204"/>
                  <a:gd name="T3" fmla="*/ 102 h 204"/>
                  <a:gd name="T4" fmla="*/ 102 w 204"/>
                  <a:gd name="T5" fmla="*/ 204 h 204"/>
                  <a:gd name="T6" fmla="*/ 0 w 204"/>
                  <a:gd name="T7" fmla="*/ 102 h 204"/>
                  <a:gd name="T8" fmla="*/ 102 w 204"/>
                  <a:gd name="T9" fmla="*/ 0 h 204"/>
                  <a:gd name="T10" fmla="*/ 102 w 204"/>
                  <a:gd name="T11" fmla="*/ 25 h 204"/>
                  <a:gd name="T12" fmla="*/ 24 w 204"/>
                  <a:gd name="T13" fmla="*/ 103 h 204"/>
                  <a:gd name="T14" fmla="*/ 102 w 204"/>
                  <a:gd name="T15" fmla="*/ 181 h 204"/>
                  <a:gd name="T16" fmla="*/ 180 w 204"/>
                  <a:gd name="T17" fmla="*/ 103 h 204"/>
                  <a:gd name="T18" fmla="*/ 102 w 204"/>
                  <a:gd name="T19" fmla="*/ 25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4" h="204">
                    <a:moveTo>
                      <a:pt x="102" y="0"/>
                    </a:moveTo>
                    <a:cubicBezTo>
                      <a:pt x="159" y="0"/>
                      <a:pt x="204" y="46"/>
                      <a:pt x="204" y="102"/>
                    </a:cubicBezTo>
                    <a:cubicBezTo>
                      <a:pt x="204" y="158"/>
                      <a:pt x="159" y="204"/>
                      <a:pt x="102" y="204"/>
                    </a:cubicBezTo>
                    <a:cubicBezTo>
                      <a:pt x="46" y="204"/>
                      <a:pt x="0" y="158"/>
                      <a:pt x="0" y="102"/>
                    </a:cubicBezTo>
                    <a:cubicBezTo>
                      <a:pt x="0" y="46"/>
                      <a:pt x="46" y="0"/>
                      <a:pt x="102" y="0"/>
                    </a:cubicBezTo>
                    <a:close/>
                    <a:moveTo>
                      <a:pt x="102" y="25"/>
                    </a:moveTo>
                    <a:cubicBezTo>
                      <a:pt x="59" y="25"/>
                      <a:pt x="24" y="60"/>
                      <a:pt x="24" y="103"/>
                    </a:cubicBezTo>
                    <a:cubicBezTo>
                      <a:pt x="24" y="146"/>
                      <a:pt x="59" y="181"/>
                      <a:pt x="102" y="181"/>
                    </a:cubicBezTo>
                    <a:cubicBezTo>
                      <a:pt x="145" y="181"/>
                      <a:pt x="180" y="146"/>
                      <a:pt x="180" y="103"/>
                    </a:cubicBezTo>
                    <a:cubicBezTo>
                      <a:pt x="180" y="60"/>
                      <a:pt x="145" y="25"/>
                      <a:pt x="102" y="25"/>
                    </a:cubicBezTo>
                    <a:close/>
                  </a:path>
                </a:pathLst>
              </a:custGeom>
              <a:solidFill>
                <a:srgbClr val="0052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7" name="íšḻïḍè"/>
              <p:cNvSpPr/>
              <p:nvPr/>
            </p:nvSpPr>
            <p:spPr bwMode="auto">
              <a:xfrm>
                <a:off x="3621088" y="3103563"/>
                <a:ext cx="584200" cy="203200"/>
              </a:xfrm>
              <a:custGeom>
                <a:avLst/>
                <a:gdLst>
                  <a:gd name="T0" fmla="*/ 8 w 177"/>
                  <a:gd name="T1" fmla="*/ 53 h 61"/>
                  <a:gd name="T2" fmla="*/ 0 w 177"/>
                  <a:gd name="T3" fmla="*/ 56 h 61"/>
                  <a:gd name="T4" fmla="*/ 5 w 177"/>
                  <a:gd name="T5" fmla="*/ 52 h 61"/>
                  <a:gd name="T6" fmla="*/ 4 w 177"/>
                  <a:gd name="T7" fmla="*/ 50 h 61"/>
                  <a:gd name="T8" fmla="*/ 5 w 177"/>
                  <a:gd name="T9" fmla="*/ 48 h 61"/>
                  <a:gd name="T10" fmla="*/ 10 w 177"/>
                  <a:gd name="T11" fmla="*/ 41 h 61"/>
                  <a:gd name="T12" fmla="*/ 17 w 177"/>
                  <a:gd name="T13" fmla="*/ 50 h 61"/>
                  <a:gd name="T14" fmla="*/ 14 w 177"/>
                  <a:gd name="T15" fmla="*/ 35 h 61"/>
                  <a:gd name="T16" fmla="*/ 23 w 177"/>
                  <a:gd name="T17" fmla="*/ 46 h 61"/>
                  <a:gd name="T18" fmla="*/ 31 w 177"/>
                  <a:gd name="T19" fmla="*/ 38 h 61"/>
                  <a:gd name="T20" fmla="*/ 29 w 177"/>
                  <a:gd name="T21" fmla="*/ 40 h 61"/>
                  <a:gd name="T22" fmla="*/ 18 w 177"/>
                  <a:gd name="T23" fmla="*/ 32 h 61"/>
                  <a:gd name="T24" fmla="*/ 19 w 177"/>
                  <a:gd name="T25" fmla="*/ 30 h 61"/>
                  <a:gd name="T26" fmla="*/ 21 w 177"/>
                  <a:gd name="T27" fmla="*/ 27 h 61"/>
                  <a:gd name="T28" fmla="*/ 41 w 177"/>
                  <a:gd name="T29" fmla="*/ 29 h 61"/>
                  <a:gd name="T30" fmla="*/ 43 w 177"/>
                  <a:gd name="T31" fmla="*/ 29 h 61"/>
                  <a:gd name="T32" fmla="*/ 35 w 177"/>
                  <a:gd name="T33" fmla="*/ 35 h 61"/>
                  <a:gd name="T34" fmla="*/ 31 w 177"/>
                  <a:gd name="T35" fmla="*/ 21 h 61"/>
                  <a:gd name="T36" fmla="*/ 46 w 177"/>
                  <a:gd name="T37" fmla="*/ 11 h 61"/>
                  <a:gd name="T38" fmla="*/ 47 w 177"/>
                  <a:gd name="T39" fmla="*/ 11 h 61"/>
                  <a:gd name="T40" fmla="*/ 47 w 177"/>
                  <a:gd name="T41" fmla="*/ 26 h 61"/>
                  <a:gd name="T42" fmla="*/ 39 w 177"/>
                  <a:gd name="T43" fmla="*/ 15 h 61"/>
                  <a:gd name="T44" fmla="*/ 72 w 177"/>
                  <a:gd name="T45" fmla="*/ 16 h 61"/>
                  <a:gd name="T46" fmla="*/ 71 w 177"/>
                  <a:gd name="T47" fmla="*/ 2 h 61"/>
                  <a:gd name="T48" fmla="*/ 65 w 177"/>
                  <a:gd name="T49" fmla="*/ 15 h 61"/>
                  <a:gd name="T50" fmla="*/ 64 w 177"/>
                  <a:gd name="T51" fmla="*/ 4 h 61"/>
                  <a:gd name="T52" fmla="*/ 84 w 177"/>
                  <a:gd name="T53" fmla="*/ 1 h 61"/>
                  <a:gd name="T54" fmla="*/ 84 w 177"/>
                  <a:gd name="T55" fmla="*/ 1 h 61"/>
                  <a:gd name="T56" fmla="*/ 78 w 177"/>
                  <a:gd name="T57" fmla="*/ 16 h 61"/>
                  <a:gd name="T58" fmla="*/ 77 w 177"/>
                  <a:gd name="T59" fmla="*/ 15 h 61"/>
                  <a:gd name="T60" fmla="*/ 90 w 177"/>
                  <a:gd name="T61" fmla="*/ 1 h 61"/>
                  <a:gd name="T62" fmla="*/ 94 w 177"/>
                  <a:gd name="T63" fmla="*/ 15 h 61"/>
                  <a:gd name="T64" fmla="*/ 92 w 177"/>
                  <a:gd name="T65" fmla="*/ 15 h 61"/>
                  <a:gd name="T66" fmla="*/ 113 w 177"/>
                  <a:gd name="T67" fmla="*/ 3 h 61"/>
                  <a:gd name="T68" fmla="*/ 102 w 177"/>
                  <a:gd name="T69" fmla="*/ 2 h 61"/>
                  <a:gd name="T70" fmla="*/ 105 w 177"/>
                  <a:gd name="T71" fmla="*/ 14 h 61"/>
                  <a:gd name="T72" fmla="*/ 117 w 177"/>
                  <a:gd name="T73" fmla="*/ 5 h 61"/>
                  <a:gd name="T74" fmla="*/ 122 w 177"/>
                  <a:gd name="T75" fmla="*/ 19 h 61"/>
                  <a:gd name="T76" fmla="*/ 119 w 177"/>
                  <a:gd name="T77" fmla="*/ 13 h 61"/>
                  <a:gd name="T78" fmla="*/ 121 w 177"/>
                  <a:gd name="T79" fmla="*/ 12 h 61"/>
                  <a:gd name="T80" fmla="*/ 124 w 177"/>
                  <a:gd name="T81" fmla="*/ 10 h 61"/>
                  <a:gd name="T82" fmla="*/ 131 w 177"/>
                  <a:gd name="T83" fmla="*/ 26 h 61"/>
                  <a:gd name="T84" fmla="*/ 126 w 177"/>
                  <a:gd name="T85" fmla="*/ 23 h 61"/>
                  <a:gd name="T86" fmla="*/ 124 w 177"/>
                  <a:gd name="T87" fmla="*/ 23 h 61"/>
                  <a:gd name="T88" fmla="*/ 137 w 177"/>
                  <a:gd name="T89" fmla="*/ 14 h 61"/>
                  <a:gd name="T90" fmla="*/ 133 w 177"/>
                  <a:gd name="T91" fmla="*/ 11 h 61"/>
                  <a:gd name="T92" fmla="*/ 137 w 177"/>
                  <a:gd name="T93" fmla="*/ 32 h 61"/>
                  <a:gd name="T94" fmla="*/ 137 w 177"/>
                  <a:gd name="T95" fmla="*/ 32 h 61"/>
                  <a:gd name="T96" fmla="*/ 145 w 177"/>
                  <a:gd name="T97" fmla="*/ 19 h 61"/>
                  <a:gd name="T98" fmla="*/ 146 w 177"/>
                  <a:gd name="T99" fmla="*/ 19 h 61"/>
                  <a:gd name="T100" fmla="*/ 159 w 177"/>
                  <a:gd name="T101" fmla="*/ 31 h 61"/>
                  <a:gd name="T102" fmla="*/ 149 w 177"/>
                  <a:gd name="T103" fmla="*/ 42 h 61"/>
                  <a:gd name="T104" fmla="*/ 155 w 177"/>
                  <a:gd name="T105" fmla="*/ 27 h 61"/>
                  <a:gd name="T106" fmla="*/ 166 w 177"/>
                  <a:gd name="T107" fmla="*/ 40 h 61"/>
                  <a:gd name="T108" fmla="*/ 160 w 177"/>
                  <a:gd name="T109" fmla="*/ 37 h 61"/>
                  <a:gd name="T110" fmla="*/ 153 w 177"/>
                  <a:gd name="T111" fmla="*/ 46 h 61"/>
                  <a:gd name="T112" fmla="*/ 177 w 177"/>
                  <a:gd name="T113" fmla="*/ 55 h 61"/>
                  <a:gd name="T114" fmla="*/ 162 w 177"/>
                  <a:gd name="T115" fmla="*/ 60 h 61"/>
                  <a:gd name="T116" fmla="*/ 165 w 177"/>
                  <a:gd name="T117" fmla="*/ 55 h 61"/>
                  <a:gd name="T118" fmla="*/ 173 w 177"/>
                  <a:gd name="T119" fmla="*/ 49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77" h="61">
                    <a:moveTo>
                      <a:pt x="6" y="46"/>
                    </a:moveTo>
                    <a:cubicBezTo>
                      <a:pt x="6" y="46"/>
                      <a:pt x="6" y="46"/>
                      <a:pt x="6" y="46"/>
                    </a:cubicBezTo>
                    <a:cubicBezTo>
                      <a:pt x="6" y="46"/>
                      <a:pt x="6" y="46"/>
                      <a:pt x="6" y="46"/>
                    </a:cubicBezTo>
                    <a:cubicBezTo>
                      <a:pt x="6" y="46"/>
                      <a:pt x="6" y="47"/>
                      <a:pt x="6" y="47"/>
                    </a:cubicBezTo>
                    <a:cubicBezTo>
                      <a:pt x="6" y="47"/>
                      <a:pt x="6" y="47"/>
                      <a:pt x="6" y="47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8" y="53"/>
                      <a:pt x="8" y="53"/>
                      <a:pt x="8" y="53"/>
                    </a:cubicBezTo>
                    <a:cubicBezTo>
                      <a:pt x="8" y="54"/>
                      <a:pt x="8" y="54"/>
                      <a:pt x="8" y="54"/>
                    </a:cubicBezTo>
                    <a:cubicBezTo>
                      <a:pt x="15" y="60"/>
                      <a:pt x="15" y="60"/>
                      <a:pt x="15" y="60"/>
                    </a:cubicBezTo>
                    <a:cubicBezTo>
                      <a:pt x="15" y="61"/>
                      <a:pt x="15" y="61"/>
                      <a:pt x="15" y="61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4"/>
                      <a:pt x="2" y="54"/>
                    </a:cubicBezTo>
                    <a:cubicBezTo>
                      <a:pt x="2" y="54"/>
                      <a:pt x="2" y="54"/>
                      <a:pt x="2" y="54"/>
                    </a:cubicBezTo>
                    <a:cubicBezTo>
                      <a:pt x="11" y="58"/>
                      <a:pt x="11" y="58"/>
                      <a:pt x="11" y="58"/>
                    </a:cubicBezTo>
                    <a:cubicBezTo>
                      <a:pt x="12" y="58"/>
                      <a:pt x="12" y="58"/>
                      <a:pt x="12" y="58"/>
                    </a:cubicBezTo>
                    <a:cubicBezTo>
                      <a:pt x="5" y="52"/>
                      <a:pt x="5" y="52"/>
                      <a:pt x="5" y="52"/>
                    </a:cubicBezTo>
                    <a:cubicBezTo>
                      <a:pt x="4" y="52"/>
                      <a:pt x="4" y="52"/>
                      <a:pt x="4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2" y="52"/>
                      <a:pt x="2" y="52"/>
                      <a:pt x="2" y="52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4" y="50"/>
                      <a:pt x="4" y="50"/>
                      <a:pt x="4" y="50"/>
                    </a:cubicBezTo>
                    <a:cubicBezTo>
                      <a:pt x="4" y="50"/>
                      <a:pt x="4" y="50"/>
                      <a:pt x="4" y="50"/>
                    </a:cubicBezTo>
                    <a:cubicBezTo>
                      <a:pt x="4" y="50"/>
                      <a:pt x="4" y="50"/>
                      <a:pt x="4" y="51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6" y="48"/>
                      <a:pt x="6" y="48"/>
                      <a:pt x="6" y="48"/>
                    </a:cubicBezTo>
                    <a:cubicBezTo>
                      <a:pt x="6" y="48"/>
                      <a:pt x="6" y="48"/>
                      <a:pt x="5" y="48"/>
                    </a:cubicBezTo>
                    <a:cubicBezTo>
                      <a:pt x="5" y="48"/>
                      <a:pt x="5" y="48"/>
                      <a:pt x="5" y="48"/>
                    </a:cubicBezTo>
                    <a:cubicBezTo>
                      <a:pt x="5" y="48"/>
                      <a:pt x="5" y="48"/>
                      <a:pt x="5" y="48"/>
                    </a:cubicBezTo>
                    <a:cubicBezTo>
                      <a:pt x="4" y="48"/>
                      <a:pt x="4" y="48"/>
                      <a:pt x="4" y="48"/>
                    </a:cubicBezTo>
                    <a:cubicBezTo>
                      <a:pt x="6" y="46"/>
                      <a:pt x="6" y="46"/>
                      <a:pt x="6" y="46"/>
                    </a:cubicBezTo>
                    <a:close/>
                    <a:moveTo>
                      <a:pt x="22" y="48"/>
                    </a:moveTo>
                    <a:cubicBezTo>
                      <a:pt x="22" y="49"/>
                      <a:pt x="21" y="49"/>
                      <a:pt x="21" y="49"/>
                    </a:cubicBezTo>
                    <a:cubicBezTo>
                      <a:pt x="20" y="50"/>
                      <a:pt x="19" y="49"/>
                      <a:pt x="18" y="48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1"/>
                      <a:pt x="10" y="41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7" y="43"/>
                      <a:pt x="7" y="43"/>
                      <a:pt x="7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9" y="43"/>
                      <a:pt x="9" y="43"/>
                      <a:pt x="9" y="43"/>
                    </a:cubicBezTo>
                    <a:cubicBezTo>
                      <a:pt x="17" y="50"/>
                      <a:pt x="17" y="50"/>
                      <a:pt x="17" y="50"/>
                    </a:cubicBezTo>
                    <a:cubicBezTo>
                      <a:pt x="18" y="50"/>
                      <a:pt x="19" y="51"/>
                      <a:pt x="20" y="50"/>
                    </a:cubicBezTo>
                    <a:cubicBezTo>
                      <a:pt x="21" y="50"/>
                      <a:pt x="22" y="50"/>
                      <a:pt x="23" y="49"/>
                    </a:cubicBezTo>
                    <a:cubicBezTo>
                      <a:pt x="24" y="48"/>
                      <a:pt x="24" y="47"/>
                      <a:pt x="24" y="46"/>
                    </a:cubicBezTo>
                    <a:cubicBezTo>
                      <a:pt x="24" y="45"/>
                      <a:pt x="23" y="44"/>
                      <a:pt x="22" y="43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4" y="35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2" y="38"/>
                      <a:pt x="12" y="38"/>
                      <a:pt x="12" y="38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3" y="37"/>
                      <a:pt x="14" y="37"/>
                      <a:pt x="14" y="37"/>
                    </a:cubicBezTo>
                    <a:cubicBezTo>
                      <a:pt x="22" y="44"/>
                      <a:pt x="22" y="44"/>
                      <a:pt x="22" y="44"/>
                    </a:cubicBezTo>
                    <a:cubicBezTo>
                      <a:pt x="23" y="44"/>
                      <a:pt x="23" y="45"/>
                      <a:pt x="23" y="46"/>
                    </a:cubicBezTo>
                    <a:cubicBezTo>
                      <a:pt x="23" y="47"/>
                      <a:pt x="23" y="47"/>
                      <a:pt x="22" y="48"/>
                    </a:cubicBezTo>
                    <a:close/>
                    <a:moveTo>
                      <a:pt x="33" y="36"/>
                    </a:moveTo>
                    <a:cubicBezTo>
                      <a:pt x="33" y="36"/>
                      <a:pt x="33" y="36"/>
                      <a:pt x="33" y="36"/>
                    </a:cubicBezTo>
                    <a:cubicBezTo>
                      <a:pt x="33" y="36"/>
                      <a:pt x="34" y="36"/>
                      <a:pt x="34" y="36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32" y="39"/>
                      <a:pt x="32" y="39"/>
                      <a:pt x="32" y="39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2" y="38"/>
                      <a:pt x="32" y="37"/>
                      <a:pt x="32" y="37"/>
                    </a:cubicBezTo>
                    <a:cubicBezTo>
                      <a:pt x="32" y="37"/>
                      <a:pt x="32" y="37"/>
                      <a:pt x="32" y="37"/>
                    </a:cubicBezTo>
                    <a:cubicBezTo>
                      <a:pt x="27" y="32"/>
                      <a:pt x="27" y="32"/>
                      <a:pt x="27" y="32"/>
                    </a:cubicBezTo>
                    <a:cubicBezTo>
                      <a:pt x="23" y="36"/>
                      <a:pt x="23" y="36"/>
                      <a:pt x="23" y="36"/>
                    </a:cubicBezTo>
                    <a:cubicBezTo>
                      <a:pt x="28" y="40"/>
                      <a:pt x="28" y="40"/>
                      <a:pt x="28" y="40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8" y="41"/>
                      <a:pt x="29" y="41"/>
                      <a:pt x="29" y="40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30" y="41"/>
                      <a:pt x="30" y="41"/>
                      <a:pt x="30" y="41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2"/>
                      <a:pt x="27" y="42"/>
                      <a:pt x="27" y="42"/>
                    </a:cubicBezTo>
                    <a:cubicBezTo>
                      <a:pt x="27" y="42"/>
                      <a:pt x="27" y="42"/>
                      <a:pt x="27" y="41"/>
                    </a:cubicBezTo>
                    <a:cubicBezTo>
                      <a:pt x="18" y="32"/>
                      <a:pt x="18" y="32"/>
                      <a:pt x="18" y="32"/>
                    </a:cubicBezTo>
                    <a:cubicBezTo>
                      <a:pt x="18" y="32"/>
                      <a:pt x="17" y="32"/>
                      <a:pt x="17" y="32"/>
                    </a:cubicBezTo>
                    <a:cubicBezTo>
                      <a:pt x="17" y="32"/>
                      <a:pt x="17" y="32"/>
                      <a:pt x="17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1"/>
                      <a:pt x="19" y="31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7" y="31"/>
                      <a:pt x="27" y="31"/>
                      <a:pt x="27" y="31"/>
                    </a:cubicBezTo>
                    <a:cubicBezTo>
                      <a:pt x="23" y="27"/>
                      <a:pt x="23" y="27"/>
                      <a:pt x="23" y="27"/>
                    </a:cubicBezTo>
                    <a:cubicBezTo>
                      <a:pt x="23" y="27"/>
                      <a:pt x="22" y="27"/>
                      <a:pt x="22" y="27"/>
                    </a:cubicBezTo>
                    <a:cubicBezTo>
                      <a:pt x="22" y="27"/>
                      <a:pt x="22" y="27"/>
                      <a:pt x="22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6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33" y="36"/>
                      <a:pt x="33" y="36"/>
                      <a:pt x="33" y="36"/>
                    </a:cubicBezTo>
                    <a:close/>
                    <a:moveTo>
                      <a:pt x="38" y="26"/>
                    </a:moveTo>
                    <a:cubicBezTo>
                      <a:pt x="41" y="29"/>
                      <a:pt x="41" y="29"/>
                      <a:pt x="41" y="29"/>
                    </a:cubicBezTo>
                    <a:cubicBezTo>
                      <a:pt x="41" y="29"/>
                      <a:pt x="41" y="30"/>
                      <a:pt x="41" y="30"/>
                    </a:cubicBezTo>
                    <a:cubicBezTo>
                      <a:pt x="41" y="30"/>
                      <a:pt x="41" y="30"/>
                      <a:pt x="41" y="30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3" y="29"/>
                      <a:pt x="42" y="29"/>
                      <a:pt x="42" y="28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5" y="33"/>
                      <a:pt x="35" y="33"/>
                      <a:pt x="35" y="33"/>
                    </a:cubicBezTo>
                    <a:cubicBezTo>
                      <a:pt x="35" y="33"/>
                      <a:pt x="35" y="34"/>
                      <a:pt x="35" y="34"/>
                    </a:cubicBezTo>
                    <a:cubicBezTo>
                      <a:pt x="35" y="34"/>
                      <a:pt x="35" y="34"/>
                      <a:pt x="35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7" y="33"/>
                      <a:pt x="37" y="33"/>
                      <a:pt x="37" y="33"/>
                    </a:cubicBezTo>
                    <a:cubicBezTo>
                      <a:pt x="37" y="33"/>
                      <a:pt x="37" y="33"/>
                      <a:pt x="36" y="33"/>
                    </a:cubicBezTo>
                    <a:cubicBezTo>
                      <a:pt x="36" y="33"/>
                      <a:pt x="36" y="32"/>
                      <a:pt x="36" y="32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8" y="26"/>
                      <a:pt x="38" y="26"/>
                      <a:pt x="38" y="26"/>
                    </a:cubicBezTo>
                    <a:close/>
                    <a:moveTo>
                      <a:pt x="31" y="21"/>
                    </a:moveTo>
                    <a:cubicBezTo>
                      <a:pt x="31" y="21"/>
                      <a:pt x="31" y="21"/>
                      <a:pt x="31" y="21"/>
                    </a:cubicBezTo>
                    <a:cubicBezTo>
                      <a:pt x="34" y="28"/>
                      <a:pt x="34" y="28"/>
                      <a:pt x="34" y="28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1" y="21"/>
                      <a:pt x="31" y="21"/>
                      <a:pt x="31" y="21"/>
                    </a:cubicBezTo>
                    <a:close/>
                    <a:moveTo>
                      <a:pt x="51" y="21"/>
                    </a:moveTo>
                    <a:cubicBezTo>
                      <a:pt x="51" y="21"/>
                      <a:pt x="51" y="21"/>
                      <a:pt x="51" y="2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6" y="11"/>
                      <a:pt x="45" y="11"/>
                    </a:cubicBezTo>
                    <a:cubicBezTo>
                      <a:pt x="45" y="11"/>
                      <a:pt x="45" y="11"/>
                      <a:pt x="45" y="11"/>
                    </a:cubicBezTo>
                    <a:cubicBezTo>
                      <a:pt x="44" y="11"/>
                      <a:pt x="44" y="11"/>
                      <a:pt x="44" y="11"/>
                    </a:cubicBezTo>
                    <a:cubicBezTo>
                      <a:pt x="48" y="9"/>
                      <a:pt x="48" y="9"/>
                      <a:pt x="48" y="9"/>
                    </a:cubicBezTo>
                    <a:cubicBezTo>
                      <a:pt x="48" y="10"/>
                      <a:pt x="48" y="10"/>
                      <a:pt x="48" y="1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47" y="10"/>
                      <a:pt x="47" y="11"/>
                      <a:pt x="47" y="11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7" y="26"/>
                      <a:pt x="47" y="26"/>
                      <a:pt x="47" y="26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5" y="28"/>
                      <a:pt x="45" y="28"/>
                      <a:pt x="45" y="28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6" y="27"/>
                      <a:pt x="46" y="26"/>
                      <a:pt x="45" y="26"/>
                    </a:cubicBezTo>
                    <a:cubicBezTo>
                      <a:pt x="39" y="15"/>
                      <a:pt x="39" y="15"/>
                      <a:pt x="39" y="15"/>
                    </a:cubicBezTo>
                    <a:cubicBezTo>
                      <a:pt x="39" y="14"/>
                      <a:pt x="39" y="14"/>
                      <a:pt x="39" y="14"/>
                    </a:cubicBezTo>
                    <a:cubicBezTo>
                      <a:pt x="39" y="14"/>
                      <a:pt x="39" y="14"/>
                      <a:pt x="38" y="14"/>
                    </a:cubicBezTo>
                    <a:cubicBezTo>
                      <a:pt x="38" y="15"/>
                      <a:pt x="38" y="15"/>
                      <a:pt x="38" y="15"/>
                    </a:cubicBezTo>
                    <a:cubicBezTo>
                      <a:pt x="37" y="14"/>
                      <a:pt x="37" y="14"/>
                      <a:pt x="37" y="14"/>
                    </a:cubicBezTo>
                    <a:cubicBezTo>
                      <a:pt x="40" y="13"/>
                      <a:pt x="40" y="13"/>
                      <a:pt x="40" y="13"/>
                    </a:cubicBezTo>
                    <a:cubicBezTo>
                      <a:pt x="51" y="21"/>
                      <a:pt x="51" y="21"/>
                      <a:pt x="51" y="21"/>
                    </a:cubicBezTo>
                    <a:close/>
                    <a:moveTo>
                      <a:pt x="70" y="17"/>
                    </a:moveTo>
                    <a:cubicBezTo>
                      <a:pt x="70" y="17"/>
                      <a:pt x="71" y="17"/>
                      <a:pt x="72" y="16"/>
                    </a:cubicBezTo>
                    <a:cubicBezTo>
                      <a:pt x="72" y="15"/>
                      <a:pt x="72" y="14"/>
                      <a:pt x="72" y="14"/>
                    </a:cubicBezTo>
                    <a:cubicBezTo>
                      <a:pt x="70" y="3"/>
                      <a:pt x="70" y="3"/>
                      <a:pt x="70" y="3"/>
                    </a:cubicBezTo>
                    <a:cubicBezTo>
                      <a:pt x="70" y="3"/>
                      <a:pt x="69" y="3"/>
                      <a:pt x="69" y="3"/>
                    </a:cubicBezTo>
                    <a:cubicBezTo>
                      <a:pt x="69" y="3"/>
                      <a:pt x="69" y="3"/>
                      <a:pt x="69" y="3"/>
                    </a:cubicBezTo>
                    <a:cubicBezTo>
                      <a:pt x="68" y="3"/>
                      <a:pt x="68" y="3"/>
                      <a:pt x="68" y="3"/>
                    </a:cubicBezTo>
                    <a:cubicBezTo>
                      <a:pt x="68" y="2"/>
                      <a:pt x="68" y="2"/>
                      <a:pt x="68" y="2"/>
                    </a:cubicBezTo>
                    <a:cubicBezTo>
                      <a:pt x="71" y="1"/>
                      <a:pt x="71" y="1"/>
                      <a:pt x="71" y="1"/>
                    </a:cubicBezTo>
                    <a:cubicBezTo>
                      <a:pt x="71" y="2"/>
                      <a:pt x="71" y="2"/>
                      <a:pt x="71" y="2"/>
                    </a:cubicBezTo>
                    <a:cubicBezTo>
                      <a:pt x="71" y="2"/>
                      <a:pt x="71" y="2"/>
                      <a:pt x="71" y="2"/>
                    </a:cubicBezTo>
                    <a:cubicBezTo>
                      <a:pt x="71" y="2"/>
                      <a:pt x="70" y="2"/>
                      <a:pt x="70" y="2"/>
                    </a:cubicBezTo>
                    <a:cubicBezTo>
                      <a:pt x="70" y="3"/>
                      <a:pt x="70" y="3"/>
                      <a:pt x="70" y="3"/>
                    </a:cubicBezTo>
                    <a:cubicBezTo>
                      <a:pt x="73" y="13"/>
                      <a:pt x="73" y="13"/>
                      <a:pt x="73" y="13"/>
                    </a:cubicBezTo>
                    <a:cubicBezTo>
                      <a:pt x="73" y="15"/>
                      <a:pt x="73" y="16"/>
                      <a:pt x="72" y="16"/>
                    </a:cubicBezTo>
                    <a:cubicBezTo>
                      <a:pt x="71" y="17"/>
                      <a:pt x="71" y="18"/>
                      <a:pt x="70" y="18"/>
                    </a:cubicBezTo>
                    <a:cubicBezTo>
                      <a:pt x="68" y="18"/>
                      <a:pt x="67" y="18"/>
                      <a:pt x="66" y="18"/>
                    </a:cubicBezTo>
                    <a:cubicBezTo>
                      <a:pt x="66" y="17"/>
                      <a:pt x="65" y="17"/>
                      <a:pt x="65" y="15"/>
                    </a:cubicBezTo>
                    <a:cubicBezTo>
                      <a:pt x="62" y="5"/>
                      <a:pt x="62" y="5"/>
                      <a:pt x="62" y="5"/>
                    </a:cubicBezTo>
                    <a:cubicBezTo>
                      <a:pt x="62" y="5"/>
                      <a:pt x="62" y="4"/>
                      <a:pt x="62" y="4"/>
                    </a:cubicBezTo>
                    <a:cubicBezTo>
                      <a:pt x="62" y="4"/>
                      <a:pt x="62" y="4"/>
                      <a:pt x="61" y="4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5" y="3"/>
                      <a:pt x="65" y="3"/>
                      <a:pt x="65" y="3"/>
                    </a:cubicBezTo>
                    <a:cubicBezTo>
                      <a:pt x="65" y="4"/>
                      <a:pt x="65" y="4"/>
                      <a:pt x="65" y="4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4"/>
                      <a:pt x="64" y="4"/>
                      <a:pt x="64" y="5"/>
                    </a:cubicBezTo>
                    <a:cubicBezTo>
                      <a:pt x="66" y="15"/>
                      <a:pt x="66" y="15"/>
                      <a:pt x="66" y="15"/>
                    </a:cubicBezTo>
                    <a:cubicBezTo>
                      <a:pt x="66" y="16"/>
                      <a:pt x="67" y="17"/>
                      <a:pt x="67" y="17"/>
                    </a:cubicBezTo>
                    <a:cubicBezTo>
                      <a:pt x="68" y="18"/>
                      <a:pt x="69" y="18"/>
                      <a:pt x="70" y="17"/>
                    </a:cubicBezTo>
                    <a:close/>
                    <a:moveTo>
                      <a:pt x="84" y="12"/>
                    </a:moveTo>
                    <a:cubicBezTo>
                      <a:pt x="84" y="12"/>
                      <a:pt x="84" y="12"/>
                      <a:pt x="84" y="12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4" y="1"/>
                      <a:pt x="84" y="1"/>
                      <a:pt x="83" y="1"/>
                    </a:cubicBezTo>
                    <a:cubicBezTo>
                      <a:pt x="83" y="1"/>
                      <a:pt x="83" y="1"/>
                      <a:pt x="83" y="1"/>
                    </a:cubicBezTo>
                    <a:cubicBezTo>
                      <a:pt x="82" y="1"/>
                      <a:pt x="82" y="1"/>
                      <a:pt x="82" y="1"/>
                    </a:cubicBezTo>
                    <a:cubicBezTo>
                      <a:pt x="82" y="0"/>
                      <a:pt x="82" y="0"/>
                      <a:pt x="82" y="0"/>
                    </a:cubicBezTo>
                    <a:cubicBezTo>
                      <a:pt x="86" y="0"/>
                      <a:pt x="86" y="0"/>
                      <a:pt x="86" y="0"/>
                    </a:cubicBezTo>
                    <a:cubicBezTo>
                      <a:pt x="86" y="1"/>
                      <a:pt x="86" y="1"/>
                      <a:pt x="86" y="1"/>
                    </a:cubicBezTo>
                    <a:cubicBezTo>
                      <a:pt x="85" y="1"/>
                      <a:pt x="85" y="1"/>
                      <a:pt x="85" y="1"/>
                    </a:cubicBezTo>
                    <a:cubicBezTo>
                      <a:pt x="85" y="1"/>
                      <a:pt x="85" y="1"/>
                      <a:pt x="84" y="1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77" y="3"/>
                      <a:pt x="77" y="3"/>
                      <a:pt x="77" y="3"/>
                    </a:cubicBezTo>
                    <a:cubicBezTo>
                      <a:pt x="77" y="3"/>
                      <a:pt x="77" y="3"/>
                      <a:pt x="77" y="3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77" y="15"/>
                      <a:pt x="78" y="15"/>
                      <a:pt x="78" y="16"/>
                    </a:cubicBezTo>
                    <a:cubicBezTo>
                      <a:pt x="78" y="16"/>
                      <a:pt x="78" y="16"/>
                      <a:pt x="78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76" y="16"/>
                      <a:pt x="76" y="16"/>
                      <a:pt x="76" y="16"/>
                    </a:cubicBezTo>
                    <a:cubicBezTo>
                      <a:pt x="76" y="16"/>
                      <a:pt x="77" y="16"/>
                      <a:pt x="77" y="16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76" y="2"/>
                      <a:pt x="76" y="2"/>
                      <a:pt x="76" y="2"/>
                    </a:cubicBezTo>
                    <a:cubicBezTo>
                      <a:pt x="76" y="2"/>
                      <a:pt x="76" y="2"/>
                      <a:pt x="76" y="1"/>
                    </a:cubicBezTo>
                    <a:cubicBezTo>
                      <a:pt x="76" y="1"/>
                      <a:pt x="75" y="1"/>
                      <a:pt x="75" y="1"/>
                    </a:cubicBezTo>
                    <a:cubicBezTo>
                      <a:pt x="74" y="1"/>
                      <a:pt x="74" y="1"/>
                      <a:pt x="74" y="1"/>
                    </a:cubicBezTo>
                    <a:cubicBezTo>
                      <a:pt x="74" y="1"/>
                      <a:pt x="74" y="1"/>
                      <a:pt x="74" y="1"/>
                    </a:cubicBezTo>
                    <a:cubicBezTo>
                      <a:pt x="77" y="1"/>
                      <a:pt x="77" y="1"/>
                      <a:pt x="77" y="1"/>
                    </a:cubicBezTo>
                    <a:cubicBezTo>
                      <a:pt x="84" y="12"/>
                      <a:pt x="84" y="12"/>
                      <a:pt x="84" y="12"/>
                    </a:cubicBezTo>
                    <a:close/>
                    <a:moveTo>
                      <a:pt x="90" y="1"/>
                    </a:moveTo>
                    <a:cubicBezTo>
                      <a:pt x="90" y="0"/>
                      <a:pt x="90" y="0"/>
                      <a:pt x="90" y="0"/>
                    </a:cubicBezTo>
                    <a:cubicBezTo>
                      <a:pt x="98" y="1"/>
                      <a:pt x="98" y="1"/>
                      <a:pt x="98" y="1"/>
                    </a:cubicBezTo>
                    <a:cubicBezTo>
                      <a:pt x="98" y="1"/>
                      <a:pt x="98" y="1"/>
                      <a:pt x="98" y="1"/>
                    </a:cubicBezTo>
                    <a:cubicBezTo>
                      <a:pt x="96" y="1"/>
                      <a:pt x="96" y="1"/>
                      <a:pt x="96" y="1"/>
                    </a:cubicBezTo>
                    <a:cubicBezTo>
                      <a:pt x="95" y="1"/>
                      <a:pt x="95" y="1"/>
                      <a:pt x="95" y="1"/>
                    </a:cubicBezTo>
                    <a:cubicBezTo>
                      <a:pt x="95" y="1"/>
                      <a:pt x="95" y="1"/>
                      <a:pt x="95" y="2"/>
                    </a:cubicBezTo>
                    <a:cubicBezTo>
                      <a:pt x="94" y="15"/>
                      <a:pt x="94" y="15"/>
                      <a:pt x="94" y="15"/>
                    </a:cubicBezTo>
                    <a:cubicBezTo>
                      <a:pt x="94" y="15"/>
                      <a:pt x="94" y="15"/>
                      <a:pt x="94" y="15"/>
                    </a:cubicBezTo>
                    <a:cubicBezTo>
                      <a:pt x="94" y="15"/>
                      <a:pt x="94" y="15"/>
                      <a:pt x="95" y="15"/>
                    </a:cubicBezTo>
                    <a:cubicBezTo>
                      <a:pt x="97" y="16"/>
                      <a:pt x="97" y="16"/>
                      <a:pt x="97" y="16"/>
                    </a:cubicBezTo>
                    <a:cubicBezTo>
                      <a:pt x="97" y="16"/>
                      <a:pt x="97" y="16"/>
                      <a:pt x="97" y="16"/>
                    </a:cubicBezTo>
                    <a:cubicBezTo>
                      <a:pt x="89" y="16"/>
                      <a:pt x="89" y="16"/>
                      <a:pt x="89" y="16"/>
                    </a:cubicBezTo>
                    <a:cubicBezTo>
                      <a:pt x="89" y="15"/>
                      <a:pt x="89" y="15"/>
                      <a:pt x="89" y="15"/>
                    </a:cubicBezTo>
                    <a:cubicBezTo>
                      <a:pt x="91" y="15"/>
                      <a:pt x="91" y="15"/>
                      <a:pt x="91" y="15"/>
                    </a:cubicBezTo>
                    <a:cubicBezTo>
                      <a:pt x="92" y="15"/>
                      <a:pt x="92" y="15"/>
                      <a:pt x="92" y="15"/>
                    </a:cubicBezTo>
                    <a:cubicBezTo>
                      <a:pt x="92" y="15"/>
                      <a:pt x="92" y="15"/>
                      <a:pt x="92" y="15"/>
                    </a:cubicBezTo>
                    <a:cubicBezTo>
                      <a:pt x="93" y="2"/>
                      <a:pt x="93" y="2"/>
                      <a:pt x="93" y="2"/>
                    </a:cubicBezTo>
                    <a:cubicBezTo>
                      <a:pt x="93" y="1"/>
                      <a:pt x="93" y="1"/>
                      <a:pt x="93" y="1"/>
                    </a:cubicBezTo>
                    <a:cubicBezTo>
                      <a:pt x="93" y="1"/>
                      <a:pt x="93" y="1"/>
                      <a:pt x="92" y="1"/>
                    </a:cubicBezTo>
                    <a:cubicBezTo>
                      <a:pt x="90" y="1"/>
                      <a:pt x="90" y="1"/>
                      <a:pt x="90" y="1"/>
                    </a:cubicBezTo>
                    <a:close/>
                    <a:moveTo>
                      <a:pt x="109" y="3"/>
                    </a:moveTo>
                    <a:cubicBezTo>
                      <a:pt x="109" y="2"/>
                      <a:pt x="109" y="2"/>
                      <a:pt x="109" y="2"/>
                    </a:cubicBezTo>
                    <a:cubicBezTo>
                      <a:pt x="113" y="3"/>
                      <a:pt x="113" y="3"/>
                      <a:pt x="113" y="3"/>
                    </a:cubicBezTo>
                    <a:cubicBezTo>
                      <a:pt x="113" y="3"/>
                      <a:pt x="113" y="3"/>
                      <a:pt x="113" y="3"/>
                    </a:cubicBezTo>
                    <a:cubicBezTo>
                      <a:pt x="112" y="3"/>
                      <a:pt x="112" y="3"/>
                      <a:pt x="112" y="3"/>
                    </a:cubicBezTo>
                    <a:cubicBezTo>
                      <a:pt x="112" y="3"/>
                      <a:pt x="112" y="3"/>
                      <a:pt x="111" y="4"/>
                    </a:cubicBezTo>
                    <a:cubicBezTo>
                      <a:pt x="111" y="4"/>
                      <a:pt x="111" y="4"/>
                      <a:pt x="111" y="4"/>
                    </a:cubicBezTo>
                    <a:cubicBezTo>
                      <a:pt x="105" y="17"/>
                      <a:pt x="105" y="17"/>
                      <a:pt x="105" y="17"/>
                    </a:cubicBezTo>
                    <a:cubicBezTo>
                      <a:pt x="104" y="17"/>
                      <a:pt x="104" y="17"/>
                      <a:pt x="104" y="17"/>
                    </a:cubicBezTo>
                    <a:cubicBezTo>
                      <a:pt x="103" y="3"/>
                      <a:pt x="103" y="3"/>
                      <a:pt x="103" y="3"/>
                    </a:cubicBezTo>
                    <a:cubicBezTo>
                      <a:pt x="103" y="3"/>
                      <a:pt x="103" y="2"/>
                      <a:pt x="103" y="2"/>
                    </a:cubicBezTo>
                    <a:cubicBezTo>
                      <a:pt x="103" y="2"/>
                      <a:pt x="103" y="2"/>
                      <a:pt x="102" y="2"/>
                    </a:cubicBezTo>
                    <a:cubicBezTo>
                      <a:pt x="102" y="2"/>
                      <a:pt x="102" y="2"/>
                      <a:pt x="102" y="2"/>
                    </a:cubicBezTo>
                    <a:cubicBezTo>
                      <a:pt x="102" y="1"/>
                      <a:pt x="102" y="1"/>
                      <a:pt x="102" y="1"/>
                    </a:cubicBezTo>
                    <a:cubicBezTo>
                      <a:pt x="106" y="2"/>
                      <a:pt x="106" y="2"/>
                      <a:pt x="106" y="2"/>
                    </a:cubicBezTo>
                    <a:cubicBezTo>
                      <a:pt x="106" y="2"/>
                      <a:pt x="106" y="2"/>
                      <a:pt x="106" y="2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5" y="3"/>
                      <a:pt x="105" y="3"/>
                      <a:pt x="105" y="3"/>
                    </a:cubicBezTo>
                    <a:cubicBezTo>
                      <a:pt x="105" y="14"/>
                      <a:pt x="105" y="14"/>
                      <a:pt x="105" y="14"/>
                    </a:cubicBezTo>
                    <a:cubicBezTo>
                      <a:pt x="106" y="14"/>
                      <a:pt x="106" y="14"/>
                      <a:pt x="106" y="14"/>
                    </a:cubicBezTo>
                    <a:cubicBezTo>
                      <a:pt x="110" y="4"/>
                      <a:pt x="110" y="4"/>
                      <a:pt x="110" y="4"/>
                    </a:cubicBezTo>
                    <a:cubicBezTo>
                      <a:pt x="110" y="4"/>
                      <a:pt x="110" y="4"/>
                      <a:pt x="110" y="3"/>
                    </a:cubicBezTo>
                    <a:cubicBezTo>
                      <a:pt x="110" y="3"/>
                      <a:pt x="110" y="3"/>
                      <a:pt x="110" y="3"/>
                    </a:cubicBezTo>
                    <a:cubicBezTo>
                      <a:pt x="109" y="3"/>
                      <a:pt x="109" y="3"/>
                      <a:pt x="109" y="3"/>
                    </a:cubicBezTo>
                    <a:close/>
                    <a:moveTo>
                      <a:pt x="116" y="5"/>
                    </a:moveTo>
                    <a:cubicBezTo>
                      <a:pt x="116" y="5"/>
                      <a:pt x="116" y="5"/>
                      <a:pt x="116" y="5"/>
                    </a:cubicBezTo>
                    <a:cubicBezTo>
                      <a:pt x="117" y="5"/>
                      <a:pt x="117" y="5"/>
                      <a:pt x="117" y="5"/>
                    </a:cubicBezTo>
                    <a:cubicBezTo>
                      <a:pt x="117" y="5"/>
                      <a:pt x="117" y="6"/>
                      <a:pt x="117" y="6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9"/>
                      <a:pt x="113" y="19"/>
                    </a:cubicBezTo>
                    <a:cubicBezTo>
                      <a:pt x="112" y="19"/>
                      <a:pt x="112" y="19"/>
                      <a:pt x="112" y="19"/>
                    </a:cubicBezTo>
                    <a:cubicBezTo>
                      <a:pt x="111" y="18"/>
                      <a:pt x="111" y="18"/>
                      <a:pt x="111" y="18"/>
                    </a:cubicBezTo>
                    <a:cubicBezTo>
                      <a:pt x="111" y="19"/>
                      <a:pt x="111" y="19"/>
                      <a:pt x="111" y="19"/>
                    </a:cubicBezTo>
                    <a:cubicBezTo>
                      <a:pt x="120" y="22"/>
                      <a:pt x="120" y="22"/>
                      <a:pt x="120" y="22"/>
                    </a:cubicBezTo>
                    <a:cubicBezTo>
                      <a:pt x="122" y="19"/>
                      <a:pt x="122" y="19"/>
                      <a:pt x="122" y="19"/>
                    </a:cubicBezTo>
                    <a:cubicBezTo>
                      <a:pt x="122" y="18"/>
                      <a:pt x="122" y="18"/>
                      <a:pt x="122" y="18"/>
                    </a:cubicBezTo>
                    <a:cubicBezTo>
                      <a:pt x="121" y="19"/>
                      <a:pt x="120" y="20"/>
                      <a:pt x="120" y="20"/>
                    </a:cubicBezTo>
                    <a:cubicBezTo>
                      <a:pt x="119" y="21"/>
                      <a:pt x="118" y="21"/>
                      <a:pt x="117" y="20"/>
                    </a:cubicBezTo>
                    <a:cubicBezTo>
                      <a:pt x="115" y="20"/>
                      <a:pt x="115" y="20"/>
                      <a:pt x="115" y="20"/>
                    </a:cubicBezTo>
                    <a:cubicBezTo>
                      <a:pt x="115" y="20"/>
                      <a:pt x="114" y="19"/>
                      <a:pt x="114" y="19"/>
                    </a:cubicBezTo>
                    <a:cubicBezTo>
                      <a:pt x="114" y="19"/>
                      <a:pt x="114" y="19"/>
                      <a:pt x="114" y="19"/>
                    </a:cubicBezTo>
                    <a:cubicBezTo>
                      <a:pt x="116" y="12"/>
                      <a:pt x="116" y="12"/>
                      <a:pt x="116" y="12"/>
                    </a:cubicBezTo>
                    <a:cubicBezTo>
                      <a:pt x="119" y="13"/>
                      <a:pt x="119" y="13"/>
                      <a:pt x="119" y="13"/>
                    </a:cubicBezTo>
                    <a:cubicBezTo>
                      <a:pt x="120" y="13"/>
                      <a:pt x="120" y="13"/>
                      <a:pt x="120" y="14"/>
                    </a:cubicBezTo>
                    <a:cubicBezTo>
                      <a:pt x="120" y="14"/>
                      <a:pt x="120" y="15"/>
                      <a:pt x="120" y="15"/>
                    </a:cubicBezTo>
                    <a:cubicBezTo>
                      <a:pt x="120" y="16"/>
                      <a:pt x="120" y="16"/>
                      <a:pt x="120" y="16"/>
                    </a:cubicBezTo>
                    <a:cubicBezTo>
                      <a:pt x="120" y="16"/>
                      <a:pt x="120" y="16"/>
                      <a:pt x="120" y="16"/>
                    </a:cubicBezTo>
                    <a:cubicBezTo>
                      <a:pt x="122" y="11"/>
                      <a:pt x="122" y="11"/>
                      <a:pt x="122" y="11"/>
                    </a:cubicBezTo>
                    <a:cubicBezTo>
                      <a:pt x="122" y="11"/>
                      <a:pt x="122" y="11"/>
                      <a:pt x="122" y="11"/>
                    </a:cubicBezTo>
                    <a:cubicBezTo>
                      <a:pt x="121" y="11"/>
                      <a:pt x="121" y="11"/>
                      <a:pt x="121" y="11"/>
                    </a:cubicBezTo>
                    <a:cubicBezTo>
                      <a:pt x="121" y="12"/>
                      <a:pt x="121" y="12"/>
                      <a:pt x="121" y="12"/>
                    </a:cubicBezTo>
                    <a:cubicBezTo>
                      <a:pt x="120" y="13"/>
                      <a:pt x="120" y="13"/>
                      <a:pt x="119" y="12"/>
                    </a:cubicBezTo>
                    <a:cubicBezTo>
                      <a:pt x="117" y="12"/>
                      <a:pt x="117" y="12"/>
                      <a:pt x="117" y="12"/>
                    </a:cubicBezTo>
                    <a:cubicBezTo>
                      <a:pt x="118" y="6"/>
                      <a:pt x="118" y="6"/>
                      <a:pt x="118" y="6"/>
                    </a:cubicBezTo>
                    <a:cubicBezTo>
                      <a:pt x="118" y="6"/>
                      <a:pt x="119" y="6"/>
                      <a:pt x="119" y="6"/>
                    </a:cubicBezTo>
                    <a:cubicBezTo>
                      <a:pt x="119" y="6"/>
                      <a:pt x="119" y="6"/>
                      <a:pt x="119" y="6"/>
                    </a:cubicBezTo>
                    <a:cubicBezTo>
                      <a:pt x="122" y="7"/>
                      <a:pt x="122" y="7"/>
                      <a:pt x="122" y="7"/>
                    </a:cubicBezTo>
                    <a:cubicBezTo>
                      <a:pt x="122" y="7"/>
                      <a:pt x="123" y="7"/>
                      <a:pt x="123" y="8"/>
                    </a:cubicBezTo>
                    <a:cubicBezTo>
                      <a:pt x="124" y="8"/>
                      <a:pt x="124" y="9"/>
                      <a:pt x="124" y="10"/>
                    </a:cubicBezTo>
                    <a:cubicBezTo>
                      <a:pt x="125" y="10"/>
                      <a:pt x="125" y="10"/>
                      <a:pt x="125" y="10"/>
                    </a:cubicBezTo>
                    <a:cubicBezTo>
                      <a:pt x="125" y="7"/>
                      <a:pt x="125" y="7"/>
                      <a:pt x="125" y="7"/>
                    </a:cubicBezTo>
                    <a:cubicBezTo>
                      <a:pt x="116" y="4"/>
                      <a:pt x="116" y="4"/>
                      <a:pt x="116" y="4"/>
                    </a:cubicBezTo>
                    <a:cubicBezTo>
                      <a:pt x="116" y="5"/>
                      <a:pt x="116" y="5"/>
                      <a:pt x="116" y="5"/>
                    </a:cubicBezTo>
                    <a:close/>
                    <a:moveTo>
                      <a:pt x="136" y="17"/>
                    </a:moveTo>
                    <a:cubicBezTo>
                      <a:pt x="136" y="18"/>
                      <a:pt x="135" y="19"/>
                      <a:pt x="134" y="19"/>
                    </a:cubicBezTo>
                    <a:cubicBezTo>
                      <a:pt x="133" y="19"/>
                      <a:pt x="133" y="19"/>
                      <a:pt x="132" y="19"/>
                    </a:cubicBezTo>
                    <a:cubicBezTo>
                      <a:pt x="131" y="26"/>
                      <a:pt x="131" y="26"/>
                      <a:pt x="131" y="26"/>
                    </a:cubicBezTo>
                    <a:cubicBezTo>
                      <a:pt x="131" y="26"/>
                      <a:pt x="131" y="27"/>
                      <a:pt x="131" y="27"/>
                    </a:cubicBezTo>
                    <a:cubicBezTo>
                      <a:pt x="131" y="27"/>
                      <a:pt x="131" y="27"/>
                      <a:pt x="132" y="27"/>
                    </a:cubicBezTo>
                    <a:cubicBezTo>
                      <a:pt x="132" y="27"/>
                      <a:pt x="132" y="27"/>
                      <a:pt x="132" y="27"/>
                    </a:cubicBezTo>
                    <a:cubicBezTo>
                      <a:pt x="132" y="28"/>
                      <a:pt x="132" y="28"/>
                      <a:pt x="132" y="28"/>
                    </a:cubicBezTo>
                    <a:cubicBezTo>
                      <a:pt x="130" y="27"/>
                      <a:pt x="130" y="27"/>
                      <a:pt x="130" y="27"/>
                    </a:cubicBezTo>
                    <a:cubicBezTo>
                      <a:pt x="130" y="18"/>
                      <a:pt x="130" y="18"/>
                      <a:pt x="130" y="18"/>
                    </a:cubicBezTo>
                    <a:cubicBezTo>
                      <a:pt x="129" y="17"/>
                      <a:pt x="129" y="17"/>
                      <a:pt x="129" y="17"/>
                    </a:cubicBezTo>
                    <a:cubicBezTo>
                      <a:pt x="126" y="23"/>
                      <a:pt x="126" y="23"/>
                      <a:pt x="126" y="23"/>
                    </a:cubicBezTo>
                    <a:cubicBezTo>
                      <a:pt x="125" y="24"/>
                      <a:pt x="125" y="24"/>
                      <a:pt x="126" y="24"/>
                    </a:cubicBezTo>
                    <a:cubicBezTo>
                      <a:pt x="126" y="24"/>
                      <a:pt x="126" y="24"/>
                      <a:pt x="126" y="24"/>
                    </a:cubicBezTo>
                    <a:cubicBezTo>
                      <a:pt x="126" y="25"/>
                      <a:pt x="126" y="25"/>
                      <a:pt x="126" y="25"/>
                    </a:cubicBezTo>
                    <a:cubicBezTo>
                      <a:pt x="126" y="25"/>
                      <a:pt x="126" y="25"/>
                      <a:pt x="126" y="25"/>
                    </a:cubicBezTo>
                    <a:cubicBezTo>
                      <a:pt x="122" y="23"/>
                      <a:pt x="122" y="23"/>
                      <a:pt x="122" y="23"/>
                    </a:cubicBezTo>
                    <a:cubicBezTo>
                      <a:pt x="123" y="23"/>
                      <a:pt x="123" y="23"/>
                      <a:pt x="123" y="23"/>
                    </a:cubicBezTo>
                    <a:cubicBezTo>
                      <a:pt x="123" y="23"/>
                      <a:pt x="123" y="23"/>
                      <a:pt x="123" y="23"/>
                    </a:cubicBezTo>
                    <a:cubicBezTo>
                      <a:pt x="123" y="23"/>
                      <a:pt x="124" y="23"/>
                      <a:pt x="124" y="23"/>
                    </a:cubicBezTo>
                    <a:cubicBezTo>
                      <a:pt x="124" y="23"/>
                      <a:pt x="124" y="23"/>
                      <a:pt x="124" y="23"/>
                    </a:cubicBezTo>
                    <a:cubicBezTo>
                      <a:pt x="130" y="11"/>
                      <a:pt x="130" y="11"/>
                      <a:pt x="130" y="11"/>
                    </a:cubicBezTo>
                    <a:cubicBezTo>
                      <a:pt x="130" y="11"/>
                      <a:pt x="130" y="11"/>
                      <a:pt x="130" y="10"/>
                    </a:cubicBezTo>
                    <a:cubicBezTo>
                      <a:pt x="130" y="10"/>
                      <a:pt x="130" y="10"/>
                      <a:pt x="130" y="10"/>
                    </a:cubicBezTo>
                    <a:cubicBezTo>
                      <a:pt x="129" y="10"/>
                      <a:pt x="129" y="10"/>
                      <a:pt x="129" y="10"/>
                    </a:cubicBezTo>
                    <a:cubicBezTo>
                      <a:pt x="130" y="9"/>
                      <a:pt x="130" y="9"/>
                      <a:pt x="130" y="9"/>
                    </a:cubicBezTo>
                    <a:cubicBezTo>
                      <a:pt x="134" y="12"/>
                      <a:pt x="134" y="12"/>
                      <a:pt x="134" y="12"/>
                    </a:cubicBezTo>
                    <a:cubicBezTo>
                      <a:pt x="135" y="12"/>
                      <a:pt x="136" y="13"/>
                      <a:pt x="137" y="14"/>
                    </a:cubicBezTo>
                    <a:cubicBezTo>
                      <a:pt x="137" y="15"/>
                      <a:pt x="137" y="16"/>
                      <a:pt x="136" y="17"/>
                    </a:cubicBezTo>
                    <a:close/>
                    <a:moveTo>
                      <a:pt x="129" y="17"/>
                    </a:moveTo>
                    <a:cubicBezTo>
                      <a:pt x="131" y="18"/>
                      <a:pt x="131" y="18"/>
                      <a:pt x="131" y="18"/>
                    </a:cubicBezTo>
                    <a:cubicBezTo>
                      <a:pt x="131" y="18"/>
                      <a:pt x="132" y="18"/>
                      <a:pt x="133" y="18"/>
                    </a:cubicBezTo>
                    <a:cubicBezTo>
                      <a:pt x="134" y="18"/>
                      <a:pt x="134" y="17"/>
                      <a:pt x="135" y="16"/>
                    </a:cubicBezTo>
                    <a:cubicBezTo>
                      <a:pt x="135" y="15"/>
                      <a:pt x="136" y="15"/>
                      <a:pt x="135" y="14"/>
                    </a:cubicBezTo>
                    <a:cubicBezTo>
                      <a:pt x="135" y="13"/>
                      <a:pt x="135" y="12"/>
                      <a:pt x="133" y="12"/>
                    </a:cubicBezTo>
                    <a:cubicBezTo>
                      <a:pt x="133" y="11"/>
                      <a:pt x="133" y="11"/>
                      <a:pt x="133" y="11"/>
                    </a:cubicBezTo>
                    <a:cubicBezTo>
                      <a:pt x="132" y="11"/>
                      <a:pt x="132" y="11"/>
                      <a:pt x="132" y="11"/>
                    </a:cubicBezTo>
                    <a:cubicBezTo>
                      <a:pt x="132" y="11"/>
                      <a:pt x="132" y="11"/>
                      <a:pt x="132" y="12"/>
                    </a:cubicBezTo>
                    <a:cubicBezTo>
                      <a:pt x="129" y="17"/>
                      <a:pt x="129" y="17"/>
                      <a:pt x="129" y="17"/>
                    </a:cubicBezTo>
                    <a:close/>
                    <a:moveTo>
                      <a:pt x="141" y="25"/>
                    </a:moveTo>
                    <a:cubicBezTo>
                      <a:pt x="142" y="27"/>
                      <a:pt x="142" y="28"/>
                      <a:pt x="142" y="28"/>
                    </a:cubicBezTo>
                    <a:cubicBezTo>
                      <a:pt x="142" y="29"/>
                      <a:pt x="142" y="30"/>
                      <a:pt x="142" y="30"/>
                    </a:cubicBezTo>
                    <a:cubicBezTo>
                      <a:pt x="141" y="31"/>
                      <a:pt x="141" y="32"/>
                      <a:pt x="140" y="32"/>
                    </a:cubicBezTo>
                    <a:cubicBezTo>
                      <a:pt x="139" y="32"/>
                      <a:pt x="138" y="32"/>
                      <a:pt x="137" y="32"/>
                    </a:cubicBezTo>
                    <a:cubicBezTo>
                      <a:pt x="137" y="31"/>
                      <a:pt x="136" y="30"/>
                      <a:pt x="136" y="29"/>
                    </a:cubicBezTo>
                    <a:cubicBezTo>
                      <a:pt x="135" y="28"/>
                      <a:pt x="136" y="27"/>
                      <a:pt x="136" y="26"/>
                    </a:cubicBezTo>
                    <a:cubicBezTo>
                      <a:pt x="136" y="26"/>
                      <a:pt x="136" y="26"/>
                      <a:pt x="136" y="26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5" y="30"/>
                      <a:pt x="135" y="30"/>
                      <a:pt x="135" y="30"/>
                    </a:cubicBezTo>
                    <a:cubicBezTo>
                      <a:pt x="135" y="30"/>
                      <a:pt x="135" y="30"/>
                      <a:pt x="136" y="31"/>
                    </a:cubicBezTo>
                    <a:cubicBezTo>
                      <a:pt x="136" y="31"/>
                      <a:pt x="136" y="32"/>
                      <a:pt x="137" y="32"/>
                    </a:cubicBezTo>
                    <a:cubicBezTo>
                      <a:pt x="138" y="33"/>
                      <a:pt x="139" y="33"/>
                      <a:pt x="140" y="33"/>
                    </a:cubicBezTo>
                    <a:cubicBezTo>
                      <a:pt x="142" y="33"/>
                      <a:pt x="142" y="32"/>
                      <a:pt x="143" y="31"/>
                    </a:cubicBezTo>
                    <a:cubicBezTo>
                      <a:pt x="144" y="30"/>
                      <a:pt x="144" y="29"/>
                      <a:pt x="144" y="28"/>
                    </a:cubicBezTo>
                    <a:cubicBezTo>
                      <a:pt x="144" y="27"/>
                      <a:pt x="143" y="26"/>
                      <a:pt x="142" y="25"/>
                    </a:cubicBezTo>
                    <a:cubicBezTo>
                      <a:pt x="141" y="23"/>
                      <a:pt x="141" y="22"/>
                      <a:pt x="141" y="22"/>
                    </a:cubicBezTo>
                    <a:cubicBezTo>
                      <a:pt x="141" y="21"/>
                      <a:pt x="141" y="20"/>
                      <a:pt x="141" y="20"/>
                    </a:cubicBezTo>
                    <a:cubicBezTo>
                      <a:pt x="142" y="19"/>
                      <a:pt x="142" y="19"/>
                      <a:pt x="143" y="19"/>
                    </a:cubicBezTo>
                    <a:cubicBezTo>
                      <a:pt x="144" y="18"/>
                      <a:pt x="144" y="18"/>
                      <a:pt x="145" y="19"/>
                    </a:cubicBezTo>
                    <a:cubicBezTo>
                      <a:pt x="146" y="20"/>
                      <a:pt x="147" y="20"/>
                      <a:pt x="147" y="21"/>
                    </a:cubicBezTo>
                    <a:cubicBezTo>
                      <a:pt x="147" y="22"/>
                      <a:pt x="147" y="23"/>
                      <a:pt x="147" y="24"/>
                    </a:cubicBezTo>
                    <a:cubicBezTo>
                      <a:pt x="147" y="24"/>
                      <a:pt x="147" y="24"/>
                      <a:pt x="147" y="24"/>
                    </a:cubicBezTo>
                    <a:cubicBezTo>
                      <a:pt x="149" y="21"/>
                      <a:pt x="149" y="21"/>
                      <a:pt x="149" y="21"/>
                    </a:cubicBezTo>
                    <a:cubicBezTo>
                      <a:pt x="149" y="21"/>
                      <a:pt x="149" y="21"/>
                      <a:pt x="148" y="21"/>
                    </a:cubicBezTo>
                    <a:cubicBezTo>
                      <a:pt x="148" y="21"/>
                      <a:pt x="148" y="21"/>
                      <a:pt x="148" y="21"/>
                    </a:cubicBezTo>
                    <a:cubicBezTo>
                      <a:pt x="148" y="21"/>
                      <a:pt x="147" y="20"/>
                      <a:pt x="147" y="20"/>
                    </a:cubicBezTo>
                    <a:cubicBezTo>
                      <a:pt x="147" y="19"/>
                      <a:pt x="146" y="19"/>
                      <a:pt x="146" y="19"/>
                    </a:cubicBezTo>
                    <a:cubicBezTo>
                      <a:pt x="145" y="18"/>
                      <a:pt x="144" y="18"/>
                      <a:pt x="143" y="18"/>
                    </a:cubicBezTo>
                    <a:cubicBezTo>
                      <a:pt x="141" y="18"/>
                      <a:pt x="141" y="19"/>
                      <a:pt x="140" y="19"/>
                    </a:cubicBezTo>
                    <a:cubicBezTo>
                      <a:pt x="139" y="20"/>
                      <a:pt x="139" y="21"/>
                      <a:pt x="139" y="22"/>
                    </a:cubicBezTo>
                    <a:cubicBezTo>
                      <a:pt x="140" y="23"/>
                      <a:pt x="140" y="24"/>
                      <a:pt x="141" y="25"/>
                    </a:cubicBezTo>
                    <a:close/>
                    <a:moveTo>
                      <a:pt x="154" y="26"/>
                    </a:moveTo>
                    <a:cubicBezTo>
                      <a:pt x="154" y="26"/>
                      <a:pt x="154" y="26"/>
                      <a:pt x="154" y="26"/>
                    </a:cubicBezTo>
                    <a:cubicBezTo>
                      <a:pt x="159" y="31"/>
                      <a:pt x="159" y="31"/>
                      <a:pt x="159" y="31"/>
                    </a:cubicBezTo>
                    <a:cubicBezTo>
                      <a:pt x="159" y="31"/>
                      <a:pt x="159" y="31"/>
                      <a:pt x="159" y="31"/>
                    </a:cubicBezTo>
                    <a:cubicBezTo>
                      <a:pt x="158" y="30"/>
                      <a:pt x="158" y="30"/>
                      <a:pt x="158" y="30"/>
                    </a:cubicBezTo>
                    <a:cubicBezTo>
                      <a:pt x="157" y="29"/>
                      <a:pt x="157" y="29"/>
                      <a:pt x="157" y="29"/>
                    </a:cubicBezTo>
                    <a:cubicBezTo>
                      <a:pt x="157" y="29"/>
                      <a:pt x="157" y="29"/>
                      <a:pt x="156" y="30"/>
                    </a:cubicBezTo>
                    <a:cubicBezTo>
                      <a:pt x="147" y="39"/>
                      <a:pt x="147" y="39"/>
                      <a:pt x="147" y="39"/>
                    </a:cubicBezTo>
                    <a:cubicBezTo>
                      <a:pt x="147" y="39"/>
                      <a:pt x="147" y="39"/>
                      <a:pt x="147" y="40"/>
                    </a:cubicBezTo>
                    <a:cubicBezTo>
                      <a:pt x="147" y="40"/>
                      <a:pt x="147" y="40"/>
                      <a:pt x="148" y="40"/>
                    </a:cubicBezTo>
                    <a:cubicBezTo>
                      <a:pt x="149" y="42"/>
                      <a:pt x="149" y="42"/>
                      <a:pt x="149" y="42"/>
                    </a:cubicBezTo>
                    <a:cubicBezTo>
                      <a:pt x="149" y="42"/>
                      <a:pt x="149" y="42"/>
                      <a:pt x="149" y="42"/>
                    </a:cubicBezTo>
                    <a:cubicBezTo>
                      <a:pt x="143" y="37"/>
                      <a:pt x="143" y="37"/>
                      <a:pt x="143" y="37"/>
                    </a:cubicBezTo>
                    <a:cubicBezTo>
                      <a:pt x="144" y="37"/>
                      <a:pt x="144" y="37"/>
                      <a:pt x="144" y="37"/>
                    </a:cubicBezTo>
                    <a:cubicBezTo>
                      <a:pt x="145" y="38"/>
                      <a:pt x="145" y="38"/>
                      <a:pt x="145" y="38"/>
                    </a:cubicBezTo>
                    <a:cubicBezTo>
                      <a:pt x="146" y="38"/>
                      <a:pt x="146" y="38"/>
                      <a:pt x="146" y="38"/>
                    </a:cubicBezTo>
                    <a:cubicBezTo>
                      <a:pt x="146" y="38"/>
                      <a:pt x="146" y="38"/>
                      <a:pt x="146" y="38"/>
                    </a:cubicBezTo>
                    <a:cubicBezTo>
                      <a:pt x="155" y="29"/>
                      <a:pt x="155" y="29"/>
                      <a:pt x="155" y="29"/>
                    </a:cubicBezTo>
                    <a:cubicBezTo>
                      <a:pt x="155" y="28"/>
                      <a:pt x="156" y="28"/>
                      <a:pt x="156" y="28"/>
                    </a:cubicBezTo>
                    <a:cubicBezTo>
                      <a:pt x="156" y="28"/>
                      <a:pt x="155" y="28"/>
                      <a:pt x="155" y="27"/>
                    </a:cubicBezTo>
                    <a:cubicBezTo>
                      <a:pt x="154" y="26"/>
                      <a:pt x="154" y="26"/>
                      <a:pt x="154" y="26"/>
                    </a:cubicBezTo>
                    <a:close/>
                    <a:moveTo>
                      <a:pt x="155" y="50"/>
                    </a:moveTo>
                    <a:cubicBezTo>
                      <a:pt x="156" y="50"/>
                      <a:pt x="156" y="50"/>
                      <a:pt x="156" y="50"/>
                    </a:cubicBezTo>
                    <a:cubicBezTo>
                      <a:pt x="155" y="49"/>
                      <a:pt x="155" y="49"/>
                      <a:pt x="155" y="49"/>
                    </a:cubicBezTo>
                    <a:cubicBezTo>
                      <a:pt x="155" y="49"/>
                      <a:pt x="155" y="49"/>
                      <a:pt x="155" y="49"/>
                    </a:cubicBezTo>
                    <a:cubicBezTo>
                      <a:pt x="155" y="49"/>
                      <a:pt x="155" y="48"/>
                      <a:pt x="155" y="48"/>
                    </a:cubicBezTo>
                    <a:cubicBezTo>
                      <a:pt x="165" y="40"/>
                      <a:pt x="165" y="40"/>
                      <a:pt x="165" y="40"/>
                    </a:cubicBezTo>
                    <a:cubicBezTo>
                      <a:pt x="166" y="40"/>
                      <a:pt x="166" y="40"/>
                      <a:pt x="166" y="40"/>
                    </a:cubicBezTo>
                    <a:cubicBezTo>
                      <a:pt x="166" y="40"/>
                      <a:pt x="166" y="40"/>
                      <a:pt x="167" y="40"/>
                    </a:cubicBezTo>
                    <a:cubicBezTo>
                      <a:pt x="167" y="41"/>
                      <a:pt x="167" y="42"/>
                      <a:pt x="167" y="42"/>
                    </a:cubicBezTo>
                    <a:cubicBezTo>
                      <a:pt x="167" y="43"/>
                      <a:pt x="167" y="43"/>
                      <a:pt x="166" y="45"/>
                    </a:cubicBezTo>
                    <a:cubicBezTo>
                      <a:pt x="166" y="45"/>
                      <a:pt x="166" y="45"/>
                      <a:pt x="166" y="45"/>
                    </a:cubicBezTo>
                    <a:cubicBezTo>
                      <a:pt x="169" y="42"/>
                      <a:pt x="169" y="42"/>
                      <a:pt x="169" y="42"/>
                    </a:cubicBezTo>
                    <a:cubicBezTo>
                      <a:pt x="163" y="35"/>
                      <a:pt x="163" y="35"/>
                      <a:pt x="163" y="35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62" y="37"/>
                      <a:pt x="163" y="37"/>
                      <a:pt x="163" y="37"/>
                    </a:cubicBezTo>
                    <a:cubicBezTo>
                      <a:pt x="163" y="37"/>
                      <a:pt x="164" y="37"/>
                      <a:pt x="164" y="38"/>
                    </a:cubicBezTo>
                    <a:cubicBezTo>
                      <a:pt x="165" y="38"/>
                      <a:pt x="165" y="38"/>
                      <a:pt x="165" y="38"/>
                    </a:cubicBezTo>
                    <a:cubicBezTo>
                      <a:pt x="165" y="39"/>
                      <a:pt x="165" y="39"/>
                      <a:pt x="164" y="39"/>
                    </a:cubicBezTo>
                    <a:cubicBezTo>
                      <a:pt x="154" y="47"/>
                      <a:pt x="154" y="47"/>
                      <a:pt x="154" y="47"/>
                    </a:cubicBezTo>
                    <a:cubicBezTo>
                      <a:pt x="154" y="47"/>
                      <a:pt x="154" y="47"/>
                      <a:pt x="154" y="47"/>
                    </a:cubicBezTo>
                    <a:cubicBezTo>
                      <a:pt x="154" y="47"/>
                      <a:pt x="153" y="47"/>
                      <a:pt x="153" y="47"/>
                    </a:cubicBezTo>
                    <a:cubicBezTo>
                      <a:pt x="153" y="46"/>
                      <a:pt x="153" y="46"/>
                      <a:pt x="153" y="46"/>
                    </a:cubicBezTo>
                    <a:cubicBezTo>
                      <a:pt x="152" y="47"/>
                      <a:pt x="152" y="47"/>
                      <a:pt x="152" y="47"/>
                    </a:cubicBezTo>
                    <a:cubicBezTo>
                      <a:pt x="155" y="50"/>
                      <a:pt x="155" y="50"/>
                      <a:pt x="155" y="50"/>
                    </a:cubicBezTo>
                    <a:close/>
                    <a:moveTo>
                      <a:pt x="174" y="54"/>
                    </a:moveTo>
                    <a:cubicBezTo>
                      <a:pt x="174" y="54"/>
                      <a:pt x="175" y="54"/>
                      <a:pt x="175" y="53"/>
                    </a:cubicBezTo>
                    <a:cubicBezTo>
                      <a:pt x="175" y="53"/>
                      <a:pt x="175" y="53"/>
                      <a:pt x="174" y="53"/>
                    </a:cubicBezTo>
                    <a:cubicBezTo>
                      <a:pt x="174" y="52"/>
                      <a:pt x="174" y="52"/>
                      <a:pt x="174" y="52"/>
                    </a:cubicBezTo>
                    <a:cubicBezTo>
                      <a:pt x="175" y="52"/>
                      <a:pt x="175" y="52"/>
                      <a:pt x="175" y="52"/>
                    </a:cubicBezTo>
                    <a:cubicBezTo>
                      <a:pt x="177" y="55"/>
                      <a:pt x="177" y="55"/>
                      <a:pt x="177" y="55"/>
                    </a:cubicBezTo>
                    <a:cubicBezTo>
                      <a:pt x="176" y="55"/>
                      <a:pt x="176" y="55"/>
                      <a:pt x="176" y="55"/>
                    </a:cubicBezTo>
                    <a:cubicBezTo>
                      <a:pt x="176" y="55"/>
                      <a:pt x="176" y="55"/>
                      <a:pt x="176" y="55"/>
                    </a:cubicBezTo>
                    <a:cubicBezTo>
                      <a:pt x="176" y="55"/>
                      <a:pt x="176" y="55"/>
                      <a:pt x="175" y="55"/>
                    </a:cubicBezTo>
                    <a:cubicBezTo>
                      <a:pt x="175" y="55"/>
                      <a:pt x="175" y="55"/>
                      <a:pt x="174" y="55"/>
                    </a:cubicBezTo>
                    <a:cubicBezTo>
                      <a:pt x="166" y="56"/>
                      <a:pt x="166" y="56"/>
                      <a:pt x="166" y="56"/>
                    </a:cubicBezTo>
                    <a:cubicBezTo>
                      <a:pt x="162" y="58"/>
                      <a:pt x="162" y="58"/>
                      <a:pt x="162" y="58"/>
                    </a:cubicBezTo>
                    <a:cubicBezTo>
                      <a:pt x="162" y="59"/>
                      <a:pt x="162" y="59"/>
                      <a:pt x="162" y="59"/>
                    </a:cubicBezTo>
                    <a:cubicBezTo>
                      <a:pt x="161" y="59"/>
                      <a:pt x="162" y="59"/>
                      <a:pt x="162" y="60"/>
                    </a:cubicBezTo>
                    <a:cubicBezTo>
                      <a:pt x="162" y="60"/>
                      <a:pt x="162" y="60"/>
                      <a:pt x="162" y="60"/>
                    </a:cubicBezTo>
                    <a:cubicBezTo>
                      <a:pt x="162" y="61"/>
                      <a:pt x="162" y="61"/>
                      <a:pt x="162" y="61"/>
                    </a:cubicBezTo>
                    <a:cubicBezTo>
                      <a:pt x="159" y="56"/>
                      <a:pt x="159" y="56"/>
                      <a:pt x="159" y="56"/>
                    </a:cubicBezTo>
                    <a:cubicBezTo>
                      <a:pt x="160" y="56"/>
                      <a:pt x="160" y="56"/>
                      <a:pt x="160" y="56"/>
                    </a:cubicBezTo>
                    <a:cubicBezTo>
                      <a:pt x="160" y="57"/>
                      <a:pt x="160" y="57"/>
                      <a:pt x="160" y="57"/>
                    </a:cubicBezTo>
                    <a:cubicBezTo>
                      <a:pt x="160" y="57"/>
                      <a:pt x="160" y="57"/>
                      <a:pt x="161" y="57"/>
                    </a:cubicBezTo>
                    <a:cubicBezTo>
                      <a:pt x="161" y="57"/>
                      <a:pt x="161" y="57"/>
                      <a:pt x="161" y="57"/>
                    </a:cubicBezTo>
                    <a:cubicBezTo>
                      <a:pt x="165" y="55"/>
                      <a:pt x="165" y="55"/>
                      <a:pt x="165" y="55"/>
                    </a:cubicBezTo>
                    <a:cubicBezTo>
                      <a:pt x="171" y="48"/>
                      <a:pt x="171" y="48"/>
                      <a:pt x="171" y="48"/>
                    </a:cubicBezTo>
                    <a:cubicBezTo>
                      <a:pt x="171" y="48"/>
                      <a:pt x="171" y="48"/>
                      <a:pt x="171" y="47"/>
                    </a:cubicBezTo>
                    <a:cubicBezTo>
                      <a:pt x="171" y="47"/>
                      <a:pt x="171" y="47"/>
                      <a:pt x="171" y="47"/>
                    </a:cubicBezTo>
                    <a:cubicBezTo>
                      <a:pt x="171" y="46"/>
                      <a:pt x="171" y="46"/>
                      <a:pt x="171" y="46"/>
                    </a:cubicBezTo>
                    <a:cubicBezTo>
                      <a:pt x="171" y="46"/>
                      <a:pt x="171" y="46"/>
                      <a:pt x="171" y="46"/>
                    </a:cubicBezTo>
                    <a:cubicBezTo>
                      <a:pt x="173" y="50"/>
                      <a:pt x="173" y="50"/>
                      <a:pt x="173" y="50"/>
                    </a:cubicBezTo>
                    <a:cubicBezTo>
                      <a:pt x="173" y="50"/>
                      <a:pt x="173" y="50"/>
                      <a:pt x="173" y="50"/>
                    </a:cubicBezTo>
                    <a:cubicBezTo>
                      <a:pt x="173" y="49"/>
                      <a:pt x="173" y="49"/>
                      <a:pt x="173" y="49"/>
                    </a:cubicBezTo>
                    <a:cubicBezTo>
                      <a:pt x="172" y="49"/>
                      <a:pt x="172" y="49"/>
                      <a:pt x="172" y="49"/>
                    </a:cubicBezTo>
                    <a:cubicBezTo>
                      <a:pt x="172" y="49"/>
                      <a:pt x="172" y="49"/>
                      <a:pt x="171" y="49"/>
                    </a:cubicBezTo>
                    <a:cubicBezTo>
                      <a:pt x="167" y="55"/>
                      <a:pt x="167" y="55"/>
                      <a:pt x="167" y="55"/>
                    </a:cubicBezTo>
                    <a:cubicBezTo>
                      <a:pt x="167" y="55"/>
                      <a:pt x="167" y="55"/>
                      <a:pt x="167" y="55"/>
                    </a:cubicBezTo>
                    <a:lnTo>
                      <a:pt x="174" y="54"/>
                    </a:lnTo>
                    <a:close/>
                  </a:path>
                </a:pathLst>
              </a:custGeom>
              <a:solidFill>
                <a:srgbClr val="FFFFFF"/>
              </a:solidFill>
              <a:ln w="3175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8" name="ïśľíḓé"/>
              <p:cNvSpPr/>
              <p:nvPr/>
            </p:nvSpPr>
            <p:spPr bwMode="auto">
              <a:xfrm>
                <a:off x="3667126" y="3184525"/>
                <a:ext cx="492125" cy="496888"/>
              </a:xfrm>
              <a:custGeom>
                <a:avLst/>
                <a:gdLst>
                  <a:gd name="T0" fmla="*/ 74 w 149"/>
                  <a:gd name="T1" fmla="*/ 0 h 149"/>
                  <a:gd name="T2" fmla="*/ 149 w 149"/>
                  <a:gd name="T3" fmla="*/ 74 h 149"/>
                  <a:gd name="T4" fmla="*/ 74 w 149"/>
                  <a:gd name="T5" fmla="*/ 149 h 149"/>
                  <a:gd name="T6" fmla="*/ 0 w 149"/>
                  <a:gd name="T7" fmla="*/ 74 h 149"/>
                  <a:gd name="T8" fmla="*/ 74 w 149"/>
                  <a:gd name="T9" fmla="*/ 0 h 149"/>
                  <a:gd name="T10" fmla="*/ 74 w 149"/>
                  <a:gd name="T11" fmla="*/ 2 h 149"/>
                  <a:gd name="T12" fmla="*/ 2 w 149"/>
                  <a:gd name="T13" fmla="*/ 74 h 149"/>
                  <a:gd name="T14" fmla="*/ 74 w 149"/>
                  <a:gd name="T15" fmla="*/ 146 h 149"/>
                  <a:gd name="T16" fmla="*/ 146 w 149"/>
                  <a:gd name="T17" fmla="*/ 74 h 149"/>
                  <a:gd name="T18" fmla="*/ 74 w 149"/>
                  <a:gd name="T19" fmla="*/ 2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9" h="149">
                    <a:moveTo>
                      <a:pt x="74" y="0"/>
                    </a:moveTo>
                    <a:cubicBezTo>
                      <a:pt x="115" y="0"/>
                      <a:pt x="149" y="33"/>
                      <a:pt x="149" y="74"/>
                    </a:cubicBezTo>
                    <a:cubicBezTo>
                      <a:pt x="149" y="115"/>
                      <a:pt x="115" y="149"/>
                      <a:pt x="74" y="149"/>
                    </a:cubicBezTo>
                    <a:cubicBezTo>
                      <a:pt x="33" y="149"/>
                      <a:pt x="0" y="115"/>
                      <a:pt x="0" y="74"/>
                    </a:cubicBezTo>
                    <a:cubicBezTo>
                      <a:pt x="0" y="33"/>
                      <a:pt x="33" y="0"/>
                      <a:pt x="74" y="0"/>
                    </a:cubicBezTo>
                    <a:close/>
                    <a:moveTo>
                      <a:pt x="74" y="2"/>
                    </a:moveTo>
                    <a:cubicBezTo>
                      <a:pt x="35" y="2"/>
                      <a:pt x="2" y="34"/>
                      <a:pt x="2" y="74"/>
                    </a:cubicBezTo>
                    <a:cubicBezTo>
                      <a:pt x="2" y="114"/>
                      <a:pt x="35" y="146"/>
                      <a:pt x="74" y="146"/>
                    </a:cubicBezTo>
                    <a:cubicBezTo>
                      <a:pt x="114" y="146"/>
                      <a:pt x="146" y="114"/>
                      <a:pt x="146" y="74"/>
                    </a:cubicBezTo>
                    <a:cubicBezTo>
                      <a:pt x="146" y="34"/>
                      <a:pt x="114" y="2"/>
                      <a:pt x="74" y="2"/>
                    </a:cubicBezTo>
                    <a:close/>
                  </a:path>
                </a:pathLst>
              </a:custGeom>
              <a:solidFill>
                <a:srgbClr val="0052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9" name="ïslíḍê"/>
              <p:cNvSpPr/>
              <p:nvPr/>
            </p:nvSpPr>
            <p:spPr bwMode="auto">
              <a:xfrm>
                <a:off x="3775076" y="3248025"/>
                <a:ext cx="274638" cy="146050"/>
              </a:xfrm>
              <a:custGeom>
                <a:avLst/>
                <a:gdLst>
                  <a:gd name="T0" fmla="*/ 10 w 83"/>
                  <a:gd name="T1" fmla="*/ 43 h 44"/>
                  <a:gd name="T2" fmla="*/ 18 w 83"/>
                  <a:gd name="T3" fmla="*/ 39 h 44"/>
                  <a:gd name="T4" fmla="*/ 67 w 83"/>
                  <a:gd name="T5" fmla="*/ 39 h 44"/>
                  <a:gd name="T6" fmla="*/ 73 w 83"/>
                  <a:gd name="T7" fmla="*/ 42 h 44"/>
                  <a:gd name="T8" fmla="*/ 76 w 83"/>
                  <a:gd name="T9" fmla="*/ 43 h 44"/>
                  <a:gd name="T10" fmla="*/ 83 w 83"/>
                  <a:gd name="T11" fmla="*/ 35 h 44"/>
                  <a:gd name="T12" fmla="*/ 76 w 83"/>
                  <a:gd name="T13" fmla="*/ 37 h 44"/>
                  <a:gd name="T14" fmla="*/ 69 w 83"/>
                  <a:gd name="T15" fmla="*/ 33 h 44"/>
                  <a:gd name="T16" fmla="*/ 70 w 83"/>
                  <a:gd name="T17" fmla="*/ 26 h 44"/>
                  <a:gd name="T18" fmla="*/ 64 w 83"/>
                  <a:gd name="T19" fmla="*/ 30 h 44"/>
                  <a:gd name="T20" fmla="*/ 59 w 83"/>
                  <a:gd name="T21" fmla="*/ 31 h 44"/>
                  <a:gd name="T22" fmla="*/ 56 w 83"/>
                  <a:gd name="T23" fmla="*/ 29 h 44"/>
                  <a:gd name="T24" fmla="*/ 56 w 83"/>
                  <a:gd name="T25" fmla="*/ 24 h 44"/>
                  <a:gd name="T26" fmla="*/ 58 w 83"/>
                  <a:gd name="T27" fmla="*/ 23 h 44"/>
                  <a:gd name="T28" fmla="*/ 58 w 83"/>
                  <a:gd name="T29" fmla="*/ 19 h 44"/>
                  <a:gd name="T30" fmla="*/ 54 w 83"/>
                  <a:gd name="T31" fmla="*/ 19 h 44"/>
                  <a:gd name="T32" fmla="*/ 53 w 83"/>
                  <a:gd name="T33" fmla="*/ 21 h 44"/>
                  <a:gd name="T34" fmla="*/ 44 w 83"/>
                  <a:gd name="T35" fmla="*/ 21 h 44"/>
                  <a:gd name="T36" fmla="*/ 43 w 83"/>
                  <a:gd name="T37" fmla="*/ 18 h 44"/>
                  <a:gd name="T38" fmla="*/ 44 w 83"/>
                  <a:gd name="T39" fmla="*/ 13 h 44"/>
                  <a:gd name="T40" fmla="*/ 43 w 83"/>
                  <a:gd name="T41" fmla="*/ 8 h 44"/>
                  <a:gd name="T42" fmla="*/ 43 w 83"/>
                  <a:gd name="T43" fmla="*/ 6 h 44"/>
                  <a:gd name="T44" fmla="*/ 43 w 83"/>
                  <a:gd name="T45" fmla="*/ 2 h 44"/>
                  <a:gd name="T46" fmla="*/ 43 w 83"/>
                  <a:gd name="T47" fmla="*/ 0 h 44"/>
                  <a:gd name="T48" fmla="*/ 40 w 83"/>
                  <a:gd name="T49" fmla="*/ 0 h 44"/>
                  <a:gd name="T50" fmla="*/ 39 w 83"/>
                  <a:gd name="T51" fmla="*/ 2 h 44"/>
                  <a:gd name="T52" fmla="*/ 39 w 83"/>
                  <a:gd name="T53" fmla="*/ 6 h 44"/>
                  <a:gd name="T54" fmla="*/ 39 w 83"/>
                  <a:gd name="T55" fmla="*/ 8 h 44"/>
                  <a:gd name="T56" fmla="*/ 38 w 83"/>
                  <a:gd name="T57" fmla="*/ 13 h 44"/>
                  <a:gd name="T58" fmla="*/ 38 w 83"/>
                  <a:gd name="T59" fmla="*/ 18 h 44"/>
                  <a:gd name="T60" fmla="*/ 38 w 83"/>
                  <a:gd name="T61" fmla="*/ 21 h 44"/>
                  <a:gd name="T62" fmla="*/ 30 w 83"/>
                  <a:gd name="T63" fmla="*/ 21 h 44"/>
                  <a:gd name="T64" fmla="*/ 29 w 83"/>
                  <a:gd name="T65" fmla="*/ 19 h 44"/>
                  <a:gd name="T66" fmla="*/ 25 w 83"/>
                  <a:gd name="T67" fmla="*/ 19 h 44"/>
                  <a:gd name="T68" fmla="*/ 25 w 83"/>
                  <a:gd name="T69" fmla="*/ 23 h 44"/>
                  <a:gd name="T70" fmla="*/ 26 w 83"/>
                  <a:gd name="T71" fmla="*/ 24 h 44"/>
                  <a:gd name="T72" fmla="*/ 27 w 83"/>
                  <a:gd name="T73" fmla="*/ 29 h 44"/>
                  <a:gd name="T74" fmla="*/ 22 w 83"/>
                  <a:gd name="T75" fmla="*/ 31 h 44"/>
                  <a:gd name="T76" fmla="*/ 13 w 83"/>
                  <a:gd name="T77" fmla="*/ 26 h 44"/>
                  <a:gd name="T78" fmla="*/ 13 w 83"/>
                  <a:gd name="T79" fmla="*/ 35 h 44"/>
                  <a:gd name="T80" fmla="*/ 7 w 83"/>
                  <a:gd name="T81" fmla="*/ 37 h 44"/>
                  <a:gd name="T82" fmla="*/ 0 w 83"/>
                  <a:gd name="T83" fmla="*/ 34 h 44"/>
                  <a:gd name="T84" fmla="*/ 5 w 83"/>
                  <a:gd name="T85" fmla="*/ 42 h 44"/>
                  <a:gd name="T86" fmla="*/ 10 w 83"/>
                  <a:gd name="T87" fmla="*/ 43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83" h="44">
                    <a:moveTo>
                      <a:pt x="10" y="43"/>
                    </a:moveTo>
                    <a:cubicBezTo>
                      <a:pt x="18" y="39"/>
                      <a:pt x="18" y="39"/>
                      <a:pt x="18" y="39"/>
                    </a:cubicBezTo>
                    <a:cubicBezTo>
                      <a:pt x="67" y="39"/>
                      <a:pt x="67" y="39"/>
                      <a:pt x="67" y="39"/>
                    </a:cubicBezTo>
                    <a:cubicBezTo>
                      <a:pt x="73" y="42"/>
                      <a:pt x="73" y="42"/>
                      <a:pt x="73" y="42"/>
                    </a:cubicBezTo>
                    <a:cubicBezTo>
                      <a:pt x="74" y="43"/>
                      <a:pt x="75" y="43"/>
                      <a:pt x="76" y="43"/>
                    </a:cubicBezTo>
                    <a:cubicBezTo>
                      <a:pt x="80" y="42"/>
                      <a:pt x="83" y="35"/>
                      <a:pt x="83" y="35"/>
                    </a:cubicBezTo>
                    <a:cubicBezTo>
                      <a:pt x="83" y="35"/>
                      <a:pt x="79" y="38"/>
                      <a:pt x="76" y="37"/>
                    </a:cubicBezTo>
                    <a:cubicBezTo>
                      <a:pt x="73" y="37"/>
                      <a:pt x="69" y="36"/>
                      <a:pt x="69" y="33"/>
                    </a:cubicBezTo>
                    <a:cubicBezTo>
                      <a:pt x="69" y="30"/>
                      <a:pt x="70" y="27"/>
                      <a:pt x="70" y="26"/>
                    </a:cubicBezTo>
                    <a:cubicBezTo>
                      <a:pt x="70" y="26"/>
                      <a:pt x="67" y="29"/>
                      <a:pt x="64" y="30"/>
                    </a:cubicBezTo>
                    <a:cubicBezTo>
                      <a:pt x="61" y="32"/>
                      <a:pt x="60" y="31"/>
                      <a:pt x="59" y="31"/>
                    </a:cubicBezTo>
                    <a:cubicBezTo>
                      <a:pt x="57" y="30"/>
                      <a:pt x="56" y="29"/>
                      <a:pt x="56" y="29"/>
                    </a:cubicBezTo>
                    <a:cubicBezTo>
                      <a:pt x="56" y="24"/>
                      <a:pt x="56" y="24"/>
                      <a:pt x="56" y="24"/>
                    </a:cubicBezTo>
                    <a:cubicBezTo>
                      <a:pt x="58" y="23"/>
                      <a:pt x="58" y="23"/>
                      <a:pt x="58" y="23"/>
                    </a:cubicBezTo>
                    <a:cubicBezTo>
                      <a:pt x="58" y="19"/>
                      <a:pt x="58" y="19"/>
                      <a:pt x="58" y="19"/>
                    </a:cubicBezTo>
                    <a:cubicBezTo>
                      <a:pt x="54" y="19"/>
                      <a:pt x="54" y="19"/>
                      <a:pt x="54" y="19"/>
                    </a:cubicBezTo>
                    <a:cubicBezTo>
                      <a:pt x="54" y="19"/>
                      <a:pt x="54" y="21"/>
                      <a:pt x="53" y="21"/>
                    </a:cubicBezTo>
                    <a:cubicBezTo>
                      <a:pt x="52" y="21"/>
                      <a:pt x="44" y="21"/>
                      <a:pt x="44" y="21"/>
                    </a:cubicBezTo>
                    <a:cubicBezTo>
                      <a:pt x="44" y="21"/>
                      <a:pt x="43" y="20"/>
                      <a:pt x="43" y="18"/>
                    </a:cubicBezTo>
                    <a:cubicBezTo>
                      <a:pt x="44" y="17"/>
                      <a:pt x="44" y="17"/>
                      <a:pt x="44" y="13"/>
                    </a:cubicBezTo>
                    <a:cubicBezTo>
                      <a:pt x="44" y="10"/>
                      <a:pt x="44" y="9"/>
                      <a:pt x="43" y="8"/>
                    </a:cubicBezTo>
                    <a:cubicBezTo>
                      <a:pt x="43" y="7"/>
                      <a:pt x="42" y="7"/>
                      <a:pt x="43" y="6"/>
                    </a:cubicBezTo>
                    <a:cubicBezTo>
                      <a:pt x="44" y="5"/>
                      <a:pt x="44" y="4"/>
                      <a:pt x="43" y="2"/>
                    </a:cubicBezTo>
                    <a:cubicBezTo>
                      <a:pt x="42" y="1"/>
                      <a:pt x="43" y="2"/>
                      <a:pt x="43" y="0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39" y="0"/>
                      <a:pt x="40" y="1"/>
                      <a:pt x="39" y="2"/>
                    </a:cubicBezTo>
                    <a:cubicBezTo>
                      <a:pt x="38" y="3"/>
                      <a:pt x="38" y="5"/>
                      <a:pt x="39" y="6"/>
                    </a:cubicBezTo>
                    <a:cubicBezTo>
                      <a:pt x="39" y="7"/>
                      <a:pt x="40" y="7"/>
                      <a:pt x="39" y="8"/>
                    </a:cubicBezTo>
                    <a:cubicBezTo>
                      <a:pt x="38" y="9"/>
                      <a:pt x="38" y="10"/>
                      <a:pt x="38" y="13"/>
                    </a:cubicBezTo>
                    <a:cubicBezTo>
                      <a:pt x="38" y="16"/>
                      <a:pt x="38" y="17"/>
                      <a:pt x="38" y="18"/>
                    </a:cubicBezTo>
                    <a:cubicBezTo>
                      <a:pt x="39" y="20"/>
                      <a:pt x="38" y="21"/>
                      <a:pt x="38" y="21"/>
                    </a:cubicBezTo>
                    <a:cubicBezTo>
                      <a:pt x="37" y="21"/>
                      <a:pt x="30" y="21"/>
                      <a:pt x="30" y="21"/>
                    </a:cubicBezTo>
                    <a:cubicBezTo>
                      <a:pt x="30" y="21"/>
                      <a:pt x="29" y="20"/>
                      <a:pt x="29" y="19"/>
                    </a:cubicBezTo>
                    <a:cubicBezTo>
                      <a:pt x="25" y="19"/>
                      <a:pt x="25" y="19"/>
                      <a:pt x="25" y="19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7" y="29"/>
                      <a:pt x="24" y="31"/>
                      <a:pt x="22" y="31"/>
                    </a:cubicBezTo>
                    <a:cubicBezTo>
                      <a:pt x="19" y="31"/>
                      <a:pt x="13" y="26"/>
                      <a:pt x="13" y="26"/>
                    </a:cubicBezTo>
                    <a:cubicBezTo>
                      <a:pt x="13" y="26"/>
                      <a:pt x="14" y="33"/>
                      <a:pt x="13" y="35"/>
                    </a:cubicBezTo>
                    <a:cubicBezTo>
                      <a:pt x="13" y="37"/>
                      <a:pt x="10" y="37"/>
                      <a:pt x="7" y="37"/>
                    </a:cubicBezTo>
                    <a:cubicBezTo>
                      <a:pt x="4" y="37"/>
                      <a:pt x="0" y="35"/>
                      <a:pt x="0" y="34"/>
                    </a:cubicBezTo>
                    <a:cubicBezTo>
                      <a:pt x="0" y="34"/>
                      <a:pt x="3" y="40"/>
                      <a:pt x="5" y="42"/>
                    </a:cubicBezTo>
                    <a:cubicBezTo>
                      <a:pt x="7" y="44"/>
                      <a:pt x="10" y="43"/>
                      <a:pt x="10" y="43"/>
                    </a:cubicBez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0" name="íṡļïdê"/>
              <p:cNvSpPr/>
              <p:nvPr/>
            </p:nvSpPr>
            <p:spPr bwMode="auto">
              <a:xfrm>
                <a:off x="3614738" y="3370263"/>
                <a:ext cx="596900" cy="241300"/>
              </a:xfrm>
              <a:custGeom>
                <a:avLst/>
                <a:gdLst>
                  <a:gd name="T0" fmla="*/ 58 w 181"/>
                  <a:gd name="T1" fmla="*/ 72 h 72"/>
                  <a:gd name="T2" fmla="*/ 8 w 181"/>
                  <a:gd name="T3" fmla="*/ 72 h 72"/>
                  <a:gd name="T4" fmla="*/ 3 w 181"/>
                  <a:gd name="T5" fmla="*/ 63 h 72"/>
                  <a:gd name="T6" fmla="*/ 6 w 181"/>
                  <a:gd name="T7" fmla="*/ 63 h 72"/>
                  <a:gd name="T8" fmla="*/ 11 w 181"/>
                  <a:gd name="T9" fmla="*/ 55 h 72"/>
                  <a:gd name="T10" fmla="*/ 14 w 181"/>
                  <a:gd name="T11" fmla="*/ 55 h 72"/>
                  <a:gd name="T12" fmla="*/ 14 w 181"/>
                  <a:gd name="T13" fmla="*/ 29 h 72"/>
                  <a:gd name="T14" fmla="*/ 0 w 181"/>
                  <a:gd name="T15" fmla="*/ 4 h 72"/>
                  <a:gd name="T16" fmla="*/ 30 w 181"/>
                  <a:gd name="T17" fmla="*/ 0 h 72"/>
                  <a:gd name="T18" fmla="*/ 58 w 181"/>
                  <a:gd name="T19" fmla="*/ 8 h 72"/>
                  <a:gd name="T20" fmla="*/ 51 w 181"/>
                  <a:gd name="T21" fmla="*/ 25 h 72"/>
                  <a:gd name="T22" fmla="*/ 131 w 181"/>
                  <a:gd name="T23" fmla="*/ 25 h 72"/>
                  <a:gd name="T24" fmla="*/ 122 w 181"/>
                  <a:gd name="T25" fmla="*/ 8 h 72"/>
                  <a:gd name="T26" fmla="*/ 150 w 181"/>
                  <a:gd name="T27" fmla="*/ 0 h 72"/>
                  <a:gd name="T28" fmla="*/ 181 w 181"/>
                  <a:gd name="T29" fmla="*/ 5 h 72"/>
                  <a:gd name="T30" fmla="*/ 166 w 181"/>
                  <a:gd name="T31" fmla="*/ 28 h 72"/>
                  <a:gd name="T32" fmla="*/ 166 w 181"/>
                  <a:gd name="T33" fmla="*/ 55 h 72"/>
                  <a:gd name="T34" fmla="*/ 171 w 181"/>
                  <a:gd name="T35" fmla="*/ 55 h 72"/>
                  <a:gd name="T36" fmla="*/ 178 w 181"/>
                  <a:gd name="T37" fmla="*/ 65 h 72"/>
                  <a:gd name="T38" fmla="*/ 174 w 181"/>
                  <a:gd name="T39" fmla="*/ 72 h 72"/>
                  <a:gd name="T40" fmla="*/ 58 w 181"/>
                  <a:gd name="T41" fmla="*/ 7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81" h="72">
                    <a:moveTo>
                      <a:pt x="58" y="72"/>
                    </a:moveTo>
                    <a:cubicBezTo>
                      <a:pt x="8" y="72"/>
                      <a:pt x="8" y="72"/>
                      <a:pt x="8" y="72"/>
                    </a:cubicBezTo>
                    <a:cubicBezTo>
                      <a:pt x="3" y="63"/>
                      <a:pt x="3" y="63"/>
                      <a:pt x="3" y="63"/>
                    </a:cubicBezTo>
                    <a:cubicBezTo>
                      <a:pt x="6" y="63"/>
                      <a:pt x="6" y="63"/>
                      <a:pt x="6" y="63"/>
                    </a:cubicBezTo>
                    <a:cubicBezTo>
                      <a:pt x="7" y="61"/>
                      <a:pt x="10" y="57"/>
                      <a:pt x="11" y="55"/>
                    </a:cubicBezTo>
                    <a:cubicBezTo>
                      <a:pt x="12" y="55"/>
                      <a:pt x="13" y="55"/>
                      <a:pt x="14" y="55"/>
                    </a:cubicBezTo>
                    <a:cubicBezTo>
                      <a:pt x="14" y="45"/>
                      <a:pt x="14" y="39"/>
                      <a:pt x="14" y="29"/>
                    </a:cubicBezTo>
                    <a:cubicBezTo>
                      <a:pt x="6" y="25"/>
                      <a:pt x="0" y="19"/>
                      <a:pt x="0" y="4"/>
                    </a:cubicBezTo>
                    <a:cubicBezTo>
                      <a:pt x="13" y="19"/>
                      <a:pt x="25" y="20"/>
                      <a:pt x="30" y="0"/>
                    </a:cubicBezTo>
                    <a:cubicBezTo>
                      <a:pt x="40" y="22"/>
                      <a:pt x="50" y="16"/>
                      <a:pt x="58" y="8"/>
                    </a:cubicBezTo>
                    <a:cubicBezTo>
                      <a:pt x="59" y="17"/>
                      <a:pt x="51" y="24"/>
                      <a:pt x="51" y="25"/>
                    </a:cubicBezTo>
                    <a:cubicBezTo>
                      <a:pt x="131" y="25"/>
                      <a:pt x="131" y="25"/>
                      <a:pt x="131" y="25"/>
                    </a:cubicBezTo>
                    <a:cubicBezTo>
                      <a:pt x="128" y="21"/>
                      <a:pt x="123" y="15"/>
                      <a:pt x="122" y="8"/>
                    </a:cubicBezTo>
                    <a:cubicBezTo>
                      <a:pt x="131" y="18"/>
                      <a:pt x="141" y="23"/>
                      <a:pt x="150" y="0"/>
                    </a:cubicBezTo>
                    <a:cubicBezTo>
                      <a:pt x="160" y="23"/>
                      <a:pt x="169" y="16"/>
                      <a:pt x="181" y="5"/>
                    </a:cubicBezTo>
                    <a:cubicBezTo>
                      <a:pt x="178" y="23"/>
                      <a:pt x="174" y="23"/>
                      <a:pt x="166" y="28"/>
                    </a:cubicBezTo>
                    <a:cubicBezTo>
                      <a:pt x="166" y="38"/>
                      <a:pt x="166" y="45"/>
                      <a:pt x="166" y="55"/>
                    </a:cubicBezTo>
                    <a:cubicBezTo>
                      <a:pt x="168" y="55"/>
                      <a:pt x="169" y="55"/>
                      <a:pt x="171" y="55"/>
                    </a:cubicBezTo>
                    <a:cubicBezTo>
                      <a:pt x="178" y="65"/>
                      <a:pt x="178" y="65"/>
                      <a:pt x="178" y="65"/>
                    </a:cubicBezTo>
                    <a:cubicBezTo>
                      <a:pt x="174" y="72"/>
                      <a:pt x="174" y="72"/>
                      <a:pt x="174" y="72"/>
                    </a:cubicBezTo>
                    <a:lnTo>
                      <a:pt x="58" y="7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1" name="iş1ïďe"/>
              <p:cNvSpPr/>
              <p:nvPr/>
            </p:nvSpPr>
            <p:spPr bwMode="auto">
              <a:xfrm>
                <a:off x="3624263" y="3381375"/>
                <a:ext cx="577850" cy="200025"/>
              </a:xfrm>
              <a:custGeom>
                <a:avLst/>
                <a:gdLst>
                  <a:gd name="T0" fmla="*/ 130 w 175"/>
                  <a:gd name="T1" fmla="*/ 51 h 60"/>
                  <a:gd name="T2" fmla="*/ 130 w 175"/>
                  <a:gd name="T3" fmla="*/ 50 h 60"/>
                  <a:gd name="T4" fmla="*/ 48 w 175"/>
                  <a:gd name="T5" fmla="*/ 50 h 60"/>
                  <a:gd name="T6" fmla="*/ 48 w 175"/>
                  <a:gd name="T7" fmla="*/ 51 h 60"/>
                  <a:gd name="T8" fmla="*/ 52 w 175"/>
                  <a:gd name="T9" fmla="*/ 51 h 60"/>
                  <a:gd name="T10" fmla="*/ 48 w 175"/>
                  <a:gd name="T11" fmla="*/ 60 h 60"/>
                  <a:gd name="T12" fmla="*/ 7 w 175"/>
                  <a:gd name="T13" fmla="*/ 60 h 60"/>
                  <a:gd name="T14" fmla="*/ 10 w 175"/>
                  <a:gd name="T15" fmla="*/ 54 h 60"/>
                  <a:gd name="T16" fmla="*/ 14 w 175"/>
                  <a:gd name="T17" fmla="*/ 54 h 60"/>
                  <a:gd name="T18" fmla="*/ 13 w 175"/>
                  <a:gd name="T19" fmla="*/ 25 h 60"/>
                  <a:gd name="T20" fmla="*/ 0 w 175"/>
                  <a:gd name="T21" fmla="*/ 7 h 60"/>
                  <a:gd name="T22" fmla="*/ 28 w 175"/>
                  <a:gd name="T23" fmla="*/ 0 h 60"/>
                  <a:gd name="T24" fmla="*/ 55 w 175"/>
                  <a:gd name="T25" fmla="*/ 7 h 60"/>
                  <a:gd name="T26" fmla="*/ 48 w 175"/>
                  <a:gd name="T27" fmla="*/ 22 h 60"/>
                  <a:gd name="T28" fmla="*/ 127 w 175"/>
                  <a:gd name="T29" fmla="*/ 22 h 60"/>
                  <a:gd name="T30" fmla="*/ 119 w 175"/>
                  <a:gd name="T31" fmla="*/ 7 h 60"/>
                  <a:gd name="T32" fmla="*/ 147 w 175"/>
                  <a:gd name="T33" fmla="*/ 0 h 60"/>
                  <a:gd name="T34" fmla="*/ 175 w 175"/>
                  <a:gd name="T35" fmla="*/ 7 h 60"/>
                  <a:gd name="T36" fmla="*/ 161 w 175"/>
                  <a:gd name="T37" fmla="*/ 24 h 60"/>
                  <a:gd name="T38" fmla="*/ 161 w 175"/>
                  <a:gd name="T39" fmla="*/ 53 h 60"/>
                  <a:gd name="T40" fmla="*/ 165 w 175"/>
                  <a:gd name="T41" fmla="*/ 53 h 60"/>
                  <a:gd name="T42" fmla="*/ 169 w 175"/>
                  <a:gd name="T43" fmla="*/ 60 h 60"/>
                  <a:gd name="T44" fmla="*/ 128 w 175"/>
                  <a:gd name="T45" fmla="*/ 60 h 60"/>
                  <a:gd name="T46" fmla="*/ 124 w 175"/>
                  <a:gd name="T47" fmla="*/ 51 h 60"/>
                  <a:gd name="T48" fmla="*/ 130 w 175"/>
                  <a:gd name="T49" fmla="*/ 51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75" h="60">
                    <a:moveTo>
                      <a:pt x="130" y="51"/>
                    </a:moveTo>
                    <a:cubicBezTo>
                      <a:pt x="130" y="50"/>
                      <a:pt x="130" y="50"/>
                      <a:pt x="130" y="50"/>
                    </a:cubicBezTo>
                    <a:cubicBezTo>
                      <a:pt x="48" y="50"/>
                      <a:pt x="48" y="50"/>
                      <a:pt x="48" y="50"/>
                    </a:cubicBezTo>
                    <a:cubicBezTo>
                      <a:pt x="48" y="51"/>
                      <a:pt x="48" y="51"/>
                      <a:pt x="48" y="51"/>
                    </a:cubicBezTo>
                    <a:cubicBezTo>
                      <a:pt x="52" y="51"/>
                      <a:pt x="52" y="51"/>
                      <a:pt x="52" y="51"/>
                    </a:cubicBezTo>
                    <a:cubicBezTo>
                      <a:pt x="48" y="60"/>
                      <a:pt x="48" y="60"/>
                      <a:pt x="48" y="60"/>
                    </a:cubicBezTo>
                    <a:cubicBezTo>
                      <a:pt x="34" y="60"/>
                      <a:pt x="20" y="60"/>
                      <a:pt x="7" y="60"/>
                    </a:cubicBezTo>
                    <a:cubicBezTo>
                      <a:pt x="8" y="58"/>
                      <a:pt x="9" y="56"/>
                      <a:pt x="10" y="54"/>
                    </a:cubicBezTo>
                    <a:cubicBezTo>
                      <a:pt x="11" y="54"/>
                      <a:pt x="12" y="54"/>
                      <a:pt x="14" y="54"/>
                    </a:cubicBezTo>
                    <a:cubicBezTo>
                      <a:pt x="14" y="44"/>
                      <a:pt x="13" y="34"/>
                      <a:pt x="13" y="25"/>
                    </a:cubicBezTo>
                    <a:cubicBezTo>
                      <a:pt x="5" y="20"/>
                      <a:pt x="1" y="14"/>
                      <a:pt x="0" y="7"/>
                    </a:cubicBezTo>
                    <a:cubicBezTo>
                      <a:pt x="12" y="18"/>
                      <a:pt x="22" y="17"/>
                      <a:pt x="28" y="0"/>
                    </a:cubicBezTo>
                    <a:cubicBezTo>
                      <a:pt x="37" y="22"/>
                      <a:pt x="47" y="15"/>
                      <a:pt x="55" y="7"/>
                    </a:cubicBezTo>
                    <a:cubicBezTo>
                      <a:pt x="55" y="14"/>
                      <a:pt x="50" y="17"/>
                      <a:pt x="48" y="22"/>
                    </a:cubicBezTo>
                    <a:cubicBezTo>
                      <a:pt x="127" y="22"/>
                      <a:pt x="127" y="22"/>
                      <a:pt x="127" y="22"/>
                    </a:cubicBezTo>
                    <a:cubicBezTo>
                      <a:pt x="125" y="18"/>
                      <a:pt x="120" y="14"/>
                      <a:pt x="119" y="7"/>
                    </a:cubicBezTo>
                    <a:cubicBezTo>
                      <a:pt x="127" y="15"/>
                      <a:pt x="137" y="22"/>
                      <a:pt x="147" y="0"/>
                    </a:cubicBezTo>
                    <a:cubicBezTo>
                      <a:pt x="153" y="17"/>
                      <a:pt x="163" y="18"/>
                      <a:pt x="175" y="7"/>
                    </a:cubicBezTo>
                    <a:cubicBezTo>
                      <a:pt x="173" y="14"/>
                      <a:pt x="169" y="19"/>
                      <a:pt x="161" y="24"/>
                    </a:cubicBezTo>
                    <a:cubicBezTo>
                      <a:pt x="161" y="34"/>
                      <a:pt x="161" y="44"/>
                      <a:pt x="161" y="53"/>
                    </a:cubicBezTo>
                    <a:cubicBezTo>
                      <a:pt x="162" y="53"/>
                      <a:pt x="164" y="53"/>
                      <a:pt x="165" y="53"/>
                    </a:cubicBezTo>
                    <a:cubicBezTo>
                      <a:pt x="166" y="55"/>
                      <a:pt x="167" y="58"/>
                      <a:pt x="169" y="60"/>
                    </a:cubicBezTo>
                    <a:cubicBezTo>
                      <a:pt x="155" y="60"/>
                      <a:pt x="142" y="60"/>
                      <a:pt x="128" y="60"/>
                    </a:cubicBezTo>
                    <a:cubicBezTo>
                      <a:pt x="124" y="51"/>
                      <a:pt x="124" y="51"/>
                      <a:pt x="124" y="51"/>
                    </a:cubicBezTo>
                    <a:lnTo>
                      <a:pt x="130" y="51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2" name="ïṩḷíḍé"/>
              <p:cNvSpPr/>
              <p:nvPr/>
            </p:nvSpPr>
            <p:spPr bwMode="auto">
              <a:xfrm>
                <a:off x="4065588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3" name="ïśľíḍè"/>
              <p:cNvSpPr/>
              <p:nvPr/>
            </p:nvSpPr>
            <p:spPr bwMode="auto">
              <a:xfrm>
                <a:off x="3740151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4" name="í$ḻîḋè"/>
              <p:cNvSpPr/>
              <p:nvPr/>
            </p:nvSpPr>
            <p:spPr bwMode="auto">
              <a:xfrm>
                <a:off x="4125913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5" name="iṣļíḋe"/>
              <p:cNvSpPr/>
              <p:nvPr/>
            </p:nvSpPr>
            <p:spPr bwMode="auto">
              <a:xfrm>
                <a:off x="3709988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6" name="iṩḷiḓé"/>
              <p:cNvSpPr/>
              <p:nvPr/>
            </p:nvSpPr>
            <p:spPr bwMode="auto">
              <a:xfrm>
                <a:off x="4095751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7" name="iSľiḍè"/>
              <p:cNvSpPr/>
              <p:nvPr/>
            </p:nvSpPr>
            <p:spPr bwMode="auto">
              <a:xfrm>
                <a:off x="3663951" y="3460750"/>
                <a:ext cx="495300" cy="31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8" name="ïṩḷîḍe"/>
              <p:cNvSpPr/>
              <p:nvPr/>
            </p:nvSpPr>
            <p:spPr bwMode="auto">
              <a:xfrm>
                <a:off x="3663951" y="3473450"/>
                <a:ext cx="115888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9" name="íšḻiḑê"/>
              <p:cNvSpPr/>
              <p:nvPr/>
            </p:nvSpPr>
            <p:spPr bwMode="auto">
              <a:xfrm>
                <a:off x="3789363" y="3473450"/>
                <a:ext cx="428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0" name="ïṩļïďè"/>
              <p:cNvSpPr/>
              <p:nvPr/>
            </p:nvSpPr>
            <p:spPr bwMode="auto">
              <a:xfrm>
                <a:off x="3851276" y="3473450"/>
                <a:ext cx="57150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1" name="îṥlïḋê"/>
              <p:cNvSpPr/>
              <p:nvPr/>
            </p:nvSpPr>
            <p:spPr bwMode="auto">
              <a:xfrm>
                <a:off x="3917951" y="3473450"/>
                <a:ext cx="555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2" name="îṧľïdè"/>
              <p:cNvSpPr/>
              <p:nvPr/>
            </p:nvSpPr>
            <p:spPr bwMode="auto">
              <a:xfrm>
                <a:off x="3994151" y="3473450"/>
                <a:ext cx="428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3" name="iSḷîḓê"/>
              <p:cNvSpPr/>
              <p:nvPr/>
            </p:nvSpPr>
            <p:spPr bwMode="auto">
              <a:xfrm>
                <a:off x="4046538" y="3473450"/>
                <a:ext cx="11271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4" name="îślíďè"/>
              <p:cNvSpPr/>
              <p:nvPr/>
            </p:nvSpPr>
            <p:spPr bwMode="auto">
              <a:xfrm>
                <a:off x="3979863" y="3473450"/>
                <a:ext cx="7938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5" name="iSḻïḍè"/>
              <p:cNvSpPr/>
              <p:nvPr/>
            </p:nvSpPr>
            <p:spPr bwMode="auto">
              <a:xfrm>
                <a:off x="3838576" y="3473450"/>
                <a:ext cx="6350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6" name="ïṡliḑê"/>
              <p:cNvSpPr/>
              <p:nvPr/>
            </p:nvSpPr>
            <p:spPr bwMode="auto">
              <a:xfrm>
                <a:off x="3851276" y="3384550"/>
                <a:ext cx="26988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7" name="islïďé"/>
              <p:cNvSpPr/>
              <p:nvPr/>
            </p:nvSpPr>
            <p:spPr bwMode="auto">
              <a:xfrm>
                <a:off x="3817938" y="3384550"/>
                <a:ext cx="26988" cy="15875"/>
              </a:xfrm>
              <a:custGeom>
                <a:avLst/>
                <a:gdLst>
                  <a:gd name="T0" fmla="*/ 7 w 8"/>
                  <a:gd name="T1" fmla="*/ 0 h 5"/>
                  <a:gd name="T2" fmla="*/ 8 w 8"/>
                  <a:gd name="T3" fmla="*/ 2 h 5"/>
                  <a:gd name="T4" fmla="*/ 1 w 8"/>
                  <a:gd name="T5" fmla="*/ 5 h 5"/>
                  <a:gd name="T6" fmla="*/ 7 w 8"/>
                  <a:gd name="T7" fmla="*/ 0 h 5"/>
                  <a:gd name="T8" fmla="*/ 7 w 8"/>
                  <a:gd name="T9" fmla="*/ 0 h 5"/>
                  <a:gd name="T10" fmla="*/ 7 w 8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5">
                    <a:moveTo>
                      <a:pt x="7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0" y="2"/>
                      <a:pt x="7" y="0"/>
                    </a:cubicBezTo>
                    <a:close/>
                    <a:moveTo>
                      <a:pt x="7" y="0"/>
                    </a:moveTo>
                    <a:cubicBezTo>
                      <a:pt x="7" y="0"/>
                      <a:pt x="7" y="0"/>
                      <a:pt x="7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8" name="îṥḷîdé"/>
              <p:cNvSpPr/>
              <p:nvPr/>
            </p:nvSpPr>
            <p:spPr bwMode="auto">
              <a:xfrm>
                <a:off x="3983038" y="3384550"/>
                <a:ext cx="26988" cy="15875"/>
              </a:xfrm>
              <a:custGeom>
                <a:avLst/>
                <a:gdLst>
                  <a:gd name="T0" fmla="*/ 1 w 8"/>
                  <a:gd name="T1" fmla="*/ 0 h 5"/>
                  <a:gd name="T2" fmla="*/ 0 w 8"/>
                  <a:gd name="T3" fmla="*/ 2 h 5"/>
                  <a:gd name="T4" fmla="*/ 7 w 8"/>
                  <a:gd name="T5" fmla="*/ 5 h 5"/>
                  <a:gd name="T6" fmla="*/ 1 w 8"/>
                  <a:gd name="T7" fmla="*/ 0 h 5"/>
                  <a:gd name="T8" fmla="*/ 1 w 8"/>
                  <a:gd name="T9" fmla="*/ 0 h 5"/>
                  <a:gd name="T10" fmla="*/ 1 w 8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5">
                    <a:moveTo>
                      <a:pt x="1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7" y="5"/>
                      <a:pt x="7" y="5"/>
                      <a:pt x="7" y="5"/>
                    </a:cubicBezTo>
                    <a:cubicBezTo>
                      <a:pt x="7" y="5"/>
                      <a:pt x="8" y="2"/>
                      <a:pt x="1" y="0"/>
                    </a:cubicBezTo>
                    <a:close/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9" name="isḷîḋé"/>
              <p:cNvSpPr/>
              <p:nvPr/>
            </p:nvSpPr>
            <p:spPr bwMode="auto">
              <a:xfrm>
                <a:off x="3884613" y="3384550"/>
                <a:ext cx="26988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0" name="iśḷïḑè"/>
              <p:cNvSpPr/>
              <p:nvPr/>
            </p:nvSpPr>
            <p:spPr bwMode="auto">
              <a:xfrm>
                <a:off x="3917951" y="3384550"/>
                <a:ext cx="25400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1" name="iṧľiďé"/>
              <p:cNvSpPr/>
              <p:nvPr/>
            </p:nvSpPr>
            <p:spPr bwMode="auto">
              <a:xfrm>
                <a:off x="3951288" y="3384550"/>
                <a:ext cx="25400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2" name="išľïḍé"/>
              <p:cNvSpPr/>
              <p:nvPr/>
            </p:nvSpPr>
            <p:spPr bwMode="auto">
              <a:xfrm>
                <a:off x="3771901" y="3484563"/>
                <a:ext cx="7938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3" name="îŝlîḑè"/>
              <p:cNvSpPr/>
              <p:nvPr/>
            </p:nvSpPr>
            <p:spPr bwMode="auto">
              <a:xfrm>
                <a:off x="3786188" y="3484563"/>
                <a:ext cx="46038" cy="60325"/>
              </a:xfrm>
              <a:custGeom>
                <a:avLst/>
                <a:gdLst>
                  <a:gd name="T0" fmla="*/ 8 w 29"/>
                  <a:gd name="T1" fmla="*/ 0 h 38"/>
                  <a:gd name="T2" fmla="*/ 20 w 29"/>
                  <a:gd name="T3" fmla="*/ 0 h 38"/>
                  <a:gd name="T4" fmla="*/ 29 w 29"/>
                  <a:gd name="T5" fmla="*/ 8 h 38"/>
                  <a:gd name="T6" fmla="*/ 29 w 29"/>
                  <a:gd name="T7" fmla="*/ 38 h 38"/>
                  <a:gd name="T8" fmla="*/ 0 w 29"/>
                  <a:gd name="T9" fmla="*/ 38 h 38"/>
                  <a:gd name="T10" fmla="*/ 0 w 29"/>
                  <a:gd name="T11" fmla="*/ 8 h 38"/>
                  <a:gd name="T12" fmla="*/ 8 w 29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8">
                    <a:moveTo>
                      <a:pt x="8" y="0"/>
                    </a:moveTo>
                    <a:lnTo>
                      <a:pt x="20" y="0"/>
                    </a:lnTo>
                    <a:lnTo>
                      <a:pt x="29" y="8"/>
                    </a:lnTo>
                    <a:lnTo>
                      <a:pt x="29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4" name="îṩḻíḓe"/>
              <p:cNvSpPr/>
              <p:nvPr/>
            </p:nvSpPr>
            <p:spPr bwMode="auto">
              <a:xfrm>
                <a:off x="3994151" y="3484563"/>
                <a:ext cx="46038" cy="60325"/>
              </a:xfrm>
              <a:custGeom>
                <a:avLst/>
                <a:gdLst>
                  <a:gd name="T0" fmla="*/ 8 w 29"/>
                  <a:gd name="T1" fmla="*/ 0 h 38"/>
                  <a:gd name="T2" fmla="*/ 18 w 29"/>
                  <a:gd name="T3" fmla="*/ 0 h 38"/>
                  <a:gd name="T4" fmla="*/ 29 w 29"/>
                  <a:gd name="T5" fmla="*/ 8 h 38"/>
                  <a:gd name="T6" fmla="*/ 29 w 29"/>
                  <a:gd name="T7" fmla="*/ 38 h 38"/>
                  <a:gd name="T8" fmla="*/ 0 w 29"/>
                  <a:gd name="T9" fmla="*/ 38 h 38"/>
                  <a:gd name="T10" fmla="*/ 0 w 29"/>
                  <a:gd name="T11" fmla="*/ 8 h 38"/>
                  <a:gd name="T12" fmla="*/ 8 w 29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8">
                    <a:moveTo>
                      <a:pt x="8" y="0"/>
                    </a:moveTo>
                    <a:lnTo>
                      <a:pt x="18" y="0"/>
                    </a:lnTo>
                    <a:lnTo>
                      <a:pt x="29" y="8"/>
                    </a:lnTo>
                    <a:lnTo>
                      <a:pt x="29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5" name="î$1îdè"/>
              <p:cNvSpPr/>
              <p:nvPr/>
            </p:nvSpPr>
            <p:spPr bwMode="auto">
              <a:xfrm>
                <a:off x="3851276" y="3484563"/>
                <a:ext cx="122238" cy="60325"/>
              </a:xfrm>
              <a:custGeom>
                <a:avLst/>
                <a:gdLst>
                  <a:gd name="T0" fmla="*/ 9 w 77"/>
                  <a:gd name="T1" fmla="*/ 0 h 38"/>
                  <a:gd name="T2" fmla="*/ 69 w 77"/>
                  <a:gd name="T3" fmla="*/ 0 h 38"/>
                  <a:gd name="T4" fmla="*/ 77 w 77"/>
                  <a:gd name="T5" fmla="*/ 8 h 38"/>
                  <a:gd name="T6" fmla="*/ 77 w 77"/>
                  <a:gd name="T7" fmla="*/ 38 h 38"/>
                  <a:gd name="T8" fmla="*/ 0 w 77"/>
                  <a:gd name="T9" fmla="*/ 38 h 38"/>
                  <a:gd name="T10" fmla="*/ 0 w 77"/>
                  <a:gd name="T11" fmla="*/ 8 h 38"/>
                  <a:gd name="T12" fmla="*/ 9 w 77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7" h="38">
                    <a:moveTo>
                      <a:pt x="9" y="0"/>
                    </a:moveTo>
                    <a:lnTo>
                      <a:pt x="69" y="0"/>
                    </a:lnTo>
                    <a:lnTo>
                      <a:pt x="77" y="8"/>
                    </a:lnTo>
                    <a:lnTo>
                      <a:pt x="77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6" name="iśľïḓe"/>
              <p:cNvSpPr/>
              <p:nvPr/>
            </p:nvSpPr>
            <p:spPr bwMode="auto">
              <a:xfrm>
                <a:off x="4046538" y="3484563"/>
                <a:ext cx="6350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7" name="iṣļïḑè"/>
              <p:cNvSpPr/>
              <p:nvPr/>
            </p:nvSpPr>
            <p:spPr bwMode="auto">
              <a:xfrm>
                <a:off x="3838576" y="3484563"/>
                <a:ext cx="6350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8" name="iṡḷidé"/>
              <p:cNvSpPr/>
              <p:nvPr/>
            </p:nvSpPr>
            <p:spPr bwMode="auto">
              <a:xfrm>
                <a:off x="3979863" y="3484563"/>
                <a:ext cx="3175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9" name="íṡḷíḋe"/>
              <p:cNvSpPr/>
              <p:nvPr/>
            </p:nvSpPr>
            <p:spPr bwMode="auto">
              <a:xfrm>
                <a:off x="3811588" y="3551238"/>
                <a:ext cx="20478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0" name="íŝ1iḑê"/>
              <p:cNvSpPr/>
              <p:nvPr/>
            </p:nvSpPr>
            <p:spPr bwMode="auto">
              <a:xfrm>
                <a:off x="3805238" y="3557588"/>
                <a:ext cx="214313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1" name="îṩḷiḑe"/>
              <p:cNvSpPr/>
              <p:nvPr/>
            </p:nvSpPr>
            <p:spPr bwMode="auto">
              <a:xfrm>
                <a:off x="3802063" y="3567113"/>
                <a:ext cx="220663" cy="1588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2" name="iṧḻiḑê"/>
              <p:cNvSpPr/>
              <p:nvPr/>
            </p:nvSpPr>
            <p:spPr bwMode="auto">
              <a:xfrm>
                <a:off x="3802063" y="3570288"/>
                <a:ext cx="22383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3" name="ïṣḻîḋè"/>
              <p:cNvSpPr/>
              <p:nvPr/>
            </p:nvSpPr>
            <p:spPr bwMode="auto">
              <a:xfrm>
                <a:off x="3795713" y="3581400"/>
                <a:ext cx="234950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4" name="îṡ1îḍé"/>
              <p:cNvSpPr/>
              <p:nvPr/>
            </p:nvSpPr>
            <p:spPr bwMode="auto">
              <a:xfrm>
                <a:off x="3633788" y="3587750"/>
                <a:ext cx="560388" cy="6350"/>
              </a:xfrm>
              <a:custGeom>
                <a:avLst/>
                <a:gdLst>
                  <a:gd name="T0" fmla="*/ 0 w 353"/>
                  <a:gd name="T1" fmla="*/ 0 h 4"/>
                  <a:gd name="T2" fmla="*/ 353 w 353"/>
                  <a:gd name="T3" fmla="*/ 0 h 4"/>
                  <a:gd name="T4" fmla="*/ 351 w 353"/>
                  <a:gd name="T5" fmla="*/ 4 h 4"/>
                  <a:gd name="T6" fmla="*/ 2 w 353"/>
                  <a:gd name="T7" fmla="*/ 4 h 4"/>
                  <a:gd name="T8" fmla="*/ 0 w 353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3" h="4">
                    <a:moveTo>
                      <a:pt x="0" y="0"/>
                    </a:moveTo>
                    <a:lnTo>
                      <a:pt x="353" y="0"/>
                    </a:lnTo>
                    <a:lnTo>
                      <a:pt x="351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5" name="îš1íḑe"/>
              <p:cNvSpPr/>
              <p:nvPr/>
            </p:nvSpPr>
            <p:spPr bwMode="auto">
              <a:xfrm>
                <a:off x="3640138" y="3600450"/>
                <a:ext cx="547688" cy="6350"/>
              </a:xfrm>
              <a:custGeom>
                <a:avLst/>
                <a:gdLst>
                  <a:gd name="T0" fmla="*/ 0 w 345"/>
                  <a:gd name="T1" fmla="*/ 0 h 4"/>
                  <a:gd name="T2" fmla="*/ 345 w 345"/>
                  <a:gd name="T3" fmla="*/ 0 h 4"/>
                  <a:gd name="T4" fmla="*/ 343 w 345"/>
                  <a:gd name="T5" fmla="*/ 4 h 4"/>
                  <a:gd name="T6" fmla="*/ 2 w 345"/>
                  <a:gd name="T7" fmla="*/ 4 h 4"/>
                  <a:gd name="T8" fmla="*/ 0 w 345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5" h="4">
                    <a:moveTo>
                      <a:pt x="0" y="0"/>
                    </a:moveTo>
                    <a:lnTo>
                      <a:pt x="345" y="0"/>
                    </a:lnTo>
                    <a:lnTo>
                      <a:pt x="343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6" name="iš1ïḍe"/>
              <p:cNvSpPr/>
              <p:nvPr/>
            </p:nvSpPr>
            <p:spPr bwMode="auto">
              <a:xfrm>
                <a:off x="3736976" y="3406775"/>
                <a:ext cx="352425" cy="4763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7" name="îSḻîde"/>
              <p:cNvSpPr/>
              <p:nvPr/>
            </p:nvSpPr>
            <p:spPr bwMode="auto">
              <a:xfrm>
                <a:off x="3746501" y="3417888"/>
                <a:ext cx="3333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" name="î$ḻîḑé"/>
              <p:cNvSpPr/>
              <p:nvPr/>
            </p:nvSpPr>
            <p:spPr bwMode="auto">
              <a:xfrm>
                <a:off x="3805238" y="3417888"/>
                <a:ext cx="211138" cy="1588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" name="íŝļïḓe"/>
              <p:cNvSpPr/>
              <p:nvPr/>
            </p:nvSpPr>
            <p:spPr bwMode="auto">
              <a:xfrm>
                <a:off x="3811588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" name="îS1iḍé"/>
              <p:cNvSpPr/>
              <p:nvPr/>
            </p:nvSpPr>
            <p:spPr bwMode="auto">
              <a:xfrm>
                <a:off x="3802063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" name="išlïdé"/>
              <p:cNvSpPr/>
              <p:nvPr/>
            </p:nvSpPr>
            <p:spPr bwMode="auto">
              <a:xfrm>
                <a:off x="3789363" y="3421063"/>
                <a:ext cx="6350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" name="ïSlïde"/>
              <p:cNvSpPr/>
              <p:nvPr/>
            </p:nvSpPr>
            <p:spPr bwMode="auto">
              <a:xfrm>
                <a:off x="3822701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" name="îşľïďe"/>
              <p:cNvSpPr/>
              <p:nvPr/>
            </p:nvSpPr>
            <p:spPr bwMode="auto">
              <a:xfrm>
                <a:off x="3832226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" name="ïşľíďê"/>
              <p:cNvSpPr/>
              <p:nvPr/>
            </p:nvSpPr>
            <p:spPr bwMode="auto">
              <a:xfrm>
                <a:off x="38449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" name="íś1ïdè"/>
              <p:cNvSpPr/>
              <p:nvPr/>
            </p:nvSpPr>
            <p:spPr bwMode="auto">
              <a:xfrm>
                <a:off x="3854451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6" name="iṩḷiḍe"/>
              <p:cNvSpPr/>
              <p:nvPr/>
            </p:nvSpPr>
            <p:spPr bwMode="auto">
              <a:xfrm>
                <a:off x="3865563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7" name="ïŝ1iďè"/>
              <p:cNvSpPr/>
              <p:nvPr/>
            </p:nvSpPr>
            <p:spPr bwMode="auto">
              <a:xfrm>
                <a:off x="3878263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8" name="íṩļíḋê"/>
              <p:cNvSpPr/>
              <p:nvPr/>
            </p:nvSpPr>
            <p:spPr bwMode="auto">
              <a:xfrm>
                <a:off x="3887788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9" name="ïṧ1ïdè"/>
              <p:cNvSpPr/>
              <p:nvPr/>
            </p:nvSpPr>
            <p:spPr bwMode="auto">
              <a:xfrm>
                <a:off x="3897313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0" name="íŝḻîḍé"/>
              <p:cNvSpPr/>
              <p:nvPr/>
            </p:nvSpPr>
            <p:spPr bwMode="auto">
              <a:xfrm>
                <a:off x="3908426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1" name="îşḻïḓé"/>
              <p:cNvSpPr/>
              <p:nvPr/>
            </p:nvSpPr>
            <p:spPr bwMode="auto">
              <a:xfrm>
                <a:off x="39211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2" name="íśļíďè"/>
              <p:cNvSpPr/>
              <p:nvPr/>
            </p:nvSpPr>
            <p:spPr bwMode="auto">
              <a:xfrm>
                <a:off x="3930651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3" name="iŝ1ïdé"/>
              <p:cNvSpPr/>
              <p:nvPr/>
            </p:nvSpPr>
            <p:spPr bwMode="auto">
              <a:xfrm>
                <a:off x="3940176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4" name="is1ídè"/>
              <p:cNvSpPr/>
              <p:nvPr/>
            </p:nvSpPr>
            <p:spPr bwMode="auto">
              <a:xfrm>
                <a:off x="3951288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2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5" name="islíďê"/>
              <p:cNvSpPr/>
              <p:nvPr/>
            </p:nvSpPr>
            <p:spPr bwMode="auto">
              <a:xfrm>
                <a:off x="3963988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6" name="iṩlíḑê"/>
              <p:cNvSpPr/>
              <p:nvPr/>
            </p:nvSpPr>
            <p:spPr bwMode="auto">
              <a:xfrm>
                <a:off x="3973513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7" name="îṥḷïďê"/>
              <p:cNvSpPr/>
              <p:nvPr/>
            </p:nvSpPr>
            <p:spPr bwMode="auto">
              <a:xfrm>
                <a:off x="3983038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8" name="íṥḻïďè"/>
              <p:cNvSpPr/>
              <p:nvPr/>
            </p:nvSpPr>
            <p:spPr bwMode="auto">
              <a:xfrm>
                <a:off x="39973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9" name="íṡḷíḍè"/>
              <p:cNvSpPr/>
              <p:nvPr/>
            </p:nvSpPr>
            <p:spPr bwMode="auto">
              <a:xfrm>
                <a:off x="4006851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0" name="î$ḷîḑé"/>
              <p:cNvSpPr/>
              <p:nvPr/>
            </p:nvSpPr>
            <p:spPr bwMode="auto">
              <a:xfrm>
                <a:off x="4016376" y="3421063"/>
                <a:ext cx="6350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1" name="í$ľîdè"/>
              <p:cNvSpPr/>
              <p:nvPr/>
            </p:nvSpPr>
            <p:spPr bwMode="auto">
              <a:xfrm>
                <a:off x="4025901" y="3421063"/>
                <a:ext cx="7938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2" name="iṥ1iḍè"/>
              <p:cNvSpPr/>
              <p:nvPr/>
            </p:nvSpPr>
            <p:spPr bwMode="auto">
              <a:xfrm>
                <a:off x="4040188" y="3417888"/>
                <a:ext cx="3968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3" name="ïslidé"/>
              <p:cNvSpPr/>
              <p:nvPr/>
            </p:nvSpPr>
            <p:spPr bwMode="auto">
              <a:xfrm>
                <a:off x="3679826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4" name="íṡlïďè"/>
              <p:cNvSpPr/>
              <p:nvPr/>
            </p:nvSpPr>
            <p:spPr bwMode="auto">
              <a:xfrm>
                <a:off x="3884613" y="3490913"/>
                <a:ext cx="55563" cy="53975"/>
              </a:xfrm>
              <a:custGeom>
                <a:avLst/>
                <a:gdLst>
                  <a:gd name="T0" fmla="*/ 0 w 35"/>
                  <a:gd name="T1" fmla="*/ 0 h 34"/>
                  <a:gd name="T2" fmla="*/ 35 w 35"/>
                  <a:gd name="T3" fmla="*/ 0 h 34"/>
                  <a:gd name="T4" fmla="*/ 35 w 35"/>
                  <a:gd name="T5" fmla="*/ 34 h 34"/>
                  <a:gd name="T6" fmla="*/ 0 w 35"/>
                  <a:gd name="T7" fmla="*/ 34 h 34"/>
                  <a:gd name="T8" fmla="*/ 0 w 35"/>
                  <a:gd name="T9" fmla="*/ 0 h 34"/>
                  <a:gd name="T10" fmla="*/ 0 w 35"/>
                  <a:gd name="T11" fmla="*/ 0 h 34"/>
                  <a:gd name="T12" fmla="*/ 4 w 35"/>
                  <a:gd name="T13" fmla="*/ 8 h 34"/>
                  <a:gd name="T14" fmla="*/ 4 w 35"/>
                  <a:gd name="T15" fmla="*/ 27 h 34"/>
                  <a:gd name="T16" fmla="*/ 8 w 35"/>
                  <a:gd name="T17" fmla="*/ 27 h 34"/>
                  <a:gd name="T18" fmla="*/ 8 w 35"/>
                  <a:gd name="T19" fmla="*/ 8 h 34"/>
                  <a:gd name="T20" fmla="*/ 4 w 35"/>
                  <a:gd name="T21" fmla="*/ 8 h 34"/>
                  <a:gd name="T22" fmla="*/ 4 w 35"/>
                  <a:gd name="T23" fmla="*/ 8 h 34"/>
                  <a:gd name="T24" fmla="*/ 29 w 35"/>
                  <a:gd name="T25" fmla="*/ 8 h 34"/>
                  <a:gd name="T26" fmla="*/ 29 w 35"/>
                  <a:gd name="T27" fmla="*/ 27 h 34"/>
                  <a:gd name="T28" fmla="*/ 31 w 35"/>
                  <a:gd name="T29" fmla="*/ 27 h 34"/>
                  <a:gd name="T30" fmla="*/ 31 w 35"/>
                  <a:gd name="T31" fmla="*/ 8 h 34"/>
                  <a:gd name="T32" fmla="*/ 29 w 35"/>
                  <a:gd name="T33" fmla="*/ 8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5" h="34">
                    <a:moveTo>
                      <a:pt x="0" y="0"/>
                    </a:moveTo>
                    <a:lnTo>
                      <a:pt x="35" y="0"/>
                    </a:lnTo>
                    <a:lnTo>
                      <a:pt x="35" y="34"/>
                    </a:lnTo>
                    <a:lnTo>
                      <a:pt x="0" y="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4" y="8"/>
                    </a:moveTo>
                    <a:lnTo>
                      <a:pt x="4" y="27"/>
                    </a:lnTo>
                    <a:lnTo>
                      <a:pt x="8" y="27"/>
                    </a:lnTo>
                    <a:lnTo>
                      <a:pt x="8" y="8"/>
                    </a:lnTo>
                    <a:lnTo>
                      <a:pt x="4" y="8"/>
                    </a:lnTo>
                    <a:lnTo>
                      <a:pt x="4" y="8"/>
                    </a:lnTo>
                    <a:close/>
                    <a:moveTo>
                      <a:pt x="29" y="8"/>
                    </a:moveTo>
                    <a:lnTo>
                      <a:pt x="29" y="27"/>
                    </a:lnTo>
                    <a:lnTo>
                      <a:pt x="31" y="27"/>
                    </a:lnTo>
                    <a:lnTo>
                      <a:pt x="31" y="8"/>
                    </a:lnTo>
                    <a:lnTo>
                      <a:pt x="29" y="8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5" name="iṧ1ïḓè"/>
              <p:cNvSpPr/>
              <p:nvPr/>
            </p:nvSpPr>
            <p:spPr bwMode="auto">
              <a:xfrm>
                <a:off x="3551238" y="3067050"/>
                <a:ext cx="722313" cy="727075"/>
              </a:xfrm>
              <a:custGeom>
                <a:avLst/>
                <a:gdLst>
                  <a:gd name="T0" fmla="*/ 109 w 219"/>
                  <a:gd name="T1" fmla="*/ 0 h 218"/>
                  <a:gd name="T2" fmla="*/ 219 w 219"/>
                  <a:gd name="T3" fmla="*/ 109 h 218"/>
                  <a:gd name="T4" fmla="*/ 109 w 219"/>
                  <a:gd name="T5" fmla="*/ 218 h 218"/>
                  <a:gd name="T6" fmla="*/ 0 w 219"/>
                  <a:gd name="T7" fmla="*/ 109 h 218"/>
                  <a:gd name="T8" fmla="*/ 109 w 219"/>
                  <a:gd name="T9" fmla="*/ 0 h 218"/>
                  <a:gd name="T10" fmla="*/ 109 w 219"/>
                  <a:gd name="T11" fmla="*/ 3 h 218"/>
                  <a:gd name="T12" fmla="*/ 4 w 219"/>
                  <a:gd name="T13" fmla="*/ 109 h 218"/>
                  <a:gd name="T14" fmla="*/ 109 w 219"/>
                  <a:gd name="T15" fmla="*/ 215 h 218"/>
                  <a:gd name="T16" fmla="*/ 215 w 219"/>
                  <a:gd name="T17" fmla="*/ 109 h 218"/>
                  <a:gd name="T18" fmla="*/ 109 w 219"/>
                  <a:gd name="T19" fmla="*/ 3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9" h="218">
                    <a:moveTo>
                      <a:pt x="109" y="0"/>
                    </a:moveTo>
                    <a:cubicBezTo>
                      <a:pt x="170" y="0"/>
                      <a:pt x="219" y="49"/>
                      <a:pt x="219" y="109"/>
                    </a:cubicBezTo>
                    <a:cubicBezTo>
                      <a:pt x="219" y="169"/>
                      <a:pt x="170" y="218"/>
                      <a:pt x="109" y="218"/>
                    </a:cubicBezTo>
                    <a:cubicBezTo>
                      <a:pt x="49" y="218"/>
                      <a:pt x="0" y="169"/>
                      <a:pt x="0" y="109"/>
                    </a:cubicBezTo>
                    <a:cubicBezTo>
                      <a:pt x="0" y="49"/>
                      <a:pt x="49" y="0"/>
                      <a:pt x="109" y="0"/>
                    </a:cubicBezTo>
                    <a:close/>
                    <a:moveTo>
                      <a:pt x="109" y="3"/>
                    </a:moveTo>
                    <a:cubicBezTo>
                      <a:pt x="51" y="3"/>
                      <a:pt x="4" y="51"/>
                      <a:pt x="4" y="109"/>
                    </a:cubicBezTo>
                    <a:cubicBezTo>
                      <a:pt x="4" y="167"/>
                      <a:pt x="51" y="215"/>
                      <a:pt x="109" y="215"/>
                    </a:cubicBezTo>
                    <a:cubicBezTo>
                      <a:pt x="168" y="215"/>
                      <a:pt x="215" y="167"/>
                      <a:pt x="215" y="109"/>
                    </a:cubicBezTo>
                    <a:cubicBezTo>
                      <a:pt x="215" y="51"/>
                      <a:pt x="168" y="3"/>
                      <a:pt x="109" y="3"/>
                    </a:cubicBez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47" name="íşḷïḑe"/>
            <p:cNvGrpSpPr/>
            <p:nvPr userDrawn="1"/>
          </p:nvGrpSpPr>
          <p:grpSpPr>
            <a:xfrm>
              <a:off x="4894762" y="471192"/>
              <a:ext cx="4437911" cy="1614111"/>
              <a:chOff x="4412452" y="3106738"/>
              <a:chExt cx="2312689" cy="841148"/>
            </a:xfrm>
          </p:grpSpPr>
          <p:grpSp>
            <p:nvGrpSpPr>
              <p:cNvPr id="248" name="îṥľíḑé"/>
              <p:cNvGrpSpPr/>
              <p:nvPr/>
            </p:nvGrpSpPr>
            <p:grpSpPr>
              <a:xfrm>
                <a:off x="4422776" y="3106738"/>
                <a:ext cx="2293937" cy="617538"/>
                <a:chOff x="4422776" y="3106738"/>
                <a:chExt cx="2293937" cy="617538"/>
              </a:xfrm>
            </p:grpSpPr>
            <p:sp>
              <p:nvSpPr>
                <p:cNvPr id="265" name="išḻiḑé"/>
                <p:cNvSpPr/>
                <p:nvPr/>
              </p:nvSpPr>
              <p:spPr bwMode="auto">
                <a:xfrm>
                  <a:off x="4811713" y="3200400"/>
                  <a:ext cx="49213" cy="100013"/>
                </a:xfrm>
                <a:custGeom>
                  <a:avLst/>
                  <a:gdLst>
                    <a:gd name="T0" fmla="*/ 0 w 15"/>
                    <a:gd name="T1" fmla="*/ 1 h 30"/>
                    <a:gd name="T2" fmla="*/ 1 w 15"/>
                    <a:gd name="T3" fmla="*/ 12 h 30"/>
                    <a:gd name="T4" fmla="*/ 0 w 15"/>
                    <a:gd name="T5" fmla="*/ 21 h 30"/>
                    <a:gd name="T6" fmla="*/ 2 w 15"/>
                    <a:gd name="T7" fmla="*/ 28 h 30"/>
                    <a:gd name="T8" fmla="*/ 7 w 15"/>
                    <a:gd name="T9" fmla="*/ 30 h 30"/>
                    <a:gd name="T10" fmla="*/ 12 w 15"/>
                    <a:gd name="T11" fmla="*/ 26 h 30"/>
                    <a:gd name="T12" fmla="*/ 15 w 15"/>
                    <a:gd name="T13" fmla="*/ 18 h 30"/>
                    <a:gd name="T14" fmla="*/ 3 w 15"/>
                    <a:gd name="T15" fmla="*/ 0 h 30"/>
                    <a:gd name="T16" fmla="*/ 0 w 15"/>
                    <a:gd name="T17" fmla="*/ 1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30">
                      <a:moveTo>
                        <a:pt x="0" y="1"/>
                      </a:moveTo>
                      <a:cubicBezTo>
                        <a:pt x="1" y="12"/>
                        <a:pt x="1" y="12"/>
                        <a:pt x="1" y="12"/>
                      </a:cubicBezTo>
                      <a:cubicBezTo>
                        <a:pt x="1" y="13"/>
                        <a:pt x="0" y="18"/>
                        <a:pt x="0" y="21"/>
                      </a:cubicBezTo>
                      <a:cubicBezTo>
                        <a:pt x="0" y="24"/>
                        <a:pt x="2" y="25"/>
                        <a:pt x="2" y="28"/>
                      </a:cubicBezTo>
                      <a:cubicBezTo>
                        <a:pt x="7" y="30"/>
                        <a:pt x="7" y="30"/>
                        <a:pt x="7" y="30"/>
                      </a:cubicBezTo>
                      <a:cubicBezTo>
                        <a:pt x="9" y="27"/>
                        <a:pt x="10" y="29"/>
                        <a:pt x="12" y="26"/>
                      </a:cubicBezTo>
                      <a:cubicBezTo>
                        <a:pt x="14" y="23"/>
                        <a:pt x="14" y="21"/>
                        <a:pt x="15" y="18"/>
                      </a:cubicBezTo>
                      <a:cubicBezTo>
                        <a:pt x="12" y="7"/>
                        <a:pt x="13" y="5"/>
                        <a:pt x="3" y="0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6" name="íṥľíďè"/>
                <p:cNvSpPr/>
                <p:nvPr/>
              </p:nvSpPr>
              <p:spPr bwMode="auto">
                <a:xfrm>
                  <a:off x="5221288" y="3184525"/>
                  <a:ext cx="36513" cy="122238"/>
                </a:xfrm>
                <a:custGeom>
                  <a:avLst/>
                  <a:gdLst>
                    <a:gd name="T0" fmla="*/ 0 w 11"/>
                    <a:gd name="T1" fmla="*/ 3 h 37"/>
                    <a:gd name="T2" fmla="*/ 2 w 11"/>
                    <a:gd name="T3" fmla="*/ 14 h 37"/>
                    <a:gd name="T4" fmla="*/ 0 w 11"/>
                    <a:gd name="T5" fmla="*/ 33 h 37"/>
                    <a:gd name="T6" fmla="*/ 0 w 11"/>
                    <a:gd name="T7" fmla="*/ 36 h 37"/>
                    <a:gd name="T8" fmla="*/ 2 w 11"/>
                    <a:gd name="T9" fmla="*/ 37 h 37"/>
                    <a:gd name="T10" fmla="*/ 8 w 11"/>
                    <a:gd name="T11" fmla="*/ 27 h 37"/>
                    <a:gd name="T12" fmla="*/ 11 w 11"/>
                    <a:gd name="T13" fmla="*/ 17 h 37"/>
                    <a:gd name="T14" fmla="*/ 11 w 11"/>
                    <a:gd name="T15" fmla="*/ 15 h 37"/>
                    <a:gd name="T16" fmla="*/ 7 w 11"/>
                    <a:gd name="T17" fmla="*/ 2 h 37"/>
                    <a:gd name="T18" fmla="*/ 2 w 11"/>
                    <a:gd name="T19" fmla="*/ 0 h 37"/>
                    <a:gd name="T20" fmla="*/ 0 w 11"/>
                    <a:gd name="T21" fmla="*/ 3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1" h="37">
                      <a:moveTo>
                        <a:pt x="0" y="3"/>
                      </a:moveTo>
                      <a:cubicBezTo>
                        <a:pt x="2" y="14"/>
                        <a:pt x="2" y="14"/>
                        <a:pt x="2" y="14"/>
                      </a:cubicBezTo>
                      <a:cubicBezTo>
                        <a:pt x="2" y="19"/>
                        <a:pt x="0" y="27"/>
                        <a:pt x="0" y="33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2" y="36"/>
                        <a:pt x="1" y="37"/>
                        <a:pt x="2" y="37"/>
                      </a:cubicBezTo>
                      <a:cubicBezTo>
                        <a:pt x="3" y="37"/>
                        <a:pt x="7" y="28"/>
                        <a:pt x="8" y="27"/>
                      </a:cubicBezTo>
                      <a:cubicBezTo>
                        <a:pt x="9" y="24"/>
                        <a:pt x="11" y="21"/>
                        <a:pt x="11" y="17"/>
                      </a:cubicBezTo>
                      <a:cubicBezTo>
                        <a:pt x="11" y="15"/>
                        <a:pt x="11" y="15"/>
                        <a:pt x="11" y="15"/>
                      </a:cubicBezTo>
                      <a:cubicBezTo>
                        <a:pt x="11" y="7"/>
                        <a:pt x="8" y="7"/>
                        <a:pt x="7" y="2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1"/>
                        <a:pt x="0" y="1"/>
                        <a:pt x="0" y="3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7" name="íś1iḑe"/>
                <p:cNvSpPr/>
                <p:nvPr/>
              </p:nvSpPr>
              <p:spPr bwMode="auto">
                <a:xfrm>
                  <a:off x="4554538" y="3251200"/>
                  <a:ext cx="119063" cy="58738"/>
                </a:xfrm>
                <a:custGeom>
                  <a:avLst/>
                  <a:gdLst>
                    <a:gd name="T0" fmla="*/ 0 w 36"/>
                    <a:gd name="T1" fmla="*/ 15 h 18"/>
                    <a:gd name="T2" fmla="*/ 2 w 36"/>
                    <a:gd name="T3" fmla="*/ 16 h 18"/>
                    <a:gd name="T4" fmla="*/ 13 w 36"/>
                    <a:gd name="T5" fmla="*/ 18 h 18"/>
                    <a:gd name="T6" fmla="*/ 16 w 36"/>
                    <a:gd name="T7" fmla="*/ 18 h 18"/>
                    <a:gd name="T8" fmla="*/ 22 w 36"/>
                    <a:gd name="T9" fmla="*/ 17 h 18"/>
                    <a:gd name="T10" fmla="*/ 23 w 36"/>
                    <a:gd name="T11" fmla="*/ 17 h 18"/>
                    <a:gd name="T12" fmla="*/ 30 w 36"/>
                    <a:gd name="T13" fmla="*/ 13 h 18"/>
                    <a:gd name="T14" fmla="*/ 36 w 36"/>
                    <a:gd name="T15" fmla="*/ 8 h 18"/>
                    <a:gd name="T16" fmla="*/ 36 w 36"/>
                    <a:gd name="T17" fmla="*/ 7 h 18"/>
                    <a:gd name="T18" fmla="*/ 36 w 36"/>
                    <a:gd name="T19" fmla="*/ 4 h 18"/>
                    <a:gd name="T20" fmla="*/ 32 w 36"/>
                    <a:gd name="T21" fmla="*/ 0 h 18"/>
                    <a:gd name="T22" fmla="*/ 24 w 36"/>
                    <a:gd name="T23" fmla="*/ 3 h 18"/>
                    <a:gd name="T24" fmla="*/ 16 w 36"/>
                    <a:gd name="T25" fmla="*/ 7 h 18"/>
                    <a:gd name="T26" fmla="*/ 0 w 36"/>
                    <a:gd name="T27" fmla="*/ 15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6" h="18">
                      <a:moveTo>
                        <a:pt x="0" y="15"/>
                      </a:moveTo>
                      <a:cubicBezTo>
                        <a:pt x="1" y="16"/>
                        <a:pt x="1" y="16"/>
                        <a:pt x="2" y="16"/>
                      </a:cubicBezTo>
                      <a:cubicBezTo>
                        <a:pt x="6" y="16"/>
                        <a:pt x="9" y="18"/>
                        <a:pt x="13" y="18"/>
                      </a:cubicBezTo>
                      <a:cubicBezTo>
                        <a:pt x="16" y="18"/>
                        <a:pt x="16" y="18"/>
                        <a:pt x="16" y="18"/>
                      </a:cubicBezTo>
                      <a:cubicBezTo>
                        <a:pt x="22" y="17"/>
                        <a:pt x="22" y="17"/>
                        <a:pt x="22" y="17"/>
                      </a:cubicBezTo>
                      <a:cubicBezTo>
                        <a:pt x="23" y="17"/>
                        <a:pt x="23" y="17"/>
                        <a:pt x="23" y="17"/>
                      </a:cubicBezTo>
                      <a:cubicBezTo>
                        <a:pt x="26" y="16"/>
                        <a:pt x="28" y="14"/>
                        <a:pt x="30" y="13"/>
                      </a:cubicBezTo>
                      <a:cubicBezTo>
                        <a:pt x="34" y="11"/>
                        <a:pt x="33" y="10"/>
                        <a:pt x="36" y="8"/>
                      </a:cubicBezTo>
                      <a:cubicBezTo>
                        <a:pt x="36" y="7"/>
                        <a:pt x="36" y="7"/>
                        <a:pt x="36" y="7"/>
                      </a:cubicBezTo>
                      <a:cubicBezTo>
                        <a:pt x="36" y="4"/>
                        <a:pt x="36" y="4"/>
                        <a:pt x="36" y="4"/>
                      </a:cubicBezTo>
                      <a:cubicBezTo>
                        <a:pt x="36" y="1"/>
                        <a:pt x="33" y="2"/>
                        <a:pt x="32" y="0"/>
                      </a:cubicBezTo>
                      <a:cubicBezTo>
                        <a:pt x="29" y="1"/>
                        <a:pt x="27" y="1"/>
                        <a:pt x="24" y="3"/>
                      </a:cubicBezTo>
                      <a:cubicBezTo>
                        <a:pt x="21" y="4"/>
                        <a:pt x="19" y="6"/>
                        <a:pt x="16" y="7"/>
                      </a:cubicBezTo>
                      <a:cubicBezTo>
                        <a:pt x="11" y="11"/>
                        <a:pt x="4" y="10"/>
                        <a:pt x="0" y="1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8" name="iṩ1iḋè"/>
                <p:cNvSpPr/>
                <p:nvPr/>
              </p:nvSpPr>
              <p:spPr bwMode="auto">
                <a:xfrm>
                  <a:off x="6359526" y="3263900"/>
                  <a:ext cx="93663" cy="139700"/>
                </a:xfrm>
                <a:custGeom>
                  <a:avLst/>
                  <a:gdLst>
                    <a:gd name="T0" fmla="*/ 15 w 28"/>
                    <a:gd name="T1" fmla="*/ 1 h 42"/>
                    <a:gd name="T2" fmla="*/ 6 w 28"/>
                    <a:gd name="T3" fmla="*/ 11 h 42"/>
                    <a:gd name="T4" fmla="*/ 6 w 28"/>
                    <a:gd name="T5" fmla="*/ 13 h 42"/>
                    <a:gd name="T6" fmla="*/ 5 w 28"/>
                    <a:gd name="T7" fmla="*/ 16 h 42"/>
                    <a:gd name="T8" fmla="*/ 6 w 28"/>
                    <a:gd name="T9" fmla="*/ 20 h 42"/>
                    <a:gd name="T10" fmla="*/ 6 w 28"/>
                    <a:gd name="T11" fmla="*/ 21 h 42"/>
                    <a:gd name="T12" fmla="*/ 0 w 28"/>
                    <a:gd name="T13" fmla="*/ 38 h 42"/>
                    <a:gd name="T14" fmla="*/ 0 w 28"/>
                    <a:gd name="T15" fmla="*/ 41 h 42"/>
                    <a:gd name="T16" fmla="*/ 3 w 28"/>
                    <a:gd name="T17" fmla="*/ 42 h 42"/>
                    <a:gd name="T18" fmla="*/ 9 w 28"/>
                    <a:gd name="T19" fmla="*/ 32 h 42"/>
                    <a:gd name="T20" fmla="*/ 12 w 28"/>
                    <a:gd name="T21" fmla="*/ 26 h 42"/>
                    <a:gd name="T22" fmla="*/ 14 w 28"/>
                    <a:gd name="T23" fmla="*/ 26 h 42"/>
                    <a:gd name="T24" fmla="*/ 20 w 28"/>
                    <a:gd name="T25" fmla="*/ 26 h 42"/>
                    <a:gd name="T26" fmla="*/ 28 w 28"/>
                    <a:gd name="T27" fmla="*/ 14 h 42"/>
                    <a:gd name="T28" fmla="*/ 28 w 28"/>
                    <a:gd name="T29" fmla="*/ 6 h 42"/>
                    <a:gd name="T30" fmla="*/ 28 w 28"/>
                    <a:gd name="T31" fmla="*/ 5 h 42"/>
                    <a:gd name="T32" fmla="*/ 27 w 28"/>
                    <a:gd name="T33" fmla="*/ 3 h 42"/>
                    <a:gd name="T34" fmla="*/ 26 w 28"/>
                    <a:gd name="T35" fmla="*/ 3 h 42"/>
                    <a:gd name="T36" fmla="*/ 24 w 28"/>
                    <a:gd name="T37" fmla="*/ 3 h 42"/>
                    <a:gd name="T38" fmla="*/ 23 w 28"/>
                    <a:gd name="T39" fmla="*/ 3 h 42"/>
                    <a:gd name="T40" fmla="*/ 20 w 28"/>
                    <a:gd name="T41" fmla="*/ 0 h 42"/>
                    <a:gd name="T42" fmla="*/ 15 w 28"/>
                    <a:gd name="T43" fmla="*/ 1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28" h="42">
                      <a:moveTo>
                        <a:pt x="15" y="1"/>
                      </a:moveTo>
                      <a:cubicBezTo>
                        <a:pt x="15" y="10"/>
                        <a:pt x="8" y="6"/>
                        <a:pt x="6" y="11"/>
                      </a:cubicBezTo>
                      <a:cubicBezTo>
                        <a:pt x="6" y="13"/>
                        <a:pt x="6" y="13"/>
                        <a:pt x="6" y="13"/>
                      </a:cubicBezTo>
                      <a:cubicBezTo>
                        <a:pt x="6" y="14"/>
                        <a:pt x="5" y="14"/>
                        <a:pt x="5" y="16"/>
                      </a:cubicBezTo>
                      <a:cubicBezTo>
                        <a:pt x="6" y="20"/>
                        <a:pt x="6" y="20"/>
                        <a:pt x="6" y="20"/>
                      </a:cubicBezTo>
                      <a:cubicBezTo>
                        <a:pt x="6" y="21"/>
                        <a:pt x="6" y="21"/>
                        <a:pt x="6" y="21"/>
                      </a:cubicBezTo>
                      <a:cubicBezTo>
                        <a:pt x="6" y="29"/>
                        <a:pt x="0" y="31"/>
                        <a:pt x="0" y="3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2" y="42"/>
                        <a:pt x="2" y="42"/>
                        <a:pt x="3" y="42"/>
                      </a:cubicBezTo>
                      <a:cubicBezTo>
                        <a:pt x="7" y="42"/>
                        <a:pt x="9" y="36"/>
                        <a:pt x="9" y="32"/>
                      </a:cubicBezTo>
                      <a:cubicBezTo>
                        <a:pt x="9" y="29"/>
                        <a:pt x="10" y="26"/>
                        <a:pt x="12" y="26"/>
                      </a:cubicBezTo>
                      <a:cubicBezTo>
                        <a:pt x="14" y="26"/>
                        <a:pt x="14" y="26"/>
                        <a:pt x="14" y="26"/>
                      </a:cubicBezTo>
                      <a:cubicBezTo>
                        <a:pt x="20" y="26"/>
                        <a:pt x="20" y="26"/>
                        <a:pt x="20" y="26"/>
                      </a:cubicBezTo>
                      <a:cubicBezTo>
                        <a:pt x="24" y="24"/>
                        <a:pt x="28" y="21"/>
                        <a:pt x="28" y="14"/>
                      </a:cubicBezTo>
                      <a:cubicBezTo>
                        <a:pt x="28" y="6"/>
                        <a:pt x="28" y="6"/>
                        <a:pt x="28" y="6"/>
                      </a:cubicBezTo>
                      <a:cubicBezTo>
                        <a:pt x="28" y="5"/>
                        <a:pt x="28" y="5"/>
                        <a:pt x="28" y="5"/>
                      </a:cubicBezTo>
                      <a:cubicBezTo>
                        <a:pt x="27" y="3"/>
                        <a:pt x="27" y="3"/>
                        <a:pt x="27" y="3"/>
                      </a:cubicBezTo>
                      <a:cubicBezTo>
                        <a:pt x="26" y="3"/>
                        <a:pt x="26" y="3"/>
                        <a:pt x="26" y="3"/>
                      </a:cubicBezTo>
                      <a:cubicBezTo>
                        <a:pt x="24" y="3"/>
                        <a:pt x="24" y="3"/>
                        <a:pt x="24" y="3"/>
                      </a:cubicBezTo>
                      <a:cubicBezTo>
                        <a:pt x="23" y="3"/>
                        <a:pt x="23" y="3"/>
                        <a:pt x="23" y="3"/>
                      </a:cubicBezTo>
                      <a:cubicBezTo>
                        <a:pt x="20" y="0"/>
                        <a:pt x="20" y="0"/>
                        <a:pt x="20" y="0"/>
                      </a:cubicBezTo>
                      <a:lnTo>
                        <a:pt x="15" y="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9" name="íṩlïḓè"/>
                <p:cNvSpPr/>
                <p:nvPr/>
              </p:nvSpPr>
              <p:spPr bwMode="auto">
                <a:xfrm>
                  <a:off x="5826126" y="3273425"/>
                  <a:ext cx="223838" cy="293688"/>
                </a:xfrm>
                <a:custGeom>
                  <a:avLst/>
                  <a:gdLst>
                    <a:gd name="T0" fmla="*/ 38 w 68"/>
                    <a:gd name="T1" fmla="*/ 16 h 88"/>
                    <a:gd name="T2" fmla="*/ 40 w 68"/>
                    <a:gd name="T3" fmla="*/ 5 h 88"/>
                    <a:gd name="T4" fmla="*/ 36 w 68"/>
                    <a:gd name="T5" fmla="*/ 1 h 88"/>
                    <a:gd name="T6" fmla="*/ 36 w 68"/>
                    <a:gd name="T7" fmla="*/ 1 h 88"/>
                    <a:gd name="T8" fmla="*/ 33 w 68"/>
                    <a:gd name="T9" fmla="*/ 0 h 88"/>
                    <a:gd name="T10" fmla="*/ 24 w 68"/>
                    <a:gd name="T11" fmla="*/ 7 h 88"/>
                    <a:gd name="T12" fmla="*/ 24 w 68"/>
                    <a:gd name="T13" fmla="*/ 8 h 88"/>
                    <a:gd name="T14" fmla="*/ 26 w 68"/>
                    <a:gd name="T15" fmla="*/ 18 h 88"/>
                    <a:gd name="T16" fmla="*/ 27 w 68"/>
                    <a:gd name="T17" fmla="*/ 28 h 88"/>
                    <a:gd name="T18" fmla="*/ 27 w 68"/>
                    <a:gd name="T19" fmla="*/ 39 h 88"/>
                    <a:gd name="T20" fmla="*/ 16 w 68"/>
                    <a:gd name="T21" fmla="*/ 48 h 88"/>
                    <a:gd name="T22" fmla="*/ 7 w 68"/>
                    <a:gd name="T23" fmla="*/ 49 h 88"/>
                    <a:gd name="T24" fmla="*/ 5 w 68"/>
                    <a:gd name="T25" fmla="*/ 49 h 88"/>
                    <a:gd name="T26" fmla="*/ 4 w 68"/>
                    <a:gd name="T27" fmla="*/ 49 h 88"/>
                    <a:gd name="T28" fmla="*/ 0 w 68"/>
                    <a:gd name="T29" fmla="*/ 54 h 88"/>
                    <a:gd name="T30" fmla="*/ 5 w 68"/>
                    <a:gd name="T31" fmla="*/ 60 h 88"/>
                    <a:gd name="T32" fmla="*/ 11 w 68"/>
                    <a:gd name="T33" fmla="*/ 60 h 88"/>
                    <a:gd name="T34" fmla="*/ 13 w 68"/>
                    <a:gd name="T35" fmla="*/ 59 h 88"/>
                    <a:gd name="T36" fmla="*/ 20 w 68"/>
                    <a:gd name="T37" fmla="*/ 66 h 88"/>
                    <a:gd name="T38" fmla="*/ 17 w 68"/>
                    <a:gd name="T39" fmla="*/ 72 h 88"/>
                    <a:gd name="T40" fmla="*/ 13 w 68"/>
                    <a:gd name="T41" fmla="*/ 76 h 88"/>
                    <a:gd name="T42" fmla="*/ 2 w 68"/>
                    <a:gd name="T43" fmla="*/ 82 h 88"/>
                    <a:gd name="T44" fmla="*/ 2 w 68"/>
                    <a:gd name="T45" fmla="*/ 83 h 88"/>
                    <a:gd name="T46" fmla="*/ 2 w 68"/>
                    <a:gd name="T47" fmla="*/ 87 h 88"/>
                    <a:gd name="T48" fmla="*/ 4 w 68"/>
                    <a:gd name="T49" fmla="*/ 88 h 88"/>
                    <a:gd name="T50" fmla="*/ 25 w 68"/>
                    <a:gd name="T51" fmla="*/ 77 h 88"/>
                    <a:gd name="T52" fmla="*/ 31 w 68"/>
                    <a:gd name="T53" fmla="*/ 69 h 88"/>
                    <a:gd name="T54" fmla="*/ 40 w 68"/>
                    <a:gd name="T55" fmla="*/ 63 h 88"/>
                    <a:gd name="T56" fmla="*/ 52 w 68"/>
                    <a:gd name="T57" fmla="*/ 70 h 88"/>
                    <a:gd name="T58" fmla="*/ 48 w 68"/>
                    <a:gd name="T59" fmla="*/ 79 h 88"/>
                    <a:gd name="T60" fmla="*/ 59 w 68"/>
                    <a:gd name="T61" fmla="*/ 81 h 88"/>
                    <a:gd name="T62" fmla="*/ 68 w 68"/>
                    <a:gd name="T63" fmla="*/ 71 h 88"/>
                    <a:gd name="T64" fmla="*/ 59 w 68"/>
                    <a:gd name="T65" fmla="*/ 62 h 88"/>
                    <a:gd name="T66" fmla="*/ 44 w 68"/>
                    <a:gd name="T67" fmla="*/ 60 h 88"/>
                    <a:gd name="T68" fmla="*/ 42 w 68"/>
                    <a:gd name="T69" fmla="*/ 60 h 88"/>
                    <a:gd name="T70" fmla="*/ 36 w 68"/>
                    <a:gd name="T71" fmla="*/ 53 h 88"/>
                    <a:gd name="T72" fmla="*/ 48 w 68"/>
                    <a:gd name="T73" fmla="*/ 42 h 88"/>
                    <a:gd name="T74" fmla="*/ 59 w 68"/>
                    <a:gd name="T75" fmla="*/ 32 h 88"/>
                    <a:gd name="T76" fmla="*/ 59 w 68"/>
                    <a:gd name="T77" fmla="*/ 30 h 88"/>
                    <a:gd name="T78" fmla="*/ 59 w 68"/>
                    <a:gd name="T79" fmla="*/ 29 h 88"/>
                    <a:gd name="T80" fmla="*/ 54 w 68"/>
                    <a:gd name="T81" fmla="*/ 26 h 88"/>
                    <a:gd name="T82" fmla="*/ 51 w 68"/>
                    <a:gd name="T83" fmla="*/ 27 h 88"/>
                    <a:gd name="T84" fmla="*/ 50 w 68"/>
                    <a:gd name="T85" fmla="*/ 27 h 88"/>
                    <a:gd name="T86" fmla="*/ 41 w 68"/>
                    <a:gd name="T87" fmla="*/ 33 h 88"/>
                    <a:gd name="T88" fmla="*/ 38 w 68"/>
                    <a:gd name="T89" fmla="*/ 28 h 88"/>
                    <a:gd name="T90" fmla="*/ 38 w 68"/>
                    <a:gd name="T91" fmla="*/ 27 h 88"/>
                    <a:gd name="T92" fmla="*/ 38 w 68"/>
                    <a:gd name="T93" fmla="*/ 16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68" h="88">
                      <a:moveTo>
                        <a:pt x="38" y="16"/>
                      </a:moveTo>
                      <a:cubicBezTo>
                        <a:pt x="39" y="11"/>
                        <a:pt x="40" y="9"/>
                        <a:pt x="40" y="5"/>
                      </a:cubicBezTo>
                      <a:cubicBezTo>
                        <a:pt x="40" y="3"/>
                        <a:pt x="38" y="1"/>
                        <a:pt x="36" y="1"/>
                      </a:cubicBezTo>
                      <a:cubicBezTo>
                        <a:pt x="36" y="1"/>
                        <a:pt x="36" y="1"/>
                        <a:pt x="36" y="1"/>
                      </a:cubicBezTo>
                      <a:cubicBezTo>
                        <a:pt x="34" y="1"/>
                        <a:pt x="34" y="1"/>
                        <a:pt x="33" y="0"/>
                      </a:cubicBezTo>
                      <a:cubicBezTo>
                        <a:pt x="28" y="3"/>
                        <a:pt x="28" y="1"/>
                        <a:pt x="24" y="7"/>
                      </a:cubicBezTo>
                      <a:cubicBezTo>
                        <a:pt x="24" y="8"/>
                        <a:pt x="24" y="8"/>
                        <a:pt x="24" y="8"/>
                      </a:cubicBezTo>
                      <a:cubicBezTo>
                        <a:pt x="24" y="12"/>
                        <a:pt x="26" y="14"/>
                        <a:pt x="26" y="18"/>
                      </a:cubicBezTo>
                      <a:cubicBezTo>
                        <a:pt x="27" y="28"/>
                        <a:pt x="27" y="28"/>
                        <a:pt x="27" y="28"/>
                      </a:cubicBezTo>
                      <a:cubicBezTo>
                        <a:pt x="27" y="39"/>
                        <a:pt x="27" y="39"/>
                        <a:pt x="27" y="39"/>
                      </a:cubicBezTo>
                      <a:cubicBezTo>
                        <a:pt x="28" y="45"/>
                        <a:pt x="22" y="48"/>
                        <a:pt x="16" y="48"/>
                      </a:cubicBezTo>
                      <a:cubicBezTo>
                        <a:pt x="7" y="49"/>
                        <a:pt x="7" y="49"/>
                        <a:pt x="7" y="49"/>
                      </a:cubicBezTo>
                      <a:cubicBezTo>
                        <a:pt x="5" y="49"/>
                        <a:pt x="5" y="49"/>
                        <a:pt x="5" y="49"/>
                      </a:cubicBezTo>
                      <a:cubicBezTo>
                        <a:pt x="4" y="49"/>
                        <a:pt x="4" y="49"/>
                        <a:pt x="4" y="49"/>
                      </a:cubicBezTo>
                      <a:cubicBezTo>
                        <a:pt x="2" y="50"/>
                        <a:pt x="0" y="51"/>
                        <a:pt x="0" y="54"/>
                      </a:cubicBezTo>
                      <a:cubicBezTo>
                        <a:pt x="0" y="56"/>
                        <a:pt x="3" y="60"/>
                        <a:pt x="5" y="60"/>
                      </a:cubicBezTo>
                      <a:cubicBezTo>
                        <a:pt x="11" y="60"/>
                        <a:pt x="11" y="60"/>
                        <a:pt x="11" y="60"/>
                      </a:cubicBezTo>
                      <a:cubicBezTo>
                        <a:pt x="12" y="60"/>
                        <a:pt x="12" y="60"/>
                        <a:pt x="13" y="59"/>
                      </a:cubicBezTo>
                      <a:cubicBezTo>
                        <a:pt x="17" y="62"/>
                        <a:pt x="17" y="60"/>
                        <a:pt x="20" y="66"/>
                      </a:cubicBezTo>
                      <a:cubicBezTo>
                        <a:pt x="18" y="69"/>
                        <a:pt x="20" y="68"/>
                        <a:pt x="17" y="72"/>
                      </a:cubicBezTo>
                      <a:cubicBezTo>
                        <a:pt x="15" y="73"/>
                        <a:pt x="15" y="75"/>
                        <a:pt x="13" y="76"/>
                      </a:cubicBezTo>
                      <a:cubicBezTo>
                        <a:pt x="8" y="79"/>
                        <a:pt x="7" y="80"/>
                        <a:pt x="2" y="82"/>
                      </a:cubicBezTo>
                      <a:cubicBezTo>
                        <a:pt x="2" y="83"/>
                        <a:pt x="2" y="83"/>
                        <a:pt x="2" y="83"/>
                      </a:cubicBezTo>
                      <a:cubicBezTo>
                        <a:pt x="2" y="87"/>
                        <a:pt x="2" y="87"/>
                        <a:pt x="2" y="87"/>
                      </a:cubicBezTo>
                      <a:cubicBezTo>
                        <a:pt x="4" y="87"/>
                        <a:pt x="3" y="88"/>
                        <a:pt x="4" y="88"/>
                      </a:cubicBezTo>
                      <a:cubicBezTo>
                        <a:pt x="13" y="88"/>
                        <a:pt x="20" y="82"/>
                        <a:pt x="25" y="77"/>
                      </a:cubicBezTo>
                      <a:cubicBezTo>
                        <a:pt x="26" y="76"/>
                        <a:pt x="30" y="71"/>
                        <a:pt x="31" y="69"/>
                      </a:cubicBezTo>
                      <a:cubicBezTo>
                        <a:pt x="33" y="65"/>
                        <a:pt x="35" y="63"/>
                        <a:pt x="40" y="63"/>
                      </a:cubicBezTo>
                      <a:cubicBezTo>
                        <a:pt x="45" y="63"/>
                        <a:pt x="49" y="67"/>
                        <a:pt x="52" y="70"/>
                      </a:cubicBezTo>
                      <a:cubicBezTo>
                        <a:pt x="48" y="79"/>
                        <a:pt x="48" y="79"/>
                        <a:pt x="48" y="79"/>
                      </a:cubicBezTo>
                      <a:cubicBezTo>
                        <a:pt x="50" y="79"/>
                        <a:pt x="58" y="81"/>
                        <a:pt x="59" y="81"/>
                      </a:cubicBezTo>
                      <a:cubicBezTo>
                        <a:pt x="65" y="81"/>
                        <a:pt x="67" y="76"/>
                        <a:pt x="68" y="71"/>
                      </a:cubicBezTo>
                      <a:cubicBezTo>
                        <a:pt x="67" y="65"/>
                        <a:pt x="63" y="64"/>
                        <a:pt x="59" y="62"/>
                      </a:cubicBezTo>
                      <a:cubicBezTo>
                        <a:pt x="53" y="59"/>
                        <a:pt x="51" y="60"/>
                        <a:pt x="44" y="60"/>
                      </a:cubicBezTo>
                      <a:cubicBezTo>
                        <a:pt x="43" y="60"/>
                        <a:pt x="43" y="60"/>
                        <a:pt x="42" y="60"/>
                      </a:cubicBezTo>
                      <a:cubicBezTo>
                        <a:pt x="40" y="59"/>
                        <a:pt x="36" y="56"/>
                        <a:pt x="36" y="53"/>
                      </a:cubicBezTo>
                      <a:cubicBezTo>
                        <a:pt x="36" y="51"/>
                        <a:pt x="45" y="44"/>
                        <a:pt x="48" y="42"/>
                      </a:cubicBezTo>
                      <a:cubicBezTo>
                        <a:pt x="50" y="41"/>
                        <a:pt x="59" y="34"/>
                        <a:pt x="59" y="32"/>
                      </a:cubicBezTo>
                      <a:cubicBezTo>
                        <a:pt x="59" y="30"/>
                        <a:pt x="59" y="30"/>
                        <a:pt x="59" y="30"/>
                      </a:cubicBezTo>
                      <a:cubicBezTo>
                        <a:pt x="59" y="29"/>
                        <a:pt x="59" y="29"/>
                        <a:pt x="59" y="29"/>
                      </a:cubicBezTo>
                      <a:cubicBezTo>
                        <a:pt x="54" y="26"/>
                        <a:pt x="54" y="26"/>
                        <a:pt x="54" y="26"/>
                      </a:cubicBezTo>
                      <a:cubicBezTo>
                        <a:pt x="53" y="27"/>
                        <a:pt x="53" y="27"/>
                        <a:pt x="51" y="27"/>
                      </a:cubicBezTo>
                      <a:cubicBezTo>
                        <a:pt x="50" y="27"/>
                        <a:pt x="50" y="27"/>
                        <a:pt x="50" y="27"/>
                      </a:cubicBezTo>
                      <a:cubicBezTo>
                        <a:pt x="46" y="32"/>
                        <a:pt x="46" y="30"/>
                        <a:pt x="41" y="33"/>
                      </a:cubicBezTo>
                      <a:cubicBezTo>
                        <a:pt x="40" y="31"/>
                        <a:pt x="39" y="30"/>
                        <a:pt x="38" y="28"/>
                      </a:cubicBezTo>
                      <a:cubicBezTo>
                        <a:pt x="38" y="27"/>
                        <a:pt x="38" y="27"/>
                        <a:pt x="38" y="27"/>
                      </a:cubicBezTo>
                      <a:lnTo>
                        <a:pt x="38" y="16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0" name="ísḷïďè"/>
                <p:cNvSpPr/>
                <p:nvPr/>
              </p:nvSpPr>
              <p:spPr bwMode="auto">
                <a:xfrm>
                  <a:off x="4518026" y="3506788"/>
                  <a:ext cx="53975" cy="71438"/>
                </a:xfrm>
                <a:custGeom>
                  <a:avLst/>
                  <a:gdLst>
                    <a:gd name="T0" fmla="*/ 14 w 16"/>
                    <a:gd name="T1" fmla="*/ 17 h 21"/>
                    <a:gd name="T2" fmla="*/ 16 w 16"/>
                    <a:gd name="T3" fmla="*/ 12 h 21"/>
                    <a:gd name="T4" fmla="*/ 11 w 16"/>
                    <a:gd name="T5" fmla="*/ 5 h 21"/>
                    <a:gd name="T6" fmla="*/ 5 w 16"/>
                    <a:gd name="T7" fmla="*/ 0 h 21"/>
                    <a:gd name="T8" fmla="*/ 2 w 16"/>
                    <a:gd name="T9" fmla="*/ 4 h 21"/>
                    <a:gd name="T10" fmla="*/ 2 w 16"/>
                    <a:gd name="T11" fmla="*/ 5 h 21"/>
                    <a:gd name="T12" fmla="*/ 2 w 16"/>
                    <a:gd name="T13" fmla="*/ 8 h 21"/>
                    <a:gd name="T14" fmla="*/ 2 w 16"/>
                    <a:gd name="T15" fmla="*/ 9 h 21"/>
                    <a:gd name="T16" fmla="*/ 0 w 16"/>
                    <a:gd name="T17" fmla="*/ 17 h 21"/>
                    <a:gd name="T18" fmla="*/ 3 w 16"/>
                    <a:gd name="T19" fmla="*/ 21 h 21"/>
                    <a:gd name="T20" fmla="*/ 4 w 16"/>
                    <a:gd name="T21" fmla="*/ 21 h 21"/>
                    <a:gd name="T22" fmla="*/ 5 w 16"/>
                    <a:gd name="T23" fmla="*/ 21 h 21"/>
                    <a:gd name="T24" fmla="*/ 14 w 16"/>
                    <a:gd name="T25" fmla="*/ 17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6" h="21">
                      <a:moveTo>
                        <a:pt x="14" y="17"/>
                      </a:moveTo>
                      <a:cubicBezTo>
                        <a:pt x="14" y="15"/>
                        <a:pt x="16" y="13"/>
                        <a:pt x="16" y="12"/>
                      </a:cubicBezTo>
                      <a:cubicBezTo>
                        <a:pt x="16" y="11"/>
                        <a:pt x="12" y="7"/>
                        <a:pt x="11" y="5"/>
                      </a:cubicBezTo>
                      <a:cubicBezTo>
                        <a:pt x="11" y="3"/>
                        <a:pt x="8" y="0"/>
                        <a:pt x="5" y="0"/>
                      </a:cubicBezTo>
                      <a:cubicBezTo>
                        <a:pt x="4" y="0"/>
                        <a:pt x="3" y="3"/>
                        <a:pt x="2" y="4"/>
                      </a:cubicBezTo>
                      <a:cubicBezTo>
                        <a:pt x="2" y="5"/>
                        <a:pt x="2" y="5"/>
                        <a:pt x="2" y="5"/>
                      </a:cubicBezTo>
                      <a:cubicBezTo>
                        <a:pt x="2" y="8"/>
                        <a:pt x="2" y="8"/>
                        <a:pt x="2" y="8"/>
                      </a:cubicBezTo>
                      <a:cubicBezTo>
                        <a:pt x="2" y="9"/>
                        <a:pt x="2" y="9"/>
                        <a:pt x="2" y="9"/>
                      </a:cubicBezTo>
                      <a:cubicBezTo>
                        <a:pt x="1" y="11"/>
                        <a:pt x="0" y="14"/>
                        <a:pt x="0" y="17"/>
                      </a:cubicBezTo>
                      <a:cubicBezTo>
                        <a:pt x="0" y="19"/>
                        <a:pt x="1" y="20"/>
                        <a:pt x="3" y="21"/>
                      </a:cubicBezTo>
                      <a:cubicBezTo>
                        <a:pt x="4" y="21"/>
                        <a:pt x="4" y="21"/>
                        <a:pt x="4" y="21"/>
                      </a:cubicBezTo>
                      <a:cubicBezTo>
                        <a:pt x="5" y="21"/>
                        <a:pt x="5" y="21"/>
                        <a:pt x="5" y="21"/>
                      </a:cubicBezTo>
                      <a:cubicBezTo>
                        <a:pt x="7" y="21"/>
                        <a:pt x="11" y="17"/>
                        <a:pt x="14" y="17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1" name="îṧļîḓé"/>
                <p:cNvSpPr/>
                <p:nvPr/>
              </p:nvSpPr>
              <p:spPr bwMode="auto">
                <a:xfrm>
                  <a:off x="5319713" y="3133725"/>
                  <a:ext cx="222250" cy="500063"/>
                </a:xfrm>
                <a:custGeom>
                  <a:avLst/>
                  <a:gdLst>
                    <a:gd name="T0" fmla="*/ 47 w 67"/>
                    <a:gd name="T1" fmla="*/ 96 h 150"/>
                    <a:gd name="T2" fmla="*/ 51 w 67"/>
                    <a:gd name="T3" fmla="*/ 96 h 150"/>
                    <a:gd name="T4" fmla="*/ 46 w 67"/>
                    <a:gd name="T5" fmla="*/ 114 h 150"/>
                    <a:gd name="T6" fmla="*/ 42 w 67"/>
                    <a:gd name="T7" fmla="*/ 113 h 150"/>
                    <a:gd name="T8" fmla="*/ 39 w 67"/>
                    <a:gd name="T9" fmla="*/ 108 h 150"/>
                    <a:gd name="T10" fmla="*/ 21 w 67"/>
                    <a:gd name="T11" fmla="*/ 78 h 150"/>
                    <a:gd name="T12" fmla="*/ 29 w 67"/>
                    <a:gd name="T13" fmla="*/ 73 h 150"/>
                    <a:gd name="T14" fmla="*/ 32 w 67"/>
                    <a:gd name="T15" fmla="*/ 74 h 150"/>
                    <a:gd name="T16" fmla="*/ 32 w 67"/>
                    <a:gd name="T17" fmla="*/ 77 h 150"/>
                    <a:gd name="T18" fmla="*/ 32 w 67"/>
                    <a:gd name="T19" fmla="*/ 79 h 150"/>
                    <a:gd name="T20" fmla="*/ 21 w 67"/>
                    <a:gd name="T21" fmla="*/ 78 h 150"/>
                    <a:gd name="T22" fmla="*/ 53 w 67"/>
                    <a:gd name="T23" fmla="*/ 118 h 150"/>
                    <a:gd name="T24" fmla="*/ 66 w 67"/>
                    <a:gd name="T25" fmla="*/ 108 h 150"/>
                    <a:gd name="T26" fmla="*/ 60 w 67"/>
                    <a:gd name="T27" fmla="*/ 98 h 150"/>
                    <a:gd name="T28" fmla="*/ 51 w 67"/>
                    <a:gd name="T29" fmla="*/ 82 h 150"/>
                    <a:gd name="T30" fmla="*/ 47 w 67"/>
                    <a:gd name="T31" fmla="*/ 71 h 150"/>
                    <a:gd name="T32" fmla="*/ 60 w 67"/>
                    <a:gd name="T33" fmla="*/ 58 h 150"/>
                    <a:gd name="T34" fmla="*/ 53 w 67"/>
                    <a:gd name="T35" fmla="*/ 52 h 150"/>
                    <a:gd name="T36" fmla="*/ 44 w 67"/>
                    <a:gd name="T37" fmla="*/ 50 h 150"/>
                    <a:gd name="T38" fmla="*/ 48 w 67"/>
                    <a:gd name="T39" fmla="*/ 38 h 150"/>
                    <a:gd name="T40" fmla="*/ 66 w 67"/>
                    <a:gd name="T41" fmla="*/ 17 h 150"/>
                    <a:gd name="T42" fmla="*/ 66 w 67"/>
                    <a:gd name="T43" fmla="*/ 13 h 150"/>
                    <a:gd name="T44" fmla="*/ 56 w 67"/>
                    <a:gd name="T45" fmla="*/ 1 h 150"/>
                    <a:gd name="T46" fmla="*/ 55 w 67"/>
                    <a:gd name="T47" fmla="*/ 7 h 150"/>
                    <a:gd name="T48" fmla="*/ 50 w 67"/>
                    <a:gd name="T49" fmla="*/ 18 h 150"/>
                    <a:gd name="T50" fmla="*/ 42 w 67"/>
                    <a:gd name="T51" fmla="*/ 15 h 150"/>
                    <a:gd name="T52" fmla="*/ 40 w 67"/>
                    <a:gd name="T53" fmla="*/ 15 h 150"/>
                    <a:gd name="T54" fmla="*/ 41 w 67"/>
                    <a:gd name="T55" fmla="*/ 26 h 150"/>
                    <a:gd name="T56" fmla="*/ 41 w 67"/>
                    <a:gd name="T57" fmla="*/ 30 h 150"/>
                    <a:gd name="T58" fmla="*/ 37 w 67"/>
                    <a:gd name="T59" fmla="*/ 33 h 150"/>
                    <a:gd name="T60" fmla="*/ 30 w 67"/>
                    <a:gd name="T61" fmla="*/ 29 h 150"/>
                    <a:gd name="T62" fmla="*/ 9 w 67"/>
                    <a:gd name="T63" fmla="*/ 50 h 150"/>
                    <a:gd name="T64" fmla="*/ 4 w 67"/>
                    <a:gd name="T65" fmla="*/ 59 h 150"/>
                    <a:gd name="T66" fmla="*/ 23 w 67"/>
                    <a:gd name="T67" fmla="*/ 51 h 150"/>
                    <a:gd name="T68" fmla="*/ 30 w 67"/>
                    <a:gd name="T69" fmla="*/ 58 h 150"/>
                    <a:gd name="T70" fmla="*/ 26 w 67"/>
                    <a:gd name="T71" fmla="*/ 65 h 150"/>
                    <a:gd name="T72" fmla="*/ 19 w 67"/>
                    <a:gd name="T73" fmla="*/ 64 h 150"/>
                    <a:gd name="T74" fmla="*/ 16 w 67"/>
                    <a:gd name="T75" fmla="*/ 67 h 150"/>
                    <a:gd name="T76" fmla="*/ 16 w 67"/>
                    <a:gd name="T77" fmla="*/ 72 h 150"/>
                    <a:gd name="T78" fmla="*/ 3 w 67"/>
                    <a:gd name="T79" fmla="*/ 105 h 150"/>
                    <a:gd name="T80" fmla="*/ 6 w 67"/>
                    <a:gd name="T81" fmla="*/ 110 h 150"/>
                    <a:gd name="T82" fmla="*/ 9 w 67"/>
                    <a:gd name="T83" fmla="*/ 111 h 150"/>
                    <a:gd name="T84" fmla="*/ 24 w 67"/>
                    <a:gd name="T85" fmla="*/ 89 h 150"/>
                    <a:gd name="T86" fmla="*/ 32 w 67"/>
                    <a:gd name="T87" fmla="*/ 93 h 150"/>
                    <a:gd name="T88" fmla="*/ 32 w 67"/>
                    <a:gd name="T89" fmla="*/ 96 h 150"/>
                    <a:gd name="T90" fmla="*/ 29 w 67"/>
                    <a:gd name="T91" fmla="*/ 113 h 150"/>
                    <a:gd name="T92" fmla="*/ 29 w 67"/>
                    <a:gd name="T93" fmla="*/ 115 h 150"/>
                    <a:gd name="T94" fmla="*/ 22 w 67"/>
                    <a:gd name="T95" fmla="*/ 122 h 150"/>
                    <a:gd name="T96" fmla="*/ 10 w 67"/>
                    <a:gd name="T97" fmla="*/ 124 h 150"/>
                    <a:gd name="T98" fmla="*/ 15 w 67"/>
                    <a:gd name="T99" fmla="*/ 144 h 150"/>
                    <a:gd name="T100" fmla="*/ 17 w 67"/>
                    <a:gd name="T101" fmla="*/ 150 h 150"/>
                    <a:gd name="T102" fmla="*/ 38 w 67"/>
                    <a:gd name="T103" fmla="*/ 125 h 1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67" h="150">
                      <a:moveTo>
                        <a:pt x="39" y="107"/>
                      </a:moveTo>
                      <a:cubicBezTo>
                        <a:pt x="39" y="103"/>
                        <a:pt x="44" y="96"/>
                        <a:pt x="47" y="96"/>
                      </a:cubicBezTo>
                      <a:cubicBezTo>
                        <a:pt x="50" y="96"/>
                        <a:pt x="50" y="96"/>
                        <a:pt x="50" y="96"/>
                      </a:cubicBezTo>
                      <a:cubicBezTo>
                        <a:pt x="51" y="96"/>
                        <a:pt x="51" y="96"/>
                        <a:pt x="51" y="96"/>
                      </a:cubicBezTo>
                      <a:cubicBezTo>
                        <a:pt x="53" y="98"/>
                        <a:pt x="55" y="101"/>
                        <a:pt x="55" y="104"/>
                      </a:cubicBezTo>
                      <a:cubicBezTo>
                        <a:pt x="55" y="108"/>
                        <a:pt x="49" y="112"/>
                        <a:pt x="46" y="114"/>
                      </a:cubicBezTo>
                      <a:cubicBezTo>
                        <a:pt x="45" y="114"/>
                        <a:pt x="45" y="113"/>
                        <a:pt x="43" y="113"/>
                      </a:cubicBezTo>
                      <a:cubicBezTo>
                        <a:pt x="42" y="113"/>
                        <a:pt x="42" y="113"/>
                        <a:pt x="42" y="113"/>
                      </a:cubicBezTo>
                      <a:cubicBezTo>
                        <a:pt x="39" y="109"/>
                        <a:pt x="39" y="109"/>
                        <a:pt x="39" y="109"/>
                      </a:cubicBezTo>
                      <a:cubicBezTo>
                        <a:pt x="39" y="108"/>
                        <a:pt x="39" y="108"/>
                        <a:pt x="39" y="108"/>
                      </a:cubicBezTo>
                      <a:cubicBezTo>
                        <a:pt x="39" y="107"/>
                        <a:pt x="39" y="107"/>
                        <a:pt x="39" y="107"/>
                      </a:cubicBezTo>
                      <a:close/>
                      <a:moveTo>
                        <a:pt x="21" y="78"/>
                      </a:moveTo>
                      <a:cubicBezTo>
                        <a:pt x="21" y="77"/>
                        <a:pt x="25" y="73"/>
                        <a:pt x="26" y="73"/>
                      </a:cubicBezTo>
                      <a:cubicBezTo>
                        <a:pt x="27" y="73"/>
                        <a:pt x="27" y="73"/>
                        <a:pt x="29" y="73"/>
                      </a:cubicBezTo>
                      <a:cubicBezTo>
                        <a:pt x="30" y="73"/>
                        <a:pt x="30" y="73"/>
                        <a:pt x="30" y="73"/>
                      </a:cubicBezTo>
                      <a:cubicBezTo>
                        <a:pt x="32" y="74"/>
                        <a:pt x="32" y="74"/>
                        <a:pt x="32" y="74"/>
                      </a:cubicBezTo>
                      <a:cubicBezTo>
                        <a:pt x="32" y="76"/>
                        <a:pt x="32" y="76"/>
                        <a:pt x="32" y="76"/>
                      </a:cubicBezTo>
                      <a:cubicBezTo>
                        <a:pt x="32" y="77"/>
                        <a:pt x="32" y="77"/>
                        <a:pt x="32" y="77"/>
                      </a:cubicBezTo>
                      <a:cubicBezTo>
                        <a:pt x="32" y="78"/>
                        <a:pt x="32" y="78"/>
                        <a:pt x="32" y="78"/>
                      </a:cubicBezTo>
                      <a:cubicBezTo>
                        <a:pt x="32" y="79"/>
                        <a:pt x="32" y="79"/>
                        <a:pt x="32" y="79"/>
                      </a:cubicBezTo>
                      <a:cubicBezTo>
                        <a:pt x="31" y="82"/>
                        <a:pt x="29" y="83"/>
                        <a:pt x="25" y="83"/>
                      </a:cubicBezTo>
                      <a:cubicBezTo>
                        <a:pt x="23" y="83"/>
                        <a:pt x="21" y="81"/>
                        <a:pt x="21" y="78"/>
                      </a:cubicBezTo>
                      <a:close/>
                      <a:moveTo>
                        <a:pt x="38" y="125"/>
                      </a:moveTo>
                      <a:cubicBezTo>
                        <a:pt x="43" y="122"/>
                        <a:pt x="47" y="120"/>
                        <a:pt x="53" y="118"/>
                      </a:cubicBezTo>
                      <a:cubicBezTo>
                        <a:pt x="57" y="116"/>
                        <a:pt x="57" y="116"/>
                        <a:pt x="60" y="114"/>
                      </a:cubicBezTo>
                      <a:cubicBezTo>
                        <a:pt x="64" y="111"/>
                        <a:pt x="63" y="110"/>
                        <a:pt x="66" y="108"/>
                      </a:cubicBezTo>
                      <a:cubicBezTo>
                        <a:pt x="67" y="104"/>
                        <a:pt x="67" y="104"/>
                        <a:pt x="67" y="104"/>
                      </a:cubicBezTo>
                      <a:cubicBezTo>
                        <a:pt x="64" y="100"/>
                        <a:pt x="64" y="101"/>
                        <a:pt x="60" y="98"/>
                      </a:cubicBezTo>
                      <a:cubicBezTo>
                        <a:pt x="58" y="96"/>
                        <a:pt x="55" y="95"/>
                        <a:pt x="54" y="92"/>
                      </a:cubicBezTo>
                      <a:cubicBezTo>
                        <a:pt x="53" y="88"/>
                        <a:pt x="53" y="84"/>
                        <a:pt x="51" y="82"/>
                      </a:cubicBezTo>
                      <a:cubicBezTo>
                        <a:pt x="49" y="79"/>
                        <a:pt x="47" y="77"/>
                        <a:pt x="47" y="73"/>
                      </a:cubicBezTo>
                      <a:cubicBezTo>
                        <a:pt x="47" y="72"/>
                        <a:pt x="47" y="72"/>
                        <a:pt x="47" y="71"/>
                      </a:cubicBezTo>
                      <a:cubicBezTo>
                        <a:pt x="49" y="67"/>
                        <a:pt x="47" y="67"/>
                        <a:pt x="53" y="64"/>
                      </a:cubicBezTo>
                      <a:cubicBezTo>
                        <a:pt x="55" y="64"/>
                        <a:pt x="60" y="60"/>
                        <a:pt x="60" y="58"/>
                      </a:cubicBezTo>
                      <a:cubicBezTo>
                        <a:pt x="60" y="55"/>
                        <a:pt x="60" y="55"/>
                        <a:pt x="60" y="55"/>
                      </a:cubicBezTo>
                      <a:cubicBezTo>
                        <a:pt x="60" y="53"/>
                        <a:pt x="56" y="51"/>
                        <a:pt x="53" y="52"/>
                      </a:cubicBezTo>
                      <a:cubicBezTo>
                        <a:pt x="47" y="52"/>
                        <a:pt x="47" y="52"/>
                        <a:pt x="47" y="52"/>
                      </a:cubicBezTo>
                      <a:cubicBezTo>
                        <a:pt x="46" y="52"/>
                        <a:pt x="45" y="51"/>
                        <a:pt x="44" y="50"/>
                      </a:cubicBezTo>
                      <a:cubicBezTo>
                        <a:pt x="44" y="47"/>
                        <a:pt x="44" y="47"/>
                        <a:pt x="44" y="47"/>
                      </a:cubicBezTo>
                      <a:cubicBezTo>
                        <a:pt x="44" y="44"/>
                        <a:pt x="47" y="41"/>
                        <a:pt x="48" y="38"/>
                      </a:cubicBezTo>
                      <a:cubicBezTo>
                        <a:pt x="49" y="34"/>
                        <a:pt x="50" y="33"/>
                        <a:pt x="53" y="30"/>
                      </a:cubicBezTo>
                      <a:cubicBezTo>
                        <a:pt x="56" y="27"/>
                        <a:pt x="66" y="22"/>
                        <a:pt x="66" y="17"/>
                      </a:cubicBezTo>
                      <a:cubicBezTo>
                        <a:pt x="66" y="14"/>
                        <a:pt x="66" y="14"/>
                        <a:pt x="66" y="14"/>
                      </a:cubicBezTo>
                      <a:cubicBezTo>
                        <a:pt x="66" y="13"/>
                        <a:pt x="66" y="13"/>
                        <a:pt x="66" y="13"/>
                      </a:cubicBezTo>
                      <a:cubicBezTo>
                        <a:pt x="65" y="10"/>
                        <a:pt x="62" y="0"/>
                        <a:pt x="58" y="0"/>
                      </a:cubicBezTo>
                      <a:cubicBezTo>
                        <a:pt x="57" y="0"/>
                        <a:pt x="57" y="0"/>
                        <a:pt x="56" y="1"/>
                      </a:cubicBezTo>
                      <a:cubicBezTo>
                        <a:pt x="56" y="3"/>
                        <a:pt x="55" y="3"/>
                        <a:pt x="55" y="5"/>
                      </a:cubicBezTo>
                      <a:cubicBezTo>
                        <a:pt x="55" y="7"/>
                        <a:pt x="55" y="7"/>
                        <a:pt x="55" y="7"/>
                      </a:cubicBezTo>
                      <a:cubicBezTo>
                        <a:pt x="55" y="11"/>
                        <a:pt x="53" y="15"/>
                        <a:pt x="51" y="18"/>
                      </a:cubicBezTo>
                      <a:cubicBezTo>
                        <a:pt x="50" y="18"/>
                        <a:pt x="50" y="18"/>
                        <a:pt x="50" y="18"/>
                      </a:cubicBezTo>
                      <a:cubicBezTo>
                        <a:pt x="48" y="18"/>
                        <a:pt x="48" y="18"/>
                        <a:pt x="47" y="19"/>
                      </a:cubicBezTo>
                      <a:cubicBezTo>
                        <a:pt x="42" y="15"/>
                        <a:pt x="42" y="15"/>
                        <a:pt x="42" y="15"/>
                      </a:cubicBezTo>
                      <a:cubicBezTo>
                        <a:pt x="41" y="15"/>
                        <a:pt x="41" y="15"/>
                        <a:pt x="41" y="15"/>
                      </a:cubicBezTo>
                      <a:cubicBezTo>
                        <a:pt x="40" y="15"/>
                        <a:pt x="40" y="15"/>
                        <a:pt x="40" y="15"/>
                      </a:cubicBezTo>
                      <a:cubicBezTo>
                        <a:pt x="39" y="15"/>
                        <a:pt x="38" y="16"/>
                        <a:pt x="38" y="17"/>
                      </a:cubicBezTo>
                      <a:cubicBezTo>
                        <a:pt x="38" y="19"/>
                        <a:pt x="41" y="22"/>
                        <a:pt x="41" y="26"/>
                      </a:cubicBezTo>
                      <a:cubicBezTo>
                        <a:pt x="41" y="29"/>
                        <a:pt x="41" y="29"/>
                        <a:pt x="41" y="29"/>
                      </a:cubicBezTo>
                      <a:cubicBezTo>
                        <a:pt x="41" y="30"/>
                        <a:pt x="41" y="30"/>
                        <a:pt x="41" y="30"/>
                      </a:cubicBezTo>
                      <a:cubicBezTo>
                        <a:pt x="38" y="33"/>
                        <a:pt x="38" y="33"/>
                        <a:pt x="38" y="33"/>
                      </a:cubicBezTo>
                      <a:cubicBezTo>
                        <a:pt x="37" y="33"/>
                        <a:pt x="37" y="33"/>
                        <a:pt x="37" y="33"/>
                      </a:cubicBezTo>
                      <a:cubicBezTo>
                        <a:pt x="35" y="33"/>
                        <a:pt x="35" y="34"/>
                        <a:pt x="34" y="34"/>
                      </a:cubicBezTo>
                      <a:cubicBezTo>
                        <a:pt x="32" y="33"/>
                        <a:pt x="31" y="31"/>
                        <a:pt x="30" y="29"/>
                      </a:cubicBezTo>
                      <a:cubicBezTo>
                        <a:pt x="24" y="29"/>
                        <a:pt x="30" y="41"/>
                        <a:pt x="19" y="45"/>
                      </a:cubicBezTo>
                      <a:cubicBezTo>
                        <a:pt x="16" y="46"/>
                        <a:pt x="12" y="48"/>
                        <a:pt x="9" y="50"/>
                      </a:cubicBezTo>
                      <a:cubicBezTo>
                        <a:pt x="6" y="51"/>
                        <a:pt x="1" y="53"/>
                        <a:pt x="0" y="55"/>
                      </a:cubicBezTo>
                      <a:cubicBezTo>
                        <a:pt x="1" y="58"/>
                        <a:pt x="1" y="57"/>
                        <a:pt x="4" y="59"/>
                      </a:cubicBezTo>
                      <a:cubicBezTo>
                        <a:pt x="6" y="59"/>
                        <a:pt x="6" y="59"/>
                        <a:pt x="6" y="59"/>
                      </a:cubicBezTo>
                      <a:cubicBezTo>
                        <a:pt x="10" y="59"/>
                        <a:pt x="20" y="51"/>
                        <a:pt x="23" y="51"/>
                      </a:cubicBezTo>
                      <a:cubicBezTo>
                        <a:pt x="25" y="51"/>
                        <a:pt x="24" y="51"/>
                        <a:pt x="27" y="52"/>
                      </a:cubicBezTo>
                      <a:cubicBezTo>
                        <a:pt x="29" y="54"/>
                        <a:pt x="29" y="55"/>
                        <a:pt x="30" y="58"/>
                      </a:cubicBezTo>
                      <a:cubicBezTo>
                        <a:pt x="30" y="59"/>
                        <a:pt x="30" y="59"/>
                        <a:pt x="30" y="59"/>
                      </a:cubicBezTo>
                      <a:cubicBezTo>
                        <a:pt x="30" y="62"/>
                        <a:pt x="28" y="64"/>
                        <a:pt x="26" y="65"/>
                      </a:cubicBezTo>
                      <a:cubicBezTo>
                        <a:pt x="21" y="64"/>
                        <a:pt x="21" y="64"/>
                        <a:pt x="21" y="64"/>
                      </a:cubicBezTo>
                      <a:cubicBezTo>
                        <a:pt x="20" y="64"/>
                        <a:pt x="20" y="64"/>
                        <a:pt x="19" y="64"/>
                      </a:cubicBezTo>
                      <a:cubicBezTo>
                        <a:pt x="18" y="64"/>
                        <a:pt x="18" y="64"/>
                        <a:pt x="18" y="64"/>
                      </a:cubicBezTo>
                      <a:cubicBezTo>
                        <a:pt x="16" y="67"/>
                        <a:pt x="16" y="67"/>
                        <a:pt x="16" y="67"/>
                      </a:cubicBezTo>
                      <a:cubicBezTo>
                        <a:pt x="16" y="68"/>
                        <a:pt x="16" y="68"/>
                        <a:pt x="16" y="68"/>
                      </a:cubicBezTo>
                      <a:cubicBezTo>
                        <a:pt x="16" y="72"/>
                        <a:pt x="16" y="72"/>
                        <a:pt x="16" y="72"/>
                      </a:cubicBezTo>
                      <a:cubicBezTo>
                        <a:pt x="16" y="78"/>
                        <a:pt x="13" y="85"/>
                        <a:pt x="11" y="90"/>
                      </a:cubicBezTo>
                      <a:cubicBezTo>
                        <a:pt x="9" y="94"/>
                        <a:pt x="3" y="100"/>
                        <a:pt x="3" y="105"/>
                      </a:cubicBezTo>
                      <a:cubicBezTo>
                        <a:pt x="3" y="106"/>
                        <a:pt x="4" y="109"/>
                        <a:pt x="5" y="110"/>
                      </a:cubicBezTo>
                      <a:cubicBezTo>
                        <a:pt x="6" y="110"/>
                        <a:pt x="6" y="110"/>
                        <a:pt x="6" y="110"/>
                      </a:cubicBezTo>
                      <a:cubicBezTo>
                        <a:pt x="7" y="110"/>
                        <a:pt x="7" y="110"/>
                        <a:pt x="7" y="110"/>
                      </a:cubicBezTo>
                      <a:cubicBezTo>
                        <a:pt x="9" y="110"/>
                        <a:pt x="8" y="110"/>
                        <a:pt x="9" y="111"/>
                      </a:cubicBezTo>
                      <a:cubicBezTo>
                        <a:pt x="11" y="109"/>
                        <a:pt x="15" y="101"/>
                        <a:pt x="15" y="98"/>
                      </a:cubicBezTo>
                      <a:cubicBezTo>
                        <a:pt x="17" y="94"/>
                        <a:pt x="20" y="89"/>
                        <a:pt x="24" y="89"/>
                      </a:cubicBezTo>
                      <a:cubicBezTo>
                        <a:pt x="25" y="89"/>
                        <a:pt x="25" y="89"/>
                        <a:pt x="26" y="88"/>
                      </a:cubicBezTo>
                      <a:cubicBezTo>
                        <a:pt x="28" y="90"/>
                        <a:pt x="32" y="90"/>
                        <a:pt x="32" y="93"/>
                      </a:cubicBezTo>
                      <a:cubicBezTo>
                        <a:pt x="32" y="94"/>
                        <a:pt x="32" y="94"/>
                        <a:pt x="32" y="94"/>
                      </a:cubicBezTo>
                      <a:cubicBezTo>
                        <a:pt x="32" y="96"/>
                        <a:pt x="32" y="96"/>
                        <a:pt x="32" y="96"/>
                      </a:cubicBezTo>
                      <a:cubicBezTo>
                        <a:pt x="28" y="102"/>
                        <a:pt x="25" y="101"/>
                        <a:pt x="23" y="104"/>
                      </a:cubicBezTo>
                      <a:cubicBezTo>
                        <a:pt x="26" y="109"/>
                        <a:pt x="27" y="108"/>
                        <a:pt x="29" y="113"/>
                      </a:cubicBezTo>
                      <a:cubicBezTo>
                        <a:pt x="29" y="114"/>
                        <a:pt x="29" y="114"/>
                        <a:pt x="29" y="114"/>
                      </a:cubicBezTo>
                      <a:cubicBezTo>
                        <a:pt x="29" y="115"/>
                        <a:pt x="29" y="115"/>
                        <a:pt x="29" y="115"/>
                      </a:cubicBezTo>
                      <a:cubicBezTo>
                        <a:pt x="29" y="116"/>
                        <a:pt x="29" y="116"/>
                        <a:pt x="29" y="116"/>
                      </a:cubicBezTo>
                      <a:cubicBezTo>
                        <a:pt x="28" y="119"/>
                        <a:pt x="26" y="123"/>
                        <a:pt x="22" y="122"/>
                      </a:cubicBezTo>
                      <a:cubicBezTo>
                        <a:pt x="15" y="122"/>
                        <a:pt x="15" y="122"/>
                        <a:pt x="15" y="122"/>
                      </a:cubicBezTo>
                      <a:cubicBezTo>
                        <a:pt x="14" y="122"/>
                        <a:pt x="11" y="124"/>
                        <a:pt x="10" y="124"/>
                      </a:cubicBezTo>
                      <a:cubicBezTo>
                        <a:pt x="13" y="127"/>
                        <a:pt x="23" y="129"/>
                        <a:pt x="23" y="133"/>
                      </a:cubicBezTo>
                      <a:cubicBezTo>
                        <a:pt x="23" y="137"/>
                        <a:pt x="18" y="142"/>
                        <a:pt x="15" y="144"/>
                      </a:cubicBezTo>
                      <a:cubicBezTo>
                        <a:pt x="15" y="150"/>
                        <a:pt x="15" y="150"/>
                        <a:pt x="15" y="150"/>
                      </a:cubicBezTo>
                      <a:cubicBezTo>
                        <a:pt x="17" y="150"/>
                        <a:pt x="17" y="150"/>
                        <a:pt x="17" y="150"/>
                      </a:cubicBezTo>
                      <a:cubicBezTo>
                        <a:pt x="20" y="150"/>
                        <a:pt x="27" y="141"/>
                        <a:pt x="29" y="139"/>
                      </a:cubicBezTo>
                      <a:cubicBezTo>
                        <a:pt x="33" y="135"/>
                        <a:pt x="34" y="129"/>
                        <a:pt x="38" y="12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2" name="iSļïḑé"/>
                <p:cNvSpPr/>
                <p:nvPr/>
              </p:nvSpPr>
              <p:spPr bwMode="auto">
                <a:xfrm>
                  <a:off x="4422776" y="3106738"/>
                  <a:ext cx="412750" cy="596900"/>
                </a:xfrm>
                <a:custGeom>
                  <a:avLst/>
                  <a:gdLst>
                    <a:gd name="T0" fmla="*/ 63 w 125"/>
                    <a:gd name="T1" fmla="*/ 83 h 179"/>
                    <a:gd name="T2" fmla="*/ 69 w 125"/>
                    <a:gd name="T3" fmla="*/ 84 h 179"/>
                    <a:gd name="T4" fmla="*/ 71 w 125"/>
                    <a:gd name="T5" fmla="*/ 95 h 179"/>
                    <a:gd name="T6" fmla="*/ 56 w 125"/>
                    <a:gd name="T7" fmla="*/ 91 h 179"/>
                    <a:gd name="T8" fmla="*/ 77 w 125"/>
                    <a:gd name="T9" fmla="*/ 77 h 179"/>
                    <a:gd name="T10" fmla="*/ 90 w 125"/>
                    <a:gd name="T11" fmla="*/ 82 h 179"/>
                    <a:gd name="T12" fmla="*/ 93 w 125"/>
                    <a:gd name="T13" fmla="*/ 96 h 179"/>
                    <a:gd name="T14" fmla="*/ 88 w 125"/>
                    <a:gd name="T15" fmla="*/ 106 h 179"/>
                    <a:gd name="T16" fmla="*/ 75 w 125"/>
                    <a:gd name="T17" fmla="*/ 89 h 179"/>
                    <a:gd name="T18" fmla="*/ 91 w 125"/>
                    <a:gd name="T19" fmla="*/ 29 h 179"/>
                    <a:gd name="T20" fmla="*/ 95 w 125"/>
                    <a:gd name="T21" fmla="*/ 4 h 179"/>
                    <a:gd name="T22" fmla="*/ 92 w 125"/>
                    <a:gd name="T23" fmla="*/ 0 h 179"/>
                    <a:gd name="T24" fmla="*/ 86 w 125"/>
                    <a:gd name="T25" fmla="*/ 0 h 179"/>
                    <a:gd name="T26" fmla="*/ 80 w 125"/>
                    <a:gd name="T27" fmla="*/ 7 h 179"/>
                    <a:gd name="T28" fmla="*/ 83 w 125"/>
                    <a:gd name="T29" fmla="*/ 30 h 179"/>
                    <a:gd name="T30" fmla="*/ 86 w 125"/>
                    <a:gd name="T31" fmla="*/ 50 h 179"/>
                    <a:gd name="T32" fmla="*/ 46 w 125"/>
                    <a:gd name="T33" fmla="*/ 84 h 179"/>
                    <a:gd name="T34" fmla="*/ 0 w 125"/>
                    <a:gd name="T35" fmla="*/ 99 h 179"/>
                    <a:gd name="T36" fmla="*/ 13 w 125"/>
                    <a:gd name="T37" fmla="*/ 108 h 179"/>
                    <a:gd name="T38" fmla="*/ 30 w 125"/>
                    <a:gd name="T39" fmla="*/ 100 h 179"/>
                    <a:gd name="T40" fmla="*/ 47 w 125"/>
                    <a:gd name="T41" fmla="*/ 92 h 179"/>
                    <a:gd name="T42" fmla="*/ 51 w 125"/>
                    <a:gd name="T43" fmla="*/ 109 h 179"/>
                    <a:gd name="T44" fmla="*/ 50 w 125"/>
                    <a:gd name="T45" fmla="*/ 118 h 179"/>
                    <a:gd name="T46" fmla="*/ 54 w 125"/>
                    <a:gd name="T47" fmla="*/ 125 h 179"/>
                    <a:gd name="T48" fmla="*/ 62 w 125"/>
                    <a:gd name="T49" fmla="*/ 119 h 179"/>
                    <a:gd name="T50" fmla="*/ 62 w 125"/>
                    <a:gd name="T51" fmla="*/ 113 h 179"/>
                    <a:gd name="T52" fmla="*/ 78 w 125"/>
                    <a:gd name="T53" fmla="*/ 111 h 179"/>
                    <a:gd name="T54" fmla="*/ 78 w 125"/>
                    <a:gd name="T55" fmla="*/ 113 h 179"/>
                    <a:gd name="T56" fmla="*/ 78 w 125"/>
                    <a:gd name="T57" fmla="*/ 118 h 179"/>
                    <a:gd name="T58" fmla="*/ 46 w 125"/>
                    <a:gd name="T59" fmla="*/ 147 h 179"/>
                    <a:gd name="T60" fmla="*/ 28 w 125"/>
                    <a:gd name="T61" fmla="*/ 158 h 179"/>
                    <a:gd name="T62" fmla="*/ 1 w 125"/>
                    <a:gd name="T63" fmla="*/ 170 h 179"/>
                    <a:gd name="T64" fmla="*/ 14 w 125"/>
                    <a:gd name="T65" fmla="*/ 178 h 179"/>
                    <a:gd name="T66" fmla="*/ 20 w 125"/>
                    <a:gd name="T67" fmla="*/ 179 h 179"/>
                    <a:gd name="T68" fmla="*/ 22 w 125"/>
                    <a:gd name="T69" fmla="*/ 179 h 179"/>
                    <a:gd name="T70" fmla="*/ 38 w 125"/>
                    <a:gd name="T71" fmla="*/ 169 h 179"/>
                    <a:gd name="T72" fmla="*/ 61 w 125"/>
                    <a:gd name="T73" fmla="*/ 150 h 179"/>
                    <a:gd name="T74" fmla="*/ 79 w 125"/>
                    <a:gd name="T75" fmla="*/ 135 h 179"/>
                    <a:gd name="T76" fmla="*/ 96 w 125"/>
                    <a:gd name="T77" fmla="*/ 119 h 179"/>
                    <a:gd name="T78" fmla="*/ 106 w 125"/>
                    <a:gd name="T79" fmla="*/ 149 h 179"/>
                    <a:gd name="T80" fmla="*/ 125 w 125"/>
                    <a:gd name="T81" fmla="*/ 152 h 179"/>
                    <a:gd name="T82" fmla="*/ 116 w 125"/>
                    <a:gd name="T83" fmla="*/ 120 h 179"/>
                    <a:gd name="T84" fmla="*/ 115 w 125"/>
                    <a:gd name="T85" fmla="*/ 125 h 179"/>
                    <a:gd name="T86" fmla="*/ 109 w 125"/>
                    <a:gd name="T87" fmla="*/ 129 h 179"/>
                    <a:gd name="T88" fmla="*/ 97 w 125"/>
                    <a:gd name="T89" fmla="*/ 92 h 179"/>
                    <a:gd name="T90" fmla="*/ 94 w 125"/>
                    <a:gd name="T91" fmla="*/ 76 h 179"/>
                    <a:gd name="T92" fmla="*/ 110 w 125"/>
                    <a:gd name="T93" fmla="*/ 60 h 179"/>
                    <a:gd name="T94" fmla="*/ 105 w 125"/>
                    <a:gd name="T95" fmla="*/ 57 h 179"/>
                    <a:gd name="T96" fmla="*/ 101 w 125"/>
                    <a:gd name="T97" fmla="*/ 59 h 179"/>
                    <a:gd name="T98" fmla="*/ 91 w 125"/>
                    <a:gd name="T99" fmla="*/ 54 h 179"/>
                    <a:gd name="T100" fmla="*/ 91 w 125"/>
                    <a:gd name="T101" fmla="*/ 29 h 1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125" h="179">
                      <a:moveTo>
                        <a:pt x="56" y="91"/>
                      </a:moveTo>
                      <a:cubicBezTo>
                        <a:pt x="56" y="87"/>
                        <a:pt x="60" y="85"/>
                        <a:pt x="63" y="83"/>
                      </a:cubicBezTo>
                      <a:cubicBezTo>
                        <a:pt x="64" y="83"/>
                        <a:pt x="64" y="83"/>
                        <a:pt x="64" y="83"/>
                      </a:cubicBezTo>
                      <a:cubicBezTo>
                        <a:pt x="67" y="83"/>
                        <a:pt x="67" y="84"/>
                        <a:pt x="69" y="84"/>
                      </a:cubicBezTo>
                      <a:cubicBezTo>
                        <a:pt x="71" y="94"/>
                        <a:pt x="71" y="94"/>
                        <a:pt x="71" y="94"/>
                      </a:cubicBezTo>
                      <a:cubicBezTo>
                        <a:pt x="71" y="95"/>
                        <a:pt x="71" y="95"/>
                        <a:pt x="71" y="95"/>
                      </a:cubicBezTo>
                      <a:cubicBezTo>
                        <a:pt x="68" y="100"/>
                        <a:pt x="68" y="99"/>
                        <a:pt x="63" y="101"/>
                      </a:cubicBezTo>
                      <a:cubicBezTo>
                        <a:pt x="61" y="99"/>
                        <a:pt x="56" y="95"/>
                        <a:pt x="56" y="91"/>
                      </a:cubicBezTo>
                      <a:close/>
                      <a:moveTo>
                        <a:pt x="72" y="83"/>
                      </a:moveTo>
                      <a:cubicBezTo>
                        <a:pt x="74" y="79"/>
                        <a:pt x="73" y="79"/>
                        <a:pt x="77" y="77"/>
                      </a:cubicBezTo>
                      <a:cubicBezTo>
                        <a:pt x="79" y="75"/>
                        <a:pt x="82" y="75"/>
                        <a:pt x="83" y="73"/>
                      </a:cubicBezTo>
                      <a:cubicBezTo>
                        <a:pt x="88" y="76"/>
                        <a:pt x="89" y="76"/>
                        <a:pt x="90" y="82"/>
                      </a:cubicBezTo>
                      <a:cubicBezTo>
                        <a:pt x="92" y="95"/>
                        <a:pt x="92" y="95"/>
                        <a:pt x="92" y="95"/>
                      </a:cubicBezTo>
                      <a:cubicBezTo>
                        <a:pt x="93" y="96"/>
                        <a:pt x="93" y="96"/>
                        <a:pt x="93" y="96"/>
                      </a:cubicBezTo>
                      <a:cubicBezTo>
                        <a:pt x="94" y="99"/>
                        <a:pt x="94" y="99"/>
                        <a:pt x="94" y="99"/>
                      </a:cubicBezTo>
                      <a:cubicBezTo>
                        <a:pt x="91" y="105"/>
                        <a:pt x="93" y="103"/>
                        <a:pt x="88" y="106"/>
                      </a:cubicBezTo>
                      <a:cubicBezTo>
                        <a:pt x="83" y="101"/>
                        <a:pt x="82" y="101"/>
                        <a:pt x="79" y="95"/>
                      </a:cubicBezTo>
                      <a:cubicBezTo>
                        <a:pt x="77" y="93"/>
                        <a:pt x="77" y="91"/>
                        <a:pt x="75" y="89"/>
                      </a:cubicBezTo>
                      <a:cubicBezTo>
                        <a:pt x="73" y="87"/>
                        <a:pt x="73" y="86"/>
                        <a:pt x="72" y="83"/>
                      </a:cubicBezTo>
                      <a:close/>
                      <a:moveTo>
                        <a:pt x="91" y="29"/>
                      </a:moveTo>
                      <a:cubicBezTo>
                        <a:pt x="91" y="22"/>
                        <a:pt x="95" y="12"/>
                        <a:pt x="95" y="4"/>
                      </a:cubicBezTo>
                      <a:cubicBezTo>
                        <a:pt x="95" y="4"/>
                        <a:pt x="95" y="4"/>
                        <a:pt x="95" y="4"/>
                      </a:cubicBezTo>
                      <a:cubicBezTo>
                        <a:pt x="95" y="3"/>
                        <a:pt x="95" y="3"/>
                        <a:pt x="95" y="3"/>
                      </a:cubicBezTo>
                      <a:cubicBezTo>
                        <a:pt x="93" y="0"/>
                        <a:pt x="95" y="1"/>
                        <a:pt x="92" y="0"/>
                      </a:cubicBezTo>
                      <a:cubicBezTo>
                        <a:pt x="91" y="0"/>
                        <a:pt x="91" y="0"/>
                        <a:pt x="91" y="0"/>
                      </a:cubicBezTo>
                      <a:cubicBezTo>
                        <a:pt x="86" y="0"/>
                        <a:pt x="86" y="0"/>
                        <a:pt x="86" y="0"/>
                      </a:cubicBezTo>
                      <a:cubicBezTo>
                        <a:pt x="85" y="0"/>
                        <a:pt x="85" y="0"/>
                        <a:pt x="85" y="0"/>
                      </a:cubicBezTo>
                      <a:cubicBezTo>
                        <a:pt x="82" y="1"/>
                        <a:pt x="80" y="4"/>
                        <a:pt x="80" y="7"/>
                      </a:cubicBezTo>
                      <a:cubicBezTo>
                        <a:pt x="83" y="30"/>
                        <a:pt x="83" y="30"/>
                        <a:pt x="83" y="30"/>
                      </a:cubicBezTo>
                      <a:cubicBezTo>
                        <a:pt x="83" y="30"/>
                        <a:pt x="83" y="30"/>
                        <a:pt x="83" y="30"/>
                      </a:cubicBezTo>
                      <a:cubicBezTo>
                        <a:pt x="83" y="38"/>
                        <a:pt x="86" y="44"/>
                        <a:pt x="86" y="49"/>
                      </a:cubicBezTo>
                      <a:cubicBezTo>
                        <a:pt x="86" y="50"/>
                        <a:pt x="86" y="50"/>
                        <a:pt x="86" y="50"/>
                      </a:cubicBezTo>
                      <a:cubicBezTo>
                        <a:pt x="87" y="62"/>
                        <a:pt x="87" y="62"/>
                        <a:pt x="87" y="62"/>
                      </a:cubicBezTo>
                      <a:cubicBezTo>
                        <a:pt x="87" y="68"/>
                        <a:pt x="52" y="81"/>
                        <a:pt x="46" y="84"/>
                      </a:cubicBezTo>
                      <a:cubicBezTo>
                        <a:pt x="39" y="87"/>
                        <a:pt x="31" y="89"/>
                        <a:pt x="23" y="92"/>
                      </a:cubicBezTo>
                      <a:cubicBezTo>
                        <a:pt x="20" y="94"/>
                        <a:pt x="0" y="96"/>
                        <a:pt x="0" y="99"/>
                      </a:cubicBezTo>
                      <a:cubicBezTo>
                        <a:pt x="0" y="101"/>
                        <a:pt x="9" y="108"/>
                        <a:pt x="11" y="108"/>
                      </a:cubicBezTo>
                      <a:cubicBezTo>
                        <a:pt x="13" y="108"/>
                        <a:pt x="13" y="108"/>
                        <a:pt x="13" y="108"/>
                      </a:cubicBezTo>
                      <a:cubicBezTo>
                        <a:pt x="14" y="108"/>
                        <a:pt x="14" y="108"/>
                        <a:pt x="14" y="108"/>
                      </a:cubicBezTo>
                      <a:cubicBezTo>
                        <a:pt x="20" y="105"/>
                        <a:pt x="24" y="103"/>
                        <a:pt x="30" y="100"/>
                      </a:cubicBezTo>
                      <a:cubicBezTo>
                        <a:pt x="34" y="98"/>
                        <a:pt x="41" y="93"/>
                        <a:pt x="45" y="93"/>
                      </a:cubicBezTo>
                      <a:cubicBezTo>
                        <a:pt x="46" y="93"/>
                        <a:pt x="46" y="93"/>
                        <a:pt x="47" y="92"/>
                      </a:cubicBezTo>
                      <a:cubicBezTo>
                        <a:pt x="49" y="94"/>
                        <a:pt x="52" y="96"/>
                        <a:pt x="51" y="101"/>
                      </a:cubicBezTo>
                      <a:cubicBezTo>
                        <a:pt x="51" y="109"/>
                        <a:pt x="51" y="109"/>
                        <a:pt x="51" y="109"/>
                      </a:cubicBezTo>
                      <a:cubicBezTo>
                        <a:pt x="51" y="110"/>
                        <a:pt x="51" y="110"/>
                        <a:pt x="51" y="110"/>
                      </a:cubicBezTo>
                      <a:cubicBezTo>
                        <a:pt x="50" y="118"/>
                        <a:pt x="50" y="118"/>
                        <a:pt x="50" y="118"/>
                      </a:cubicBezTo>
                      <a:cubicBezTo>
                        <a:pt x="50" y="119"/>
                        <a:pt x="50" y="119"/>
                        <a:pt x="50" y="120"/>
                      </a:cubicBezTo>
                      <a:cubicBezTo>
                        <a:pt x="51" y="123"/>
                        <a:pt x="51" y="123"/>
                        <a:pt x="54" y="125"/>
                      </a:cubicBezTo>
                      <a:cubicBezTo>
                        <a:pt x="56" y="125"/>
                        <a:pt x="56" y="125"/>
                        <a:pt x="56" y="125"/>
                      </a:cubicBezTo>
                      <a:cubicBezTo>
                        <a:pt x="59" y="125"/>
                        <a:pt x="60" y="121"/>
                        <a:pt x="62" y="119"/>
                      </a:cubicBezTo>
                      <a:cubicBezTo>
                        <a:pt x="62" y="118"/>
                        <a:pt x="62" y="118"/>
                        <a:pt x="62" y="118"/>
                      </a:cubicBezTo>
                      <a:cubicBezTo>
                        <a:pt x="62" y="113"/>
                        <a:pt x="62" y="113"/>
                        <a:pt x="62" y="113"/>
                      </a:cubicBezTo>
                      <a:cubicBezTo>
                        <a:pt x="63" y="110"/>
                        <a:pt x="68" y="106"/>
                        <a:pt x="71" y="106"/>
                      </a:cubicBezTo>
                      <a:cubicBezTo>
                        <a:pt x="75" y="106"/>
                        <a:pt x="77" y="109"/>
                        <a:pt x="78" y="111"/>
                      </a:cubicBezTo>
                      <a:cubicBezTo>
                        <a:pt x="78" y="112"/>
                        <a:pt x="78" y="112"/>
                        <a:pt x="78" y="112"/>
                      </a:cubicBezTo>
                      <a:cubicBezTo>
                        <a:pt x="78" y="113"/>
                        <a:pt x="78" y="113"/>
                        <a:pt x="78" y="113"/>
                      </a:cubicBezTo>
                      <a:cubicBezTo>
                        <a:pt x="78" y="115"/>
                        <a:pt x="78" y="115"/>
                        <a:pt x="79" y="116"/>
                      </a:cubicBezTo>
                      <a:cubicBezTo>
                        <a:pt x="78" y="117"/>
                        <a:pt x="78" y="117"/>
                        <a:pt x="78" y="118"/>
                      </a:cubicBezTo>
                      <a:cubicBezTo>
                        <a:pt x="78" y="119"/>
                        <a:pt x="78" y="119"/>
                        <a:pt x="78" y="119"/>
                      </a:cubicBezTo>
                      <a:cubicBezTo>
                        <a:pt x="72" y="130"/>
                        <a:pt x="57" y="140"/>
                        <a:pt x="46" y="147"/>
                      </a:cubicBezTo>
                      <a:cubicBezTo>
                        <a:pt x="44" y="148"/>
                        <a:pt x="40" y="151"/>
                        <a:pt x="37" y="152"/>
                      </a:cubicBezTo>
                      <a:cubicBezTo>
                        <a:pt x="35" y="153"/>
                        <a:pt x="29" y="157"/>
                        <a:pt x="28" y="158"/>
                      </a:cubicBezTo>
                      <a:cubicBezTo>
                        <a:pt x="25" y="161"/>
                        <a:pt x="12" y="165"/>
                        <a:pt x="6" y="165"/>
                      </a:cubicBezTo>
                      <a:cubicBezTo>
                        <a:pt x="4" y="165"/>
                        <a:pt x="2" y="168"/>
                        <a:pt x="1" y="170"/>
                      </a:cubicBezTo>
                      <a:cubicBezTo>
                        <a:pt x="4" y="171"/>
                        <a:pt x="4" y="173"/>
                        <a:pt x="7" y="175"/>
                      </a:cubicBezTo>
                      <a:cubicBezTo>
                        <a:pt x="10" y="176"/>
                        <a:pt x="12" y="176"/>
                        <a:pt x="14" y="178"/>
                      </a:cubicBezTo>
                      <a:cubicBezTo>
                        <a:pt x="18" y="179"/>
                        <a:pt x="18" y="179"/>
                        <a:pt x="18" y="179"/>
                      </a:cubicBezTo>
                      <a:cubicBezTo>
                        <a:pt x="20" y="179"/>
                        <a:pt x="18" y="179"/>
                        <a:pt x="20" y="179"/>
                      </a:cubicBezTo>
                      <a:cubicBezTo>
                        <a:pt x="21" y="179"/>
                        <a:pt x="21" y="179"/>
                        <a:pt x="21" y="179"/>
                      </a:cubicBezTo>
                      <a:cubicBezTo>
                        <a:pt x="22" y="179"/>
                        <a:pt x="22" y="179"/>
                        <a:pt x="22" y="179"/>
                      </a:cubicBezTo>
                      <a:cubicBezTo>
                        <a:pt x="26" y="177"/>
                        <a:pt x="30" y="175"/>
                        <a:pt x="33" y="173"/>
                      </a:cubicBezTo>
                      <a:cubicBezTo>
                        <a:pt x="35" y="171"/>
                        <a:pt x="36" y="170"/>
                        <a:pt x="38" y="169"/>
                      </a:cubicBezTo>
                      <a:cubicBezTo>
                        <a:pt x="39" y="168"/>
                        <a:pt x="43" y="166"/>
                        <a:pt x="43" y="166"/>
                      </a:cubicBezTo>
                      <a:cubicBezTo>
                        <a:pt x="49" y="160"/>
                        <a:pt x="55" y="156"/>
                        <a:pt x="61" y="150"/>
                      </a:cubicBezTo>
                      <a:cubicBezTo>
                        <a:pt x="64" y="148"/>
                        <a:pt x="67" y="145"/>
                        <a:pt x="70" y="143"/>
                      </a:cubicBezTo>
                      <a:cubicBezTo>
                        <a:pt x="73" y="140"/>
                        <a:pt x="76" y="137"/>
                        <a:pt x="79" y="135"/>
                      </a:cubicBezTo>
                      <a:cubicBezTo>
                        <a:pt x="82" y="132"/>
                        <a:pt x="85" y="130"/>
                        <a:pt x="87" y="127"/>
                      </a:cubicBezTo>
                      <a:cubicBezTo>
                        <a:pt x="90" y="124"/>
                        <a:pt x="91" y="119"/>
                        <a:pt x="96" y="119"/>
                      </a:cubicBezTo>
                      <a:cubicBezTo>
                        <a:pt x="98" y="119"/>
                        <a:pt x="100" y="126"/>
                        <a:pt x="100" y="128"/>
                      </a:cubicBezTo>
                      <a:cubicBezTo>
                        <a:pt x="100" y="132"/>
                        <a:pt x="105" y="145"/>
                        <a:pt x="106" y="149"/>
                      </a:cubicBezTo>
                      <a:cubicBezTo>
                        <a:pt x="108" y="155"/>
                        <a:pt x="111" y="165"/>
                        <a:pt x="118" y="165"/>
                      </a:cubicBezTo>
                      <a:cubicBezTo>
                        <a:pt x="119" y="163"/>
                        <a:pt x="125" y="161"/>
                        <a:pt x="125" y="152"/>
                      </a:cubicBezTo>
                      <a:cubicBezTo>
                        <a:pt x="125" y="143"/>
                        <a:pt x="120" y="120"/>
                        <a:pt x="117" y="116"/>
                      </a:cubicBezTo>
                      <a:cubicBezTo>
                        <a:pt x="117" y="118"/>
                        <a:pt x="116" y="118"/>
                        <a:pt x="116" y="120"/>
                      </a:cubicBezTo>
                      <a:cubicBezTo>
                        <a:pt x="116" y="123"/>
                        <a:pt x="115" y="121"/>
                        <a:pt x="115" y="124"/>
                      </a:cubicBezTo>
                      <a:cubicBezTo>
                        <a:pt x="115" y="125"/>
                        <a:pt x="115" y="125"/>
                        <a:pt x="115" y="125"/>
                      </a:cubicBezTo>
                      <a:cubicBezTo>
                        <a:pt x="115" y="126"/>
                        <a:pt x="114" y="129"/>
                        <a:pt x="112" y="129"/>
                      </a:cubicBezTo>
                      <a:cubicBezTo>
                        <a:pt x="109" y="129"/>
                        <a:pt x="109" y="129"/>
                        <a:pt x="109" y="129"/>
                      </a:cubicBezTo>
                      <a:cubicBezTo>
                        <a:pt x="105" y="129"/>
                        <a:pt x="102" y="110"/>
                        <a:pt x="100" y="105"/>
                      </a:cubicBezTo>
                      <a:cubicBezTo>
                        <a:pt x="98" y="101"/>
                        <a:pt x="98" y="97"/>
                        <a:pt x="97" y="92"/>
                      </a:cubicBezTo>
                      <a:cubicBezTo>
                        <a:pt x="96" y="87"/>
                        <a:pt x="94" y="86"/>
                        <a:pt x="94" y="79"/>
                      </a:cubicBezTo>
                      <a:cubicBezTo>
                        <a:pt x="94" y="76"/>
                        <a:pt x="94" y="76"/>
                        <a:pt x="94" y="76"/>
                      </a:cubicBezTo>
                      <a:cubicBezTo>
                        <a:pt x="94" y="65"/>
                        <a:pt x="110" y="67"/>
                        <a:pt x="110" y="61"/>
                      </a:cubicBezTo>
                      <a:cubicBezTo>
                        <a:pt x="110" y="60"/>
                        <a:pt x="110" y="60"/>
                        <a:pt x="110" y="60"/>
                      </a:cubicBezTo>
                      <a:cubicBezTo>
                        <a:pt x="110" y="58"/>
                        <a:pt x="109" y="57"/>
                        <a:pt x="108" y="57"/>
                      </a:cubicBezTo>
                      <a:cubicBezTo>
                        <a:pt x="105" y="57"/>
                        <a:pt x="105" y="57"/>
                        <a:pt x="105" y="57"/>
                      </a:cubicBezTo>
                      <a:cubicBezTo>
                        <a:pt x="104" y="57"/>
                        <a:pt x="104" y="57"/>
                        <a:pt x="104" y="57"/>
                      </a:cubicBezTo>
                      <a:cubicBezTo>
                        <a:pt x="103" y="58"/>
                        <a:pt x="102" y="59"/>
                        <a:pt x="101" y="59"/>
                      </a:cubicBezTo>
                      <a:cubicBezTo>
                        <a:pt x="99" y="60"/>
                        <a:pt x="99" y="59"/>
                        <a:pt x="97" y="60"/>
                      </a:cubicBezTo>
                      <a:cubicBezTo>
                        <a:pt x="95" y="59"/>
                        <a:pt x="91" y="56"/>
                        <a:pt x="91" y="54"/>
                      </a:cubicBezTo>
                      <a:cubicBezTo>
                        <a:pt x="91" y="41"/>
                        <a:pt x="91" y="41"/>
                        <a:pt x="91" y="41"/>
                      </a:cubicBezTo>
                      <a:lnTo>
                        <a:pt x="91" y="29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3" name="íšlïďè"/>
                <p:cNvSpPr/>
                <p:nvPr/>
              </p:nvSpPr>
              <p:spPr bwMode="auto">
                <a:xfrm>
                  <a:off x="5478463" y="3581400"/>
                  <a:ext cx="46038" cy="76200"/>
                </a:xfrm>
                <a:custGeom>
                  <a:avLst/>
                  <a:gdLst>
                    <a:gd name="T0" fmla="*/ 14 w 14"/>
                    <a:gd name="T1" fmla="*/ 15 h 23"/>
                    <a:gd name="T2" fmla="*/ 10 w 14"/>
                    <a:gd name="T3" fmla="*/ 6 h 23"/>
                    <a:gd name="T4" fmla="*/ 3 w 14"/>
                    <a:gd name="T5" fmla="*/ 0 h 23"/>
                    <a:gd name="T6" fmla="*/ 0 w 14"/>
                    <a:gd name="T7" fmla="*/ 3 h 23"/>
                    <a:gd name="T8" fmla="*/ 5 w 14"/>
                    <a:gd name="T9" fmla="*/ 11 h 23"/>
                    <a:gd name="T10" fmla="*/ 5 w 14"/>
                    <a:gd name="T11" fmla="*/ 12 h 23"/>
                    <a:gd name="T12" fmla="*/ 5 w 14"/>
                    <a:gd name="T13" fmla="*/ 14 h 23"/>
                    <a:gd name="T14" fmla="*/ 5 w 14"/>
                    <a:gd name="T15" fmla="*/ 15 h 23"/>
                    <a:gd name="T16" fmla="*/ 2 w 14"/>
                    <a:gd name="T17" fmla="*/ 19 h 23"/>
                    <a:gd name="T18" fmla="*/ 2 w 14"/>
                    <a:gd name="T19" fmla="*/ 22 h 23"/>
                    <a:gd name="T20" fmla="*/ 5 w 14"/>
                    <a:gd name="T21" fmla="*/ 23 h 23"/>
                    <a:gd name="T22" fmla="*/ 6 w 14"/>
                    <a:gd name="T23" fmla="*/ 23 h 23"/>
                    <a:gd name="T24" fmla="*/ 11 w 14"/>
                    <a:gd name="T25" fmla="*/ 20 h 23"/>
                    <a:gd name="T26" fmla="*/ 14 w 14"/>
                    <a:gd name="T27" fmla="*/ 15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4" h="23">
                      <a:moveTo>
                        <a:pt x="14" y="15"/>
                      </a:moveTo>
                      <a:cubicBezTo>
                        <a:pt x="14" y="11"/>
                        <a:pt x="12" y="9"/>
                        <a:pt x="10" y="6"/>
                      </a:cubicBezTo>
                      <a:cubicBezTo>
                        <a:pt x="8" y="5"/>
                        <a:pt x="3" y="1"/>
                        <a:pt x="3" y="0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5" y="12"/>
                        <a:pt x="5" y="12"/>
                        <a:pt x="5" y="12"/>
                      </a:cubicBez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5" y="15"/>
                        <a:pt x="5" y="15"/>
                        <a:pt x="5" y="15"/>
                      </a:cubicBezTo>
                      <a:cubicBezTo>
                        <a:pt x="2" y="19"/>
                        <a:pt x="2" y="19"/>
                        <a:pt x="2" y="19"/>
                      </a:cubicBezTo>
                      <a:cubicBezTo>
                        <a:pt x="2" y="22"/>
                        <a:pt x="2" y="22"/>
                        <a:pt x="2" y="22"/>
                      </a:cubicBezTo>
                      <a:cubicBezTo>
                        <a:pt x="5" y="23"/>
                        <a:pt x="5" y="23"/>
                        <a:pt x="5" y="23"/>
                      </a:cubicBezTo>
                      <a:cubicBezTo>
                        <a:pt x="6" y="23"/>
                        <a:pt x="6" y="23"/>
                        <a:pt x="6" y="23"/>
                      </a:cubicBezTo>
                      <a:cubicBezTo>
                        <a:pt x="7" y="23"/>
                        <a:pt x="11" y="21"/>
                        <a:pt x="11" y="20"/>
                      </a:cubicBezTo>
                      <a:cubicBezTo>
                        <a:pt x="13" y="19"/>
                        <a:pt x="13" y="17"/>
                        <a:pt x="14" y="1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4" name="işḷîḑe"/>
                <p:cNvSpPr/>
                <p:nvPr/>
              </p:nvSpPr>
              <p:spPr bwMode="auto">
                <a:xfrm>
                  <a:off x="6310313" y="3136900"/>
                  <a:ext cx="406400" cy="554038"/>
                </a:xfrm>
                <a:custGeom>
                  <a:avLst/>
                  <a:gdLst>
                    <a:gd name="T0" fmla="*/ 101 w 123"/>
                    <a:gd name="T1" fmla="*/ 9 h 166"/>
                    <a:gd name="T2" fmla="*/ 96 w 123"/>
                    <a:gd name="T3" fmla="*/ 0 h 166"/>
                    <a:gd name="T4" fmla="*/ 76 w 123"/>
                    <a:gd name="T5" fmla="*/ 23 h 166"/>
                    <a:gd name="T6" fmla="*/ 66 w 123"/>
                    <a:gd name="T7" fmla="*/ 20 h 166"/>
                    <a:gd name="T8" fmla="*/ 69 w 123"/>
                    <a:gd name="T9" fmla="*/ 29 h 166"/>
                    <a:gd name="T10" fmla="*/ 64 w 123"/>
                    <a:gd name="T11" fmla="*/ 38 h 166"/>
                    <a:gd name="T12" fmla="*/ 71 w 123"/>
                    <a:gd name="T13" fmla="*/ 37 h 166"/>
                    <a:gd name="T14" fmla="*/ 78 w 123"/>
                    <a:gd name="T15" fmla="*/ 38 h 166"/>
                    <a:gd name="T16" fmla="*/ 104 w 123"/>
                    <a:gd name="T17" fmla="*/ 37 h 166"/>
                    <a:gd name="T18" fmla="*/ 97 w 123"/>
                    <a:gd name="T19" fmla="*/ 43 h 166"/>
                    <a:gd name="T20" fmla="*/ 85 w 123"/>
                    <a:gd name="T21" fmla="*/ 56 h 166"/>
                    <a:gd name="T22" fmla="*/ 78 w 123"/>
                    <a:gd name="T23" fmla="*/ 67 h 166"/>
                    <a:gd name="T24" fmla="*/ 72 w 123"/>
                    <a:gd name="T25" fmla="*/ 62 h 166"/>
                    <a:gd name="T26" fmla="*/ 72 w 123"/>
                    <a:gd name="T27" fmla="*/ 48 h 166"/>
                    <a:gd name="T28" fmla="*/ 63 w 123"/>
                    <a:gd name="T29" fmla="*/ 57 h 166"/>
                    <a:gd name="T30" fmla="*/ 56 w 123"/>
                    <a:gd name="T31" fmla="*/ 57 h 166"/>
                    <a:gd name="T32" fmla="*/ 61 w 123"/>
                    <a:gd name="T33" fmla="*/ 66 h 166"/>
                    <a:gd name="T34" fmla="*/ 59 w 123"/>
                    <a:gd name="T35" fmla="*/ 70 h 166"/>
                    <a:gd name="T36" fmla="*/ 68 w 123"/>
                    <a:gd name="T37" fmla="*/ 74 h 166"/>
                    <a:gd name="T38" fmla="*/ 68 w 123"/>
                    <a:gd name="T39" fmla="*/ 78 h 166"/>
                    <a:gd name="T40" fmla="*/ 40 w 123"/>
                    <a:gd name="T41" fmla="*/ 92 h 166"/>
                    <a:gd name="T42" fmla="*/ 24 w 123"/>
                    <a:gd name="T43" fmla="*/ 99 h 166"/>
                    <a:gd name="T44" fmla="*/ 3 w 123"/>
                    <a:gd name="T45" fmla="*/ 105 h 166"/>
                    <a:gd name="T46" fmla="*/ 2 w 123"/>
                    <a:gd name="T47" fmla="*/ 112 h 166"/>
                    <a:gd name="T48" fmla="*/ 14 w 123"/>
                    <a:gd name="T49" fmla="*/ 120 h 166"/>
                    <a:gd name="T50" fmla="*/ 32 w 123"/>
                    <a:gd name="T51" fmla="*/ 108 h 166"/>
                    <a:gd name="T52" fmla="*/ 55 w 123"/>
                    <a:gd name="T53" fmla="*/ 93 h 166"/>
                    <a:gd name="T54" fmla="*/ 63 w 123"/>
                    <a:gd name="T55" fmla="*/ 89 h 166"/>
                    <a:gd name="T56" fmla="*/ 82 w 123"/>
                    <a:gd name="T57" fmla="*/ 83 h 166"/>
                    <a:gd name="T58" fmla="*/ 82 w 123"/>
                    <a:gd name="T59" fmla="*/ 86 h 166"/>
                    <a:gd name="T60" fmla="*/ 74 w 123"/>
                    <a:gd name="T61" fmla="*/ 97 h 166"/>
                    <a:gd name="T62" fmla="*/ 61 w 123"/>
                    <a:gd name="T63" fmla="*/ 107 h 166"/>
                    <a:gd name="T64" fmla="*/ 64 w 123"/>
                    <a:gd name="T65" fmla="*/ 118 h 166"/>
                    <a:gd name="T66" fmla="*/ 55 w 123"/>
                    <a:gd name="T67" fmla="*/ 126 h 166"/>
                    <a:gd name="T68" fmla="*/ 40 w 123"/>
                    <a:gd name="T69" fmla="*/ 129 h 166"/>
                    <a:gd name="T70" fmla="*/ 30 w 123"/>
                    <a:gd name="T71" fmla="*/ 130 h 166"/>
                    <a:gd name="T72" fmla="*/ 35 w 123"/>
                    <a:gd name="T73" fmla="*/ 141 h 166"/>
                    <a:gd name="T74" fmla="*/ 38 w 123"/>
                    <a:gd name="T75" fmla="*/ 141 h 166"/>
                    <a:gd name="T76" fmla="*/ 56 w 123"/>
                    <a:gd name="T77" fmla="*/ 133 h 166"/>
                    <a:gd name="T78" fmla="*/ 63 w 123"/>
                    <a:gd name="T79" fmla="*/ 141 h 166"/>
                    <a:gd name="T80" fmla="*/ 56 w 123"/>
                    <a:gd name="T81" fmla="*/ 154 h 166"/>
                    <a:gd name="T82" fmla="*/ 53 w 123"/>
                    <a:gd name="T83" fmla="*/ 154 h 166"/>
                    <a:gd name="T84" fmla="*/ 49 w 123"/>
                    <a:gd name="T85" fmla="*/ 154 h 166"/>
                    <a:gd name="T86" fmla="*/ 46 w 123"/>
                    <a:gd name="T87" fmla="*/ 156 h 166"/>
                    <a:gd name="T88" fmla="*/ 56 w 123"/>
                    <a:gd name="T89" fmla="*/ 166 h 166"/>
                    <a:gd name="T90" fmla="*/ 71 w 123"/>
                    <a:gd name="T91" fmla="*/ 160 h 166"/>
                    <a:gd name="T92" fmla="*/ 75 w 123"/>
                    <a:gd name="T93" fmla="*/ 146 h 166"/>
                    <a:gd name="T94" fmla="*/ 80 w 123"/>
                    <a:gd name="T95" fmla="*/ 124 h 166"/>
                    <a:gd name="T96" fmla="*/ 94 w 123"/>
                    <a:gd name="T97" fmla="*/ 120 h 166"/>
                    <a:gd name="T98" fmla="*/ 81 w 123"/>
                    <a:gd name="T99" fmla="*/ 117 h 166"/>
                    <a:gd name="T100" fmla="*/ 72 w 123"/>
                    <a:gd name="T101" fmla="*/ 107 h 166"/>
                    <a:gd name="T102" fmla="*/ 78 w 123"/>
                    <a:gd name="T103" fmla="*/ 96 h 166"/>
                    <a:gd name="T104" fmla="*/ 92 w 123"/>
                    <a:gd name="T105" fmla="*/ 89 h 166"/>
                    <a:gd name="T106" fmla="*/ 102 w 123"/>
                    <a:gd name="T107" fmla="*/ 78 h 166"/>
                    <a:gd name="T108" fmla="*/ 95 w 123"/>
                    <a:gd name="T109" fmla="*/ 61 h 166"/>
                    <a:gd name="T110" fmla="*/ 109 w 123"/>
                    <a:gd name="T111" fmla="*/ 48 h 166"/>
                    <a:gd name="T112" fmla="*/ 116 w 123"/>
                    <a:gd name="T113" fmla="*/ 42 h 166"/>
                    <a:gd name="T114" fmla="*/ 121 w 123"/>
                    <a:gd name="T115" fmla="*/ 32 h 166"/>
                    <a:gd name="T116" fmla="*/ 116 w 123"/>
                    <a:gd name="T117" fmla="*/ 17 h 166"/>
                    <a:gd name="T118" fmla="*/ 104 w 123"/>
                    <a:gd name="T119" fmla="*/ 20 h 166"/>
                    <a:gd name="T120" fmla="*/ 93 w 123"/>
                    <a:gd name="T121" fmla="*/ 21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123" h="166">
                      <a:moveTo>
                        <a:pt x="93" y="21"/>
                      </a:moveTo>
                      <a:cubicBezTo>
                        <a:pt x="94" y="14"/>
                        <a:pt x="98" y="14"/>
                        <a:pt x="101" y="9"/>
                      </a:cubicBezTo>
                      <a:cubicBezTo>
                        <a:pt x="101" y="8"/>
                        <a:pt x="101" y="8"/>
                        <a:pt x="101" y="8"/>
                      </a:cubicBezTo>
                      <a:cubicBezTo>
                        <a:pt x="101" y="5"/>
                        <a:pt x="97" y="1"/>
                        <a:pt x="96" y="0"/>
                      </a:cubicBezTo>
                      <a:cubicBezTo>
                        <a:pt x="89" y="3"/>
                        <a:pt x="91" y="6"/>
                        <a:pt x="88" y="13"/>
                      </a:cubicBezTo>
                      <a:cubicBezTo>
                        <a:pt x="85" y="17"/>
                        <a:pt x="82" y="23"/>
                        <a:pt x="76" y="23"/>
                      </a:cubicBezTo>
                      <a:cubicBezTo>
                        <a:pt x="75" y="23"/>
                        <a:pt x="70" y="18"/>
                        <a:pt x="67" y="17"/>
                      </a:cubicBezTo>
                      <a:cubicBezTo>
                        <a:pt x="66" y="20"/>
                        <a:pt x="66" y="20"/>
                        <a:pt x="66" y="20"/>
                      </a:cubicBezTo>
                      <a:cubicBezTo>
                        <a:pt x="67" y="23"/>
                        <a:pt x="69" y="24"/>
                        <a:pt x="69" y="28"/>
                      </a:cubicBezTo>
                      <a:cubicBezTo>
                        <a:pt x="69" y="29"/>
                        <a:pt x="69" y="29"/>
                        <a:pt x="69" y="29"/>
                      </a:cubicBezTo>
                      <a:cubicBezTo>
                        <a:pt x="69" y="29"/>
                        <a:pt x="63" y="36"/>
                        <a:pt x="62" y="37"/>
                      </a:cubicBezTo>
                      <a:cubicBezTo>
                        <a:pt x="63" y="38"/>
                        <a:pt x="61" y="38"/>
                        <a:pt x="64" y="38"/>
                      </a:cubicBezTo>
                      <a:cubicBezTo>
                        <a:pt x="64" y="38"/>
                        <a:pt x="64" y="38"/>
                        <a:pt x="64" y="38"/>
                      </a:cubicBezTo>
                      <a:cubicBezTo>
                        <a:pt x="71" y="37"/>
                        <a:pt x="71" y="37"/>
                        <a:pt x="71" y="37"/>
                      </a:cubicBezTo>
                      <a:cubicBezTo>
                        <a:pt x="74" y="37"/>
                        <a:pt x="74" y="38"/>
                        <a:pt x="78" y="38"/>
                      </a:cubicBezTo>
                      <a:cubicBezTo>
                        <a:pt x="78" y="38"/>
                        <a:pt x="78" y="38"/>
                        <a:pt x="78" y="38"/>
                      </a:cubicBezTo>
                      <a:cubicBezTo>
                        <a:pt x="79" y="38"/>
                        <a:pt x="84" y="33"/>
                        <a:pt x="91" y="32"/>
                      </a:cubicBezTo>
                      <a:cubicBezTo>
                        <a:pt x="96" y="31"/>
                        <a:pt x="104" y="30"/>
                        <a:pt x="104" y="37"/>
                      </a:cubicBezTo>
                      <a:cubicBezTo>
                        <a:pt x="104" y="39"/>
                        <a:pt x="102" y="41"/>
                        <a:pt x="101" y="43"/>
                      </a:cubicBezTo>
                      <a:cubicBezTo>
                        <a:pt x="98" y="43"/>
                        <a:pt x="99" y="43"/>
                        <a:pt x="97" y="43"/>
                      </a:cubicBezTo>
                      <a:cubicBezTo>
                        <a:pt x="96" y="43"/>
                        <a:pt x="93" y="42"/>
                        <a:pt x="92" y="41"/>
                      </a:cubicBezTo>
                      <a:cubicBezTo>
                        <a:pt x="85" y="46"/>
                        <a:pt x="88" y="49"/>
                        <a:pt x="85" y="56"/>
                      </a:cubicBezTo>
                      <a:cubicBezTo>
                        <a:pt x="84" y="57"/>
                        <a:pt x="81" y="64"/>
                        <a:pt x="81" y="64"/>
                      </a:cubicBezTo>
                      <a:cubicBezTo>
                        <a:pt x="80" y="66"/>
                        <a:pt x="80" y="64"/>
                        <a:pt x="78" y="67"/>
                      </a:cubicBezTo>
                      <a:cubicBezTo>
                        <a:pt x="77" y="70"/>
                        <a:pt x="78" y="68"/>
                        <a:pt x="76" y="70"/>
                      </a:cubicBezTo>
                      <a:cubicBezTo>
                        <a:pt x="74" y="67"/>
                        <a:pt x="72" y="66"/>
                        <a:pt x="72" y="62"/>
                      </a:cubicBezTo>
                      <a:cubicBezTo>
                        <a:pt x="72" y="61"/>
                        <a:pt x="75" y="55"/>
                        <a:pt x="76" y="54"/>
                      </a:cubicBezTo>
                      <a:cubicBezTo>
                        <a:pt x="75" y="51"/>
                        <a:pt x="75" y="48"/>
                        <a:pt x="72" y="48"/>
                      </a:cubicBezTo>
                      <a:cubicBezTo>
                        <a:pt x="71" y="48"/>
                        <a:pt x="70" y="49"/>
                        <a:pt x="70" y="49"/>
                      </a:cubicBezTo>
                      <a:cubicBezTo>
                        <a:pt x="70" y="55"/>
                        <a:pt x="67" y="55"/>
                        <a:pt x="63" y="57"/>
                      </a:cubicBezTo>
                      <a:cubicBezTo>
                        <a:pt x="62" y="56"/>
                        <a:pt x="60" y="55"/>
                        <a:pt x="59" y="55"/>
                      </a:cubicBezTo>
                      <a:cubicBezTo>
                        <a:pt x="58" y="55"/>
                        <a:pt x="56" y="57"/>
                        <a:pt x="56" y="57"/>
                      </a:cubicBezTo>
                      <a:cubicBezTo>
                        <a:pt x="58" y="60"/>
                        <a:pt x="59" y="60"/>
                        <a:pt x="61" y="64"/>
                      </a:cubicBezTo>
                      <a:cubicBezTo>
                        <a:pt x="61" y="66"/>
                        <a:pt x="61" y="66"/>
                        <a:pt x="61" y="66"/>
                      </a:cubicBezTo>
                      <a:cubicBezTo>
                        <a:pt x="61" y="67"/>
                        <a:pt x="61" y="67"/>
                        <a:pt x="61" y="67"/>
                      </a:cubicBezTo>
                      <a:cubicBezTo>
                        <a:pt x="59" y="70"/>
                        <a:pt x="59" y="70"/>
                        <a:pt x="59" y="70"/>
                      </a:cubicBezTo>
                      <a:cubicBezTo>
                        <a:pt x="60" y="71"/>
                        <a:pt x="58" y="71"/>
                        <a:pt x="61" y="71"/>
                      </a:cubicBezTo>
                      <a:cubicBezTo>
                        <a:pt x="64" y="71"/>
                        <a:pt x="66" y="72"/>
                        <a:pt x="68" y="74"/>
                      </a:cubicBezTo>
                      <a:cubicBezTo>
                        <a:pt x="68" y="75"/>
                        <a:pt x="68" y="75"/>
                        <a:pt x="68" y="75"/>
                      </a:cubicBezTo>
                      <a:cubicBezTo>
                        <a:pt x="68" y="78"/>
                        <a:pt x="68" y="78"/>
                        <a:pt x="68" y="78"/>
                      </a:cubicBezTo>
                      <a:cubicBezTo>
                        <a:pt x="68" y="82"/>
                        <a:pt x="58" y="85"/>
                        <a:pt x="55" y="86"/>
                      </a:cubicBezTo>
                      <a:cubicBezTo>
                        <a:pt x="50" y="88"/>
                        <a:pt x="44" y="91"/>
                        <a:pt x="40" y="92"/>
                      </a:cubicBezTo>
                      <a:cubicBezTo>
                        <a:pt x="36" y="94"/>
                        <a:pt x="35" y="94"/>
                        <a:pt x="32" y="96"/>
                      </a:cubicBezTo>
                      <a:cubicBezTo>
                        <a:pt x="29" y="97"/>
                        <a:pt x="27" y="97"/>
                        <a:pt x="24" y="99"/>
                      </a:cubicBezTo>
                      <a:cubicBezTo>
                        <a:pt x="20" y="101"/>
                        <a:pt x="13" y="104"/>
                        <a:pt x="9" y="104"/>
                      </a:cubicBezTo>
                      <a:cubicBezTo>
                        <a:pt x="3" y="105"/>
                        <a:pt x="3" y="105"/>
                        <a:pt x="3" y="105"/>
                      </a:cubicBezTo>
                      <a:cubicBezTo>
                        <a:pt x="1" y="105"/>
                        <a:pt x="1" y="106"/>
                        <a:pt x="0" y="107"/>
                      </a:cubicBezTo>
                      <a:cubicBezTo>
                        <a:pt x="0" y="108"/>
                        <a:pt x="0" y="111"/>
                        <a:pt x="2" y="112"/>
                      </a:cubicBezTo>
                      <a:cubicBezTo>
                        <a:pt x="4" y="114"/>
                        <a:pt x="3" y="114"/>
                        <a:pt x="5" y="115"/>
                      </a:cubicBezTo>
                      <a:cubicBezTo>
                        <a:pt x="6" y="116"/>
                        <a:pt x="12" y="119"/>
                        <a:pt x="14" y="120"/>
                      </a:cubicBezTo>
                      <a:cubicBezTo>
                        <a:pt x="15" y="119"/>
                        <a:pt x="15" y="119"/>
                        <a:pt x="17" y="119"/>
                      </a:cubicBezTo>
                      <a:cubicBezTo>
                        <a:pt x="20" y="119"/>
                        <a:pt x="30" y="110"/>
                        <a:pt x="32" y="108"/>
                      </a:cubicBezTo>
                      <a:cubicBezTo>
                        <a:pt x="36" y="104"/>
                        <a:pt x="42" y="101"/>
                        <a:pt x="47" y="98"/>
                      </a:cubicBezTo>
                      <a:cubicBezTo>
                        <a:pt x="50" y="96"/>
                        <a:pt x="52" y="95"/>
                        <a:pt x="55" y="93"/>
                      </a:cubicBezTo>
                      <a:cubicBezTo>
                        <a:pt x="57" y="92"/>
                        <a:pt x="58" y="92"/>
                        <a:pt x="59" y="91"/>
                      </a:cubicBezTo>
                      <a:cubicBezTo>
                        <a:pt x="61" y="90"/>
                        <a:pt x="61" y="90"/>
                        <a:pt x="63" y="89"/>
                      </a:cubicBezTo>
                      <a:cubicBezTo>
                        <a:pt x="68" y="87"/>
                        <a:pt x="74" y="80"/>
                        <a:pt x="79" y="80"/>
                      </a:cubicBezTo>
                      <a:cubicBezTo>
                        <a:pt x="81" y="80"/>
                        <a:pt x="82" y="82"/>
                        <a:pt x="82" y="83"/>
                      </a:cubicBezTo>
                      <a:cubicBezTo>
                        <a:pt x="82" y="85"/>
                        <a:pt x="82" y="85"/>
                        <a:pt x="82" y="85"/>
                      </a:cubicBezTo>
                      <a:cubicBezTo>
                        <a:pt x="82" y="86"/>
                        <a:pt x="82" y="86"/>
                        <a:pt x="82" y="86"/>
                      </a:cubicBezTo>
                      <a:cubicBezTo>
                        <a:pt x="80" y="90"/>
                        <a:pt x="79" y="89"/>
                        <a:pt x="78" y="93"/>
                      </a:cubicBezTo>
                      <a:cubicBezTo>
                        <a:pt x="75" y="94"/>
                        <a:pt x="75" y="94"/>
                        <a:pt x="74" y="97"/>
                      </a:cubicBezTo>
                      <a:cubicBezTo>
                        <a:pt x="69" y="98"/>
                        <a:pt x="71" y="99"/>
                        <a:pt x="67" y="101"/>
                      </a:cubicBezTo>
                      <a:cubicBezTo>
                        <a:pt x="63" y="103"/>
                        <a:pt x="63" y="103"/>
                        <a:pt x="61" y="107"/>
                      </a:cubicBezTo>
                      <a:cubicBezTo>
                        <a:pt x="61" y="110"/>
                        <a:pt x="64" y="114"/>
                        <a:pt x="64" y="117"/>
                      </a:cubicBezTo>
                      <a:cubicBezTo>
                        <a:pt x="64" y="118"/>
                        <a:pt x="64" y="118"/>
                        <a:pt x="64" y="118"/>
                      </a:cubicBezTo>
                      <a:cubicBezTo>
                        <a:pt x="64" y="119"/>
                        <a:pt x="64" y="119"/>
                        <a:pt x="64" y="119"/>
                      </a:cubicBezTo>
                      <a:cubicBezTo>
                        <a:pt x="61" y="123"/>
                        <a:pt x="60" y="125"/>
                        <a:pt x="55" y="126"/>
                      </a:cubicBezTo>
                      <a:cubicBezTo>
                        <a:pt x="51" y="127"/>
                        <a:pt x="43" y="129"/>
                        <a:pt x="41" y="129"/>
                      </a:cubicBezTo>
                      <a:cubicBezTo>
                        <a:pt x="40" y="129"/>
                        <a:pt x="40" y="129"/>
                        <a:pt x="40" y="129"/>
                      </a:cubicBezTo>
                      <a:cubicBezTo>
                        <a:pt x="32" y="130"/>
                        <a:pt x="32" y="130"/>
                        <a:pt x="32" y="130"/>
                      </a:cubicBezTo>
                      <a:cubicBezTo>
                        <a:pt x="30" y="130"/>
                        <a:pt x="30" y="130"/>
                        <a:pt x="30" y="130"/>
                      </a:cubicBezTo>
                      <a:cubicBezTo>
                        <a:pt x="27" y="132"/>
                        <a:pt x="27" y="132"/>
                        <a:pt x="27" y="132"/>
                      </a:cubicBezTo>
                      <a:cubicBezTo>
                        <a:pt x="30" y="136"/>
                        <a:pt x="30" y="138"/>
                        <a:pt x="35" y="141"/>
                      </a:cubicBezTo>
                      <a:cubicBezTo>
                        <a:pt x="36" y="141"/>
                        <a:pt x="36" y="141"/>
                        <a:pt x="36" y="141"/>
                      </a:cubicBezTo>
                      <a:cubicBezTo>
                        <a:pt x="38" y="141"/>
                        <a:pt x="38" y="141"/>
                        <a:pt x="38" y="141"/>
                      </a:cubicBezTo>
                      <a:cubicBezTo>
                        <a:pt x="39" y="141"/>
                        <a:pt x="39" y="141"/>
                        <a:pt x="39" y="141"/>
                      </a:cubicBezTo>
                      <a:cubicBezTo>
                        <a:pt x="43" y="138"/>
                        <a:pt x="51" y="133"/>
                        <a:pt x="56" y="133"/>
                      </a:cubicBezTo>
                      <a:cubicBezTo>
                        <a:pt x="58" y="133"/>
                        <a:pt x="58" y="133"/>
                        <a:pt x="58" y="133"/>
                      </a:cubicBezTo>
                      <a:cubicBezTo>
                        <a:pt x="62" y="133"/>
                        <a:pt x="63" y="137"/>
                        <a:pt x="63" y="141"/>
                      </a:cubicBezTo>
                      <a:cubicBezTo>
                        <a:pt x="63" y="143"/>
                        <a:pt x="63" y="143"/>
                        <a:pt x="63" y="143"/>
                      </a:cubicBezTo>
                      <a:cubicBezTo>
                        <a:pt x="63" y="150"/>
                        <a:pt x="60" y="152"/>
                        <a:pt x="56" y="154"/>
                      </a:cubicBezTo>
                      <a:cubicBezTo>
                        <a:pt x="55" y="154"/>
                        <a:pt x="55" y="154"/>
                        <a:pt x="55" y="154"/>
                      </a:cubicBezTo>
                      <a:cubicBezTo>
                        <a:pt x="53" y="154"/>
                        <a:pt x="53" y="154"/>
                        <a:pt x="53" y="154"/>
                      </a:cubicBezTo>
                      <a:cubicBezTo>
                        <a:pt x="52" y="154"/>
                        <a:pt x="52" y="154"/>
                        <a:pt x="51" y="153"/>
                      </a:cubicBezTo>
                      <a:cubicBezTo>
                        <a:pt x="50" y="154"/>
                        <a:pt x="50" y="154"/>
                        <a:pt x="49" y="154"/>
                      </a:cubicBezTo>
                      <a:cubicBezTo>
                        <a:pt x="47" y="154"/>
                        <a:pt x="47" y="154"/>
                        <a:pt x="47" y="154"/>
                      </a:cubicBezTo>
                      <a:cubicBezTo>
                        <a:pt x="47" y="155"/>
                        <a:pt x="46" y="155"/>
                        <a:pt x="46" y="156"/>
                      </a:cubicBezTo>
                      <a:cubicBezTo>
                        <a:pt x="46" y="158"/>
                        <a:pt x="53" y="165"/>
                        <a:pt x="55" y="166"/>
                      </a:cubicBezTo>
                      <a:cubicBezTo>
                        <a:pt x="56" y="166"/>
                        <a:pt x="56" y="166"/>
                        <a:pt x="56" y="166"/>
                      </a:cubicBezTo>
                      <a:cubicBezTo>
                        <a:pt x="61" y="166"/>
                        <a:pt x="61" y="166"/>
                        <a:pt x="61" y="166"/>
                      </a:cubicBezTo>
                      <a:cubicBezTo>
                        <a:pt x="66" y="166"/>
                        <a:pt x="69" y="163"/>
                        <a:pt x="71" y="160"/>
                      </a:cubicBezTo>
                      <a:cubicBezTo>
                        <a:pt x="74" y="155"/>
                        <a:pt x="74" y="151"/>
                        <a:pt x="76" y="148"/>
                      </a:cubicBezTo>
                      <a:cubicBezTo>
                        <a:pt x="75" y="146"/>
                        <a:pt x="75" y="148"/>
                        <a:pt x="75" y="146"/>
                      </a:cubicBezTo>
                      <a:cubicBezTo>
                        <a:pt x="75" y="138"/>
                        <a:pt x="75" y="138"/>
                        <a:pt x="75" y="138"/>
                      </a:cubicBezTo>
                      <a:cubicBezTo>
                        <a:pt x="75" y="130"/>
                        <a:pt x="74" y="128"/>
                        <a:pt x="80" y="124"/>
                      </a:cubicBezTo>
                      <a:cubicBezTo>
                        <a:pt x="81" y="124"/>
                        <a:pt x="81" y="124"/>
                        <a:pt x="81" y="124"/>
                      </a:cubicBezTo>
                      <a:cubicBezTo>
                        <a:pt x="90" y="124"/>
                        <a:pt x="90" y="127"/>
                        <a:pt x="94" y="120"/>
                      </a:cubicBezTo>
                      <a:cubicBezTo>
                        <a:pt x="92" y="117"/>
                        <a:pt x="91" y="116"/>
                        <a:pt x="88" y="115"/>
                      </a:cubicBezTo>
                      <a:cubicBezTo>
                        <a:pt x="86" y="116"/>
                        <a:pt x="84" y="117"/>
                        <a:pt x="81" y="117"/>
                      </a:cubicBezTo>
                      <a:cubicBezTo>
                        <a:pt x="79" y="117"/>
                        <a:pt x="79" y="117"/>
                        <a:pt x="79" y="117"/>
                      </a:cubicBezTo>
                      <a:cubicBezTo>
                        <a:pt x="77" y="116"/>
                        <a:pt x="72" y="109"/>
                        <a:pt x="72" y="107"/>
                      </a:cubicBezTo>
                      <a:cubicBezTo>
                        <a:pt x="72" y="105"/>
                        <a:pt x="72" y="105"/>
                        <a:pt x="72" y="105"/>
                      </a:cubicBezTo>
                      <a:cubicBezTo>
                        <a:pt x="72" y="99"/>
                        <a:pt x="75" y="100"/>
                        <a:pt x="78" y="96"/>
                      </a:cubicBezTo>
                      <a:cubicBezTo>
                        <a:pt x="80" y="96"/>
                        <a:pt x="80" y="96"/>
                        <a:pt x="80" y="96"/>
                      </a:cubicBezTo>
                      <a:cubicBezTo>
                        <a:pt x="82" y="93"/>
                        <a:pt x="89" y="90"/>
                        <a:pt x="92" y="89"/>
                      </a:cubicBezTo>
                      <a:cubicBezTo>
                        <a:pt x="95" y="87"/>
                        <a:pt x="101" y="83"/>
                        <a:pt x="101" y="80"/>
                      </a:cubicBezTo>
                      <a:cubicBezTo>
                        <a:pt x="101" y="77"/>
                        <a:pt x="101" y="79"/>
                        <a:pt x="102" y="78"/>
                      </a:cubicBezTo>
                      <a:cubicBezTo>
                        <a:pt x="101" y="77"/>
                        <a:pt x="101" y="79"/>
                        <a:pt x="101" y="77"/>
                      </a:cubicBezTo>
                      <a:cubicBezTo>
                        <a:pt x="101" y="73"/>
                        <a:pt x="96" y="64"/>
                        <a:pt x="95" y="61"/>
                      </a:cubicBezTo>
                      <a:cubicBezTo>
                        <a:pt x="95" y="61"/>
                        <a:pt x="101" y="55"/>
                        <a:pt x="102" y="55"/>
                      </a:cubicBezTo>
                      <a:cubicBezTo>
                        <a:pt x="104" y="52"/>
                        <a:pt x="106" y="51"/>
                        <a:pt x="109" y="48"/>
                      </a:cubicBezTo>
                      <a:cubicBezTo>
                        <a:pt x="110" y="47"/>
                        <a:pt x="112" y="46"/>
                        <a:pt x="113" y="45"/>
                      </a:cubicBezTo>
                      <a:cubicBezTo>
                        <a:pt x="114" y="44"/>
                        <a:pt x="115" y="43"/>
                        <a:pt x="116" y="42"/>
                      </a:cubicBezTo>
                      <a:cubicBezTo>
                        <a:pt x="118" y="39"/>
                        <a:pt x="118" y="35"/>
                        <a:pt x="121" y="34"/>
                      </a:cubicBezTo>
                      <a:cubicBezTo>
                        <a:pt x="121" y="32"/>
                        <a:pt x="121" y="32"/>
                        <a:pt x="121" y="32"/>
                      </a:cubicBezTo>
                      <a:cubicBezTo>
                        <a:pt x="121" y="27"/>
                        <a:pt x="123" y="30"/>
                        <a:pt x="120" y="24"/>
                      </a:cubicBezTo>
                      <a:cubicBezTo>
                        <a:pt x="118" y="20"/>
                        <a:pt x="118" y="20"/>
                        <a:pt x="116" y="17"/>
                      </a:cubicBezTo>
                      <a:cubicBezTo>
                        <a:pt x="113" y="17"/>
                        <a:pt x="113" y="17"/>
                        <a:pt x="113" y="17"/>
                      </a:cubicBezTo>
                      <a:cubicBezTo>
                        <a:pt x="111" y="17"/>
                        <a:pt x="105" y="19"/>
                        <a:pt x="104" y="20"/>
                      </a:cubicBezTo>
                      <a:cubicBezTo>
                        <a:pt x="101" y="23"/>
                        <a:pt x="102" y="23"/>
                        <a:pt x="96" y="24"/>
                      </a:cubicBezTo>
                      <a:lnTo>
                        <a:pt x="93" y="2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5" name="íṥḻiďê"/>
                <p:cNvSpPr/>
                <p:nvPr/>
              </p:nvSpPr>
              <p:spPr bwMode="auto">
                <a:xfrm>
                  <a:off x="5159376" y="3357563"/>
                  <a:ext cx="117475" cy="366713"/>
                </a:xfrm>
                <a:custGeom>
                  <a:avLst/>
                  <a:gdLst>
                    <a:gd name="T0" fmla="*/ 23 w 36"/>
                    <a:gd name="T1" fmla="*/ 14 h 110"/>
                    <a:gd name="T2" fmla="*/ 23 w 36"/>
                    <a:gd name="T3" fmla="*/ 12 h 110"/>
                    <a:gd name="T4" fmla="*/ 18 w 36"/>
                    <a:gd name="T5" fmla="*/ 6 h 110"/>
                    <a:gd name="T6" fmla="*/ 13 w 36"/>
                    <a:gd name="T7" fmla="*/ 0 h 110"/>
                    <a:gd name="T8" fmla="*/ 11 w 36"/>
                    <a:gd name="T9" fmla="*/ 4 h 110"/>
                    <a:gd name="T10" fmla="*/ 13 w 36"/>
                    <a:gd name="T11" fmla="*/ 16 h 110"/>
                    <a:gd name="T12" fmla="*/ 12 w 36"/>
                    <a:gd name="T13" fmla="*/ 34 h 110"/>
                    <a:gd name="T14" fmla="*/ 7 w 36"/>
                    <a:gd name="T15" fmla="*/ 65 h 110"/>
                    <a:gd name="T16" fmla="*/ 3 w 36"/>
                    <a:gd name="T17" fmla="*/ 80 h 110"/>
                    <a:gd name="T18" fmla="*/ 0 w 36"/>
                    <a:gd name="T19" fmla="*/ 95 h 110"/>
                    <a:gd name="T20" fmla="*/ 0 w 36"/>
                    <a:gd name="T21" fmla="*/ 98 h 110"/>
                    <a:gd name="T22" fmla="*/ 0 w 36"/>
                    <a:gd name="T23" fmla="*/ 100 h 110"/>
                    <a:gd name="T24" fmla="*/ 4 w 36"/>
                    <a:gd name="T25" fmla="*/ 105 h 110"/>
                    <a:gd name="T26" fmla="*/ 9 w 36"/>
                    <a:gd name="T27" fmla="*/ 110 h 110"/>
                    <a:gd name="T28" fmla="*/ 15 w 36"/>
                    <a:gd name="T29" fmla="*/ 104 h 110"/>
                    <a:gd name="T30" fmla="*/ 18 w 36"/>
                    <a:gd name="T31" fmla="*/ 96 h 110"/>
                    <a:gd name="T32" fmla="*/ 18 w 36"/>
                    <a:gd name="T33" fmla="*/ 90 h 110"/>
                    <a:gd name="T34" fmla="*/ 21 w 36"/>
                    <a:gd name="T35" fmla="*/ 71 h 110"/>
                    <a:gd name="T36" fmla="*/ 25 w 36"/>
                    <a:gd name="T37" fmla="*/ 53 h 110"/>
                    <a:gd name="T38" fmla="*/ 30 w 36"/>
                    <a:gd name="T39" fmla="*/ 36 h 110"/>
                    <a:gd name="T40" fmla="*/ 35 w 36"/>
                    <a:gd name="T41" fmla="*/ 20 h 110"/>
                    <a:gd name="T42" fmla="*/ 33 w 36"/>
                    <a:gd name="T43" fmla="*/ 20 h 110"/>
                    <a:gd name="T44" fmla="*/ 30 w 36"/>
                    <a:gd name="T45" fmla="*/ 22 h 110"/>
                    <a:gd name="T46" fmla="*/ 23 w 36"/>
                    <a:gd name="T47" fmla="*/ 17 h 110"/>
                    <a:gd name="T48" fmla="*/ 23 w 36"/>
                    <a:gd name="T49" fmla="*/ 15 h 110"/>
                    <a:gd name="T50" fmla="*/ 23 w 36"/>
                    <a:gd name="T51" fmla="*/ 14 h 1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6" h="110">
                      <a:moveTo>
                        <a:pt x="23" y="14"/>
                      </a:moveTo>
                      <a:cubicBezTo>
                        <a:pt x="23" y="12"/>
                        <a:pt x="23" y="12"/>
                        <a:pt x="23" y="12"/>
                      </a:cubicBezTo>
                      <a:cubicBezTo>
                        <a:pt x="21" y="8"/>
                        <a:pt x="22" y="9"/>
                        <a:pt x="18" y="6"/>
                      </a:cubicBezTo>
                      <a:cubicBezTo>
                        <a:pt x="17" y="4"/>
                        <a:pt x="15" y="2"/>
                        <a:pt x="13" y="0"/>
                      </a:cubicBezTo>
                      <a:cubicBezTo>
                        <a:pt x="12" y="1"/>
                        <a:pt x="11" y="3"/>
                        <a:pt x="11" y="4"/>
                      </a:cubicBezTo>
                      <a:cubicBezTo>
                        <a:pt x="11" y="7"/>
                        <a:pt x="13" y="12"/>
                        <a:pt x="13" y="16"/>
                      </a:cubicBezTo>
                      <a:cubicBezTo>
                        <a:pt x="12" y="34"/>
                        <a:pt x="12" y="34"/>
                        <a:pt x="12" y="34"/>
                      </a:cubicBezTo>
                      <a:cubicBezTo>
                        <a:pt x="12" y="43"/>
                        <a:pt x="9" y="56"/>
                        <a:pt x="7" y="65"/>
                      </a:cubicBezTo>
                      <a:cubicBezTo>
                        <a:pt x="6" y="72"/>
                        <a:pt x="4" y="75"/>
                        <a:pt x="3" y="80"/>
                      </a:cubicBezTo>
                      <a:cubicBezTo>
                        <a:pt x="2" y="85"/>
                        <a:pt x="0" y="91"/>
                        <a:pt x="0" y="95"/>
                      </a:cubicBezTo>
                      <a:cubicBezTo>
                        <a:pt x="0" y="98"/>
                        <a:pt x="0" y="98"/>
                        <a:pt x="0" y="98"/>
                      </a:cubicBezTo>
                      <a:cubicBezTo>
                        <a:pt x="0" y="100"/>
                        <a:pt x="0" y="100"/>
                        <a:pt x="0" y="100"/>
                      </a:cubicBezTo>
                      <a:cubicBezTo>
                        <a:pt x="2" y="102"/>
                        <a:pt x="2" y="103"/>
                        <a:pt x="4" y="105"/>
                      </a:cubicBezTo>
                      <a:cubicBezTo>
                        <a:pt x="6" y="108"/>
                        <a:pt x="7" y="108"/>
                        <a:pt x="9" y="110"/>
                      </a:cubicBezTo>
                      <a:cubicBezTo>
                        <a:pt x="12" y="108"/>
                        <a:pt x="13" y="108"/>
                        <a:pt x="15" y="104"/>
                      </a:cubicBezTo>
                      <a:cubicBezTo>
                        <a:pt x="16" y="102"/>
                        <a:pt x="18" y="99"/>
                        <a:pt x="18" y="96"/>
                      </a:cubicBezTo>
                      <a:cubicBezTo>
                        <a:pt x="18" y="90"/>
                        <a:pt x="18" y="90"/>
                        <a:pt x="18" y="90"/>
                      </a:cubicBezTo>
                      <a:cubicBezTo>
                        <a:pt x="18" y="83"/>
                        <a:pt x="20" y="77"/>
                        <a:pt x="21" y="71"/>
                      </a:cubicBezTo>
                      <a:cubicBezTo>
                        <a:pt x="23" y="65"/>
                        <a:pt x="23" y="59"/>
                        <a:pt x="25" y="53"/>
                      </a:cubicBezTo>
                      <a:cubicBezTo>
                        <a:pt x="26" y="47"/>
                        <a:pt x="29" y="42"/>
                        <a:pt x="30" y="36"/>
                      </a:cubicBezTo>
                      <a:cubicBezTo>
                        <a:pt x="31" y="28"/>
                        <a:pt x="34" y="27"/>
                        <a:pt x="35" y="20"/>
                      </a:cubicBezTo>
                      <a:cubicBezTo>
                        <a:pt x="34" y="19"/>
                        <a:pt x="36" y="20"/>
                        <a:pt x="33" y="20"/>
                      </a:cubicBezTo>
                      <a:cubicBezTo>
                        <a:pt x="33" y="20"/>
                        <a:pt x="30" y="22"/>
                        <a:pt x="30" y="22"/>
                      </a:cubicBezTo>
                      <a:cubicBezTo>
                        <a:pt x="25" y="21"/>
                        <a:pt x="25" y="21"/>
                        <a:pt x="23" y="17"/>
                      </a:cubicBezTo>
                      <a:cubicBezTo>
                        <a:pt x="23" y="15"/>
                        <a:pt x="23" y="15"/>
                        <a:pt x="23" y="15"/>
                      </a:cubicBezTo>
                      <a:lnTo>
                        <a:pt x="23" y="14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grpSp>
            <p:nvGrpSpPr>
              <p:cNvPr id="249" name="ïšľîḍê"/>
              <p:cNvGrpSpPr/>
              <p:nvPr/>
            </p:nvGrpSpPr>
            <p:grpSpPr>
              <a:xfrm>
                <a:off x="4412452" y="3781425"/>
                <a:ext cx="2312689" cy="166461"/>
                <a:chOff x="6986588" y="3521075"/>
                <a:chExt cx="1654176" cy="119063"/>
              </a:xfrm>
            </p:grpSpPr>
            <p:sp>
              <p:nvSpPr>
                <p:cNvPr id="250" name="îṩľîḑê"/>
                <p:cNvSpPr/>
                <p:nvPr/>
              </p:nvSpPr>
              <p:spPr bwMode="auto">
                <a:xfrm>
                  <a:off x="6986588" y="3521075"/>
                  <a:ext cx="155575" cy="119063"/>
                </a:xfrm>
                <a:custGeom>
                  <a:avLst/>
                  <a:gdLst>
                    <a:gd name="T0" fmla="*/ 84 w 98"/>
                    <a:gd name="T1" fmla="*/ 0 h 75"/>
                    <a:gd name="T2" fmla="*/ 59 w 98"/>
                    <a:gd name="T3" fmla="*/ 52 h 75"/>
                    <a:gd name="T4" fmla="*/ 57 w 98"/>
                    <a:gd name="T5" fmla="*/ 0 h 75"/>
                    <a:gd name="T6" fmla="*/ 40 w 98"/>
                    <a:gd name="T7" fmla="*/ 0 h 75"/>
                    <a:gd name="T8" fmla="*/ 15 w 98"/>
                    <a:gd name="T9" fmla="*/ 52 h 75"/>
                    <a:gd name="T10" fmla="*/ 15 w 98"/>
                    <a:gd name="T11" fmla="*/ 0 h 75"/>
                    <a:gd name="T12" fmla="*/ 0 w 98"/>
                    <a:gd name="T13" fmla="*/ 0 h 75"/>
                    <a:gd name="T14" fmla="*/ 2 w 98"/>
                    <a:gd name="T15" fmla="*/ 75 h 75"/>
                    <a:gd name="T16" fmla="*/ 19 w 98"/>
                    <a:gd name="T17" fmla="*/ 75 h 75"/>
                    <a:gd name="T18" fmla="*/ 44 w 98"/>
                    <a:gd name="T19" fmla="*/ 21 h 75"/>
                    <a:gd name="T20" fmla="*/ 46 w 98"/>
                    <a:gd name="T21" fmla="*/ 75 h 75"/>
                    <a:gd name="T22" fmla="*/ 63 w 98"/>
                    <a:gd name="T23" fmla="*/ 75 h 75"/>
                    <a:gd name="T24" fmla="*/ 98 w 98"/>
                    <a:gd name="T25" fmla="*/ 0 h 75"/>
                    <a:gd name="T26" fmla="*/ 84 w 98"/>
                    <a:gd name="T27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98" h="75">
                      <a:moveTo>
                        <a:pt x="84" y="0"/>
                      </a:moveTo>
                      <a:lnTo>
                        <a:pt x="59" y="52"/>
                      </a:lnTo>
                      <a:lnTo>
                        <a:pt x="57" y="0"/>
                      </a:lnTo>
                      <a:lnTo>
                        <a:pt x="40" y="0"/>
                      </a:lnTo>
                      <a:lnTo>
                        <a:pt x="15" y="52"/>
                      </a:ln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2" y="75"/>
                      </a:lnTo>
                      <a:lnTo>
                        <a:pt x="19" y="75"/>
                      </a:lnTo>
                      <a:lnTo>
                        <a:pt x="44" y="21"/>
                      </a:lnTo>
                      <a:lnTo>
                        <a:pt x="46" y="75"/>
                      </a:lnTo>
                      <a:lnTo>
                        <a:pt x="63" y="75"/>
                      </a:lnTo>
                      <a:lnTo>
                        <a:pt x="98" y="0"/>
                      </a:lnTo>
                      <a:lnTo>
                        <a:pt x="8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1" name="îṩḷîde"/>
                <p:cNvSpPr/>
                <p:nvPr/>
              </p:nvSpPr>
              <p:spPr bwMode="auto">
                <a:xfrm>
                  <a:off x="7135813" y="3521075"/>
                  <a:ext cx="112713" cy="119063"/>
                </a:xfrm>
                <a:custGeom>
                  <a:avLst/>
                  <a:gdLst>
                    <a:gd name="T0" fmla="*/ 22 w 34"/>
                    <a:gd name="T1" fmla="*/ 20 h 36"/>
                    <a:gd name="T2" fmla="*/ 20 w 34"/>
                    <a:gd name="T3" fmla="*/ 26 h 36"/>
                    <a:gd name="T4" fmla="*/ 18 w 34"/>
                    <a:gd name="T5" fmla="*/ 29 h 36"/>
                    <a:gd name="T6" fmla="*/ 13 w 34"/>
                    <a:gd name="T7" fmla="*/ 30 h 36"/>
                    <a:gd name="T8" fmla="*/ 9 w 34"/>
                    <a:gd name="T9" fmla="*/ 29 h 36"/>
                    <a:gd name="T10" fmla="*/ 7 w 34"/>
                    <a:gd name="T11" fmla="*/ 25 h 36"/>
                    <a:gd name="T12" fmla="*/ 7 w 34"/>
                    <a:gd name="T13" fmla="*/ 24 h 36"/>
                    <a:gd name="T14" fmla="*/ 8 w 34"/>
                    <a:gd name="T15" fmla="*/ 19 h 36"/>
                    <a:gd name="T16" fmla="*/ 12 w 34"/>
                    <a:gd name="T17" fmla="*/ 0 h 36"/>
                    <a:gd name="T18" fmla="*/ 5 w 34"/>
                    <a:gd name="T19" fmla="*/ 0 h 36"/>
                    <a:gd name="T20" fmla="*/ 1 w 34"/>
                    <a:gd name="T21" fmla="*/ 19 h 36"/>
                    <a:gd name="T22" fmla="*/ 0 w 34"/>
                    <a:gd name="T23" fmla="*/ 23 h 36"/>
                    <a:gd name="T24" fmla="*/ 0 w 34"/>
                    <a:gd name="T25" fmla="*/ 25 h 36"/>
                    <a:gd name="T26" fmla="*/ 3 w 34"/>
                    <a:gd name="T27" fmla="*/ 33 h 36"/>
                    <a:gd name="T28" fmla="*/ 13 w 34"/>
                    <a:gd name="T29" fmla="*/ 36 h 36"/>
                    <a:gd name="T30" fmla="*/ 22 w 34"/>
                    <a:gd name="T31" fmla="*/ 34 h 36"/>
                    <a:gd name="T32" fmla="*/ 27 w 34"/>
                    <a:gd name="T33" fmla="*/ 29 h 36"/>
                    <a:gd name="T34" fmla="*/ 30 w 34"/>
                    <a:gd name="T35" fmla="*/ 20 h 36"/>
                    <a:gd name="T36" fmla="*/ 34 w 34"/>
                    <a:gd name="T37" fmla="*/ 0 h 36"/>
                    <a:gd name="T38" fmla="*/ 26 w 34"/>
                    <a:gd name="T39" fmla="*/ 0 h 36"/>
                    <a:gd name="T40" fmla="*/ 22 w 34"/>
                    <a:gd name="T41" fmla="*/ 2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34" h="36">
                      <a:moveTo>
                        <a:pt x="22" y="20"/>
                      </a:moveTo>
                      <a:cubicBezTo>
                        <a:pt x="22" y="23"/>
                        <a:pt x="21" y="25"/>
                        <a:pt x="20" y="26"/>
                      </a:cubicBezTo>
                      <a:cubicBezTo>
                        <a:pt x="20" y="28"/>
                        <a:pt x="19" y="29"/>
                        <a:pt x="18" y="29"/>
                      </a:cubicBezTo>
                      <a:cubicBezTo>
                        <a:pt x="17" y="30"/>
                        <a:pt x="15" y="30"/>
                        <a:pt x="13" y="30"/>
                      </a:cubicBezTo>
                      <a:cubicBezTo>
                        <a:pt x="11" y="30"/>
                        <a:pt x="10" y="30"/>
                        <a:pt x="9" y="29"/>
                      </a:cubicBezTo>
                      <a:cubicBezTo>
                        <a:pt x="8" y="28"/>
                        <a:pt x="7" y="27"/>
                        <a:pt x="7" y="25"/>
                      </a:cubicBezTo>
                      <a:cubicBezTo>
                        <a:pt x="7" y="25"/>
                        <a:pt x="7" y="25"/>
                        <a:pt x="7" y="24"/>
                      </a:cubicBezTo>
                      <a:cubicBezTo>
                        <a:pt x="8" y="19"/>
                        <a:pt x="8" y="19"/>
                        <a:pt x="8" y="19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1" y="19"/>
                        <a:pt x="1" y="19"/>
                        <a:pt x="1" y="19"/>
                      </a:cubicBezTo>
                      <a:cubicBezTo>
                        <a:pt x="1" y="21"/>
                        <a:pt x="0" y="23"/>
                        <a:pt x="0" y="23"/>
                      </a:cubicBezTo>
                      <a:cubicBezTo>
                        <a:pt x="0" y="24"/>
                        <a:pt x="0" y="25"/>
                        <a:pt x="0" y="25"/>
                      </a:cubicBezTo>
                      <a:cubicBezTo>
                        <a:pt x="0" y="29"/>
                        <a:pt x="1" y="31"/>
                        <a:pt x="3" y="33"/>
                      </a:cubicBezTo>
                      <a:cubicBezTo>
                        <a:pt x="6" y="35"/>
                        <a:pt x="9" y="36"/>
                        <a:pt x="13" y="36"/>
                      </a:cubicBezTo>
                      <a:cubicBezTo>
                        <a:pt x="16" y="36"/>
                        <a:pt x="19" y="36"/>
                        <a:pt x="22" y="34"/>
                      </a:cubicBezTo>
                      <a:cubicBezTo>
                        <a:pt x="24" y="33"/>
                        <a:pt x="25" y="31"/>
                        <a:pt x="27" y="29"/>
                      </a:cubicBezTo>
                      <a:cubicBezTo>
                        <a:pt x="28" y="27"/>
                        <a:pt x="29" y="24"/>
                        <a:pt x="30" y="20"/>
                      </a:cubicBezTo>
                      <a:cubicBezTo>
                        <a:pt x="34" y="0"/>
                        <a:pt x="34" y="0"/>
                        <a:pt x="34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lnTo>
                        <a:pt x="22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2" name="îṣḻîḑê"/>
                <p:cNvSpPr/>
                <p:nvPr/>
              </p:nvSpPr>
              <p:spPr bwMode="auto">
                <a:xfrm>
                  <a:off x="7248526" y="3521075"/>
                  <a:ext cx="114300" cy="119063"/>
                </a:xfrm>
                <a:custGeom>
                  <a:avLst/>
                  <a:gdLst>
                    <a:gd name="T0" fmla="*/ 58 w 72"/>
                    <a:gd name="T1" fmla="*/ 0 h 75"/>
                    <a:gd name="T2" fmla="*/ 52 w 72"/>
                    <a:gd name="T3" fmla="*/ 29 h 75"/>
                    <a:gd name="T4" fmla="*/ 22 w 72"/>
                    <a:gd name="T5" fmla="*/ 29 h 75"/>
                    <a:gd name="T6" fmla="*/ 29 w 72"/>
                    <a:gd name="T7" fmla="*/ 0 h 75"/>
                    <a:gd name="T8" fmla="*/ 14 w 72"/>
                    <a:gd name="T9" fmla="*/ 0 h 75"/>
                    <a:gd name="T10" fmla="*/ 0 w 72"/>
                    <a:gd name="T11" fmla="*/ 75 h 75"/>
                    <a:gd name="T12" fmla="*/ 14 w 72"/>
                    <a:gd name="T13" fmla="*/ 75 h 75"/>
                    <a:gd name="T14" fmla="*/ 20 w 72"/>
                    <a:gd name="T15" fmla="*/ 42 h 75"/>
                    <a:gd name="T16" fmla="*/ 50 w 72"/>
                    <a:gd name="T17" fmla="*/ 42 h 75"/>
                    <a:gd name="T18" fmla="*/ 43 w 72"/>
                    <a:gd name="T19" fmla="*/ 75 h 75"/>
                    <a:gd name="T20" fmla="*/ 58 w 72"/>
                    <a:gd name="T21" fmla="*/ 75 h 75"/>
                    <a:gd name="T22" fmla="*/ 72 w 72"/>
                    <a:gd name="T23" fmla="*/ 0 h 75"/>
                    <a:gd name="T24" fmla="*/ 58 w 72"/>
                    <a:gd name="T25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2" h="75">
                      <a:moveTo>
                        <a:pt x="58" y="0"/>
                      </a:moveTo>
                      <a:lnTo>
                        <a:pt x="52" y="29"/>
                      </a:lnTo>
                      <a:lnTo>
                        <a:pt x="22" y="29"/>
                      </a:lnTo>
                      <a:lnTo>
                        <a:pt x="29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lnTo>
                        <a:pt x="14" y="75"/>
                      </a:lnTo>
                      <a:lnTo>
                        <a:pt x="20" y="42"/>
                      </a:lnTo>
                      <a:lnTo>
                        <a:pt x="50" y="42"/>
                      </a:lnTo>
                      <a:lnTo>
                        <a:pt x="43" y="75"/>
                      </a:lnTo>
                      <a:lnTo>
                        <a:pt x="58" y="75"/>
                      </a:lnTo>
                      <a:lnTo>
                        <a:pt x="72" y="0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3" name="ïṥlíḑê"/>
                <p:cNvSpPr/>
                <p:nvPr/>
              </p:nvSpPr>
              <p:spPr bwMode="auto">
                <a:xfrm>
                  <a:off x="7356476" y="3521075"/>
                  <a:ext cx="112713" cy="119063"/>
                </a:xfrm>
                <a:custGeom>
                  <a:avLst/>
                  <a:gdLst>
                    <a:gd name="T0" fmla="*/ 42 w 71"/>
                    <a:gd name="T1" fmla="*/ 0 h 75"/>
                    <a:gd name="T2" fmla="*/ 0 w 71"/>
                    <a:gd name="T3" fmla="*/ 75 h 75"/>
                    <a:gd name="T4" fmla="*/ 15 w 71"/>
                    <a:gd name="T5" fmla="*/ 75 h 75"/>
                    <a:gd name="T6" fmla="*/ 23 w 71"/>
                    <a:gd name="T7" fmla="*/ 59 h 75"/>
                    <a:gd name="T8" fmla="*/ 54 w 71"/>
                    <a:gd name="T9" fmla="*/ 59 h 75"/>
                    <a:gd name="T10" fmla="*/ 56 w 71"/>
                    <a:gd name="T11" fmla="*/ 75 h 75"/>
                    <a:gd name="T12" fmla="*/ 71 w 71"/>
                    <a:gd name="T13" fmla="*/ 75 h 75"/>
                    <a:gd name="T14" fmla="*/ 58 w 71"/>
                    <a:gd name="T15" fmla="*/ 0 h 75"/>
                    <a:gd name="T16" fmla="*/ 42 w 71"/>
                    <a:gd name="T17" fmla="*/ 0 h 75"/>
                    <a:gd name="T18" fmla="*/ 29 w 71"/>
                    <a:gd name="T19" fmla="*/ 46 h 75"/>
                    <a:gd name="T20" fmla="*/ 48 w 71"/>
                    <a:gd name="T21" fmla="*/ 17 h 75"/>
                    <a:gd name="T22" fmla="*/ 52 w 71"/>
                    <a:gd name="T23" fmla="*/ 46 h 75"/>
                    <a:gd name="T24" fmla="*/ 29 w 71"/>
                    <a:gd name="T25" fmla="*/ 46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1" h="75">
                      <a:moveTo>
                        <a:pt x="42" y="0"/>
                      </a:moveTo>
                      <a:lnTo>
                        <a:pt x="0" y="75"/>
                      </a:lnTo>
                      <a:lnTo>
                        <a:pt x="15" y="75"/>
                      </a:lnTo>
                      <a:lnTo>
                        <a:pt x="23" y="59"/>
                      </a:lnTo>
                      <a:lnTo>
                        <a:pt x="54" y="59"/>
                      </a:lnTo>
                      <a:lnTo>
                        <a:pt x="56" y="75"/>
                      </a:lnTo>
                      <a:lnTo>
                        <a:pt x="71" y="75"/>
                      </a:lnTo>
                      <a:lnTo>
                        <a:pt x="58" y="0"/>
                      </a:lnTo>
                      <a:lnTo>
                        <a:pt x="42" y="0"/>
                      </a:lnTo>
                      <a:close/>
                      <a:moveTo>
                        <a:pt x="29" y="46"/>
                      </a:moveTo>
                      <a:lnTo>
                        <a:pt x="48" y="17"/>
                      </a:lnTo>
                      <a:lnTo>
                        <a:pt x="52" y="46"/>
                      </a:lnTo>
                      <a:lnTo>
                        <a:pt x="29" y="4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4" name="îş1íḋe"/>
                <p:cNvSpPr/>
                <p:nvPr/>
              </p:nvSpPr>
              <p:spPr bwMode="auto">
                <a:xfrm>
                  <a:off x="7481888" y="3521075"/>
                  <a:ext cx="119063" cy="119063"/>
                </a:xfrm>
                <a:custGeom>
                  <a:avLst/>
                  <a:gdLst>
                    <a:gd name="T0" fmla="*/ 50 w 75"/>
                    <a:gd name="T1" fmla="*/ 50 h 75"/>
                    <a:gd name="T2" fmla="*/ 31 w 75"/>
                    <a:gd name="T3" fmla="*/ 0 h 75"/>
                    <a:gd name="T4" fmla="*/ 17 w 75"/>
                    <a:gd name="T5" fmla="*/ 0 h 75"/>
                    <a:gd name="T6" fmla="*/ 0 w 75"/>
                    <a:gd name="T7" fmla="*/ 75 h 75"/>
                    <a:gd name="T8" fmla="*/ 15 w 75"/>
                    <a:gd name="T9" fmla="*/ 75 h 75"/>
                    <a:gd name="T10" fmla="*/ 25 w 75"/>
                    <a:gd name="T11" fmla="*/ 25 h 75"/>
                    <a:gd name="T12" fmla="*/ 46 w 75"/>
                    <a:gd name="T13" fmla="*/ 75 h 75"/>
                    <a:gd name="T14" fmla="*/ 58 w 75"/>
                    <a:gd name="T15" fmla="*/ 75 h 75"/>
                    <a:gd name="T16" fmla="*/ 75 w 75"/>
                    <a:gd name="T17" fmla="*/ 0 h 75"/>
                    <a:gd name="T18" fmla="*/ 61 w 75"/>
                    <a:gd name="T19" fmla="*/ 0 h 75"/>
                    <a:gd name="T20" fmla="*/ 50 w 75"/>
                    <a:gd name="T21" fmla="*/ 5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5" h="75">
                      <a:moveTo>
                        <a:pt x="50" y="50"/>
                      </a:moveTo>
                      <a:lnTo>
                        <a:pt x="31" y="0"/>
                      </a:lnTo>
                      <a:lnTo>
                        <a:pt x="17" y="0"/>
                      </a:lnTo>
                      <a:lnTo>
                        <a:pt x="0" y="75"/>
                      </a:lnTo>
                      <a:lnTo>
                        <a:pt x="15" y="75"/>
                      </a:lnTo>
                      <a:lnTo>
                        <a:pt x="25" y="25"/>
                      </a:lnTo>
                      <a:lnTo>
                        <a:pt x="46" y="75"/>
                      </a:lnTo>
                      <a:lnTo>
                        <a:pt x="58" y="75"/>
                      </a:lnTo>
                      <a:lnTo>
                        <a:pt x="75" y="0"/>
                      </a:lnTo>
                      <a:lnTo>
                        <a:pt x="61" y="0"/>
                      </a:lnTo>
                      <a:lnTo>
                        <a:pt x="50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5" name="îş1ïḋe"/>
                <p:cNvSpPr/>
                <p:nvPr/>
              </p:nvSpPr>
              <p:spPr bwMode="auto">
                <a:xfrm>
                  <a:off x="7653338" y="3521075"/>
                  <a:ext cx="112713" cy="119063"/>
                </a:xfrm>
                <a:custGeom>
                  <a:avLst/>
                  <a:gdLst>
                    <a:gd name="T0" fmla="*/ 22 w 34"/>
                    <a:gd name="T1" fmla="*/ 20 h 36"/>
                    <a:gd name="T2" fmla="*/ 20 w 34"/>
                    <a:gd name="T3" fmla="*/ 26 h 36"/>
                    <a:gd name="T4" fmla="*/ 18 w 34"/>
                    <a:gd name="T5" fmla="*/ 29 h 36"/>
                    <a:gd name="T6" fmla="*/ 13 w 34"/>
                    <a:gd name="T7" fmla="*/ 30 h 36"/>
                    <a:gd name="T8" fmla="*/ 9 w 34"/>
                    <a:gd name="T9" fmla="*/ 29 h 36"/>
                    <a:gd name="T10" fmla="*/ 7 w 34"/>
                    <a:gd name="T11" fmla="*/ 25 h 36"/>
                    <a:gd name="T12" fmla="*/ 7 w 34"/>
                    <a:gd name="T13" fmla="*/ 24 h 36"/>
                    <a:gd name="T14" fmla="*/ 8 w 34"/>
                    <a:gd name="T15" fmla="*/ 19 h 36"/>
                    <a:gd name="T16" fmla="*/ 12 w 34"/>
                    <a:gd name="T17" fmla="*/ 0 h 36"/>
                    <a:gd name="T18" fmla="*/ 5 w 34"/>
                    <a:gd name="T19" fmla="*/ 0 h 36"/>
                    <a:gd name="T20" fmla="*/ 1 w 34"/>
                    <a:gd name="T21" fmla="*/ 19 h 36"/>
                    <a:gd name="T22" fmla="*/ 0 w 34"/>
                    <a:gd name="T23" fmla="*/ 23 h 36"/>
                    <a:gd name="T24" fmla="*/ 0 w 34"/>
                    <a:gd name="T25" fmla="*/ 25 h 36"/>
                    <a:gd name="T26" fmla="*/ 3 w 34"/>
                    <a:gd name="T27" fmla="*/ 33 h 36"/>
                    <a:gd name="T28" fmla="*/ 13 w 34"/>
                    <a:gd name="T29" fmla="*/ 36 h 36"/>
                    <a:gd name="T30" fmla="*/ 22 w 34"/>
                    <a:gd name="T31" fmla="*/ 34 h 36"/>
                    <a:gd name="T32" fmla="*/ 27 w 34"/>
                    <a:gd name="T33" fmla="*/ 29 h 36"/>
                    <a:gd name="T34" fmla="*/ 30 w 34"/>
                    <a:gd name="T35" fmla="*/ 20 h 36"/>
                    <a:gd name="T36" fmla="*/ 34 w 34"/>
                    <a:gd name="T37" fmla="*/ 0 h 36"/>
                    <a:gd name="T38" fmla="*/ 26 w 34"/>
                    <a:gd name="T39" fmla="*/ 0 h 36"/>
                    <a:gd name="T40" fmla="*/ 22 w 34"/>
                    <a:gd name="T41" fmla="*/ 2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34" h="36">
                      <a:moveTo>
                        <a:pt x="22" y="20"/>
                      </a:moveTo>
                      <a:cubicBezTo>
                        <a:pt x="22" y="23"/>
                        <a:pt x="21" y="25"/>
                        <a:pt x="20" y="26"/>
                      </a:cubicBezTo>
                      <a:cubicBezTo>
                        <a:pt x="20" y="28"/>
                        <a:pt x="19" y="29"/>
                        <a:pt x="18" y="29"/>
                      </a:cubicBezTo>
                      <a:cubicBezTo>
                        <a:pt x="17" y="30"/>
                        <a:pt x="15" y="30"/>
                        <a:pt x="13" y="30"/>
                      </a:cubicBezTo>
                      <a:cubicBezTo>
                        <a:pt x="11" y="30"/>
                        <a:pt x="10" y="30"/>
                        <a:pt x="9" y="29"/>
                      </a:cubicBezTo>
                      <a:cubicBezTo>
                        <a:pt x="8" y="28"/>
                        <a:pt x="7" y="27"/>
                        <a:pt x="7" y="25"/>
                      </a:cubicBezTo>
                      <a:cubicBezTo>
                        <a:pt x="7" y="25"/>
                        <a:pt x="7" y="25"/>
                        <a:pt x="7" y="24"/>
                      </a:cubicBezTo>
                      <a:cubicBezTo>
                        <a:pt x="8" y="19"/>
                        <a:pt x="8" y="19"/>
                        <a:pt x="8" y="19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1" y="19"/>
                        <a:pt x="1" y="19"/>
                        <a:pt x="1" y="19"/>
                      </a:cubicBezTo>
                      <a:cubicBezTo>
                        <a:pt x="1" y="21"/>
                        <a:pt x="0" y="23"/>
                        <a:pt x="0" y="23"/>
                      </a:cubicBezTo>
                      <a:cubicBezTo>
                        <a:pt x="0" y="24"/>
                        <a:pt x="0" y="25"/>
                        <a:pt x="0" y="25"/>
                      </a:cubicBezTo>
                      <a:cubicBezTo>
                        <a:pt x="0" y="29"/>
                        <a:pt x="1" y="31"/>
                        <a:pt x="3" y="33"/>
                      </a:cubicBezTo>
                      <a:cubicBezTo>
                        <a:pt x="6" y="35"/>
                        <a:pt x="9" y="36"/>
                        <a:pt x="13" y="36"/>
                      </a:cubicBezTo>
                      <a:cubicBezTo>
                        <a:pt x="16" y="36"/>
                        <a:pt x="19" y="36"/>
                        <a:pt x="22" y="34"/>
                      </a:cubicBezTo>
                      <a:cubicBezTo>
                        <a:pt x="24" y="33"/>
                        <a:pt x="25" y="31"/>
                        <a:pt x="27" y="29"/>
                      </a:cubicBezTo>
                      <a:cubicBezTo>
                        <a:pt x="28" y="27"/>
                        <a:pt x="29" y="24"/>
                        <a:pt x="30" y="20"/>
                      </a:cubicBezTo>
                      <a:cubicBezTo>
                        <a:pt x="34" y="0"/>
                        <a:pt x="34" y="0"/>
                        <a:pt x="34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lnTo>
                        <a:pt x="22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6" name="íšlídè"/>
                <p:cNvSpPr/>
                <p:nvPr/>
              </p:nvSpPr>
              <p:spPr bwMode="auto">
                <a:xfrm>
                  <a:off x="7766051" y="3521075"/>
                  <a:ext cx="115888" cy="119063"/>
                </a:xfrm>
                <a:custGeom>
                  <a:avLst/>
                  <a:gdLst>
                    <a:gd name="T0" fmla="*/ 58 w 73"/>
                    <a:gd name="T1" fmla="*/ 0 h 75"/>
                    <a:gd name="T2" fmla="*/ 50 w 73"/>
                    <a:gd name="T3" fmla="*/ 50 h 75"/>
                    <a:gd name="T4" fmla="*/ 29 w 73"/>
                    <a:gd name="T5" fmla="*/ 0 h 75"/>
                    <a:gd name="T6" fmla="*/ 15 w 73"/>
                    <a:gd name="T7" fmla="*/ 0 h 75"/>
                    <a:gd name="T8" fmla="*/ 0 w 73"/>
                    <a:gd name="T9" fmla="*/ 75 h 75"/>
                    <a:gd name="T10" fmla="*/ 13 w 73"/>
                    <a:gd name="T11" fmla="*/ 75 h 75"/>
                    <a:gd name="T12" fmla="*/ 23 w 73"/>
                    <a:gd name="T13" fmla="*/ 25 h 75"/>
                    <a:gd name="T14" fmla="*/ 44 w 73"/>
                    <a:gd name="T15" fmla="*/ 75 h 75"/>
                    <a:gd name="T16" fmla="*/ 58 w 73"/>
                    <a:gd name="T17" fmla="*/ 75 h 75"/>
                    <a:gd name="T18" fmla="*/ 73 w 73"/>
                    <a:gd name="T19" fmla="*/ 0 h 75"/>
                    <a:gd name="T20" fmla="*/ 58 w 73"/>
                    <a:gd name="T21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3" h="75">
                      <a:moveTo>
                        <a:pt x="58" y="0"/>
                      </a:moveTo>
                      <a:lnTo>
                        <a:pt x="50" y="50"/>
                      </a:lnTo>
                      <a:lnTo>
                        <a:pt x="29" y="0"/>
                      </a:lnTo>
                      <a:lnTo>
                        <a:pt x="15" y="0"/>
                      </a:lnTo>
                      <a:lnTo>
                        <a:pt x="0" y="75"/>
                      </a:lnTo>
                      <a:lnTo>
                        <a:pt x="13" y="75"/>
                      </a:lnTo>
                      <a:lnTo>
                        <a:pt x="23" y="25"/>
                      </a:lnTo>
                      <a:lnTo>
                        <a:pt x="44" y="75"/>
                      </a:lnTo>
                      <a:lnTo>
                        <a:pt x="58" y="75"/>
                      </a:lnTo>
                      <a:lnTo>
                        <a:pt x="73" y="0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7" name="îṣḻîďe"/>
                <p:cNvSpPr/>
                <p:nvPr/>
              </p:nvSpPr>
              <p:spPr bwMode="auto">
                <a:xfrm>
                  <a:off x="7881938" y="3521075"/>
                  <a:ext cx="49213" cy="119063"/>
                </a:xfrm>
                <a:custGeom>
                  <a:avLst/>
                  <a:gdLst>
                    <a:gd name="T0" fmla="*/ 0 w 31"/>
                    <a:gd name="T1" fmla="*/ 75 h 75"/>
                    <a:gd name="T2" fmla="*/ 14 w 31"/>
                    <a:gd name="T3" fmla="*/ 75 h 75"/>
                    <a:gd name="T4" fmla="*/ 31 w 31"/>
                    <a:gd name="T5" fmla="*/ 0 h 75"/>
                    <a:gd name="T6" fmla="*/ 14 w 31"/>
                    <a:gd name="T7" fmla="*/ 0 h 75"/>
                    <a:gd name="T8" fmla="*/ 0 w 31"/>
                    <a:gd name="T9" fmla="*/ 75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75">
                      <a:moveTo>
                        <a:pt x="0" y="75"/>
                      </a:moveTo>
                      <a:lnTo>
                        <a:pt x="14" y="75"/>
                      </a:lnTo>
                      <a:lnTo>
                        <a:pt x="31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8" name="íŝḻiḋè"/>
                <p:cNvSpPr/>
                <p:nvPr/>
              </p:nvSpPr>
              <p:spPr bwMode="auto">
                <a:xfrm>
                  <a:off x="7940676" y="3521075"/>
                  <a:ext cx="109538" cy="119063"/>
                </a:xfrm>
                <a:custGeom>
                  <a:avLst/>
                  <a:gdLst>
                    <a:gd name="T0" fmla="*/ 54 w 69"/>
                    <a:gd name="T1" fmla="*/ 0 h 75"/>
                    <a:gd name="T2" fmla="*/ 23 w 69"/>
                    <a:gd name="T3" fmla="*/ 57 h 75"/>
                    <a:gd name="T4" fmla="*/ 15 w 69"/>
                    <a:gd name="T5" fmla="*/ 0 h 75"/>
                    <a:gd name="T6" fmla="*/ 0 w 69"/>
                    <a:gd name="T7" fmla="*/ 0 h 75"/>
                    <a:gd name="T8" fmla="*/ 13 w 69"/>
                    <a:gd name="T9" fmla="*/ 75 h 75"/>
                    <a:gd name="T10" fmla="*/ 29 w 69"/>
                    <a:gd name="T11" fmla="*/ 75 h 75"/>
                    <a:gd name="T12" fmla="*/ 69 w 69"/>
                    <a:gd name="T13" fmla="*/ 0 h 75"/>
                    <a:gd name="T14" fmla="*/ 54 w 69"/>
                    <a:gd name="T15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69" h="75">
                      <a:moveTo>
                        <a:pt x="54" y="0"/>
                      </a:moveTo>
                      <a:lnTo>
                        <a:pt x="23" y="57"/>
                      </a:ln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13" y="75"/>
                      </a:lnTo>
                      <a:lnTo>
                        <a:pt x="29" y="75"/>
                      </a:lnTo>
                      <a:lnTo>
                        <a:pt x="69" y="0"/>
                      </a:lnTo>
                      <a:lnTo>
                        <a:pt x="5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9" name="î$ḷíďé"/>
                <p:cNvSpPr/>
                <p:nvPr/>
              </p:nvSpPr>
              <p:spPr bwMode="auto">
                <a:xfrm>
                  <a:off x="8037513" y="3521075"/>
                  <a:ext cx="111125" cy="119063"/>
                </a:xfrm>
                <a:custGeom>
                  <a:avLst/>
                  <a:gdLst>
                    <a:gd name="T0" fmla="*/ 68 w 70"/>
                    <a:gd name="T1" fmla="*/ 12 h 75"/>
                    <a:gd name="T2" fmla="*/ 70 w 70"/>
                    <a:gd name="T3" fmla="*/ 0 h 75"/>
                    <a:gd name="T4" fmla="*/ 16 w 70"/>
                    <a:gd name="T5" fmla="*/ 0 h 75"/>
                    <a:gd name="T6" fmla="*/ 0 w 70"/>
                    <a:gd name="T7" fmla="*/ 75 h 75"/>
                    <a:gd name="T8" fmla="*/ 58 w 70"/>
                    <a:gd name="T9" fmla="*/ 75 h 75"/>
                    <a:gd name="T10" fmla="*/ 60 w 70"/>
                    <a:gd name="T11" fmla="*/ 63 h 75"/>
                    <a:gd name="T12" fmla="*/ 16 w 70"/>
                    <a:gd name="T13" fmla="*/ 63 h 75"/>
                    <a:gd name="T14" fmla="*/ 22 w 70"/>
                    <a:gd name="T15" fmla="*/ 42 h 75"/>
                    <a:gd name="T16" fmla="*/ 60 w 70"/>
                    <a:gd name="T17" fmla="*/ 42 h 75"/>
                    <a:gd name="T18" fmla="*/ 62 w 70"/>
                    <a:gd name="T19" fmla="*/ 29 h 75"/>
                    <a:gd name="T20" fmla="*/ 24 w 70"/>
                    <a:gd name="T21" fmla="*/ 29 h 75"/>
                    <a:gd name="T22" fmla="*/ 29 w 70"/>
                    <a:gd name="T23" fmla="*/ 12 h 75"/>
                    <a:gd name="T24" fmla="*/ 68 w 70"/>
                    <a:gd name="T25" fmla="*/ 12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0" h="75">
                      <a:moveTo>
                        <a:pt x="68" y="12"/>
                      </a:moveTo>
                      <a:lnTo>
                        <a:pt x="70" y="0"/>
                      </a:lnTo>
                      <a:lnTo>
                        <a:pt x="16" y="0"/>
                      </a:lnTo>
                      <a:lnTo>
                        <a:pt x="0" y="75"/>
                      </a:lnTo>
                      <a:lnTo>
                        <a:pt x="58" y="75"/>
                      </a:lnTo>
                      <a:lnTo>
                        <a:pt x="60" y="63"/>
                      </a:lnTo>
                      <a:lnTo>
                        <a:pt x="16" y="63"/>
                      </a:lnTo>
                      <a:lnTo>
                        <a:pt x="22" y="42"/>
                      </a:lnTo>
                      <a:lnTo>
                        <a:pt x="60" y="42"/>
                      </a:lnTo>
                      <a:lnTo>
                        <a:pt x="62" y="29"/>
                      </a:lnTo>
                      <a:lnTo>
                        <a:pt x="24" y="29"/>
                      </a:lnTo>
                      <a:lnTo>
                        <a:pt x="29" y="12"/>
                      </a:lnTo>
                      <a:lnTo>
                        <a:pt x="68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0" name="îṡlîďe"/>
                <p:cNvSpPr/>
                <p:nvPr/>
              </p:nvSpPr>
              <p:spPr bwMode="auto">
                <a:xfrm>
                  <a:off x="8145463" y="3521075"/>
                  <a:ext cx="115888" cy="119063"/>
                </a:xfrm>
                <a:custGeom>
                  <a:avLst/>
                  <a:gdLst>
                    <a:gd name="T0" fmla="*/ 30 w 35"/>
                    <a:gd name="T1" fmla="*/ 1 h 36"/>
                    <a:gd name="T2" fmla="*/ 24 w 35"/>
                    <a:gd name="T3" fmla="*/ 0 h 36"/>
                    <a:gd name="T4" fmla="*/ 8 w 35"/>
                    <a:gd name="T5" fmla="*/ 0 h 36"/>
                    <a:gd name="T6" fmla="*/ 0 w 35"/>
                    <a:gd name="T7" fmla="*/ 36 h 36"/>
                    <a:gd name="T8" fmla="*/ 8 w 35"/>
                    <a:gd name="T9" fmla="*/ 36 h 36"/>
                    <a:gd name="T10" fmla="*/ 11 w 35"/>
                    <a:gd name="T11" fmla="*/ 21 h 36"/>
                    <a:gd name="T12" fmla="*/ 14 w 35"/>
                    <a:gd name="T13" fmla="*/ 21 h 36"/>
                    <a:gd name="T14" fmla="*/ 17 w 35"/>
                    <a:gd name="T15" fmla="*/ 22 h 36"/>
                    <a:gd name="T16" fmla="*/ 21 w 35"/>
                    <a:gd name="T17" fmla="*/ 26 h 36"/>
                    <a:gd name="T18" fmla="*/ 24 w 35"/>
                    <a:gd name="T19" fmla="*/ 36 h 36"/>
                    <a:gd name="T20" fmla="*/ 32 w 35"/>
                    <a:gd name="T21" fmla="*/ 36 h 36"/>
                    <a:gd name="T22" fmla="*/ 27 w 35"/>
                    <a:gd name="T23" fmla="*/ 24 h 36"/>
                    <a:gd name="T24" fmla="*/ 24 w 35"/>
                    <a:gd name="T25" fmla="*/ 21 h 36"/>
                    <a:gd name="T26" fmla="*/ 32 w 35"/>
                    <a:gd name="T27" fmla="*/ 17 h 36"/>
                    <a:gd name="T28" fmla="*/ 35 w 35"/>
                    <a:gd name="T29" fmla="*/ 9 h 36"/>
                    <a:gd name="T30" fmla="*/ 34 w 35"/>
                    <a:gd name="T31" fmla="*/ 4 h 36"/>
                    <a:gd name="T32" fmla="*/ 30 w 35"/>
                    <a:gd name="T33" fmla="*/ 1 h 36"/>
                    <a:gd name="T34" fmla="*/ 27 w 35"/>
                    <a:gd name="T35" fmla="*/ 13 h 36"/>
                    <a:gd name="T36" fmla="*/ 24 w 35"/>
                    <a:gd name="T37" fmla="*/ 15 h 36"/>
                    <a:gd name="T38" fmla="*/ 16 w 35"/>
                    <a:gd name="T39" fmla="*/ 16 h 36"/>
                    <a:gd name="T40" fmla="*/ 12 w 35"/>
                    <a:gd name="T41" fmla="*/ 16 h 36"/>
                    <a:gd name="T42" fmla="*/ 14 w 35"/>
                    <a:gd name="T43" fmla="*/ 6 h 36"/>
                    <a:gd name="T44" fmla="*/ 22 w 35"/>
                    <a:gd name="T45" fmla="*/ 6 h 36"/>
                    <a:gd name="T46" fmla="*/ 26 w 35"/>
                    <a:gd name="T47" fmla="*/ 7 h 36"/>
                    <a:gd name="T48" fmla="*/ 28 w 35"/>
                    <a:gd name="T49" fmla="*/ 10 h 36"/>
                    <a:gd name="T50" fmla="*/ 27 w 35"/>
                    <a:gd name="T51" fmla="*/ 13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5" h="36">
                      <a:moveTo>
                        <a:pt x="30" y="1"/>
                      </a:moveTo>
                      <a:cubicBezTo>
                        <a:pt x="28" y="0"/>
                        <a:pt x="26" y="0"/>
                        <a:pt x="24" y="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8" y="36"/>
                        <a:pt x="8" y="36"/>
                        <a:pt x="8" y="36"/>
                      </a:cubicBezTo>
                      <a:cubicBezTo>
                        <a:pt x="11" y="21"/>
                        <a:pt x="11" y="21"/>
                        <a:pt x="11" y="21"/>
                      </a:cubicBezTo>
                      <a:cubicBezTo>
                        <a:pt x="14" y="21"/>
                        <a:pt x="14" y="21"/>
                        <a:pt x="14" y="21"/>
                      </a:cubicBezTo>
                      <a:cubicBezTo>
                        <a:pt x="15" y="21"/>
                        <a:pt x="17" y="21"/>
                        <a:pt x="17" y="22"/>
                      </a:cubicBezTo>
                      <a:cubicBezTo>
                        <a:pt x="18" y="22"/>
                        <a:pt x="20" y="24"/>
                        <a:pt x="21" y="26"/>
                      </a:cubicBezTo>
                      <a:cubicBezTo>
                        <a:pt x="22" y="31"/>
                        <a:pt x="24" y="34"/>
                        <a:pt x="24" y="36"/>
                      </a:cubicBezTo>
                      <a:cubicBezTo>
                        <a:pt x="32" y="36"/>
                        <a:pt x="32" y="36"/>
                        <a:pt x="32" y="36"/>
                      </a:cubicBezTo>
                      <a:cubicBezTo>
                        <a:pt x="30" y="31"/>
                        <a:pt x="28" y="27"/>
                        <a:pt x="27" y="24"/>
                      </a:cubicBezTo>
                      <a:cubicBezTo>
                        <a:pt x="26" y="23"/>
                        <a:pt x="25" y="21"/>
                        <a:pt x="24" y="21"/>
                      </a:cubicBezTo>
                      <a:cubicBezTo>
                        <a:pt x="28" y="20"/>
                        <a:pt x="30" y="19"/>
                        <a:pt x="32" y="17"/>
                      </a:cubicBezTo>
                      <a:cubicBezTo>
                        <a:pt x="34" y="15"/>
                        <a:pt x="35" y="13"/>
                        <a:pt x="35" y="9"/>
                      </a:cubicBezTo>
                      <a:cubicBezTo>
                        <a:pt x="35" y="7"/>
                        <a:pt x="34" y="6"/>
                        <a:pt x="34" y="4"/>
                      </a:cubicBezTo>
                      <a:cubicBezTo>
                        <a:pt x="33" y="3"/>
                        <a:pt x="31" y="2"/>
                        <a:pt x="30" y="1"/>
                      </a:cubicBezTo>
                      <a:close/>
                      <a:moveTo>
                        <a:pt x="27" y="13"/>
                      </a:moveTo>
                      <a:cubicBezTo>
                        <a:pt x="26" y="14"/>
                        <a:pt x="25" y="14"/>
                        <a:pt x="24" y="15"/>
                      </a:cubicBezTo>
                      <a:cubicBezTo>
                        <a:pt x="22" y="15"/>
                        <a:pt x="20" y="16"/>
                        <a:pt x="16" y="16"/>
                      </a:cubicBezTo>
                      <a:cubicBezTo>
                        <a:pt x="12" y="16"/>
                        <a:pt x="12" y="16"/>
                        <a:pt x="12" y="16"/>
                      </a:cubicBezTo>
                      <a:cubicBezTo>
                        <a:pt x="14" y="6"/>
                        <a:pt x="14" y="6"/>
                        <a:pt x="14" y="6"/>
                      </a:cubicBezTo>
                      <a:cubicBezTo>
                        <a:pt x="22" y="6"/>
                        <a:pt x="22" y="6"/>
                        <a:pt x="22" y="6"/>
                      </a:cubicBezTo>
                      <a:cubicBezTo>
                        <a:pt x="24" y="6"/>
                        <a:pt x="25" y="6"/>
                        <a:pt x="26" y="7"/>
                      </a:cubicBezTo>
                      <a:cubicBezTo>
                        <a:pt x="27" y="7"/>
                        <a:pt x="28" y="8"/>
                        <a:pt x="28" y="10"/>
                      </a:cubicBezTo>
                      <a:cubicBezTo>
                        <a:pt x="28" y="11"/>
                        <a:pt x="27" y="12"/>
                        <a:pt x="27" y="1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1" name="ïşľîḍé"/>
                <p:cNvSpPr/>
                <p:nvPr/>
              </p:nvSpPr>
              <p:spPr bwMode="auto">
                <a:xfrm>
                  <a:off x="8267701" y="3521075"/>
                  <a:ext cx="98425" cy="119063"/>
                </a:xfrm>
                <a:custGeom>
                  <a:avLst/>
                  <a:gdLst>
                    <a:gd name="T0" fmla="*/ 17 w 30"/>
                    <a:gd name="T1" fmla="*/ 5 h 36"/>
                    <a:gd name="T2" fmla="*/ 22 w 30"/>
                    <a:gd name="T3" fmla="*/ 7 h 36"/>
                    <a:gd name="T4" fmla="*/ 23 w 30"/>
                    <a:gd name="T5" fmla="*/ 11 h 36"/>
                    <a:gd name="T6" fmla="*/ 30 w 30"/>
                    <a:gd name="T7" fmla="*/ 10 h 36"/>
                    <a:gd name="T8" fmla="*/ 27 w 30"/>
                    <a:gd name="T9" fmla="*/ 3 h 36"/>
                    <a:gd name="T10" fmla="*/ 17 w 30"/>
                    <a:gd name="T11" fmla="*/ 0 h 36"/>
                    <a:gd name="T12" fmla="*/ 8 w 30"/>
                    <a:gd name="T13" fmla="*/ 3 h 36"/>
                    <a:gd name="T14" fmla="*/ 4 w 30"/>
                    <a:gd name="T15" fmla="*/ 10 h 36"/>
                    <a:gd name="T16" fmla="*/ 6 w 30"/>
                    <a:gd name="T17" fmla="*/ 14 h 36"/>
                    <a:gd name="T18" fmla="*/ 8 w 30"/>
                    <a:gd name="T19" fmla="*/ 18 h 36"/>
                    <a:gd name="T20" fmla="*/ 15 w 30"/>
                    <a:gd name="T21" fmla="*/ 21 h 36"/>
                    <a:gd name="T22" fmla="*/ 20 w 30"/>
                    <a:gd name="T23" fmla="*/ 23 h 36"/>
                    <a:gd name="T24" fmla="*/ 21 w 30"/>
                    <a:gd name="T25" fmla="*/ 26 h 36"/>
                    <a:gd name="T26" fmla="*/ 19 w 30"/>
                    <a:gd name="T27" fmla="*/ 29 h 36"/>
                    <a:gd name="T28" fmla="*/ 14 w 30"/>
                    <a:gd name="T29" fmla="*/ 30 h 36"/>
                    <a:gd name="T30" fmla="*/ 8 w 30"/>
                    <a:gd name="T31" fmla="*/ 28 h 36"/>
                    <a:gd name="T32" fmla="*/ 7 w 30"/>
                    <a:gd name="T33" fmla="*/ 24 h 36"/>
                    <a:gd name="T34" fmla="*/ 0 w 30"/>
                    <a:gd name="T35" fmla="*/ 24 h 36"/>
                    <a:gd name="T36" fmla="*/ 1 w 30"/>
                    <a:gd name="T37" fmla="*/ 30 h 36"/>
                    <a:gd name="T38" fmla="*/ 6 w 30"/>
                    <a:gd name="T39" fmla="*/ 35 h 36"/>
                    <a:gd name="T40" fmla="*/ 14 w 30"/>
                    <a:gd name="T41" fmla="*/ 36 h 36"/>
                    <a:gd name="T42" fmla="*/ 24 w 30"/>
                    <a:gd name="T43" fmla="*/ 33 h 36"/>
                    <a:gd name="T44" fmla="*/ 28 w 30"/>
                    <a:gd name="T45" fmla="*/ 25 h 36"/>
                    <a:gd name="T46" fmla="*/ 26 w 30"/>
                    <a:gd name="T47" fmla="*/ 19 h 36"/>
                    <a:gd name="T48" fmla="*/ 18 w 30"/>
                    <a:gd name="T49" fmla="*/ 14 h 36"/>
                    <a:gd name="T50" fmla="*/ 13 w 30"/>
                    <a:gd name="T51" fmla="*/ 12 h 36"/>
                    <a:gd name="T52" fmla="*/ 11 w 30"/>
                    <a:gd name="T53" fmla="*/ 9 h 36"/>
                    <a:gd name="T54" fmla="*/ 13 w 30"/>
                    <a:gd name="T55" fmla="*/ 6 h 36"/>
                    <a:gd name="T56" fmla="*/ 17 w 30"/>
                    <a:gd name="T57" fmla="*/ 5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30" h="36">
                      <a:moveTo>
                        <a:pt x="17" y="5"/>
                      </a:moveTo>
                      <a:cubicBezTo>
                        <a:pt x="19" y="5"/>
                        <a:pt x="21" y="6"/>
                        <a:pt x="22" y="7"/>
                      </a:cubicBezTo>
                      <a:cubicBezTo>
                        <a:pt x="23" y="8"/>
                        <a:pt x="23" y="9"/>
                        <a:pt x="23" y="11"/>
                      </a:cubicBezTo>
                      <a:cubicBezTo>
                        <a:pt x="30" y="10"/>
                        <a:pt x="30" y="10"/>
                        <a:pt x="30" y="10"/>
                      </a:cubicBezTo>
                      <a:cubicBezTo>
                        <a:pt x="30" y="7"/>
                        <a:pt x="29" y="4"/>
                        <a:pt x="27" y="3"/>
                      </a:cubicBezTo>
                      <a:cubicBezTo>
                        <a:pt x="24" y="1"/>
                        <a:pt x="21" y="0"/>
                        <a:pt x="17" y="0"/>
                      </a:cubicBezTo>
                      <a:cubicBezTo>
                        <a:pt x="13" y="0"/>
                        <a:pt x="10" y="1"/>
                        <a:pt x="8" y="3"/>
                      </a:cubicBezTo>
                      <a:cubicBezTo>
                        <a:pt x="5" y="5"/>
                        <a:pt x="4" y="7"/>
                        <a:pt x="4" y="10"/>
                      </a:cubicBezTo>
                      <a:cubicBezTo>
                        <a:pt x="4" y="12"/>
                        <a:pt x="5" y="13"/>
                        <a:pt x="6" y="14"/>
                      </a:cubicBezTo>
                      <a:cubicBezTo>
                        <a:pt x="6" y="16"/>
                        <a:pt x="7" y="17"/>
                        <a:pt x="8" y="18"/>
                      </a:cubicBezTo>
                      <a:cubicBezTo>
                        <a:pt x="10" y="18"/>
                        <a:pt x="12" y="19"/>
                        <a:pt x="15" y="21"/>
                      </a:cubicBezTo>
                      <a:cubicBezTo>
                        <a:pt x="17" y="22"/>
                        <a:pt x="19" y="23"/>
                        <a:pt x="20" y="23"/>
                      </a:cubicBezTo>
                      <a:cubicBezTo>
                        <a:pt x="20" y="24"/>
                        <a:pt x="21" y="25"/>
                        <a:pt x="21" y="26"/>
                      </a:cubicBezTo>
                      <a:cubicBezTo>
                        <a:pt x="21" y="27"/>
                        <a:pt x="20" y="28"/>
                        <a:pt x="19" y="29"/>
                      </a:cubicBezTo>
                      <a:cubicBezTo>
                        <a:pt x="18" y="30"/>
                        <a:pt x="16" y="30"/>
                        <a:pt x="14" y="30"/>
                      </a:cubicBezTo>
                      <a:cubicBezTo>
                        <a:pt x="11" y="30"/>
                        <a:pt x="9" y="30"/>
                        <a:pt x="8" y="28"/>
                      </a:cubicBezTo>
                      <a:cubicBezTo>
                        <a:pt x="8" y="28"/>
                        <a:pt x="7" y="26"/>
                        <a:pt x="7" y="24"/>
                      </a:cubicBezTo>
                      <a:cubicBezTo>
                        <a:pt x="0" y="24"/>
                        <a:pt x="0" y="24"/>
                        <a:pt x="0" y="24"/>
                      </a:cubicBezTo>
                      <a:cubicBezTo>
                        <a:pt x="0" y="27"/>
                        <a:pt x="0" y="29"/>
                        <a:pt x="1" y="30"/>
                      </a:cubicBezTo>
                      <a:cubicBezTo>
                        <a:pt x="2" y="32"/>
                        <a:pt x="4" y="34"/>
                        <a:pt x="6" y="35"/>
                      </a:cubicBezTo>
                      <a:cubicBezTo>
                        <a:pt x="8" y="36"/>
                        <a:pt x="11" y="36"/>
                        <a:pt x="14" y="36"/>
                      </a:cubicBezTo>
                      <a:cubicBezTo>
                        <a:pt x="18" y="36"/>
                        <a:pt x="22" y="35"/>
                        <a:pt x="24" y="33"/>
                      </a:cubicBezTo>
                      <a:cubicBezTo>
                        <a:pt x="27" y="31"/>
                        <a:pt x="28" y="28"/>
                        <a:pt x="28" y="25"/>
                      </a:cubicBezTo>
                      <a:cubicBezTo>
                        <a:pt x="28" y="22"/>
                        <a:pt x="27" y="20"/>
                        <a:pt x="26" y="19"/>
                      </a:cubicBezTo>
                      <a:cubicBezTo>
                        <a:pt x="25" y="18"/>
                        <a:pt x="22" y="16"/>
                        <a:pt x="18" y="14"/>
                      </a:cubicBezTo>
                      <a:cubicBezTo>
                        <a:pt x="15" y="13"/>
                        <a:pt x="13" y="12"/>
                        <a:pt x="13" y="12"/>
                      </a:cubicBezTo>
                      <a:cubicBezTo>
                        <a:pt x="12" y="11"/>
                        <a:pt x="11" y="10"/>
                        <a:pt x="11" y="9"/>
                      </a:cubicBezTo>
                      <a:cubicBezTo>
                        <a:pt x="11" y="8"/>
                        <a:pt x="12" y="7"/>
                        <a:pt x="13" y="6"/>
                      </a:cubicBezTo>
                      <a:cubicBezTo>
                        <a:pt x="14" y="6"/>
                        <a:pt x="15" y="5"/>
                        <a:pt x="17" y="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2" name="îṩľîďe"/>
                <p:cNvSpPr/>
                <p:nvPr/>
              </p:nvSpPr>
              <p:spPr bwMode="auto">
                <a:xfrm>
                  <a:off x="8374063" y="3521075"/>
                  <a:ext cx="46038" cy="119063"/>
                </a:xfrm>
                <a:custGeom>
                  <a:avLst/>
                  <a:gdLst>
                    <a:gd name="T0" fmla="*/ 0 w 29"/>
                    <a:gd name="T1" fmla="*/ 75 h 75"/>
                    <a:gd name="T2" fmla="*/ 14 w 29"/>
                    <a:gd name="T3" fmla="*/ 75 h 75"/>
                    <a:gd name="T4" fmla="*/ 29 w 29"/>
                    <a:gd name="T5" fmla="*/ 0 h 75"/>
                    <a:gd name="T6" fmla="*/ 14 w 29"/>
                    <a:gd name="T7" fmla="*/ 0 h 75"/>
                    <a:gd name="T8" fmla="*/ 0 w 29"/>
                    <a:gd name="T9" fmla="*/ 75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75">
                      <a:moveTo>
                        <a:pt x="0" y="75"/>
                      </a:moveTo>
                      <a:lnTo>
                        <a:pt x="14" y="75"/>
                      </a:lnTo>
                      <a:lnTo>
                        <a:pt x="29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3" name="iS1idè"/>
                <p:cNvSpPr/>
                <p:nvPr/>
              </p:nvSpPr>
              <p:spPr bwMode="auto">
                <a:xfrm>
                  <a:off x="8432801" y="3521075"/>
                  <a:ext cx="95250" cy="119063"/>
                </a:xfrm>
                <a:custGeom>
                  <a:avLst/>
                  <a:gdLst>
                    <a:gd name="T0" fmla="*/ 0 w 60"/>
                    <a:gd name="T1" fmla="*/ 12 h 75"/>
                    <a:gd name="T2" fmla="*/ 21 w 60"/>
                    <a:gd name="T3" fmla="*/ 12 h 75"/>
                    <a:gd name="T4" fmla="*/ 8 w 60"/>
                    <a:gd name="T5" fmla="*/ 75 h 75"/>
                    <a:gd name="T6" fmla="*/ 23 w 60"/>
                    <a:gd name="T7" fmla="*/ 75 h 75"/>
                    <a:gd name="T8" fmla="*/ 35 w 60"/>
                    <a:gd name="T9" fmla="*/ 12 h 75"/>
                    <a:gd name="T10" fmla="*/ 58 w 60"/>
                    <a:gd name="T11" fmla="*/ 12 h 75"/>
                    <a:gd name="T12" fmla="*/ 60 w 60"/>
                    <a:gd name="T13" fmla="*/ 0 h 75"/>
                    <a:gd name="T14" fmla="*/ 2 w 60"/>
                    <a:gd name="T15" fmla="*/ 0 h 75"/>
                    <a:gd name="T16" fmla="*/ 0 w 60"/>
                    <a:gd name="T17" fmla="*/ 12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0" h="75">
                      <a:moveTo>
                        <a:pt x="0" y="12"/>
                      </a:moveTo>
                      <a:lnTo>
                        <a:pt x="21" y="12"/>
                      </a:lnTo>
                      <a:lnTo>
                        <a:pt x="8" y="75"/>
                      </a:lnTo>
                      <a:lnTo>
                        <a:pt x="23" y="75"/>
                      </a:lnTo>
                      <a:lnTo>
                        <a:pt x="35" y="12"/>
                      </a:lnTo>
                      <a:lnTo>
                        <a:pt x="58" y="12"/>
                      </a:lnTo>
                      <a:lnTo>
                        <a:pt x="60" y="0"/>
                      </a:lnTo>
                      <a:lnTo>
                        <a:pt x="2" y="0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4" name="iṣḷîḋe"/>
                <p:cNvSpPr/>
                <p:nvPr/>
              </p:nvSpPr>
              <p:spPr bwMode="auto">
                <a:xfrm>
                  <a:off x="8531226" y="3521075"/>
                  <a:ext cx="109538" cy="119063"/>
                </a:xfrm>
                <a:custGeom>
                  <a:avLst/>
                  <a:gdLst>
                    <a:gd name="T0" fmla="*/ 25 w 33"/>
                    <a:gd name="T1" fmla="*/ 0 h 36"/>
                    <a:gd name="T2" fmla="*/ 19 w 33"/>
                    <a:gd name="T3" fmla="*/ 7 h 36"/>
                    <a:gd name="T4" fmla="*/ 16 w 33"/>
                    <a:gd name="T5" fmla="*/ 12 h 36"/>
                    <a:gd name="T6" fmla="*/ 14 w 33"/>
                    <a:gd name="T7" fmla="*/ 15 h 36"/>
                    <a:gd name="T8" fmla="*/ 12 w 33"/>
                    <a:gd name="T9" fmla="*/ 10 h 36"/>
                    <a:gd name="T10" fmla="*/ 8 w 33"/>
                    <a:gd name="T11" fmla="*/ 0 h 36"/>
                    <a:gd name="T12" fmla="*/ 0 w 33"/>
                    <a:gd name="T13" fmla="*/ 0 h 36"/>
                    <a:gd name="T14" fmla="*/ 10 w 33"/>
                    <a:gd name="T15" fmla="*/ 22 h 36"/>
                    <a:gd name="T16" fmla="*/ 7 w 33"/>
                    <a:gd name="T17" fmla="*/ 36 h 36"/>
                    <a:gd name="T18" fmla="*/ 14 w 33"/>
                    <a:gd name="T19" fmla="*/ 36 h 36"/>
                    <a:gd name="T20" fmla="*/ 17 w 33"/>
                    <a:gd name="T21" fmla="*/ 23 h 36"/>
                    <a:gd name="T22" fmla="*/ 33 w 33"/>
                    <a:gd name="T23" fmla="*/ 0 h 36"/>
                    <a:gd name="T24" fmla="*/ 25 w 33"/>
                    <a:gd name="T25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33" h="36">
                      <a:moveTo>
                        <a:pt x="25" y="0"/>
                      </a:moveTo>
                      <a:cubicBezTo>
                        <a:pt x="19" y="7"/>
                        <a:pt x="19" y="7"/>
                        <a:pt x="19" y="7"/>
                      </a:cubicBezTo>
                      <a:cubicBezTo>
                        <a:pt x="16" y="12"/>
                        <a:pt x="16" y="12"/>
                        <a:pt x="16" y="12"/>
                      </a:cubicBezTo>
                      <a:cubicBezTo>
                        <a:pt x="15" y="13"/>
                        <a:pt x="15" y="14"/>
                        <a:pt x="14" y="15"/>
                      </a:cubicBezTo>
                      <a:cubicBezTo>
                        <a:pt x="14" y="14"/>
                        <a:pt x="13" y="13"/>
                        <a:pt x="12" y="1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0" y="22"/>
                        <a:pt x="10" y="22"/>
                        <a:pt x="10" y="22"/>
                      </a:cubicBezTo>
                      <a:cubicBezTo>
                        <a:pt x="7" y="36"/>
                        <a:pt x="7" y="36"/>
                        <a:pt x="7" y="36"/>
                      </a:cubicBezTo>
                      <a:cubicBezTo>
                        <a:pt x="14" y="36"/>
                        <a:pt x="14" y="36"/>
                        <a:pt x="14" y="36"/>
                      </a:cubicBezTo>
                      <a:cubicBezTo>
                        <a:pt x="17" y="23"/>
                        <a:pt x="17" y="23"/>
                        <a:pt x="17" y="23"/>
                      </a:cubicBezTo>
                      <a:cubicBezTo>
                        <a:pt x="33" y="0"/>
                        <a:pt x="33" y="0"/>
                        <a:pt x="33" y="0"/>
                      </a:cubicBezTo>
                      <a:lnTo>
                        <a:pt x="2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</p:grpSp>
      </p:grpSp>
      <p:cxnSp>
        <p:nvCxnSpPr>
          <p:cNvPr id="4" name="直线连接符 3"/>
          <p:cNvCxnSpPr/>
          <p:nvPr userDrawn="1"/>
        </p:nvCxnSpPr>
        <p:spPr>
          <a:xfrm>
            <a:off x="0" y="1016000"/>
            <a:ext cx="12192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0" name="图片 109" descr="图片包含 天空, 户外, 建筑物, 日落&#10;&#10;描述已自动生成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9500" l="10000" r="98000">
                        <a14:foregroundMark x1="45583" y1="28625" x2="72750" y2="47875"/>
                        <a14:foregroundMark x1="72750" y1="47875" x2="79000" y2="48875"/>
                        <a14:foregroundMark x1="79000" y1="48875" x2="87083" y2="44750"/>
                        <a14:foregroundMark x1="87083" y1="44750" x2="89333" y2="42875"/>
                        <a14:foregroundMark x1="49697" y1="28104" x2="51500" y2="30625"/>
                        <a14:foregroundMark x1="46583" y1="23750" x2="49595" y2="27961"/>
                        <a14:foregroundMark x1="46917" y1="21000" x2="48333" y2="17125"/>
                        <a14:foregroundMark x1="62917" y1="48125" x2="65250" y2="51750"/>
                        <a14:foregroundMark x1="65250" y1="51750" x2="86750" y2="67750"/>
                        <a14:foregroundMark x1="94417" y1="36500" x2="92917" y2="90875"/>
                        <a14:foregroundMark x1="98000" y1="30875" x2="91667" y2="84250"/>
                        <a14:foregroundMark x1="91667" y1="84250" x2="91333" y2="85500"/>
                        <a14:foregroundMark x1="70000" y1="67000" x2="89333" y2="84250"/>
                        <a14:foregroundMark x1="89333" y1="84250" x2="89333" y2="84250"/>
                        <a14:foregroundMark x1="70500" y1="67000" x2="66333" y2="64125"/>
                        <a14:foregroundMark x1="66333" y1="64125" x2="59333" y2="53500"/>
                        <a14:foregroundMark x1="79333" y1="90625" x2="80167" y2="96250"/>
                        <a14:foregroundMark x1="80167" y1="96250" x2="85167" y2="96625"/>
                        <a14:foregroundMark x1="85167" y1="96625" x2="88083" y2="94625"/>
                        <a14:foregroundMark x1="88083" y1="94625" x2="88167" y2="94625"/>
                        <a14:foregroundMark x1="96750" y1="97500" x2="76750" y2="99500"/>
                        <a14:foregroundMark x1="77799" y1="89875" x2="77667" y2="86250"/>
                        <a14:foregroundMark x1="77984" y1="94938" x2="77927" y2="93375"/>
                        <a14:foregroundMark x1="78000" y1="95375" x2="78056" y2="96909"/>
                        <a14:foregroundMark x1="68667" y1="40875" x2="68417" y2="41125"/>
                        <a14:backgroundMark x1="77667" y1="89875" x2="77667" y2="93375"/>
                        <a14:backgroundMark x1="77833" y1="95625" x2="78167" y2="90625"/>
                        <a14:backgroundMark x1="78500" y1="96125" x2="79000" y2="90375"/>
                        <a14:backgroundMark x1="19833" y1="30625" x2="46417" y2="71000"/>
                        <a14:backgroundMark x1="46417" y1="71000" x2="46417" y2="71000"/>
                        <a14:backgroundMark x1="17000" y1="72500" x2="23583" y2="72625"/>
                        <a14:backgroundMark x1="23583" y1="72625" x2="37833" y2="71875"/>
                        <a14:backgroundMark x1="37833" y1="71875" x2="57167" y2="75375"/>
                        <a14:backgroundMark x1="61667" y1="37000" x2="62000" y2="37375"/>
                        <a14:backgroundMark x1="66667" y1="39375" x2="66917" y2="39750"/>
                        <a14:backgroundMark x1="50917" y1="27125" x2="51000" y2="27625"/>
                      </a14:backgroundRemoval>
                    </a14:imgEffect>
                    <a14:imgEffect>
                      <a14:brightnessContrast bright="72000"/>
                    </a14:imgEffect>
                    <a14:imgEffect>
                      <a14:colorTemperature colorTemp="9660"/>
                    </a14:imgEffect>
                    <a14:imgEffect>
                      <a14:saturation sat="11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8743" t="8413"/>
          <a:stretch>
            <a:fillRect/>
          </a:stretch>
        </p:blipFill>
        <p:spPr>
          <a:xfrm flipH="1">
            <a:off x="-1" y="60500"/>
            <a:ext cx="958611" cy="955500"/>
          </a:xfrm>
          <a:prstGeom prst="rect">
            <a:avLst/>
          </a:prstGeom>
        </p:spPr>
      </p:pic>
      <p:sp>
        <p:nvSpPr>
          <p:cNvPr id="5" name="图片占位符 4"/>
          <p:cNvSpPr>
            <a:spLocks noGrp="1"/>
          </p:cNvSpPr>
          <p:nvPr>
            <p:ph type="pic" sz="quarter" idx="11"/>
          </p:nvPr>
        </p:nvSpPr>
        <p:spPr>
          <a:xfrm>
            <a:off x="803275" y="1160464"/>
            <a:ext cx="10585450" cy="2344526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张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组合 117"/>
          <p:cNvGrpSpPr/>
          <p:nvPr userDrawn="1"/>
        </p:nvGrpSpPr>
        <p:grpSpPr>
          <a:xfrm>
            <a:off x="6095853" y="1316255"/>
            <a:ext cx="5292872" cy="2471738"/>
            <a:chOff x="6095853" y="1170205"/>
            <a:chExt cx="5292872" cy="2471738"/>
          </a:xfrm>
        </p:grpSpPr>
        <p:sp>
          <p:nvSpPr>
            <p:cNvPr id="119" name="矩形 118"/>
            <p:cNvSpPr/>
            <p:nvPr/>
          </p:nvSpPr>
          <p:spPr>
            <a:xfrm>
              <a:off x="6096000" y="1170205"/>
              <a:ext cx="5292725" cy="2471737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/>
            </a:bodyPr>
            <a:lstStyle/>
            <a:p>
              <a:pPr algn="l">
                <a:lnSpc>
                  <a:spcPct val="130000"/>
                </a:lnSpc>
              </a:pPr>
              <a:endPara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20" name="矩形 119"/>
            <p:cNvSpPr/>
            <p:nvPr/>
          </p:nvSpPr>
          <p:spPr>
            <a:xfrm>
              <a:off x="11273206" y="1170205"/>
              <a:ext cx="115519" cy="110049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 fontScale="25000" lnSpcReduction="20000"/>
            </a:bodyPr>
            <a:lstStyle/>
            <a:p>
              <a:pPr algn="l">
                <a:lnSpc>
                  <a:spcPct val="130000"/>
                </a:lnSpc>
              </a:pPr>
              <a:endPara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21" name="矩形 120"/>
            <p:cNvSpPr/>
            <p:nvPr/>
          </p:nvSpPr>
          <p:spPr>
            <a:xfrm>
              <a:off x="11273206" y="3531894"/>
              <a:ext cx="115519" cy="110049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 fontScale="25000" lnSpcReduction="20000"/>
            </a:bodyPr>
            <a:lstStyle/>
            <a:p>
              <a:pPr algn="l">
                <a:lnSpc>
                  <a:spcPct val="130000"/>
                </a:lnSpc>
              </a:pPr>
              <a:endPara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22" name="矩形 121"/>
            <p:cNvSpPr/>
            <p:nvPr/>
          </p:nvSpPr>
          <p:spPr>
            <a:xfrm>
              <a:off x="6095853" y="1170205"/>
              <a:ext cx="127147" cy="110049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 fontScale="25000" lnSpcReduction="20000"/>
            </a:bodyPr>
            <a:lstStyle/>
            <a:p>
              <a:pPr algn="l">
                <a:lnSpc>
                  <a:spcPct val="130000"/>
                </a:lnSpc>
              </a:pPr>
              <a:endPara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23" name="矩形 122"/>
            <p:cNvSpPr/>
            <p:nvPr/>
          </p:nvSpPr>
          <p:spPr>
            <a:xfrm>
              <a:off x="6095853" y="3531894"/>
              <a:ext cx="130321" cy="110049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 fontScale="25000" lnSpcReduction="20000"/>
            </a:bodyPr>
            <a:lstStyle/>
            <a:p>
              <a:pPr algn="l">
                <a:lnSpc>
                  <a:spcPct val="130000"/>
                </a:lnSpc>
              </a:pPr>
              <a:endPara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24" name="组合 123"/>
          <p:cNvGrpSpPr/>
          <p:nvPr userDrawn="1"/>
        </p:nvGrpSpPr>
        <p:grpSpPr>
          <a:xfrm>
            <a:off x="803128" y="3786298"/>
            <a:ext cx="5292872" cy="2473432"/>
            <a:chOff x="803128" y="3640248"/>
            <a:chExt cx="5292872" cy="2473432"/>
          </a:xfrm>
        </p:grpSpPr>
        <p:sp>
          <p:nvSpPr>
            <p:cNvPr id="125" name="矩形 124"/>
            <p:cNvSpPr/>
            <p:nvPr/>
          </p:nvSpPr>
          <p:spPr>
            <a:xfrm>
              <a:off x="803275" y="3640248"/>
              <a:ext cx="5292725" cy="2471737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/>
            </a:bodyPr>
            <a:lstStyle/>
            <a:p>
              <a:pPr algn="l">
                <a:lnSpc>
                  <a:spcPct val="130000"/>
                </a:lnSpc>
              </a:pPr>
              <a:endPara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26" name="矩形 125"/>
            <p:cNvSpPr/>
            <p:nvPr/>
          </p:nvSpPr>
          <p:spPr>
            <a:xfrm>
              <a:off x="5980481" y="3641942"/>
              <a:ext cx="115519" cy="110049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 fontScale="25000" lnSpcReduction="20000"/>
            </a:bodyPr>
            <a:lstStyle/>
            <a:p>
              <a:pPr algn="l">
                <a:lnSpc>
                  <a:spcPct val="130000"/>
                </a:lnSpc>
              </a:pPr>
              <a:endPara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27" name="矩形 126"/>
            <p:cNvSpPr/>
            <p:nvPr/>
          </p:nvSpPr>
          <p:spPr>
            <a:xfrm>
              <a:off x="5980481" y="6003631"/>
              <a:ext cx="115519" cy="110049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 fontScale="25000" lnSpcReduction="20000"/>
            </a:bodyPr>
            <a:lstStyle/>
            <a:p>
              <a:pPr algn="l">
                <a:lnSpc>
                  <a:spcPct val="130000"/>
                </a:lnSpc>
              </a:pPr>
              <a:endPara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28" name="矩形 127"/>
            <p:cNvSpPr/>
            <p:nvPr/>
          </p:nvSpPr>
          <p:spPr>
            <a:xfrm>
              <a:off x="803128" y="3641942"/>
              <a:ext cx="127147" cy="110049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 fontScale="25000" lnSpcReduction="20000"/>
            </a:bodyPr>
            <a:lstStyle/>
            <a:p>
              <a:pPr algn="l">
                <a:lnSpc>
                  <a:spcPct val="130000"/>
                </a:lnSpc>
              </a:pPr>
              <a:endPara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29" name="矩形 128"/>
            <p:cNvSpPr/>
            <p:nvPr/>
          </p:nvSpPr>
          <p:spPr>
            <a:xfrm>
              <a:off x="803128" y="6003631"/>
              <a:ext cx="130321" cy="110049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 fontScale="25000" lnSpcReduction="20000"/>
            </a:bodyPr>
            <a:lstStyle/>
            <a:p>
              <a:pPr algn="l">
                <a:lnSpc>
                  <a:spcPct val="130000"/>
                </a:lnSpc>
              </a:pPr>
              <a:endPara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3275" y="393486"/>
            <a:ext cx="8970989" cy="663575"/>
          </a:xfrm>
          <a:prstGeom prst="rect">
            <a:avLst/>
          </a:prstGeom>
        </p:spPr>
        <p:txBody>
          <a:bodyPr lIns="0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245" name="组合 244"/>
          <p:cNvGrpSpPr/>
          <p:nvPr userDrawn="1"/>
        </p:nvGrpSpPr>
        <p:grpSpPr>
          <a:xfrm>
            <a:off x="9895088" y="468793"/>
            <a:ext cx="1480571" cy="458860"/>
            <a:chOff x="2558030" y="228446"/>
            <a:chExt cx="6774643" cy="2099603"/>
          </a:xfrm>
        </p:grpSpPr>
        <p:grpSp>
          <p:nvGrpSpPr>
            <p:cNvPr id="246" name="íšḻîďê"/>
            <p:cNvGrpSpPr/>
            <p:nvPr userDrawn="1"/>
          </p:nvGrpSpPr>
          <p:grpSpPr>
            <a:xfrm>
              <a:off x="2558030" y="228446"/>
              <a:ext cx="2085857" cy="2099603"/>
              <a:chOff x="3551238" y="3067050"/>
              <a:chExt cx="722313" cy="727075"/>
            </a:xfrm>
          </p:grpSpPr>
          <p:sp>
            <p:nvSpPr>
              <p:cNvPr id="276" name="ïş1íḍê"/>
              <p:cNvSpPr/>
              <p:nvPr/>
            </p:nvSpPr>
            <p:spPr bwMode="auto">
              <a:xfrm>
                <a:off x="3575051" y="3087688"/>
                <a:ext cx="673100" cy="679450"/>
              </a:xfrm>
              <a:custGeom>
                <a:avLst/>
                <a:gdLst>
                  <a:gd name="T0" fmla="*/ 102 w 204"/>
                  <a:gd name="T1" fmla="*/ 0 h 204"/>
                  <a:gd name="T2" fmla="*/ 204 w 204"/>
                  <a:gd name="T3" fmla="*/ 102 h 204"/>
                  <a:gd name="T4" fmla="*/ 102 w 204"/>
                  <a:gd name="T5" fmla="*/ 204 h 204"/>
                  <a:gd name="T6" fmla="*/ 0 w 204"/>
                  <a:gd name="T7" fmla="*/ 102 h 204"/>
                  <a:gd name="T8" fmla="*/ 102 w 204"/>
                  <a:gd name="T9" fmla="*/ 0 h 204"/>
                  <a:gd name="T10" fmla="*/ 102 w 204"/>
                  <a:gd name="T11" fmla="*/ 25 h 204"/>
                  <a:gd name="T12" fmla="*/ 24 w 204"/>
                  <a:gd name="T13" fmla="*/ 103 h 204"/>
                  <a:gd name="T14" fmla="*/ 102 w 204"/>
                  <a:gd name="T15" fmla="*/ 181 h 204"/>
                  <a:gd name="T16" fmla="*/ 180 w 204"/>
                  <a:gd name="T17" fmla="*/ 103 h 204"/>
                  <a:gd name="T18" fmla="*/ 102 w 204"/>
                  <a:gd name="T19" fmla="*/ 25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4" h="204">
                    <a:moveTo>
                      <a:pt x="102" y="0"/>
                    </a:moveTo>
                    <a:cubicBezTo>
                      <a:pt x="159" y="0"/>
                      <a:pt x="204" y="46"/>
                      <a:pt x="204" y="102"/>
                    </a:cubicBezTo>
                    <a:cubicBezTo>
                      <a:pt x="204" y="158"/>
                      <a:pt x="159" y="204"/>
                      <a:pt x="102" y="204"/>
                    </a:cubicBezTo>
                    <a:cubicBezTo>
                      <a:pt x="46" y="204"/>
                      <a:pt x="0" y="158"/>
                      <a:pt x="0" y="102"/>
                    </a:cubicBezTo>
                    <a:cubicBezTo>
                      <a:pt x="0" y="46"/>
                      <a:pt x="46" y="0"/>
                      <a:pt x="102" y="0"/>
                    </a:cubicBezTo>
                    <a:close/>
                    <a:moveTo>
                      <a:pt x="102" y="25"/>
                    </a:moveTo>
                    <a:cubicBezTo>
                      <a:pt x="59" y="25"/>
                      <a:pt x="24" y="60"/>
                      <a:pt x="24" y="103"/>
                    </a:cubicBezTo>
                    <a:cubicBezTo>
                      <a:pt x="24" y="146"/>
                      <a:pt x="59" y="181"/>
                      <a:pt x="102" y="181"/>
                    </a:cubicBezTo>
                    <a:cubicBezTo>
                      <a:pt x="145" y="181"/>
                      <a:pt x="180" y="146"/>
                      <a:pt x="180" y="103"/>
                    </a:cubicBezTo>
                    <a:cubicBezTo>
                      <a:pt x="180" y="60"/>
                      <a:pt x="145" y="25"/>
                      <a:pt x="102" y="25"/>
                    </a:cubicBezTo>
                    <a:close/>
                  </a:path>
                </a:pathLst>
              </a:custGeom>
              <a:solidFill>
                <a:srgbClr val="0052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7" name="íšḻïḍè"/>
              <p:cNvSpPr/>
              <p:nvPr/>
            </p:nvSpPr>
            <p:spPr bwMode="auto">
              <a:xfrm>
                <a:off x="3621088" y="3103563"/>
                <a:ext cx="584200" cy="203200"/>
              </a:xfrm>
              <a:custGeom>
                <a:avLst/>
                <a:gdLst>
                  <a:gd name="T0" fmla="*/ 8 w 177"/>
                  <a:gd name="T1" fmla="*/ 53 h 61"/>
                  <a:gd name="T2" fmla="*/ 0 w 177"/>
                  <a:gd name="T3" fmla="*/ 56 h 61"/>
                  <a:gd name="T4" fmla="*/ 5 w 177"/>
                  <a:gd name="T5" fmla="*/ 52 h 61"/>
                  <a:gd name="T6" fmla="*/ 4 w 177"/>
                  <a:gd name="T7" fmla="*/ 50 h 61"/>
                  <a:gd name="T8" fmla="*/ 5 w 177"/>
                  <a:gd name="T9" fmla="*/ 48 h 61"/>
                  <a:gd name="T10" fmla="*/ 10 w 177"/>
                  <a:gd name="T11" fmla="*/ 41 h 61"/>
                  <a:gd name="T12" fmla="*/ 17 w 177"/>
                  <a:gd name="T13" fmla="*/ 50 h 61"/>
                  <a:gd name="T14" fmla="*/ 14 w 177"/>
                  <a:gd name="T15" fmla="*/ 35 h 61"/>
                  <a:gd name="T16" fmla="*/ 23 w 177"/>
                  <a:gd name="T17" fmla="*/ 46 h 61"/>
                  <a:gd name="T18" fmla="*/ 31 w 177"/>
                  <a:gd name="T19" fmla="*/ 38 h 61"/>
                  <a:gd name="T20" fmla="*/ 29 w 177"/>
                  <a:gd name="T21" fmla="*/ 40 h 61"/>
                  <a:gd name="T22" fmla="*/ 18 w 177"/>
                  <a:gd name="T23" fmla="*/ 32 h 61"/>
                  <a:gd name="T24" fmla="*/ 19 w 177"/>
                  <a:gd name="T25" fmla="*/ 30 h 61"/>
                  <a:gd name="T26" fmla="*/ 21 w 177"/>
                  <a:gd name="T27" fmla="*/ 27 h 61"/>
                  <a:gd name="T28" fmla="*/ 41 w 177"/>
                  <a:gd name="T29" fmla="*/ 29 h 61"/>
                  <a:gd name="T30" fmla="*/ 43 w 177"/>
                  <a:gd name="T31" fmla="*/ 29 h 61"/>
                  <a:gd name="T32" fmla="*/ 35 w 177"/>
                  <a:gd name="T33" fmla="*/ 35 h 61"/>
                  <a:gd name="T34" fmla="*/ 31 w 177"/>
                  <a:gd name="T35" fmla="*/ 21 h 61"/>
                  <a:gd name="T36" fmla="*/ 46 w 177"/>
                  <a:gd name="T37" fmla="*/ 11 h 61"/>
                  <a:gd name="T38" fmla="*/ 47 w 177"/>
                  <a:gd name="T39" fmla="*/ 11 h 61"/>
                  <a:gd name="T40" fmla="*/ 47 w 177"/>
                  <a:gd name="T41" fmla="*/ 26 h 61"/>
                  <a:gd name="T42" fmla="*/ 39 w 177"/>
                  <a:gd name="T43" fmla="*/ 15 h 61"/>
                  <a:gd name="T44" fmla="*/ 72 w 177"/>
                  <a:gd name="T45" fmla="*/ 16 h 61"/>
                  <a:gd name="T46" fmla="*/ 71 w 177"/>
                  <a:gd name="T47" fmla="*/ 2 h 61"/>
                  <a:gd name="T48" fmla="*/ 65 w 177"/>
                  <a:gd name="T49" fmla="*/ 15 h 61"/>
                  <a:gd name="T50" fmla="*/ 64 w 177"/>
                  <a:gd name="T51" fmla="*/ 4 h 61"/>
                  <a:gd name="T52" fmla="*/ 84 w 177"/>
                  <a:gd name="T53" fmla="*/ 1 h 61"/>
                  <a:gd name="T54" fmla="*/ 84 w 177"/>
                  <a:gd name="T55" fmla="*/ 1 h 61"/>
                  <a:gd name="T56" fmla="*/ 78 w 177"/>
                  <a:gd name="T57" fmla="*/ 16 h 61"/>
                  <a:gd name="T58" fmla="*/ 77 w 177"/>
                  <a:gd name="T59" fmla="*/ 15 h 61"/>
                  <a:gd name="T60" fmla="*/ 90 w 177"/>
                  <a:gd name="T61" fmla="*/ 1 h 61"/>
                  <a:gd name="T62" fmla="*/ 94 w 177"/>
                  <a:gd name="T63" fmla="*/ 15 h 61"/>
                  <a:gd name="T64" fmla="*/ 92 w 177"/>
                  <a:gd name="T65" fmla="*/ 15 h 61"/>
                  <a:gd name="T66" fmla="*/ 113 w 177"/>
                  <a:gd name="T67" fmla="*/ 3 h 61"/>
                  <a:gd name="T68" fmla="*/ 102 w 177"/>
                  <a:gd name="T69" fmla="*/ 2 h 61"/>
                  <a:gd name="T70" fmla="*/ 105 w 177"/>
                  <a:gd name="T71" fmla="*/ 14 h 61"/>
                  <a:gd name="T72" fmla="*/ 117 w 177"/>
                  <a:gd name="T73" fmla="*/ 5 h 61"/>
                  <a:gd name="T74" fmla="*/ 122 w 177"/>
                  <a:gd name="T75" fmla="*/ 19 h 61"/>
                  <a:gd name="T76" fmla="*/ 119 w 177"/>
                  <a:gd name="T77" fmla="*/ 13 h 61"/>
                  <a:gd name="T78" fmla="*/ 121 w 177"/>
                  <a:gd name="T79" fmla="*/ 12 h 61"/>
                  <a:gd name="T80" fmla="*/ 124 w 177"/>
                  <a:gd name="T81" fmla="*/ 10 h 61"/>
                  <a:gd name="T82" fmla="*/ 131 w 177"/>
                  <a:gd name="T83" fmla="*/ 26 h 61"/>
                  <a:gd name="T84" fmla="*/ 126 w 177"/>
                  <a:gd name="T85" fmla="*/ 23 h 61"/>
                  <a:gd name="T86" fmla="*/ 124 w 177"/>
                  <a:gd name="T87" fmla="*/ 23 h 61"/>
                  <a:gd name="T88" fmla="*/ 137 w 177"/>
                  <a:gd name="T89" fmla="*/ 14 h 61"/>
                  <a:gd name="T90" fmla="*/ 133 w 177"/>
                  <a:gd name="T91" fmla="*/ 11 h 61"/>
                  <a:gd name="T92" fmla="*/ 137 w 177"/>
                  <a:gd name="T93" fmla="*/ 32 h 61"/>
                  <a:gd name="T94" fmla="*/ 137 w 177"/>
                  <a:gd name="T95" fmla="*/ 32 h 61"/>
                  <a:gd name="T96" fmla="*/ 145 w 177"/>
                  <a:gd name="T97" fmla="*/ 19 h 61"/>
                  <a:gd name="T98" fmla="*/ 146 w 177"/>
                  <a:gd name="T99" fmla="*/ 19 h 61"/>
                  <a:gd name="T100" fmla="*/ 159 w 177"/>
                  <a:gd name="T101" fmla="*/ 31 h 61"/>
                  <a:gd name="T102" fmla="*/ 149 w 177"/>
                  <a:gd name="T103" fmla="*/ 42 h 61"/>
                  <a:gd name="T104" fmla="*/ 155 w 177"/>
                  <a:gd name="T105" fmla="*/ 27 h 61"/>
                  <a:gd name="T106" fmla="*/ 166 w 177"/>
                  <a:gd name="T107" fmla="*/ 40 h 61"/>
                  <a:gd name="T108" fmla="*/ 160 w 177"/>
                  <a:gd name="T109" fmla="*/ 37 h 61"/>
                  <a:gd name="T110" fmla="*/ 153 w 177"/>
                  <a:gd name="T111" fmla="*/ 46 h 61"/>
                  <a:gd name="T112" fmla="*/ 177 w 177"/>
                  <a:gd name="T113" fmla="*/ 55 h 61"/>
                  <a:gd name="T114" fmla="*/ 162 w 177"/>
                  <a:gd name="T115" fmla="*/ 60 h 61"/>
                  <a:gd name="T116" fmla="*/ 165 w 177"/>
                  <a:gd name="T117" fmla="*/ 55 h 61"/>
                  <a:gd name="T118" fmla="*/ 173 w 177"/>
                  <a:gd name="T119" fmla="*/ 49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77" h="61">
                    <a:moveTo>
                      <a:pt x="6" y="46"/>
                    </a:moveTo>
                    <a:cubicBezTo>
                      <a:pt x="6" y="46"/>
                      <a:pt x="6" y="46"/>
                      <a:pt x="6" y="46"/>
                    </a:cubicBezTo>
                    <a:cubicBezTo>
                      <a:pt x="6" y="46"/>
                      <a:pt x="6" y="46"/>
                      <a:pt x="6" y="46"/>
                    </a:cubicBezTo>
                    <a:cubicBezTo>
                      <a:pt x="6" y="46"/>
                      <a:pt x="6" y="47"/>
                      <a:pt x="6" y="47"/>
                    </a:cubicBezTo>
                    <a:cubicBezTo>
                      <a:pt x="6" y="47"/>
                      <a:pt x="6" y="47"/>
                      <a:pt x="6" y="47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8" y="53"/>
                      <a:pt x="8" y="53"/>
                      <a:pt x="8" y="53"/>
                    </a:cubicBezTo>
                    <a:cubicBezTo>
                      <a:pt x="8" y="54"/>
                      <a:pt x="8" y="54"/>
                      <a:pt x="8" y="54"/>
                    </a:cubicBezTo>
                    <a:cubicBezTo>
                      <a:pt x="15" y="60"/>
                      <a:pt x="15" y="60"/>
                      <a:pt x="15" y="60"/>
                    </a:cubicBezTo>
                    <a:cubicBezTo>
                      <a:pt x="15" y="61"/>
                      <a:pt x="15" y="61"/>
                      <a:pt x="15" y="61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4"/>
                      <a:pt x="2" y="54"/>
                    </a:cubicBezTo>
                    <a:cubicBezTo>
                      <a:pt x="2" y="54"/>
                      <a:pt x="2" y="54"/>
                      <a:pt x="2" y="54"/>
                    </a:cubicBezTo>
                    <a:cubicBezTo>
                      <a:pt x="11" y="58"/>
                      <a:pt x="11" y="58"/>
                      <a:pt x="11" y="58"/>
                    </a:cubicBezTo>
                    <a:cubicBezTo>
                      <a:pt x="12" y="58"/>
                      <a:pt x="12" y="58"/>
                      <a:pt x="12" y="58"/>
                    </a:cubicBezTo>
                    <a:cubicBezTo>
                      <a:pt x="5" y="52"/>
                      <a:pt x="5" y="52"/>
                      <a:pt x="5" y="52"/>
                    </a:cubicBezTo>
                    <a:cubicBezTo>
                      <a:pt x="4" y="52"/>
                      <a:pt x="4" y="52"/>
                      <a:pt x="4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2" y="52"/>
                      <a:pt x="2" y="52"/>
                      <a:pt x="2" y="52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4" y="50"/>
                      <a:pt x="4" y="50"/>
                      <a:pt x="4" y="50"/>
                    </a:cubicBezTo>
                    <a:cubicBezTo>
                      <a:pt x="4" y="50"/>
                      <a:pt x="4" y="50"/>
                      <a:pt x="4" y="50"/>
                    </a:cubicBezTo>
                    <a:cubicBezTo>
                      <a:pt x="4" y="50"/>
                      <a:pt x="4" y="50"/>
                      <a:pt x="4" y="51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6" y="48"/>
                      <a:pt x="6" y="48"/>
                      <a:pt x="6" y="48"/>
                    </a:cubicBezTo>
                    <a:cubicBezTo>
                      <a:pt x="6" y="48"/>
                      <a:pt x="6" y="48"/>
                      <a:pt x="5" y="48"/>
                    </a:cubicBezTo>
                    <a:cubicBezTo>
                      <a:pt x="5" y="48"/>
                      <a:pt x="5" y="48"/>
                      <a:pt x="5" y="48"/>
                    </a:cubicBezTo>
                    <a:cubicBezTo>
                      <a:pt x="5" y="48"/>
                      <a:pt x="5" y="48"/>
                      <a:pt x="5" y="48"/>
                    </a:cubicBezTo>
                    <a:cubicBezTo>
                      <a:pt x="4" y="48"/>
                      <a:pt x="4" y="48"/>
                      <a:pt x="4" y="48"/>
                    </a:cubicBezTo>
                    <a:cubicBezTo>
                      <a:pt x="6" y="46"/>
                      <a:pt x="6" y="46"/>
                      <a:pt x="6" y="46"/>
                    </a:cubicBezTo>
                    <a:close/>
                    <a:moveTo>
                      <a:pt x="22" y="48"/>
                    </a:moveTo>
                    <a:cubicBezTo>
                      <a:pt x="22" y="49"/>
                      <a:pt x="21" y="49"/>
                      <a:pt x="21" y="49"/>
                    </a:cubicBezTo>
                    <a:cubicBezTo>
                      <a:pt x="20" y="50"/>
                      <a:pt x="19" y="49"/>
                      <a:pt x="18" y="48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1"/>
                      <a:pt x="10" y="41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7" y="43"/>
                      <a:pt x="7" y="43"/>
                      <a:pt x="7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9" y="43"/>
                      <a:pt x="9" y="43"/>
                      <a:pt x="9" y="43"/>
                    </a:cubicBezTo>
                    <a:cubicBezTo>
                      <a:pt x="17" y="50"/>
                      <a:pt x="17" y="50"/>
                      <a:pt x="17" y="50"/>
                    </a:cubicBezTo>
                    <a:cubicBezTo>
                      <a:pt x="18" y="50"/>
                      <a:pt x="19" y="51"/>
                      <a:pt x="20" y="50"/>
                    </a:cubicBezTo>
                    <a:cubicBezTo>
                      <a:pt x="21" y="50"/>
                      <a:pt x="22" y="50"/>
                      <a:pt x="23" y="49"/>
                    </a:cubicBezTo>
                    <a:cubicBezTo>
                      <a:pt x="24" y="48"/>
                      <a:pt x="24" y="47"/>
                      <a:pt x="24" y="46"/>
                    </a:cubicBezTo>
                    <a:cubicBezTo>
                      <a:pt x="24" y="45"/>
                      <a:pt x="23" y="44"/>
                      <a:pt x="22" y="43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4" y="35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2" y="38"/>
                      <a:pt x="12" y="38"/>
                      <a:pt x="12" y="38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3" y="37"/>
                      <a:pt x="14" y="37"/>
                      <a:pt x="14" y="37"/>
                    </a:cubicBezTo>
                    <a:cubicBezTo>
                      <a:pt x="22" y="44"/>
                      <a:pt x="22" y="44"/>
                      <a:pt x="22" y="44"/>
                    </a:cubicBezTo>
                    <a:cubicBezTo>
                      <a:pt x="23" y="44"/>
                      <a:pt x="23" y="45"/>
                      <a:pt x="23" y="46"/>
                    </a:cubicBezTo>
                    <a:cubicBezTo>
                      <a:pt x="23" y="47"/>
                      <a:pt x="23" y="47"/>
                      <a:pt x="22" y="48"/>
                    </a:cubicBezTo>
                    <a:close/>
                    <a:moveTo>
                      <a:pt x="33" y="36"/>
                    </a:moveTo>
                    <a:cubicBezTo>
                      <a:pt x="33" y="36"/>
                      <a:pt x="33" y="36"/>
                      <a:pt x="33" y="36"/>
                    </a:cubicBezTo>
                    <a:cubicBezTo>
                      <a:pt x="33" y="36"/>
                      <a:pt x="34" y="36"/>
                      <a:pt x="34" y="36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32" y="39"/>
                      <a:pt x="32" y="39"/>
                      <a:pt x="32" y="39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2" y="38"/>
                      <a:pt x="32" y="37"/>
                      <a:pt x="32" y="37"/>
                    </a:cubicBezTo>
                    <a:cubicBezTo>
                      <a:pt x="32" y="37"/>
                      <a:pt x="32" y="37"/>
                      <a:pt x="32" y="37"/>
                    </a:cubicBezTo>
                    <a:cubicBezTo>
                      <a:pt x="27" y="32"/>
                      <a:pt x="27" y="32"/>
                      <a:pt x="27" y="32"/>
                    </a:cubicBezTo>
                    <a:cubicBezTo>
                      <a:pt x="23" y="36"/>
                      <a:pt x="23" y="36"/>
                      <a:pt x="23" y="36"/>
                    </a:cubicBezTo>
                    <a:cubicBezTo>
                      <a:pt x="28" y="40"/>
                      <a:pt x="28" y="40"/>
                      <a:pt x="28" y="40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8" y="41"/>
                      <a:pt x="29" y="41"/>
                      <a:pt x="29" y="40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30" y="41"/>
                      <a:pt x="30" y="41"/>
                      <a:pt x="30" y="41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2"/>
                      <a:pt x="27" y="42"/>
                      <a:pt x="27" y="42"/>
                    </a:cubicBezTo>
                    <a:cubicBezTo>
                      <a:pt x="27" y="42"/>
                      <a:pt x="27" y="42"/>
                      <a:pt x="27" y="41"/>
                    </a:cubicBezTo>
                    <a:cubicBezTo>
                      <a:pt x="18" y="32"/>
                      <a:pt x="18" y="32"/>
                      <a:pt x="18" y="32"/>
                    </a:cubicBezTo>
                    <a:cubicBezTo>
                      <a:pt x="18" y="32"/>
                      <a:pt x="17" y="32"/>
                      <a:pt x="17" y="32"/>
                    </a:cubicBezTo>
                    <a:cubicBezTo>
                      <a:pt x="17" y="32"/>
                      <a:pt x="17" y="32"/>
                      <a:pt x="17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1"/>
                      <a:pt x="19" y="31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7" y="31"/>
                      <a:pt x="27" y="31"/>
                      <a:pt x="27" y="31"/>
                    </a:cubicBezTo>
                    <a:cubicBezTo>
                      <a:pt x="23" y="27"/>
                      <a:pt x="23" y="27"/>
                      <a:pt x="23" y="27"/>
                    </a:cubicBezTo>
                    <a:cubicBezTo>
                      <a:pt x="23" y="27"/>
                      <a:pt x="22" y="27"/>
                      <a:pt x="22" y="27"/>
                    </a:cubicBezTo>
                    <a:cubicBezTo>
                      <a:pt x="22" y="27"/>
                      <a:pt x="22" y="27"/>
                      <a:pt x="22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6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33" y="36"/>
                      <a:pt x="33" y="36"/>
                      <a:pt x="33" y="36"/>
                    </a:cubicBezTo>
                    <a:close/>
                    <a:moveTo>
                      <a:pt x="38" y="26"/>
                    </a:moveTo>
                    <a:cubicBezTo>
                      <a:pt x="41" y="29"/>
                      <a:pt x="41" y="29"/>
                      <a:pt x="41" y="29"/>
                    </a:cubicBezTo>
                    <a:cubicBezTo>
                      <a:pt x="41" y="29"/>
                      <a:pt x="41" y="30"/>
                      <a:pt x="41" y="30"/>
                    </a:cubicBezTo>
                    <a:cubicBezTo>
                      <a:pt x="41" y="30"/>
                      <a:pt x="41" y="30"/>
                      <a:pt x="41" y="30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3" y="29"/>
                      <a:pt x="42" y="29"/>
                      <a:pt x="42" y="28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5" y="33"/>
                      <a:pt x="35" y="33"/>
                      <a:pt x="35" y="33"/>
                    </a:cubicBezTo>
                    <a:cubicBezTo>
                      <a:pt x="35" y="33"/>
                      <a:pt x="35" y="34"/>
                      <a:pt x="35" y="34"/>
                    </a:cubicBezTo>
                    <a:cubicBezTo>
                      <a:pt x="35" y="34"/>
                      <a:pt x="35" y="34"/>
                      <a:pt x="35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7" y="33"/>
                      <a:pt x="37" y="33"/>
                      <a:pt x="37" y="33"/>
                    </a:cubicBezTo>
                    <a:cubicBezTo>
                      <a:pt x="37" y="33"/>
                      <a:pt x="37" y="33"/>
                      <a:pt x="36" y="33"/>
                    </a:cubicBezTo>
                    <a:cubicBezTo>
                      <a:pt x="36" y="33"/>
                      <a:pt x="36" y="32"/>
                      <a:pt x="36" y="32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8" y="26"/>
                      <a:pt x="38" y="26"/>
                      <a:pt x="38" y="26"/>
                    </a:cubicBezTo>
                    <a:close/>
                    <a:moveTo>
                      <a:pt x="31" y="21"/>
                    </a:moveTo>
                    <a:cubicBezTo>
                      <a:pt x="31" y="21"/>
                      <a:pt x="31" y="21"/>
                      <a:pt x="31" y="21"/>
                    </a:cubicBezTo>
                    <a:cubicBezTo>
                      <a:pt x="34" y="28"/>
                      <a:pt x="34" y="28"/>
                      <a:pt x="34" y="28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1" y="21"/>
                      <a:pt x="31" y="21"/>
                      <a:pt x="31" y="21"/>
                    </a:cubicBezTo>
                    <a:close/>
                    <a:moveTo>
                      <a:pt x="51" y="21"/>
                    </a:moveTo>
                    <a:cubicBezTo>
                      <a:pt x="51" y="21"/>
                      <a:pt x="51" y="21"/>
                      <a:pt x="51" y="2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6" y="11"/>
                      <a:pt x="45" y="11"/>
                    </a:cubicBezTo>
                    <a:cubicBezTo>
                      <a:pt x="45" y="11"/>
                      <a:pt x="45" y="11"/>
                      <a:pt x="45" y="11"/>
                    </a:cubicBezTo>
                    <a:cubicBezTo>
                      <a:pt x="44" y="11"/>
                      <a:pt x="44" y="11"/>
                      <a:pt x="44" y="11"/>
                    </a:cubicBezTo>
                    <a:cubicBezTo>
                      <a:pt x="48" y="9"/>
                      <a:pt x="48" y="9"/>
                      <a:pt x="48" y="9"/>
                    </a:cubicBezTo>
                    <a:cubicBezTo>
                      <a:pt x="48" y="10"/>
                      <a:pt x="48" y="10"/>
                      <a:pt x="48" y="1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47" y="10"/>
                      <a:pt x="47" y="11"/>
                      <a:pt x="47" y="11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7" y="26"/>
                      <a:pt x="47" y="26"/>
                      <a:pt x="47" y="26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5" y="28"/>
                      <a:pt x="45" y="28"/>
                      <a:pt x="45" y="28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6" y="27"/>
                      <a:pt x="46" y="26"/>
                      <a:pt x="45" y="26"/>
                    </a:cubicBezTo>
                    <a:cubicBezTo>
                      <a:pt x="39" y="15"/>
                      <a:pt x="39" y="15"/>
                      <a:pt x="39" y="15"/>
                    </a:cubicBezTo>
                    <a:cubicBezTo>
                      <a:pt x="39" y="14"/>
                      <a:pt x="39" y="14"/>
                      <a:pt x="39" y="14"/>
                    </a:cubicBezTo>
                    <a:cubicBezTo>
                      <a:pt x="39" y="14"/>
                      <a:pt x="39" y="14"/>
                      <a:pt x="38" y="14"/>
                    </a:cubicBezTo>
                    <a:cubicBezTo>
                      <a:pt x="38" y="15"/>
                      <a:pt x="38" y="15"/>
                      <a:pt x="38" y="15"/>
                    </a:cubicBezTo>
                    <a:cubicBezTo>
                      <a:pt x="37" y="14"/>
                      <a:pt x="37" y="14"/>
                      <a:pt x="37" y="14"/>
                    </a:cubicBezTo>
                    <a:cubicBezTo>
                      <a:pt x="40" y="13"/>
                      <a:pt x="40" y="13"/>
                      <a:pt x="40" y="13"/>
                    </a:cubicBezTo>
                    <a:cubicBezTo>
                      <a:pt x="51" y="21"/>
                      <a:pt x="51" y="21"/>
                      <a:pt x="51" y="21"/>
                    </a:cubicBezTo>
                    <a:close/>
                    <a:moveTo>
                      <a:pt x="70" y="17"/>
                    </a:moveTo>
                    <a:cubicBezTo>
                      <a:pt x="70" y="17"/>
                      <a:pt x="71" y="17"/>
                      <a:pt x="72" y="16"/>
                    </a:cubicBezTo>
                    <a:cubicBezTo>
                      <a:pt x="72" y="15"/>
                      <a:pt x="72" y="14"/>
                      <a:pt x="72" y="14"/>
                    </a:cubicBezTo>
                    <a:cubicBezTo>
                      <a:pt x="70" y="3"/>
                      <a:pt x="70" y="3"/>
                      <a:pt x="70" y="3"/>
                    </a:cubicBezTo>
                    <a:cubicBezTo>
                      <a:pt x="70" y="3"/>
                      <a:pt x="69" y="3"/>
                      <a:pt x="69" y="3"/>
                    </a:cubicBezTo>
                    <a:cubicBezTo>
                      <a:pt x="69" y="3"/>
                      <a:pt x="69" y="3"/>
                      <a:pt x="69" y="3"/>
                    </a:cubicBezTo>
                    <a:cubicBezTo>
                      <a:pt x="68" y="3"/>
                      <a:pt x="68" y="3"/>
                      <a:pt x="68" y="3"/>
                    </a:cubicBezTo>
                    <a:cubicBezTo>
                      <a:pt x="68" y="2"/>
                      <a:pt x="68" y="2"/>
                      <a:pt x="68" y="2"/>
                    </a:cubicBezTo>
                    <a:cubicBezTo>
                      <a:pt x="71" y="1"/>
                      <a:pt x="71" y="1"/>
                      <a:pt x="71" y="1"/>
                    </a:cubicBezTo>
                    <a:cubicBezTo>
                      <a:pt x="71" y="2"/>
                      <a:pt x="71" y="2"/>
                      <a:pt x="71" y="2"/>
                    </a:cubicBezTo>
                    <a:cubicBezTo>
                      <a:pt x="71" y="2"/>
                      <a:pt x="71" y="2"/>
                      <a:pt x="71" y="2"/>
                    </a:cubicBezTo>
                    <a:cubicBezTo>
                      <a:pt x="71" y="2"/>
                      <a:pt x="70" y="2"/>
                      <a:pt x="70" y="2"/>
                    </a:cubicBezTo>
                    <a:cubicBezTo>
                      <a:pt x="70" y="3"/>
                      <a:pt x="70" y="3"/>
                      <a:pt x="70" y="3"/>
                    </a:cubicBezTo>
                    <a:cubicBezTo>
                      <a:pt x="73" y="13"/>
                      <a:pt x="73" y="13"/>
                      <a:pt x="73" y="13"/>
                    </a:cubicBezTo>
                    <a:cubicBezTo>
                      <a:pt x="73" y="15"/>
                      <a:pt x="73" y="16"/>
                      <a:pt x="72" y="16"/>
                    </a:cubicBezTo>
                    <a:cubicBezTo>
                      <a:pt x="71" y="17"/>
                      <a:pt x="71" y="18"/>
                      <a:pt x="70" y="18"/>
                    </a:cubicBezTo>
                    <a:cubicBezTo>
                      <a:pt x="68" y="18"/>
                      <a:pt x="67" y="18"/>
                      <a:pt x="66" y="18"/>
                    </a:cubicBezTo>
                    <a:cubicBezTo>
                      <a:pt x="66" y="17"/>
                      <a:pt x="65" y="17"/>
                      <a:pt x="65" y="15"/>
                    </a:cubicBezTo>
                    <a:cubicBezTo>
                      <a:pt x="62" y="5"/>
                      <a:pt x="62" y="5"/>
                      <a:pt x="62" y="5"/>
                    </a:cubicBezTo>
                    <a:cubicBezTo>
                      <a:pt x="62" y="5"/>
                      <a:pt x="62" y="4"/>
                      <a:pt x="62" y="4"/>
                    </a:cubicBezTo>
                    <a:cubicBezTo>
                      <a:pt x="62" y="4"/>
                      <a:pt x="62" y="4"/>
                      <a:pt x="61" y="4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5" y="3"/>
                      <a:pt x="65" y="3"/>
                      <a:pt x="65" y="3"/>
                    </a:cubicBezTo>
                    <a:cubicBezTo>
                      <a:pt x="65" y="4"/>
                      <a:pt x="65" y="4"/>
                      <a:pt x="65" y="4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4"/>
                      <a:pt x="64" y="4"/>
                      <a:pt x="64" y="5"/>
                    </a:cubicBezTo>
                    <a:cubicBezTo>
                      <a:pt x="66" y="15"/>
                      <a:pt x="66" y="15"/>
                      <a:pt x="66" y="15"/>
                    </a:cubicBezTo>
                    <a:cubicBezTo>
                      <a:pt x="66" y="16"/>
                      <a:pt x="67" y="17"/>
                      <a:pt x="67" y="17"/>
                    </a:cubicBezTo>
                    <a:cubicBezTo>
                      <a:pt x="68" y="18"/>
                      <a:pt x="69" y="18"/>
                      <a:pt x="70" y="17"/>
                    </a:cubicBezTo>
                    <a:close/>
                    <a:moveTo>
                      <a:pt x="84" y="12"/>
                    </a:moveTo>
                    <a:cubicBezTo>
                      <a:pt x="84" y="12"/>
                      <a:pt x="84" y="12"/>
                      <a:pt x="84" y="12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4" y="1"/>
                      <a:pt x="84" y="1"/>
                      <a:pt x="83" y="1"/>
                    </a:cubicBezTo>
                    <a:cubicBezTo>
                      <a:pt x="83" y="1"/>
                      <a:pt x="83" y="1"/>
                      <a:pt x="83" y="1"/>
                    </a:cubicBezTo>
                    <a:cubicBezTo>
                      <a:pt x="82" y="1"/>
                      <a:pt x="82" y="1"/>
                      <a:pt x="82" y="1"/>
                    </a:cubicBezTo>
                    <a:cubicBezTo>
                      <a:pt x="82" y="0"/>
                      <a:pt x="82" y="0"/>
                      <a:pt x="82" y="0"/>
                    </a:cubicBezTo>
                    <a:cubicBezTo>
                      <a:pt x="86" y="0"/>
                      <a:pt x="86" y="0"/>
                      <a:pt x="86" y="0"/>
                    </a:cubicBezTo>
                    <a:cubicBezTo>
                      <a:pt x="86" y="1"/>
                      <a:pt x="86" y="1"/>
                      <a:pt x="86" y="1"/>
                    </a:cubicBezTo>
                    <a:cubicBezTo>
                      <a:pt x="85" y="1"/>
                      <a:pt x="85" y="1"/>
                      <a:pt x="85" y="1"/>
                    </a:cubicBezTo>
                    <a:cubicBezTo>
                      <a:pt x="85" y="1"/>
                      <a:pt x="85" y="1"/>
                      <a:pt x="84" y="1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77" y="3"/>
                      <a:pt x="77" y="3"/>
                      <a:pt x="77" y="3"/>
                    </a:cubicBezTo>
                    <a:cubicBezTo>
                      <a:pt x="77" y="3"/>
                      <a:pt x="77" y="3"/>
                      <a:pt x="77" y="3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77" y="15"/>
                      <a:pt x="78" y="15"/>
                      <a:pt x="78" y="16"/>
                    </a:cubicBezTo>
                    <a:cubicBezTo>
                      <a:pt x="78" y="16"/>
                      <a:pt x="78" y="16"/>
                      <a:pt x="78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76" y="16"/>
                      <a:pt x="76" y="16"/>
                      <a:pt x="76" y="16"/>
                    </a:cubicBezTo>
                    <a:cubicBezTo>
                      <a:pt x="76" y="16"/>
                      <a:pt x="77" y="16"/>
                      <a:pt x="77" y="16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76" y="2"/>
                      <a:pt x="76" y="2"/>
                      <a:pt x="76" y="2"/>
                    </a:cubicBezTo>
                    <a:cubicBezTo>
                      <a:pt x="76" y="2"/>
                      <a:pt x="76" y="2"/>
                      <a:pt x="76" y="1"/>
                    </a:cubicBezTo>
                    <a:cubicBezTo>
                      <a:pt x="76" y="1"/>
                      <a:pt x="75" y="1"/>
                      <a:pt x="75" y="1"/>
                    </a:cubicBezTo>
                    <a:cubicBezTo>
                      <a:pt x="74" y="1"/>
                      <a:pt x="74" y="1"/>
                      <a:pt x="74" y="1"/>
                    </a:cubicBezTo>
                    <a:cubicBezTo>
                      <a:pt x="74" y="1"/>
                      <a:pt x="74" y="1"/>
                      <a:pt x="74" y="1"/>
                    </a:cubicBezTo>
                    <a:cubicBezTo>
                      <a:pt x="77" y="1"/>
                      <a:pt x="77" y="1"/>
                      <a:pt x="77" y="1"/>
                    </a:cubicBezTo>
                    <a:cubicBezTo>
                      <a:pt x="84" y="12"/>
                      <a:pt x="84" y="12"/>
                      <a:pt x="84" y="12"/>
                    </a:cubicBezTo>
                    <a:close/>
                    <a:moveTo>
                      <a:pt x="90" y="1"/>
                    </a:moveTo>
                    <a:cubicBezTo>
                      <a:pt x="90" y="0"/>
                      <a:pt x="90" y="0"/>
                      <a:pt x="90" y="0"/>
                    </a:cubicBezTo>
                    <a:cubicBezTo>
                      <a:pt x="98" y="1"/>
                      <a:pt x="98" y="1"/>
                      <a:pt x="98" y="1"/>
                    </a:cubicBezTo>
                    <a:cubicBezTo>
                      <a:pt x="98" y="1"/>
                      <a:pt x="98" y="1"/>
                      <a:pt x="98" y="1"/>
                    </a:cubicBezTo>
                    <a:cubicBezTo>
                      <a:pt x="96" y="1"/>
                      <a:pt x="96" y="1"/>
                      <a:pt x="96" y="1"/>
                    </a:cubicBezTo>
                    <a:cubicBezTo>
                      <a:pt x="95" y="1"/>
                      <a:pt x="95" y="1"/>
                      <a:pt x="95" y="1"/>
                    </a:cubicBezTo>
                    <a:cubicBezTo>
                      <a:pt x="95" y="1"/>
                      <a:pt x="95" y="1"/>
                      <a:pt x="95" y="2"/>
                    </a:cubicBezTo>
                    <a:cubicBezTo>
                      <a:pt x="94" y="15"/>
                      <a:pt x="94" y="15"/>
                      <a:pt x="94" y="15"/>
                    </a:cubicBezTo>
                    <a:cubicBezTo>
                      <a:pt x="94" y="15"/>
                      <a:pt x="94" y="15"/>
                      <a:pt x="94" y="15"/>
                    </a:cubicBezTo>
                    <a:cubicBezTo>
                      <a:pt x="94" y="15"/>
                      <a:pt x="94" y="15"/>
                      <a:pt x="95" y="15"/>
                    </a:cubicBezTo>
                    <a:cubicBezTo>
                      <a:pt x="97" y="16"/>
                      <a:pt x="97" y="16"/>
                      <a:pt x="97" y="16"/>
                    </a:cubicBezTo>
                    <a:cubicBezTo>
                      <a:pt x="97" y="16"/>
                      <a:pt x="97" y="16"/>
                      <a:pt x="97" y="16"/>
                    </a:cubicBezTo>
                    <a:cubicBezTo>
                      <a:pt x="89" y="16"/>
                      <a:pt x="89" y="16"/>
                      <a:pt x="89" y="16"/>
                    </a:cubicBezTo>
                    <a:cubicBezTo>
                      <a:pt x="89" y="15"/>
                      <a:pt x="89" y="15"/>
                      <a:pt x="89" y="15"/>
                    </a:cubicBezTo>
                    <a:cubicBezTo>
                      <a:pt x="91" y="15"/>
                      <a:pt x="91" y="15"/>
                      <a:pt x="91" y="15"/>
                    </a:cubicBezTo>
                    <a:cubicBezTo>
                      <a:pt x="92" y="15"/>
                      <a:pt x="92" y="15"/>
                      <a:pt x="92" y="15"/>
                    </a:cubicBezTo>
                    <a:cubicBezTo>
                      <a:pt x="92" y="15"/>
                      <a:pt x="92" y="15"/>
                      <a:pt x="92" y="15"/>
                    </a:cubicBezTo>
                    <a:cubicBezTo>
                      <a:pt x="93" y="2"/>
                      <a:pt x="93" y="2"/>
                      <a:pt x="93" y="2"/>
                    </a:cubicBezTo>
                    <a:cubicBezTo>
                      <a:pt x="93" y="1"/>
                      <a:pt x="93" y="1"/>
                      <a:pt x="93" y="1"/>
                    </a:cubicBezTo>
                    <a:cubicBezTo>
                      <a:pt x="93" y="1"/>
                      <a:pt x="93" y="1"/>
                      <a:pt x="92" y="1"/>
                    </a:cubicBezTo>
                    <a:cubicBezTo>
                      <a:pt x="90" y="1"/>
                      <a:pt x="90" y="1"/>
                      <a:pt x="90" y="1"/>
                    </a:cubicBezTo>
                    <a:close/>
                    <a:moveTo>
                      <a:pt x="109" y="3"/>
                    </a:moveTo>
                    <a:cubicBezTo>
                      <a:pt x="109" y="2"/>
                      <a:pt x="109" y="2"/>
                      <a:pt x="109" y="2"/>
                    </a:cubicBezTo>
                    <a:cubicBezTo>
                      <a:pt x="113" y="3"/>
                      <a:pt x="113" y="3"/>
                      <a:pt x="113" y="3"/>
                    </a:cubicBezTo>
                    <a:cubicBezTo>
                      <a:pt x="113" y="3"/>
                      <a:pt x="113" y="3"/>
                      <a:pt x="113" y="3"/>
                    </a:cubicBezTo>
                    <a:cubicBezTo>
                      <a:pt x="112" y="3"/>
                      <a:pt x="112" y="3"/>
                      <a:pt x="112" y="3"/>
                    </a:cubicBezTo>
                    <a:cubicBezTo>
                      <a:pt x="112" y="3"/>
                      <a:pt x="112" y="3"/>
                      <a:pt x="111" y="4"/>
                    </a:cubicBezTo>
                    <a:cubicBezTo>
                      <a:pt x="111" y="4"/>
                      <a:pt x="111" y="4"/>
                      <a:pt x="111" y="4"/>
                    </a:cubicBezTo>
                    <a:cubicBezTo>
                      <a:pt x="105" y="17"/>
                      <a:pt x="105" y="17"/>
                      <a:pt x="105" y="17"/>
                    </a:cubicBezTo>
                    <a:cubicBezTo>
                      <a:pt x="104" y="17"/>
                      <a:pt x="104" y="17"/>
                      <a:pt x="104" y="17"/>
                    </a:cubicBezTo>
                    <a:cubicBezTo>
                      <a:pt x="103" y="3"/>
                      <a:pt x="103" y="3"/>
                      <a:pt x="103" y="3"/>
                    </a:cubicBezTo>
                    <a:cubicBezTo>
                      <a:pt x="103" y="3"/>
                      <a:pt x="103" y="2"/>
                      <a:pt x="103" y="2"/>
                    </a:cubicBezTo>
                    <a:cubicBezTo>
                      <a:pt x="103" y="2"/>
                      <a:pt x="103" y="2"/>
                      <a:pt x="102" y="2"/>
                    </a:cubicBezTo>
                    <a:cubicBezTo>
                      <a:pt x="102" y="2"/>
                      <a:pt x="102" y="2"/>
                      <a:pt x="102" y="2"/>
                    </a:cubicBezTo>
                    <a:cubicBezTo>
                      <a:pt x="102" y="1"/>
                      <a:pt x="102" y="1"/>
                      <a:pt x="102" y="1"/>
                    </a:cubicBezTo>
                    <a:cubicBezTo>
                      <a:pt x="106" y="2"/>
                      <a:pt x="106" y="2"/>
                      <a:pt x="106" y="2"/>
                    </a:cubicBezTo>
                    <a:cubicBezTo>
                      <a:pt x="106" y="2"/>
                      <a:pt x="106" y="2"/>
                      <a:pt x="106" y="2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5" y="3"/>
                      <a:pt x="105" y="3"/>
                      <a:pt x="105" y="3"/>
                    </a:cubicBezTo>
                    <a:cubicBezTo>
                      <a:pt x="105" y="14"/>
                      <a:pt x="105" y="14"/>
                      <a:pt x="105" y="14"/>
                    </a:cubicBezTo>
                    <a:cubicBezTo>
                      <a:pt x="106" y="14"/>
                      <a:pt x="106" y="14"/>
                      <a:pt x="106" y="14"/>
                    </a:cubicBezTo>
                    <a:cubicBezTo>
                      <a:pt x="110" y="4"/>
                      <a:pt x="110" y="4"/>
                      <a:pt x="110" y="4"/>
                    </a:cubicBezTo>
                    <a:cubicBezTo>
                      <a:pt x="110" y="4"/>
                      <a:pt x="110" y="4"/>
                      <a:pt x="110" y="3"/>
                    </a:cubicBezTo>
                    <a:cubicBezTo>
                      <a:pt x="110" y="3"/>
                      <a:pt x="110" y="3"/>
                      <a:pt x="110" y="3"/>
                    </a:cubicBezTo>
                    <a:cubicBezTo>
                      <a:pt x="109" y="3"/>
                      <a:pt x="109" y="3"/>
                      <a:pt x="109" y="3"/>
                    </a:cubicBezTo>
                    <a:close/>
                    <a:moveTo>
                      <a:pt x="116" y="5"/>
                    </a:moveTo>
                    <a:cubicBezTo>
                      <a:pt x="116" y="5"/>
                      <a:pt x="116" y="5"/>
                      <a:pt x="116" y="5"/>
                    </a:cubicBezTo>
                    <a:cubicBezTo>
                      <a:pt x="117" y="5"/>
                      <a:pt x="117" y="5"/>
                      <a:pt x="117" y="5"/>
                    </a:cubicBezTo>
                    <a:cubicBezTo>
                      <a:pt x="117" y="5"/>
                      <a:pt x="117" y="6"/>
                      <a:pt x="117" y="6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9"/>
                      <a:pt x="113" y="19"/>
                    </a:cubicBezTo>
                    <a:cubicBezTo>
                      <a:pt x="112" y="19"/>
                      <a:pt x="112" y="19"/>
                      <a:pt x="112" y="19"/>
                    </a:cubicBezTo>
                    <a:cubicBezTo>
                      <a:pt x="111" y="18"/>
                      <a:pt x="111" y="18"/>
                      <a:pt x="111" y="18"/>
                    </a:cubicBezTo>
                    <a:cubicBezTo>
                      <a:pt x="111" y="19"/>
                      <a:pt x="111" y="19"/>
                      <a:pt x="111" y="19"/>
                    </a:cubicBezTo>
                    <a:cubicBezTo>
                      <a:pt x="120" y="22"/>
                      <a:pt x="120" y="22"/>
                      <a:pt x="120" y="22"/>
                    </a:cubicBezTo>
                    <a:cubicBezTo>
                      <a:pt x="122" y="19"/>
                      <a:pt x="122" y="19"/>
                      <a:pt x="122" y="19"/>
                    </a:cubicBezTo>
                    <a:cubicBezTo>
                      <a:pt x="122" y="18"/>
                      <a:pt x="122" y="18"/>
                      <a:pt x="122" y="18"/>
                    </a:cubicBezTo>
                    <a:cubicBezTo>
                      <a:pt x="121" y="19"/>
                      <a:pt x="120" y="20"/>
                      <a:pt x="120" y="20"/>
                    </a:cubicBezTo>
                    <a:cubicBezTo>
                      <a:pt x="119" y="21"/>
                      <a:pt x="118" y="21"/>
                      <a:pt x="117" y="20"/>
                    </a:cubicBezTo>
                    <a:cubicBezTo>
                      <a:pt x="115" y="20"/>
                      <a:pt x="115" y="20"/>
                      <a:pt x="115" y="20"/>
                    </a:cubicBezTo>
                    <a:cubicBezTo>
                      <a:pt x="115" y="20"/>
                      <a:pt x="114" y="19"/>
                      <a:pt x="114" y="19"/>
                    </a:cubicBezTo>
                    <a:cubicBezTo>
                      <a:pt x="114" y="19"/>
                      <a:pt x="114" y="19"/>
                      <a:pt x="114" y="19"/>
                    </a:cubicBezTo>
                    <a:cubicBezTo>
                      <a:pt x="116" y="12"/>
                      <a:pt x="116" y="12"/>
                      <a:pt x="116" y="12"/>
                    </a:cubicBezTo>
                    <a:cubicBezTo>
                      <a:pt x="119" y="13"/>
                      <a:pt x="119" y="13"/>
                      <a:pt x="119" y="13"/>
                    </a:cubicBezTo>
                    <a:cubicBezTo>
                      <a:pt x="120" y="13"/>
                      <a:pt x="120" y="13"/>
                      <a:pt x="120" y="14"/>
                    </a:cubicBezTo>
                    <a:cubicBezTo>
                      <a:pt x="120" y="14"/>
                      <a:pt x="120" y="15"/>
                      <a:pt x="120" y="15"/>
                    </a:cubicBezTo>
                    <a:cubicBezTo>
                      <a:pt x="120" y="16"/>
                      <a:pt x="120" y="16"/>
                      <a:pt x="120" y="16"/>
                    </a:cubicBezTo>
                    <a:cubicBezTo>
                      <a:pt x="120" y="16"/>
                      <a:pt x="120" y="16"/>
                      <a:pt x="120" y="16"/>
                    </a:cubicBezTo>
                    <a:cubicBezTo>
                      <a:pt x="122" y="11"/>
                      <a:pt x="122" y="11"/>
                      <a:pt x="122" y="11"/>
                    </a:cubicBezTo>
                    <a:cubicBezTo>
                      <a:pt x="122" y="11"/>
                      <a:pt x="122" y="11"/>
                      <a:pt x="122" y="11"/>
                    </a:cubicBezTo>
                    <a:cubicBezTo>
                      <a:pt x="121" y="11"/>
                      <a:pt x="121" y="11"/>
                      <a:pt x="121" y="11"/>
                    </a:cubicBezTo>
                    <a:cubicBezTo>
                      <a:pt x="121" y="12"/>
                      <a:pt x="121" y="12"/>
                      <a:pt x="121" y="12"/>
                    </a:cubicBezTo>
                    <a:cubicBezTo>
                      <a:pt x="120" y="13"/>
                      <a:pt x="120" y="13"/>
                      <a:pt x="119" y="12"/>
                    </a:cubicBezTo>
                    <a:cubicBezTo>
                      <a:pt x="117" y="12"/>
                      <a:pt x="117" y="12"/>
                      <a:pt x="117" y="12"/>
                    </a:cubicBezTo>
                    <a:cubicBezTo>
                      <a:pt x="118" y="6"/>
                      <a:pt x="118" y="6"/>
                      <a:pt x="118" y="6"/>
                    </a:cubicBezTo>
                    <a:cubicBezTo>
                      <a:pt x="118" y="6"/>
                      <a:pt x="119" y="6"/>
                      <a:pt x="119" y="6"/>
                    </a:cubicBezTo>
                    <a:cubicBezTo>
                      <a:pt x="119" y="6"/>
                      <a:pt x="119" y="6"/>
                      <a:pt x="119" y="6"/>
                    </a:cubicBezTo>
                    <a:cubicBezTo>
                      <a:pt x="122" y="7"/>
                      <a:pt x="122" y="7"/>
                      <a:pt x="122" y="7"/>
                    </a:cubicBezTo>
                    <a:cubicBezTo>
                      <a:pt x="122" y="7"/>
                      <a:pt x="123" y="7"/>
                      <a:pt x="123" y="8"/>
                    </a:cubicBezTo>
                    <a:cubicBezTo>
                      <a:pt x="124" y="8"/>
                      <a:pt x="124" y="9"/>
                      <a:pt x="124" y="10"/>
                    </a:cubicBezTo>
                    <a:cubicBezTo>
                      <a:pt x="125" y="10"/>
                      <a:pt x="125" y="10"/>
                      <a:pt x="125" y="10"/>
                    </a:cubicBezTo>
                    <a:cubicBezTo>
                      <a:pt x="125" y="7"/>
                      <a:pt x="125" y="7"/>
                      <a:pt x="125" y="7"/>
                    </a:cubicBezTo>
                    <a:cubicBezTo>
                      <a:pt x="116" y="4"/>
                      <a:pt x="116" y="4"/>
                      <a:pt x="116" y="4"/>
                    </a:cubicBezTo>
                    <a:cubicBezTo>
                      <a:pt x="116" y="5"/>
                      <a:pt x="116" y="5"/>
                      <a:pt x="116" y="5"/>
                    </a:cubicBezTo>
                    <a:close/>
                    <a:moveTo>
                      <a:pt x="136" y="17"/>
                    </a:moveTo>
                    <a:cubicBezTo>
                      <a:pt x="136" y="18"/>
                      <a:pt x="135" y="19"/>
                      <a:pt x="134" y="19"/>
                    </a:cubicBezTo>
                    <a:cubicBezTo>
                      <a:pt x="133" y="19"/>
                      <a:pt x="133" y="19"/>
                      <a:pt x="132" y="19"/>
                    </a:cubicBezTo>
                    <a:cubicBezTo>
                      <a:pt x="131" y="26"/>
                      <a:pt x="131" y="26"/>
                      <a:pt x="131" y="26"/>
                    </a:cubicBezTo>
                    <a:cubicBezTo>
                      <a:pt x="131" y="26"/>
                      <a:pt x="131" y="27"/>
                      <a:pt x="131" y="27"/>
                    </a:cubicBezTo>
                    <a:cubicBezTo>
                      <a:pt x="131" y="27"/>
                      <a:pt x="131" y="27"/>
                      <a:pt x="132" y="27"/>
                    </a:cubicBezTo>
                    <a:cubicBezTo>
                      <a:pt x="132" y="27"/>
                      <a:pt x="132" y="27"/>
                      <a:pt x="132" y="27"/>
                    </a:cubicBezTo>
                    <a:cubicBezTo>
                      <a:pt x="132" y="28"/>
                      <a:pt x="132" y="28"/>
                      <a:pt x="132" y="28"/>
                    </a:cubicBezTo>
                    <a:cubicBezTo>
                      <a:pt x="130" y="27"/>
                      <a:pt x="130" y="27"/>
                      <a:pt x="130" y="27"/>
                    </a:cubicBezTo>
                    <a:cubicBezTo>
                      <a:pt x="130" y="18"/>
                      <a:pt x="130" y="18"/>
                      <a:pt x="130" y="18"/>
                    </a:cubicBezTo>
                    <a:cubicBezTo>
                      <a:pt x="129" y="17"/>
                      <a:pt x="129" y="17"/>
                      <a:pt x="129" y="17"/>
                    </a:cubicBezTo>
                    <a:cubicBezTo>
                      <a:pt x="126" y="23"/>
                      <a:pt x="126" y="23"/>
                      <a:pt x="126" y="23"/>
                    </a:cubicBezTo>
                    <a:cubicBezTo>
                      <a:pt x="125" y="24"/>
                      <a:pt x="125" y="24"/>
                      <a:pt x="126" y="24"/>
                    </a:cubicBezTo>
                    <a:cubicBezTo>
                      <a:pt x="126" y="24"/>
                      <a:pt x="126" y="24"/>
                      <a:pt x="126" y="24"/>
                    </a:cubicBezTo>
                    <a:cubicBezTo>
                      <a:pt x="126" y="25"/>
                      <a:pt x="126" y="25"/>
                      <a:pt x="126" y="25"/>
                    </a:cubicBezTo>
                    <a:cubicBezTo>
                      <a:pt x="126" y="25"/>
                      <a:pt x="126" y="25"/>
                      <a:pt x="126" y="25"/>
                    </a:cubicBezTo>
                    <a:cubicBezTo>
                      <a:pt x="122" y="23"/>
                      <a:pt x="122" y="23"/>
                      <a:pt x="122" y="23"/>
                    </a:cubicBezTo>
                    <a:cubicBezTo>
                      <a:pt x="123" y="23"/>
                      <a:pt x="123" y="23"/>
                      <a:pt x="123" y="23"/>
                    </a:cubicBezTo>
                    <a:cubicBezTo>
                      <a:pt x="123" y="23"/>
                      <a:pt x="123" y="23"/>
                      <a:pt x="123" y="23"/>
                    </a:cubicBezTo>
                    <a:cubicBezTo>
                      <a:pt x="123" y="23"/>
                      <a:pt x="124" y="23"/>
                      <a:pt x="124" y="23"/>
                    </a:cubicBezTo>
                    <a:cubicBezTo>
                      <a:pt x="124" y="23"/>
                      <a:pt x="124" y="23"/>
                      <a:pt x="124" y="23"/>
                    </a:cubicBezTo>
                    <a:cubicBezTo>
                      <a:pt x="130" y="11"/>
                      <a:pt x="130" y="11"/>
                      <a:pt x="130" y="11"/>
                    </a:cubicBezTo>
                    <a:cubicBezTo>
                      <a:pt x="130" y="11"/>
                      <a:pt x="130" y="11"/>
                      <a:pt x="130" y="10"/>
                    </a:cubicBezTo>
                    <a:cubicBezTo>
                      <a:pt x="130" y="10"/>
                      <a:pt x="130" y="10"/>
                      <a:pt x="130" y="10"/>
                    </a:cubicBezTo>
                    <a:cubicBezTo>
                      <a:pt x="129" y="10"/>
                      <a:pt x="129" y="10"/>
                      <a:pt x="129" y="10"/>
                    </a:cubicBezTo>
                    <a:cubicBezTo>
                      <a:pt x="130" y="9"/>
                      <a:pt x="130" y="9"/>
                      <a:pt x="130" y="9"/>
                    </a:cubicBezTo>
                    <a:cubicBezTo>
                      <a:pt x="134" y="12"/>
                      <a:pt x="134" y="12"/>
                      <a:pt x="134" y="12"/>
                    </a:cubicBezTo>
                    <a:cubicBezTo>
                      <a:pt x="135" y="12"/>
                      <a:pt x="136" y="13"/>
                      <a:pt x="137" y="14"/>
                    </a:cubicBezTo>
                    <a:cubicBezTo>
                      <a:pt x="137" y="15"/>
                      <a:pt x="137" y="16"/>
                      <a:pt x="136" y="17"/>
                    </a:cubicBezTo>
                    <a:close/>
                    <a:moveTo>
                      <a:pt x="129" y="17"/>
                    </a:moveTo>
                    <a:cubicBezTo>
                      <a:pt x="131" y="18"/>
                      <a:pt x="131" y="18"/>
                      <a:pt x="131" y="18"/>
                    </a:cubicBezTo>
                    <a:cubicBezTo>
                      <a:pt x="131" y="18"/>
                      <a:pt x="132" y="18"/>
                      <a:pt x="133" y="18"/>
                    </a:cubicBezTo>
                    <a:cubicBezTo>
                      <a:pt x="134" y="18"/>
                      <a:pt x="134" y="17"/>
                      <a:pt x="135" y="16"/>
                    </a:cubicBezTo>
                    <a:cubicBezTo>
                      <a:pt x="135" y="15"/>
                      <a:pt x="136" y="15"/>
                      <a:pt x="135" y="14"/>
                    </a:cubicBezTo>
                    <a:cubicBezTo>
                      <a:pt x="135" y="13"/>
                      <a:pt x="135" y="12"/>
                      <a:pt x="133" y="12"/>
                    </a:cubicBezTo>
                    <a:cubicBezTo>
                      <a:pt x="133" y="11"/>
                      <a:pt x="133" y="11"/>
                      <a:pt x="133" y="11"/>
                    </a:cubicBezTo>
                    <a:cubicBezTo>
                      <a:pt x="132" y="11"/>
                      <a:pt x="132" y="11"/>
                      <a:pt x="132" y="11"/>
                    </a:cubicBezTo>
                    <a:cubicBezTo>
                      <a:pt x="132" y="11"/>
                      <a:pt x="132" y="11"/>
                      <a:pt x="132" y="12"/>
                    </a:cubicBezTo>
                    <a:cubicBezTo>
                      <a:pt x="129" y="17"/>
                      <a:pt x="129" y="17"/>
                      <a:pt x="129" y="17"/>
                    </a:cubicBezTo>
                    <a:close/>
                    <a:moveTo>
                      <a:pt x="141" y="25"/>
                    </a:moveTo>
                    <a:cubicBezTo>
                      <a:pt x="142" y="27"/>
                      <a:pt x="142" y="28"/>
                      <a:pt x="142" y="28"/>
                    </a:cubicBezTo>
                    <a:cubicBezTo>
                      <a:pt x="142" y="29"/>
                      <a:pt x="142" y="30"/>
                      <a:pt x="142" y="30"/>
                    </a:cubicBezTo>
                    <a:cubicBezTo>
                      <a:pt x="141" y="31"/>
                      <a:pt x="141" y="32"/>
                      <a:pt x="140" y="32"/>
                    </a:cubicBezTo>
                    <a:cubicBezTo>
                      <a:pt x="139" y="32"/>
                      <a:pt x="138" y="32"/>
                      <a:pt x="137" y="32"/>
                    </a:cubicBezTo>
                    <a:cubicBezTo>
                      <a:pt x="137" y="31"/>
                      <a:pt x="136" y="30"/>
                      <a:pt x="136" y="29"/>
                    </a:cubicBezTo>
                    <a:cubicBezTo>
                      <a:pt x="135" y="28"/>
                      <a:pt x="136" y="27"/>
                      <a:pt x="136" y="26"/>
                    </a:cubicBezTo>
                    <a:cubicBezTo>
                      <a:pt x="136" y="26"/>
                      <a:pt x="136" y="26"/>
                      <a:pt x="136" y="26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5" y="30"/>
                      <a:pt x="135" y="30"/>
                      <a:pt x="135" y="30"/>
                    </a:cubicBezTo>
                    <a:cubicBezTo>
                      <a:pt x="135" y="30"/>
                      <a:pt x="135" y="30"/>
                      <a:pt x="136" y="31"/>
                    </a:cubicBezTo>
                    <a:cubicBezTo>
                      <a:pt x="136" y="31"/>
                      <a:pt x="136" y="32"/>
                      <a:pt x="137" y="32"/>
                    </a:cubicBezTo>
                    <a:cubicBezTo>
                      <a:pt x="138" y="33"/>
                      <a:pt x="139" y="33"/>
                      <a:pt x="140" y="33"/>
                    </a:cubicBezTo>
                    <a:cubicBezTo>
                      <a:pt x="142" y="33"/>
                      <a:pt x="142" y="32"/>
                      <a:pt x="143" y="31"/>
                    </a:cubicBezTo>
                    <a:cubicBezTo>
                      <a:pt x="144" y="30"/>
                      <a:pt x="144" y="29"/>
                      <a:pt x="144" y="28"/>
                    </a:cubicBezTo>
                    <a:cubicBezTo>
                      <a:pt x="144" y="27"/>
                      <a:pt x="143" y="26"/>
                      <a:pt x="142" y="25"/>
                    </a:cubicBezTo>
                    <a:cubicBezTo>
                      <a:pt x="141" y="23"/>
                      <a:pt x="141" y="22"/>
                      <a:pt x="141" y="22"/>
                    </a:cubicBezTo>
                    <a:cubicBezTo>
                      <a:pt x="141" y="21"/>
                      <a:pt x="141" y="20"/>
                      <a:pt x="141" y="20"/>
                    </a:cubicBezTo>
                    <a:cubicBezTo>
                      <a:pt x="142" y="19"/>
                      <a:pt x="142" y="19"/>
                      <a:pt x="143" y="19"/>
                    </a:cubicBezTo>
                    <a:cubicBezTo>
                      <a:pt x="144" y="18"/>
                      <a:pt x="144" y="18"/>
                      <a:pt x="145" y="19"/>
                    </a:cubicBezTo>
                    <a:cubicBezTo>
                      <a:pt x="146" y="20"/>
                      <a:pt x="147" y="20"/>
                      <a:pt x="147" y="21"/>
                    </a:cubicBezTo>
                    <a:cubicBezTo>
                      <a:pt x="147" y="22"/>
                      <a:pt x="147" y="23"/>
                      <a:pt x="147" y="24"/>
                    </a:cubicBezTo>
                    <a:cubicBezTo>
                      <a:pt x="147" y="24"/>
                      <a:pt x="147" y="24"/>
                      <a:pt x="147" y="24"/>
                    </a:cubicBezTo>
                    <a:cubicBezTo>
                      <a:pt x="149" y="21"/>
                      <a:pt x="149" y="21"/>
                      <a:pt x="149" y="21"/>
                    </a:cubicBezTo>
                    <a:cubicBezTo>
                      <a:pt x="149" y="21"/>
                      <a:pt x="149" y="21"/>
                      <a:pt x="148" y="21"/>
                    </a:cubicBezTo>
                    <a:cubicBezTo>
                      <a:pt x="148" y="21"/>
                      <a:pt x="148" y="21"/>
                      <a:pt x="148" y="21"/>
                    </a:cubicBezTo>
                    <a:cubicBezTo>
                      <a:pt x="148" y="21"/>
                      <a:pt x="147" y="20"/>
                      <a:pt x="147" y="20"/>
                    </a:cubicBezTo>
                    <a:cubicBezTo>
                      <a:pt x="147" y="19"/>
                      <a:pt x="146" y="19"/>
                      <a:pt x="146" y="19"/>
                    </a:cubicBezTo>
                    <a:cubicBezTo>
                      <a:pt x="145" y="18"/>
                      <a:pt x="144" y="18"/>
                      <a:pt x="143" y="18"/>
                    </a:cubicBezTo>
                    <a:cubicBezTo>
                      <a:pt x="141" y="18"/>
                      <a:pt x="141" y="19"/>
                      <a:pt x="140" y="19"/>
                    </a:cubicBezTo>
                    <a:cubicBezTo>
                      <a:pt x="139" y="20"/>
                      <a:pt x="139" y="21"/>
                      <a:pt x="139" y="22"/>
                    </a:cubicBezTo>
                    <a:cubicBezTo>
                      <a:pt x="140" y="23"/>
                      <a:pt x="140" y="24"/>
                      <a:pt x="141" y="25"/>
                    </a:cubicBezTo>
                    <a:close/>
                    <a:moveTo>
                      <a:pt x="154" y="26"/>
                    </a:moveTo>
                    <a:cubicBezTo>
                      <a:pt x="154" y="26"/>
                      <a:pt x="154" y="26"/>
                      <a:pt x="154" y="26"/>
                    </a:cubicBezTo>
                    <a:cubicBezTo>
                      <a:pt x="159" y="31"/>
                      <a:pt x="159" y="31"/>
                      <a:pt x="159" y="31"/>
                    </a:cubicBezTo>
                    <a:cubicBezTo>
                      <a:pt x="159" y="31"/>
                      <a:pt x="159" y="31"/>
                      <a:pt x="159" y="31"/>
                    </a:cubicBezTo>
                    <a:cubicBezTo>
                      <a:pt x="158" y="30"/>
                      <a:pt x="158" y="30"/>
                      <a:pt x="158" y="30"/>
                    </a:cubicBezTo>
                    <a:cubicBezTo>
                      <a:pt x="157" y="29"/>
                      <a:pt x="157" y="29"/>
                      <a:pt x="157" y="29"/>
                    </a:cubicBezTo>
                    <a:cubicBezTo>
                      <a:pt x="157" y="29"/>
                      <a:pt x="157" y="29"/>
                      <a:pt x="156" y="30"/>
                    </a:cubicBezTo>
                    <a:cubicBezTo>
                      <a:pt x="147" y="39"/>
                      <a:pt x="147" y="39"/>
                      <a:pt x="147" y="39"/>
                    </a:cubicBezTo>
                    <a:cubicBezTo>
                      <a:pt x="147" y="39"/>
                      <a:pt x="147" y="39"/>
                      <a:pt x="147" y="40"/>
                    </a:cubicBezTo>
                    <a:cubicBezTo>
                      <a:pt x="147" y="40"/>
                      <a:pt x="147" y="40"/>
                      <a:pt x="148" y="40"/>
                    </a:cubicBezTo>
                    <a:cubicBezTo>
                      <a:pt x="149" y="42"/>
                      <a:pt x="149" y="42"/>
                      <a:pt x="149" y="42"/>
                    </a:cubicBezTo>
                    <a:cubicBezTo>
                      <a:pt x="149" y="42"/>
                      <a:pt x="149" y="42"/>
                      <a:pt x="149" y="42"/>
                    </a:cubicBezTo>
                    <a:cubicBezTo>
                      <a:pt x="143" y="37"/>
                      <a:pt x="143" y="37"/>
                      <a:pt x="143" y="37"/>
                    </a:cubicBezTo>
                    <a:cubicBezTo>
                      <a:pt x="144" y="37"/>
                      <a:pt x="144" y="37"/>
                      <a:pt x="144" y="37"/>
                    </a:cubicBezTo>
                    <a:cubicBezTo>
                      <a:pt x="145" y="38"/>
                      <a:pt x="145" y="38"/>
                      <a:pt x="145" y="38"/>
                    </a:cubicBezTo>
                    <a:cubicBezTo>
                      <a:pt x="146" y="38"/>
                      <a:pt x="146" y="38"/>
                      <a:pt x="146" y="38"/>
                    </a:cubicBezTo>
                    <a:cubicBezTo>
                      <a:pt x="146" y="38"/>
                      <a:pt x="146" y="38"/>
                      <a:pt x="146" y="38"/>
                    </a:cubicBezTo>
                    <a:cubicBezTo>
                      <a:pt x="155" y="29"/>
                      <a:pt x="155" y="29"/>
                      <a:pt x="155" y="29"/>
                    </a:cubicBezTo>
                    <a:cubicBezTo>
                      <a:pt x="155" y="28"/>
                      <a:pt x="156" y="28"/>
                      <a:pt x="156" y="28"/>
                    </a:cubicBezTo>
                    <a:cubicBezTo>
                      <a:pt x="156" y="28"/>
                      <a:pt x="155" y="28"/>
                      <a:pt x="155" y="27"/>
                    </a:cubicBezTo>
                    <a:cubicBezTo>
                      <a:pt x="154" y="26"/>
                      <a:pt x="154" y="26"/>
                      <a:pt x="154" y="26"/>
                    </a:cubicBezTo>
                    <a:close/>
                    <a:moveTo>
                      <a:pt x="155" y="50"/>
                    </a:moveTo>
                    <a:cubicBezTo>
                      <a:pt x="156" y="50"/>
                      <a:pt x="156" y="50"/>
                      <a:pt x="156" y="50"/>
                    </a:cubicBezTo>
                    <a:cubicBezTo>
                      <a:pt x="155" y="49"/>
                      <a:pt x="155" y="49"/>
                      <a:pt x="155" y="49"/>
                    </a:cubicBezTo>
                    <a:cubicBezTo>
                      <a:pt x="155" y="49"/>
                      <a:pt x="155" y="49"/>
                      <a:pt x="155" y="49"/>
                    </a:cubicBezTo>
                    <a:cubicBezTo>
                      <a:pt x="155" y="49"/>
                      <a:pt x="155" y="48"/>
                      <a:pt x="155" y="48"/>
                    </a:cubicBezTo>
                    <a:cubicBezTo>
                      <a:pt x="165" y="40"/>
                      <a:pt x="165" y="40"/>
                      <a:pt x="165" y="40"/>
                    </a:cubicBezTo>
                    <a:cubicBezTo>
                      <a:pt x="166" y="40"/>
                      <a:pt x="166" y="40"/>
                      <a:pt x="166" y="40"/>
                    </a:cubicBezTo>
                    <a:cubicBezTo>
                      <a:pt x="166" y="40"/>
                      <a:pt x="166" y="40"/>
                      <a:pt x="167" y="40"/>
                    </a:cubicBezTo>
                    <a:cubicBezTo>
                      <a:pt x="167" y="41"/>
                      <a:pt x="167" y="42"/>
                      <a:pt x="167" y="42"/>
                    </a:cubicBezTo>
                    <a:cubicBezTo>
                      <a:pt x="167" y="43"/>
                      <a:pt x="167" y="43"/>
                      <a:pt x="166" y="45"/>
                    </a:cubicBezTo>
                    <a:cubicBezTo>
                      <a:pt x="166" y="45"/>
                      <a:pt x="166" y="45"/>
                      <a:pt x="166" y="45"/>
                    </a:cubicBezTo>
                    <a:cubicBezTo>
                      <a:pt x="169" y="42"/>
                      <a:pt x="169" y="42"/>
                      <a:pt x="169" y="42"/>
                    </a:cubicBezTo>
                    <a:cubicBezTo>
                      <a:pt x="163" y="35"/>
                      <a:pt x="163" y="35"/>
                      <a:pt x="163" y="35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62" y="37"/>
                      <a:pt x="163" y="37"/>
                      <a:pt x="163" y="37"/>
                    </a:cubicBezTo>
                    <a:cubicBezTo>
                      <a:pt x="163" y="37"/>
                      <a:pt x="164" y="37"/>
                      <a:pt x="164" y="38"/>
                    </a:cubicBezTo>
                    <a:cubicBezTo>
                      <a:pt x="165" y="38"/>
                      <a:pt x="165" y="38"/>
                      <a:pt x="165" y="38"/>
                    </a:cubicBezTo>
                    <a:cubicBezTo>
                      <a:pt x="165" y="39"/>
                      <a:pt x="165" y="39"/>
                      <a:pt x="164" y="39"/>
                    </a:cubicBezTo>
                    <a:cubicBezTo>
                      <a:pt x="154" y="47"/>
                      <a:pt x="154" y="47"/>
                      <a:pt x="154" y="47"/>
                    </a:cubicBezTo>
                    <a:cubicBezTo>
                      <a:pt x="154" y="47"/>
                      <a:pt x="154" y="47"/>
                      <a:pt x="154" y="47"/>
                    </a:cubicBezTo>
                    <a:cubicBezTo>
                      <a:pt x="154" y="47"/>
                      <a:pt x="153" y="47"/>
                      <a:pt x="153" y="47"/>
                    </a:cubicBezTo>
                    <a:cubicBezTo>
                      <a:pt x="153" y="46"/>
                      <a:pt x="153" y="46"/>
                      <a:pt x="153" y="46"/>
                    </a:cubicBezTo>
                    <a:cubicBezTo>
                      <a:pt x="152" y="47"/>
                      <a:pt x="152" y="47"/>
                      <a:pt x="152" y="47"/>
                    </a:cubicBezTo>
                    <a:cubicBezTo>
                      <a:pt x="155" y="50"/>
                      <a:pt x="155" y="50"/>
                      <a:pt x="155" y="50"/>
                    </a:cubicBezTo>
                    <a:close/>
                    <a:moveTo>
                      <a:pt x="174" y="54"/>
                    </a:moveTo>
                    <a:cubicBezTo>
                      <a:pt x="174" y="54"/>
                      <a:pt x="175" y="54"/>
                      <a:pt x="175" y="53"/>
                    </a:cubicBezTo>
                    <a:cubicBezTo>
                      <a:pt x="175" y="53"/>
                      <a:pt x="175" y="53"/>
                      <a:pt x="174" y="53"/>
                    </a:cubicBezTo>
                    <a:cubicBezTo>
                      <a:pt x="174" y="52"/>
                      <a:pt x="174" y="52"/>
                      <a:pt x="174" y="52"/>
                    </a:cubicBezTo>
                    <a:cubicBezTo>
                      <a:pt x="175" y="52"/>
                      <a:pt x="175" y="52"/>
                      <a:pt x="175" y="52"/>
                    </a:cubicBezTo>
                    <a:cubicBezTo>
                      <a:pt x="177" y="55"/>
                      <a:pt x="177" y="55"/>
                      <a:pt x="177" y="55"/>
                    </a:cubicBezTo>
                    <a:cubicBezTo>
                      <a:pt x="176" y="55"/>
                      <a:pt x="176" y="55"/>
                      <a:pt x="176" y="55"/>
                    </a:cubicBezTo>
                    <a:cubicBezTo>
                      <a:pt x="176" y="55"/>
                      <a:pt x="176" y="55"/>
                      <a:pt x="176" y="55"/>
                    </a:cubicBezTo>
                    <a:cubicBezTo>
                      <a:pt x="176" y="55"/>
                      <a:pt x="176" y="55"/>
                      <a:pt x="175" y="55"/>
                    </a:cubicBezTo>
                    <a:cubicBezTo>
                      <a:pt x="175" y="55"/>
                      <a:pt x="175" y="55"/>
                      <a:pt x="174" y="55"/>
                    </a:cubicBezTo>
                    <a:cubicBezTo>
                      <a:pt x="166" y="56"/>
                      <a:pt x="166" y="56"/>
                      <a:pt x="166" y="56"/>
                    </a:cubicBezTo>
                    <a:cubicBezTo>
                      <a:pt x="162" y="58"/>
                      <a:pt x="162" y="58"/>
                      <a:pt x="162" y="58"/>
                    </a:cubicBezTo>
                    <a:cubicBezTo>
                      <a:pt x="162" y="59"/>
                      <a:pt x="162" y="59"/>
                      <a:pt x="162" y="59"/>
                    </a:cubicBezTo>
                    <a:cubicBezTo>
                      <a:pt x="161" y="59"/>
                      <a:pt x="162" y="59"/>
                      <a:pt x="162" y="60"/>
                    </a:cubicBezTo>
                    <a:cubicBezTo>
                      <a:pt x="162" y="60"/>
                      <a:pt x="162" y="60"/>
                      <a:pt x="162" y="60"/>
                    </a:cubicBezTo>
                    <a:cubicBezTo>
                      <a:pt x="162" y="61"/>
                      <a:pt x="162" y="61"/>
                      <a:pt x="162" y="61"/>
                    </a:cubicBezTo>
                    <a:cubicBezTo>
                      <a:pt x="159" y="56"/>
                      <a:pt x="159" y="56"/>
                      <a:pt x="159" y="56"/>
                    </a:cubicBezTo>
                    <a:cubicBezTo>
                      <a:pt x="160" y="56"/>
                      <a:pt x="160" y="56"/>
                      <a:pt x="160" y="56"/>
                    </a:cubicBezTo>
                    <a:cubicBezTo>
                      <a:pt x="160" y="57"/>
                      <a:pt x="160" y="57"/>
                      <a:pt x="160" y="57"/>
                    </a:cubicBezTo>
                    <a:cubicBezTo>
                      <a:pt x="160" y="57"/>
                      <a:pt x="160" y="57"/>
                      <a:pt x="161" y="57"/>
                    </a:cubicBezTo>
                    <a:cubicBezTo>
                      <a:pt x="161" y="57"/>
                      <a:pt x="161" y="57"/>
                      <a:pt x="161" y="57"/>
                    </a:cubicBezTo>
                    <a:cubicBezTo>
                      <a:pt x="165" y="55"/>
                      <a:pt x="165" y="55"/>
                      <a:pt x="165" y="55"/>
                    </a:cubicBezTo>
                    <a:cubicBezTo>
                      <a:pt x="171" y="48"/>
                      <a:pt x="171" y="48"/>
                      <a:pt x="171" y="48"/>
                    </a:cubicBezTo>
                    <a:cubicBezTo>
                      <a:pt x="171" y="48"/>
                      <a:pt x="171" y="48"/>
                      <a:pt x="171" y="47"/>
                    </a:cubicBezTo>
                    <a:cubicBezTo>
                      <a:pt x="171" y="47"/>
                      <a:pt x="171" y="47"/>
                      <a:pt x="171" y="47"/>
                    </a:cubicBezTo>
                    <a:cubicBezTo>
                      <a:pt x="171" y="46"/>
                      <a:pt x="171" y="46"/>
                      <a:pt x="171" y="46"/>
                    </a:cubicBezTo>
                    <a:cubicBezTo>
                      <a:pt x="171" y="46"/>
                      <a:pt x="171" y="46"/>
                      <a:pt x="171" y="46"/>
                    </a:cubicBezTo>
                    <a:cubicBezTo>
                      <a:pt x="173" y="50"/>
                      <a:pt x="173" y="50"/>
                      <a:pt x="173" y="50"/>
                    </a:cubicBezTo>
                    <a:cubicBezTo>
                      <a:pt x="173" y="50"/>
                      <a:pt x="173" y="50"/>
                      <a:pt x="173" y="50"/>
                    </a:cubicBezTo>
                    <a:cubicBezTo>
                      <a:pt x="173" y="49"/>
                      <a:pt x="173" y="49"/>
                      <a:pt x="173" y="49"/>
                    </a:cubicBezTo>
                    <a:cubicBezTo>
                      <a:pt x="172" y="49"/>
                      <a:pt x="172" y="49"/>
                      <a:pt x="172" y="49"/>
                    </a:cubicBezTo>
                    <a:cubicBezTo>
                      <a:pt x="172" y="49"/>
                      <a:pt x="172" y="49"/>
                      <a:pt x="171" y="49"/>
                    </a:cubicBezTo>
                    <a:cubicBezTo>
                      <a:pt x="167" y="55"/>
                      <a:pt x="167" y="55"/>
                      <a:pt x="167" y="55"/>
                    </a:cubicBezTo>
                    <a:cubicBezTo>
                      <a:pt x="167" y="55"/>
                      <a:pt x="167" y="55"/>
                      <a:pt x="167" y="55"/>
                    </a:cubicBezTo>
                    <a:lnTo>
                      <a:pt x="174" y="54"/>
                    </a:lnTo>
                    <a:close/>
                  </a:path>
                </a:pathLst>
              </a:custGeom>
              <a:solidFill>
                <a:srgbClr val="FFFFFF"/>
              </a:solidFill>
              <a:ln w="3175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8" name="ïśľíḓé"/>
              <p:cNvSpPr/>
              <p:nvPr/>
            </p:nvSpPr>
            <p:spPr bwMode="auto">
              <a:xfrm>
                <a:off x="3667126" y="3184525"/>
                <a:ext cx="492125" cy="496888"/>
              </a:xfrm>
              <a:custGeom>
                <a:avLst/>
                <a:gdLst>
                  <a:gd name="T0" fmla="*/ 74 w 149"/>
                  <a:gd name="T1" fmla="*/ 0 h 149"/>
                  <a:gd name="T2" fmla="*/ 149 w 149"/>
                  <a:gd name="T3" fmla="*/ 74 h 149"/>
                  <a:gd name="T4" fmla="*/ 74 w 149"/>
                  <a:gd name="T5" fmla="*/ 149 h 149"/>
                  <a:gd name="T6" fmla="*/ 0 w 149"/>
                  <a:gd name="T7" fmla="*/ 74 h 149"/>
                  <a:gd name="T8" fmla="*/ 74 w 149"/>
                  <a:gd name="T9" fmla="*/ 0 h 149"/>
                  <a:gd name="T10" fmla="*/ 74 w 149"/>
                  <a:gd name="T11" fmla="*/ 2 h 149"/>
                  <a:gd name="T12" fmla="*/ 2 w 149"/>
                  <a:gd name="T13" fmla="*/ 74 h 149"/>
                  <a:gd name="T14" fmla="*/ 74 w 149"/>
                  <a:gd name="T15" fmla="*/ 146 h 149"/>
                  <a:gd name="T16" fmla="*/ 146 w 149"/>
                  <a:gd name="T17" fmla="*/ 74 h 149"/>
                  <a:gd name="T18" fmla="*/ 74 w 149"/>
                  <a:gd name="T19" fmla="*/ 2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9" h="149">
                    <a:moveTo>
                      <a:pt x="74" y="0"/>
                    </a:moveTo>
                    <a:cubicBezTo>
                      <a:pt x="115" y="0"/>
                      <a:pt x="149" y="33"/>
                      <a:pt x="149" y="74"/>
                    </a:cubicBezTo>
                    <a:cubicBezTo>
                      <a:pt x="149" y="115"/>
                      <a:pt x="115" y="149"/>
                      <a:pt x="74" y="149"/>
                    </a:cubicBezTo>
                    <a:cubicBezTo>
                      <a:pt x="33" y="149"/>
                      <a:pt x="0" y="115"/>
                      <a:pt x="0" y="74"/>
                    </a:cubicBezTo>
                    <a:cubicBezTo>
                      <a:pt x="0" y="33"/>
                      <a:pt x="33" y="0"/>
                      <a:pt x="74" y="0"/>
                    </a:cubicBezTo>
                    <a:close/>
                    <a:moveTo>
                      <a:pt x="74" y="2"/>
                    </a:moveTo>
                    <a:cubicBezTo>
                      <a:pt x="35" y="2"/>
                      <a:pt x="2" y="34"/>
                      <a:pt x="2" y="74"/>
                    </a:cubicBezTo>
                    <a:cubicBezTo>
                      <a:pt x="2" y="114"/>
                      <a:pt x="35" y="146"/>
                      <a:pt x="74" y="146"/>
                    </a:cubicBezTo>
                    <a:cubicBezTo>
                      <a:pt x="114" y="146"/>
                      <a:pt x="146" y="114"/>
                      <a:pt x="146" y="74"/>
                    </a:cubicBezTo>
                    <a:cubicBezTo>
                      <a:pt x="146" y="34"/>
                      <a:pt x="114" y="2"/>
                      <a:pt x="74" y="2"/>
                    </a:cubicBezTo>
                    <a:close/>
                  </a:path>
                </a:pathLst>
              </a:custGeom>
              <a:solidFill>
                <a:srgbClr val="0052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9" name="ïslíḍê"/>
              <p:cNvSpPr/>
              <p:nvPr/>
            </p:nvSpPr>
            <p:spPr bwMode="auto">
              <a:xfrm>
                <a:off x="3775076" y="3248025"/>
                <a:ext cx="274638" cy="146050"/>
              </a:xfrm>
              <a:custGeom>
                <a:avLst/>
                <a:gdLst>
                  <a:gd name="T0" fmla="*/ 10 w 83"/>
                  <a:gd name="T1" fmla="*/ 43 h 44"/>
                  <a:gd name="T2" fmla="*/ 18 w 83"/>
                  <a:gd name="T3" fmla="*/ 39 h 44"/>
                  <a:gd name="T4" fmla="*/ 67 w 83"/>
                  <a:gd name="T5" fmla="*/ 39 h 44"/>
                  <a:gd name="T6" fmla="*/ 73 w 83"/>
                  <a:gd name="T7" fmla="*/ 42 h 44"/>
                  <a:gd name="T8" fmla="*/ 76 w 83"/>
                  <a:gd name="T9" fmla="*/ 43 h 44"/>
                  <a:gd name="T10" fmla="*/ 83 w 83"/>
                  <a:gd name="T11" fmla="*/ 35 h 44"/>
                  <a:gd name="T12" fmla="*/ 76 w 83"/>
                  <a:gd name="T13" fmla="*/ 37 h 44"/>
                  <a:gd name="T14" fmla="*/ 69 w 83"/>
                  <a:gd name="T15" fmla="*/ 33 h 44"/>
                  <a:gd name="T16" fmla="*/ 70 w 83"/>
                  <a:gd name="T17" fmla="*/ 26 h 44"/>
                  <a:gd name="T18" fmla="*/ 64 w 83"/>
                  <a:gd name="T19" fmla="*/ 30 h 44"/>
                  <a:gd name="T20" fmla="*/ 59 w 83"/>
                  <a:gd name="T21" fmla="*/ 31 h 44"/>
                  <a:gd name="T22" fmla="*/ 56 w 83"/>
                  <a:gd name="T23" fmla="*/ 29 h 44"/>
                  <a:gd name="T24" fmla="*/ 56 w 83"/>
                  <a:gd name="T25" fmla="*/ 24 h 44"/>
                  <a:gd name="T26" fmla="*/ 58 w 83"/>
                  <a:gd name="T27" fmla="*/ 23 h 44"/>
                  <a:gd name="T28" fmla="*/ 58 w 83"/>
                  <a:gd name="T29" fmla="*/ 19 h 44"/>
                  <a:gd name="T30" fmla="*/ 54 w 83"/>
                  <a:gd name="T31" fmla="*/ 19 h 44"/>
                  <a:gd name="T32" fmla="*/ 53 w 83"/>
                  <a:gd name="T33" fmla="*/ 21 h 44"/>
                  <a:gd name="T34" fmla="*/ 44 w 83"/>
                  <a:gd name="T35" fmla="*/ 21 h 44"/>
                  <a:gd name="T36" fmla="*/ 43 w 83"/>
                  <a:gd name="T37" fmla="*/ 18 h 44"/>
                  <a:gd name="T38" fmla="*/ 44 w 83"/>
                  <a:gd name="T39" fmla="*/ 13 h 44"/>
                  <a:gd name="T40" fmla="*/ 43 w 83"/>
                  <a:gd name="T41" fmla="*/ 8 h 44"/>
                  <a:gd name="T42" fmla="*/ 43 w 83"/>
                  <a:gd name="T43" fmla="*/ 6 h 44"/>
                  <a:gd name="T44" fmla="*/ 43 w 83"/>
                  <a:gd name="T45" fmla="*/ 2 h 44"/>
                  <a:gd name="T46" fmla="*/ 43 w 83"/>
                  <a:gd name="T47" fmla="*/ 0 h 44"/>
                  <a:gd name="T48" fmla="*/ 40 w 83"/>
                  <a:gd name="T49" fmla="*/ 0 h 44"/>
                  <a:gd name="T50" fmla="*/ 39 w 83"/>
                  <a:gd name="T51" fmla="*/ 2 h 44"/>
                  <a:gd name="T52" fmla="*/ 39 w 83"/>
                  <a:gd name="T53" fmla="*/ 6 h 44"/>
                  <a:gd name="T54" fmla="*/ 39 w 83"/>
                  <a:gd name="T55" fmla="*/ 8 h 44"/>
                  <a:gd name="T56" fmla="*/ 38 w 83"/>
                  <a:gd name="T57" fmla="*/ 13 h 44"/>
                  <a:gd name="T58" fmla="*/ 38 w 83"/>
                  <a:gd name="T59" fmla="*/ 18 h 44"/>
                  <a:gd name="T60" fmla="*/ 38 w 83"/>
                  <a:gd name="T61" fmla="*/ 21 h 44"/>
                  <a:gd name="T62" fmla="*/ 30 w 83"/>
                  <a:gd name="T63" fmla="*/ 21 h 44"/>
                  <a:gd name="T64" fmla="*/ 29 w 83"/>
                  <a:gd name="T65" fmla="*/ 19 h 44"/>
                  <a:gd name="T66" fmla="*/ 25 w 83"/>
                  <a:gd name="T67" fmla="*/ 19 h 44"/>
                  <a:gd name="T68" fmla="*/ 25 w 83"/>
                  <a:gd name="T69" fmla="*/ 23 h 44"/>
                  <a:gd name="T70" fmla="*/ 26 w 83"/>
                  <a:gd name="T71" fmla="*/ 24 h 44"/>
                  <a:gd name="T72" fmla="*/ 27 w 83"/>
                  <a:gd name="T73" fmla="*/ 29 h 44"/>
                  <a:gd name="T74" fmla="*/ 22 w 83"/>
                  <a:gd name="T75" fmla="*/ 31 h 44"/>
                  <a:gd name="T76" fmla="*/ 13 w 83"/>
                  <a:gd name="T77" fmla="*/ 26 h 44"/>
                  <a:gd name="T78" fmla="*/ 13 w 83"/>
                  <a:gd name="T79" fmla="*/ 35 h 44"/>
                  <a:gd name="T80" fmla="*/ 7 w 83"/>
                  <a:gd name="T81" fmla="*/ 37 h 44"/>
                  <a:gd name="T82" fmla="*/ 0 w 83"/>
                  <a:gd name="T83" fmla="*/ 34 h 44"/>
                  <a:gd name="T84" fmla="*/ 5 w 83"/>
                  <a:gd name="T85" fmla="*/ 42 h 44"/>
                  <a:gd name="T86" fmla="*/ 10 w 83"/>
                  <a:gd name="T87" fmla="*/ 43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83" h="44">
                    <a:moveTo>
                      <a:pt x="10" y="43"/>
                    </a:moveTo>
                    <a:cubicBezTo>
                      <a:pt x="18" y="39"/>
                      <a:pt x="18" y="39"/>
                      <a:pt x="18" y="39"/>
                    </a:cubicBezTo>
                    <a:cubicBezTo>
                      <a:pt x="67" y="39"/>
                      <a:pt x="67" y="39"/>
                      <a:pt x="67" y="39"/>
                    </a:cubicBezTo>
                    <a:cubicBezTo>
                      <a:pt x="73" y="42"/>
                      <a:pt x="73" y="42"/>
                      <a:pt x="73" y="42"/>
                    </a:cubicBezTo>
                    <a:cubicBezTo>
                      <a:pt x="74" y="43"/>
                      <a:pt x="75" y="43"/>
                      <a:pt x="76" y="43"/>
                    </a:cubicBezTo>
                    <a:cubicBezTo>
                      <a:pt x="80" y="42"/>
                      <a:pt x="83" y="35"/>
                      <a:pt x="83" y="35"/>
                    </a:cubicBezTo>
                    <a:cubicBezTo>
                      <a:pt x="83" y="35"/>
                      <a:pt x="79" y="38"/>
                      <a:pt x="76" y="37"/>
                    </a:cubicBezTo>
                    <a:cubicBezTo>
                      <a:pt x="73" y="37"/>
                      <a:pt x="69" y="36"/>
                      <a:pt x="69" y="33"/>
                    </a:cubicBezTo>
                    <a:cubicBezTo>
                      <a:pt x="69" y="30"/>
                      <a:pt x="70" y="27"/>
                      <a:pt x="70" y="26"/>
                    </a:cubicBezTo>
                    <a:cubicBezTo>
                      <a:pt x="70" y="26"/>
                      <a:pt x="67" y="29"/>
                      <a:pt x="64" y="30"/>
                    </a:cubicBezTo>
                    <a:cubicBezTo>
                      <a:pt x="61" y="32"/>
                      <a:pt x="60" y="31"/>
                      <a:pt x="59" y="31"/>
                    </a:cubicBezTo>
                    <a:cubicBezTo>
                      <a:pt x="57" y="30"/>
                      <a:pt x="56" y="29"/>
                      <a:pt x="56" y="29"/>
                    </a:cubicBezTo>
                    <a:cubicBezTo>
                      <a:pt x="56" y="24"/>
                      <a:pt x="56" y="24"/>
                      <a:pt x="56" y="24"/>
                    </a:cubicBezTo>
                    <a:cubicBezTo>
                      <a:pt x="58" y="23"/>
                      <a:pt x="58" y="23"/>
                      <a:pt x="58" y="23"/>
                    </a:cubicBezTo>
                    <a:cubicBezTo>
                      <a:pt x="58" y="19"/>
                      <a:pt x="58" y="19"/>
                      <a:pt x="58" y="19"/>
                    </a:cubicBezTo>
                    <a:cubicBezTo>
                      <a:pt x="54" y="19"/>
                      <a:pt x="54" y="19"/>
                      <a:pt x="54" y="19"/>
                    </a:cubicBezTo>
                    <a:cubicBezTo>
                      <a:pt x="54" y="19"/>
                      <a:pt x="54" y="21"/>
                      <a:pt x="53" y="21"/>
                    </a:cubicBezTo>
                    <a:cubicBezTo>
                      <a:pt x="52" y="21"/>
                      <a:pt x="44" y="21"/>
                      <a:pt x="44" y="21"/>
                    </a:cubicBezTo>
                    <a:cubicBezTo>
                      <a:pt x="44" y="21"/>
                      <a:pt x="43" y="20"/>
                      <a:pt x="43" y="18"/>
                    </a:cubicBezTo>
                    <a:cubicBezTo>
                      <a:pt x="44" y="17"/>
                      <a:pt x="44" y="17"/>
                      <a:pt x="44" y="13"/>
                    </a:cubicBezTo>
                    <a:cubicBezTo>
                      <a:pt x="44" y="10"/>
                      <a:pt x="44" y="9"/>
                      <a:pt x="43" y="8"/>
                    </a:cubicBezTo>
                    <a:cubicBezTo>
                      <a:pt x="43" y="7"/>
                      <a:pt x="42" y="7"/>
                      <a:pt x="43" y="6"/>
                    </a:cubicBezTo>
                    <a:cubicBezTo>
                      <a:pt x="44" y="5"/>
                      <a:pt x="44" y="4"/>
                      <a:pt x="43" y="2"/>
                    </a:cubicBezTo>
                    <a:cubicBezTo>
                      <a:pt x="42" y="1"/>
                      <a:pt x="43" y="2"/>
                      <a:pt x="43" y="0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39" y="0"/>
                      <a:pt x="40" y="1"/>
                      <a:pt x="39" y="2"/>
                    </a:cubicBezTo>
                    <a:cubicBezTo>
                      <a:pt x="38" y="3"/>
                      <a:pt x="38" y="5"/>
                      <a:pt x="39" y="6"/>
                    </a:cubicBezTo>
                    <a:cubicBezTo>
                      <a:pt x="39" y="7"/>
                      <a:pt x="40" y="7"/>
                      <a:pt x="39" y="8"/>
                    </a:cubicBezTo>
                    <a:cubicBezTo>
                      <a:pt x="38" y="9"/>
                      <a:pt x="38" y="10"/>
                      <a:pt x="38" y="13"/>
                    </a:cubicBezTo>
                    <a:cubicBezTo>
                      <a:pt x="38" y="16"/>
                      <a:pt x="38" y="17"/>
                      <a:pt x="38" y="18"/>
                    </a:cubicBezTo>
                    <a:cubicBezTo>
                      <a:pt x="39" y="20"/>
                      <a:pt x="38" y="21"/>
                      <a:pt x="38" y="21"/>
                    </a:cubicBezTo>
                    <a:cubicBezTo>
                      <a:pt x="37" y="21"/>
                      <a:pt x="30" y="21"/>
                      <a:pt x="30" y="21"/>
                    </a:cubicBezTo>
                    <a:cubicBezTo>
                      <a:pt x="30" y="21"/>
                      <a:pt x="29" y="20"/>
                      <a:pt x="29" y="19"/>
                    </a:cubicBezTo>
                    <a:cubicBezTo>
                      <a:pt x="25" y="19"/>
                      <a:pt x="25" y="19"/>
                      <a:pt x="25" y="19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7" y="29"/>
                      <a:pt x="24" y="31"/>
                      <a:pt x="22" y="31"/>
                    </a:cubicBezTo>
                    <a:cubicBezTo>
                      <a:pt x="19" y="31"/>
                      <a:pt x="13" y="26"/>
                      <a:pt x="13" y="26"/>
                    </a:cubicBezTo>
                    <a:cubicBezTo>
                      <a:pt x="13" y="26"/>
                      <a:pt x="14" y="33"/>
                      <a:pt x="13" y="35"/>
                    </a:cubicBezTo>
                    <a:cubicBezTo>
                      <a:pt x="13" y="37"/>
                      <a:pt x="10" y="37"/>
                      <a:pt x="7" y="37"/>
                    </a:cubicBezTo>
                    <a:cubicBezTo>
                      <a:pt x="4" y="37"/>
                      <a:pt x="0" y="35"/>
                      <a:pt x="0" y="34"/>
                    </a:cubicBezTo>
                    <a:cubicBezTo>
                      <a:pt x="0" y="34"/>
                      <a:pt x="3" y="40"/>
                      <a:pt x="5" y="42"/>
                    </a:cubicBezTo>
                    <a:cubicBezTo>
                      <a:pt x="7" y="44"/>
                      <a:pt x="10" y="43"/>
                      <a:pt x="10" y="43"/>
                    </a:cubicBez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0" name="íṡļïdê"/>
              <p:cNvSpPr/>
              <p:nvPr/>
            </p:nvSpPr>
            <p:spPr bwMode="auto">
              <a:xfrm>
                <a:off x="3614738" y="3370263"/>
                <a:ext cx="596900" cy="241300"/>
              </a:xfrm>
              <a:custGeom>
                <a:avLst/>
                <a:gdLst>
                  <a:gd name="T0" fmla="*/ 58 w 181"/>
                  <a:gd name="T1" fmla="*/ 72 h 72"/>
                  <a:gd name="T2" fmla="*/ 8 w 181"/>
                  <a:gd name="T3" fmla="*/ 72 h 72"/>
                  <a:gd name="T4" fmla="*/ 3 w 181"/>
                  <a:gd name="T5" fmla="*/ 63 h 72"/>
                  <a:gd name="T6" fmla="*/ 6 w 181"/>
                  <a:gd name="T7" fmla="*/ 63 h 72"/>
                  <a:gd name="T8" fmla="*/ 11 w 181"/>
                  <a:gd name="T9" fmla="*/ 55 h 72"/>
                  <a:gd name="T10" fmla="*/ 14 w 181"/>
                  <a:gd name="T11" fmla="*/ 55 h 72"/>
                  <a:gd name="T12" fmla="*/ 14 w 181"/>
                  <a:gd name="T13" fmla="*/ 29 h 72"/>
                  <a:gd name="T14" fmla="*/ 0 w 181"/>
                  <a:gd name="T15" fmla="*/ 4 h 72"/>
                  <a:gd name="T16" fmla="*/ 30 w 181"/>
                  <a:gd name="T17" fmla="*/ 0 h 72"/>
                  <a:gd name="T18" fmla="*/ 58 w 181"/>
                  <a:gd name="T19" fmla="*/ 8 h 72"/>
                  <a:gd name="T20" fmla="*/ 51 w 181"/>
                  <a:gd name="T21" fmla="*/ 25 h 72"/>
                  <a:gd name="T22" fmla="*/ 131 w 181"/>
                  <a:gd name="T23" fmla="*/ 25 h 72"/>
                  <a:gd name="T24" fmla="*/ 122 w 181"/>
                  <a:gd name="T25" fmla="*/ 8 h 72"/>
                  <a:gd name="T26" fmla="*/ 150 w 181"/>
                  <a:gd name="T27" fmla="*/ 0 h 72"/>
                  <a:gd name="T28" fmla="*/ 181 w 181"/>
                  <a:gd name="T29" fmla="*/ 5 h 72"/>
                  <a:gd name="T30" fmla="*/ 166 w 181"/>
                  <a:gd name="T31" fmla="*/ 28 h 72"/>
                  <a:gd name="T32" fmla="*/ 166 w 181"/>
                  <a:gd name="T33" fmla="*/ 55 h 72"/>
                  <a:gd name="T34" fmla="*/ 171 w 181"/>
                  <a:gd name="T35" fmla="*/ 55 h 72"/>
                  <a:gd name="T36" fmla="*/ 178 w 181"/>
                  <a:gd name="T37" fmla="*/ 65 h 72"/>
                  <a:gd name="T38" fmla="*/ 174 w 181"/>
                  <a:gd name="T39" fmla="*/ 72 h 72"/>
                  <a:gd name="T40" fmla="*/ 58 w 181"/>
                  <a:gd name="T41" fmla="*/ 7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81" h="72">
                    <a:moveTo>
                      <a:pt x="58" y="72"/>
                    </a:moveTo>
                    <a:cubicBezTo>
                      <a:pt x="8" y="72"/>
                      <a:pt x="8" y="72"/>
                      <a:pt x="8" y="72"/>
                    </a:cubicBezTo>
                    <a:cubicBezTo>
                      <a:pt x="3" y="63"/>
                      <a:pt x="3" y="63"/>
                      <a:pt x="3" y="63"/>
                    </a:cubicBezTo>
                    <a:cubicBezTo>
                      <a:pt x="6" y="63"/>
                      <a:pt x="6" y="63"/>
                      <a:pt x="6" y="63"/>
                    </a:cubicBezTo>
                    <a:cubicBezTo>
                      <a:pt x="7" y="61"/>
                      <a:pt x="10" y="57"/>
                      <a:pt x="11" y="55"/>
                    </a:cubicBezTo>
                    <a:cubicBezTo>
                      <a:pt x="12" y="55"/>
                      <a:pt x="13" y="55"/>
                      <a:pt x="14" y="55"/>
                    </a:cubicBezTo>
                    <a:cubicBezTo>
                      <a:pt x="14" y="45"/>
                      <a:pt x="14" y="39"/>
                      <a:pt x="14" y="29"/>
                    </a:cubicBezTo>
                    <a:cubicBezTo>
                      <a:pt x="6" y="25"/>
                      <a:pt x="0" y="19"/>
                      <a:pt x="0" y="4"/>
                    </a:cubicBezTo>
                    <a:cubicBezTo>
                      <a:pt x="13" y="19"/>
                      <a:pt x="25" y="20"/>
                      <a:pt x="30" y="0"/>
                    </a:cubicBezTo>
                    <a:cubicBezTo>
                      <a:pt x="40" y="22"/>
                      <a:pt x="50" y="16"/>
                      <a:pt x="58" y="8"/>
                    </a:cubicBezTo>
                    <a:cubicBezTo>
                      <a:pt x="59" y="17"/>
                      <a:pt x="51" y="24"/>
                      <a:pt x="51" y="25"/>
                    </a:cubicBezTo>
                    <a:cubicBezTo>
                      <a:pt x="131" y="25"/>
                      <a:pt x="131" y="25"/>
                      <a:pt x="131" y="25"/>
                    </a:cubicBezTo>
                    <a:cubicBezTo>
                      <a:pt x="128" y="21"/>
                      <a:pt x="123" y="15"/>
                      <a:pt x="122" y="8"/>
                    </a:cubicBezTo>
                    <a:cubicBezTo>
                      <a:pt x="131" y="18"/>
                      <a:pt x="141" y="23"/>
                      <a:pt x="150" y="0"/>
                    </a:cubicBezTo>
                    <a:cubicBezTo>
                      <a:pt x="160" y="23"/>
                      <a:pt x="169" y="16"/>
                      <a:pt x="181" y="5"/>
                    </a:cubicBezTo>
                    <a:cubicBezTo>
                      <a:pt x="178" y="23"/>
                      <a:pt x="174" y="23"/>
                      <a:pt x="166" y="28"/>
                    </a:cubicBezTo>
                    <a:cubicBezTo>
                      <a:pt x="166" y="38"/>
                      <a:pt x="166" y="45"/>
                      <a:pt x="166" y="55"/>
                    </a:cubicBezTo>
                    <a:cubicBezTo>
                      <a:pt x="168" y="55"/>
                      <a:pt x="169" y="55"/>
                      <a:pt x="171" y="55"/>
                    </a:cubicBezTo>
                    <a:cubicBezTo>
                      <a:pt x="178" y="65"/>
                      <a:pt x="178" y="65"/>
                      <a:pt x="178" y="65"/>
                    </a:cubicBezTo>
                    <a:cubicBezTo>
                      <a:pt x="174" y="72"/>
                      <a:pt x="174" y="72"/>
                      <a:pt x="174" y="72"/>
                    </a:cubicBezTo>
                    <a:lnTo>
                      <a:pt x="58" y="7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1" name="iş1ïďe"/>
              <p:cNvSpPr/>
              <p:nvPr/>
            </p:nvSpPr>
            <p:spPr bwMode="auto">
              <a:xfrm>
                <a:off x="3624263" y="3381375"/>
                <a:ext cx="577850" cy="200025"/>
              </a:xfrm>
              <a:custGeom>
                <a:avLst/>
                <a:gdLst>
                  <a:gd name="T0" fmla="*/ 130 w 175"/>
                  <a:gd name="T1" fmla="*/ 51 h 60"/>
                  <a:gd name="T2" fmla="*/ 130 w 175"/>
                  <a:gd name="T3" fmla="*/ 50 h 60"/>
                  <a:gd name="T4" fmla="*/ 48 w 175"/>
                  <a:gd name="T5" fmla="*/ 50 h 60"/>
                  <a:gd name="T6" fmla="*/ 48 w 175"/>
                  <a:gd name="T7" fmla="*/ 51 h 60"/>
                  <a:gd name="T8" fmla="*/ 52 w 175"/>
                  <a:gd name="T9" fmla="*/ 51 h 60"/>
                  <a:gd name="T10" fmla="*/ 48 w 175"/>
                  <a:gd name="T11" fmla="*/ 60 h 60"/>
                  <a:gd name="T12" fmla="*/ 7 w 175"/>
                  <a:gd name="T13" fmla="*/ 60 h 60"/>
                  <a:gd name="T14" fmla="*/ 10 w 175"/>
                  <a:gd name="T15" fmla="*/ 54 h 60"/>
                  <a:gd name="T16" fmla="*/ 14 w 175"/>
                  <a:gd name="T17" fmla="*/ 54 h 60"/>
                  <a:gd name="T18" fmla="*/ 13 w 175"/>
                  <a:gd name="T19" fmla="*/ 25 h 60"/>
                  <a:gd name="T20" fmla="*/ 0 w 175"/>
                  <a:gd name="T21" fmla="*/ 7 h 60"/>
                  <a:gd name="T22" fmla="*/ 28 w 175"/>
                  <a:gd name="T23" fmla="*/ 0 h 60"/>
                  <a:gd name="T24" fmla="*/ 55 w 175"/>
                  <a:gd name="T25" fmla="*/ 7 h 60"/>
                  <a:gd name="T26" fmla="*/ 48 w 175"/>
                  <a:gd name="T27" fmla="*/ 22 h 60"/>
                  <a:gd name="T28" fmla="*/ 127 w 175"/>
                  <a:gd name="T29" fmla="*/ 22 h 60"/>
                  <a:gd name="T30" fmla="*/ 119 w 175"/>
                  <a:gd name="T31" fmla="*/ 7 h 60"/>
                  <a:gd name="T32" fmla="*/ 147 w 175"/>
                  <a:gd name="T33" fmla="*/ 0 h 60"/>
                  <a:gd name="T34" fmla="*/ 175 w 175"/>
                  <a:gd name="T35" fmla="*/ 7 h 60"/>
                  <a:gd name="T36" fmla="*/ 161 w 175"/>
                  <a:gd name="T37" fmla="*/ 24 h 60"/>
                  <a:gd name="T38" fmla="*/ 161 w 175"/>
                  <a:gd name="T39" fmla="*/ 53 h 60"/>
                  <a:gd name="T40" fmla="*/ 165 w 175"/>
                  <a:gd name="T41" fmla="*/ 53 h 60"/>
                  <a:gd name="T42" fmla="*/ 169 w 175"/>
                  <a:gd name="T43" fmla="*/ 60 h 60"/>
                  <a:gd name="T44" fmla="*/ 128 w 175"/>
                  <a:gd name="T45" fmla="*/ 60 h 60"/>
                  <a:gd name="T46" fmla="*/ 124 w 175"/>
                  <a:gd name="T47" fmla="*/ 51 h 60"/>
                  <a:gd name="T48" fmla="*/ 130 w 175"/>
                  <a:gd name="T49" fmla="*/ 51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75" h="60">
                    <a:moveTo>
                      <a:pt x="130" y="51"/>
                    </a:moveTo>
                    <a:cubicBezTo>
                      <a:pt x="130" y="50"/>
                      <a:pt x="130" y="50"/>
                      <a:pt x="130" y="50"/>
                    </a:cubicBezTo>
                    <a:cubicBezTo>
                      <a:pt x="48" y="50"/>
                      <a:pt x="48" y="50"/>
                      <a:pt x="48" y="50"/>
                    </a:cubicBezTo>
                    <a:cubicBezTo>
                      <a:pt x="48" y="51"/>
                      <a:pt x="48" y="51"/>
                      <a:pt x="48" y="51"/>
                    </a:cubicBezTo>
                    <a:cubicBezTo>
                      <a:pt x="52" y="51"/>
                      <a:pt x="52" y="51"/>
                      <a:pt x="52" y="51"/>
                    </a:cubicBezTo>
                    <a:cubicBezTo>
                      <a:pt x="48" y="60"/>
                      <a:pt x="48" y="60"/>
                      <a:pt x="48" y="60"/>
                    </a:cubicBezTo>
                    <a:cubicBezTo>
                      <a:pt x="34" y="60"/>
                      <a:pt x="20" y="60"/>
                      <a:pt x="7" y="60"/>
                    </a:cubicBezTo>
                    <a:cubicBezTo>
                      <a:pt x="8" y="58"/>
                      <a:pt x="9" y="56"/>
                      <a:pt x="10" y="54"/>
                    </a:cubicBezTo>
                    <a:cubicBezTo>
                      <a:pt x="11" y="54"/>
                      <a:pt x="12" y="54"/>
                      <a:pt x="14" y="54"/>
                    </a:cubicBezTo>
                    <a:cubicBezTo>
                      <a:pt x="14" y="44"/>
                      <a:pt x="13" y="34"/>
                      <a:pt x="13" y="25"/>
                    </a:cubicBezTo>
                    <a:cubicBezTo>
                      <a:pt x="5" y="20"/>
                      <a:pt x="1" y="14"/>
                      <a:pt x="0" y="7"/>
                    </a:cubicBezTo>
                    <a:cubicBezTo>
                      <a:pt x="12" y="18"/>
                      <a:pt x="22" y="17"/>
                      <a:pt x="28" y="0"/>
                    </a:cubicBezTo>
                    <a:cubicBezTo>
                      <a:pt x="37" y="22"/>
                      <a:pt x="47" y="15"/>
                      <a:pt x="55" y="7"/>
                    </a:cubicBezTo>
                    <a:cubicBezTo>
                      <a:pt x="55" y="14"/>
                      <a:pt x="50" y="17"/>
                      <a:pt x="48" y="22"/>
                    </a:cubicBezTo>
                    <a:cubicBezTo>
                      <a:pt x="127" y="22"/>
                      <a:pt x="127" y="22"/>
                      <a:pt x="127" y="22"/>
                    </a:cubicBezTo>
                    <a:cubicBezTo>
                      <a:pt x="125" y="18"/>
                      <a:pt x="120" y="14"/>
                      <a:pt x="119" y="7"/>
                    </a:cubicBezTo>
                    <a:cubicBezTo>
                      <a:pt x="127" y="15"/>
                      <a:pt x="137" y="22"/>
                      <a:pt x="147" y="0"/>
                    </a:cubicBezTo>
                    <a:cubicBezTo>
                      <a:pt x="153" y="17"/>
                      <a:pt x="163" y="18"/>
                      <a:pt x="175" y="7"/>
                    </a:cubicBezTo>
                    <a:cubicBezTo>
                      <a:pt x="173" y="14"/>
                      <a:pt x="169" y="19"/>
                      <a:pt x="161" y="24"/>
                    </a:cubicBezTo>
                    <a:cubicBezTo>
                      <a:pt x="161" y="34"/>
                      <a:pt x="161" y="44"/>
                      <a:pt x="161" y="53"/>
                    </a:cubicBezTo>
                    <a:cubicBezTo>
                      <a:pt x="162" y="53"/>
                      <a:pt x="164" y="53"/>
                      <a:pt x="165" y="53"/>
                    </a:cubicBezTo>
                    <a:cubicBezTo>
                      <a:pt x="166" y="55"/>
                      <a:pt x="167" y="58"/>
                      <a:pt x="169" y="60"/>
                    </a:cubicBezTo>
                    <a:cubicBezTo>
                      <a:pt x="155" y="60"/>
                      <a:pt x="142" y="60"/>
                      <a:pt x="128" y="60"/>
                    </a:cubicBezTo>
                    <a:cubicBezTo>
                      <a:pt x="124" y="51"/>
                      <a:pt x="124" y="51"/>
                      <a:pt x="124" y="51"/>
                    </a:cubicBezTo>
                    <a:lnTo>
                      <a:pt x="130" y="51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2" name="ïṩḷíḍé"/>
              <p:cNvSpPr/>
              <p:nvPr/>
            </p:nvSpPr>
            <p:spPr bwMode="auto">
              <a:xfrm>
                <a:off x="4065588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3" name="ïśľíḍè"/>
              <p:cNvSpPr/>
              <p:nvPr/>
            </p:nvSpPr>
            <p:spPr bwMode="auto">
              <a:xfrm>
                <a:off x="3740151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4" name="í$ḻîḋè"/>
              <p:cNvSpPr/>
              <p:nvPr/>
            </p:nvSpPr>
            <p:spPr bwMode="auto">
              <a:xfrm>
                <a:off x="4125913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5" name="iṣļíḋe"/>
              <p:cNvSpPr/>
              <p:nvPr/>
            </p:nvSpPr>
            <p:spPr bwMode="auto">
              <a:xfrm>
                <a:off x="3709988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6" name="iṩḷiḓé"/>
              <p:cNvSpPr/>
              <p:nvPr/>
            </p:nvSpPr>
            <p:spPr bwMode="auto">
              <a:xfrm>
                <a:off x="4095751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7" name="iSľiḍè"/>
              <p:cNvSpPr/>
              <p:nvPr/>
            </p:nvSpPr>
            <p:spPr bwMode="auto">
              <a:xfrm>
                <a:off x="3663951" y="3460750"/>
                <a:ext cx="495300" cy="31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8" name="ïṩḷîḍe"/>
              <p:cNvSpPr/>
              <p:nvPr/>
            </p:nvSpPr>
            <p:spPr bwMode="auto">
              <a:xfrm>
                <a:off x="3663951" y="3473450"/>
                <a:ext cx="115888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9" name="íšḻiḑê"/>
              <p:cNvSpPr/>
              <p:nvPr/>
            </p:nvSpPr>
            <p:spPr bwMode="auto">
              <a:xfrm>
                <a:off x="3789363" y="3473450"/>
                <a:ext cx="428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0" name="ïṩļïďè"/>
              <p:cNvSpPr/>
              <p:nvPr/>
            </p:nvSpPr>
            <p:spPr bwMode="auto">
              <a:xfrm>
                <a:off x="3851276" y="3473450"/>
                <a:ext cx="57150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1" name="îṥlïḋê"/>
              <p:cNvSpPr/>
              <p:nvPr/>
            </p:nvSpPr>
            <p:spPr bwMode="auto">
              <a:xfrm>
                <a:off x="3917951" y="3473450"/>
                <a:ext cx="555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2" name="îṧľïdè"/>
              <p:cNvSpPr/>
              <p:nvPr/>
            </p:nvSpPr>
            <p:spPr bwMode="auto">
              <a:xfrm>
                <a:off x="3994151" y="3473450"/>
                <a:ext cx="428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3" name="iSḷîḓê"/>
              <p:cNvSpPr/>
              <p:nvPr/>
            </p:nvSpPr>
            <p:spPr bwMode="auto">
              <a:xfrm>
                <a:off x="4046538" y="3473450"/>
                <a:ext cx="11271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4" name="îślíďè"/>
              <p:cNvSpPr/>
              <p:nvPr/>
            </p:nvSpPr>
            <p:spPr bwMode="auto">
              <a:xfrm>
                <a:off x="3979863" y="3473450"/>
                <a:ext cx="7938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5" name="iSḻïḍè"/>
              <p:cNvSpPr/>
              <p:nvPr/>
            </p:nvSpPr>
            <p:spPr bwMode="auto">
              <a:xfrm>
                <a:off x="3838576" y="3473450"/>
                <a:ext cx="6350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6" name="ïṡliḑê"/>
              <p:cNvSpPr/>
              <p:nvPr/>
            </p:nvSpPr>
            <p:spPr bwMode="auto">
              <a:xfrm>
                <a:off x="3851276" y="3384550"/>
                <a:ext cx="26988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7" name="islïďé"/>
              <p:cNvSpPr/>
              <p:nvPr/>
            </p:nvSpPr>
            <p:spPr bwMode="auto">
              <a:xfrm>
                <a:off x="3817938" y="3384550"/>
                <a:ext cx="26988" cy="15875"/>
              </a:xfrm>
              <a:custGeom>
                <a:avLst/>
                <a:gdLst>
                  <a:gd name="T0" fmla="*/ 7 w 8"/>
                  <a:gd name="T1" fmla="*/ 0 h 5"/>
                  <a:gd name="T2" fmla="*/ 8 w 8"/>
                  <a:gd name="T3" fmla="*/ 2 h 5"/>
                  <a:gd name="T4" fmla="*/ 1 w 8"/>
                  <a:gd name="T5" fmla="*/ 5 h 5"/>
                  <a:gd name="T6" fmla="*/ 7 w 8"/>
                  <a:gd name="T7" fmla="*/ 0 h 5"/>
                  <a:gd name="T8" fmla="*/ 7 w 8"/>
                  <a:gd name="T9" fmla="*/ 0 h 5"/>
                  <a:gd name="T10" fmla="*/ 7 w 8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5">
                    <a:moveTo>
                      <a:pt x="7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0" y="2"/>
                      <a:pt x="7" y="0"/>
                    </a:cubicBezTo>
                    <a:close/>
                    <a:moveTo>
                      <a:pt x="7" y="0"/>
                    </a:moveTo>
                    <a:cubicBezTo>
                      <a:pt x="7" y="0"/>
                      <a:pt x="7" y="0"/>
                      <a:pt x="7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8" name="îṥḷîdé"/>
              <p:cNvSpPr/>
              <p:nvPr/>
            </p:nvSpPr>
            <p:spPr bwMode="auto">
              <a:xfrm>
                <a:off x="3983038" y="3384550"/>
                <a:ext cx="26988" cy="15875"/>
              </a:xfrm>
              <a:custGeom>
                <a:avLst/>
                <a:gdLst>
                  <a:gd name="T0" fmla="*/ 1 w 8"/>
                  <a:gd name="T1" fmla="*/ 0 h 5"/>
                  <a:gd name="T2" fmla="*/ 0 w 8"/>
                  <a:gd name="T3" fmla="*/ 2 h 5"/>
                  <a:gd name="T4" fmla="*/ 7 w 8"/>
                  <a:gd name="T5" fmla="*/ 5 h 5"/>
                  <a:gd name="T6" fmla="*/ 1 w 8"/>
                  <a:gd name="T7" fmla="*/ 0 h 5"/>
                  <a:gd name="T8" fmla="*/ 1 w 8"/>
                  <a:gd name="T9" fmla="*/ 0 h 5"/>
                  <a:gd name="T10" fmla="*/ 1 w 8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5">
                    <a:moveTo>
                      <a:pt x="1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7" y="5"/>
                      <a:pt x="7" y="5"/>
                      <a:pt x="7" y="5"/>
                    </a:cubicBezTo>
                    <a:cubicBezTo>
                      <a:pt x="7" y="5"/>
                      <a:pt x="8" y="2"/>
                      <a:pt x="1" y="0"/>
                    </a:cubicBezTo>
                    <a:close/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9" name="isḷîḋé"/>
              <p:cNvSpPr/>
              <p:nvPr/>
            </p:nvSpPr>
            <p:spPr bwMode="auto">
              <a:xfrm>
                <a:off x="3884613" y="3384550"/>
                <a:ext cx="26988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0" name="iśḷïḑè"/>
              <p:cNvSpPr/>
              <p:nvPr/>
            </p:nvSpPr>
            <p:spPr bwMode="auto">
              <a:xfrm>
                <a:off x="3917951" y="3384550"/>
                <a:ext cx="25400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1" name="iṧľiďé"/>
              <p:cNvSpPr/>
              <p:nvPr/>
            </p:nvSpPr>
            <p:spPr bwMode="auto">
              <a:xfrm>
                <a:off x="3951288" y="3384550"/>
                <a:ext cx="25400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2" name="išľïḍé"/>
              <p:cNvSpPr/>
              <p:nvPr/>
            </p:nvSpPr>
            <p:spPr bwMode="auto">
              <a:xfrm>
                <a:off x="3771901" y="3484563"/>
                <a:ext cx="7938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3" name="îŝlîḑè"/>
              <p:cNvSpPr/>
              <p:nvPr/>
            </p:nvSpPr>
            <p:spPr bwMode="auto">
              <a:xfrm>
                <a:off x="3786188" y="3484563"/>
                <a:ext cx="46038" cy="60325"/>
              </a:xfrm>
              <a:custGeom>
                <a:avLst/>
                <a:gdLst>
                  <a:gd name="T0" fmla="*/ 8 w 29"/>
                  <a:gd name="T1" fmla="*/ 0 h 38"/>
                  <a:gd name="T2" fmla="*/ 20 w 29"/>
                  <a:gd name="T3" fmla="*/ 0 h 38"/>
                  <a:gd name="T4" fmla="*/ 29 w 29"/>
                  <a:gd name="T5" fmla="*/ 8 h 38"/>
                  <a:gd name="T6" fmla="*/ 29 w 29"/>
                  <a:gd name="T7" fmla="*/ 38 h 38"/>
                  <a:gd name="T8" fmla="*/ 0 w 29"/>
                  <a:gd name="T9" fmla="*/ 38 h 38"/>
                  <a:gd name="T10" fmla="*/ 0 w 29"/>
                  <a:gd name="T11" fmla="*/ 8 h 38"/>
                  <a:gd name="T12" fmla="*/ 8 w 29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8">
                    <a:moveTo>
                      <a:pt x="8" y="0"/>
                    </a:moveTo>
                    <a:lnTo>
                      <a:pt x="20" y="0"/>
                    </a:lnTo>
                    <a:lnTo>
                      <a:pt x="29" y="8"/>
                    </a:lnTo>
                    <a:lnTo>
                      <a:pt x="29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4" name="îṩḻíḓe"/>
              <p:cNvSpPr/>
              <p:nvPr/>
            </p:nvSpPr>
            <p:spPr bwMode="auto">
              <a:xfrm>
                <a:off x="3994151" y="3484563"/>
                <a:ext cx="46038" cy="60325"/>
              </a:xfrm>
              <a:custGeom>
                <a:avLst/>
                <a:gdLst>
                  <a:gd name="T0" fmla="*/ 8 w 29"/>
                  <a:gd name="T1" fmla="*/ 0 h 38"/>
                  <a:gd name="T2" fmla="*/ 18 w 29"/>
                  <a:gd name="T3" fmla="*/ 0 h 38"/>
                  <a:gd name="T4" fmla="*/ 29 w 29"/>
                  <a:gd name="T5" fmla="*/ 8 h 38"/>
                  <a:gd name="T6" fmla="*/ 29 w 29"/>
                  <a:gd name="T7" fmla="*/ 38 h 38"/>
                  <a:gd name="T8" fmla="*/ 0 w 29"/>
                  <a:gd name="T9" fmla="*/ 38 h 38"/>
                  <a:gd name="T10" fmla="*/ 0 w 29"/>
                  <a:gd name="T11" fmla="*/ 8 h 38"/>
                  <a:gd name="T12" fmla="*/ 8 w 29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8">
                    <a:moveTo>
                      <a:pt x="8" y="0"/>
                    </a:moveTo>
                    <a:lnTo>
                      <a:pt x="18" y="0"/>
                    </a:lnTo>
                    <a:lnTo>
                      <a:pt x="29" y="8"/>
                    </a:lnTo>
                    <a:lnTo>
                      <a:pt x="29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5" name="î$1îdè"/>
              <p:cNvSpPr/>
              <p:nvPr/>
            </p:nvSpPr>
            <p:spPr bwMode="auto">
              <a:xfrm>
                <a:off x="3851276" y="3484563"/>
                <a:ext cx="122238" cy="60325"/>
              </a:xfrm>
              <a:custGeom>
                <a:avLst/>
                <a:gdLst>
                  <a:gd name="T0" fmla="*/ 9 w 77"/>
                  <a:gd name="T1" fmla="*/ 0 h 38"/>
                  <a:gd name="T2" fmla="*/ 69 w 77"/>
                  <a:gd name="T3" fmla="*/ 0 h 38"/>
                  <a:gd name="T4" fmla="*/ 77 w 77"/>
                  <a:gd name="T5" fmla="*/ 8 h 38"/>
                  <a:gd name="T6" fmla="*/ 77 w 77"/>
                  <a:gd name="T7" fmla="*/ 38 h 38"/>
                  <a:gd name="T8" fmla="*/ 0 w 77"/>
                  <a:gd name="T9" fmla="*/ 38 h 38"/>
                  <a:gd name="T10" fmla="*/ 0 w 77"/>
                  <a:gd name="T11" fmla="*/ 8 h 38"/>
                  <a:gd name="T12" fmla="*/ 9 w 77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7" h="38">
                    <a:moveTo>
                      <a:pt x="9" y="0"/>
                    </a:moveTo>
                    <a:lnTo>
                      <a:pt x="69" y="0"/>
                    </a:lnTo>
                    <a:lnTo>
                      <a:pt x="77" y="8"/>
                    </a:lnTo>
                    <a:lnTo>
                      <a:pt x="77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6" name="iśľïḓe"/>
              <p:cNvSpPr/>
              <p:nvPr/>
            </p:nvSpPr>
            <p:spPr bwMode="auto">
              <a:xfrm>
                <a:off x="4046538" y="3484563"/>
                <a:ext cx="6350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7" name="iṣļïḑè"/>
              <p:cNvSpPr/>
              <p:nvPr/>
            </p:nvSpPr>
            <p:spPr bwMode="auto">
              <a:xfrm>
                <a:off x="3838576" y="3484563"/>
                <a:ext cx="6350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8" name="iṡḷidé"/>
              <p:cNvSpPr/>
              <p:nvPr/>
            </p:nvSpPr>
            <p:spPr bwMode="auto">
              <a:xfrm>
                <a:off x="3979863" y="3484563"/>
                <a:ext cx="3175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9" name="íṡḷíḋe"/>
              <p:cNvSpPr/>
              <p:nvPr/>
            </p:nvSpPr>
            <p:spPr bwMode="auto">
              <a:xfrm>
                <a:off x="3811588" y="3551238"/>
                <a:ext cx="20478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0" name="íŝ1iḑê"/>
              <p:cNvSpPr/>
              <p:nvPr/>
            </p:nvSpPr>
            <p:spPr bwMode="auto">
              <a:xfrm>
                <a:off x="3805238" y="3557588"/>
                <a:ext cx="214313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1" name="îṩḷiḑe"/>
              <p:cNvSpPr/>
              <p:nvPr/>
            </p:nvSpPr>
            <p:spPr bwMode="auto">
              <a:xfrm>
                <a:off x="3802063" y="3567113"/>
                <a:ext cx="220663" cy="1588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2" name="iṧḻiḑê"/>
              <p:cNvSpPr/>
              <p:nvPr/>
            </p:nvSpPr>
            <p:spPr bwMode="auto">
              <a:xfrm>
                <a:off x="3802063" y="3570288"/>
                <a:ext cx="22383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3" name="ïṣḻîḋè"/>
              <p:cNvSpPr/>
              <p:nvPr/>
            </p:nvSpPr>
            <p:spPr bwMode="auto">
              <a:xfrm>
                <a:off x="3795713" y="3581400"/>
                <a:ext cx="234950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4" name="îṡ1îḍé"/>
              <p:cNvSpPr/>
              <p:nvPr/>
            </p:nvSpPr>
            <p:spPr bwMode="auto">
              <a:xfrm>
                <a:off x="3633788" y="3587750"/>
                <a:ext cx="560388" cy="6350"/>
              </a:xfrm>
              <a:custGeom>
                <a:avLst/>
                <a:gdLst>
                  <a:gd name="T0" fmla="*/ 0 w 353"/>
                  <a:gd name="T1" fmla="*/ 0 h 4"/>
                  <a:gd name="T2" fmla="*/ 353 w 353"/>
                  <a:gd name="T3" fmla="*/ 0 h 4"/>
                  <a:gd name="T4" fmla="*/ 351 w 353"/>
                  <a:gd name="T5" fmla="*/ 4 h 4"/>
                  <a:gd name="T6" fmla="*/ 2 w 353"/>
                  <a:gd name="T7" fmla="*/ 4 h 4"/>
                  <a:gd name="T8" fmla="*/ 0 w 353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3" h="4">
                    <a:moveTo>
                      <a:pt x="0" y="0"/>
                    </a:moveTo>
                    <a:lnTo>
                      <a:pt x="353" y="0"/>
                    </a:lnTo>
                    <a:lnTo>
                      <a:pt x="351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5" name="îš1íḑe"/>
              <p:cNvSpPr/>
              <p:nvPr/>
            </p:nvSpPr>
            <p:spPr bwMode="auto">
              <a:xfrm>
                <a:off x="3640138" y="3600450"/>
                <a:ext cx="547688" cy="6350"/>
              </a:xfrm>
              <a:custGeom>
                <a:avLst/>
                <a:gdLst>
                  <a:gd name="T0" fmla="*/ 0 w 345"/>
                  <a:gd name="T1" fmla="*/ 0 h 4"/>
                  <a:gd name="T2" fmla="*/ 345 w 345"/>
                  <a:gd name="T3" fmla="*/ 0 h 4"/>
                  <a:gd name="T4" fmla="*/ 343 w 345"/>
                  <a:gd name="T5" fmla="*/ 4 h 4"/>
                  <a:gd name="T6" fmla="*/ 2 w 345"/>
                  <a:gd name="T7" fmla="*/ 4 h 4"/>
                  <a:gd name="T8" fmla="*/ 0 w 345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5" h="4">
                    <a:moveTo>
                      <a:pt x="0" y="0"/>
                    </a:moveTo>
                    <a:lnTo>
                      <a:pt x="345" y="0"/>
                    </a:lnTo>
                    <a:lnTo>
                      <a:pt x="343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6" name="iš1ïḍe"/>
              <p:cNvSpPr/>
              <p:nvPr/>
            </p:nvSpPr>
            <p:spPr bwMode="auto">
              <a:xfrm>
                <a:off x="3736976" y="3406775"/>
                <a:ext cx="352425" cy="4763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7" name="îSḻîde"/>
              <p:cNvSpPr/>
              <p:nvPr/>
            </p:nvSpPr>
            <p:spPr bwMode="auto">
              <a:xfrm>
                <a:off x="3746501" y="3417888"/>
                <a:ext cx="3333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" name="î$ḻîḑé"/>
              <p:cNvSpPr/>
              <p:nvPr/>
            </p:nvSpPr>
            <p:spPr bwMode="auto">
              <a:xfrm>
                <a:off x="3805238" y="3417888"/>
                <a:ext cx="211138" cy="1588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" name="íŝļïḓe"/>
              <p:cNvSpPr/>
              <p:nvPr/>
            </p:nvSpPr>
            <p:spPr bwMode="auto">
              <a:xfrm>
                <a:off x="3811588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" name="îS1iḍé"/>
              <p:cNvSpPr/>
              <p:nvPr/>
            </p:nvSpPr>
            <p:spPr bwMode="auto">
              <a:xfrm>
                <a:off x="3802063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" name="išlïdé"/>
              <p:cNvSpPr/>
              <p:nvPr/>
            </p:nvSpPr>
            <p:spPr bwMode="auto">
              <a:xfrm>
                <a:off x="3789363" y="3421063"/>
                <a:ext cx="6350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" name="ïSlïde"/>
              <p:cNvSpPr/>
              <p:nvPr/>
            </p:nvSpPr>
            <p:spPr bwMode="auto">
              <a:xfrm>
                <a:off x="3822701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" name="îşľïďe"/>
              <p:cNvSpPr/>
              <p:nvPr/>
            </p:nvSpPr>
            <p:spPr bwMode="auto">
              <a:xfrm>
                <a:off x="3832226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" name="ïşľíďê"/>
              <p:cNvSpPr/>
              <p:nvPr/>
            </p:nvSpPr>
            <p:spPr bwMode="auto">
              <a:xfrm>
                <a:off x="38449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" name="íś1ïdè"/>
              <p:cNvSpPr/>
              <p:nvPr/>
            </p:nvSpPr>
            <p:spPr bwMode="auto">
              <a:xfrm>
                <a:off x="3854451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6" name="iṩḷiḍe"/>
              <p:cNvSpPr/>
              <p:nvPr/>
            </p:nvSpPr>
            <p:spPr bwMode="auto">
              <a:xfrm>
                <a:off x="3865563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7" name="ïŝ1iďè"/>
              <p:cNvSpPr/>
              <p:nvPr/>
            </p:nvSpPr>
            <p:spPr bwMode="auto">
              <a:xfrm>
                <a:off x="3878263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8" name="íṩļíḋê"/>
              <p:cNvSpPr/>
              <p:nvPr/>
            </p:nvSpPr>
            <p:spPr bwMode="auto">
              <a:xfrm>
                <a:off x="3887788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9" name="ïṧ1ïdè"/>
              <p:cNvSpPr/>
              <p:nvPr/>
            </p:nvSpPr>
            <p:spPr bwMode="auto">
              <a:xfrm>
                <a:off x="3897313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0" name="íŝḻîḍé"/>
              <p:cNvSpPr/>
              <p:nvPr/>
            </p:nvSpPr>
            <p:spPr bwMode="auto">
              <a:xfrm>
                <a:off x="3908426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1" name="îşḻïḓé"/>
              <p:cNvSpPr/>
              <p:nvPr/>
            </p:nvSpPr>
            <p:spPr bwMode="auto">
              <a:xfrm>
                <a:off x="39211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2" name="íśļíďè"/>
              <p:cNvSpPr/>
              <p:nvPr/>
            </p:nvSpPr>
            <p:spPr bwMode="auto">
              <a:xfrm>
                <a:off x="3930651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3" name="iŝ1ïdé"/>
              <p:cNvSpPr/>
              <p:nvPr/>
            </p:nvSpPr>
            <p:spPr bwMode="auto">
              <a:xfrm>
                <a:off x="3940176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4" name="is1ídè"/>
              <p:cNvSpPr/>
              <p:nvPr/>
            </p:nvSpPr>
            <p:spPr bwMode="auto">
              <a:xfrm>
                <a:off x="3951288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2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5" name="islíďê"/>
              <p:cNvSpPr/>
              <p:nvPr/>
            </p:nvSpPr>
            <p:spPr bwMode="auto">
              <a:xfrm>
                <a:off x="3963988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6" name="iṩlíḑê"/>
              <p:cNvSpPr/>
              <p:nvPr/>
            </p:nvSpPr>
            <p:spPr bwMode="auto">
              <a:xfrm>
                <a:off x="3973513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7" name="îṥḷïďê"/>
              <p:cNvSpPr/>
              <p:nvPr/>
            </p:nvSpPr>
            <p:spPr bwMode="auto">
              <a:xfrm>
                <a:off x="3983038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8" name="íṥḻïďè"/>
              <p:cNvSpPr/>
              <p:nvPr/>
            </p:nvSpPr>
            <p:spPr bwMode="auto">
              <a:xfrm>
                <a:off x="39973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9" name="íṡḷíḍè"/>
              <p:cNvSpPr/>
              <p:nvPr/>
            </p:nvSpPr>
            <p:spPr bwMode="auto">
              <a:xfrm>
                <a:off x="4006851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0" name="î$ḷîḑé"/>
              <p:cNvSpPr/>
              <p:nvPr/>
            </p:nvSpPr>
            <p:spPr bwMode="auto">
              <a:xfrm>
                <a:off x="4016376" y="3421063"/>
                <a:ext cx="6350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1" name="í$ľîdè"/>
              <p:cNvSpPr/>
              <p:nvPr/>
            </p:nvSpPr>
            <p:spPr bwMode="auto">
              <a:xfrm>
                <a:off x="4025901" y="3421063"/>
                <a:ext cx="7938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2" name="iṥ1iḍè"/>
              <p:cNvSpPr/>
              <p:nvPr/>
            </p:nvSpPr>
            <p:spPr bwMode="auto">
              <a:xfrm>
                <a:off x="4040188" y="3417888"/>
                <a:ext cx="3968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3" name="ïslidé"/>
              <p:cNvSpPr/>
              <p:nvPr/>
            </p:nvSpPr>
            <p:spPr bwMode="auto">
              <a:xfrm>
                <a:off x="3679826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4" name="íṡlïďè"/>
              <p:cNvSpPr/>
              <p:nvPr/>
            </p:nvSpPr>
            <p:spPr bwMode="auto">
              <a:xfrm>
                <a:off x="3884613" y="3490913"/>
                <a:ext cx="55563" cy="53975"/>
              </a:xfrm>
              <a:custGeom>
                <a:avLst/>
                <a:gdLst>
                  <a:gd name="T0" fmla="*/ 0 w 35"/>
                  <a:gd name="T1" fmla="*/ 0 h 34"/>
                  <a:gd name="T2" fmla="*/ 35 w 35"/>
                  <a:gd name="T3" fmla="*/ 0 h 34"/>
                  <a:gd name="T4" fmla="*/ 35 w 35"/>
                  <a:gd name="T5" fmla="*/ 34 h 34"/>
                  <a:gd name="T6" fmla="*/ 0 w 35"/>
                  <a:gd name="T7" fmla="*/ 34 h 34"/>
                  <a:gd name="T8" fmla="*/ 0 w 35"/>
                  <a:gd name="T9" fmla="*/ 0 h 34"/>
                  <a:gd name="T10" fmla="*/ 0 w 35"/>
                  <a:gd name="T11" fmla="*/ 0 h 34"/>
                  <a:gd name="T12" fmla="*/ 4 w 35"/>
                  <a:gd name="T13" fmla="*/ 8 h 34"/>
                  <a:gd name="T14" fmla="*/ 4 w 35"/>
                  <a:gd name="T15" fmla="*/ 27 h 34"/>
                  <a:gd name="T16" fmla="*/ 8 w 35"/>
                  <a:gd name="T17" fmla="*/ 27 h 34"/>
                  <a:gd name="T18" fmla="*/ 8 w 35"/>
                  <a:gd name="T19" fmla="*/ 8 h 34"/>
                  <a:gd name="T20" fmla="*/ 4 w 35"/>
                  <a:gd name="T21" fmla="*/ 8 h 34"/>
                  <a:gd name="T22" fmla="*/ 4 w 35"/>
                  <a:gd name="T23" fmla="*/ 8 h 34"/>
                  <a:gd name="T24" fmla="*/ 29 w 35"/>
                  <a:gd name="T25" fmla="*/ 8 h 34"/>
                  <a:gd name="T26" fmla="*/ 29 w 35"/>
                  <a:gd name="T27" fmla="*/ 27 h 34"/>
                  <a:gd name="T28" fmla="*/ 31 w 35"/>
                  <a:gd name="T29" fmla="*/ 27 h 34"/>
                  <a:gd name="T30" fmla="*/ 31 w 35"/>
                  <a:gd name="T31" fmla="*/ 8 h 34"/>
                  <a:gd name="T32" fmla="*/ 29 w 35"/>
                  <a:gd name="T33" fmla="*/ 8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5" h="34">
                    <a:moveTo>
                      <a:pt x="0" y="0"/>
                    </a:moveTo>
                    <a:lnTo>
                      <a:pt x="35" y="0"/>
                    </a:lnTo>
                    <a:lnTo>
                      <a:pt x="35" y="34"/>
                    </a:lnTo>
                    <a:lnTo>
                      <a:pt x="0" y="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4" y="8"/>
                    </a:moveTo>
                    <a:lnTo>
                      <a:pt x="4" y="27"/>
                    </a:lnTo>
                    <a:lnTo>
                      <a:pt x="8" y="27"/>
                    </a:lnTo>
                    <a:lnTo>
                      <a:pt x="8" y="8"/>
                    </a:lnTo>
                    <a:lnTo>
                      <a:pt x="4" y="8"/>
                    </a:lnTo>
                    <a:lnTo>
                      <a:pt x="4" y="8"/>
                    </a:lnTo>
                    <a:close/>
                    <a:moveTo>
                      <a:pt x="29" y="8"/>
                    </a:moveTo>
                    <a:lnTo>
                      <a:pt x="29" y="27"/>
                    </a:lnTo>
                    <a:lnTo>
                      <a:pt x="31" y="27"/>
                    </a:lnTo>
                    <a:lnTo>
                      <a:pt x="31" y="8"/>
                    </a:lnTo>
                    <a:lnTo>
                      <a:pt x="29" y="8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5" name="iṧ1ïḓè"/>
              <p:cNvSpPr/>
              <p:nvPr/>
            </p:nvSpPr>
            <p:spPr bwMode="auto">
              <a:xfrm>
                <a:off x="3551238" y="3067050"/>
                <a:ext cx="722313" cy="727075"/>
              </a:xfrm>
              <a:custGeom>
                <a:avLst/>
                <a:gdLst>
                  <a:gd name="T0" fmla="*/ 109 w 219"/>
                  <a:gd name="T1" fmla="*/ 0 h 218"/>
                  <a:gd name="T2" fmla="*/ 219 w 219"/>
                  <a:gd name="T3" fmla="*/ 109 h 218"/>
                  <a:gd name="T4" fmla="*/ 109 w 219"/>
                  <a:gd name="T5" fmla="*/ 218 h 218"/>
                  <a:gd name="T6" fmla="*/ 0 w 219"/>
                  <a:gd name="T7" fmla="*/ 109 h 218"/>
                  <a:gd name="T8" fmla="*/ 109 w 219"/>
                  <a:gd name="T9" fmla="*/ 0 h 218"/>
                  <a:gd name="T10" fmla="*/ 109 w 219"/>
                  <a:gd name="T11" fmla="*/ 3 h 218"/>
                  <a:gd name="T12" fmla="*/ 4 w 219"/>
                  <a:gd name="T13" fmla="*/ 109 h 218"/>
                  <a:gd name="T14" fmla="*/ 109 w 219"/>
                  <a:gd name="T15" fmla="*/ 215 h 218"/>
                  <a:gd name="T16" fmla="*/ 215 w 219"/>
                  <a:gd name="T17" fmla="*/ 109 h 218"/>
                  <a:gd name="T18" fmla="*/ 109 w 219"/>
                  <a:gd name="T19" fmla="*/ 3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9" h="218">
                    <a:moveTo>
                      <a:pt x="109" y="0"/>
                    </a:moveTo>
                    <a:cubicBezTo>
                      <a:pt x="170" y="0"/>
                      <a:pt x="219" y="49"/>
                      <a:pt x="219" y="109"/>
                    </a:cubicBezTo>
                    <a:cubicBezTo>
                      <a:pt x="219" y="169"/>
                      <a:pt x="170" y="218"/>
                      <a:pt x="109" y="218"/>
                    </a:cubicBezTo>
                    <a:cubicBezTo>
                      <a:pt x="49" y="218"/>
                      <a:pt x="0" y="169"/>
                      <a:pt x="0" y="109"/>
                    </a:cubicBezTo>
                    <a:cubicBezTo>
                      <a:pt x="0" y="49"/>
                      <a:pt x="49" y="0"/>
                      <a:pt x="109" y="0"/>
                    </a:cubicBezTo>
                    <a:close/>
                    <a:moveTo>
                      <a:pt x="109" y="3"/>
                    </a:moveTo>
                    <a:cubicBezTo>
                      <a:pt x="51" y="3"/>
                      <a:pt x="4" y="51"/>
                      <a:pt x="4" y="109"/>
                    </a:cubicBezTo>
                    <a:cubicBezTo>
                      <a:pt x="4" y="167"/>
                      <a:pt x="51" y="215"/>
                      <a:pt x="109" y="215"/>
                    </a:cubicBezTo>
                    <a:cubicBezTo>
                      <a:pt x="168" y="215"/>
                      <a:pt x="215" y="167"/>
                      <a:pt x="215" y="109"/>
                    </a:cubicBezTo>
                    <a:cubicBezTo>
                      <a:pt x="215" y="51"/>
                      <a:pt x="168" y="3"/>
                      <a:pt x="109" y="3"/>
                    </a:cubicBez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47" name="íşḷïḑe"/>
            <p:cNvGrpSpPr/>
            <p:nvPr userDrawn="1"/>
          </p:nvGrpSpPr>
          <p:grpSpPr>
            <a:xfrm>
              <a:off x="4894762" y="471192"/>
              <a:ext cx="4437911" cy="1614111"/>
              <a:chOff x="4412452" y="3106738"/>
              <a:chExt cx="2312689" cy="841148"/>
            </a:xfrm>
          </p:grpSpPr>
          <p:grpSp>
            <p:nvGrpSpPr>
              <p:cNvPr id="248" name="îṥľíḑé"/>
              <p:cNvGrpSpPr/>
              <p:nvPr/>
            </p:nvGrpSpPr>
            <p:grpSpPr>
              <a:xfrm>
                <a:off x="4422776" y="3106738"/>
                <a:ext cx="2293937" cy="617538"/>
                <a:chOff x="4422776" y="3106738"/>
                <a:chExt cx="2293937" cy="617538"/>
              </a:xfrm>
            </p:grpSpPr>
            <p:sp>
              <p:nvSpPr>
                <p:cNvPr id="265" name="išḻiḑé"/>
                <p:cNvSpPr/>
                <p:nvPr/>
              </p:nvSpPr>
              <p:spPr bwMode="auto">
                <a:xfrm>
                  <a:off x="4811713" y="3200400"/>
                  <a:ext cx="49213" cy="100013"/>
                </a:xfrm>
                <a:custGeom>
                  <a:avLst/>
                  <a:gdLst>
                    <a:gd name="T0" fmla="*/ 0 w 15"/>
                    <a:gd name="T1" fmla="*/ 1 h 30"/>
                    <a:gd name="T2" fmla="*/ 1 w 15"/>
                    <a:gd name="T3" fmla="*/ 12 h 30"/>
                    <a:gd name="T4" fmla="*/ 0 w 15"/>
                    <a:gd name="T5" fmla="*/ 21 h 30"/>
                    <a:gd name="T6" fmla="*/ 2 w 15"/>
                    <a:gd name="T7" fmla="*/ 28 h 30"/>
                    <a:gd name="T8" fmla="*/ 7 w 15"/>
                    <a:gd name="T9" fmla="*/ 30 h 30"/>
                    <a:gd name="T10" fmla="*/ 12 w 15"/>
                    <a:gd name="T11" fmla="*/ 26 h 30"/>
                    <a:gd name="T12" fmla="*/ 15 w 15"/>
                    <a:gd name="T13" fmla="*/ 18 h 30"/>
                    <a:gd name="T14" fmla="*/ 3 w 15"/>
                    <a:gd name="T15" fmla="*/ 0 h 30"/>
                    <a:gd name="T16" fmla="*/ 0 w 15"/>
                    <a:gd name="T17" fmla="*/ 1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30">
                      <a:moveTo>
                        <a:pt x="0" y="1"/>
                      </a:moveTo>
                      <a:cubicBezTo>
                        <a:pt x="1" y="12"/>
                        <a:pt x="1" y="12"/>
                        <a:pt x="1" y="12"/>
                      </a:cubicBezTo>
                      <a:cubicBezTo>
                        <a:pt x="1" y="13"/>
                        <a:pt x="0" y="18"/>
                        <a:pt x="0" y="21"/>
                      </a:cubicBezTo>
                      <a:cubicBezTo>
                        <a:pt x="0" y="24"/>
                        <a:pt x="2" y="25"/>
                        <a:pt x="2" y="28"/>
                      </a:cubicBezTo>
                      <a:cubicBezTo>
                        <a:pt x="7" y="30"/>
                        <a:pt x="7" y="30"/>
                        <a:pt x="7" y="30"/>
                      </a:cubicBezTo>
                      <a:cubicBezTo>
                        <a:pt x="9" y="27"/>
                        <a:pt x="10" y="29"/>
                        <a:pt x="12" y="26"/>
                      </a:cubicBezTo>
                      <a:cubicBezTo>
                        <a:pt x="14" y="23"/>
                        <a:pt x="14" y="21"/>
                        <a:pt x="15" y="18"/>
                      </a:cubicBezTo>
                      <a:cubicBezTo>
                        <a:pt x="12" y="7"/>
                        <a:pt x="13" y="5"/>
                        <a:pt x="3" y="0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6" name="íṥľíďè"/>
                <p:cNvSpPr/>
                <p:nvPr/>
              </p:nvSpPr>
              <p:spPr bwMode="auto">
                <a:xfrm>
                  <a:off x="5221288" y="3184525"/>
                  <a:ext cx="36513" cy="122238"/>
                </a:xfrm>
                <a:custGeom>
                  <a:avLst/>
                  <a:gdLst>
                    <a:gd name="T0" fmla="*/ 0 w 11"/>
                    <a:gd name="T1" fmla="*/ 3 h 37"/>
                    <a:gd name="T2" fmla="*/ 2 w 11"/>
                    <a:gd name="T3" fmla="*/ 14 h 37"/>
                    <a:gd name="T4" fmla="*/ 0 w 11"/>
                    <a:gd name="T5" fmla="*/ 33 h 37"/>
                    <a:gd name="T6" fmla="*/ 0 w 11"/>
                    <a:gd name="T7" fmla="*/ 36 h 37"/>
                    <a:gd name="T8" fmla="*/ 2 w 11"/>
                    <a:gd name="T9" fmla="*/ 37 h 37"/>
                    <a:gd name="T10" fmla="*/ 8 w 11"/>
                    <a:gd name="T11" fmla="*/ 27 h 37"/>
                    <a:gd name="T12" fmla="*/ 11 w 11"/>
                    <a:gd name="T13" fmla="*/ 17 h 37"/>
                    <a:gd name="T14" fmla="*/ 11 w 11"/>
                    <a:gd name="T15" fmla="*/ 15 h 37"/>
                    <a:gd name="T16" fmla="*/ 7 w 11"/>
                    <a:gd name="T17" fmla="*/ 2 h 37"/>
                    <a:gd name="T18" fmla="*/ 2 w 11"/>
                    <a:gd name="T19" fmla="*/ 0 h 37"/>
                    <a:gd name="T20" fmla="*/ 0 w 11"/>
                    <a:gd name="T21" fmla="*/ 3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1" h="37">
                      <a:moveTo>
                        <a:pt x="0" y="3"/>
                      </a:moveTo>
                      <a:cubicBezTo>
                        <a:pt x="2" y="14"/>
                        <a:pt x="2" y="14"/>
                        <a:pt x="2" y="14"/>
                      </a:cubicBezTo>
                      <a:cubicBezTo>
                        <a:pt x="2" y="19"/>
                        <a:pt x="0" y="27"/>
                        <a:pt x="0" y="33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2" y="36"/>
                        <a:pt x="1" y="37"/>
                        <a:pt x="2" y="37"/>
                      </a:cubicBezTo>
                      <a:cubicBezTo>
                        <a:pt x="3" y="37"/>
                        <a:pt x="7" y="28"/>
                        <a:pt x="8" y="27"/>
                      </a:cubicBezTo>
                      <a:cubicBezTo>
                        <a:pt x="9" y="24"/>
                        <a:pt x="11" y="21"/>
                        <a:pt x="11" y="17"/>
                      </a:cubicBezTo>
                      <a:cubicBezTo>
                        <a:pt x="11" y="15"/>
                        <a:pt x="11" y="15"/>
                        <a:pt x="11" y="15"/>
                      </a:cubicBezTo>
                      <a:cubicBezTo>
                        <a:pt x="11" y="7"/>
                        <a:pt x="8" y="7"/>
                        <a:pt x="7" y="2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1"/>
                        <a:pt x="0" y="1"/>
                        <a:pt x="0" y="3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7" name="íś1iḑe"/>
                <p:cNvSpPr/>
                <p:nvPr/>
              </p:nvSpPr>
              <p:spPr bwMode="auto">
                <a:xfrm>
                  <a:off x="4554538" y="3251200"/>
                  <a:ext cx="119063" cy="58738"/>
                </a:xfrm>
                <a:custGeom>
                  <a:avLst/>
                  <a:gdLst>
                    <a:gd name="T0" fmla="*/ 0 w 36"/>
                    <a:gd name="T1" fmla="*/ 15 h 18"/>
                    <a:gd name="T2" fmla="*/ 2 w 36"/>
                    <a:gd name="T3" fmla="*/ 16 h 18"/>
                    <a:gd name="T4" fmla="*/ 13 w 36"/>
                    <a:gd name="T5" fmla="*/ 18 h 18"/>
                    <a:gd name="T6" fmla="*/ 16 w 36"/>
                    <a:gd name="T7" fmla="*/ 18 h 18"/>
                    <a:gd name="T8" fmla="*/ 22 w 36"/>
                    <a:gd name="T9" fmla="*/ 17 h 18"/>
                    <a:gd name="T10" fmla="*/ 23 w 36"/>
                    <a:gd name="T11" fmla="*/ 17 h 18"/>
                    <a:gd name="T12" fmla="*/ 30 w 36"/>
                    <a:gd name="T13" fmla="*/ 13 h 18"/>
                    <a:gd name="T14" fmla="*/ 36 w 36"/>
                    <a:gd name="T15" fmla="*/ 8 h 18"/>
                    <a:gd name="T16" fmla="*/ 36 w 36"/>
                    <a:gd name="T17" fmla="*/ 7 h 18"/>
                    <a:gd name="T18" fmla="*/ 36 w 36"/>
                    <a:gd name="T19" fmla="*/ 4 h 18"/>
                    <a:gd name="T20" fmla="*/ 32 w 36"/>
                    <a:gd name="T21" fmla="*/ 0 h 18"/>
                    <a:gd name="T22" fmla="*/ 24 w 36"/>
                    <a:gd name="T23" fmla="*/ 3 h 18"/>
                    <a:gd name="T24" fmla="*/ 16 w 36"/>
                    <a:gd name="T25" fmla="*/ 7 h 18"/>
                    <a:gd name="T26" fmla="*/ 0 w 36"/>
                    <a:gd name="T27" fmla="*/ 15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6" h="18">
                      <a:moveTo>
                        <a:pt x="0" y="15"/>
                      </a:moveTo>
                      <a:cubicBezTo>
                        <a:pt x="1" y="16"/>
                        <a:pt x="1" y="16"/>
                        <a:pt x="2" y="16"/>
                      </a:cubicBezTo>
                      <a:cubicBezTo>
                        <a:pt x="6" y="16"/>
                        <a:pt x="9" y="18"/>
                        <a:pt x="13" y="18"/>
                      </a:cubicBezTo>
                      <a:cubicBezTo>
                        <a:pt x="16" y="18"/>
                        <a:pt x="16" y="18"/>
                        <a:pt x="16" y="18"/>
                      </a:cubicBezTo>
                      <a:cubicBezTo>
                        <a:pt x="22" y="17"/>
                        <a:pt x="22" y="17"/>
                        <a:pt x="22" y="17"/>
                      </a:cubicBezTo>
                      <a:cubicBezTo>
                        <a:pt x="23" y="17"/>
                        <a:pt x="23" y="17"/>
                        <a:pt x="23" y="17"/>
                      </a:cubicBezTo>
                      <a:cubicBezTo>
                        <a:pt x="26" y="16"/>
                        <a:pt x="28" y="14"/>
                        <a:pt x="30" y="13"/>
                      </a:cubicBezTo>
                      <a:cubicBezTo>
                        <a:pt x="34" y="11"/>
                        <a:pt x="33" y="10"/>
                        <a:pt x="36" y="8"/>
                      </a:cubicBezTo>
                      <a:cubicBezTo>
                        <a:pt x="36" y="7"/>
                        <a:pt x="36" y="7"/>
                        <a:pt x="36" y="7"/>
                      </a:cubicBezTo>
                      <a:cubicBezTo>
                        <a:pt x="36" y="4"/>
                        <a:pt x="36" y="4"/>
                        <a:pt x="36" y="4"/>
                      </a:cubicBezTo>
                      <a:cubicBezTo>
                        <a:pt x="36" y="1"/>
                        <a:pt x="33" y="2"/>
                        <a:pt x="32" y="0"/>
                      </a:cubicBezTo>
                      <a:cubicBezTo>
                        <a:pt x="29" y="1"/>
                        <a:pt x="27" y="1"/>
                        <a:pt x="24" y="3"/>
                      </a:cubicBezTo>
                      <a:cubicBezTo>
                        <a:pt x="21" y="4"/>
                        <a:pt x="19" y="6"/>
                        <a:pt x="16" y="7"/>
                      </a:cubicBezTo>
                      <a:cubicBezTo>
                        <a:pt x="11" y="11"/>
                        <a:pt x="4" y="10"/>
                        <a:pt x="0" y="1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8" name="iṩ1iḋè"/>
                <p:cNvSpPr/>
                <p:nvPr/>
              </p:nvSpPr>
              <p:spPr bwMode="auto">
                <a:xfrm>
                  <a:off x="6359526" y="3263900"/>
                  <a:ext cx="93663" cy="139700"/>
                </a:xfrm>
                <a:custGeom>
                  <a:avLst/>
                  <a:gdLst>
                    <a:gd name="T0" fmla="*/ 15 w 28"/>
                    <a:gd name="T1" fmla="*/ 1 h 42"/>
                    <a:gd name="T2" fmla="*/ 6 w 28"/>
                    <a:gd name="T3" fmla="*/ 11 h 42"/>
                    <a:gd name="T4" fmla="*/ 6 w 28"/>
                    <a:gd name="T5" fmla="*/ 13 h 42"/>
                    <a:gd name="T6" fmla="*/ 5 w 28"/>
                    <a:gd name="T7" fmla="*/ 16 h 42"/>
                    <a:gd name="T8" fmla="*/ 6 w 28"/>
                    <a:gd name="T9" fmla="*/ 20 h 42"/>
                    <a:gd name="T10" fmla="*/ 6 w 28"/>
                    <a:gd name="T11" fmla="*/ 21 h 42"/>
                    <a:gd name="T12" fmla="*/ 0 w 28"/>
                    <a:gd name="T13" fmla="*/ 38 h 42"/>
                    <a:gd name="T14" fmla="*/ 0 w 28"/>
                    <a:gd name="T15" fmla="*/ 41 h 42"/>
                    <a:gd name="T16" fmla="*/ 3 w 28"/>
                    <a:gd name="T17" fmla="*/ 42 h 42"/>
                    <a:gd name="T18" fmla="*/ 9 w 28"/>
                    <a:gd name="T19" fmla="*/ 32 h 42"/>
                    <a:gd name="T20" fmla="*/ 12 w 28"/>
                    <a:gd name="T21" fmla="*/ 26 h 42"/>
                    <a:gd name="T22" fmla="*/ 14 w 28"/>
                    <a:gd name="T23" fmla="*/ 26 h 42"/>
                    <a:gd name="T24" fmla="*/ 20 w 28"/>
                    <a:gd name="T25" fmla="*/ 26 h 42"/>
                    <a:gd name="T26" fmla="*/ 28 w 28"/>
                    <a:gd name="T27" fmla="*/ 14 h 42"/>
                    <a:gd name="T28" fmla="*/ 28 w 28"/>
                    <a:gd name="T29" fmla="*/ 6 h 42"/>
                    <a:gd name="T30" fmla="*/ 28 w 28"/>
                    <a:gd name="T31" fmla="*/ 5 h 42"/>
                    <a:gd name="T32" fmla="*/ 27 w 28"/>
                    <a:gd name="T33" fmla="*/ 3 h 42"/>
                    <a:gd name="T34" fmla="*/ 26 w 28"/>
                    <a:gd name="T35" fmla="*/ 3 h 42"/>
                    <a:gd name="T36" fmla="*/ 24 w 28"/>
                    <a:gd name="T37" fmla="*/ 3 h 42"/>
                    <a:gd name="T38" fmla="*/ 23 w 28"/>
                    <a:gd name="T39" fmla="*/ 3 h 42"/>
                    <a:gd name="T40" fmla="*/ 20 w 28"/>
                    <a:gd name="T41" fmla="*/ 0 h 42"/>
                    <a:gd name="T42" fmla="*/ 15 w 28"/>
                    <a:gd name="T43" fmla="*/ 1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28" h="42">
                      <a:moveTo>
                        <a:pt x="15" y="1"/>
                      </a:moveTo>
                      <a:cubicBezTo>
                        <a:pt x="15" y="10"/>
                        <a:pt x="8" y="6"/>
                        <a:pt x="6" y="11"/>
                      </a:cubicBezTo>
                      <a:cubicBezTo>
                        <a:pt x="6" y="13"/>
                        <a:pt x="6" y="13"/>
                        <a:pt x="6" y="13"/>
                      </a:cubicBezTo>
                      <a:cubicBezTo>
                        <a:pt x="6" y="14"/>
                        <a:pt x="5" y="14"/>
                        <a:pt x="5" y="16"/>
                      </a:cubicBezTo>
                      <a:cubicBezTo>
                        <a:pt x="6" y="20"/>
                        <a:pt x="6" y="20"/>
                        <a:pt x="6" y="20"/>
                      </a:cubicBezTo>
                      <a:cubicBezTo>
                        <a:pt x="6" y="21"/>
                        <a:pt x="6" y="21"/>
                        <a:pt x="6" y="21"/>
                      </a:cubicBezTo>
                      <a:cubicBezTo>
                        <a:pt x="6" y="29"/>
                        <a:pt x="0" y="31"/>
                        <a:pt x="0" y="3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2" y="42"/>
                        <a:pt x="2" y="42"/>
                        <a:pt x="3" y="42"/>
                      </a:cubicBezTo>
                      <a:cubicBezTo>
                        <a:pt x="7" y="42"/>
                        <a:pt x="9" y="36"/>
                        <a:pt x="9" y="32"/>
                      </a:cubicBezTo>
                      <a:cubicBezTo>
                        <a:pt x="9" y="29"/>
                        <a:pt x="10" y="26"/>
                        <a:pt x="12" y="26"/>
                      </a:cubicBezTo>
                      <a:cubicBezTo>
                        <a:pt x="14" y="26"/>
                        <a:pt x="14" y="26"/>
                        <a:pt x="14" y="26"/>
                      </a:cubicBezTo>
                      <a:cubicBezTo>
                        <a:pt x="20" y="26"/>
                        <a:pt x="20" y="26"/>
                        <a:pt x="20" y="26"/>
                      </a:cubicBezTo>
                      <a:cubicBezTo>
                        <a:pt x="24" y="24"/>
                        <a:pt x="28" y="21"/>
                        <a:pt x="28" y="14"/>
                      </a:cubicBezTo>
                      <a:cubicBezTo>
                        <a:pt x="28" y="6"/>
                        <a:pt x="28" y="6"/>
                        <a:pt x="28" y="6"/>
                      </a:cubicBezTo>
                      <a:cubicBezTo>
                        <a:pt x="28" y="5"/>
                        <a:pt x="28" y="5"/>
                        <a:pt x="28" y="5"/>
                      </a:cubicBezTo>
                      <a:cubicBezTo>
                        <a:pt x="27" y="3"/>
                        <a:pt x="27" y="3"/>
                        <a:pt x="27" y="3"/>
                      </a:cubicBezTo>
                      <a:cubicBezTo>
                        <a:pt x="26" y="3"/>
                        <a:pt x="26" y="3"/>
                        <a:pt x="26" y="3"/>
                      </a:cubicBezTo>
                      <a:cubicBezTo>
                        <a:pt x="24" y="3"/>
                        <a:pt x="24" y="3"/>
                        <a:pt x="24" y="3"/>
                      </a:cubicBezTo>
                      <a:cubicBezTo>
                        <a:pt x="23" y="3"/>
                        <a:pt x="23" y="3"/>
                        <a:pt x="23" y="3"/>
                      </a:cubicBezTo>
                      <a:cubicBezTo>
                        <a:pt x="20" y="0"/>
                        <a:pt x="20" y="0"/>
                        <a:pt x="20" y="0"/>
                      </a:cubicBezTo>
                      <a:lnTo>
                        <a:pt x="15" y="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9" name="íṩlïḓè"/>
                <p:cNvSpPr/>
                <p:nvPr/>
              </p:nvSpPr>
              <p:spPr bwMode="auto">
                <a:xfrm>
                  <a:off x="5826126" y="3273425"/>
                  <a:ext cx="223838" cy="293688"/>
                </a:xfrm>
                <a:custGeom>
                  <a:avLst/>
                  <a:gdLst>
                    <a:gd name="T0" fmla="*/ 38 w 68"/>
                    <a:gd name="T1" fmla="*/ 16 h 88"/>
                    <a:gd name="T2" fmla="*/ 40 w 68"/>
                    <a:gd name="T3" fmla="*/ 5 h 88"/>
                    <a:gd name="T4" fmla="*/ 36 w 68"/>
                    <a:gd name="T5" fmla="*/ 1 h 88"/>
                    <a:gd name="T6" fmla="*/ 36 w 68"/>
                    <a:gd name="T7" fmla="*/ 1 h 88"/>
                    <a:gd name="T8" fmla="*/ 33 w 68"/>
                    <a:gd name="T9" fmla="*/ 0 h 88"/>
                    <a:gd name="T10" fmla="*/ 24 w 68"/>
                    <a:gd name="T11" fmla="*/ 7 h 88"/>
                    <a:gd name="T12" fmla="*/ 24 w 68"/>
                    <a:gd name="T13" fmla="*/ 8 h 88"/>
                    <a:gd name="T14" fmla="*/ 26 w 68"/>
                    <a:gd name="T15" fmla="*/ 18 h 88"/>
                    <a:gd name="T16" fmla="*/ 27 w 68"/>
                    <a:gd name="T17" fmla="*/ 28 h 88"/>
                    <a:gd name="T18" fmla="*/ 27 w 68"/>
                    <a:gd name="T19" fmla="*/ 39 h 88"/>
                    <a:gd name="T20" fmla="*/ 16 w 68"/>
                    <a:gd name="T21" fmla="*/ 48 h 88"/>
                    <a:gd name="T22" fmla="*/ 7 w 68"/>
                    <a:gd name="T23" fmla="*/ 49 h 88"/>
                    <a:gd name="T24" fmla="*/ 5 w 68"/>
                    <a:gd name="T25" fmla="*/ 49 h 88"/>
                    <a:gd name="T26" fmla="*/ 4 w 68"/>
                    <a:gd name="T27" fmla="*/ 49 h 88"/>
                    <a:gd name="T28" fmla="*/ 0 w 68"/>
                    <a:gd name="T29" fmla="*/ 54 h 88"/>
                    <a:gd name="T30" fmla="*/ 5 w 68"/>
                    <a:gd name="T31" fmla="*/ 60 h 88"/>
                    <a:gd name="T32" fmla="*/ 11 w 68"/>
                    <a:gd name="T33" fmla="*/ 60 h 88"/>
                    <a:gd name="T34" fmla="*/ 13 w 68"/>
                    <a:gd name="T35" fmla="*/ 59 h 88"/>
                    <a:gd name="T36" fmla="*/ 20 w 68"/>
                    <a:gd name="T37" fmla="*/ 66 h 88"/>
                    <a:gd name="T38" fmla="*/ 17 w 68"/>
                    <a:gd name="T39" fmla="*/ 72 h 88"/>
                    <a:gd name="T40" fmla="*/ 13 w 68"/>
                    <a:gd name="T41" fmla="*/ 76 h 88"/>
                    <a:gd name="T42" fmla="*/ 2 w 68"/>
                    <a:gd name="T43" fmla="*/ 82 h 88"/>
                    <a:gd name="T44" fmla="*/ 2 w 68"/>
                    <a:gd name="T45" fmla="*/ 83 h 88"/>
                    <a:gd name="T46" fmla="*/ 2 w 68"/>
                    <a:gd name="T47" fmla="*/ 87 h 88"/>
                    <a:gd name="T48" fmla="*/ 4 w 68"/>
                    <a:gd name="T49" fmla="*/ 88 h 88"/>
                    <a:gd name="T50" fmla="*/ 25 w 68"/>
                    <a:gd name="T51" fmla="*/ 77 h 88"/>
                    <a:gd name="T52" fmla="*/ 31 w 68"/>
                    <a:gd name="T53" fmla="*/ 69 h 88"/>
                    <a:gd name="T54" fmla="*/ 40 w 68"/>
                    <a:gd name="T55" fmla="*/ 63 h 88"/>
                    <a:gd name="T56" fmla="*/ 52 w 68"/>
                    <a:gd name="T57" fmla="*/ 70 h 88"/>
                    <a:gd name="T58" fmla="*/ 48 w 68"/>
                    <a:gd name="T59" fmla="*/ 79 h 88"/>
                    <a:gd name="T60" fmla="*/ 59 w 68"/>
                    <a:gd name="T61" fmla="*/ 81 h 88"/>
                    <a:gd name="T62" fmla="*/ 68 w 68"/>
                    <a:gd name="T63" fmla="*/ 71 h 88"/>
                    <a:gd name="T64" fmla="*/ 59 w 68"/>
                    <a:gd name="T65" fmla="*/ 62 h 88"/>
                    <a:gd name="T66" fmla="*/ 44 w 68"/>
                    <a:gd name="T67" fmla="*/ 60 h 88"/>
                    <a:gd name="T68" fmla="*/ 42 w 68"/>
                    <a:gd name="T69" fmla="*/ 60 h 88"/>
                    <a:gd name="T70" fmla="*/ 36 w 68"/>
                    <a:gd name="T71" fmla="*/ 53 h 88"/>
                    <a:gd name="T72" fmla="*/ 48 w 68"/>
                    <a:gd name="T73" fmla="*/ 42 h 88"/>
                    <a:gd name="T74" fmla="*/ 59 w 68"/>
                    <a:gd name="T75" fmla="*/ 32 h 88"/>
                    <a:gd name="T76" fmla="*/ 59 w 68"/>
                    <a:gd name="T77" fmla="*/ 30 h 88"/>
                    <a:gd name="T78" fmla="*/ 59 w 68"/>
                    <a:gd name="T79" fmla="*/ 29 h 88"/>
                    <a:gd name="T80" fmla="*/ 54 w 68"/>
                    <a:gd name="T81" fmla="*/ 26 h 88"/>
                    <a:gd name="T82" fmla="*/ 51 w 68"/>
                    <a:gd name="T83" fmla="*/ 27 h 88"/>
                    <a:gd name="T84" fmla="*/ 50 w 68"/>
                    <a:gd name="T85" fmla="*/ 27 h 88"/>
                    <a:gd name="T86" fmla="*/ 41 w 68"/>
                    <a:gd name="T87" fmla="*/ 33 h 88"/>
                    <a:gd name="T88" fmla="*/ 38 w 68"/>
                    <a:gd name="T89" fmla="*/ 28 h 88"/>
                    <a:gd name="T90" fmla="*/ 38 w 68"/>
                    <a:gd name="T91" fmla="*/ 27 h 88"/>
                    <a:gd name="T92" fmla="*/ 38 w 68"/>
                    <a:gd name="T93" fmla="*/ 16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68" h="88">
                      <a:moveTo>
                        <a:pt x="38" y="16"/>
                      </a:moveTo>
                      <a:cubicBezTo>
                        <a:pt x="39" y="11"/>
                        <a:pt x="40" y="9"/>
                        <a:pt x="40" y="5"/>
                      </a:cubicBezTo>
                      <a:cubicBezTo>
                        <a:pt x="40" y="3"/>
                        <a:pt x="38" y="1"/>
                        <a:pt x="36" y="1"/>
                      </a:cubicBezTo>
                      <a:cubicBezTo>
                        <a:pt x="36" y="1"/>
                        <a:pt x="36" y="1"/>
                        <a:pt x="36" y="1"/>
                      </a:cubicBezTo>
                      <a:cubicBezTo>
                        <a:pt x="34" y="1"/>
                        <a:pt x="34" y="1"/>
                        <a:pt x="33" y="0"/>
                      </a:cubicBezTo>
                      <a:cubicBezTo>
                        <a:pt x="28" y="3"/>
                        <a:pt x="28" y="1"/>
                        <a:pt x="24" y="7"/>
                      </a:cubicBezTo>
                      <a:cubicBezTo>
                        <a:pt x="24" y="8"/>
                        <a:pt x="24" y="8"/>
                        <a:pt x="24" y="8"/>
                      </a:cubicBezTo>
                      <a:cubicBezTo>
                        <a:pt x="24" y="12"/>
                        <a:pt x="26" y="14"/>
                        <a:pt x="26" y="18"/>
                      </a:cubicBezTo>
                      <a:cubicBezTo>
                        <a:pt x="27" y="28"/>
                        <a:pt x="27" y="28"/>
                        <a:pt x="27" y="28"/>
                      </a:cubicBezTo>
                      <a:cubicBezTo>
                        <a:pt x="27" y="39"/>
                        <a:pt x="27" y="39"/>
                        <a:pt x="27" y="39"/>
                      </a:cubicBezTo>
                      <a:cubicBezTo>
                        <a:pt x="28" y="45"/>
                        <a:pt x="22" y="48"/>
                        <a:pt x="16" y="48"/>
                      </a:cubicBezTo>
                      <a:cubicBezTo>
                        <a:pt x="7" y="49"/>
                        <a:pt x="7" y="49"/>
                        <a:pt x="7" y="49"/>
                      </a:cubicBezTo>
                      <a:cubicBezTo>
                        <a:pt x="5" y="49"/>
                        <a:pt x="5" y="49"/>
                        <a:pt x="5" y="49"/>
                      </a:cubicBezTo>
                      <a:cubicBezTo>
                        <a:pt x="4" y="49"/>
                        <a:pt x="4" y="49"/>
                        <a:pt x="4" y="49"/>
                      </a:cubicBezTo>
                      <a:cubicBezTo>
                        <a:pt x="2" y="50"/>
                        <a:pt x="0" y="51"/>
                        <a:pt x="0" y="54"/>
                      </a:cubicBezTo>
                      <a:cubicBezTo>
                        <a:pt x="0" y="56"/>
                        <a:pt x="3" y="60"/>
                        <a:pt x="5" y="60"/>
                      </a:cubicBezTo>
                      <a:cubicBezTo>
                        <a:pt x="11" y="60"/>
                        <a:pt x="11" y="60"/>
                        <a:pt x="11" y="60"/>
                      </a:cubicBezTo>
                      <a:cubicBezTo>
                        <a:pt x="12" y="60"/>
                        <a:pt x="12" y="60"/>
                        <a:pt x="13" y="59"/>
                      </a:cubicBezTo>
                      <a:cubicBezTo>
                        <a:pt x="17" y="62"/>
                        <a:pt x="17" y="60"/>
                        <a:pt x="20" y="66"/>
                      </a:cubicBezTo>
                      <a:cubicBezTo>
                        <a:pt x="18" y="69"/>
                        <a:pt x="20" y="68"/>
                        <a:pt x="17" y="72"/>
                      </a:cubicBezTo>
                      <a:cubicBezTo>
                        <a:pt x="15" y="73"/>
                        <a:pt x="15" y="75"/>
                        <a:pt x="13" y="76"/>
                      </a:cubicBezTo>
                      <a:cubicBezTo>
                        <a:pt x="8" y="79"/>
                        <a:pt x="7" y="80"/>
                        <a:pt x="2" y="82"/>
                      </a:cubicBezTo>
                      <a:cubicBezTo>
                        <a:pt x="2" y="83"/>
                        <a:pt x="2" y="83"/>
                        <a:pt x="2" y="83"/>
                      </a:cubicBezTo>
                      <a:cubicBezTo>
                        <a:pt x="2" y="87"/>
                        <a:pt x="2" y="87"/>
                        <a:pt x="2" y="87"/>
                      </a:cubicBezTo>
                      <a:cubicBezTo>
                        <a:pt x="4" y="87"/>
                        <a:pt x="3" y="88"/>
                        <a:pt x="4" y="88"/>
                      </a:cubicBezTo>
                      <a:cubicBezTo>
                        <a:pt x="13" y="88"/>
                        <a:pt x="20" y="82"/>
                        <a:pt x="25" y="77"/>
                      </a:cubicBezTo>
                      <a:cubicBezTo>
                        <a:pt x="26" y="76"/>
                        <a:pt x="30" y="71"/>
                        <a:pt x="31" y="69"/>
                      </a:cubicBezTo>
                      <a:cubicBezTo>
                        <a:pt x="33" y="65"/>
                        <a:pt x="35" y="63"/>
                        <a:pt x="40" y="63"/>
                      </a:cubicBezTo>
                      <a:cubicBezTo>
                        <a:pt x="45" y="63"/>
                        <a:pt x="49" y="67"/>
                        <a:pt x="52" y="70"/>
                      </a:cubicBezTo>
                      <a:cubicBezTo>
                        <a:pt x="48" y="79"/>
                        <a:pt x="48" y="79"/>
                        <a:pt x="48" y="79"/>
                      </a:cubicBezTo>
                      <a:cubicBezTo>
                        <a:pt x="50" y="79"/>
                        <a:pt x="58" y="81"/>
                        <a:pt x="59" y="81"/>
                      </a:cubicBezTo>
                      <a:cubicBezTo>
                        <a:pt x="65" y="81"/>
                        <a:pt x="67" y="76"/>
                        <a:pt x="68" y="71"/>
                      </a:cubicBezTo>
                      <a:cubicBezTo>
                        <a:pt x="67" y="65"/>
                        <a:pt x="63" y="64"/>
                        <a:pt x="59" y="62"/>
                      </a:cubicBezTo>
                      <a:cubicBezTo>
                        <a:pt x="53" y="59"/>
                        <a:pt x="51" y="60"/>
                        <a:pt x="44" y="60"/>
                      </a:cubicBezTo>
                      <a:cubicBezTo>
                        <a:pt x="43" y="60"/>
                        <a:pt x="43" y="60"/>
                        <a:pt x="42" y="60"/>
                      </a:cubicBezTo>
                      <a:cubicBezTo>
                        <a:pt x="40" y="59"/>
                        <a:pt x="36" y="56"/>
                        <a:pt x="36" y="53"/>
                      </a:cubicBezTo>
                      <a:cubicBezTo>
                        <a:pt x="36" y="51"/>
                        <a:pt x="45" y="44"/>
                        <a:pt x="48" y="42"/>
                      </a:cubicBezTo>
                      <a:cubicBezTo>
                        <a:pt x="50" y="41"/>
                        <a:pt x="59" y="34"/>
                        <a:pt x="59" y="32"/>
                      </a:cubicBezTo>
                      <a:cubicBezTo>
                        <a:pt x="59" y="30"/>
                        <a:pt x="59" y="30"/>
                        <a:pt x="59" y="30"/>
                      </a:cubicBezTo>
                      <a:cubicBezTo>
                        <a:pt x="59" y="29"/>
                        <a:pt x="59" y="29"/>
                        <a:pt x="59" y="29"/>
                      </a:cubicBezTo>
                      <a:cubicBezTo>
                        <a:pt x="54" y="26"/>
                        <a:pt x="54" y="26"/>
                        <a:pt x="54" y="26"/>
                      </a:cubicBezTo>
                      <a:cubicBezTo>
                        <a:pt x="53" y="27"/>
                        <a:pt x="53" y="27"/>
                        <a:pt x="51" y="27"/>
                      </a:cubicBezTo>
                      <a:cubicBezTo>
                        <a:pt x="50" y="27"/>
                        <a:pt x="50" y="27"/>
                        <a:pt x="50" y="27"/>
                      </a:cubicBezTo>
                      <a:cubicBezTo>
                        <a:pt x="46" y="32"/>
                        <a:pt x="46" y="30"/>
                        <a:pt x="41" y="33"/>
                      </a:cubicBezTo>
                      <a:cubicBezTo>
                        <a:pt x="40" y="31"/>
                        <a:pt x="39" y="30"/>
                        <a:pt x="38" y="28"/>
                      </a:cubicBezTo>
                      <a:cubicBezTo>
                        <a:pt x="38" y="27"/>
                        <a:pt x="38" y="27"/>
                        <a:pt x="38" y="27"/>
                      </a:cubicBezTo>
                      <a:lnTo>
                        <a:pt x="38" y="16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0" name="ísḷïďè"/>
                <p:cNvSpPr/>
                <p:nvPr/>
              </p:nvSpPr>
              <p:spPr bwMode="auto">
                <a:xfrm>
                  <a:off x="4518026" y="3506788"/>
                  <a:ext cx="53975" cy="71438"/>
                </a:xfrm>
                <a:custGeom>
                  <a:avLst/>
                  <a:gdLst>
                    <a:gd name="T0" fmla="*/ 14 w 16"/>
                    <a:gd name="T1" fmla="*/ 17 h 21"/>
                    <a:gd name="T2" fmla="*/ 16 w 16"/>
                    <a:gd name="T3" fmla="*/ 12 h 21"/>
                    <a:gd name="T4" fmla="*/ 11 w 16"/>
                    <a:gd name="T5" fmla="*/ 5 h 21"/>
                    <a:gd name="T6" fmla="*/ 5 w 16"/>
                    <a:gd name="T7" fmla="*/ 0 h 21"/>
                    <a:gd name="T8" fmla="*/ 2 w 16"/>
                    <a:gd name="T9" fmla="*/ 4 h 21"/>
                    <a:gd name="T10" fmla="*/ 2 w 16"/>
                    <a:gd name="T11" fmla="*/ 5 h 21"/>
                    <a:gd name="T12" fmla="*/ 2 w 16"/>
                    <a:gd name="T13" fmla="*/ 8 h 21"/>
                    <a:gd name="T14" fmla="*/ 2 w 16"/>
                    <a:gd name="T15" fmla="*/ 9 h 21"/>
                    <a:gd name="T16" fmla="*/ 0 w 16"/>
                    <a:gd name="T17" fmla="*/ 17 h 21"/>
                    <a:gd name="T18" fmla="*/ 3 w 16"/>
                    <a:gd name="T19" fmla="*/ 21 h 21"/>
                    <a:gd name="T20" fmla="*/ 4 w 16"/>
                    <a:gd name="T21" fmla="*/ 21 h 21"/>
                    <a:gd name="T22" fmla="*/ 5 w 16"/>
                    <a:gd name="T23" fmla="*/ 21 h 21"/>
                    <a:gd name="T24" fmla="*/ 14 w 16"/>
                    <a:gd name="T25" fmla="*/ 17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6" h="21">
                      <a:moveTo>
                        <a:pt x="14" y="17"/>
                      </a:moveTo>
                      <a:cubicBezTo>
                        <a:pt x="14" y="15"/>
                        <a:pt x="16" y="13"/>
                        <a:pt x="16" y="12"/>
                      </a:cubicBezTo>
                      <a:cubicBezTo>
                        <a:pt x="16" y="11"/>
                        <a:pt x="12" y="7"/>
                        <a:pt x="11" y="5"/>
                      </a:cubicBezTo>
                      <a:cubicBezTo>
                        <a:pt x="11" y="3"/>
                        <a:pt x="8" y="0"/>
                        <a:pt x="5" y="0"/>
                      </a:cubicBezTo>
                      <a:cubicBezTo>
                        <a:pt x="4" y="0"/>
                        <a:pt x="3" y="3"/>
                        <a:pt x="2" y="4"/>
                      </a:cubicBezTo>
                      <a:cubicBezTo>
                        <a:pt x="2" y="5"/>
                        <a:pt x="2" y="5"/>
                        <a:pt x="2" y="5"/>
                      </a:cubicBezTo>
                      <a:cubicBezTo>
                        <a:pt x="2" y="8"/>
                        <a:pt x="2" y="8"/>
                        <a:pt x="2" y="8"/>
                      </a:cubicBezTo>
                      <a:cubicBezTo>
                        <a:pt x="2" y="9"/>
                        <a:pt x="2" y="9"/>
                        <a:pt x="2" y="9"/>
                      </a:cubicBezTo>
                      <a:cubicBezTo>
                        <a:pt x="1" y="11"/>
                        <a:pt x="0" y="14"/>
                        <a:pt x="0" y="17"/>
                      </a:cubicBezTo>
                      <a:cubicBezTo>
                        <a:pt x="0" y="19"/>
                        <a:pt x="1" y="20"/>
                        <a:pt x="3" y="21"/>
                      </a:cubicBezTo>
                      <a:cubicBezTo>
                        <a:pt x="4" y="21"/>
                        <a:pt x="4" y="21"/>
                        <a:pt x="4" y="21"/>
                      </a:cubicBezTo>
                      <a:cubicBezTo>
                        <a:pt x="5" y="21"/>
                        <a:pt x="5" y="21"/>
                        <a:pt x="5" y="21"/>
                      </a:cubicBezTo>
                      <a:cubicBezTo>
                        <a:pt x="7" y="21"/>
                        <a:pt x="11" y="17"/>
                        <a:pt x="14" y="17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1" name="îṧļîḓé"/>
                <p:cNvSpPr/>
                <p:nvPr/>
              </p:nvSpPr>
              <p:spPr bwMode="auto">
                <a:xfrm>
                  <a:off x="5319713" y="3133725"/>
                  <a:ext cx="222250" cy="500063"/>
                </a:xfrm>
                <a:custGeom>
                  <a:avLst/>
                  <a:gdLst>
                    <a:gd name="T0" fmla="*/ 47 w 67"/>
                    <a:gd name="T1" fmla="*/ 96 h 150"/>
                    <a:gd name="T2" fmla="*/ 51 w 67"/>
                    <a:gd name="T3" fmla="*/ 96 h 150"/>
                    <a:gd name="T4" fmla="*/ 46 w 67"/>
                    <a:gd name="T5" fmla="*/ 114 h 150"/>
                    <a:gd name="T6" fmla="*/ 42 w 67"/>
                    <a:gd name="T7" fmla="*/ 113 h 150"/>
                    <a:gd name="T8" fmla="*/ 39 w 67"/>
                    <a:gd name="T9" fmla="*/ 108 h 150"/>
                    <a:gd name="T10" fmla="*/ 21 w 67"/>
                    <a:gd name="T11" fmla="*/ 78 h 150"/>
                    <a:gd name="T12" fmla="*/ 29 w 67"/>
                    <a:gd name="T13" fmla="*/ 73 h 150"/>
                    <a:gd name="T14" fmla="*/ 32 w 67"/>
                    <a:gd name="T15" fmla="*/ 74 h 150"/>
                    <a:gd name="T16" fmla="*/ 32 w 67"/>
                    <a:gd name="T17" fmla="*/ 77 h 150"/>
                    <a:gd name="T18" fmla="*/ 32 w 67"/>
                    <a:gd name="T19" fmla="*/ 79 h 150"/>
                    <a:gd name="T20" fmla="*/ 21 w 67"/>
                    <a:gd name="T21" fmla="*/ 78 h 150"/>
                    <a:gd name="T22" fmla="*/ 53 w 67"/>
                    <a:gd name="T23" fmla="*/ 118 h 150"/>
                    <a:gd name="T24" fmla="*/ 66 w 67"/>
                    <a:gd name="T25" fmla="*/ 108 h 150"/>
                    <a:gd name="T26" fmla="*/ 60 w 67"/>
                    <a:gd name="T27" fmla="*/ 98 h 150"/>
                    <a:gd name="T28" fmla="*/ 51 w 67"/>
                    <a:gd name="T29" fmla="*/ 82 h 150"/>
                    <a:gd name="T30" fmla="*/ 47 w 67"/>
                    <a:gd name="T31" fmla="*/ 71 h 150"/>
                    <a:gd name="T32" fmla="*/ 60 w 67"/>
                    <a:gd name="T33" fmla="*/ 58 h 150"/>
                    <a:gd name="T34" fmla="*/ 53 w 67"/>
                    <a:gd name="T35" fmla="*/ 52 h 150"/>
                    <a:gd name="T36" fmla="*/ 44 w 67"/>
                    <a:gd name="T37" fmla="*/ 50 h 150"/>
                    <a:gd name="T38" fmla="*/ 48 w 67"/>
                    <a:gd name="T39" fmla="*/ 38 h 150"/>
                    <a:gd name="T40" fmla="*/ 66 w 67"/>
                    <a:gd name="T41" fmla="*/ 17 h 150"/>
                    <a:gd name="T42" fmla="*/ 66 w 67"/>
                    <a:gd name="T43" fmla="*/ 13 h 150"/>
                    <a:gd name="T44" fmla="*/ 56 w 67"/>
                    <a:gd name="T45" fmla="*/ 1 h 150"/>
                    <a:gd name="T46" fmla="*/ 55 w 67"/>
                    <a:gd name="T47" fmla="*/ 7 h 150"/>
                    <a:gd name="T48" fmla="*/ 50 w 67"/>
                    <a:gd name="T49" fmla="*/ 18 h 150"/>
                    <a:gd name="T50" fmla="*/ 42 w 67"/>
                    <a:gd name="T51" fmla="*/ 15 h 150"/>
                    <a:gd name="T52" fmla="*/ 40 w 67"/>
                    <a:gd name="T53" fmla="*/ 15 h 150"/>
                    <a:gd name="T54" fmla="*/ 41 w 67"/>
                    <a:gd name="T55" fmla="*/ 26 h 150"/>
                    <a:gd name="T56" fmla="*/ 41 w 67"/>
                    <a:gd name="T57" fmla="*/ 30 h 150"/>
                    <a:gd name="T58" fmla="*/ 37 w 67"/>
                    <a:gd name="T59" fmla="*/ 33 h 150"/>
                    <a:gd name="T60" fmla="*/ 30 w 67"/>
                    <a:gd name="T61" fmla="*/ 29 h 150"/>
                    <a:gd name="T62" fmla="*/ 9 w 67"/>
                    <a:gd name="T63" fmla="*/ 50 h 150"/>
                    <a:gd name="T64" fmla="*/ 4 w 67"/>
                    <a:gd name="T65" fmla="*/ 59 h 150"/>
                    <a:gd name="T66" fmla="*/ 23 w 67"/>
                    <a:gd name="T67" fmla="*/ 51 h 150"/>
                    <a:gd name="T68" fmla="*/ 30 w 67"/>
                    <a:gd name="T69" fmla="*/ 58 h 150"/>
                    <a:gd name="T70" fmla="*/ 26 w 67"/>
                    <a:gd name="T71" fmla="*/ 65 h 150"/>
                    <a:gd name="T72" fmla="*/ 19 w 67"/>
                    <a:gd name="T73" fmla="*/ 64 h 150"/>
                    <a:gd name="T74" fmla="*/ 16 w 67"/>
                    <a:gd name="T75" fmla="*/ 67 h 150"/>
                    <a:gd name="T76" fmla="*/ 16 w 67"/>
                    <a:gd name="T77" fmla="*/ 72 h 150"/>
                    <a:gd name="T78" fmla="*/ 3 w 67"/>
                    <a:gd name="T79" fmla="*/ 105 h 150"/>
                    <a:gd name="T80" fmla="*/ 6 w 67"/>
                    <a:gd name="T81" fmla="*/ 110 h 150"/>
                    <a:gd name="T82" fmla="*/ 9 w 67"/>
                    <a:gd name="T83" fmla="*/ 111 h 150"/>
                    <a:gd name="T84" fmla="*/ 24 w 67"/>
                    <a:gd name="T85" fmla="*/ 89 h 150"/>
                    <a:gd name="T86" fmla="*/ 32 w 67"/>
                    <a:gd name="T87" fmla="*/ 93 h 150"/>
                    <a:gd name="T88" fmla="*/ 32 w 67"/>
                    <a:gd name="T89" fmla="*/ 96 h 150"/>
                    <a:gd name="T90" fmla="*/ 29 w 67"/>
                    <a:gd name="T91" fmla="*/ 113 h 150"/>
                    <a:gd name="T92" fmla="*/ 29 w 67"/>
                    <a:gd name="T93" fmla="*/ 115 h 150"/>
                    <a:gd name="T94" fmla="*/ 22 w 67"/>
                    <a:gd name="T95" fmla="*/ 122 h 150"/>
                    <a:gd name="T96" fmla="*/ 10 w 67"/>
                    <a:gd name="T97" fmla="*/ 124 h 150"/>
                    <a:gd name="T98" fmla="*/ 15 w 67"/>
                    <a:gd name="T99" fmla="*/ 144 h 150"/>
                    <a:gd name="T100" fmla="*/ 17 w 67"/>
                    <a:gd name="T101" fmla="*/ 150 h 150"/>
                    <a:gd name="T102" fmla="*/ 38 w 67"/>
                    <a:gd name="T103" fmla="*/ 125 h 1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67" h="150">
                      <a:moveTo>
                        <a:pt x="39" y="107"/>
                      </a:moveTo>
                      <a:cubicBezTo>
                        <a:pt x="39" y="103"/>
                        <a:pt x="44" y="96"/>
                        <a:pt x="47" y="96"/>
                      </a:cubicBezTo>
                      <a:cubicBezTo>
                        <a:pt x="50" y="96"/>
                        <a:pt x="50" y="96"/>
                        <a:pt x="50" y="96"/>
                      </a:cubicBezTo>
                      <a:cubicBezTo>
                        <a:pt x="51" y="96"/>
                        <a:pt x="51" y="96"/>
                        <a:pt x="51" y="96"/>
                      </a:cubicBezTo>
                      <a:cubicBezTo>
                        <a:pt x="53" y="98"/>
                        <a:pt x="55" y="101"/>
                        <a:pt x="55" y="104"/>
                      </a:cubicBezTo>
                      <a:cubicBezTo>
                        <a:pt x="55" y="108"/>
                        <a:pt x="49" y="112"/>
                        <a:pt x="46" y="114"/>
                      </a:cubicBezTo>
                      <a:cubicBezTo>
                        <a:pt x="45" y="114"/>
                        <a:pt x="45" y="113"/>
                        <a:pt x="43" y="113"/>
                      </a:cubicBezTo>
                      <a:cubicBezTo>
                        <a:pt x="42" y="113"/>
                        <a:pt x="42" y="113"/>
                        <a:pt x="42" y="113"/>
                      </a:cubicBezTo>
                      <a:cubicBezTo>
                        <a:pt x="39" y="109"/>
                        <a:pt x="39" y="109"/>
                        <a:pt x="39" y="109"/>
                      </a:cubicBezTo>
                      <a:cubicBezTo>
                        <a:pt x="39" y="108"/>
                        <a:pt x="39" y="108"/>
                        <a:pt x="39" y="108"/>
                      </a:cubicBezTo>
                      <a:cubicBezTo>
                        <a:pt x="39" y="107"/>
                        <a:pt x="39" y="107"/>
                        <a:pt x="39" y="107"/>
                      </a:cubicBezTo>
                      <a:close/>
                      <a:moveTo>
                        <a:pt x="21" y="78"/>
                      </a:moveTo>
                      <a:cubicBezTo>
                        <a:pt x="21" y="77"/>
                        <a:pt x="25" y="73"/>
                        <a:pt x="26" y="73"/>
                      </a:cubicBezTo>
                      <a:cubicBezTo>
                        <a:pt x="27" y="73"/>
                        <a:pt x="27" y="73"/>
                        <a:pt x="29" y="73"/>
                      </a:cubicBezTo>
                      <a:cubicBezTo>
                        <a:pt x="30" y="73"/>
                        <a:pt x="30" y="73"/>
                        <a:pt x="30" y="73"/>
                      </a:cubicBezTo>
                      <a:cubicBezTo>
                        <a:pt x="32" y="74"/>
                        <a:pt x="32" y="74"/>
                        <a:pt x="32" y="74"/>
                      </a:cubicBezTo>
                      <a:cubicBezTo>
                        <a:pt x="32" y="76"/>
                        <a:pt x="32" y="76"/>
                        <a:pt x="32" y="76"/>
                      </a:cubicBezTo>
                      <a:cubicBezTo>
                        <a:pt x="32" y="77"/>
                        <a:pt x="32" y="77"/>
                        <a:pt x="32" y="77"/>
                      </a:cubicBezTo>
                      <a:cubicBezTo>
                        <a:pt x="32" y="78"/>
                        <a:pt x="32" y="78"/>
                        <a:pt x="32" y="78"/>
                      </a:cubicBezTo>
                      <a:cubicBezTo>
                        <a:pt x="32" y="79"/>
                        <a:pt x="32" y="79"/>
                        <a:pt x="32" y="79"/>
                      </a:cubicBezTo>
                      <a:cubicBezTo>
                        <a:pt x="31" y="82"/>
                        <a:pt x="29" y="83"/>
                        <a:pt x="25" y="83"/>
                      </a:cubicBezTo>
                      <a:cubicBezTo>
                        <a:pt x="23" y="83"/>
                        <a:pt x="21" y="81"/>
                        <a:pt x="21" y="78"/>
                      </a:cubicBezTo>
                      <a:close/>
                      <a:moveTo>
                        <a:pt x="38" y="125"/>
                      </a:moveTo>
                      <a:cubicBezTo>
                        <a:pt x="43" y="122"/>
                        <a:pt x="47" y="120"/>
                        <a:pt x="53" y="118"/>
                      </a:cubicBezTo>
                      <a:cubicBezTo>
                        <a:pt x="57" y="116"/>
                        <a:pt x="57" y="116"/>
                        <a:pt x="60" y="114"/>
                      </a:cubicBezTo>
                      <a:cubicBezTo>
                        <a:pt x="64" y="111"/>
                        <a:pt x="63" y="110"/>
                        <a:pt x="66" y="108"/>
                      </a:cubicBezTo>
                      <a:cubicBezTo>
                        <a:pt x="67" y="104"/>
                        <a:pt x="67" y="104"/>
                        <a:pt x="67" y="104"/>
                      </a:cubicBezTo>
                      <a:cubicBezTo>
                        <a:pt x="64" y="100"/>
                        <a:pt x="64" y="101"/>
                        <a:pt x="60" y="98"/>
                      </a:cubicBezTo>
                      <a:cubicBezTo>
                        <a:pt x="58" y="96"/>
                        <a:pt x="55" y="95"/>
                        <a:pt x="54" y="92"/>
                      </a:cubicBezTo>
                      <a:cubicBezTo>
                        <a:pt x="53" y="88"/>
                        <a:pt x="53" y="84"/>
                        <a:pt x="51" y="82"/>
                      </a:cubicBezTo>
                      <a:cubicBezTo>
                        <a:pt x="49" y="79"/>
                        <a:pt x="47" y="77"/>
                        <a:pt x="47" y="73"/>
                      </a:cubicBezTo>
                      <a:cubicBezTo>
                        <a:pt x="47" y="72"/>
                        <a:pt x="47" y="72"/>
                        <a:pt x="47" y="71"/>
                      </a:cubicBezTo>
                      <a:cubicBezTo>
                        <a:pt x="49" y="67"/>
                        <a:pt x="47" y="67"/>
                        <a:pt x="53" y="64"/>
                      </a:cubicBezTo>
                      <a:cubicBezTo>
                        <a:pt x="55" y="64"/>
                        <a:pt x="60" y="60"/>
                        <a:pt x="60" y="58"/>
                      </a:cubicBezTo>
                      <a:cubicBezTo>
                        <a:pt x="60" y="55"/>
                        <a:pt x="60" y="55"/>
                        <a:pt x="60" y="55"/>
                      </a:cubicBezTo>
                      <a:cubicBezTo>
                        <a:pt x="60" y="53"/>
                        <a:pt x="56" y="51"/>
                        <a:pt x="53" y="52"/>
                      </a:cubicBezTo>
                      <a:cubicBezTo>
                        <a:pt x="47" y="52"/>
                        <a:pt x="47" y="52"/>
                        <a:pt x="47" y="52"/>
                      </a:cubicBezTo>
                      <a:cubicBezTo>
                        <a:pt x="46" y="52"/>
                        <a:pt x="45" y="51"/>
                        <a:pt x="44" y="50"/>
                      </a:cubicBezTo>
                      <a:cubicBezTo>
                        <a:pt x="44" y="47"/>
                        <a:pt x="44" y="47"/>
                        <a:pt x="44" y="47"/>
                      </a:cubicBezTo>
                      <a:cubicBezTo>
                        <a:pt x="44" y="44"/>
                        <a:pt x="47" y="41"/>
                        <a:pt x="48" y="38"/>
                      </a:cubicBezTo>
                      <a:cubicBezTo>
                        <a:pt x="49" y="34"/>
                        <a:pt x="50" y="33"/>
                        <a:pt x="53" y="30"/>
                      </a:cubicBezTo>
                      <a:cubicBezTo>
                        <a:pt x="56" y="27"/>
                        <a:pt x="66" y="22"/>
                        <a:pt x="66" y="17"/>
                      </a:cubicBezTo>
                      <a:cubicBezTo>
                        <a:pt x="66" y="14"/>
                        <a:pt x="66" y="14"/>
                        <a:pt x="66" y="14"/>
                      </a:cubicBezTo>
                      <a:cubicBezTo>
                        <a:pt x="66" y="13"/>
                        <a:pt x="66" y="13"/>
                        <a:pt x="66" y="13"/>
                      </a:cubicBezTo>
                      <a:cubicBezTo>
                        <a:pt x="65" y="10"/>
                        <a:pt x="62" y="0"/>
                        <a:pt x="58" y="0"/>
                      </a:cubicBezTo>
                      <a:cubicBezTo>
                        <a:pt x="57" y="0"/>
                        <a:pt x="57" y="0"/>
                        <a:pt x="56" y="1"/>
                      </a:cubicBezTo>
                      <a:cubicBezTo>
                        <a:pt x="56" y="3"/>
                        <a:pt x="55" y="3"/>
                        <a:pt x="55" y="5"/>
                      </a:cubicBezTo>
                      <a:cubicBezTo>
                        <a:pt x="55" y="7"/>
                        <a:pt x="55" y="7"/>
                        <a:pt x="55" y="7"/>
                      </a:cubicBezTo>
                      <a:cubicBezTo>
                        <a:pt x="55" y="11"/>
                        <a:pt x="53" y="15"/>
                        <a:pt x="51" y="18"/>
                      </a:cubicBezTo>
                      <a:cubicBezTo>
                        <a:pt x="50" y="18"/>
                        <a:pt x="50" y="18"/>
                        <a:pt x="50" y="18"/>
                      </a:cubicBezTo>
                      <a:cubicBezTo>
                        <a:pt x="48" y="18"/>
                        <a:pt x="48" y="18"/>
                        <a:pt x="47" y="19"/>
                      </a:cubicBezTo>
                      <a:cubicBezTo>
                        <a:pt x="42" y="15"/>
                        <a:pt x="42" y="15"/>
                        <a:pt x="42" y="15"/>
                      </a:cubicBezTo>
                      <a:cubicBezTo>
                        <a:pt x="41" y="15"/>
                        <a:pt x="41" y="15"/>
                        <a:pt x="41" y="15"/>
                      </a:cubicBezTo>
                      <a:cubicBezTo>
                        <a:pt x="40" y="15"/>
                        <a:pt x="40" y="15"/>
                        <a:pt x="40" y="15"/>
                      </a:cubicBezTo>
                      <a:cubicBezTo>
                        <a:pt x="39" y="15"/>
                        <a:pt x="38" y="16"/>
                        <a:pt x="38" y="17"/>
                      </a:cubicBezTo>
                      <a:cubicBezTo>
                        <a:pt x="38" y="19"/>
                        <a:pt x="41" y="22"/>
                        <a:pt x="41" y="26"/>
                      </a:cubicBezTo>
                      <a:cubicBezTo>
                        <a:pt x="41" y="29"/>
                        <a:pt x="41" y="29"/>
                        <a:pt x="41" y="29"/>
                      </a:cubicBezTo>
                      <a:cubicBezTo>
                        <a:pt x="41" y="30"/>
                        <a:pt x="41" y="30"/>
                        <a:pt x="41" y="30"/>
                      </a:cubicBezTo>
                      <a:cubicBezTo>
                        <a:pt x="38" y="33"/>
                        <a:pt x="38" y="33"/>
                        <a:pt x="38" y="33"/>
                      </a:cubicBezTo>
                      <a:cubicBezTo>
                        <a:pt x="37" y="33"/>
                        <a:pt x="37" y="33"/>
                        <a:pt x="37" y="33"/>
                      </a:cubicBezTo>
                      <a:cubicBezTo>
                        <a:pt x="35" y="33"/>
                        <a:pt x="35" y="34"/>
                        <a:pt x="34" y="34"/>
                      </a:cubicBezTo>
                      <a:cubicBezTo>
                        <a:pt x="32" y="33"/>
                        <a:pt x="31" y="31"/>
                        <a:pt x="30" y="29"/>
                      </a:cubicBezTo>
                      <a:cubicBezTo>
                        <a:pt x="24" y="29"/>
                        <a:pt x="30" y="41"/>
                        <a:pt x="19" y="45"/>
                      </a:cubicBezTo>
                      <a:cubicBezTo>
                        <a:pt x="16" y="46"/>
                        <a:pt x="12" y="48"/>
                        <a:pt x="9" y="50"/>
                      </a:cubicBezTo>
                      <a:cubicBezTo>
                        <a:pt x="6" y="51"/>
                        <a:pt x="1" y="53"/>
                        <a:pt x="0" y="55"/>
                      </a:cubicBezTo>
                      <a:cubicBezTo>
                        <a:pt x="1" y="58"/>
                        <a:pt x="1" y="57"/>
                        <a:pt x="4" y="59"/>
                      </a:cubicBezTo>
                      <a:cubicBezTo>
                        <a:pt x="6" y="59"/>
                        <a:pt x="6" y="59"/>
                        <a:pt x="6" y="59"/>
                      </a:cubicBezTo>
                      <a:cubicBezTo>
                        <a:pt x="10" y="59"/>
                        <a:pt x="20" y="51"/>
                        <a:pt x="23" y="51"/>
                      </a:cubicBezTo>
                      <a:cubicBezTo>
                        <a:pt x="25" y="51"/>
                        <a:pt x="24" y="51"/>
                        <a:pt x="27" y="52"/>
                      </a:cubicBezTo>
                      <a:cubicBezTo>
                        <a:pt x="29" y="54"/>
                        <a:pt x="29" y="55"/>
                        <a:pt x="30" y="58"/>
                      </a:cubicBezTo>
                      <a:cubicBezTo>
                        <a:pt x="30" y="59"/>
                        <a:pt x="30" y="59"/>
                        <a:pt x="30" y="59"/>
                      </a:cubicBezTo>
                      <a:cubicBezTo>
                        <a:pt x="30" y="62"/>
                        <a:pt x="28" y="64"/>
                        <a:pt x="26" y="65"/>
                      </a:cubicBezTo>
                      <a:cubicBezTo>
                        <a:pt x="21" y="64"/>
                        <a:pt x="21" y="64"/>
                        <a:pt x="21" y="64"/>
                      </a:cubicBezTo>
                      <a:cubicBezTo>
                        <a:pt x="20" y="64"/>
                        <a:pt x="20" y="64"/>
                        <a:pt x="19" y="64"/>
                      </a:cubicBezTo>
                      <a:cubicBezTo>
                        <a:pt x="18" y="64"/>
                        <a:pt x="18" y="64"/>
                        <a:pt x="18" y="64"/>
                      </a:cubicBezTo>
                      <a:cubicBezTo>
                        <a:pt x="16" y="67"/>
                        <a:pt x="16" y="67"/>
                        <a:pt x="16" y="67"/>
                      </a:cubicBezTo>
                      <a:cubicBezTo>
                        <a:pt x="16" y="68"/>
                        <a:pt x="16" y="68"/>
                        <a:pt x="16" y="68"/>
                      </a:cubicBezTo>
                      <a:cubicBezTo>
                        <a:pt x="16" y="72"/>
                        <a:pt x="16" y="72"/>
                        <a:pt x="16" y="72"/>
                      </a:cubicBezTo>
                      <a:cubicBezTo>
                        <a:pt x="16" y="78"/>
                        <a:pt x="13" y="85"/>
                        <a:pt x="11" y="90"/>
                      </a:cubicBezTo>
                      <a:cubicBezTo>
                        <a:pt x="9" y="94"/>
                        <a:pt x="3" y="100"/>
                        <a:pt x="3" y="105"/>
                      </a:cubicBezTo>
                      <a:cubicBezTo>
                        <a:pt x="3" y="106"/>
                        <a:pt x="4" y="109"/>
                        <a:pt x="5" y="110"/>
                      </a:cubicBezTo>
                      <a:cubicBezTo>
                        <a:pt x="6" y="110"/>
                        <a:pt x="6" y="110"/>
                        <a:pt x="6" y="110"/>
                      </a:cubicBezTo>
                      <a:cubicBezTo>
                        <a:pt x="7" y="110"/>
                        <a:pt x="7" y="110"/>
                        <a:pt x="7" y="110"/>
                      </a:cubicBezTo>
                      <a:cubicBezTo>
                        <a:pt x="9" y="110"/>
                        <a:pt x="8" y="110"/>
                        <a:pt x="9" y="111"/>
                      </a:cubicBezTo>
                      <a:cubicBezTo>
                        <a:pt x="11" y="109"/>
                        <a:pt x="15" y="101"/>
                        <a:pt x="15" y="98"/>
                      </a:cubicBezTo>
                      <a:cubicBezTo>
                        <a:pt x="17" y="94"/>
                        <a:pt x="20" y="89"/>
                        <a:pt x="24" y="89"/>
                      </a:cubicBezTo>
                      <a:cubicBezTo>
                        <a:pt x="25" y="89"/>
                        <a:pt x="25" y="89"/>
                        <a:pt x="26" y="88"/>
                      </a:cubicBezTo>
                      <a:cubicBezTo>
                        <a:pt x="28" y="90"/>
                        <a:pt x="32" y="90"/>
                        <a:pt x="32" y="93"/>
                      </a:cubicBezTo>
                      <a:cubicBezTo>
                        <a:pt x="32" y="94"/>
                        <a:pt x="32" y="94"/>
                        <a:pt x="32" y="94"/>
                      </a:cubicBezTo>
                      <a:cubicBezTo>
                        <a:pt x="32" y="96"/>
                        <a:pt x="32" y="96"/>
                        <a:pt x="32" y="96"/>
                      </a:cubicBezTo>
                      <a:cubicBezTo>
                        <a:pt x="28" y="102"/>
                        <a:pt x="25" y="101"/>
                        <a:pt x="23" y="104"/>
                      </a:cubicBezTo>
                      <a:cubicBezTo>
                        <a:pt x="26" y="109"/>
                        <a:pt x="27" y="108"/>
                        <a:pt x="29" y="113"/>
                      </a:cubicBezTo>
                      <a:cubicBezTo>
                        <a:pt x="29" y="114"/>
                        <a:pt x="29" y="114"/>
                        <a:pt x="29" y="114"/>
                      </a:cubicBezTo>
                      <a:cubicBezTo>
                        <a:pt x="29" y="115"/>
                        <a:pt x="29" y="115"/>
                        <a:pt x="29" y="115"/>
                      </a:cubicBezTo>
                      <a:cubicBezTo>
                        <a:pt x="29" y="116"/>
                        <a:pt x="29" y="116"/>
                        <a:pt x="29" y="116"/>
                      </a:cubicBezTo>
                      <a:cubicBezTo>
                        <a:pt x="28" y="119"/>
                        <a:pt x="26" y="123"/>
                        <a:pt x="22" y="122"/>
                      </a:cubicBezTo>
                      <a:cubicBezTo>
                        <a:pt x="15" y="122"/>
                        <a:pt x="15" y="122"/>
                        <a:pt x="15" y="122"/>
                      </a:cubicBezTo>
                      <a:cubicBezTo>
                        <a:pt x="14" y="122"/>
                        <a:pt x="11" y="124"/>
                        <a:pt x="10" y="124"/>
                      </a:cubicBezTo>
                      <a:cubicBezTo>
                        <a:pt x="13" y="127"/>
                        <a:pt x="23" y="129"/>
                        <a:pt x="23" y="133"/>
                      </a:cubicBezTo>
                      <a:cubicBezTo>
                        <a:pt x="23" y="137"/>
                        <a:pt x="18" y="142"/>
                        <a:pt x="15" y="144"/>
                      </a:cubicBezTo>
                      <a:cubicBezTo>
                        <a:pt x="15" y="150"/>
                        <a:pt x="15" y="150"/>
                        <a:pt x="15" y="150"/>
                      </a:cubicBezTo>
                      <a:cubicBezTo>
                        <a:pt x="17" y="150"/>
                        <a:pt x="17" y="150"/>
                        <a:pt x="17" y="150"/>
                      </a:cubicBezTo>
                      <a:cubicBezTo>
                        <a:pt x="20" y="150"/>
                        <a:pt x="27" y="141"/>
                        <a:pt x="29" y="139"/>
                      </a:cubicBezTo>
                      <a:cubicBezTo>
                        <a:pt x="33" y="135"/>
                        <a:pt x="34" y="129"/>
                        <a:pt x="38" y="12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2" name="iSļïḑé"/>
                <p:cNvSpPr/>
                <p:nvPr/>
              </p:nvSpPr>
              <p:spPr bwMode="auto">
                <a:xfrm>
                  <a:off x="4422776" y="3106738"/>
                  <a:ext cx="412750" cy="596900"/>
                </a:xfrm>
                <a:custGeom>
                  <a:avLst/>
                  <a:gdLst>
                    <a:gd name="T0" fmla="*/ 63 w 125"/>
                    <a:gd name="T1" fmla="*/ 83 h 179"/>
                    <a:gd name="T2" fmla="*/ 69 w 125"/>
                    <a:gd name="T3" fmla="*/ 84 h 179"/>
                    <a:gd name="T4" fmla="*/ 71 w 125"/>
                    <a:gd name="T5" fmla="*/ 95 h 179"/>
                    <a:gd name="T6" fmla="*/ 56 w 125"/>
                    <a:gd name="T7" fmla="*/ 91 h 179"/>
                    <a:gd name="T8" fmla="*/ 77 w 125"/>
                    <a:gd name="T9" fmla="*/ 77 h 179"/>
                    <a:gd name="T10" fmla="*/ 90 w 125"/>
                    <a:gd name="T11" fmla="*/ 82 h 179"/>
                    <a:gd name="T12" fmla="*/ 93 w 125"/>
                    <a:gd name="T13" fmla="*/ 96 h 179"/>
                    <a:gd name="T14" fmla="*/ 88 w 125"/>
                    <a:gd name="T15" fmla="*/ 106 h 179"/>
                    <a:gd name="T16" fmla="*/ 75 w 125"/>
                    <a:gd name="T17" fmla="*/ 89 h 179"/>
                    <a:gd name="T18" fmla="*/ 91 w 125"/>
                    <a:gd name="T19" fmla="*/ 29 h 179"/>
                    <a:gd name="T20" fmla="*/ 95 w 125"/>
                    <a:gd name="T21" fmla="*/ 4 h 179"/>
                    <a:gd name="T22" fmla="*/ 92 w 125"/>
                    <a:gd name="T23" fmla="*/ 0 h 179"/>
                    <a:gd name="T24" fmla="*/ 86 w 125"/>
                    <a:gd name="T25" fmla="*/ 0 h 179"/>
                    <a:gd name="T26" fmla="*/ 80 w 125"/>
                    <a:gd name="T27" fmla="*/ 7 h 179"/>
                    <a:gd name="T28" fmla="*/ 83 w 125"/>
                    <a:gd name="T29" fmla="*/ 30 h 179"/>
                    <a:gd name="T30" fmla="*/ 86 w 125"/>
                    <a:gd name="T31" fmla="*/ 50 h 179"/>
                    <a:gd name="T32" fmla="*/ 46 w 125"/>
                    <a:gd name="T33" fmla="*/ 84 h 179"/>
                    <a:gd name="T34" fmla="*/ 0 w 125"/>
                    <a:gd name="T35" fmla="*/ 99 h 179"/>
                    <a:gd name="T36" fmla="*/ 13 w 125"/>
                    <a:gd name="T37" fmla="*/ 108 h 179"/>
                    <a:gd name="T38" fmla="*/ 30 w 125"/>
                    <a:gd name="T39" fmla="*/ 100 h 179"/>
                    <a:gd name="T40" fmla="*/ 47 w 125"/>
                    <a:gd name="T41" fmla="*/ 92 h 179"/>
                    <a:gd name="T42" fmla="*/ 51 w 125"/>
                    <a:gd name="T43" fmla="*/ 109 h 179"/>
                    <a:gd name="T44" fmla="*/ 50 w 125"/>
                    <a:gd name="T45" fmla="*/ 118 h 179"/>
                    <a:gd name="T46" fmla="*/ 54 w 125"/>
                    <a:gd name="T47" fmla="*/ 125 h 179"/>
                    <a:gd name="T48" fmla="*/ 62 w 125"/>
                    <a:gd name="T49" fmla="*/ 119 h 179"/>
                    <a:gd name="T50" fmla="*/ 62 w 125"/>
                    <a:gd name="T51" fmla="*/ 113 h 179"/>
                    <a:gd name="T52" fmla="*/ 78 w 125"/>
                    <a:gd name="T53" fmla="*/ 111 h 179"/>
                    <a:gd name="T54" fmla="*/ 78 w 125"/>
                    <a:gd name="T55" fmla="*/ 113 h 179"/>
                    <a:gd name="T56" fmla="*/ 78 w 125"/>
                    <a:gd name="T57" fmla="*/ 118 h 179"/>
                    <a:gd name="T58" fmla="*/ 46 w 125"/>
                    <a:gd name="T59" fmla="*/ 147 h 179"/>
                    <a:gd name="T60" fmla="*/ 28 w 125"/>
                    <a:gd name="T61" fmla="*/ 158 h 179"/>
                    <a:gd name="T62" fmla="*/ 1 w 125"/>
                    <a:gd name="T63" fmla="*/ 170 h 179"/>
                    <a:gd name="T64" fmla="*/ 14 w 125"/>
                    <a:gd name="T65" fmla="*/ 178 h 179"/>
                    <a:gd name="T66" fmla="*/ 20 w 125"/>
                    <a:gd name="T67" fmla="*/ 179 h 179"/>
                    <a:gd name="T68" fmla="*/ 22 w 125"/>
                    <a:gd name="T69" fmla="*/ 179 h 179"/>
                    <a:gd name="T70" fmla="*/ 38 w 125"/>
                    <a:gd name="T71" fmla="*/ 169 h 179"/>
                    <a:gd name="T72" fmla="*/ 61 w 125"/>
                    <a:gd name="T73" fmla="*/ 150 h 179"/>
                    <a:gd name="T74" fmla="*/ 79 w 125"/>
                    <a:gd name="T75" fmla="*/ 135 h 179"/>
                    <a:gd name="T76" fmla="*/ 96 w 125"/>
                    <a:gd name="T77" fmla="*/ 119 h 179"/>
                    <a:gd name="T78" fmla="*/ 106 w 125"/>
                    <a:gd name="T79" fmla="*/ 149 h 179"/>
                    <a:gd name="T80" fmla="*/ 125 w 125"/>
                    <a:gd name="T81" fmla="*/ 152 h 179"/>
                    <a:gd name="T82" fmla="*/ 116 w 125"/>
                    <a:gd name="T83" fmla="*/ 120 h 179"/>
                    <a:gd name="T84" fmla="*/ 115 w 125"/>
                    <a:gd name="T85" fmla="*/ 125 h 179"/>
                    <a:gd name="T86" fmla="*/ 109 w 125"/>
                    <a:gd name="T87" fmla="*/ 129 h 179"/>
                    <a:gd name="T88" fmla="*/ 97 w 125"/>
                    <a:gd name="T89" fmla="*/ 92 h 179"/>
                    <a:gd name="T90" fmla="*/ 94 w 125"/>
                    <a:gd name="T91" fmla="*/ 76 h 179"/>
                    <a:gd name="T92" fmla="*/ 110 w 125"/>
                    <a:gd name="T93" fmla="*/ 60 h 179"/>
                    <a:gd name="T94" fmla="*/ 105 w 125"/>
                    <a:gd name="T95" fmla="*/ 57 h 179"/>
                    <a:gd name="T96" fmla="*/ 101 w 125"/>
                    <a:gd name="T97" fmla="*/ 59 h 179"/>
                    <a:gd name="T98" fmla="*/ 91 w 125"/>
                    <a:gd name="T99" fmla="*/ 54 h 179"/>
                    <a:gd name="T100" fmla="*/ 91 w 125"/>
                    <a:gd name="T101" fmla="*/ 29 h 1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125" h="179">
                      <a:moveTo>
                        <a:pt x="56" y="91"/>
                      </a:moveTo>
                      <a:cubicBezTo>
                        <a:pt x="56" y="87"/>
                        <a:pt x="60" y="85"/>
                        <a:pt x="63" y="83"/>
                      </a:cubicBezTo>
                      <a:cubicBezTo>
                        <a:pt x="64" y="83"/>
                        <a:pt x="64" y="83"/>
                        <a:pt x="64" y="83"/>
                      </a:cubicBezTo>
                      <a:cubicBezTo>
                        <a:pt x="67" y="83"/>
                        <a:pt x="67" y="84"/>
                        <a:pt x="69" y="84"/>
                      </a:cubicBezTo>
                      <a:cubicBezTo>
                        <a:pt x="71" y="94"/>
                        <a:pt x="71" y="94"/>
                        <a:pt x="71" y="94"/>
                      </a:cubicBezTo>
                      <a:cubicBezTo>
                        <a:pt x="71" y="95"/>
                        <a:pt x="71" y="95"/>
                        <a:pt x="71" y="95"/>
                      </a:cubicBezTo>
                      <a:cubicBezTo>
                        <a:pt x="68" y="100"/>
                        <a:pt x="68" y="99"/>
                        <a:pt x="63" y="101"/>
                      </a:cubicBezTo>
                      <a:cubicBezTo>
                        <a:pt x="61" y="99"/>
                        <a:pt x="56" y="95"/>
                        <a:pt x="56" y="91"/>
                      </a:cubicBezTo>
                      <a:close/>
                      <a:moveTo>
                        <a:pt x="72" y="83"/>
                      </a:moveTo>
                      <a:cubicBezTo>
                        <a:pt x="74" y="79"/>
                        <a:pt x="73" y="79"/>
                        <a:pt x="77" y="77"/>
                      </a:cubicBezTo>
                      <a:cubicBezTo>
                        <a:pt x="79" y="75"/>
                        <a:pt x="82" y="75"/>
                        <a:pt x="83" y="73"/>
                      </a:cubicBezTo>
                      <a:cubicBezTo>
                        <a:pt x="88" y="76"/>
                        <a:pt x="89" y="76"/>
                        <a:pt x="90" y="82"/>
                      </a:cubicBezTo>
                      <a:cubicBezTo>
                        <a:pt x="92" y="95"/>
                        <a:pt x="92" y="95"/>
                        <a:pt x="92" y="95"/>
                      </a:cubicBezTo>
                      <a:cubicBezTo>
                        <a:pt x="93" y="96"/>
                        <a:pt x="93" y="96"/>
                        <a:pt x="93" y="96"/>
                      </a:cubicBezTo>
                      <a:cubicBezTo>
                        <a:pt x="94" y="99"/>
                        <a:pt x="94" y="99"/>
                        <a:pt x="94" y="99"/>
                      </a:cubicBezTo>
                      <a:cubicBezTo>
                        <a:pt x="91" y="105"/>
                        <a:pt x="93" y="103"/>
                        <a:pt x="88" y="106"/>
                      </a:cubicBezTo>
                      <a:cubicBezTo>
                        <a:pt x="83" y="101"/>
                        <a:pt x="82" y="101"/>
                        <a:pt x="79" y="95"/>
                      </a:cubicBezTo>
                      <a:cubicBezTo>
                        <a:pt x="77" y="93"/>
                        <a:pt x="77" y="91"/>
                        <a:pt x="75" y="89"/>
                      </a:cubicBezTo>
                      <a:cubicBezTo>
                        <a:pt x="73" y="87"/>
                        <a:pt x="73" y="86"/>
                        <a:pt x="72" y="83"/>
                      </a:cubicBezTo>
                      <a:close/>
                      <a:moveTo>
                        <a:pt x="91" y="29"/>
                      </a:moveTo>
                      <a:cubicBezTo>
                        <a:pt x="91" y="22"/>
                        <a:pt x="95" y="12"/>
                        <a:pt x="95" y="4"/>
                      </a:cubicBezTo>
                      <a:cubicBezTo>
                        <a:pt x="95" y="4"/>
                        <a:pt x="95" y="4"/>
                        <a:pt x="95" y="4"/>
                      </a:cubicBezTo>
                      <a:cubicBezTo>
                        <a:pt x="95" y="3"/>
                        <a:pt x="95" y="3"/>
                        <a:pt x="95" y="3"/>
                      </a:cubicBezTo>
                      <a:cubicBezTo>
                        <a:pt x="93" y="0"/>
                        <a:pt x="95" y="1"/>
                        <a:pt x="92" y="0"/>
                      </a:cubicBezTo>
                      <a:cubicBezTo>
                        <a:pt x="91" y="0"/>
                        <a:pt x="91" y="0"/>
                        <a:pt x="91" y="0"/>
                      </a:cubicBezTo>
                      <a:cubicBezTo>
                        <a:pt x="86" y="0"/>
                        <a:pt x="86" y="0"/>
                        <a:pt x="86" y="0"/>
                      </a:cubicBezTo>
                      <a:cubicBezTo>
                        <a:pt x="85" y="0"/>
                        <a:pt x="85" y="0"/>
                        <a:pt x="85" y="0"/>
                      </a:cubicBezTo>
                      <a:cubicBezTo>
                        <a:pt x="82" y="1"/>
                        <a:pt x="80" y="4"/>
                        <a:pt x="80" y="7"/>
                      </a:cubicBezTo>
                      <a:cubicBezTo>
                        <a:pt x="83" y="30"/>
                        <a:pt x="83" y="30"/>
                        <a:pt x="83" y="30"/>
                      </a:cubicBezTo>
                      <a:cubicBezTo>
                        <a:pt x="83" y="30"/>
                        <a:pt x="83" y="30"/>
                        <a:pt x="83" y="30"/>
                      </a:cubicBezTo>
                      <a:cubicBezTo>
                        <a:pt x="83" y="38"/>
                        <a:pt x="86" y="44"/>
                        <a:pt x="86" y="49"/>
                      </a:cubicBezTo>
                      <a:cubicBezTo>
                        <a:pt x="86" y="50"/>
                        <a:pt x="86" y="50"/>
                        <a:pt x="86" y="50"/>
                      </a:cubicBezTo>
                      <a:cubicBezTo>
                        <a:pt x="87" y="62"/>
                        <a:pt x="87" y="62"/>
                        <a:pt x="87" y="62"/>
                      </a:cubicBezTo>
                      <a:cubicBezTo>
                        <a:pt x="87" y="68"/>
                        <a:pt x="52" y="81"/>
                        <a:pt x="46" y="84"/>
                      </a:cubicBezTo>
                      <a:cubicBezTo>
                        <a:pt x="39" y="87"/>
                        <a:pt x="31" y="89"/>
                        <a:pt x="23" y="92"/>
                      </a:cubicBezTo>
                      <a:cubicBezTo>
                        <a:pt x="20" y="94"/>
                        <a:pt x="0" y="96"/>
                        <a:pt x="0" y="99"/>
                      </a:cubicBezTo>
                      <a:cubicBezTo>
                        <a:pt x="0" y="101"/>
                        <a:pt x="9" y="108"/>
                        <a:pt x="11" y="108"/>
                      </a:cubicBezTo>
                      <a:cubicBezTo>
                        <a:pt x="13" y="108"/>
                        <a:pt x="13" y="108"/>
                        <a:pt x="13" y="108"/>
                      </a:cubicBezTo>
                      <a:cubicBezTo>
                        <a:pt x="14" y="108"/>
                        <a:pt x="14" y="108"/>
                        <a:pt x="14" y="108"/>
                      </a:cubicBezTo>
                      <a:cubicBezTo>
                        <a:pt x="20" y="105"/>
                        <a:pt x="24" y="103"/>
                        <a:pt x="30" y="100"/>
                      </a:cubicBezTo>
                      <a:cubicBezTo>
                        <a:pt x="34" y="98"/>
                        <a:pt x="41" y="93"/>
                        <a:pt x="45" y="93"/>
                      </a:cubicBezTo>
                      <a:cubicBezTo>
                        <a:pt x="46" y="93"/>
                        <a:pt x="46" y="93"/>
                        <a:pt x="47" y="92"/>
                      </a:cubicBezTo>
                      <a:cubicBezTo>
                        <a:pt x="49" y="94"/>
                        <a:pt x="52" y="96"/>
                        <a:pt x="51" y="101"/>
                      </a:cubicBezTo>
                      <a:cubicBezTo>
                        <a:pt x="51" y="109"/>
                        <a:pt x="51" y="109"/>
                        <a:pt x="51" y="109"/>
                      </a:cubicBezTo>
                      <a:cubicBezTo>
                        <a:pt x="51" y="110"/>
                        <a:pt x="51" y="110"/>
                        <a:pt x="51" y="110"/>
                      </a:cubicBezTo>
                      <a:cubicBezTo>
                        <a:pt x="50" y="118"/>
                        <a:pt x="50" y="118"/>
                        <a:pt x="50" y="118"/>
                      </a:cubicBezTo>
                      <a:cubicBezTo>
                        <a:pt x="50" y="119"/>
                        <a:pt x="50" y="119"/>
                        <a:pt x="50" y="120"/>
                      </a:cubicBezTo>
                      <a:cubicBezTo>
                        <a:pt x="51" y="123"/>
                        <a:pt x="51" y="123"/>
                        <a:pt x="54" y="125"/>
                      </a:cubicBezTo>
                      <a:cubicBezTo>
                        <a:pt x="56" y="125"/>
                        <a:pt x="56" y="125"/>
                        <a:pt x="56" y="125"/>
                      </a:cubicBezTo>
                      <a:cubicBezTo>
                        <a:pt x="59" y="125"/>
                        <a:pt x="60" y="121"/>
                        <a:pt x="62" y="119"/>
                      </a:cubicBezTo>
                      <a:cubicBezTo>
                        <a:pt x="62" y="118"/>
                        <a:pt x="62" y="118"/>
                        <a:pt x="62" y="118"/>
                      </a:cubicBezTo>
                      <a:cubicBezTo>
                        <a:pt x="62" y="113"/>
                        <a:pt x="62" y="113"/>
                        <a:pt x="62" y="113"/>
                      </a:cubicBezTo>
                      <a:cubicBezTo>
                        <a:pt x="63" y="110"/>
                        <a:pt x="68" y="106"/>
                        <a:pt x="71" y="106"/>
                      </a:cubicBezTo>
                      <a:cubicBezTo>
                        <a:pt x="75" y="106"/>
                        <a:pt x="77" y="109"/>
                        <a:pt x="78" y="111"/>
                      </a:cubicBezTo>
                      <a:cubicBezTo>
                        <a:pt x="78" y="112"/>
                        <a:pt x="78" y="112"/>
                        <a:pt x="78" y="112"/>
                      </a:cubicBezTo>
                      <a:cubicBezTo>
                        <a:pt x="78" y="113"/>
                        <a:pt x="78" y="113"/>
                        <a:pt x="78" y="113"/>
                      </a:cubicBezTo>
                      <a:cubicBezTo>
                        <a:pt x="78" y="115"/>
                        <a:pt x="78" y="115"/>
                        <a:pt x="79" y="116"/>
                      </a:cubicBezTo>
                      <a:cubicBezTo>
                        <a:pt x="78" y="117"/>
                        <a:pt x="78" y="117"/>
                        <a:pt x="78" y="118"/>
                      </a:cubicBezTo>
                      <a:cubicBezTo>
                        <a:pt x="78" y="119"/>
                        <a:pt x="78" y="119"/>
                        <a:pt x="78" y="119"/>
                      </a:cubicBezTo>
                      <a:cubicBezTo>
                        <a:pt x="72" y="130"/>
                        <a:pt x="57" y="140"/>
                        <a:pt x="46" y="147"/>
                      </a:cubicBezTo>
                      <a:cubicBezTo>
                        <a:pt x="44" y="148"/>
                        <a:pt x="40" y="151"/>
                        <a:pt x="37" y="152"/>
                      </a:cubicBezTo>
                      <a:cubicBezTo>
                        <a:pt x="35" y="153"/>
                        <a:pt x="29" y="157"/>
                        <a:pt x="28" y="158"/>
                      </a:cubicBezTo>
                      <a:cubicBezTo>
                        <a:pt x="25" y="161"/>
                        <a:pt x="12" y="165"/>
                        <a:pt x="6" y="165"/>
                      </a:cubicBezTo>
                      <a:cubicBezTo>
                        <a:pt x="4" y="165"/>
                        <a:pt x="2" y="168"/>
                        <a:pt x="1" y="170"/>
                      </a:cubicBezTo>
                      <a:cubicBezTo>
                        <a:pt x="4" y="171"/>
                        <a:pt x="4" y="173"/>
                        <a:pt x="7" y="175"/>
                      </a:cubicBezTo>
                      <a:cubicBezTo>
                        <a:pt x="10" y="176"/>
                        <a:pt x="12" y="176"/>
                        <a:pt x="14" y="178"/>
                      </a:cubicBezTo>
                      <a:cubicBezTo>
                        <a:pt x="18" y="179"/>
                        <a:pt x="18" y="179"/>
                        <a:pt x="18" y="179"/>
                      </a:cubicBezTo>
                      <a:cubicBezTo>
                        <a:pt x="20" y="179"/>
                        <a:pt x="18" y="179"/>
                        <a:pt x="20" y="179"/>
                      </a:cubicBezTo>
                      <a:cubicBezTo>
                        <a:pt x="21" y="179"/>
                        <a:pt x="21" y="179"/>
                        <a:pt x="21" y="179"/>
                      </a:cubicBezTo>
                      <a:cubicBezTo>
                        <a:pt x="22" y="179"/>
                        <a:pt x="22" y="179"/>
                        <a:pt x="22" y="179"/>
                      </a:cubicBezTo>
                      <a:cubicBezTo>
                        <a:pt x="26" y="177"/>
                        <a:pt x="30" y="175"/>
                        <a:pt x="33" y="173"/>
                      </a:cubicBezTo>
                      <a:cubicBezTo>
                        <a:pt x="35" y="171"/>
                        <a:pt x="36" y="170"/>
                        <a:pt x="38" y="169"/>
                      </a:cubicBezTo>
                      <a:cubicBezTo>
                        <a:pt x="39" y="168"/>
                        <a:pt x="43" y="166"/>
                        <a:pt x="43" y="166"/>
                      </a:cubicBezTo>
                      <a:cubicBezTo>
                        <a:pt x="49" y="160"/>
                        <a:pt x="55" y="156"/>
                        <a:pt x="61" y="150"/>
                      </a:cubicBezTo>
                      <a:cubicBezTo>
                        <a:pt x="64" y="148"/>
                        <a:pt x="67" y="145"/>
                        <a:pt x="70" y="143"/>
                      </a:cubicBezTo>
                      <a:cubicBezTo>
                        <a:pt x="73" y="140"/>
                        <a:pt x="76" y="137"/>
                        <a:pt x="79" y="135"/>
                      </a:cubicBezTo>
                      <a:cubicBezTo>
                        <a:pt x="82" y="132"/>
                        <a:pt x="85" y="130"/>
                        <a:pt x="87" y="127"/>
                      </a:cubicBezTo>
                      <a:cubicBezTo>
                        <a:pt x="90" y="124"/>
                        <a:pt x="91" y="119"/>
                        <a:pt x="96" y="119"/>
                      </a:cubicBezTo>
                      <a:cubicBezTo>
                        <a:pt x="98" y="119"/>
                        <a:pt x="100" y="126"/>
                        <a:pt x="100" y="128"/>
                      </a:cubicBezTo>
                      <a:cubicBezTo>
                        <a:pt x="100" y="132"/>
                        <a:pt x="105" y="145"/>
                        <a:pt x="106" y="149"/>
                      </a:cubicBezTo>
                      <a:cubicBezTo>
                        <a:pt x="108" y="155"/>
                        <a:pt x="111" y="165"/>
                        <a:pt x="118" y="165"/>
                      </a:cubicBezTo>
                      <a:cubicBezTo>
                        <a:pt x="119" y="163"/>
                        <a:pt x="125" y="161"/>
                        <a:pt x="125" y="152"/>
                      </a:cubicBezTo>
                      <a:cubicBezTo>
                        <a:pt x="125" y="143"/>
                        <a:pt x="120" y="120"/>
                        <a:pt x="117" y="116"/>
                      </a:cubicBezTo>
                      <a:cubicBezTo>
                        <a:pt x="117" y="118"/>
                        <a:pt x="116" y="118"/>
                        <a:pt x="116" y="120"/>
                      </a:cubicBezTo>
                      <a:cubicBezTo>
                        <a:pt x="116" y="123"/>
                        <a:pt x="115" y="121"/>
                        <a:pt x="115" y="124"/>
                      </a:cubicBezTo>
                      <a:cubicBezTo>
                        <a:pt x="115" y="125"/>
                        <a:pt x="115" y="125"/>
                        <a:pt x="115" y="125"/>
                      </a:cubicBezTo>
                      <a:cubicBezTo>
                        <a:pt x="115" y="126"/>
                        <a:pt x="114" y="129"/>
                        <a:pt x="112" y="129"/>
                      </a:cubicBezTo>
                      <a:cubicBezTo>
                        <a:pt x="109" y="129"/>
                        <a:pt x="109" y="129"/>
                        <a:pt x="109" y="129"/>
                      </a:cubicBezTo>
                      <a:cubicBezTo>
                        <a:pt x="105" y="129"/>
                        <a:pt x="102" y="110"/>
                        <a:pt x="100" y="105"/>
                      </a:cubicBezTo>
                      <a:cubicBezTo>
                        <a:pt x="98" y="101"/>
                        <a:pt x="98" y="97"/>
                        <a:pt x="97" y="92"/>
                      </a:cubicBezTo>
                      <a:cubicBezTo>
                        <a:pt x="96" y="87"/>
                        <a:pt x="94" y="86"/>
                        <a:pt x="94" y="79"/>
                      </a:cubicBezTo>
                      <a:cubicBezTo>
                        <a:pt x="94" y="76"/>
                        <a:pt x="94" y="76"/>
                        <a:pt x="94" y="76"/>
                      </a:cubicBezTo>
                      <a:cubicBezTo>
                        <a:pt x="94" y="65"/>
                        <a:pt x="110" y="67"/>
                        <a:pt x="110" y="61"/>
                      </a:cubicBezTo>
                      <a:cubicBezTo>
                        <a:pt x="110" y="60"/>
                        <a:pt x="110" y="60"/>
                        <a:pt x="110" y="60"/>
                      </a:cubicBezTo>
                      <a:cubicBezTo>
                        <a:pt x="110" y="58"/>
                        <a:pt x="109" y="57"/>
                        <a:pt x="108" y="57"/>
                      </a:cubicBezTo>
                      <a:cubicBezTo>
                        <a:pt x="105" y="57"/>
                        <a:pt x="105" y="57"/>
                        <a:pt x="105" y="57"/>
                      </a:cubicBezTo>
                      <a:cubicBezTo>
                        <a:pt x="104" y="57"/>
                        <a:pt x="104" y="57"/>
                        <a:pt x="104" y="57"/>
                      </a:cubicBezTo>
                      <a:cubicBezTo>
                        <a:pt x="103" y="58"/>
                        <a:pt x="102" y="59"/>
                        <a:pt x="101" y="59"/>
                      </a:cubicBezTo>
                      <a:cubicBezTo>
                        <a:pt x="99" y="60"/>
                        <a:pt x="99" y="59"/>
                        <a:pt x="97" y="60"/>
                      </a:cubicBezTo>
                      <a:cubicBezTo>
                        <a:pt x="95" y="59"/>
                        <a:pt x="91" y="56"/>
                        <a:pt x="91" y="54"/>
                      </a:cubicBezTo>
                      <a:cubicBezTo>
                        <a:pt x="91" y="41"/>
                        <a:pt x="91" y="41"/>
                        <a:pt x="91" y="41"/>
                      </a:cubicBezTo>
                      <a:lnTo>
                        <a:pt x="91" y="29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3" name="íšlïďè"/>
                <p:cNvSpPr/>
                <p:nvPr/>
              </p:nvSpPr>
              <p:spPr bwMode="auto">
                <a:xfrm>
                  <a:off x="5478463" y="3581400"/>
                  <a:ext cx="46038" cy="76200"/>
                </a:xfrm>
                <a:custGeom>
                  <a:avLst/>
                  <a:gdLst>
                    <a:gd name="T0" fmla="*/ 14 w 14"/>
                    <a:gd name="T1" fmla="*/ 15 h 23"/>
                    <a:gd name="T2" fmla="*/ 10 w 14"/>
                    <a:gd name="T3" fmla="*/ 6 h 23"/>
                    <a:gd name="T4" fmla="*/ 3 w 14"/>
                    <a:gd name="T5" fmla="*/ 0 h 23"/>
                    <a:gd name="T6" fmla="*/ 0 w 14"/>
                    <a:gd name="T7" fmla="*/ 3 h 23"/>
                    <a:gd name="T8" fmla="*/ 5 w 14"/>
                    <a:gd name="T9" fmla="*/ 11 h 23"/>
                    <a:gd name="T10" fmla="*/ 5 w 14"/>
                    <a:gd name="T11" fmla="*/ 12 h 23"/>
                    <a:gd name="T12" fmla="*/ 5 w 14"/>
                    <a:gd name="T13" fmla="*/ 14 h 23"/>
                    <a:gd name="T14" fmla="*/ 5 w 14"/>
                    <a:gd name="T15" fmla="*/ 15 h 23"/>
                    <a:gd name="T16" fmla="*/ 2 w 14"/>
                    <a:gd name="T17" fmla="*/ 19 h 23"/>
                    <a:gd name="T18" fmla="*/ 2 w 14"/>
                    <a:gd name="T19" fmla="*/ 22 h 23"/>
                    <a:gd name="T20" fmla="*/ 5 w 14"/>
                    <a:gd name="T21" fmla="*/ 23 h 23"/>
                    <a:gd name="T22" fmla="*/ 6 w 14"/>
                    <a:gd name="T23" fmla="*/ 23 h 23"/>
                    <a:gd name="T24" fmla="*/ 11 w 14"/>
                    <a:gd name="T25" fmla="*/ 20 h 23"/>
                    <a:gd name="T26" fmla="*/ 14 w 14"/>
                    <a:gd name="T27" fmla="*/ 15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4" h="23">
                      <a:moveTo>
                        <a:pt x="14" y="15"/>
                      </a:moveTo>
                      <a:cubicBezTo>
                        <a:pt x="14" y="11"/>
                        <a:pt x="12" y="9"/>
                        <a:pt x="10" y="6"/>
                      </a:cubicBezTo>
                      <a:cubicBezTo>
                        <a:pt x="8" y="5"/>
                        <a:pt x="3" y="1"/>
                        <a:pt x="3" y="0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5" y="12"/>
                        <a:pt x="5" y="12"/>
                        <a:pt x="5" y="12"/>
                      </a:cubicBez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5" y="15"/>
                        <a:pt x="5" y="15"/>
                        <a:pt x="5" y="15"/>
                      </a:cubicBezTo>
                      <a:cubicBezTo>
                        <a:pt x="2" y="19"/>
                        <a:pt x="2" y="19"/>
                        <a:pt x="2" y="19"/>
                      </a:cubicBezTo>
                      <a:cubicBezTo>
                        <a:pt x="2" y="22"/>
                        <a:pt x="2" y="22"/>
                        <a:pt x="2" y="22"/>
                      </a:cubicBezTo>
                      <a:cubicBezTo>
                        <a:pt x="5" y="23"/>
                        <a:pt x="5" y="23"/>
                        <a:pt x="5" y="23"/>
                      </a:cubicBezTo>
                      <a:cubicBezTo>
                        <a:pt x="6" y="23"/>
                        <a:pt x="6" y="23"/>
                        <a:pt x="6" y="23"/>
                      </a:cubicBezTo>
                      <a:cubicBezTo>
                        <a:pt x="7" y="23"/>
                        <a:pt x="11" y="21"/>
                        <a:pt x="11" y="20"/>
                      </a:cubicBezTo>
                      <a:cubicBezTo>
                        <a:pt x="13" y="19"/>
                        <a:pt x="13" y="17"/>
                        <a:pt x="14" y="1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4" name="işḷîḑe"/>
                <p:cNvSpPr/>
                <p:nvPr/>
              </p:nvSpPr>
              <p:spPr bwMode="auto">
                <a:xfrm>
                  <a:off x="6310313" y="3136900"/>
                  <a:ext cx="406400" cy="554038"/>
                </a:xfrm>
                <a:custGeom>
                  <a:avLst/>
                  <a:gdLst>
                    <a:gd name="T0" fmla="*/ 101 w 123"/>
                    <a:gd name="T1" fmla="*/ 9 h 166"/>
                    <a:gd name="T2" fmla="*/ 96 w 123"/>
                    <a:gd name="T3" fmla="*/ 0 h 166"/>
                    <a:gd name="T4" fmla="*/ 76 w 123"/>
                    <a:gd name="T5" fmla="*/ 23 h 166"/>
                    <a:gd name="T6" fmla="*/ 66 w 123"/>
                    <a:gd name="T7" fmla="*/ 20 h 166"/>
                    <a:gd name="T8" fmla="*/ 69 w 123"/>
                    <a:gd name="T9" fmla="*/ 29 h 166"/>
                    <a:gd name="T10" fmla="*/ 64 w 123"/>
                    <a:gd name="T11" fmla="*/ 38 h 166"/>
                    <a:gd name="T12" fmla="*/ 71 w 123"/>
                    <a:gd name="T13" fmla="*/ 37 h 166"/>
                    <a:gd name="T14" fmla="*/ 78 w 123"/>
                    <a:gd name="T15" fmla="*/ 38 h 166"/>
                    <a:gd name="T16" fmla="*/ 104 w 123"/>
                    <a:gd name="T17" fmla="*/ 37 h 166"/>
                    <a:gd name="T18" fmla="*/ 97 w 123"/>
                    <a:gd name="T19" fmla="*/ 43 h 166"/>
                    <a:gd name="T20" fmla="*/ 85 w 123"/>
                    <a:gd name="T21" fmla="*/ 56 h 166"/>
                    <a:gd name="T22" fmla="*/ 78 w 123"/>
                    <a:gd name="T23" fmla="*/ 67 h 166"/>
                    <a:gd name="T24" fmla="*/ 72 w 123"/>
                    <a:gd name="T25" fmla="*/ 62 h 166"/>
                    <a:gd name="T26" fmla="*/ 72 w 123"/>
                    <a:gd name="T27" fmla="*/ 48 h 166"/>
                    <a:gd name="T28" fmla="*/ 63 w 123"/>
                    <a:gd name="T29" fmla="*/ 57 h 166"/>
                    <a:gd name="T30" fmla="*/ 56 w 123"/>
                    <a:gd name="T31" fmla="*/ 57 h 166"/>
                    <a:gd name="T32" fmla="*/ 61 w 123"/>
                    <a:gd name="T33" fmla="*/ 66 h 166"/>
                    <a:gd name="T34" fmla="*/ 59 w 123"/>
                    <a:gd name="T35" fmla="*/ 70 h 166"/>
                    <a:gd name="T36" fmla="*/ 68 w 123"/>
                    <a:gd name="T37" fmla="*/ 74 h 166"/>
                    <a:gd name="T38" fmla="*/ 68 w 123"/>
                    <a:gd name="T39" fmla="*/ 78 h 166"/>
                    <a:gd name="T40" fmla="*/ 40 w 123"/>
                    <a:gd name="T41" fmla="*/ 92 h 166"/>
                    <a:gd name="T42" fmla="*/ 24 w 123"/>
                    <a:gd name="T43" fmla="*/ 99 h 166"/>
                    <a:gd name="T44" fmla="*/ 3 w 123"/>
                    <a:gd name="T45" fmla="*/ 105 h 166"/>
                    <a:gd name="T46" fmla="*/ 2 w 123"/>
                    <a:gd name="T47" fmla="*/ 112 h 166"/>
                    <a:gd name="T48" fmla="*/ 14 w 123"/>
                    <a:gd name="T49" fmla="*/ 120 h 166"/>
                    <a:gd name="T50" fmla="*/ 32 w 123"/>
                    <a:gd name="T51" fmla="*/ 108 h 166"/>
                    <a:gd name="T52" fmla="*/ 55 w 123"/>
                    <a:gd name="T53" fmla="*/ 93 h 166"/>
                    <a:gd name="T54" fmla="*/ 63 w 123"/>
                    <a:gd name="T55" fmla="*/ 89 h 166"/>
                    <a:gd name="T56" fmla="*/ 82 w 123"/>
                    <a:gd name="T57" fmla="*/ 83 h 166"/>
                    <a:gd name="T58" fmla="*/ 82 w 123"/>
                    <a:gd name="T59" fmla="*/ 86 h 166"/>
                    <a:gd name="T60" fmla="*/ 74 w 123"/>
                    <a:gd name="T61" fmla="*/ 97 h 166"/>
                    <a:gd name="T62" fmla="*/ 61 w 123"/>
                    <a:gd name="T63" fmla="*/ 107 h 166"/>
                    <a:gd name="T64" fmla="*/ 64 w 123"/>
                    <a:gd name="T65" fmla="*/ 118 h 166"/>
                    <a:gd name="T66" fmla="*/ 55 w 123"/>
                    <a:gd name="T67" fmla="*/ 126 h 166"/>
                    <a:gd name="T68" fmla="*/ 40 w 123"/>
                    <a:gd name="T69" fmla="*/ 129 h 166"/>
                    <a:gd name="T70" fmla="*/ 30 w 123"/>
                    <a:gd name="T71" fmla="*/ 130 h 166"/>
                    <a:gd name="T72" fmla="*/ 35 w 123"/>
                    <a:gd name="T73" fmla="*/ 141 h 166"/>
                    <a:gd name="T74" fmla="*/ 38 w 123"/>
                    <a:gd name="T75" fmla="*/ 141 h 166"/>
                    <a:gd name="T76" fmla="*/ 56 w 123"/>
                    <a:gd name="T77" fmla="*/ 133 h 166"/>
                    <a:gd name="T78" fmla="*/ 63 w 123"/>
                    <a:gd name="T79" fmla="*/ 141 h 166"/>
                    <a:gd name="T80" fmla="*/ 56 w 123"/>
                    <a:gd name="T81" fmla="*/ 154 h 166"/>
                    <a:gd name="T82" fmla="*/ 53 w 123"/>
                    <a:gd name="T83" fmla="*/ 154 h 166"/>
                    <a:gd name="T84" fmla="*/ 49 w 123"/>
                    <a:gd name="T85" fmla="*/ 154 h 166"/>
                    <a:gd name="T86" fmla="*/ 46 w 123"/>
                    <a:gd name="T87" fmla="*/ 156 h 166"/>
                    <a:gd name="T88" fmla="*/ 56 w 123"/>
                    <a:gd name="T89" fmla="*/ 166 h 166"/>
                    <a:gd name="T90" fmla="*/ 71 w 123"/>
                    <a:gd name="T91" fmla="*/ 160 h 166"/>
                    <a:gd name="T92" fmla="*/ 75 w 123"/>
                    <a:gd name="T93" fmla="*/ 146 h 166"/>
                    <a:gd name="T94" fmla="*/ 80 w 123"/>
                    <a:gd name="T95" fmla="*/ 124 h 166"/>
                    <a:gd name="T96" fmla="*/ 94 w 123"/>
                    <a:gd name="T97" fmla="*/ 120 h 166"/>
                    <a:gd name="T98" fmla="*/ 81 w 123"/>
                    <a:gd name="T99" fmla="*/ 117 h 166"/>
                    <a:gd name="T100" fmla="*/ 72 w 123"/>
                    <a:gd name="T101" fmla="*/ 107 h 166"/>
                    <a:gd name="T102" fmla="*/ 78 w 123"/>
                    <a:gd name="T103" fmla="*/ 96 h 166"/>
                    <a:gd name="T104" fmla="*/ 92 w 123"/>
                    <a:gd name="T105" fmla="*/ 89 h 166"/>
                    <a:gd name="T106" fmla="*/ 102 w 123"/>
                    <a:gd name="T107" fmla="*/ 78 h 166"/>
                    <a:gd name="T108" fmla="*/ 95 w 123"/>
                    <a:gd name="T109" fmla="*/ 61 h 166"/>
                    <a:gd name="T110" fmla="*/ 109 w 123"/>
                    <a:gd name="T111" fmla="*/ 48 h 166"/>
                    <a:gd name="T112" fmla="*/ 116 w 123"/>
                    <a:gd name="T113" fmla="*/ 42 h 166"/>
                    <a:gd name="T114" fmla="*/ 121 w 123"/>
                    <a:gd name="T115" fmla="*/ 32 h 166"/>
                    <a:gd name="T116" fmla="*/ 116 w 123"/>
                    <a:gd name="T117" fmla="*/ 17 h 166"/>
                    <a:gd name="T118" fmla="*/ 104 w 123"/>
                    <a:gd name="T119" fmla="*/ 20 h 166"/>
                    <a:gd name="T120" fmla="*/ 93 w 123"/>
                    <a:gd name="T121" fmla="*/ 21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123" h="166">
                      <a:moveTo>
                        <a:pt x="93" y="21"/>
                      </a:moveTo>
                      <a:cubicBezTo>
                        <a:pt x="94" y="14"/>
                        <a:pt x="98" y="14"/>
                        <a:pt x="101" y="9"/>
                      </a:cubicBezTo>
                      <a:cubicBezTo>
                        <a:pt x="101" y="8"/>
                        <a:pt x="101" y="8"/>
                        <a:pt x="101" y="8"/>
                      </a:cubicBezTo>
                      <a:cubicBezTo>
                        <a:pt x="101" y="5"/>
                        <a:pt x="97" y="1"/>
                        <a:pt x="96" y="0"/>
                      </a:cubicBezTo>
                      <a:cubicBezTo>
                        <a:pt x="89" y="3"/>
                        <a:pt x="91" y="6"/>
                        <a:pt x="88" y="13"/>
                      </a:cubicBezTo>
                      <a:cubicBezTo>
                        <a:pt x="85" y="17"/>
                        <a:pt x="82" y="23"/>
                        <a:pt x="76" y="23"/>
                      </a:cubicBezTo>
                      <a:cubicBezTo>
                        <a:pt x="75" y="23"/>
                        <a:pt x="70" y="18"/>
                        <a:pt x="67" y="17"/>
                      </a:cubicBezTo>
                      <a:cubicBezTo>
                        <a:pt x="66" y="20"/>
                        <a:pt x="66" y="20"/>
                        <a:pt x="66" y="20"/>
                      </a:cubicBezTo>
                      <a:cubicBezTo>
                        <a:pt x="67" y="23"/>
                        <a:pt x="69" y="24"/>
                        <a:pt x="69" y="28"/>
                      </a:cubicBezTo>
                      <a:cubicBezTo>
                        <a:pt x="69" y="29"/>
                        <a:pt x="69" y="29"/>
                        <a:pt x="69" y="29"/>
                      </a:cubicBezTo>
                      <a:cubicBezTo>
                        <a:pt x="69" y="29"/>
                        <a:pt x="63" y="36"/>
                        <a:pt x="62" y="37"/>
                      </a:cubicBezTo>
                      <a:cubicBezTo>
                        <a:pt x="63" y="38"/>
                        <a:pt x="61" y="38"/>
                        <a:pt x="64" y="38"/>
                      </a:cubicBezTo>
                      <a:cubicBezTo>
                        <a:pt x="64" y="38"/>
                        <a:pt x="64" y="38"/>
                        <a:pt x="64" y="38"/>
                      </a:cubicBezTo>
                      <a:cubicBezTo>
                        <a:pt x="71" y="37"/>
                        <a:pt x="71" y="37"/>
                        <a:pt x="71" y="37"/>
                      </a:cubicBezTo>
                      <a:cubicBezTo>
                        <a:pt x="74" y="37"/>
                        <a:pt x="74" y="38"/>
                        <a:pt x="78" y="38"/>
                      </a:cubicBezTo>
                      <a:cubicBezTo>
                        <a:pt x="78" y="38"/>
                        <a:pt x="78" y="38"/>
                        <a:pt x="78" y="38"/>
                      </a:cubicBezTo>
                      <a:cubicBezTo>
                        <a:pt x="79" y="38"/>
                        <a:pt x="84" y="33"/>
                        <a:pt x="91" y="32"/>
                      </a:cubicBezTo>
                      <a:cubicBezTo>
                        <a:pt x="96" y="31"/>
                        <a:pt x="104" y="30"/>
                        <a:pt x="104" y="37"/>
                      </a:cubicBezTo>
                      <a:cubicBezTo>
                        <a:pt x="104" y="39"/>
                        <a:pt x="102" y="41"/>
                        <a:pt x="101" y="43"/>
                      </a:cubicBezTo>
                      <a:cubicBezTo>
                        <a:pt x="98" y="43"/>
                        <a:pt x="99" y="43"/>
                        <a:pt x="97" y="43"/>
                      </a:cubicBezTo>
                      <a:cubicBezTo>
                        <a:pt x="96" y="43"/>
                        <a:pt x="93" y="42"/>
                        <a:pt x="92" y="41"/>
                      </a:cubicBezTo>
                      <a:cubicBezTo>
                        <a:pt x="85" y="46"/>
                        <a:pt x="88" y="49"/>
                        <a:pt x="85" y="56"/>
                      </a:cubicBezTo>
                      <a:cubicBezTo>
                        <a:pt x="84" y="57"/>
                        <a:pt x="81" y="64"/>
                        <a:pt x="81" y="64"/>
                      </a:cubicBezTo>
                      <a:cubicBezTo>
                        <a:pt x="80" y="66"/>
                        <a:pt x="80" y="64"/>
                        <a:pt x="78" y="67"/>
                      </a:cubicBezTo>
                      <a:cubicBezTo>
                        <a:pt x="77" y="70"/>
                        <a:pt x="78" y="68"/>
                        <a:pt x="76" y="70"/>
                      </a:cubicBezTo>
                      <a:cubicBezTo>
                        <a:pt x="74" y="67"/>
                        <a:pt x="72" y="66"/>
                        <a:pt x="72" y="62"/>
                      </a:cubicBezTo>
                      <a:cubicBezTo>
                        <a:pt x="72" y="61"/>
                        <a:pt x="75" y="55"/>
                        <a:pt x="76" y="54"/>
                      </a:cubicBezTo>
                      <a:cubicBezTo>
                        <a:pt x="75" y="51"/>
                        <a:pt x="75" y="48"/>
                        <a:pt x="72" y="48"/>
                      </a:cubicBezTo>
                      <a:cubicBezTo>
                        <a:pt x="71" y="48"/>
                        <a:pt x="70" y="49"/>
                        <a:pt x="70" y="49"/>
                      </a:cubicBezTo>
                      <a:cubicBezTo>
                        <a:pt x="70" y="55"/>
                        <a:pt x="67" y="55"/>
                        <a:pt x="63" y="57"/>
                      </a:cubicBezTo>
                      <a:cubicBezTo>
                        <a:pt x="62" y="56"/>
                        <a:pt x="60" y="55"/>
                        <a:pt x="59" y="55"/>
                      </a:cubicBezTo>
                      <a:cubicBezTo>
                        <a:pt x="58" y="55"/>
                        <a:pt x="56" y="57"/>
                        <a:pt x="56" y="57"/>
                      </a:cubicBezTo>
                      <a:cubicBezTo>
                        <a:pt x="58" y="60"/>
                        <a:pt x="59" y="60"/>
                        <a:pt x="61" y="64"/>
                      </a:cubicBezTo>
                      <a:cubicBezTo>
                        <a:pt x="61" y="66"/>
                        <a:pt x="61" y="66"/>
                        <a:pt x="61" y="66"/>
                      </a:cubicBezTo>
                      <a:cubicBezTo>
                        <a:pt x="61" y="67"/>
                        <a:pt x="61" y="67"/>
                        <a:pt x="61" y="67"/>
                      </a:cubicBezTo>
                      <a:cubicBezTo>
                        <a:pt x="59" y="70"/>
                        <a:pt x="59" y="70"/>
                        <a:pt x="59" y="70"/>
                      </a:cubicBezTo>
                      <a:cubicBezTo>
                        <a:pt x="60" y="71"/>
                        <a:pt x="58" y="71"/>
                        <a:pt x="61" y="71"/>
                      </a:cubicBezTo>
                      <a:cubicBezTo>
                        <a:pt x="64" y="71"/>
                        <a:pt x="66" y="72"/>
                        <a:pt x="68" y="74"/>
                      </a:cubicBezTo>
                      <a:cubicBezTo>
                        <a:pt x="68" y="75"/>
                        <a:pt x="68" y="75"/>
                        <a:pt x="68" y="75"/>
                      </a:cubicBezTo>
                      <a:cubicBezTo>
                        <a:pt x="68" y="78"/>
                        <a:pt x="68" y="78"/>
                        <a:pt x="68" y="78"/>
                      </a:cubicBezTo>
                      <a:cubicBezTo>
                        <a:pt x="68" y="82"/>
                        <a:pt x="58" y="85"/>
                        <a:pt x="55" y="86"/>
                      </a:cubicBezTo>
                      <a:cubicBezTo>
                        <a:pt x="50" y="88"/>
                        <a:pt x="44" y="91"/>
                        <a:pt x="40" y="92"/>
                      </a:cubicBezTo>
                      <a:cubicBezTo>
                        <a:pt x="36" y="94"/>
                        <a:pt x="35" y="94"/>
                        <a:pt x="32" y="96"/>
                      </a:cubicBezTo>
                      <a:cubicBezTo>
                        <a:pt x="29" y="97"/>
                        <a:pt x="27" y="97"/>
                        <a:pt x="24" y="99"/>
                      </a:cubicBezTo>
                      <a:cubicBezTo>
                        <a:pt x="20" y="101"/>
                        <a:pt x="13" y="104"/>
                        <a:pt x="9" y="104"/>
                      </a:cubicBezTo>
                      <a:cubicBezTo>
                        <a:pt x="3" y="105"/>
                        <a:pt x="3" y="105"/>
                        <a:pt x="3" y="105"/>
                      </a:cubicBezTo>
                      <a:cubicBezTo>
                        <a:pt x="1" y="105"/>
                        <a:pt x="1" y="106"/>
                        <a:pt x="0" y="107"/>
                      </a:cubicBezTo>
                      <a:cubicBezTo>
                        <a:pt x="0" y="108"/>
                        <a:pt x="0" y="111"/>
                        <a:pt x="2" y="112"/>
                      </a:cubicBezTo>
                      <a:cubicBezTo>
                        <a:pt x="4" y="114"/>
                        <a:pt x="3" y="114"/>
                        <a:pt x="5" y="115"/>
                      </a:cubicBezTo>
                      <a:cubicBezTo>
                        <a:pt x="6" y="116"/>
                        <a:pt x="12" y="119"/>
                        <a:pt x="14" y="120"/>
                      </a:cubicBezTo>
                      <a:cubicBezTo>
                        <a:pt x="15" y="119"/>
                        <a:pt x="15" y="119"/>
                        <a:pt x="17" y="119"/>
                      </a:cubicBezTo>
                      <a:cubicBezTo>
                        <a:pt x="20" y="119"/>
                        <a:pt x="30" y="110"/>
                        <a:pt x="32" y="108"/>
                      </a:cubicBezTo>
                      <a:cubicBezTo>
                        <a:pt x="36" y="104"/>
                        <a:pt x="42" y="101"/>
                        <a:pt x="47" y="98"/>
                      </a:cubicBezTo>
                      <a:cubicBezTo>
                        <a:pt x="50" y="96"/>
                        <a:pt x="52" y="95"/>
                        <a:pt x="55" y="93"/>
                      </a:cubicBezTo>
                      <a:cubicBezTo>
                        <a:pt x="57" y="92"/>
                        <a:pt x="58" y="92"/>
                        <a:pt x="59" y="91"/>
                      </a:cubicBezTo>
                      <a:cubicBezTo>
                        <a:pt x="61" y="90"/>
                        <a:pt x="61" y="90"/>
                        <a:pt x="63" y="89"/>
                      </a:cubicBezTo>
                      <a:cubicBezTo>
                        <a:pt x="68" y="87"/>
                        <a:pt x="74" y="80"/>
                        <a:pt x="79" y="80"/>
                      </a:cubicBezTo>
                      <a:cubicBezTo>
                        <a:pt x="81" y="80"/>
                        <a:pt x="82" y="82"/>
                        <a:pt x="82" y="83"/>
                      </a:cubicBezTo>
                      <a:cubicBezTo>
                        <a:pt x="82" y="85"/>
                        <a:pt x="82" y="85"/>
                        <a:pt x="82" y="85"/>
                      </a:cubicBezTo>
                      <a:cubicBezTo>
                        <a:pt x="82" y="86"/>
                        <a:pt x="82" y="86"/>
                        <a:pt x="82" y="86"/>
                      </a:cubicBezTo>
                      <a:cubicBezTo>
                        <a:pt x="80" y="90"/>
                        <a:pt x="79" y="89"/>
                        <a:pt x="78" y="93"/>
                      </a:cubicBezTo>
                      <a:cubicBezTo>
                        <a:pt x="75" y="94"/>
                        <a:pt x="75" y="94"/>
                        <a:pt x="74" y="97"/>
                      </a:cubicBezTo>
                      <a:cubicBezTo>
                        <a:pt x="69" y="98"/>
                        <a:pt x="71" y="99"/>
                        <a:pt x="67" y="101"/>
                      </a:cubicBezTo>
                      <a:cubicBezTo>
                        <a:pt x="63" y="103"/>
                        <a:pt x="63" y="103"/>
                        <a:pt x="61" y="107"/>
                      </a:cubicBezTo>
                      <a:cubicBezTo>
                        <a:pt x="61" y="110"/>
                        <a:pt x="64" y="114"/>
                        <a:pt x="64" y="117"/>
                      </a:cubicBezTo>
                      <a:cubicBezTo>
                        <a:pt x="64" y="118"/>
                        <a:pt x="64" y="118"/>
                        <a:pt x="64" y="118"/>
                      </a:cubicBezTo>
                      <a:cubicBezTo>
                        <a:pt x="64" y="119"/>
                        <a:pt x="64" y="119"/>
                        <a:pt x="64" y="119"/>
                      </a:cubicBezTo>
                      <a:cubicBezTo>
                        <a:pt x="61" y="123"/>
                        <a:pt x="60" y="125"/>
                        <a:pt x="55" y="126"/>
                      </a:cubicBezTo>
                      <a:cubicBezTo>
                        <a:pt x="51" y="127"/>
                        <a:pt x="43" y="129"/>
                        <a:pt x="41" y="129"/>
                      </a:cubicBezTo>
                      <a:cubicBezTo>
                        <a:pt x="40" y="129"/>
                        <a:pt x="40" y="129"/>
                        <a:pt x="40" y="129"/>
                      </a:cubicBezTo>
                      <a:cubicBezTo>
                        <a:pt x="32" y="130"/>
                        <a:pt x="32" y="130"/>
                        <a:pt x="32" y="130"/>
                      </a:cubicBezTo>
                      <a:cubicBezTo>
                        <a:pt x="30" y="130"/>
                        <a:pt x="30" y="130"/>
                        <a:pt x="30" y="130"/>
                      </a:cubicBezTo>
                      <a:cubicBezTo>
                        <a:pt x="27" y="132"/>
                        <a:pt x="27" y="132"/>
                        <a:pt x="27" y="132"/>
                      </a:cubicBezTo>
                      <a:cubicBezTo>
                        <a:pt x="30" y="136"/>
                        <a:pt x="30" y="138"/>
                        <a:pt x="35" y="141"/>
                      </a:cubicBezTo>
                      <a:cubicBezTo>
                        <a:pt x="36" y="141"/>
                        <a:pt x="36" y="141"/>
                        <a:pt x="36" y="141"/>
                      </a:cubicBezTo>
                      <a:cubicBezTo>
                        <a:pt x="38" y="141"/>
                        <a:pt x="38" y="141"/>
                        <a:pt x="38" y="141"/>
                      </a:cubicBezTo>
                      <a:cubicBezTo>
                        <a:pt x="39" y="141"/>
                        <a:pt x="39" y="141"/>
                        <a:pt x="39" y="141"/>
                      </a:cubicBezTo>
                      <a:cubicBezTo>
                        <a:pt x="43" y="138"/>
                        <a:pt x="51" y="133"/>
                        <a:pt x="56" y="133"/>
                      </a:cubicBezTo>
                      <a:cubicBezTo>
                        <a:pt x="58" y="133"/>
                        <a:pt x="58" y="133"/>
                        <a:pt x="58" y="133"/>
                      </a:cubicBezTo>
                      <a:cubicBezTo>
                        <a:pt x="62" y="133"/>
                        <a:pt x="63" y="137"/>
                        <a:pt x="63" y="141"/>
                      </a:cubicBezTo>
                      <a:cubicBezTo>
                        <a:pt x="63" y="143"/>
                        <a:pt x="63" y="143"/>
                        <a:pt x="63" y="143"/>
                      </a:cubicBezTo>
                      <a:cubicBezTo>
                        <a:pt x="63" y="150"/>
                        <a:pt x="60" y="152"/>
                        <a:pt x="56" y="154"/>
                      </a:cubicBezTo>
                      <a:cubicBezTo>
                        <a:pt x="55" y="154"/>
                        <a:pt x="55" y="154"/>
                        <a:pt x="55" y="154"/>
                      </a:cubicBezTo>
                      <a:cubicBezTo>
                        <a:pt x="53" y="154"/>
                        <a:pt x="53" y="154"/>
                        <a:pt x="53" y="154"/>
                      </a:cubicBezTo>
                      <a:cubicBezTo>
                        <a:pt x="52" y="154"/>
                        <a:pt x="52" y="154"/>
                        <a:pt x="51" y="153"/>
                      </a:cubicBezTo>
                      <a:cubicBezTo>
                        <a:pt x="50" y="154"/>
                        <a:pt x="50" y="154"/>
                        <a:pt x="49" y="154"/>
                      </a:cubicBezTo>
                      <a:cubicBezTo>
                        <a:pt x="47" y="154"/>
                        <a:pt x="47" y="154"/>
                        <a:pt x="47" y="154"/>
                      </a:cubicBezTo>
                      <a:cubicBezTo>
                        <a:pt x="47" y="155"/>
                        <a:pt x="46" y="155"/>
                        <a:pt x="46" y="156"/>
                      </a:cubicBezTo>
                      <a:cubicBezTo>
                        <a:pt x="46" y="158"/>
                        <a:pt x="53" y="165"/>
                        <a:pt x="55" y="166"/>
                      </a:cubicBezTo>
                      <a:cubicBezTo>
                        <a:pt x="56" y="166"/>
                        <a:pt x="56" y="166"/>
                        <a:pt x="56" y="166"/>
                      </a:cubicBezTo>
                      <a:cubicBezTo>
                        <a:pt x="61" y="166"/>
                        <a:pt x="61" y="166"/>
                        <a:pt x="61" y="166"/>
                      </a:cubicBezTo>
                      <a:cubicBezTo>
                        <a:pt x="66" y="166"/>
                        <a:pt x="69" y="163"/>
                        <a:pt x="71" y="160"/>
                      </a:cubicBezTo>
                      <a:cubicBezTo>
                        <a:pt x="74" y="155"/>
                        <a:pt x="74" y="151"/>
                        <a:pt x="76" y="148"/>
                      </a:cubicBezTo>
                      <a:cubicBezTo>
                        <a:pt x="75" y="146"/>
                        <a:pt x="75" y="148"/>
                        <a:pt x="75" y="146"/>
                      </a:cubicBezTo>
                      <a:cubicBezTo>
                        <a:pt x="75" y="138"/>
                        <a:pt x="75" y="138"/>
                        <a:pt x="75" y="138"/>
                      </a:cubicBezTo>
                      <a:cubicBezTo>
                        <a:pt x="75" y="130"/>
                        <a:pt x="74" y="128"/>
                        <a:pt x="80" y="124"/>
                      </a:cubicBezTo>
                      <a:cubicBezTo>
                        <a:pt x="81" y="124"/>
                        <a:pt x="81" y="124"/>
                        <a:pt x="81" y="124"/>
                      </a:cubicBezTo>
                      <a:cubicBezTo>
                        <a:pt x="90" y="124"/>
                        <a:pt x="90" y="127"/>
                        <a:pt x="94" y="120"/>
                      </a:cubicBezTo>
                      <a:cubicBezTo>
                        <a:pt x="92" y="117"/>
                        <a:pt x="91" y="116"/>
                        <a:pt x="88" y="115"/>
                      </a:cubicBezTo>
                      <a:cubicBezTo>
                        <a:pt x="86" y="116"/>
                        <a:pt x="84" y="117"/>
                        <a:pt x="81" y="117"/>
                      </a:cubicBezTo>
                      <a:cubicBezTo>
                        <a:pt x="79" y="117"/>
                        <a:pt x="79" y="117"/>
                        <a:pt x="79" y="117"/>
                      </a:cubicBezTo>
                      <a:cubicBezTo>
                        <a:pt x="77" y="116"/>
                        <a:pt x="72" y="109"/>
                        <a:pt x="72" y="107"/>
                      </a:cubicBezTo>
                      <a:cubicBezTo>
                        <a:pt x="72" y="105"/>
                        <a:pt x="72" y="105"/>
                        <a:pt x="72" y="105"/>
                      </a:cubicBezTo>
                      <a:cubicBezTo>
                        <a:pt x="72" y="99"/>
                        <a:pt x="75" y="100"/>
                        <a:pt x="78" y="96"/>
                      </a:cubicBezTo>
                      <a:cubicBezTo>
                        <a:pt x="80" y="96"/>
                        <a:pt x="80" y="96"/>
                        <a:pt x="80" y="96"/>
                      </a:cubicBezTo>
                      <a:cubicBezTo>
                        <a:pt x="82" y="93"/>
                        <a:pt x="89" y="90"/>
                        <a:pt x="92" y="89"/>
                      </a:cubicBezTo>
                      <a:cubicBezTo>
                        <a:pt x="95" y="87"/>
                        <a:pt x="101" y="83"/>
                        <a:pt x="101" y="80"/>
                      </a:cubicBezTo>
                      <a:cubicBezTo>
                        <a:pt x="101" y="77"/>
                        <a:pt x="101" y="79"/>
                        <a:pt x="102" y="78"/>
                      </a:cubicBezTo>
                      <a:cubicBezTo>
                        <a:pt x="101" y="77"/>
                        <a:pt x="101" y="79"/>
                        <a:pt x="101" y="77"/>
                      </a:cubicBezTo>
                      <a:cubicBezTo>
                        <a:pt x="101" y="73"/>
                        <a:pt x="96" y="64"/>
                        <a:pt x="95" y="61"/>
                      </a:cubicBezTo>
                      <a:cubicBezTo>
                        <a:pt x="95" y="61"/>
                        <a:pt x="101" y="55"/>
                        <a:pt x="102" y="55"/>
                      </a:cubicBezTo>
                      <a:cubicBezTo>
                        <a:pt x="104" y="52"/>
                        <a:pt x="106" y="51"/>
                        <a:pt x="109" y="48"/>
                      </a:cubicBezTo>
                      <a:cubicBezTo>
                        <a:pt x="110" y="47"/>
                        <a:pt x="112" y="46"/>
                        <a:pt x="113" y="45"/>
                      </a:cubicBezTo>
                      <a:cubicBezTo>
                        <a:pt x="114" y="44"/>
                        <a:pt x="115" y="43"/>
                        <a:pt x="116" y="42"/>
                      </a:cubicBezTo>
                      <a:cubicBezTo>
                        <a:pt x="118" y="39"/>
                        <a:pt x="118" y="35"/>
                        <a:pt x="121" y="34"/>
                      </a:cubicBezTo>
                      <a:cubicBezTo>
                        <a:pt x="121" y="32"/>
                        <a:pt x="121" y="32"/>
                        <a:pt x="121" y="32"/>
                      </a:cubicBezTo>
                      <a:cubicBezTo>
                        <a:pt x="121" y="27"/>
                        <a:pt x="123" y="30"/>
                        <a:pt x="120" y="24"/>
                      </a:cubicBezTo>
                      <a:cubicBezTo>
                        <a:pt x="118" y="20"/>
                        <a:pt x="118" y="20"/>
                        <a:pt x="116" y="17"/>
                      </a:cubicBezTo>
                      <a:cubicBezTo>
                        <a:pt x="113" y="17"/>
                        <a:pt x="113" y="17"/>
                        <a:pt x="113" y="17"/>
                      </a:cubicBezTo>
                      <a:cubicBezTo>
                        <a:pt x="111" y="17"/>
                        <a:pt x="105" y="19"/>
                        <a:pt x="104" y="20"/>
                      </a:cubicBezTo>
                      <a:cubicBezTo>
                        <a:pt x="101" y="23"/>
                        <a:pt x="102" y="23"/>
                        <a:pt x="96" y="24"/>
                      </a:cubicBezTo>
                      <a:lnTo>
                        <a:pt x="93" y="2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5" name="íṥḻiďê"/>
                <p:cNvSpPr/>
                <p:nvPr/>
              </p:nvSpPr>
              <p:spPr bwMode="auto">
                <a:xfrm>
                  <a:off x="5159376" y="3357563"/>
                  <a:ext cx="117475" cy="366713"/>
                </a:xfrm>
                <a:custGeom>
                  <a:avLst/>
                  <a:gdLst>
                    <a:gd name="T0" fmla="*/ 23 w 36"/>
                    <a:gd name="T1" fmla="*/ 14 h 110"/>
                    <a:gd name="T2" fmla="*/ 23 w 36"/>
                    <a:gd name="T3" fmla="*/ 12 h 110"/>
                    <a:gd name="T4" fmla="*/ 18 w 36"/>
                    <a:gd name="T5" fmla="*/ 6 h 110"/>
                    <a:gd name="T6" fmla="*/ 13 w 36"/>
                    <a:gd name="T7" fmla="*/ 0 h 110"/>
                    <a:gd name="T8" fmla="*/ 11 w 36"/>
                    <a:gd name="T9" fmla="*/ 4 h 110"/>
                    <a:gd name="T10" fmla="*/ 13 w 36"/>
                    <a:gd name="T11" fmla="*/ 16 h 110"/>
                    <a:gd name="T12" fmla="*/ 12 w 36"/>
                    <a:gd name="T13" fmla="*/ 34 h 110"/>
                    <a:gd name="T14" fmla="*/ 7 w 36"/>
                    <a:gd name="T15" fmla="*/ 65 h 110"/>
                    <a:gd name="T16" fmla="*/ 3 w 36"/>
                    <a:gd name="T17" fmla="*/ 80 h 110"/>
                    <a:gd name="T18" fmla="*/ 0 w 36"/>
                    <a:gd name="T19" fmla="*/ 95 h 110"/>
                    <a:gd name="T20" fmla="*/ 0 w 36"/>
                    <a:gd name="T21" fmla="*/ 98 h 110"/>
                    <a:gd name="T22" fmla="*/ 0 w 36"/>
                    <a:gd name="T23" fmla="*/ 100 h 110"/>
                    <a:gd name="T24" fmla="*/ 4 w 36"/>
                    <a:gd name="T25" fmla="*/ 105 h 110"/>
                    <a:gd name="T26" fmla="*/ 9 w 36"/>
                    <a:gd name="T27" fmla="*/ 110 h 110"/>
                    <a:gd name="T28" fmla="*/ 15 w 36"/>
                    <a:gd name="T29" fmla="*/ 104 h 110"/>
                    <a:gd name="T30" fmla="*/ 18 w 36"/>
                    <a:gd name="T31" fmla="*/ 96 h 110"/>
                    <a:gd name="T32" fmla="*/ 18 w 36"/>
                    <a:gd name="T33" fmla="*/ 90 h 110"/>
                    <a:gd name="T34" fmla="*/ 21 w 36"/>
                    <a:gd name="T35" fmla="*/ 71 h 110"/>
                    <a:gd name="T36" fmla="*/ 25 w 36"/>
                    <a:gd name="T37" fmla="*/ 53 h 110"/>
                    <a:gd name="T38" fmla="*/ 30 w 36"/>
                    <a:gd name="T39" fmla="*/ 36 h 110"/>
                    <a:gd name="T40" fmla="*/ 35 w 36"/>
                    <a:gd name="T41" fmla="*/ 20 h 110"/>
                    <a:gd name="T42" fmla="*/ 33 w 36"/>
                    <a:gd name="T43" fmla="*/ 20 h 110"/>
                    <a:gd name="T44" fmla="*/ 30 w 36"/>
                    <a:gd name="T45" fmla="*/ 22 h 110"/>
                    <a:gd name="T46" fmla="*/ 23 w 36"/>
                    <a:gd name="T47" fmla="*/ 17 h 110"/>
                    <a:gd name="T48" fmla="*/ 23 w 36"/>
                    <a:gd name="T49" fmla="*/ 15 h 110"/>
                    <a:gd name="T50" fmla="*/ 23 w 36"/>
                    <a:gd name="T51" fmla="*/ 14 h 1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6" h="110">
                      <a:moveTo>
                        <a:pt x="23" y="14"/>
                      </a:moveTo>
                      <a:cubicBezTo>
                        <a:pt x="23" y="12"/>
                        <a:pt x="23" y="12"/>
                        <a:pt x="23" y="12"/>
                      </a:cubicBezTo>
                      <a:cubicBezTo>
                        <a:pt x="21" y="8"/>
                        <a:pt x="22" y="9"/>
                        <a:pt x="18" y="6"/>
                      </a:cubicBezTo>
                      <a:cubicBezTo>
                        <a:pt x="17" y="4"/>
                        <a:pt x="15" y="2"/>
                        <a:pt x="13" y="0"/>
                      </a:cubicBezTo>
                      <a:cubicBezTo>
                        <a:pt x="12" y="1"/>
                        <a:pt x="11" y="3"/>
                        <a:pt x="11" y="4"/>
                      </a:cubicBezTo>
                      <a:cubicBezTo>
                        <a:pt x="11" y="7"/>
                        <a:pt x="13" y="12"/>
                        <a:pt x="13" y="16"/>
                      </a:cubicBezTo>
                      <a:cubicBezTo>
                        <a:pt x="12" y="34"/>
                        <a:pt x="12" y="34"/>
                        <a:pt x="12" y="34"/>
                      </a:cubicBezTo>
                      <a:cubicBezTo>
                        <a:pt x="12" y="43"/>
                        <a:pt x="9" y="56"/>
                        <a:pt x="7" y="65"/>
                      </a:cubicBezTo>
                      <a:cubicBezTo>
                        <a:pt x="6" y="72"/>
                        <a:pt x="4" y="75"/>
                        <a:pt x="3" y="80"/>
                      </a:cubicBezTo>
                      <a:cubicBezTo>
                        <a:pt x="2" y="85"/>
                        <a:pt x="0" y="91"/>
                        <a:pt x="0" y="95"/>
                      </a:cubicBezTo>
                      <a:cubicBezTo>
                        <a:pt x="0" y="98"/>
                        <a:pt x="0" y="98"/>
                        <a:pt x="0" y="98"/>
                      </a:cubicBezTo>
                      <a:cubicBezTo>
                        <a:pt x="0" y="100"/>
                        <a:pt x="0" y="100"/>
                        <a:pt x="0" y="100"/>
                      </a:cubicBezTo>
                      <a:cubicBezTo>
                        <a:pt x="2" y="102"/>
                        <a:pt x="2" y="103"/>
                        <a:pt x="4" y="105"/>
                      </a:cubicBezTo>
                      <a:cubicBezTo>
                        <a:pt x="6" y="108"/>
                        <a:pt x="7" y="108"/>
                        <a:pt x="9" y="110"/>
                      </a:cubicBezTo>
                      <a:cubicBezTo>
                        <a:pt x="12" y="108"/>
                        <a:pt x="13" y="108"/>
                        <a:pt x="15" y="104"/>
                      </a:cubicBezTo>
                      <a:cubicBezTo>
                        <a:pt x="16" y="102"/>
                        <a:pt x="18" y="99"/>
                        <a:pt x="18" y="96"/>
                      </a:cubicBezTo>
                      <a:cubicBezTo>
                        <a:pt x="18" y="90"/>
                        <a:pt x="18" y="90"/>
                        <a:pt x="18" y="90"/>
                      </a:cubicBezTo>
                      <a:cubicBezTo>
                        <a:pt x="18" y="83"/>
                        <a:pt x="20" y="77"/>
                        <a:pt x="21" y="71"/>
                      </a:cubicBezTo>
                      <a:cubicBezTo>
                        <a:pt x="23" y="65"/>
                        <a:pt x="23" y="59"/>
                        <a:pt x="25" y="53"/>
                      </a:cubicBezTo>
                      <a:cubicBezTo>
                        <a:pt x="26" y="47"/>
                        <a:pt x="29" y="42"/>
                        <a:pt x="30" y="36"/>
                      </a:cubicBezTo>
                      <a:cubicBezTo>
                        <a:pt x="31" y="28"/>
                        <a:pt x="34" y="27"/>
                        <a:pt x="35" y="20"/>
                      </a:cubicBezTo>
                      <a:cubicBezTo>
                        <a:pt x="34" y="19"/>
                        <a:pt x="36" y="20"/>
                        <a:pt x="33" y="20"/>
                      </a:cubicBezTo>
                      <a:cubicBezTo>
                        <a:pt x="33" y="20"/>
                        <a:pt x="30" y="22"/>
                        <a:pt x="30" y="22"/>
                      </a:cubicBezTo>
                      <a:cubicBezTo>
                        <a:pt x="25" y="21"/>
                        <a:pt x="25" y="21"/>
                        <a:pt x="23" y="17"/>
                      </a:cubicBezTo>
                      <a:cubicBezTo>
                        <a:pt x="23" y="15"/>
                        <a:pt x="23" y="15"/>
                        <a:pt x="23" y="15"/>
                      </a:cubicBezTo>
                      <a:lnTo>
                        <a:pt x="23" y="14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grpSp>
            <p:nvGrpSpPr>
              <p:cNvPr id="249" name="ïšľîḍê"/>
              <p:cNvGrpSpPr/>
              <p:nvPr/>
            </p:nvGrpSpPr>
            <p:grpSpPr>
              <a:xfrm>
                <a:off x="4412452" y="3781425"/>
                <a:ext cx="2312689" cy="166461"/>
                <a:chOff x="6986588" y="3521075"/>
                <a:chExt cx="1654176" cy="119063"/>
              </a:xfrm>
            </p:grpSpPr>
            <p:sp>
              <p:nvSpPr>
                <p:cNvPr id="250" name="îṩľîḑê"/>
                <p:cNvSpPr/>
                <p:nvPr/>
              </p:nvSpPr>
              <p:spPr bwMode="auto">
                <a:xfrm>
                  <a:off x="6986588" y="3521075"/>
                  <a:ext cx="155575" cy="119063"/>
                </a:xfrm>
                <a:custGeom>
                  <a:avLst/>
                  <a:gdLst>
                    <a:gd name="T0" fmla="*/ 84 w 98"/>
                    <a:gd name="T1" fmla="*/ 0 h 75"/>
                    <a:gd name="T2" fmla="*/ 59 w 98"/>
                    <a:gd name="T3" fmla="*/ 52 h 75"/>
                    <a:gd name="T4" fmla="*/ 57 w 98"/>
                    <a:gd name="T5" fmla="*/ 0 h 75"/>
                    <a:gd name="T6" fmla="*/ 40 w 98"/>
                    <a:gd name="T7" fmla="*/ 0 h 75"/>
                    <a:gd name="T8" fmla="*/ 15 w 98"/>
                    <a:gd name="T9" fmla="*/ 52 h 75"/>
                    <a:gd name="T10" fmla="*/ 15 w 98"/>
                    <a:gd name="T11" fmla="*/ 0 h 75"/>
                    <a:gd name="T12" fmla="*/ 0 w 98"/>
                    <a:gd name="T13" fmla="*/ 0 h 75"/>
                    <a:gd name="T14" fmla="*/ 2 w 98"/>
                    <a:gd name="T15" fmla="*/ 75 h 75"/>
                    <a:gd name="T16" fmla="*/ 19 w 98"/>
                    <a:gd name="T17" fmla="*/ 75 h 75"/>
                    <a:gd name="T18" fmla="*/ 44 w 98"/>
                    <a:gd name="T19" fmla="*/ 21 h 75"/>
                    <a:gd name="T20" fmla="*/ 46 w 98"/>
                    <a:gd name="T21" fmla="*/ 75 h 75"/>
                    <a:gd name="T22" fmla="*/ 63 w 98"/>
                    <a:gd name="T23" fmla="*/ 75 h 75"/>
                    <a:gd name="T24" fmla="*/ 98 w 98"/>
                    <a:gd name="T25" fmla="*/ 0 h 75"/>
                    <a:gd name="T26" fmla="*/ 84 w 98"/>
                    <a:gd name="T27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98" h="75">
                      <a:moveTo>
                        <a:pt x="84" y="0"/>
                      </a:moveTo>
                      <a:lnTo>
                        <a:pt x="59" y="52"/>
                      </a:lnTo>
                      <a:lnTo>
                        <a:pt x="57" y="0"/>
                      </a:lnTo>
                      <a:lnTo>
                        <a:pt x="40" y="0"/>
                      </a:lnTo>
                      <a:lnTo>
                        <a:pt x="15" y="52"/>
                      </a:ln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2" y="75"/>
                      </a:lnTo>
                      <a:lnTo>
                        <a:pt x="19" y="75"/>
                      </a:lnTo>
                      <a:lnTo>
                        <a:pt x="44" y="21"/>
                      </a:lnTo>
                      <a:lnTo>
                        <a:pt x="46" y="75"/>
                      </a:lnTo>
                      <a:lnTo>
                        <a:pt x="63" y="75"/>
                      </a:lnTo>
                      <a:lnTo>
                        <a:pt x="98" y="0"/>
                      </a:lnTo>
                      <a:lnTo>
                        <a:pt x="8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1" name="îṩḷîde"/>
                <p:cNvSpPr/>
                <p:nvPr/>
              </p:nvSpPr>
              <p:spPr bwMode="auto">
                <a:xfrm>
                  <a:off x="7135813" y="3521075"/>
                  <a:ext cx="112713" cy="119063"/>
                </a:xfrm>
                <a:custGeom>
                  <a:avLst/>
                  <a:gdLst>
                    <a:gd name="T0" fmla="*/ 22 w 34"/>
                    <a:gd name="T1" fmla="*/ 20 h 36"/>
                    <a:gd name="T2" fmla="*/ 20 w 34"/>
                    <a:gd name="T3" fmla="*/ 26 h 36"/>
                    <a:gd name="T4" fmla="*/ 18 w 34"/>
                    <a:gd name="T5" fmla="*/ 29 h 36"/>
                    <a:gd name="T6" fmla="*/ 13 w 34"/>
                    <a:gd name="T7" fmla="*/ 30 h 36"/>
                    <a:gd name="T8" fmla="*/ 9 w 34"/>
                    <a:gd name="T9" fmla="*/ 29 h 36"/>
                    <a:gd name="T10" fmla="*/ 7 w 34"/>
                    <a:gd name="T11" fmla="*/ 25 h 36"/>
                    <a:gd name="T12" fmla="*/ 7 w 34"/>
                    <a:gd name="T13" fmla="*/ 24 h 36"/>
                    <a:gd name="T14" fmla="*/ 8 w 34"/>
                    <a:gd name="T15" fmla="*/ 19 h 36"/>
                    <a:gd name="T16" fmla="*/ 12 w 34"/>
                    <a:gd name="T17" fmla="*/ 0 h 36"/>
                    <a:gd name="T18" fmla="*/ 5 w 34"/>
                    <a:gd name="T19" fmla="*/ 0 h 36"/>
                    <a:gd name="T20" fmla="*/ 1 w 34"/>
                    <a:gd name="T21" fmla="*/ 19 h 36"/>
                    <a:gd name="T22" fmla="*/ 0 w 34"/>
                    <a:gd name="T23" fmla="*/ 23 h 36"/>
                    <a:gd name="T24" fmla="*/ 0 w 34"/>
                    <a:gd name="T25" fmla="*/ 25 h 36"/>
                    <a:gd name="T26" fmla="*/ 3 w 34"/>
                    <a:gd name="T27" fmla="*/ 33 h 36"/>
                    <a:gd name="T28" fmla="*/ 13 w 34"/>
                    <a:gd name="T29" fmla="*/ 36 h 36"/>
                    <a:gd name="T30" fmla="*/ 22 w 34"/>
                    <a:gd name="T31" fmla="*/ 34 h 36"/>
                    <a:gd name="T32" fmla="*/ 27 w 34"/>
                    <a:gd name="T33" fmla="*/ 29 h 36"/>
                    <a:gd name="T34" fmla="*/ 30 w 34"/>
                    <a:gd name="T35" fmla="*/ 20 h 36"/>
                    <a:gd name="T36" fmla="*/ 34 w 34"/>
                    <a:gd name="T37" fmla="*/ 0 h 36"/>
                    <a:gd name="T38" fmla="*/ 26 w 34"/>
                    <a:gd name="T39" fmla="*/ 0 h 36"/>
                    <a:gd name="T40" fmla="*/ 22 w 34"/>
                    <a:gd name="T41" fmla="*/ 2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34" h="36">
                      <a:moveTo>
                        <a:pt x="22" y="20"/>
                      </a:moveTo>
                      <a:cubicBezTo>
                        <a:pt x="22" y="23"/>
                        <a:pt x="21" y="25"/>
                        <a:pt x="20" y="26"/>
                      </a:cubicBezTo>
                      <a:cubicBezTo>
                        <a:pt x="20" y="28"/>
                        <a:pt x="19" y="29"/>
                        <a:pt x="18" y="29"/>
                      </a:cubicBezTo>
                      <a:cubicBezTo>
                        <a:pt x="17" y="30"/>
                        <a:pt x="15" y="30"/>
                        <a:pt x="13" y="30"/>
                      </a:cubicBezTo>
                      <a:cubicBezTo>
                        <a:pt x="11" y="30"/>
                        <a:pt x="10" y="30"/>
                        <a:pt x="9" y="29"/>
                      </a:cubicBezTo>
                      <a:cubicBezTo>
                        <a:pt x="8" y="28"/>
                        <a:pt x="7" y="27"/>
                        <a:pt x="7" y="25"/>
                      </a:cubicBezTo>
                      <a:cubicBezTo>
                        <a:pt x="7" y="25"/>
                        <a:pt x="7" y="25"/>
                        <a:pt x="7" y="24"/>
                      </a:cubicBezTo>
                      <a:cubicBezTo>
                        <a:pt x="8" y="19"/>
                        <a:pt x="8" y="19"/>
                        <a:pt x="8" y="19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1" y="19"/>
                        <a:pt x="1" y="19"/>
                        <a:pt x="1" y="19"/>
                      </a:cubicBezTo>
                      <a:cubicBezTo>
                        <a:pt x="1" y="21"/>
                        <a:pt x="0" y="23"/>
                        <a:pt x="0" y="23"/>
                      </a:cubicBezTo>
                      <a:cubicBezTo>
                        <a:pt x="0" y="24"/>
                        <a:pt x="0" y="25"/>
                        <a:pt x="0" y="25"/>
                      </a:cubicBezTo>
                      <a:cubicBezTo>
                        <a:pt x="0" y="29"/>
                        <a:pt x="1" y="31"/>
                        <a:pt x="3" y="33"/>
                      </a:cubicBezTo>
                      <a:cubicBezTo>
                        <a:pt x="6" y="35"/>
                        <a:pt x="9" y="36"/>
                        <a:pt x="13" y="36"/>
                      </a:cubicBezTo>
                      <a:cubicBezTo>
                        <a:pt x="16" y="36"/>
                        <a:pt x="19" y="36"/>
                        <a:pt x="22" y="34"/>
                      </a:cubicBezTo>
                      <a:cubicBezTo>
                        <a:pt x="24" y="33"/>
                        <a:pt x="25" y="31"/>
                        <a:pt x="27" y="29"/>
                      </a:cubicBezTo>
                      <a:cubicBezTo>
                        <a:pt x="28" y="27"/>
                        <a:pt x="29" y="24"/>
                        <a:pt x="30" y="20"/>
                      </a:cubicBezTo>
                      <a:cubicBezTo>
                        <a:pt x="34" y="0"/>
                        <a:pt x="34" y="0"/>
                        <a:pt x="34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lnTo>
                        <a:pt x="22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2" name="îṣḻîḑê"/>
                <p:cNvSpPr/>
                <p:nvPr/>
              </p:nvSpPr>
              <p:spPr bwMode="auto">
                <a:xfrm>
                  <a:off x="7248526" y="3521075"/>
                  <a:ext cx="114300" cy="119063"/>
                </a:xfrm>
                <a:custGeom>
                  <a:avLst/>
                  <a:gdLst>
                    <a:gd name="T0" fmla="*/ 58 w 72"/>
                    <a:gd name="T1" fmla="*/ 0 h 75"/>
                    <a:gd name="T2" fmla="*/ 52 w 72"/>
                    <a:gd name="T3" fmla="*/ 29 h 75"/>
                    <a:gd name="T4" fmla="*/ 22 w 72"/>
                    <a:gd name="T5" fmla="*/ 29 h 75"/>
                    <a:gd name="T6" fmla="*/ 29 w 72"/>
                    <a:gd name="T7" fmla="*/ 0 h 75"/>
                    <a:gd name="T8" fmla="*/ 14 w 72"/>
                    <a:gd name="T9" fmla="*/ 0 h 75"/>
                    <a:gd name="T10" fmla="*/ 0 w 72"/>
                    <a:gd name="T11" fmla="*/ 75 h 75"/>
                    <a:gd name="T12" fmla="*/ 14 w 72"/>
                    <a:gd name="T13" fmla="*/ 75 h 75"/>
                    <a:gd name="T14" fmla="*/ 20 w 72"/>
                    <a:gd name="T15" fmla="*/ 42 h 75"/>
                    <a:gd name="T16" fmla="*/ 50 w 72"/>
                    <a:gd name="T17" fmla="*/ 42 h 75"/>
                    <a:gd name="T18" fmla="*/ 43 w 72"/>
                    <a:gd name="T19" fmla="*/ 75 h 75"/>
                    <a:gd name="T20" fmla="*/ 58 w 72"/>
                    <a:gd name="T21" fmla="*/ 75 h 75"/>
                    <a:gd name="T22" fmla="*/ 72 w 72"/>
                    <a:gd name="T23" fmla="*/ 0 h 75"/>
                    <a:gd name="T24" fmla="*/ 58 w 72"/>
                    <a:gd name="T25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2" h="75">
                      <a:moveTo>
                        <a:pt x="58" y="0"/>
                      </a:moveTo>
                      <a:lnTo>
                        <a:pt x="52" y="29"/>
                      </a:lnTo>
                      <a:lnTo>
                        <a:pt x="22" y="29"/>
                      </a:lnTo>
                      <a:lnTo>
                        <a:pt x="29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lnTo>
                        <a:pt x="14" y="75"/>
                      </a:lnTo>
                      <a:lnTo>
                        <a:pt x="20" y="42"/>
                      </a:lnTo>
                      <a:lnTo>
                        <a:pt x="50" y="42"/>
                      </a:lnTo>
                      <a:lnTo>
                        <a:pt x="43" y="75"/>
                      </a:lnTo>
                      <a:lnTo>
                        <a:pt x="58" y="75"/>
                      </a:lnTo>
                      <a:lnTo>
                        <a:pt x="72" y="0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3" name="ïṥlíḑê"/>
                <p:cNvSpPr/>
                <p:nvPr/>
              </p:nvSpPr>
              <p:spPr bwMode="auto">
                <a:xfrm>
                  <a:off x="7356476" y="3521075"/>
                  <a:ext cx="112713" cy="119063"/>
                </a:xfrm>
                <a:custGeom>
                  <a:avLst/>
                  <a:gdLst>
                    <a:gd name="T0" fmla="*/ 42 w 71"/>
                    <a:gd name="T1" fmla="*/ 0 h 75"/>
                    <a:gd name="T2" fmla="*/ 0 w 71"/>
                    <a:gd name="T3" fmla="*/ 75 h 75"/>
                    <a:gd name="T4" fmla="*/ 15 w 71"/>
                    <a:gd name="T5" fmla="*/ 75 h 75"/>
                    <a:gd name="T6" fmla="*/ 23 w 71"/>
                    <a:gd name="T7" fmla="*/ 59 h 75"/>
                    <a:gd name="T8" fmla="*/ 54 w 71"/>
                    <a:gd name="T9" fmla="*/ 59 h 75"/>
                    <a:gd name="T10" fmla="*/ 56 w 71"/>
                    <a:gd name="T11" fmla="*/ 75 h 75"/>
                    <a:gd name="T12" fmla="*/ 71 w 71"/>
                    <a:gd name="T13" fmla="*/ 75 h 75"/>
                    <a:gd name="T14" fmla="*/ 58 w 71"/>
                    <a:gd name="T15" fmla="*/ 0 h 75"/>
                    <a:gd name="T16" fmla="*/ 42 w 71"/>
                    <a:gd name="T17" fmla="*/ 0 h 75"/>
                    <a:gd name="T18" fmla="*/ 29 w 71"/>
                    <a:gd name="T19" fmla="*/ 46 h 75"/>
                    <a:gd name="T20" fmla="*/ 48 w 71"/>
                    <a:gd name="T21" fmla="*/ 17 h 75"/>
                    <a:gd name="T22" fmla="*/ 52 w 71"/>
                    <a:gd name="T23" fmla="*/ 46 h 75"/>
                    <a:gd name="T24" fmla="*/ 29 w 71"/>
                    <a:gd name="T25" fmla="*/ 46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1" h="75">
                      <a:moveTo>
                        <a:pt x="42" y="0"/>
                      </a:moveTo>
                      <a:lnTo>
                        <a:pt x="0" y="75"/>
                      </a:lnTo>
                      <a:lnTo>
                        <a:pt x="15" y="75"/>
                      </a:lnTo>
                      <a:lnTo>
                        <a:pt x="23" y="59"/>
                      </a:lnTo>
                      <a:lnTo>
                        <a:pt x="54" y="59"/>
                      </a:lnTo>
                      <a:lnTo>
                        <a:pt x="56" y="75"/>
                      </a:lnTo>
                      <a:lnTo>
                        <a:pt x="71" y="75"/>
                      </a:lnTo>
                      <a:lnTo>
                        <a:pt x="58" y="0"/>
                      </a:lnTo>
                      <a:lnTo>
                        <a:pt x="42" y="0"/>
                      </a:lnTo>
                      <a:close/>
                      <a:moveTo>
                        <a:pt x="29" y="46"/>
                      </a:moveTo>
                      <a:lnTo>
                        <a:pt x="48" y="17"/>
                      </a:lnTo>
                      <a:lnTo>
                        <a:pt x="52" y="46"/>
                      </a:lnTo>
                      <a:lnTo>
                        <a:pt x="29" y="4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4" name="îş1íḋe"/>
                <p:cNvSpPr/>
                <p:nvPr/>
              </p:nvSpPr>
              <p:spPr bwMode="auto">
                <a:xfrm>
                  <a:off x="7481888" y="3521075"/>
                  <a:ext cx="119063" cy="119063"/>
                </a:xfrm>
                <a:custGeom>
                  <a:avLst/>
                  <a:gdLst>
                    <a:gd name="T0" fmla="*/ 50 w 75"/>
                    <a:gd name="T1" fmla="*/ 50 h 75"/>
                    <a:gd name="T2" fmla="*/ 31 w 75"/>
                    <a:gd name="T3" fmla="*/ 0 h 75"/>
                    <a:gd name="T4" fmla="*/ 17 w 75"/>
                    <a:gd name="T5" fmla="*/ 0 h 75"/>
                    <a:gd name="T6" fmla="*/ 0 w 75"/>
                    <a:gd name="T7" fmla="*/ 75 h 75"/>
                    <a:gd name="T8" fmla="*/ 15 w 75"/>
                    <a:gd name="T9" fmla="*/ 75 h 75"/>
                    <a:gd name="T10" fmla="*/ 25 w 75"/>
                    <a:gd name="T11" fmla="*/ 25 h 75"/>
                    <a:gd name="T12" fmla="*/ 46 w 75"/>
                    <a:gd name="T13" fmla="*/ 75 h 75"/>
                    <a:gd name="T14" fmla="*/ 58 w 75"/>
                    <a:gd name="T15" fmla="*/ 75 h 75"/>
                    <a:gd name="T16" fmla="*/ 75 w 75"/>
                    <a:gd name="T17" fmla="*/ 0 h 75"/>
                    <a:gd name="T18" fmla="*/ 61 w 75"/>
                    <a:gd name="T19" fmla="*/ 0 h 75"/>
                    <a:gd name="T20" fmla="*/ 50 w 75"/>
                    <a:gd name="T21" fmla="*/ 5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5" h="75">
                      <a:moveTo>
                        <a:pt x="50" y="50"/>
                      </a:moveTo>
                      <a:lnTo>
                        <a:pt x="31" y="0"/>
                      </a:lnTo>
                      <a:lnTo>
                        <a:pt x="17" y="0"/>
                      </a:lnTo>
                      <a:lnTo>
                        <a:pt x="0" y="75"/>
                      </a:lnTo>
                      <a:lnTo>
                        <a:pt x="15" y="75"/>
                      </a:lnTo>
                      <a:lnTo>
                        <a:pt x="25" y="25"/>
                      </a:lnTo>
                      <a:lnTo>
                        <a:pt x="46" y="75"/>
                      </a:lnTo>
                      <a:lnTo>
                        <a:pt x="58" y="75"/>
                      </a:lnTo>
                      <a:lnTo>
                        <a:pt x="75" y="0"/>
                      </a:lnTo>
                      <a:lnTo>
                        <a:pt x="61" y="0"/>
                      </a:lnTo>
                      <a:lnTo>
                        <a:pt x="50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5" name="îş1ïḋe"/>
                <p:cNvSpPr/>
                <p:nvPr/>
              </p:nvSpPr>
              <p:spPr bwMode="auto">
                <a:xfrm>
                  <a:off x="7653338" y="3521075"/>
                  <a:ext cx="112713" cy="119063"/>
                </a:xfrm>
                <a:custGeom>
                  <a:avLst/>
                  <a:gdLst>
                    <a:gd name="T0" fmla="*/ 22 w 34"/>
                    <a:gd name="T1" fmla="*/ 20 h 36"/>
                    <a:gd name="T2" fmla="*/ 20 w 34"/>
                    <a:gd name="T3" fmla="*/ 26 h 36"/>
                    <a:gd name="T4" fmla="*/ 18 w 34"/>
                    <a:gd name="T5" fmla="*/ 29 h 36"/>
                    <a:gd name="T6" fmla="*/ 13 w 34"/>
                    <a:gd name="T7" fmla="*/ 30 h 36"/>
                    <a:gd name="T8" fmla="*/ 9 w 34"/>
                    <a:gd name="T9" fmla="*/ 29 h 36"/>
                    <a:gd name="T10" fmla="*/ 7 w 34"/>
                    <a:gd name="T11" fmla="*/ 25 h 36"/>
                    <a:gd name="T12" fmla="*/ 7 w 34"/>
                    <a:gd name="T13" fmla="*/ 24 h 36"/>
                    <a:gd name="T14" fmla="*/ 8 w 34"/>
                    <a:gd name="T15" fmla="*/ 19 h 36"/>
                    <a:gd name="T16" fmla="*/ 12 w 34"/>
                    <a:gd name="T17" fmla="*/ 0 h 36"/>
                    <a:gd name="T18" fmla="*/ 5 w 34"/>
                    <a:gd name="T19" fmla="*/ 0 h 36"/>
                    <a:gd name="T20" fmla="*/ 1 w 34"/>
                    <a:gd name="T21" fmla="*/ 19 h 36"/>
                    <a:gd name="T22" fmla="*/ 0 w 34"/>
                    <a:gd name="T23" fmla="*/ 23 h 36"/>
                    <a:gd name="T24" fmla="*/ 0 w 34"/>
                    <a:gd name="T25" fmla="*/ 25 h 36"/>
                    <a:gd name="T26" fmla="*/ 3 w 34"/>
                    <a:gd name="T27" fmla="*/ 33 h 36"/>
                    <a:gd name="T28" fmla="*/ 13 w 34"/>
                    <a:gd name="T29" fmla="*/ 36 h 36"/>
                    <a:gd name="T30" fmla="*/ 22 w 34"/>
                    <a:gd name="T31" fmla="*/ 34 h 36"/>
                    <a:gd name="T32" fmla="*/ 27 w 34"/>
                    <a:gd name="T33" fmla="*/ 29 h 36"/>
                    <a:gd name="T34" fmla="*/ 30 w 34"/>
                    <a:gd name="T35" fmla="*/ 20 h 36"/>
                    <a:gd name="T36" fmla="*/ 34 w 34"/>
                    <a:gd name="T37" fmla="*/ 0 h 36"/>
                    <a:gd name="T38" fmla="*/ 26 w 34"/>
                    <a:gd name="T39" fmla="*/ 0 h 36"/>
                    <a:gd name="T40" fmla="*/ 22 w 34"/>
                    <a:gd name="T41" fmla="*/ 2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34" h="36">
                      <a:moveTo>
                        <a:pt x="22" y="20"/>
                      </a:moveTo>
                      <a:cubicBezTo>
                        <a:pt x="22" y="23"/>
                        <a:pt x="21" y="25"/>
                        <a:pt x="20" y="26"/>
                      </a:cubicBezTo>
                      <a:cubicBezTo>
                        <a:pt x="20" y="28"/>
                        <a:pt x="19" y="29"/>
                        <a:pt x="18" y="29"/>
                      </a:cubicBezTo>
                      <a:cubicBezTo>
                        <a:pt x="17" y="30"/>
                        <a:pt x="15" y="30"/>
                        <a:pt x="13" y="30"/>
                      </a:cubicBezTo>
                      <a:cubicBezTo>
                        <a:pt x="11" y="30"/>
                        <a:pt x="10" y="30"/>
                        <a:pt x="9" y="29"/>
                      </a:cubicBezTo>
                      <a:cubicBezTo>
                        <a:pt x="8" y="28"/>
                        <a:pt x="7" y="27"/>
                        <a:pt x="7" y="25"/>
                      </a:cubicBezTo>
                      <a:cubicBezTo>
                        <a:pt x="7" y="25"/>
                        <a:pt x="7" y="25"/>
                        <a:pt x="7" y="24"/>
                      </a:cubicBezTo>
                      <a:cubicBezTo>
                        <a:pt x="8" y="19"/>
                        <a:pt x="8" y="19"/>
                        <a:pt x="8" y="19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1" y="19"/>
                        <a:pt x="1" y="19"/>
                        <a:pt x="1" y="19"/>
                      </a:cubicBezTo>
                      <a:cubicBezTo>
                        <a:pt x="1" y="21"/>
                        <a:pt x="0" y="23"/>
                        <a:pt x="0" y="23"/>
                      </a:cubicBezTo>
                      <a:cubicBezTo>
                        <a:pt x="0" y="24"/>
                        <a:pt x="0" y="25"/>
                        <a:pt x="0" y="25"/>
                      </a:cubicBezTo>
                      <a:cubicBezTo>
                        <a:pt x="0" y="29"/>
                        <a:pt x="1" y="31"/>
                        <a:pt x="3" y="33"/>
                      </a:cubicBezTo>
                      <a:cubicBezTo>
                        <a:pt x="6" y="35"/>
                        <a:pt x="9" y="36"/>
                        <a:pt x="13" y="36"/>
                      </a:cubicBezTo>
                      <a:cubicBezTo>
                        <a:pt x="16" y="36"/>
                        <a:pt x="19" y="36"/>
                        <a:pt x="22" y="34"/>
                      </a:cubicBezTo>
                      <a:cubicBezTo>
                        <a:pt x="24" y="33"/>
                        <a:pt x="25" y="31"/>
                        <a:pt x="27" y="29"/>
                      </a:cubicBezTo>
                      <a:cubicBezTo>
                        <a:pt x="28" y="27"/>
                        <a:pt x="29" y="24"/>
                        <a:pt x="30" y="20"/>
                      </a:cubicBezTo>
                      <a:cubicBezTo>
                        <a:pt x="34" y="0"/>
                        <a:pt x="34" y="0"/>
                        <a:pt x="34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lnTo>
                        <a:pt x="22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6" name="íšlídè"/>
                <p:cNvSpPr/>
                <p:nvPr/>
              </p:nvSpPr>
              <p:spPr bwMode="auto">
                <a:xfrm>
                  <a:off x="7766051" y="3521075"/>
                  <a:ext cx="115888" cy="119063"/>
                </a:xfrm>
                <a:custGeom>
                  <a:avLst/>
                  <a:gdLst>
                    <a:gd name="T0" fmla="*/ 58 w 73"/>
                    <a:gd name="T1" fmla="*/ 0 h 75"/>
                    <a:gd name="T2" fmla="*/ 50 w 73"/>
                    <a:gd name="T3" fmla="*/ 50 h 75"/>
                    <a:gd name="T4" fmla="*/ 29 w 73"/>
                    <a:gd name="T5" fmla="*/ 0 h 75"/>
                    <a:gd name="T6" fmla="*/ 15 w 73"/>
                    <a:gd name="T7" fmla="*/ 0 h 75"/>
                    <a:gd name="T8" fmla="*/ 0 w 73"/>
                    <a:gd name="T9" fmla="*/ 75 h 75"/>
                    <a:gd name="T10" fmla="*/ 13 w 73"/>
                    <a:gd name="T11" fmla="*/ 75 h 75"/>
                    <a:gd name="T12" fmla="*/ 23 w 73"/>
                    <a:gd name="T13" fmla="*/ 25 h 75"/>
                    <a:gd name="T14" fmla="*/ 44 w 73"/>
                    <a:gd name="T15" fmla="*/ 75 h 75"/>
                    <a:gd name="T16" fmla="*/ 58 w 73"/>
                    <a:gd name="T17" fmla="*/ 75 h 75"/>
                    <a:gd name="T18" fmla="*/ 73 w 73"/>
                    <a:gd name="T19" fmla="*/ 0 h 75"/>
                    <a:gd name="T20" fmla="*/ 58 w 73"/>
                    <a:gd name="T21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3" h="75">
                      <a:moveTo>
                        <a:pt x="58" y="0"/>
                      </a:moveTo>
                      <a:lnTo>
                        <a:pt x="50" y="50"/>
                      </a:lnTo>
                      <a:lnTo>
                        <a:pt x="29" y="0"/>
                      </a:lnTo>
                      <a:lnTo>
                        <a:pt x="15" y="0"/>
                      </a:lnTo>
                      <a:lnTo>
                        <a:pt x="0" y="75"/>
                      </a:lnTo>
                      <a:lnTo>
                        <a:pt x="13" y="75"/>
                      </a:lnTo>
                      <a:lnTo>
                        <a:pt x="23" y="25"/>
                      </a:lnTo>
                      <a:lnTo>
                        <a:pt x="44" y="75"/>
                      </a:lnTo>
                      <a:lnTo>
                        <a:pt x="58" y="75"/>
                      </a:lnTo>
                      <a:lnTo>
                        <a:pt x="73" y="0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7" name="îṣḻîďe"/>
                <p:cNvSpPr/>
                <p:nvPr/>
              </p:nvSpPr>
              <p:spPr bwMode="auto">
                <a:xfrm>
                  <a:off x="7881938" y="3521075"/>
                  <a:ext cx="49213" cy="119063"/>
                </a:xfrm>
                <a:custGeom>
                  <a:avLst/>
                  <a:gdLst>
                    <a:gd name="T0" fmla="*/ 0 w 31"/>
                    <a:gd name="T1" fmla="*/ 75 h 75"/>
                    <a:gd name="T2" fmla="*/ 14 w 31"/>
                    <a:gd name="T3" fmla="*/ 75 h 75"/>
                    <a:gd name="T4" fmla="*/ 31 w 31"/>
                    <a:gd name="T5" fmla="*/ 0 h 75"/>
                    <a:gd name="T6" fmla="*/ 14 w 31"/>
                    <a:gd name="T7" fmla="*/ 0 h 75"/>
                    <a:gd name="T8" fmla="*/ 0 w 31"/>
                    <a:gd name="T9" fmla="*/ 75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75">
                      <a:moveTo>
                        <a:pt x="0" y="75"/>
                      </a:moveTo>
                      <a:lnTo>
                        <a:pt x="14" y="75"/>
                      </a:lnTo>
                      <a:lnTo>
                        <a:pt x="31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8" name="íŝḻiḋè"/>
                <p:cNvSpPr/>
                <p:nvPr/>
              </p:nvSpPr>
              <p:spPr bwMode="auto">
                <a:xfrm>
                  <a:off x="7940676" y="3521075"/>
                  <a:ext cx="109538" cy="119063"/>
                </a:xfrm>
                <a:custGeom>
                  <a:avLst/>
                  <a:gdLst>
                    <a:gd name="T0" fmla="*/ 54 w 69"/>
                    <a:gd name="T1" fmla="*/ 0 h 75"/>
                    <a:gd name="T2" fmla="*/ 23 w 69"/>
                    <a:gd name="T3" fmla="*/ 57 h 75"/>
                    <a:gd name="T4" fmla="*/ 15 w 69"/>
                    <a:gd name="T5" fmla="*/ 0 h 75"/>
                    <a:gd name="T6" fmla="*/ 0 w 69"/>
                    <a:gd name="T7" fmla="*/ 0 h 75"/>
                    <a:gd name="T8" fmla="*/ 13 w 69"/>
                    <a:gd name="T9" fmla="*/ 75 h 75"/>
                    <a:gd name="T10" fmla="*/ 29 w 69"/>
                    <a:gd name="T11" fmla="*/ 75 h 75"/>
                    <a:gd name="T12" fmla="*/ 69 w 69"/>
                    <a:gd name="T13" fmla="*/ 0 h 75"/>
                    <a:gd name="T14" fmla="*/ 54 w 69"/>
                    <a:gd name="T15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69" h="75">
                      <a:moveTo>
                        <a:pt x="54" y="0"/>
                      </a:moveTo>
                      <a:lnTo>
                        <a:pt x="23" y="57"/>
                      </a:ln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13" y="75"/>
                      </a:lnTo>
                      <a:lnTo>
                        <a:pt x="29" y="75"/>
                      </a:lnTo>
                      <a:lnTo>
                        <a:pt x="69" y="0"/>
                      </a:lnTo>
                      <a:lnTo>
                        <a:pt x="5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9" name="î$ḷíďé"/>
                <p:cNvSpPr/>
                <p:nvPr/>
              </p:nvSpPr>
              <p:spPr bwMode="auto">
                <a:xfrm>
                  <a:off x="8037513" y="3521075"/>
                  <a:ext cx="111125" cy="119063"/>
                </a:xfrm>
                <a:custGeom>
                  <a:avLst/>
                  <a:gdLst>
                    <a:gd name="T0" fmla="*/ 68 w 70"/>
                    <a:gd name="T1" fmla="*/ 12 h 75"/>
                    <a:gd name="T2" fmla="*/ 70 w 70"/>
                    <a:gd name="T3" fmla="*/ 0 h 75"/>
                    <a:gd name="T4" fmla="*/ 16 w 70"/>
                    <a:gd name="T5" fmla="*/ 0 h 75"/>
                    <a:gd name="T6" fmla="*/ 0 w 70"/>
                    <a:gd name="T7" fmla="*/ 75 h 75"/>
                    <a:gd name="T8" fmla="*/ 58 w 70"/>
                    <a:gd name="T9" fmla="*/ 75 h 75"/>
                    <a:gd name="T10" fmla="*/ 60 w 70"/>
                    <a:gd name="T11" fmla="*/ 63 h 75"/>
                    <a:gd name="T12" fmla="*/ 16 w 70"/>
                    <a:gd name="T13" fmla="*/ 63 h 75"/>
                    <a:gd name="T14" fmla="*/ 22 w 70"/>
                    <a:gd name="T15" fmla="*/ 42 h 75"/>
                    <a:gd name="T16" fmla="*/ 60 w 70"/>
                    <a:gd name="T17" fmla="*/ 42 h 75"/>
                    <a:gd name="T18" fmla="*/ 62 w 70"/>
                    <a:gd name="T19" fmla="*/ 29 h 75"/>
                    <a:gd name="T20" fmla="*/ 24 w 70"/>
                    <a:gd name="T21" fmla="*/ 29 h 75"/>
                    <a:gd name="T22" fmla="*/ 29 w 70"/>
                    <a:gd name="T23" fmla="*/ 12 h 75"/>
                    <a:gd name="T24" fmla="*/ 68 w 70"/>
                    <a:gd name="T25" fmla="*/ 12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0" h="75">
                      <a:moveTo>
                        <a:pt x="68" y="12"/>
                      </a:moveTo>
                      <a:lnTo>
                        <a:pt x="70" y="0"/>
                      </a:lnTo>
                      <a:lnTo>
                        <a:pt x="16" y="0"/>
                      </a:lnTo>
                      <a:lnTo>
                        <a:pt x="0" y="75"/>
                      </a:lnTo>
                      <a:lnTo>
                        <a:pt x="58" y="75"/>
                      </a:lnTo>
                      <a:lnTo>
                        <a:pt x="60" y="63"/>
                      </a:lnTo>
                      <a:lnTo>
                        <a:pt x="16" y="63"/>
                      </a:lnTo>
                      <a:lnTo>
                        <a:pt x="22" y="42"/>
                      </a:lnTo>
                      <a:lnTo>
                        <a:pt x="60" y="42"/>
                      </a:lnTo>
                      <a:lnTo>
                        <a:pt x="62" y="29"/>
                      </a:lnTo>
                      <a:lnTo>
                        <a:pt x="24" y="29"/>
                      </a:lnTo>
                      <a:lnTo>
                        <a:pt x="29" y="12"/>
                      </a:lnTo>
                      <a:lnTo>
                        <a:pt x="68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0" name="îṡlîďe"/>
                <p:cNvSpPr/>
                <p:nvPr/>
              </p:nvSpPr>
              <p:spPr bwMode="auto">
                <a:xfrm>
                  <a:off x="8145463" y="3521075"/>
                  <a:ext cx="115888" cy="119063"/>
                </a:xfrm>
                <a:custGeom>
                  <a:avLst/>
                  <a:gdLst>
                    <a:gd name="T0" fmla="*/ 30 w 35"/>
                    <a:gd name="T1" fmla="*/ 1 h 36"/>
                    <a:gd name="T2" fmla="*/ 24 w 35"/>
                    <a:gd name="T3" fmla="*/ 0 h 36"/>
                    <a:gd name="T4" fmla="*/ 8 w 35"/>
                    <a:gd name="T5" fmla="*/ 0 h 36"/>
                    <a:gd name="T6" fmla="*/ 0 w 35"/>
                    <a:gd name="T7" fmla="*/ 36 h 36"/>
                    <a:gd name="T8" fmla="*/ 8 w 35"/>
                    <a:gd name="T9" fmla="*/ 36 h 36"/>
                    <a:gd name="T10" fmla="*/ 11 w 35"/>
                    <a:gd name="T11" fmla="*/ 21 h 36"/>
                    <a:gd name="T12" fmla="*/ 14 w 35"/>
                    <a:gd name="T13" fmla="*/ 21 h 36"/>
                    <a:gd name="T14" fmla="*/ 17 w 35"/>
                    <a:gd name="T15" fmla="*/ 22 h 36"/>
                    <a:gd name="T16" fmla="*/ 21 w 35"/>
                    <a:gd name="T17" fmla="*/ 26 h 36"/>
                    <a:gd name="T18" fmla="*/ 24 w 35"/>
                    <a:gd name="T19" fmla="*/ 36 h 36"/>
                    <a:gd name="T20" fmla="*/ 32 w 35"/>
                    <a:gd name="T21" fmla="*/ 36 h 36"/>
                    <a:gd name="T22" fmla="*/ 27 w 35"/>
                    <a:gd name="T23" fmla="*/ 24 h 36"/>
                    <a:gd name="T24" fmla="*/ 24 w 35"/>
                    <a:gd name="T25" fmla="*/ 21 h 36"/>
                    <a:gd name="T26" fmla="*/ 32 w 35"/>
                    <a:gd name="T27" fmla="*/ 17 h 36"/>
                    <a:gd name="T28" fmla="*/ 35 w 35"/>
                    <a:gd name="T29" fmla="*/ 9 h 36"/>
                    <a:gd name="T30" fmla="*/ 34 w 35"/>
                    <a:gd name="T31" fmla="*/ 4 h 36"/>
                    <a:gd name="T32" fmla="*/ 30 w 35"/>
                    <a:gd name="T33" fmla="*/ 1 h 36"/>
                    <a:gd name="T34" fmla="*/ 27 w 35"/>
                    <a:gd name="T35" fmla="*/ 13 h 36"/>
                    <a:gd name="T36" fmla="*/ 24 w 35"/>
                    <a:gd name="T37" fmla="*/ 15 h 36"/>
                    <a:gd name="T38" fmla="*/ 16 w 35"/>
                    <a:gd name="T39" fmla="*/ 16 h 36"/>
                    <a:gd name="T40" fmla="*/ 12 w 35"/>
                    <a:gd name="T41" fmla="*/ 16 h 36"/>
                    <a:gd name="T42" fmla="*/ 14 w 35"/>
                    <a:gd name="T43" fmla="*/ 6 h 36"/>
                    <a:gd name="T44" fmla="*/ 22 w 35"/>
                    <a:gd name="T45" fmla="*/ 6 h 36"/>
                    <a:gd name="T46" fmla="*/ 26 w 35"/>
                    <a:gd name="T47" fmla="*/ 7 h 36"/>
                    <a:gd name="T48" fmla="*/ 28 w 35"/>
                    <a:gd name="T49" fmla="*/ 10 h 36"/>
                    <a:gd name="T50" fmla="*/ 27 w 35"/>
                    <a:gd name="T51" fmla="*/ 13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5" h="36">
                      <a:moveTo>
                        <a:pt x="30" y="1"/>
                      </a:moveTo>
                      <a:cubicBezTo>
                        <a:pt x="28" y="0"/>
                        <a:pt x="26" y="0"/>
                        <a:pt x="24" y="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8" y="36"/>
                        <a:pt x="8" y="36"/>
                        <a:pt x="8" y="36"/>
                      </a:cubicBezTo>
                      <a:cubicBezTo>
                        <a:pt x="11" y="21"/>
                        <a:pt x="11" y="21"/>
                        <a:pt x="11" y="21"/>
                      </a:cubicBezTo>
                      <a:cubicBezTo>
                        <a:pt x="14" y="21"/>
                        <a:pt x="14" y="21"/>
                        <a:pt x="14" y="21"/>
                      </a:cubicBezTo>
                      <a:cubicBezTo>
                        <a:pt x="15" y="21"/>
                        <a:pt x="17" y="21"/>
                        <a:pt x="17" y="22"/>
                      </a:cubicBezTo>
                      <a:cubicBezTo>
                        <a:pt x="18" y="22"/>
                        <a:pt x="20" y="24"/>
                        <a:pt x="21" y="26"/>
                      </a:cubicBezTo>
                      <a:cubicBezTo>
                        <a:pt x="22" y="31"/>
                        <a:pt x="24" y="34"/>
                        <a:pt x="24" y="36"/>
                      </a:cubicBezTo>
                      <a:cubicBezTo>
                        <a:pt x="32" y="36"/>
                        <a:pt x="32" y="36"/>
                        <a:pt x="32" y="36"/>
                      </a:cubicBezTo>
                      <a:cubicBezTo>
                        <a:pt x="30" y="31"/>
                        <a:pt x="28" y="27"/>
                        <a:pt x="27" y="24"/>
                      </a:cubicBezTo>
                      <a:cubicBezTo>
                        <a:pt x="26" y="23"/>
                        <a:pt x="25" y="21"/>
                        <a:pt x="24" y="21"/>
                      </a:cubicBezTo>
                      <a:cubicBezTo>
                        <a:pt x="28" y="20"/>
                        <a:pt x="30" y="19"/>
                        <a:pt x="32" y="17"/>
                      </a:cubicBezTo>
                      <a:cubicBezTo>
                        <a:pt x="34" y="15"/>
                        <a:pt x="35" y="13"/>
                        <a:pt x="35" y="9"/>
                      </a:cubicBezTo>
                      <a:cubicBezTo>
                        <a:pt x="35" y="7"/>
                        <a:pt x="34" y="6"/>
                        <a:pt x="34" y="4"/>
                      </a:cubicBezTo>
                      <a:cubicBezTo>
                        <a:pt x="33" y="3"/>
                        <a:pt x="31" y="2"/>
                        <a:pt x="30" y="1"/>
                      </a:cubicBezTo>
                      <a:close/>
                      <a:moveTo>
                        <a:pt x="27" y="13"/>
                      </a:moveTo>
                      <a:cubicBezTo>
                        <a:pt x="26" y="14"/>
                        <a:pt x="25" y="14"/>
                        <a:pt x="24" y="15"/>
                      </a:cubicBezTo>
                      <a:cubicBezTo>
                        <a:pt x="22" y="15"/>
                        <a:pt x="20" y="16"/>
                        <a:pt x="16" y="16"/>
                      </a:cubicBezTo>
                      <a:cubicBezTo>
                        <a:pt x="12" y="16"/>
                        <a:pt x="12" y="16"/>
                        <a:pt x="12" y="16"/>
                      </a:cubicBezTo>
                      <a:cubicBezTo>
                        <a:pt x="14" y="6"/>
                        <a:pt x="14" y="6"/>
                        <a:pt x="14" y="6"/>
                      </a:cubicBezTo>
                      <a:cubicBezTo>
                        <a:pt x="22" y="6"/>
                        <a:pt x="22" y="6"/>
                        <a:pt x="22" y="6"/>
                      </a:cubicBezTo>
                      <a:cubicBezTo>
                        <a:pt x="24" y="6"/>
                        <a:pt x="25" y="6"/>
                        <a:pt x="26" y="7"/>
                      </a:cubicBezTo>
                      <a:cubicBezTo>
                        <a:pt x="27" y="7"/>
                        <a:pt x="28" y="8"/>
                        <a:pt x="28" y="10"/>
                      </a:cubicBezTo>
                      <a:cubicBezTo>
                        <a:pt x="28" y="11"/>
                        <a:pt x="27" y="12"/>
                        <a:pt x="27" y="1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1" name="ïşľîḍé"/>
                <p:cNvSpPr/>
                <p:nvPr/>
              </p:nvSpPr>
              <p:spPr bwMode="auto">
                <a:xfrm>
                  <a:off x="8267701" y="3521075"/>
                  <a:ext cx="98425" cy="119063"/>
                </a:xfrm>
                <a:custGeom>
                  <a:avLst/>
                  <a:gdLst>
                    <a:gd name="T0" fmla="*/ 17 w 30"/>
                    <a:gd name="T1" fmla="*/ 5 h 36"/>
                    <a:gd name="T2" fmla="*/ 22 w 30"/>
                    <a:gd name="T3" fmla="*/ 7 h 36"/>
                    <a:gd name="T4" fmla="*/ 23 w 30"/>
                    <a:gd name="T5" fmla="*/ 11 h 36"/>
                    <a:gd name="T6" fmla="*/ 30 w 30"/>
                    <a:gd name="T7" fmla="*/ 10 h 36"/>
                    <a:gd name="T8" fmla="*/ 27 w 30"/>
                    <a:gd name="T9" fmla="*/ 3 h 36"/>
                    <a:gd name="T10" fmla="*/ 17 w 30"/>
                    <a:gd name="T11" fmla="*/ 0 h 36"/>
                    <a:gd name="T12" fmla="*/ 8 w 30"/>
                    <a:gd name="T13" fmla="*/ 3 h 36"/>
                    <a:gd name="T14" fmla="*/ 4 w 30"/>
                    <a:gd name="T15" fmla="*/ 10 h 36"/>
                    <a:gd name="T16" fmla="*/ 6 w 30"/>
                    <a:gd name="T17" fmla="*/ 14 h 36"/>
                    <a:gd name="T18" fmla="*/ 8 w 30"/>
                    <a:gd name="T19" fmla="*/ 18 h 36"/>
                    <a:gd name="T20" fmla="*/ 15 w 30"/>
                    <a:gd name="T21" fmla="*/ 21 h 36"/>
                    <a:gd name="T22" fmla="*/ 20 w 30"/>
                    <a:gd name="T23" fmla="*/ 23 h 36"/>
                    <a:gd name="T24" fmla="*/ 21 w 30"/>
                    <a:gd name="T25" fmla="*/ 26 h 36"/>
                    <a:gd name="T26" fmla="*/ 19 w 30"/>
                    <a:gd name="T27" fmla="*/ 29 h 36"/>
                    <a:gd name="T28" fmla="*/ 14 w 30"/>
                    <a:gd name="T29" fmla="*/ 30 h 36"/>
                    <a:gd name="T30" fmla="*/ 8 w 30"/>
                    <a:gd name="T31" fmla="*/ 28 h 36"/>
                    <a:gd name="T32" fmla="*/ 7 w 30"/>
                    <a:gd name="T33" fmla="*/ 24 h 36"/>
                    <a:gd name="T34" fmla="*/ 0 w 30"/>
                    <a:gd name="T35" fmla="*/ 24 h 36"/>
                    <a:gd name="T36" fmla="*/ 1 w 30"/>
                    <a:gd name="T37" fmla="*/ 30 h 36"/>
                    <a:gd name="T38" fmla="*/ 6 w 30"/>
                    <a:gd name="T39" fmla="*/ 35 h 36"/>
                    <a:gd name="T40" fmla="*/ 14 w 30"/>
                    <a:gd name="T41" fmla="*/ 36 h 36"/>
                    <a:gd name="T42" fmla="*/ 24 w 30"/>
                    <a:gd name="T43" fmla="*/ 33 h 36"/>
                    <a:gd name="T44" fmla="*/ 28 w 30"/>
                    <a:gd name="T45" fmla="*/ 25 h 36"/>
                    <a:gd name="T46" fmla="*/ 26 w 30"/>
                    <a:gd name="T47" fmla="*/ 19 h 36"/>
                    <a:gd name="T48" fmla="*/ 18 w 30"/>
                    <a:gd name="T49" fmla="*/ 14 h 36"/>
                    <a:gd name="T50" fmla="*/ 13 w 30"/>
                    <a:gd name="T51" fmla="*/ 12 h 36"/>
                    <a:gd name="T52" fmla="*/ 11 w 30"/>
                    <a:gd name="T53" fmla="*/ 9 h 36"/>
                    <a:gd name="T54" fmla="*/ 13 w 30"/>
                    <a:gd name="T55" fmla="*/ 6 h 36"/>
                    <a:gd name="T56" fmla="*/ 17 w 30"/>
                    <a:gd name="T57" fmla="*/ 5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30" h="36">
                      <a:moveTo>
                        <a:pt x="17" y="5"/>
                      </a:moveTo>
                      <a:cubicBezTo>
                        <a:pt x="19" y="5"/>
                        <a:pt x="21" y="6"/>
                        <a:pt x="22" y="7"/>
                      </a:cubicBezTo>
                      <a:cubicBezTo>
                        <a:pt x="23" y="8"/>
                        <a:pt x="23" y="9"/>
                        <a:pt x="23" y="11"/>
                      </a:cubicBezTo>
                      <a:cubicBezTo>
                        <a:pt x="30" y="10"/>
                        <a:pt x="30" y="10"/>
                        <a:pt x="30" y="10"/>
                      </a:cubicBezTo>
                      <a:cubicBezTo>
                        <a:pt x="30" y="7"/>
                        <a:pt x="29" y="4"/>
                        <a:pt x="27" y="3"/>
                      </a:cubicBezTo>
                      <a:cubicBezTo>
                        <a:pt x="24" y="1"/>
                        <a:pt x="21" y="0"/>
                        <a:pt x="17" y="0"/>
                      </a:cubicBezTo>
                      <a:cubicBezTo>
                        <a:pt x="13" y="0"/>
                        <a:pt x="10" y="1"/>
                        <a:pt x="8" y="3"/>
                      </a:cubicBezTo>
                      <a:cubicBezTo>
                        <a:pt x="5" y="5"/>
                        <a:pt x="4" y="7"/>
                        <a:pt x="4" y="10"/>
                      </a:cubicBezTo>
                      <a:cubicBezTo>
                        <a:pt x="4" y="12"/>
                        <a:pt x="5" y="13"/>
                        <a:pt x="6" y="14"/>
                      </a:cubicBezTo>
                      <a:cubicBezTo>
                        <a:pt x="6" y="16"/>
                        <a:pt x="7" y="17"/>
                        <a:pt x="8" y="18"/>
                      </a:cubicBezTo>
                      <a:cubicBezTo>
                        <a:pt x="10" y="18"/>
                        <a:pt x="12" y="19"/>
                        <a:pt x="15" y="21"/>
                      </a:cubicBezTo>
                      <a:cubicBezTo>
                        <a:pt x="17" y="22"/>
                        <a:pt x="19" y="23"/>
                        <a:pt x="20" y="23"/>
                      </a:cubicBezTo>
                      <a:cubicBezTo>
                        <a:pt x="20" y="24"/>
                        <a:pt x="21" y="25"/>
                        <a:pt x="21" y="26"/>
                      </a:cubicBezTo>
                      <a:cubicBezTo>
                        <a:pt x="21" y="27"/>
                        <a:pt x="20" y="28"/>
                        <a:pt x="19" y="29"/>
                      </a:cubicBezTo>
                      <a:cubicBezTo>
                        <a:pt x="18" y="30"/>
                        <a:pt x="16" y="30"/>
                        <a:pt x="14" y="30"/>
                      </a:cubicBezTo>
                      <a:cubicBezTo>
                        <a:pt x="11" y="30"/>
                        <a:pt x="9" y="30"/>
                        <a:pt x="8" y="28"/>
                      </a:cubicBezTo>
                      <a:cubicBezTo>
                        <a:pt x="8" y="28"/>
                        <a:pt x="7" y="26"/>
                        <a:pt x="7" y="24"/>
                      </a:cubicBezTo>
                      <a:cubicBezTo>
                        <a:pt x="0" y="24"/>
                        <a:pt x="0" y="24"/>
                        <a:pt x="0" y="24"/>
                      </a:cubicBezTo>
                      <a:cubicBezTo>
                        <a:pt x="0" y="27"/>
                        <a:pt x="0" y="29"/>
                        <a:pt x="1" y="30"/>
                      </a:cubicBezTo>
                      <a:cubicBezTo>
                        <a:pt x="2" y="32"/>
                        <a:pt x="4" y="34"/>
                        <a:pt x="6" y="35"/>
                      </a:cubicBezTo>
                      <a:cubicBezTo>
                        <a:pt x="8" y="36"/>
                        <a:pt x="11" y="36"/>
                        <a:pt x="14" y="36"/>
                      </a:cubicBezTo>
                      <a:cubicBezTo>
                        <a:pt x="18" y="36"/>
                        <a:pt x="22" y="35"/>
                        <a:pt x="24" y="33"/>
                      </a:cubicBezTo>
                      <a:cubicBezTo>
                        <a:pt x="27" y="31"/>
                        <a:pt x="28" y="28"/>
                        <a:pt x="28" y="25"/>
                      </a:cubicBezTo>
                      <a:cubicBezTo>
                        <a:pt x="28" y="22"/>
                        <a:pt x="27" y="20"/>
                        <a:pt x="26" y="19"/>
                      </a:cubicBezTo>
                      <a:cubicBezTo>
                        <a:pt x="25" y="18"/>
                        <a:pt x="22" y="16"/>
                        <a:pt x="18" y="14"/>
                      </a:cubicBezTo>
                      <a:cubicBezTo>
                        <a:pt x="15" y="13"/>
                        <a:pt x="13" y="12"/>
                        <a:pt x="13" y="12"/>
                      </a:cubicBezTo>
                      <a:cubicBezTo>
                        <a:pt x="12" y="11"/>
                        <a:pt x="11" y="10"/>
                        <a:pt x="11" y="9"/>
                      </a:cubicBezTo>
                      <a:cubicBezTo>
                        <a:pt x="11" y="8"/>
                        <a:pt x="12" y="7"/>
                        <a:pt x="13" y="6"/>
                      </a:cubicBezTo>
                      <a:cubicBezTo>
                        <a:pt x="14" y="6"/>
                        <a:pt x="15" y="5"/>
                        <a:pt x="17" y="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2" name="îṩľîďe"/>
                <p:cNvSpPr/>
                <p:nvPr/>
              </p:nvSpPr>
              <p:spPr bwMode="auto">
                <a:xfrm>
                  <a:off x="8374063" y="3521075"/>
                  <a:ext cx="46038" cy="119063"/>
                </a:xfrm>
                <a:custGeom>
                  <a:avLst/>
                  <a:gdLst>
                    <a:gd name="T0" fmla="*/ 0 w 29"/>
                    <a:gd name="T1" fmla="*/ 75 h 75"/>
                    <a:gd name="T2" fmla="*/ 14 w 29"/>
                    <a:gd name="T3" fmla="*/ 75 h 75"/>
                    <a:gd name="T4" fmla="*/ 29 w 29"/>
                    <a:gd name="T5" fmla="*/ 0 h 75"/>
                    <a:gd name="T6" fmla="*/ 14 w 29"/>
                    <a:gd name="T7" fmla="*/ 0 h 75"/>
                    <a:gd name="T8" fmla="*/ 0 w 29"/>
                    <a:gd name="T9" fmla="*/ 75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75">
                      <a:moveTo>
                        <a:pt x="0" y="75"/>
                      </a:moveTo>
                      <a:lnTo>
                        <a:pt x="14" y="75"/>
                      </a:lnTo>
                      <a:lnTo>
                        <a:pt x="29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3" name="iS1idè"/>
                <p:cNvSpPr/>
                <p:nvPr/>
              </p:nvSpPr>
              <p:spPr bwMode="auto">
                <a:xfrm>
                  <a:off x="8432801" y="3521075"/>
                  <a:ext cx="95250" cy="119063"/>
                </a:xfrm>
                <a:custGeom>
                  <a:avLst/>
                  <a:gdLst>
                    <a:gd name="T0" fmla="*/ 0 w 60"/>
                    <a:gd name="T1" fmla="*/ 12 h 75"/>
                    <a:gd name="T2" fmla="*/ 21 w 60"/>
                    <a:gd name="T3" fmla="*/ 12 h 75"/>
                    <a:gd name="T4" fmla="*/ 8 w 60"/>
                    <a:gd name="T5" fmla="*/ 75 h 75"/>
                    <a:gd name="T6" fmla="*/ 23 w 60"/>
                    <a:gd name="T7" fmla="*/ 75 h 75"/>
                    <a:gd name="T8" fmla="*/ 35 w 60"/>
                    <a:gd name="T9" fmla="*/ 12 h 75"/>
                    <a:gd name="T10" fmla="*/ 58 w 60"/>
                    <a:gd name="T11" fmla="*/ 12 h 75"/>
                    <a:gd name="T12" fmla="*/ 60 w 60"/>
                    <a:gd name="T13" fmla="*/ 0 h 75"/>
                    <a:gd name="T14" fmla="*/ 2 w 60"/>
                    <a:gd name="T15" fmla="*/ 0 h 75"/>
                    <a:gd name="T16" fmla="*/ 0 w 60"/>
                    <a:gd name="T17" fmla="*/ 12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0" h="75">
                      <a:moveTo>
                        <a:pt x="0" y="12"/>
                      </a:moveTo>
                      <a:lnTo>
                        <a:pt x="21" y="12"/>
                      </a:lnTo>
                      <a:lnTo>
                        <a:pt x="8" y="75"/>
                      </a:lnTo>
                      <a:lnTo>
                        <a:pt x="23" y="75"/>
                      </a:lnTo>
                      <a:lnTo>
                        <a:pt x="35" y="12"/>
                      </a:lnTo>
                      <a:lnTo>
                        <a:pt x="58" y="12"/>
                      </a:lnTo>
                      <a:lnTo>
                        <a:pt x="60" y="0"/>
                      </a:lnTo>
                      <a:lnTo>
                        <a:pt x="2" y="0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4" name="iṣḷîḋe"/>
                <p:cNvSpPr/>
                <p:nvPr/>
              </p:nvSpPr>
              <p:spPr bwMode="auto">
                <a:xfrm>
                  <a:off x="8531226" y="3521075"/>
                  <a:ext cx="109538" cy="119063"/>
                </a:xfrm>
                <a:custGeom>
                  <a:avLst/>
                  <a:gdLst>
                    <a:gd name="T0" fmla="*/ 25 w 33"/>
                    <a:gd name="T1" fmla="*/ 0 h 36"/>
                    <a:gd name="T2" fmla="*/ 19 w 33"/>
                    <a:gd name="T3" fmla="*/ 7 h 36"/>
                    <a:gd name="T4" fmla="*/ 16 w 33"/>
                    <a:gd name="T5" fmla="*/ 12 h 36"/>
                    <a:gd name="T6" fmla="*/ 14 w 33"/>
                    <a:gd name="T7" fmla="*/ 15 h 36"/>
                    <a:gd name="T8" fmla="*/ 12 w 33"/>
                    <a:gd name="T9" fmla="*/ 10 h 36"/>
                    <a:gd name="T10" fmla="*/ 8 w 33"/>
                    <a:gd name="T11" fmla="*/ 0 h 36"/>
                    <a:gd name="T12" fmla="*/ 0 w 33"/>
                    <a:gd name="T13" fmla="*/ 0 h 36"/>
                    <a:gd name="T14" fmla="*/ 10 w 33"/>
                    <a:gd name="T15" fmla="*/ 22 h 36"/>
                    <a:gd name="T16" fmla="*/ 7 w 33"/>
                    <a:gd name="T17" fmla="*/ 36 h 36"/>
                    <a:gd name="T18" fmla="*/ 14 w 33"/>
                    <a:gd name="T19" fmla="*/ 36 h 36"/>
                    <a:gd name="T20" fmla="*/ 17 w 33"/>
                    <a:gd name="T21" fmla="*/ 23 h 36"/>
                    <a:gd name="T22" fmla="*/ 33 w 33"/>
                    <a:gd name="T23" fmla="*/ 0 h 36"/>
                    <a:gd name="T24" fmla="*/ 25 w 33"/>
                    <a:gd name="T25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33" h="36">
                      <a:moveTo>
                        <a:pt x="25" y="0"/>
                      </a:moveTo>
                      <a:cubicBezTo>
                        <a:pt x="19" y="7"/>
                        <a:pt x="19" y="7"/>
                        <a:pt x="19" y="7"/>
                      </a:cubicBezTo>
                      <a:cubicBezTo>
                        <a:pt x="16" y="12"/>
                        <a:pt x="16" y="12"/>
                        <a:pt x="16" y="12"/>
                      </a:cubicBezTo>
                      <a:cubicBezTo>
                        <a:pt x="15" y="13"/>
                        <a:pt x="15" y="14"/>
                        <a:pt x="14" y="15"/>
                      </a:cubicBezTo>
                      <a:cubicBezTo>
                        <a:pt x="14" y="14"/>
                        <a:pt x="13" y="13"/>
                        <a:pt x="12" y="1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0" y="22"/>
                        <a:pt x="10" y="22"/>
                        <a:pt x="10" y="22"/>
                      </a:cubicBezTo>
                      <a:cubicBezTo>
                        <a:pt x="7" y="36"/>
                        <a:pt x="7" y="36"/>
                        <a:pt x="7" y="36"/>
                      </a:cubicBezTo>
                      <a:cubicBezTo>
                        <a:pt x="14" y="36"/>
                        <a:pt x="14" y="36"/>
                        <a:pt x="14" y="36"/>
                      </a:cubicBezTo>
                      <a:cubicBezTo>
                        <a:pt x="17" y="23"/>
                        <a:pt x="17" y="23"/>
                        <a:pt x="17" y="23"/>
                      </a:cubicBezTo>
                      <a:cubicBezTo>
                        <a:pt x="33" y="0"/>
                        <a:pt x="33" y="0"/>
                        <a:pt x="33" y="0"/>
                      </a:cubicBezTo>
                      <a:lnTo>
                        <a:pt x="2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</p:grpSp>
      </p:grpSp>
      <p:cxnSp>
        <p:nvCxnSpPr>
          <p:cNvPr id="4" name="直线连接符 3"/>
          <p:cNvCxnSpPr/>
          <p:nvPr userDrawn="1"/>
        </p:nvCxnSpPr>
        <p:spPr>
          <a:xfrm>
            <a:off x="0" y="1016000"/>
            <a:ext cx="12192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0" name="图片 109" descr="图片包含 天空, 户外, 建筑物, 日落&#10;&#10;描述已自动生成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9500" l="10000" r="98000">
                        <a14:foregroundMark x1="45583" y1="28625" x2="72750" y2="47875"/>
                        <a14:foregroundMark x1="72750" y1="47875" x2="79000" y2="48875"/>
                        <a14:foregroundMark x1="79000" y1="48875" x2="87083" y2="44750"/>
                        <a14:foregroundMark x1="87083" y1="44750" x2="89333" y2="42875"/>
                        <a14:foregroundMark x1="49697" y1="28104" x2="51500" y2="30625"/>
                        <a14:foregroundMark x1="46583" y1="23750" x2="49595" y2="27961"/>
                        <a14:foregroundMark x1="46917" y1="21000" x2="48333" y2="17125"/>
                        <a14:foregroundMark x1="62917" y1="48125" x2="65250" y2="51750"/>
                        <a14:foregroundMark x1="65250" y1="51750" x2="86750" y2="67750"/>
                        <a14:foregroundMark x1="94417" y1="36500" x2="92917" y2="90875"/>
                        <a14:foregroundMark x1="98000" y1="30875" x2="91667" y2="84250"/>
                        <a14:foregroundMark x1="91667" y1="84250" x2="91333" y2="85500"/>
                        <a14:foregroundMark x1="70000" y1="67000" x2="89333" y2="84250"/>
                        <a14:foregroundMark x1="89333" y1="84250" x2="89333" y2="84250"/>
                        <a14:foregroundMark x1="70500" y1="67000" x2="66333" y2="64125"/>
                        <a14:foregroundMark x1="66333" y1="64125" x2="59333" y2="53500"/>
                        <a14:foregroundMark x1="79333" y1="90625" x2="80167" y2="96250"/>
                        <a14:foregroundMark x1="80167" y1="96250" x2="85167" y2="96625"/>
                        <a14:foregroundMark x1="85167" y1="96625" x2="88083" y2="94625"/>
                        <a14:foregroundMark x1="88083" y1="94625" x2="88167" y2="94625"/>
                        <a14:foregroundMark x1="96750" y1="97500" x2="76750" y2="99500"/>
                        <a14:foregroundMark x1="77799" y1="89875" x2="77667" y2="86250"/>
                        <a14:foregroundMark x1="77984" y1="94938" x2="77927" y2="93375"/>
                        <a14:foregroundMark x1="78000" y1="95375" x2="78056" y2="96909"/>
                        <a14:foregroundMark x1="68667" y1="40875" x2="68417" y2="41125"/>
                        <a14:backgroundMark x1="77667" y1="89875" x2="77667" y2="93375"/>
                        <a14:backgroundMark x1="77833" y1="95625" x2="78167" y2="90625"/>
                        <a14:backgroundMark x1="78500" y1="96125" x2="79000" y2="90375"/>
                        <a14:backgroundMark x1="19833" y1="30625" x2="46417" y2="71000"/>
                        <a14:backgroundMark x1="46417" y1="71000" x2="46417" y2="71000"/>
                        <a14:backgroundMark x1="17000" y1="72500" x2="23583" y2="72625"/>
                        <a14:backgroundMark x1="23583" y1="72625" x2="37833" y2="71875"/>
                        <a14:backgroundMark x1="37833" y1="71875" x2="57167" y2="75375"/>
                        <a14:backgroundMark x1="61667" y1="37000" x2="62000" y2="37375"/>
                        <a14:backgroundMark x1="66667" y1="39375" x2="66917" y2="39750"/>
                        <a14:backgroundMark x1="50917" y1="27125" x2="51000" y2="27625"/>
                      </a14:backgroundRemoval>
                    </a14:imgEffect>
                    <a14:imgEffect>
                      <a14:brightnessContrast bright="72000"/>
                    </a14:imgEffect>
                    <a14:imgEffect>
                      <a14:colorTemperature colorTemp="9660"/>
                    </a14:imgEffect>
                    <a14:imgEffect>
                      <a14:saturation sat="11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8743" t="8413"/>
          <a:stretch>
            <a:fillRect/>
          </a:stretch>
        </p:blipFill>
        <p:spPr>
          <a:xfrm flipH="1">
            <a:off x="-1" y="60500"/>
            <a:ext cx="958611" cy="955500"/>
          </a:xfrm>
          <a:prstGeom prst="rect">
            <a:avLst/>
          </a:prstGeom>
        </p:spPr>
      </p:pic>
      <p:sp>
        <p:nvSpPr>
          <p:cNvPr id="5" name="图片占位符 4"/>
          <p:cNvSpPr>
            <a:spLocks noGrp="1"/>
          </p:cNvSpPr>
          <p:nvPr>
            <p:ph type="pic" sz="quarter" idx="11"/>
          </p:nvPr>
        </p:nvSpPr>
        <p:spPr>
          <a:xfrm>
            <a:off x="6224588" y="1423851"/>
            <a:ext cx="5045392" cy="2259121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109" name="图片占位符 4"/>
          <p:cNvSpPr>
            <a:spLocks noGrp="1"/>
          </p:cNvSpPr>
          <p:nvPr>
            <p:ph type="pic" sz="quarter" idx="12"/>
          </p:nvPr>
        </p:nvSpPr>
        <p:spPr>
          <a:xfrm>
            <a:off x="931863" y="3897796"/>
            <a:ext cx="5045392" cy="2259121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grpSp>
        <p:nvGrpSpPr>
          <p:cNvPr id="112" name="组合 111"/>
          <p:cNvGrpSpPr/>
          <p:nvPr userDrawn="1"/>
        </p:nvGrpSpPr>
        <p:grpSpPr>
          <a:xfrm>
            <a:off x="2792280" y="1955776"/>
            <a:ext cx="1310061" cy="1186205"/>
            <a:chOff x="5772150" y="157163"/>
            <a:chExt cx="583834" cy="528637"/>
          </a:xfrm>
        </p:grpSpPr>
        <p:sp>
          <p:nvSpPr>
            <p:cNvPr id="113" name="燕尾形 112"/>
            <p:cNvSpPr/>
            <p:nvPr/>
          </p:nvSpPr>
          <p:spPr>
            <a:xfrm>
              <a:off x="5772150" y="157163"/>
              <a:ext cx="323850" cy="528637"/>
            </a:xfrm>
            <a:prstGeom prst="chevron">
              <a:avLst/>
            </a:prstGeom>
            <a:solidFill>
              <a:schemeClr val="accent3">
                <a:lumMod val="20000"/>
                <a:lumOff val="80000"/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/>
            </a:bodyPr>
            <a:lstStyle/>
            <a:p>
              <a:pPr algn="l">
                <a:lnSpc>
                  <a:spcPct val="130000"/>
                </a:lnSpc>
              </a:pPr>
              <a:endPara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14" name="燕尾形 113"/>
            <p:cNvSpPr/>
            <p:nvPr/>
          </p:nvSpPr>
          <p:spPr>
            <a:xfrm>
              <a:off x="6032134" y="157163"/>
              <a:ext cx="323850" cy="528637"/>
            </a:xfrm>
            <a:prstGeom prst="chevron">
              <a:avLst/>
            </a:prstGeom>
            <a:solidFill>
              <a:schemeClr val="accent3">
                <a:lumMod val="20000"/>
                <a:lumOff val="80000"/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/>
            </a:bodyPr>
            <a:lstStyle/>
            <a:p>
              <a:pPr algn="l">
                <a:lnSpc>
                  <a:spcPct val="130000"/>
                </a:lnSpc>
              </a:pPr>
              <a:endPara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15" name="组合 114"/>
          <p:cNvGrpSpPr/>
          <p:nvPr userDrawn="1"/>
        </p:nvGrpSpPr>
        <p:grpSpPr>
          <a:xfrm flipH="1">
            <a:off x="8087334" y="4580124"/>
            <a:ext cx="1310061" cy="1186205"/>
            <a:chOff x="5772150" y="157163"/>
            <a:chExt cx="583834" cy="528637"/>
          </a:xfrm>
        </p:grpSpPr>
        <p:sp>
          <p:nvSpPr>
            <p:cNvPr id="116" name="燕尾形 115"/>
            <p:cNvSpPr/>
            <p:nvPr/>
          </p:nvSpPr>
          <p:spPr>
            <a:xfrm>
              <a:off x="5772150" y="157163"/>
              <a:ext cx="323850" cy="528637"/>
            </a:xfrm>
            <a:prstGeom prst="chevron">
              <a:avLst/>
            </a:prstGeom>
            <a:solidFill>
              <a:schemeClr val="accent3">
                <a:lumMod val="20000"/>
                <a:lumOff val="80000"/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/>
            </a:bodyPr>
            <a:lstStyle/>
            <a:p>
              <a:pPr algn="l">
                <a:lnSpc>
                  <a:spcPct val="130000"/>
                </a:lnSpc>
              </a:pPr>
              <a:endPara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17" name="燕尾形 116"/>
            <p:cNvSpPr/>
            <p:nvPr/>
          </p:nvSpPr>
          <p:spPr>
            <a:xfrm>
              <a:off x="6032134" y="157163"/>
              <a:ext cx="323850" cy="528637"/>
            </a:xfrm>
            <a:prstGeom prst="chevron">
              <a:avLst/>
            </a:prstGeom>
            <a:solidFill>
              <a:schemeClr val="accent3">
                <a:lumMod val="20000"/>
                <a:lumOff val="80000"/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/>
            </a:bodyPr>
            <a:lstStyle/>
            <a:p>
              <a:pPr algn="l">
                <a:lnSpc>
                  <a:spcPct val="130000"/>
                </a:lnSpc>
              </a:pPr>
              <a:endPara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张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3275" y="393486"/>
            <a:ext cx="8970989" cy="663575"/>
          </a:xfrm>
          <a:prstGeom prst="rect">
            <a:avLst/>
          </a:prstGeom>
        </p:spPr>
        <p:txBody>
          <a:bodyPr lIns="0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245" name="组合 244"/>
          <p:cNvGrpSpPr/>
          <p:nvPr userDrawn="1"/>
        </p:nvGrpSpPr>
        <p:grpSpPr>
          <a:xfrm>
            <a:off x="9895088" y="468793"/>
            <a:ext cx="1480571" cy="458860"/>
            <a:chOff x="2558030" y="228446"/>
            <a:chExt cx="6774643" cy="2099603"/>
          </a:xfrm>
        </p:grpSpPr>
        <p:grpSp>
          <p:nvGrpSpPr>
            <p:cNvPr id="246" name="íšḻîďê"/>
            <p:cNvGrpSpPr/>
            <p:nvPr userDrawn="1"/>
          </p:nvGrpSpPr>
          <p:grpSpPr>
            <a:xfrm>
              <a:off x="2558030" y="228446"/>
              <a:ext cx="2085857" cy="2099603"/>
              <a:chOff x="3551238" y="3067050"/>
              <a:chExt cx="722313" cy="727075"/>
            </a:xfrm>
          </p:grpSpPr>
          <p:sp>
            <p:nvSpPr>
              <p:cNvPr id="276" name="ïş1íḍê"/>
              <p:cNvSpPr/>
              <p:nvPr/>
            </p:nvSpPr>
            <p:spPr bwMode="auto">
              <a:xfrm>
                <a:off x="3575051" y="3087688"/>
                <a:ext cx="673100" cy="679450"/>
              </a:xfrm>
              <a:custGeom>
                <a:avLst/>
                <a:gdLst>
                  <a:gd name="T0" fmla="*/ 102 w 204"/>
                  <a:gd name="T1" fmla="*/ 0 h 204"/>
                  <a:gd name="T2" fmla="*/ 204 w 204"/>
                  <a:gd name="T3" fmla="*/ 102 h 204"/>
                  <a:gd name="T4" fmla="*/ 102 w 204"/>
                  <a:gd name="T5" fmla="*/ 204 h 204"/>
                  <a:gd name="T6" fmla="*/ 0 w 204"/>
                  <a:gd name="T7" fmla="*/ 102 h 204"/>
                  <a:gd name="T8" fmla="*/ 102 w 204"/>
                  <a:gd name="T9" fmla="*/ 0 h 204"/>
                  <a:gd name="T10" fmla="*/ 102 w 204"/>
                  <a:gd name="T11" fmla="*/ 25 h 204"/>
                  <a:gd name="T12" fmla="*/ 24 w 204"/>
                  <a:gd name="T13" fmla="*/ 103 h 204"/>
                  <a:gd name="T14" fmla="*/ 102 w 204"/>
                  <a:gd name="T15" fmla="*/ 181 h 204"/>
                  <a:gd name="T16" fmla="*/ 180 w 204"/>
                  <a:gd name="T17" fmla="*/ 103 h 204"/>
                  <a:gd name="T18" fmla="*/ 102 w 204"/>
                  <a:gd name="T19" fmla="*/ 25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4" h="204">
                    <a:moveTo>
                      <a:pt x="102" y="0"/>
                    </a:moveTo>
                    <a:cubicBezTo>
                      <a:pt x="159" y="0"/>
                      <a:pt x="204" y="46"/>
                      <a:pt x="204" y="102"/>
                    </a:cubicBezTo>
                    <a:cubicBezTo>
                      <a:pt x="204" y="158"/>
                      <a:pt x="159" y="204"/>
                      <a:pt x="102" y="204"/>
                    </a:cubicBezTo>
                    <a:cubicBezTo>
                      <a:pt x="46" y="204"/>
                      <a:pt x="0" y="158"/>
                      <a:pt x="0" y="102"/>
                    </a:cubicBezTo>
                    <a:cubicBezTo>
                      <a:pt x="0" y="46"/>
                      <a:pt x="46" y="0"/>
                      <a:pt x="102" y="0"/>
                    </a:cubicBezTo>
                    <a:close/>
                    <a:moveTo>
                      <a:pt x="102" y="25"/>
                    </a:moveTo>
                    <a:cubicBezTo>
                      <a:pt x="59" y="25"/>
                      <a:pt x="24" y="60"/>
                      <a:pt x="24" y="103"/>
                    </a:cubicBezTo>
                    <a:cubicBezTo>
                      <a:pt x="24" y="146"/>
                      <a:pt x="59" y="181"/>
                      <a:pt x="102" y="181"/>
                    </a:cubicBezTo>
                    <a:cubicBezTo>
                      <a:pt x="145" y="181"/>
                      <a:pt x="180" y="146"/>
                      <a:pt x="180" y="103"/>
                    </a:cubicBezTo>
                    <a:cubicBezTo>
                      <a:pt x="180" y="60"/>
                      <a:pt x="145" y="25"/>
                      <a:pt x="102" y="25"/>
                    </a:cubicBezTo>
                    <a:close/>
                  </a:path>
                </a:pathLst>
              </a:custGeom>
              <a:solidFill>
                <a:srgbClr val="0052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7" name="íšḻïḍè"/>
              <p:cNvSpPr/>
              <p:nvPr/>
            </p:nvSpPr>
            <p:spPr bwMode="auto">
              <a:xfrm>
                <a:off x="3621088" y="3103563"/>
                <a:ext cx="584200" cy="203200"/>
              </a:xfrm>
              <a:custGeom>
                <a:avLst/>
                <a:gdLst>
                  <a:gd name="T0" fmla="*/ 8 w 177"/>
                  <a:gd name="T1" fmla="*/ 53 h 61"/>
                  <a:gd name="T2" fmla="*/ 0 w 177"/>
                  <a:gd name="T3" fmla="*/ 56 h 61"/>
                  <a:gd name="T4" fmla="*/ 5 w 177"/>
                  <a:gd name="T5" fmla="*/ 52 h 61"/>
                  <a:gd name="T6" fmla="*/ 4 w 177"/>
                  <a:gd name="T7" fmla="*/ 50 h 61"/>
                  <a:gd name="T8" fmla="*/ 5 w 177"/>
                  <a:gd name="T9" fmla="*/ 48 h 61"/>
                  <a:gd name="T10" fmla="*/ 10 w 177"/>
                  <a:gd name="T11" fmla="*/ 41 h 61"/>
                  <a:gd name="T12" fmla="*/ 17 w 177"/>
                  <a:gd name="T13" fmla="*/ 50 h 61"/>
                  <a:gd name="T14" fmla="*/ 14 w 177"/>
                  <a:gd name="T15" fmla="*/ 35 h 61"/>
                  <a:gd name="T16" fmla="*/ 23 w 177"/>
                  <a:gd name="T17" fmla="*/ 46 h 61"/>
                  <a:gd name="T18" fmla="*/ 31 w 177"/>
                  <a:gd name="T19" fmla="*/ 38 h 61"/>
                  <a:gd name="T20" fmla="*/ 29 w 177"/>
                  <a:gd name="T21" fmla="*/ 40 h 61"/>
                  <a:gd name="T22" fmla="*/ 18 w 177"/>
                  <a:gd name="T23" fmla="*/ 32 h 61"/>
                  <a:gd name="T24" fmla="*/ 19 w 177"/>
                  <a:gd name="T25" fmla="*/ 30 h 61"/>
                  <a:gd name="T26" fmla="*/ 21 w 177"/>
                  <a:gd name="T27" fmla="*/ 27 h 61"/>
                  <a:gd name="T28" fmla="*/ 41 w 177"/>
                  <a:gd name="T29" fmla="*/ 29 h 61"/>
                  <a:gd name="T30" fmla="*/ 43 w 177"/>
                  <a:gd name="T31" fmla="*/ 29 h 61"/>
                  <a:gd name="T32" fmla="*/ 35 w 177"/>
                  <a:gd name="T33" fmla="*/ 35 h 61"/>
                  <a:gd name="T34" fmla="*/ 31 w 177"/>
                  <a:gd name="T35" fmla="*/ 21 h 61"/>
                  <a:gd name="T36" fmla="*/ 46 w 177"/>
                  <a:gd name="T37" fmla="*/ 11 h 61"/>
                  <a:gd name="T38" fmla="*/ 47 w 177"/>
                  <a:gd name="T39" fmla="*/ 11 h 61"/>
                  <a:gd name="T40" fmla="*/ 47 w 177"/>
                  <a:gd name="T41" fmla="*/ 26 h 61"/>
                  <a:gd name="T42" fmla="*/ 39 w 177"/>
                  <a:gd name="T43" fmla="*/ 15 h 61"/>
                  <a:gd name="T44" fmla="*/ 72 w 177"/>
                  <a:gd name="T45" fmla="*/ 16 h 61"/>
                  <a:gd name="T46" fmla="*/ 71 w 177"/>
                  <a:gd name="T47" fmla="*/ 2 h 61"/>
                  <a:gd name="T48" fmla="*/ 65 w 177"/>
                  <a:gd name="T49" fmla="*/ 15 h 61"/>
                  <a:gd name="T50" fmla="*/ 64 w 177"/>
                  <a:gd name="T51" fmla="*/ 4 h 61"/>
                  <a:gd name="T52" fmla="*/ 84 w 177"/>
                  <a:gd name="T53" fmla="*/ 1 h 61"/>
                  <a:gd name="T54" fmla="*/ 84 w 177"/>
                  <a:gd name="T55" fmla="*/ 1 h 61"/>
                  <a:gd name="T56" fmla="*/ 78 w 177"/>
                  <a:gd name="T57" fmla="*/ 16 h 61"/>
                  <a:gd name="T58" fmla="*/ 77 w 177"/>
                  <a:gd name="T59" fmla="*/ 15 h 61"/>
                  <a:gd name="T60" fmla="*/ 90 w 177"/>
                  <a:gd name="T61" fmla="*/ 1 h 61"/>
                  <a:gd name="T62" fmla="*/ 94 w 177"/>
                  <a:gd name="T63" fmla="*/ 15 h 61"/>
                  <a:gd name="T64" fmla="*/ 92 w 177"/>
                  <a:gd name="T65" fmla="*/ 15 h 61"/>
                  <a:gd name="T66" fmla="*/ 113 w 177"/>
                  <a:gd name="T67" fmla="*/ 3 h 61"/>
                  <a:gd name="T68" fmla="*/ 102 w 177"/>
                  <a:gd name="T69" fmla="*/ 2 h 61"/>
                  <a:gd name="T70" fmla="*/ 105 w 177"/>
                  <a:gd name="T71" fmla="*/ 14 h 61"/>
                  <a:gd name="T72" fmla="*/ 117 w 177"/>
                  <a:gd name="T73" fmla="*/ 5 h 61"/>
                  <a:gd name="T74" fmla="*/ 122 w 177"/>
                  <a:gd name="T75" fmla="*/ 19 h 61"/>
                  <a:gd name="T76" fmla="*/ 119 w 177"/>
                  <a:gd name="T77" fmla="*/ 13 h 61"/>
                  <a:gd name="T78" fmla="*/ 121 w 177"/>
                  <a:gd name="T79" fmla="*/ 12 h 61"/>
                  <a:gd name="T80" fmla="*/ 124 w 177"/>
                  <a:gd name="T81" fmla="*/ 10 h 61"/>
                  <a:gd name="T82" fmla="*/ 131 w 177"/>
                  <a:gd name="T83" fmla="*/ 26 h 61"/>
                  <a:gd name="T84" fmla="*/ 126 w 177"/>
                  <a:gd name="T85" fmla="*/ 23 h 61"/>
                  <a:gd name="T86" fmla="*/ 124 w 177"/>
                  <a:gd name="T87" fmla="*/ 23 h 61"/>
                  <a:gd name="T88" fmla="*/ 137 w 177"/>
                  <a:gd name="T89" fmla="*/ 14 h 61"/>
                  <a:gd name="T90" fmla="*/ 133 w 177"/>
                  <a:gd name="T91" fmla="*/ 11 h 61"/>
                  <a:gd name="T92" fmla="*/ 137 w 177"/>
                  <a:gd name="T93" fmla="*/ 32 h 61"/>
                  <a:gd name="T94" fmla="*/ 137 w 177"/>
                  <a:gd name="T95" fmla="*/ 32 h 61"/>
                  <a:gd name="T96" fmla="*/ 145 w 177"/>
                  <a:gd name="T97" fmla="*/ 19 h 61"/>
                  <a:gd name="T98" fmla="*/ 146 w 177"/>
                  <a:gd name="T99" fmla="*/ 19 h 61"/>
                  <a:gd name="T100" fmla="*/ 159 w 177"/>
                  <a:gd name="T101" fmla="*/ 31 h 61"/>
                  <a:gd name="T102" fmla="*/ 149 w 177"/>
                  <a:gd name="T103" fmla="*/ 42 h 61"/>
                  <a:gd name="T104" fmla="*/ 155 w 177"/>
                  <a:gd name="T105" fmla="*/ 27 h 61"/>
                  <a:gd name="T106" fmla="*/ 166 w 177"/>
                  <a:gd name="T107" fmla="*/ 40 h 61"/>
                  <a:gd name="T108" fmla="*/ 160 w 177"/>
                  <a:gd name="T109" fmla="*/ 37 h 61"/>
                  <a:gd name="T110" fmla="*/ 153 w 177"/>
                  <a:gd name="T111" fmla="*/ 46 h 61"/>
                  <a:gd name="T112" fmla="*/ 177 w 177"/>
                  <a:gd name="T113" fmla="*/ 55 h 61"/>
                  <a:gd name="T114" fmla="*/ 162 w 177"/>
                  <a:gd name="T115" fmla="*/ 60 h 61"/>
                  <a:gd name="T116" fmla="*/ 165 w 177"/>
                  <a:gd name="T117" fmla="*/ 55 h 61"/>
                  <a:gd name="T118" fmla="*/ 173 w 177"/>
                  <a:gd name="T119" fmla="*/ 49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77" h="61">
                    <a:moveTo>
                      <a:pt x="6" y="46"/>
                    </a:moveTo>
                    <a:cubicBezTo>
                      <a:pt x="6" y="46"/>
                      <a:pt x="6" y="46"/>
                      <a:pt x="6" y="46"/>
                    </a:cubicBezTo>
                    <a:cubicBezTo>
                      <a:pt x="6" y="46"/>
                      <a:pt x="6" y="46"/>
                      <a:pt x="6" y="46"/>
                    </a:cubicBezTo>
                    <a:cubicBezTo>
                      <a:pt x="6" y="46"/>
                      <a:pt x="6" y="47"/>
                      <a:pt x="6" y="47"/>
                    </a:cubicBezTo>
                    <a:cubicBezTo>
                      <a:pt x="6" y="47"/>
                      <a:pt x="6" y="47"/>
                      <a:pt x="6" y="47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8" y="53"/>
                      <a:pt x="8" y="53"/>
                      <a:pt x="8" y="53"/>
                    </a:cubicBezTo>
                    <a:cubicBezTo>
                      <a:pt x="8" y="54"/>
                      <a:pt x="8" y="54"/>
                      <a:pt x="8" y="54"/>
                    </a:cubicBezTo>
                    <a:cubicBezTo>
                      <a:pt x="15" y="60"/>
                      <a:pt x="15" y="60"/>
                      <a:pt x="15" y="60"/>
                    </a:cubicBezTo>
                    <a:cubicBezTo>
                      <a:pt x="15" y="61"/>
                      <a:pt x="15" y="61"/>
                      <a:pt x="15" y="61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4"/>
                      <a:pt x="2" y="54"/>
                    </a:cubicBezTo>
                    <a:cubicBezTo>
                      <a:pt x="2" y="54"/>
                      <a:pt x="2" y="54"/>
                      <a:pt x="2" y="54"/>
                    </a:cubicBezTo>
                    <a:cubicBezTo>
                      <a:pt x="11" y="58"/>
                      <a:pt x="11" y="58"/>
                      <a:pt x="11" y="58"/>
                    </a:cubicBezTo>
                    <a:cubicBezTo>
                      <a:pt x="12" y="58"/>
                      <a:pt x="12" y="58"/>
                      <a:pt x="12" y="58"/>
                    </a:cubicBezTo>
                    <a:cubicBezTo>
                      <a:pt x="5" y="52"/>
                      <a:pt x="5" y="52"/>
                      <a:pt x="5" y="52"/>
                    </a:cubicBezTo>
                    <a:cubicBezTo>
                      <a:pt x="4" y="52"/>
                      <a:pt x="4" y="52"/>
                      <a:pt x="4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2" y="52"/>
                      <a:pt x="2" y="52"/>
                      <a:pt x="2" y="52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4" y="50"/>
                      <a:pt x="4" y="50"/>
                      <a:pt x="4" y="50"/>
                    </a:cubicBezTo>
                    <a:cubicBezTo>
                      <a:pt x="4" y="50"/>
                      <a:pt x="4" y="50"/>
                      <a:pt x="4" y="50"/>
                    </a:cubicBezTo>
                    <a:cubicBezTo>
                      <a:pt x="4" y="50"/>
                      <a:pt x="4" y="50"/>
                      <a:pt x="4" y="51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6" y="48"/>
                      <a:pt x="6" y="48"/>
                      <a:pt x="6" y="48"/>
                    </a:cubicBezTo>
                    <a:cubicBezTo>
                      <a:pt x="6" y="48"/>
                      <a:pt x="6" y="48"/>
                      <a:pt x="5" y="48"/>
                    </a:cubicBezTo>
                    <a:cubicBezTo>
                      <a:pt x="5" y="48"/>
                      <a:pt x="5" y="48"/>
                      <a:pt x="5" y="48"/>
                    </a:cubicBezTo>
                    <a:cubicBezTo>
                      <a:pt x="5" y="48"/>
                      <a:pt x="5" y="48"/>
                      <a:pt x="5" y="48"/>
                    </a:cubicBezTo>
                    <a:cubicBezTo>
                      <a:pt x="4" y="48"/>
                      <a:pt x="4" y="48"/>
                      <a:pt x="4" y="48"/>
                    </a:cubicBezTo>
                    <a:cubicBezTo>
                      <a:pt x="6" y="46"/>
                      <a:pt x="6" y="46"/>
                      <a:pt x="6" y="46"/>
                    </a:cubicBezTo>
                    <a:close/>
                    <a:moveTo>
                      <a:pt x="22" y="48"/>
                    </a:moveTo>
                    <a:cubicBezTo>
                      <a:pt x="22" y="49"/>
                      <a:pt x="21" y="49"/>
                      <a:pt x="21" y="49"/>
                    </a:cubicBezTo>
                    <a:cubicBezTo>
                      <a:pt x="20" y="50"/>
                      <a:pt x="19" y="49"/>
                      <a:pt x="18" y="48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1"/>
                      <a:pt x="10" y="41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7" y="43"/>
                      <a:pt x="7" y="43"/>
                      <a:pt x="7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9" y="43"/>
                      <a:pt x="9" y="43"/>
                      <a:pt x="9" y="43"/>
                    </a:cubicBezTo>
                    <a:cubicBezTo>
                      <a:pt x="17" y="50"/>
                      <a:pt x="17" y="50"/>
                      <a:pt x="17" y="50"/>
                    </a:cubicBezTo>
                    <a:cubicBezTo>
                      <a:pt x="18" y="50"/>
                      <a:pt x="19" y="51"/>
                      <a:pt x="20" y="50"/>
                    </a:cubicBezTo>
                    <a:cubicBezTo>
                      <a:pt x="21" y="50"/>
                      <a:pt x="22" y="50"/>
                      <a:pt x="23" y="49"/>
                    </a:cubicBezTo>
                    <a:cubicBezTo>
                      <a:pt x="24" y="48"/>
                      <a:pt x="24" y="47"/>
                      <a:pt x="24" y="46"/>
                    </a:cubicBezTo>
                    <a:cubicBezTo>
                      <a:pt x="24" y="45"/>
                      <a:pt x="23" y="44"/>
                      <a:pt x="22" y="43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4" y="35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2" y="38"/>
                      <a:pt x="12" y="38"/>
                      <a:pt x="12" y="38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3" y="37"/>
                      <a:pt x="14" y="37"/>
                      <a:pt x="14" y="37"/>
                    </a:cubicBezTo>
                    <a:cubicBezTo>
                      <a:pt x="22" y="44"/>
                      <a:pt x="22" y="44"/>
                      <a:pt x="22" y="44"/>
                    </a:cubicBezTo>
                    <a:cubicBezTo>
                      <a:pt x="23" y="44"/>
                      <a:pt x="23" y="45"/>
                      <a:pt x="23" y="46"/>
                    </a:cubicBezTo>
                    <a:cubicBezTo>
                      <a:pt x="23" y="47"/>
                      <a:pt x="23" y="47"/>
                      <a:pt x="22" y="48"/>
                    </a:cubicBezTo>
                    <a:close/>
                    <a:moveTo>
                      <a:pt x="33" y="36"/>
                    </a:moveTo>
                    <a:cubicBezTo>
                      <a:pt x="33" y="36"/>
                      <a:pt x="33" y="36"/>
                      <a:pt x="33" y="36"/>
                    </a:cubicBezTo>
                    <a:cubicBezTo>
                      <a:pt x="33" y="36"/>
                      <a:pt x="34" y="36"/>
                      <a:pt x="34" y="36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32" y="39"/>
                      <a:pt x="32" y="39"/>
                      <a:pt x="32" y="39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2" y="38"/>
                      <a:pt x="32" y="37"/>
                      <a:pt x="32" y="37"/>
                    </a:cubicBezTo>
                    <a:cubicBezTo>
                      <a:pt x="32" y="37"/>
                      <a:pt x="32" y="37"/>
                      <a:pt x="32" y="37"/>
                    </a:cubicBezTo>
                    <a:cubicBezTo>
                      <a:pt x="27" y="32"/>
                      <a:pt x="27" y="32"/>
                      <a:pt x="27" y="32"/>
                    </a:cubicBezTo>
                    <a:cubicBezTo>
                      <a:pt x="23" y="36"/>
                      <a:pt x="23" y="36"/>
                      <a:pt x="23" y="36"/>
                    </a:cubicBezTo>
                    <a:cubicBezTo>
                      <a:pt x="28" y="40"/>
                      <a:pt x="28" y="40"/>
                      <a:pt x="28" y="40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8" y="41"/>
                      <a:pt x="29" y="41"/>
                      <a:pt x="29" y="40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30" y="41"/>
                      <a:pt x="30" y="41"/>
                      <a:pt x="30" y="41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2"/>
                      <a:pt x="27" y="42"/>
                      <a:pt x="27" y="42"/>
                    </a:cubicBezTo>
                    <a:cubicBezTo>
                      <a:pt x="27" y="42"/>
                      <a:pt x="27" y="42"/>
                      <a:pt x="27" y="41"/>
                    </a:cubicBezTo>
                    <a:cubicBezTo>
                      <a:pt x="18" y="32"/>
                      <a:pt x="18" y="32"/>
                      <a:pt x="18" y="32"/>
                    </a:cubicBezTo>
                    <a:cubicBezTo>
                      <a:pt x="18" y="32"/>
                      <a:pt x="17" y="32"/>
                      <a:pt x="17" y="32"/>
                    </a:cubicBezTo>
                    <a:cubicBezTo>
                      <a:pt x="17" y="32"/>
                      <a:pt x="17" y="32"/>
                      <a:pt x="17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1"/>
                      <a:pt x="19" y="31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7" y="31"/>
                      <a:pt x="27" y="31"/>
                      <a:pt x="27" y="31"/>
                    </a:cubicBezTo>
                    <a:cubicBezTo>
                      <a:pt x="23" y="27"/>
                      <a:pt x="23" y="27"/>
                      <a:pt x="23" y="27"/>
                    </a:cubicBezTo>
                    <a:cubicBezTo>
                      <a:pt x="23" y="27"/>
                      <a:pt x="22" y="27"/>
                      <a:pt x="22" y="27"/>
                    </a:cubicBezTo>
                    <a:cubicBezTo>
                      <a:pt x="22" y="27"/>
                      <a:pt x="22" y="27"/>
                      <a:pt x="22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6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33" y="36"/>
                      <a:pt x="33" y="36"/>
                      <a:pt x="33" y="36"/>
                    </a:cubicBezTo>
                    <a:close/>
                    <a:moveTo>
                      <a:pt x="38" y="26"/>
                    </a:moveTo>
                    <a:cubicBezTo>
                      <a:pt x="41" y="29"/>
                      <a:pt x="41" y="29"/>
                      <a:pt x="41" y="29"/>
                    </a:cubicBezTo>
                    <a:cubicBezTo>
                      <a:pt x="41" y="29"/>
                      <a:pt x="41" y="30"/>
                      <a:pt x="41" y="30"/>
                    </a:cubicBezTo>
                    <a:cubicBezTo>
                      <a:pt x="41" y="30"/>
                      <a:pt x="41" y="30"/>
                      <a:pt x="41" y="30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3" y="29"/>
                      <a:pt x="42" y="29"/>
                      <a:pt x="42" y="28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5" y="33"/>
                      <a:pt x="35" y="33"/>
                      <a:pt x="35" y="33"/>
                    </a:cubicBezTo>
                    <a:cubicBezTo>
                      <a:pt x="35" y="33"/>
                      <a:pt x="35" y="34"/>
                      <a:pt x="35" y="34"/>
                    </a:cubicBezTo>
                    <a:cubicBezTo>
                      <a:pt x="35" y="34"/>
                      <a:pt x="35" y="34"/>
                      <a:pt x="35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7" y="33"/>
                      <a:pt x="37" y="33"/>
                      <a:pt x="37" y="33"/>
                    </a:cubicBezTo>
                    <a:cubicBezTo>
                      <a:pt x="37" y="33"/>
                      <a:pt x="37" y="33"/>
                      <a:pt x="36" y="33"/>
                    </a:cubicBezTo>
                    <a:cubicBezTo>
                      <a:pt x="36" y="33"/>
                      <a:pt x="36" y="32"/>
                      <a:pt x="36" y="32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8" y="26"/>
                      <a:pt x="38" y="26"/>
                      <a:pt x="38" y="26"/>
                    </a:cubicBezTo>
                    <a:close/>
                    <a:moveTo>
                      <a:pt x="31" y="21"/>
                    </a:moveTo>
                    <a:cubicBezTo>
                      <a:pt x="31" y="21"/>
                      <a:pt x="31" y="21"/>
                      <a:pt x="31" y="21"/>
                    </a:cubicBezTo>
                    <a:cubicBezTo>
                      <a:pt x="34" y="28"/>
                      <a:pt x="34" y="28"/>
                      <a:pt x="34" y="28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1" y="21"/>
                      <a:pt x="31" y="21"/>
                      <a:pt x="31" y="21"/>
                    </a:cubicBezTo>
                    <a:close/>
                    <a:moveTo>
                      <a:pt x="51" y="21"/>
                    </a:moveTo>
                    <a:cubicBezTo>
                      <a:pt x="51" y="21"/>
                      <a:pt x="51" y="21"/>
                      <a:pt x="51" y="2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6" y="11"/>
                      <a:pt x="45" y="11"/>
                    </a:cubicBezTo>
                    <a:cubicBezTo>
                      <a:pt x="45" y="11"/>
                      <a:pt x="45" y="11"/>
                      <a:pt x="45" y="11"/>
                    </a:cubicBezTo>
                    <a:cubicBezTo>
                      <a:pt x="44" y="11"/>
                      <a:pt x="44" y="11"/>
                      <a:pt x="44" y="11"/>
                    </a:cubicBezTo>
                    <a:cubicBezTo>
                      <a:pt x="48" y="9"/>
                      <a:pt x="48" y="9"/>
                      <a:pt x="48" y="9"/>
                    </a:cubicBezTo>
                    <a:cubicBezTo>
                      <a:pt x="48" y="10"/>
                      <a:pt x="48" y="10"/>
                      <a:pt x="48" y="1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47" y="10"/>
                      <a:pt x="47" y="11"/>
                      <a:pt x="47" y="11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7" y="26"/>
                      <a:pt x="47" y="26"/>
                      <a:pt x="47" y="26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5" y="28"/>
                      <a:pt x="45" y="28"/>
                      <a:pt x="45" y="28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6" y="27"/>
                      <a:pt x="46" y="26"/>
                      <a:pt x="45" y="26"/>
                    </a:cubicBezTo>
                    <a:cubicBezTo>
                      <a:pt x="39" y="15"/>
                      <a:pt x="39" y="15"/>
                      <a:pt x="39" y="15"/>
                    </a:cubicBezTo>
                    <a:cubicBezTo>
                      <a:pt x="39" y="14"/>
                      <a:pt x="39" y="14"/>
                      <a:pt x="39" y="14"/>
                    </a:cubicBezTo>
                    <a:cubicBezTo>
                      <a:pt x="39" y="14"/>
                      <a:pt x="39" y="14"/>
                      <a:pt x="38" y="14"/>
                    </a:cubicBezTo>
                    <a:cubicBezTo>
                      <a:pt x="38" y="15"/>
                      <a:pt x="38" y="15"/>
                      <a:pt x="38" y="15"/>
                    </a:cubicBezTo>
                    <a:cubicBezTo>
                      <a:pt x="37" y="14"/>
                      <a:pt x="37" y="14"/>
                      <a:pt x="37" y="14"/>
                    </a:cubicBezTo>
                    <a:cubicBezTo>
                      <a:pt x="40" y="13"/>
                      <a:pt x="40" y="13"/>
                      <a:pt x="40" y="13"/>
                    </a:cubicBezTo>
                    <a:cubicBezTo>
                      <a:pt x="51" y="21"/>
                      <a:pt x="51" y="21"/>
                      <a:pt x="51" y="21"/>
                    </a:cubicBezTo>
                    <a:close/>
                    <a:moveTo>
                      <a:pt x="70" y="17"/>
                    </a:moveTo>
                    <a:cubicBezTo>
                      <a:pt x="70" y="17"/>
                      <a:pt x="71" y="17"/>
                      <a:pt x="72" y="16"/>
                    </a:cubicBezTo>
                    <a:cubicBezTo>
                      <a:pt x="72" y="15"/>
                      <a:pt x="72" y="14"/>
                      <a:pt x="72" y="14"/>
                    </a:cubicBezTo>
                    <a:cubicBezTo>
                      <a:pt x="70" y="3"/>
                      <a:pt x="70" y="3"/>
                      <a:pt x="70" y="3"/>
                    </a:cubicBezTo>
                    <a:cubicBezTo>
                      <a:pt x="70" y="3"/>
                      <a:pt x="69" y="3"/>
                      <a:pt x="69" y="3"/>
                    </a:cubicBezTo>
                    <a:cubicBezTo>
                      <a:pt x="69" y="3"/>
                      <a:pt x="69" y="3"/>
                      <a:pt x="69" y="3"/>
                    </a:cubicBezTo>
                    <a:cubicBezTo>
                      <a:pt x="68" y="3"/>
                      <a:pt x="68" y="3"/>
                      <a:pt x="68" y="3"/>
                    </a:cubicBezTo>
                    <a:cubicBezTo>
                      <a:pt x="68" y="2"/>
                      <a:pt x="68" y="2"/>
                      <a:pt x="68" y="2"/>
                    </a:cubicBezTo>
                    <a:cubicBezTo>
                      <a:pt x="71" y="1"/>
                      <a:pt x="71" y="1"/>
                      <a:pt x="71" y="1"/>
                    </a:cubicBezTo>
                    <a:cubicBezTo>
                      <a:pt x="71" y="2"/>
                      <a:pt x="71" y="2"/>
                      <a:pt x="71" y="2"/>
                    </a:cubicBezTo>
                    <a:cubicBezTo>
                      <a:pt x="71" y="2"/>
                      <a:pt x="71" y="2"/>
                      <a:pt x="71" y="2"/>
                    </a:cubicBezTo>
                    <a:cubicBezTo>
                      <a:pt x="71" y="2"/>
                      <a:pt x="70" y="2"/>
                      <a:pt x="70" y="2"/>
                    </a:cubicBezTo>
                    <a:cubicBezTo>
                      <a:pt x="70" y="3"/>
                      <a:pt x="70" y="3"/>
                      <a:pt x="70" y="3"/>
                    </a:cubicBezTo>
                    <a:cubicBezTo>
                      <a:pt x="73" y="13"/>
                      <a:pt x="73" y="13"/>
                      <a:pt x="73" y="13"/>
                    </a:cubicBezTo>
                    <a:cubicBezTo>
                      <a:pt x="73" y="15"/>
                      <a:pt x="73" y="16"/>
                      <a:pt x="72" y="16"/>
                    </a:cubicBezTo>
                    <a:cubicBezTo>
                      <a:pt x="71" y="17"/>
                      <a:pt x="71" y="18"/>
                      <a:pt x="70" y="18"/>
                    </a:cubicBezTo>
                    <a:cubicBezTo>
                      <a:pt x="68" y="18"/>
                      <a:pt x="67" y="18"/>
                      <a:pt x="66" y="18"/>
                    </a:cubicBezTo>
                    <a:cubicBezTo>
                      <a:pt x="66" y="17"/>
                      <a:pt x="65" y="17"/>
                      <a:pt x="65" y="15"/>
                    </a:cubicBezTo>
                    <a:cubicBezTo>
                      <a:pt x="62" y="5"/>
                      <a:pt x="62" y="5"/>
                      <a:pt x="62" y="5"/>
                    </a:cubicBezTo>
                    <a:cubicBezTo>
                      <a:pt x="62" y="5"/>
                      <a:pt x="62" y="4"/>
                      <a:pt x="62" y="4"/>
                    </a:cubicBezTo>
                    <a:cubicBezTo>
                      <a:pt x="62" y="4"/>
                      <a:pt x="62" y="4"/>
                      <a:pt x="61" y="4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5" y="3"/>
                      <a:pt x="65" y="3"/>
                      <a:pt x="65" y="3"/>
                    </a:cubicBezTo>
                    <a:cubicBezTo>
                      <a:pt x="65" y="4"/>
                      <a:pt x="65" y="4"/>
                      <a:pt x="65" y="4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4"/>
                      <a:pt x="64" y="4"/>
                      <a:pt x="64" y="5"/>
                    </a:cubicBezTo>
                    <a:cubicBezTo>
                      <a:pt x="66" y="15"/>
                      <a:pt x="66" y="15"/>
                      <a:pt x="66" y="15"/>
                    </a:cubicBezTo>
                    <a:cubicBezTo>
                      <a:pt x="66" y="16"/>
                      <a:pt x="67" y="17"/>
                      <a:pt x="67" y="17"/>
                    </a:cubicBezTo>
                    <a:cubicBezTo>
                      <a:pt x="68" y="18"/>
                      <a:pt x="69" y="18"/>
                      <a:pt x="70" y="17"/>
                    </a:cubicBezTo>
                    <a:close/>
                    <a:moveTo>
                      <a:pt x="84" y="12"/>
                    </a:moveTo>
                    <a:cubicBezTo>
                      <a:pt x="84" y="12"/>
                      <a:pt x="84" y="12"/>
                      <a:pt x="84" y="12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4" y="1"/>
                      <a:pt x="84" y="1"/>
                      <a:pt x="83" y="1"/>
                    </a:cubicBezTo>
                    <a:cubicBezTo>
                      <a:pt x="83" y="1"/>
                      <a:pt x="83" y="1"/>
                      <a:pt x="83" y="1"/>
                    </a:cubicBezTo>
                    <a:cubicBezTo>
                      <a:pt x="82" y="1"/>
                      <a:pt x="82" y="1"/>
                      <a:pt x="82" y="1"/>
                    </a:cubicBezTo>
                    <a:cubicBezTo>
                      <a:pt x="82" y="0"/>
                      <a:pt x="82" y="0"/>
                      <a:pt x="82" y="0"/>
                    </a:cubicBezTo>
                    <a:cubicBezTo>
                      <a:pt x="86" y="0"/>
                      <a:pt x="86" y="0"/>
                      <a:pt x="86" y="0"/>
                    </a:cubicBezTo>
                    <a:cubicBezTo>
                      <a:pt x="86" y="1"/>
                      <a:pt x="86" y="1"/>
                      <a:pt x="86" y="1"/>
                    </a:cubicBezTo>
                    <a:cubicBezTo>
                      <a:pt x="85" y="1"/>
                      <a:pt x="85" y="1"/>
                      <a:pt x="85" y="1"/>
                    </a:cubicBezTo>
                    <a:cubicBezTo>
                      <a:pt x="85" y="1"/>
                      <a:pt x="85" y="1"/>
                      <a:pt x="84" y="1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77" y="3"/>
                      <a:pt x="77" y="3"/>
                      <a:pt x="77" y="3"/>
                    </a:cubicBezTo>
                    <a:cubicBezTo>
                      <a:pt x="77" y="3"/>
                      <a:pt x="77" y="3"/>
                      <a:pt x="77" y="3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77" y="15"/>
                      <a:pt x="78" y="15"/>
                      <a:pt x="78" y="16"/>
                    </a:cubicBezTo>
                    <a:cubicBezTo>
                      <a:pt x="78" y="16"/>
                      <a:pt x="78" y="16"/>
                      <a:pt x="78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76" y="16"/>
                      <a:pt x="76" y="16"/>
                      <a:pt x="76" y="16"/>
                    </a:cubicBezTo>
                    <a:cubicBezTo>
                      <a:pt x="76" y="16"/>
                      <a:pt x="77" y="16"/>
                      <a:pt x="77" y="16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76" y="2"/>
                      <a:pt x="76" y="2"/>
                      <a:pt x="76" y="2"/>
                    </a:cubicBezTo>
                    <a:cubicBezTo>
                      <a:pt x="76" y="2"/>
                      <a:pt x="76" y="2"/>
                      <a:pt x="76" y="1"/>
                    </a:cubicBezTo>
                    <a:cubicBezTo>
                      <a:pt x="76" y="1"/>
                      <a:pt x="75" y="1"/>
                      <a:pt x="75" y="1"/>
                    </a:cubicBezTo>
                    <a:cubicBezTo>
                      <a:pt x="74" y="1"/>
                      <a:pt x="74" y="1"/>
                      <a:pt x="74" y="1"/>
                    </a:cubicBezTo>
                    <a:cubicBezTo>
                      <a:pt x="74" y="1"/>
                      <a:pt x="74" y="1"/>
                      <a:pt x="74" y="1"/>
                    </a:cubicBezTo>
                    <a:cubicBezTo>
                      <a:pt x="77" y="1"/>
                      <a:pt x="77" y="1"/>
                      <a:pt x="77" y="1"/>
                    </a:cubicBezTo>
                    <a:cubicBezTo>
                      <a:pt x="84" y="12"/>
                      <a:pt x="84" y="12"/>
                      <a:pt x="84" y="12"/>
                    </a:cubicBezTo>
                    <a:close/>
                    <a:moveTo>
                      <a:pt x="90" y="1"/>
                    </a:moveTo>
                    <a:cubicBezTo>
                      <a:pt x="90" y="0"/>
                      <a:pt x="90" y="0"/>
                      <a:pt x="90" y="0"/>
                    </a:cubicBezTo>
                    <a:cubicBezTo>
                      <a:pt x="98" y="1"/>
                      <a:pt x="98" y="1"/>
                      <a:pt x="98" y="1"/>
                    </a:cubicBezTo>
                    <a:cubicBezTo>
                      <a:pt x="98" y="1"/>
                      <a:pt x="98" y="1"/>
                      <a:pt x="98" y="1"/>
                    </a:cubicBezTo>
                    <a:cubicBezTo>
                      <a:pt x="96" y="1"/>
                      <a:pt x="96" y="1"/>
                      <a:pt x="96" y="1"/>
                    </a:cubicBezTo>
                    <a:cubicBezTo>
                      <a:pt x="95" y="1"/>
                      <a:pt x="95" y="1"/>
                      <a:pt x="95" y="1"/>
                    </a:cubicBezTo>
                    <a:cubicBezTo>
                      <a:pt x="95" y="1"/>
                      <a:pt x="95" y="1"/>
                      <a:pt x="95" y="2"/>
                    </a:cubicBezTo>
                    <a:cubicBezTo>
                      <a:pt x="94" y="15"/>
                      <a:pt x="94" y="15"/>
                      <a:pt x="94" y="15"/>
                    </a:cubicBezTo>
                    <a:cubicBezTo>
                      <a:pt x="94" y="15"/>
                      <a:pt x="94" y="15"/>
                      <a:pt x="94" y="15"/>
                    </a:cubicBezTo>
                    <a:cubicBezTo>
                      <a:pt x="94" y="15"/>
                      <a:pt x="94" y="15"/>
                      <a:pt x="95" y="15"/>
                    </a:cubicBezTo>
                    <a:cubicBezTo>
                      <a:pt x="97" y="16"/>
                      <a:pt x="97" y="16"/>
                      <a:pt x="97" y="16"/>
                    </a:cubicBezTo>
                    <a:cubicBezTo>
                      <a:pt x="97" y="16"/>
                      <a:pt x="97" y="16"/>
                      <a:pt x="97" y="16"/>
                    </a:cubicBezTo>
                    <a:cubicBezTo>
                      <a:pt x="89" y="16"/>
                      <a:pt x="89" y="16"/>
                      <a:pt x="89" y="16"/>
                    </a:cubicBezTo>
                    <a:cubicBezTo>
                      <a:pt x="89" y="15"/>
                      <a:pt x="89" y="15"/>
                      <a:pt x="89" y="15"/>
                    </a:cubicBezTo>
                    <a:cubicBezTo>
                      <a:pt x="91" y="15"/>
                      <a:pt x="91" y="15"/>
                      <a:pt x="91" y="15"/>
                    </a:cubicBezTo>
                    <a:cubicBezTo>
                      <a:pt x="92" y="15"/>
                      <a:pt x="92" y="15"/>
                      <a:pt x="92" y="15"/>
                    </a:cubicBezTo>
                    <a:cubicBezTo>
                      <a:pt x="92" y="15"/>
                      <a:pt x="92" y="15"/>
                      <a:pt x="92" y="15"/>
                    </a:cubicBezTo>
                    <a:cubicBezTo>
                      <a:pt x="93" y="2"/>
                      <a:pt x="93" y="2"/>
                      <a:pt x="93" y="2"/>
                    </a:cubicBezTo>
                    <a:cubicBezTo>
                      <a:pt x="93" y="1"/>
                      <a:pt x="93" y="1"/>
                      <a:pt x="93" y="1"/>
                    </a:cubicBezTo>
                    <a:cubicBezTo>
                      <a:pt x="93" y="1"/>
                      <a:pt x="93" y="1"/>
                      <a:pt x="92" y="1"/>
                    </a:cubicBezTo>
                    <a:cubicBezTo>
                      <a:pt x="90" y="1"/>
                      <a:pt x="90" y="1"/>
                      <a:pt x="90" y="1"/>
                    </a:cubicBezTo>
                    <a:close/>
                    <a:moveTo>
                      <a:pt x="109" y="3"/>
                    </a:moveTo>
                    <a:cubicBezTo>
                      <a:pt x="109" y="2"/>
                      <a:pt x="109" y="2"/>
                      <a:pt x="109" y="2"/>
                    </a:cubicBezTo>
                    <a:cubicBezTo>
                      <a:pt x="113" y="3"/>
                      <a:pt x="113" y="3"/>
                      <a:pt x="113" y="3"/>
                    </a:cubicBezTo>
                    <a:cubicBezTo>
                      <a:pt x="113" y="3"/>
                      <a:pt x="113" y="3"/>
                      <a:pt x="113" y="3"/>
                    </a:cubicBezTo>
                    <a:cubicBezTo>
                      <a:pt x="112" y="3"/>
                      <a:pt x="112" y="3"/>
                      <a:pt x="112" y="3"/>
                    </a:cubicBezTo>
                    <a:cubicBezTo>
                      <a:pt x="112" y="3"/>
                      <a:pt x="112" y="3"/>
                      <a:pt x="111" y="4"/>
                    </a:cubicBezTo>
                    <a:cubicBezTo>
                      <a:pt x="111" y="4"/>
                      <a:pt x="111" y="4"/>
                      <a:pt x="111" y="4"/>
                    </a:cubicBezTo>
                    <a:cubicBezTo>
                      <a:pt x="105" y="17"/>
                      <a:pt x="105" y="17"/>
                      <a:pt x="105" y="17"/>
                    </a:cubicBezTo>
                    <a:cubicBezTo>
                      <a:pt x="104" y="17"/>
                      <a:pt x="104" y="17"/>
                      <a:pt x="104" y="17"/>
                    </a:cubicBezTo>
                    <a:cubicBezTo>
                      <a:pt x="103" y="3"/>
                      <a:pt x="103" y="3"/>
                      <a:pt x="103" y="3"/>
                    </a:cubicBezTo>
                    <a:cubicBezTo>
                      <a:pt x="103" y="3"/>
                      <a:pt x="103" y="2"/>
                      <a:pt x="103" y="2"/>
                    </a:cubicBezTo>
                    <a:cubicBezTo>
                      <a:pt x="103" y="2"/>
                      <a:pt x="103" y="2"/>
                      <a:pt x="102" y="2"/>
                    </a:cubicBezTo>
                    <a:cubicBezTo>
                      <a:pt x="102" y="2"/>
                      <a:pt x="102" y="2"/>
                      <a:pt x="102" y="2"/>
                    </a:cubicBezTo>
                    <a:cubicBezTo>
                      <a:pt x="102" y="1"/>
                      <a:pt x="102" y="1"/>
                      <a:pt x="102" y="1"/>
                    </a:cubicBezTo>
                    <a:cubicBezTo>
                      <a:pt x="106" y="2"/>
                      <a:pt x="106" y="2"/>
                      <a:pt x="106" y="2"/>
                    </a:cubicBezTo>
                    <a:cubicBezTo>
                      <a:pt x="106" y="2"/>
                      <a:pt x="106" y="2"/>
                      <a:pt x="106" y="2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5" y="3"/>
                      <a:pt x="105" y="3"/>
                      <a:pt x="105" y="3"/>
                    </a:cubicBezTo>
                    <a:cubicBezTo>
                      <a:pt x="105" y="14"/>
                      <a:pt x="105" y="14"/>
                      <a:pt x="105" y="14"/>
                    </a:cubicBezTo>
                    <a:cubicBezTo>
                      <a:pt x="106" y="14"/>
                      <a:pt x="106" y="14"/>
                      <a:pt x="106" y="14"/>
                    </a:cubicBezTo>
                    <a:cubicBezTo>
                      <a:pt x="110" y="4"/>
                      <a:pt x="110" y="4"/>
                      <a:pt x="110" y="4"/>
                    </a:cubicBezTo>
                    <a:cubicBezTo>
                      <a:pt x="110" y="4"/>
                      <a:pt x="110" y="4"/>
                      <a:pt x="110" y="3"/>
                    </a:cubicBezTo>
                    <a:cubicBezTo>
                      <a:pt x="110" y="3"/>
                      <a:pt x="110" y="3"/>
                      <a:pt x="110" y="3"/>
                    </a:cubicBezTo>
                    <a:cubicBezTo>
                      <a:pt x="109" y="3"/>
                      <a:pt x="109" y="3"/>
                      <a:pt x="109" y="3"/>
                    </a:cubicBezTo>
                    <a:close/>
                    <a:moveTo>
                      <a:pt x="116" y="5"/>
                    </a:moveTo>
                    <a:cubicBezTo>
                      <a:pt x="116" y="5"/>
                      <a:pt x="116" y="5"/>
                      <a:pt x="116" y="5"/>
                    </a:cubicBezTo>
                    <a:cubicBezTo>
                      <a:pt x="117" y="5"/>
                      <a:pt x="117" y="5"/>
                      <a:pt x="117" y="5"/>
                    </a:cubicBezTo>
                    <a:cubicBezTo>
                      <a:pt x="117" y="5"/>
                      <a:pt x="117" y="6"/>
                      <a:pt x="117" y="6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9"/>
                      <a:pt x="113" y="19"/>
                    </a:cubicBezTo>
                    <a:cubicBezTo>
                      <a:pt x="112" y="19"/>
                      <a:pt x="112" y="19"/>
                      <a:pt x="112" y="19"/>
                    </a:cubicBezTo>
                    <a:cubicBezTo>
                      <a:pt x="111" y="18"/>
                      <a:pt x="111" y="18"/>
                      <a:pt x="111" y="18"/>
                    </a:cubicBezTo>
                    <a:cubicBezTo>
                      <a:pt x="111" y="19"/>
                      <a:pt x="111" y="19"/>
                      <a:pt x="111" y="19"/>
                    </a:cubicBezTo>
                    <a:cubicBezTo>
                      <a:pt x="120" y="22"/>
                      <a:pt x="120" y="22"/>
                      <a:pt x="120" y="22"/>
                    </a:cubicBezTo>
                    <a:cubicBezTo>
                      <a:pt x="122" y="19"/>
                      <a:pt x="122" y="19"/>
                      <a:pt x="122" y="19"/>
                    </a:cubicBezTo>
                    <a:cubicBezTo>
                      <a:pt x="122" y="18"/>
                      <a:pt x="122" y="18"/>
                      <a:pt x="122" y="18"/>
                    </a:cubicBezTo>
                    <a:cubicBezTo>
                      <a:pt x="121" y="19"/>
                      <a:pt x="120" y="20"/>
                      <a:pt x="120" y="20"/>
                    </a:cubicBezTo>
                    <a:cubicBezTo>
                      <a:pt x="119" y="21"/>
                      <a:pt x="118" y="21"/>
                      <a:pt x="117" y="20"/>
                    </a:cubicBezTo>
                    <a:cubicBezTo>
                      <a:pt x="115" y="20"/>
                      <a:pt x="115" y="20"/>
                      <a:pt x="115" y="20"/>
                    </a:cubicBezTo>
                    <a:cubicBezTo>
                      <a:pt x="115" y="20"/>
                      <a:pt x="114" y="19"/>
                      <a:pt x="114" y="19"/>
                    </a:cubicBezTo>
                    <a:cubicBezTo>
                      <a:pt x="114" y="19"/>
                      <a:pt x="114" y="19"/>
                      <a:pt x="114" y="19"/>
                    </a:cubicBezTo>
                    <a:cubicBezTo>
                      <a:pt x="116" y="12"/>
                      <a:pt x="116" y="12"/>
                      <a:pt x="116" y="12"/>
                    </a:cubicBezTo>
                    <a:cubicBezTo>
                      <a:pt x="119" y="13"/>
                      <a:pt x="119" y="13"/>
                      <a:pt x="119" y="13"/>
                    </a:cubicBezTo>
                    <a:cubicBezTo>
                      <a:pt x="120" y="13"/>
                      <a:pt x="120" y="13"/>
                      <a:pt x="120" y="14"/>
                    </a:cubicBezTo>
                    <a:cubicBezTo>
                      <a:pt x="120" y="14"/>
                      <a:pt x="120" y="15"/>
                      <a:pt x="120" y="15"/>
                    </a:cubicBezTo>
                    <a:cubicBezTo>
                      <a:pt x="120" y="16"/>
                      <a:pt x="120" y="16"/>
                      <a:pt x="120" y="16"/>
                    </a:cubicBezTo>
                    <a:cubicBezTo>
                      <a:pt x="120" y="16"/>
                      <a:pt x="120" y="16"/>
                      <a:pt x="120" y="16"/>
                    </a:cubicBezTo>
                    <a:cubicBezTo>
                      <a:pt x="122" y="11"/>
                      <a:pt x="122" y="11"/>
                      <a:pt x="122" y="11"/>
                    </a:cubicBezTo>
                    <a:cubicBezTo>
                      <a:pt x="122" y="11"/>
                      <a:pt x="122" y="11"/>
                      <a:pt x="122" y="11"/>
                    </a:cubicBezTo>
                    <a:cubicBezTo>
                      <a:pt x="121" y="11"/>
                      <a:pt x="121" y="11"/>
                      <a:pt x="121" y="11"/>
                    </a:cubicBezTo>
                    <a:cubicBezTo>
                      <a:pt x="121" y="12"/>
                      <a:pt x="121" y="12"/>
                      <a:pt x="121" y="12"/>
                    </a:cubicBezTo>
                    <a:cubicBezTo>
                      <a:pt x="120" y="13"/>
                      <a:pt x="120" y="13"/>
                      <a:pt x="119" y="12"/>
                    </a:cubicBezTo>
                    <a:cubicBezTo>
                      <a:pt x="117" y="12"/>
                      <a:pt x="117" y="12"/>
                      <a:pt x="117" y="12"/>
                    </a:cubicBezTo>
                    <a:cubicBezTo>
                      <a:pt x="118" y="6"/>
                      <a:pt x="118" y="6"/>
                      <a:pt x="118" y="6"/>
                    </a:cubicBezTo>
                    <a:cubicBezTo>
                      <a:pt x="118" y="6"/>
                      <a:pt x="119" y="6"/>
                      <a:pt x="119" y="6"/>
                    </a:cubicBezTo>
                    <a:cubicBezTo>
                      <a:pt x="119" y="6"/>
                      <a:pt x="119" y="6"/>
                      <a:pt x="119" y="6"/>
                    </a:cubicBezTo>
                    <a:cubicBezTo>
                      <a:pt x="122" y="7"/>
                      <a:pt x="122" y="7"/>
                      <a:pt x="122" y="7"/>
                    </a:cubicBezTo>
                    <a:cubicBezTo>
                      <a:pt x="122" y="7"/>
                      <a:pt x="123" y="7"/>
                      <a:pt x="123" y="8"/>
                    </a:cubicBezTo>
                    <a:cubicBezTo>
                      <a:pt x="124" y="8"/>
                      <a:pt x="124" y="9"/>
                      <a:pt x="124" y="10"/>
                    </a:cubicBezTo>
                    <a:cubicBezTo>
                      <a:pt x="125" y="10"/>
                      <a:pt x="125" y="10"/>
                      <a:pt x="125" y="10"/>
                    </a:cubicBezTo>
                    <a:cubicBezTo>
                      <a:pt x="125" y="7"/>
                      <a:pt x="125" y="7"/>
                      <a:pt x="125" y="7"/>
                    </a:cubicBezTo>
                    <a:cubicBezTo>
                      <a:pt x="116" y="4"/>
                      <a:pt x="116" y="4"/>
                      <a:pt x="116" y="4"/>
                    </a:cubicBezTo>
                    <a:cubicBezTo>
                      <a:pt x="116" y="5"/>
                      <a:pt x="116" y="5"/>
                      <a:pt x="116" y="5"/>
                    </a:cubicBezTo>
                    <a:close/>
                    <a:moveTo>
                      <a:pt x="136" y="17"/>
                    </a:moveTo>
                    <a:cubicBezTo>
                      <a:pt x="136" y="18"/>
                      <a:pt x="135" y="19"/>
                      <a:pt x="134" y="19"/>
                    </a:cubicBezTo>
                    <a:cubicBezTo>
                      <a:pt x="133" y="19"/>
                      <a:pt x="133" y="19"/>
                      <a:pt x="132" y="19"/>
                    </a:cubicBezTo>
                    <a:cubicBezTo>
                      <a:pt x="131" y="26"/>
                      <a:pt x="131" y="26"/>
                      <a:pt x="131" y="26"/>
                    </a:cubicBezTo>
                    <a:cubicBezTo>
                      <a:pt x="131" y="26"/>
                      <a:pt x="131" y="27"/>
                      <a:pt x="131" y="27"/>
                    </a:cubicBezTo>
                    <a:cubicBezTo>
                      <a:pt x="131" y="27"/>
                      <a:pt x="131" y="27"/>
                      <a:pt x="132" y="27"/>
                    </a:cubicBezTo>
                    <a:cubicBezTo>
                      <a:pt x="132" y="27"/>
                      <a:pt x="132" y="27"/>
                      <a:pt x="132" y="27"/>
                    </a:cubicBezTo>
                    <a:cubicBezTo>
                      <a:pt x="132" y="28"/>
                      <a:pt x="132" y="28"/>
                      <a:pt x="132" y="28"/>
                    </a:cubicBezTo>
                    <a:cubicBezTo>
                      <a:pt x="130" y="27"/>
                      <a:pt x="130" y="27"/>
                      <a:pt x="130" y="27"/>
                    </a:cubicBezTo>
                    <a:cubicBezTo>
                      <a:pt x="130" y="18"/>
                      <a:pt x="130" y="18"/>
                      <a:pt x="130" y="18"/>
                    </a:cubicBezTo>
                    <a:cubicBezTo>
                      <a:pt x="129" y="17"/>
                      <a:pt x="129" y="17"/>
                      <a:pt x="129" y="17"/>
                    </a:cubicBezTo>
                    <a:cubicBezTo>
                      <a:pt x="126" y="23"/>
                      <a:pt x="126" y="23"/>
                      <a:pt x="126" y="23"/>
                    </a:cubicBezTo>
                    <a:cubicBezTo>
                      <a:pt x="125" y="24"/>
                      <a:pt x="125" y="24"/>
                      <a:pt x="126" y="24"/>
                    </a:cubicBezTo>
                    <a:cubicBezTo>
                      <a:pt x="126" y="24"/>
                      <a:pt x="126" y="24"/>
                      <a:pt x="126" y="24"/>
                    </a:cubicBezTo>
                    <a:cubicBezTo>
                      <a:pt x="126" y="25"/>
                      <a:pt x="126" y="25"/>
                      <a:pt x="126" y="25"/>
                    </a:cubicBezTo>
                    <a:cubicBezTo>
                      <a:pt x="126" y="25"/>
                      <a:pt x="126" y="25"/>
                      <a:pt x="126" y="25"/>
                    </a:cubicBezTo>
                    <a:cubicBezTo>
                      <a:pt x="122" y="23"/>
                      <a:pt x="122" y="23"/>
                      <a:pt x="122" y="23"/>
                    </a:cubicBezTo>
                    <a:cubicBezTo>
                      <a:pt x="123" y="23"/>
                      <a:pt x="123" y="23"/>
                      <a:pt x="123" y="23"/>
                    </a:cubicBezTo>
                    <a:cubicBezTo>
                      <a:pt x="123" y="23"/>
                      <a:pt x="123" y="23"/>
                      <a:pt x="123" y="23"/>
                    </a:cubicBezTo>
                    <a:cubicBezTo>
                      <a:pt x="123" y="23"/>
                      <a:pt x="124" y="23"/>
                      <a:pt x="124" y="23"/>
                    </a:cubicBezTo>
                    <a:cubicBezTo>
                      <a:pt x="124" y="23"/>
                      <a:pt x="124" y="23"/>
                      <a:pt x="124" y="23"/>
                    </a:cubicBezTo>
                    <a:cubicBezTo>
                      <a:pt x="130" y="11"/>
                      <a:pt x="130" y="11"/>
                      <a:pt x="130" y="11"/>
                    </a:cubicBezTo>
                    <a:cubicBezTo>
                      <a:pt x="130" y="11"/>
                      <a:pt x="130" y="11"/>
                      <a:pt x="130" y="10"/>
                    </a:cubicBezTo>
                    <a:cubicBezTo>
                      <a:pt x="130" y="10"/>
                      <a:pt x="130" y="10"/>
                      <a:pt x="130" y="10"/>
                    </a:cubicBezTo>
                    <a:cubicBezTo>
                      <a:pt x="129" y="10"/>
                      <a:pt x="129" y="10"/>
                      <a:pt x="129" y="10"/>
                    </a:cubicBezTo>
                    <a:cubicBezTo>
                      <a:pt x="130" y="9"/>
                      <a:pt x="130" y="9"/>
                      <a:pt x="130" y="9"/>
                    </a:cubicBezTo>
                    <a:cubicBezTo>
                      <a:pt x="134" y="12"/>
                      <a:pt x="134" y="12"/>
                      <a:pt x="134" y="12"/>
                    </a:cubicBezTo>
                    <a:cubicBezTo>
                      <a:pt x="135" y="12"/>
                      <a:pt x="136" y="13"/>
                      <a:pt x="137" y="14"/>
                    </a:cubicBezTo>
                    <a:cubicBezTo>
                      <a:pt x="137" y="15"/>
                      <a:pt x="137" y="16"/>
                      <a:pt x="136" y="17"/>
                    </a:cubicBezTo>
                    <a:close/>
                    <a:moveTo>
                      <a:pt x="129" y="17"/>
                    </a:moveTo>
                    <a:cubicBezTo>
                      <a:pt x="131" y="18"/>
                      <a:pt x="131" y="18"/>
                      <a:pt x="131" y="18"/>
                    </a:cubicBezTo>
                    <a:cubicBezTo>
                      <a:pt x="131" y="18"/>
                      <a:pt x="132" y="18"/>
                      <a:pt x="133" y="18"/>
                    </a:cubicBezTo>
                    <a:cubicBezTo>
                      <a:pt x="134" y="18"/>
                      <a:pt x="134" y="17"/>
                      <a:pt x="135" y="16"/>
                    </a:cubicBezTo>
                    <a:cubicBezTo>
                      <a:pt x="135" y="15"/>
                      <a:pt x="136" y="15"/>
                      <a:pt x="135" y="14"/>
                    </a:cubicBezTo>
                    <a:cubicBezTo>
                      <a:pt x="135" y="13"/>
                      <a:pt x="135" y="12"/>
                      <a:pt x="133" y="12"/>
                    </a:cubicBezTo>
                    <a:cubicBezTo>
                      <a:pt x="133" y="11"/>
                      <a:pt x="133" y="11"/>
                      <a:pt x="133" y="11"/>
                    </a:cubicBezTo>
                    <a:cubicBezTo>
                      <a:pt x="132" y="11"/>
                      <a:pt x="132" y="11"/>
                      <a:pt x="132" y="11"/>
                    </a:cubicBezTo>
                    <a:cubicBezTo>
                      <a:pt x="132" y="11"/>
                      <a:pt x="132" y="11"/>
                      <a:pt x="132" y="12"/>
                    </a:cubicBezTo>
                    <a:cubicBezTo>
                      <a:pt x="129" y="17"/>
                      <a:pt x="129" y="17"/>
                      <a:pt x="129" y="17"/>
                    </a:cubicBezTo>
                    <a:close/>
                    <a:moveTo>
                      <a:pt x="141" y="25"/>
                    </a:moveTo>
                    <a:cubicBezTo>
                      <a:pt x="142" y="27"/>
                      <a:pt x="142" y="28"/>
                      <a:pt x="142" y="28"/>
                    </a:cubicBezTo>
                    <a:cubicBezTo>
                      <a:pt x="142" y="29"/>
                      <a:pt x="142" y="30"/>
                      <a:pt x="142" y="30"/>
                    </a:cubicBezTo>
                    <a:cubicBezTo>
                      <a:pt x="141" y="31"/>
                      <a:pt x="141" y="32"/>
                      <a:pt x="140" y="32"/>
                    </a:cubicBezTo>
                    <a:cubicBezTo>
                      <a:pt x="139" y="32"/>
                      <a:pt x="138" y="32"/>
                      <a:pt x="137" y="32"/>
                    </a:cubicBezTo>
                    <a:cubicBezTo>
                      <a:pt x="137" y="31"/>
                      <a:pt x="136" y="30"/>
                      <a:pt x="136" y="29"/>
                    </a:cubicBezTo>
                    <a:cubicBezTo>
                      <a:pt x="135" y="28"/>
                      <a:pt x="136" y="27"/>
                      <a:pt x="136" y="26"/>
                    </a:cubicBezTo>
                    <a:cubicBezTo>
                      <a:pt x="136" y="26"/>
                      <a:pt x="136" y="26"/>
                      <a:pt x="136" y="26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5" y="30"/>
                      <a:pt x="135" y="30"/>
                      <a:pt x="135" y="30"/>
                    </a:cubicBezTo>
                    <a:cubicBezTo>
                      <a:pt x="135" y="30"/>
                      <a:pt x="135" y="30"/>
                      <a:pt x="136" y="31"/>
                    </a:cubicBezTo>
                    <a:cubicBezTo>
                      <a:pt x="136" y="31"/>
                      <a:pt x="136" y="32"/>
                      <a:pt x="137" y="32"/>
                    </a:cubicBezTo>
                    <a:cubicBezTo>
                      <a:pt x="138" y="33"/>
                      <a:pt x="139" y="33"/>
                      <a:pt x="140" y="33"/>
                    </a:cubicBezTo>
                    <a:cubicBezTo>
                      <a:pt x="142" y="33"/>
                      <a:pt x="142" y="32"/>
                      <a:pt x="143" y="31"/>
                    </a:cubicBezTo>
                    <a:cubicBezTo>
                      <a:pt x="144" y="30"/>
                      <a:pt x="144" y="29"/>
                      <a:pt x="144" y="28"/>
                    </a:cubicBezTo>
                    <a:cubicBezTo>
                      <a:pt x="144" y="27"/>
                      <a:pt x="143" y="26"/>
                      <a:pt x="142" y="25"/>
                    </a:cubicBezTo>
                    <a:cubicBezTo>
                      <a:pt x="141" y="23"/>
                      <a:pt x="141" y="22"/>
                      <a:pt x="141" y="22"/>
                    </a:cubicBezTo>
                    <a:cubicBezTo>
                      <a:pt x="141" y="21"/>
                      <a:pt x="141" y="20"/>
                      <a:pt x="141" y="20"/>
                    </a:cubicBezTo>
                    <a:cubicBezTo>
                      <a:pt x="142" y="19"/>
                      <a:pt x="142" y="19"/>
                      <a:pt x="143" y="19"/>
                    </a:cubicBezTo>
                    <a:cubicBezTo>
                      <a:pt x="144" y="18"/>
                      <a:pt x="144" y="18"/>
                      <a:pt x="145" y="19"/>
                    </a:cubicBezTo>
                    <a:cubicBezTo>
                      <a:pt x="146" y="20"/>
                      <a:pt x="147" y="20"/>
                      <a:pt x="147" y="21"/>
                    </a:cubicBezTo>
                    <a:cubicBezTo>
                      <a:pt x="147" y="22"/>
                      <a:pt x="147" y="23"/>
                      <a:pt x="147" y="24"/>
                    </a:cubicBezTo>
                    <a:cubicBezTo>
                      <a:pt x="147" y="24"/>
                      <a:pt x="147" y="24"/>
                      <a:pt x="147" y="24"/>
                    </a:cubicBezTo>
                    <a:cubicBezTo>
                      <a:pt x="149" y="21"/>
                      <a:pt x="149" y="21"/>
                      <a:pt x="149" y="21"/>
                    </a:cubicBezTo>
                    <a:cubicBezTo>
                      <a:pt x="149" y="21"/>
                      <a:pt x="149" y="21"/>
                      <a:pt x="148" y="21"/>
                    </a:cubicBezTo>
                    <a:cubicBezTo>
                      <a:pt x="148" y="21"/>
                      <a:pt x="148" y="21"/>
                      <a:pt x="148" y="21"/>
                    </a:cubicBezTo>
                    <a:cubicBezTo>
                      <a:pt x="148" y="21"/>
                      <a:pt x="147" y="20"/>
                      <a:pt x="147" y="20"/>
                    </a:cubicBezTo>
                    <a:cubicBezTo>
                      <a:pt x="147" y="19"/>
                      <a:pt x="146" y="19"/>
                      <a:pt x="146" y="19"/>
                    </a:cubicBezTo>
                    <a:cubicBezTo>
                      <a:pt x="145" y="18"/>
                      <a:pt x="144" y="18"/>
                      <a:pt x="143" y="18"/>
                    </a:cubicBezTo>
                    <a:cubicBezTo>
                      <a:pt x="141" y="18"/>
                      <a:pt x="141" y="19"/>
                      <a:pt x="140" y="19"/>
                    </a:cubicBezTo>
                    <a:cubicBezTo>
                      <a:pt x="139" y="20"/>
                      <a:pt x="139" y="21"/>
                      <a:pt x="139" y="22"/>
                    </a:cubicBezTo>
                    <a:cubicBezTo>
                      <a:pt x="140" y="23"/>
                      <a:pt x="140" y="24"/>
                      <a:pt x="141" y="25"/>
                    </a:cubicBezTo>
                    <a:close/>
                    <a:moveTo>
                      <a:pt x="154" y="26"/>
                    </a:moveTo>
                    <a:cubicBezTo>
                      <a:pt x="154" y="26"/>
                      <a:pt x="154" y="26"/>
                      <a:pt x="154" y="26"/>
                    </a:cubicBezTo>
                    <a:cubicBezTo>
                      <a:pt x="159" y="31"/>
                      <a:pt x="159" y="31"/>
                      <a:pt x="159" y="31"/>
                    </a:cubicBezTo>
                    <a:cubicBezTo>
                      <a:pt x="159" y="31"/>
                      <a:pt x="159" y="31"/>
                      <a:pt x="159" y="31"/>
                    </a:cubicBezTo>
                    <a:cubicBezTo>
                      <a:pt x="158" y="30"/>
                      <a:pt x="158" y="30"/>
                      <a:pt x="158" y="30"/>
                    </a:cubicBezTo>
                    <a:cubicBezTo>
                      <a:pt x="157" y="29"/>
                      <a:pt x="157" y="29"/>
                      <a:pt x="157" y="29"/>
                    </a:cubicBezTo>
                    <a:cubicBezTo>
                      <a:pt x="157" y="29"/>
                      <a:pt x="157" y="29"/>
                      <a:pt x="156" y="30"/>
                    </a:cubicBezTo>
                    <a:cubicBezTo>
                      <a:pt x="147" y="39"/>
                      <a:pt x="147" y="39"/>
                      <a:pt x="147" y="39"/>
                    </a:cubicBezTo>
                    <a:cubicBezTo>
                      <a:pt x="147" y="39"/>
                      <a:pt x="147" y="39"/>
                      <a:pt x="147" y="40"/>
                    </a:cubicBezTo>
                    <a:cubicBezTo>
                      <a:pt x="147" y="40"/>
                      <a:pt x="147" y="40"/>
                      <a:pt x="148" y="40"/>
                    </a:cubicBezTo>
                    <a:cubicBezTo>
                      <a:pt x="149" y="42"/>
                      <a:pt x="149" y="42"/>
                      <a:pt x="149" y="42"/>
                    </a:cubicBezTo>
                    <a:cubicBezTo>
                      <a:pt x="149" y="42"/>
                      <a:pt x="149" y="42"/>
                      <a:pt x="149" y="42"/>
                    </a:cubicBezTo>
                    <a:cubicBezTo>
                      <a:pt x="143" y="37"/>
                      <a:pt x="143" y="37"/>
                      <a:pt x="143" y="37"/>
                    </a:cubicBezTo>
                    <a:cubicBezTo>
                      <a:pt x="144" y="37"/>
                      <a:pt x="144" y="37"/>
                      <a:pt x="144" y="37"/>
                    </a:cubicBezTo>
                    <a:cubicBezTo>
                      <a:pt x="145" y="38"/>
                      <a:pt x="145" y="38"/>
                      <a:pt x="145" y="38"/>
                    </a:cubicBezTo>
                    <a:cubicBezTo>
                      <a:pt x="146" y="38"/>
                      <a:pt x="146" y="38"/>
                      <a:pt x="146" y="38"/>
                    </a:cubicBezTo>
                    <a:cubicBezTo>
                      <a:pt x="146" y="38"/>
                      <a:pt x="146" y="38"/>
                      <a:pt x="146" y="38"/>
                    </a:cubicBezTo>
                    <a:cubicBezTo>
                      <a:pt x="155" y="29"/>
                      <a:pt x="155" y="29"/>
                      <a:pt x="155" y="29"/>
                    </a:cubicBezTo>
                    <a:cubicBezTo>
                      <a:pt x="155" y="28"/>
                      <a:pt x="156" y="28"/>
                      <a:pt x="156" y="28"/>
                    </a:cubicBezTo>
                    <a:cubicBezTo>
                      <a:pt x="156" y="28"/>
                      <a:pt x="155" y="28"/>
                      <a:pt x="155" y="27"/>
                    </a:cubicBezTo>
                    <a:cubicBezTo>
                      <a:pt x="154" y="26"/>
                      <a:pt x="154" y="26"/>
                      <a:pt x="154" y="26"/>
                    </a:cubicBezTo>
                    <a:close/>
                    <a:moveTo>
                      <a:pt x="155" y="50"/>
                    </a:moveTo>
                    <a:cubicBezTo>
                      <a:pt x="156" y="50"/>
                      <a:pt x="156" y="50"/>
                      <a:pt x="156" y="50"/>
                    </a:cubicBezTo>
                    <a:cubicBezTo>
                      <a:pt x="155" y="49"/>
                      <a:pt x="155" y="49"/>
                      <a:pt x="155" y="49"/>
                    </a:cubicBezTo>
                    <a:cubicBezTo>
                      <a:pt x="155" y="49"/>
                      <a:pt x="155" y="49"/>
                      <a:pt x="155" y="49"/>
                    </a:cubicBezTo>
                    <a:cubicBezTo>
                      <a:pt x="155" y="49"/>
                      <a:pt x="155" y="48"/>
                      <a:pt x="155" y="48"/>
                    </a:cubicBezTo>
                    <a:cubicBezTo>
                      <a:pt x="165" y="40"/>
                      <a:pt x="165" y="40"/>
                      <a:pt x="165" y="40"/>
                    </a:cubicBezTo>
                    <a:cubicBezTo>
                      <a:pt x="166" y="40"/>
                      <a:pt x="166" y="40"/>
                      <a:pt x="166" y="40"/>
                    </a:cubicBezTo>
                    <a:cubicBezTo>
                      <a:pt x="166" y="40"/>
                      <a:pt x="166" y="40"/>
                      <a:pt x="167" y="40"/>
                    </a:cubicBezTo>
                    <a:cubicBezTo>
                      <a:pt x="167" y="41"/>
                      <a:pt x="167" y="42"/>
                      <a:pt x="167" y="42"/>
                    </a:cubicBezTo>
                    <a:cubicBezTo>
                      <a:pt x="167" y="43"/>
                      <a:pt x="167" y="43"/>
                      <a:pt x="166" y="45"/>
                    </a:cubicBezTo>
                    <a:cubicBezTo>
                      <a:pt x="166" y="45"/>
                      <a:pt x="166" y="45"/>
                      <a:pt x="166" y="45"/>
                    </a:cubicBezTo>
                    <a:cubicBezTo>
                      <a:pt x="169" y="42"/>
                      <a:pt x="169" y="42"/>
                      <a:pt x="169" y="42"/>
                    </a:cubicBezTo>
                    <a:cubicBezTo>
                      <a:pt x="163" y="35"/>
                      <a:pt x="163" y="35"/>
                      <a:pt x="163" y="35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62" y="37"/>
                      <a:pt x="163" y="37"/>
                      <a:pt x="163" y="37"/>
                    </a:cubicBezTo>
                    <a:cubicBezTo>
                      <a:pt x="163" y="37"/>
                      <a:pt x="164" y="37"/>
                      <a:pt x="164" y="38"/>
                    </a:cubicBezTo>
                    <a:cubicBezTo>
                      <a:pt x="165" y="38"/>
                      <a:pt x="165" y="38"/>
                      <a:pt x="165" y="38"/>
                    </a:cubicBezTo>
                    <a:cubicBezTo>
                      <a:pt x="165" y="39"/>
                      <a:pt x="165" y="39"/>
                      <a:pt x="164" y="39"/>
                    </a:cubicBezTo>
                    <a:cubicBezTo>
                      <a:pt x="154" y="47"/>
                      <a:pt x="154" y="47"/>
                      <a:pt x="154" y="47"/>
                    </a:cubicBezTo>
                    <a:cubicBezTo>
                      <a:pt x="154" y="47"/>
                      <a:pt x="154" y="47"/>
                      <a:pt x="154" y="47"/>
                    </a:cubicBezTo>
                    <a:cubicBezTo>
                      <a:pt x="154" y="47"/>
                      <a:pt x="153" y="47"/>
                      <a:pt x="153" y="47"/>
                    </a:cubicBezTo>
                    <a:cubicBezTo>
                      <a:pt x="153" y="46"/>
                      <a:pt x="153" y="46"/>
                      <a:pt x="153" y="46"/>
                    </a:cubicBezTo>
                    <a:cubicBezTo>
                      <a:pt x="152" y="47"/>
                      <a:pt x="152" y="47"/>
                      <a:pt x="152" y="47"/>
                    </a:cubicBezTo>
                    <a:cubicBezTo>
                      <a:pt x="155" y="50"/>
                      <a:pt x="155" y="50"/>
                      <a:pt x="155" y="50"/>
                    </a:cubicBezTo>
                    <a:close/>
                    <a:moveTo>
                      <a:pt x="174" y="54"/>
                    </a:moveTo>
                    <a:cubicBezTo>
                      <a:pt x="174" y="54"/>
                      <a:pt x="175" y="54"/>
                      <a:pt x="175" y="53"/>
                    </a:cubicBezTo>
                    <a:cubicBezTo>
                      <a:pt x="175" y="53"/>
                      <a:pt x="175" y="53"/>
                      <a:pt x="174" y="53"/>
                    </a:cubicBezTo>
                    <a:cubicBezTo>
                      <a:pt x="174" y="52"/>
                      <a:pt x="174" y="52"/>
                      <a:pt x="174" y="52"/>
                    </a:cubicBezTo>
                    <a:cubicBezTo>
                      <a:pt x="175" y="52"/>
                      <a:pt x="175" y="52"/>
                      <a:pt x="175" y="52"/>
                    </a:cubicBezTo>
                    <a:cubicBezTo>
                      <a:pt x="177" y="55"/>
                      <a:pt x="177" y="55"/>
                      <a:pt x="177" y="55"/>
                    </a:cubicBezTo>
                    <a:cubicBezTo>
                      <a:pt x="176" y="55"/>
                      <a:pt x="176" y="55"/>
                      <a:pt x="176" y="55"/>
                    </a:cubicBezTo>
                    <a:cubicBezTo>
                      <a:pt x="176" y="55"/>
                      <a:pt x="176" y="55"/>
                      <a:pt x="176" y="55"/>
                    </a:cubicBezTo>
                    <a:cubicBezTo>
                      <a:pt x="176" y="55"/>
                      <a:pt x="176" y="55"/>
                      <a:pt x="175" y="55"/>
                    </a:cubicBezTo>
                    <a:cubicBezTo>
                      <a:pt x="175" y="55"/>
                      <a:pt x="175" y="55"/>
                      <a:pt x="174" y="55"/>
                    </a:cubicBezTo>
                    <a:cubicBezTo>
                      <a:pt x="166" y="56"/>
                      <a:pt x="166" y="56"/>
                      <a:pt x="166" y="56"/>
                    </a:cubicBezTo>
                    <a:cubicBezTo>
                      <a:pt x="162" y="58"/>
                      <a:pt x="162" y="58"/>
                      <a:pt x="162" y="58"/>
                    </a:cubicBezTo>
                    <a:cubicBezTo>
                      <a:pt x="162" y="59"/>
                      <a:pt x="162" y="59"/>
                      <a:pt x="162" y="59"/>
                    </a:cubicBezTo>
                    <a:cubicBezTo>
                      <a:pt x="161" y="59"/>
                      <a:pt x="162" y="59"/>
                      <a:pt x="162" y="60"/>
                    </a:cubicBezTo>
                    <a:cubicBezTo>
                      <a:pt x="162" y="60"/>
                      <a:pt x="162" y="60"/>
                      <a:pt x="162" y="60"/>
                    </a:cubicBezTo>
                    <a:cubicBezTo>
                      <a:pt x="162" y="61"/>
                      <a:pt x="162" y="61"/>
                      <a:pt x="162" y="61"/>
                    </a:cubicBezTo>
                    <a:cubicBezTo>
                      <a:pt x="159" y="56"/>
                      <a:pt x="159" y="56"/>
                      <a:pt x="159" y="56"/>
                    </a:cubicBezTo>
                    <a:cubicBezTo>
                      <a:pt x="160" y="56"/>
                      <a:pt x="160" y="56"/>
                      <a:pt x="160" y="56"/>
                    </a:cubicBezTo>
                    <a:cubicBezTo>
                      <a:pt x="160" y="57"/>
                      <a:pt x="160" y="57"/>
                      <a:pt x="160" y="57"/>
                    </a:cubicBezTo>
                    <a:cubicBezTo>
                      <a:pt x="160" y="57"/>
                      <a:pt x="160" y="57"/>
                      <a:pt x="161" y="57"/>
                    </a:cubicBezTo>
                    <a:cubicBezTo>
                      <a:pt x="161" y="57"/>
                      <a:pt x="161" y="57"/>
                      <a:pt x="161" y="57"/>
                    </a:cubicBezTo>
                    <a:cubicBezTo>
                      <a:pt x="165" y="55"/>
                      <a:pt x="165" y="55"/>
                      <a:pt x="165" y="55"/>
                    </a:cubicBezTo>
                    <a:cubicBezTo>
                      <a:pt x="171" y="48"/>
                      <a:pt x="171" y="48"/>
                      <a:pt x="171" y="48"/>
                    </a:cubicBezTo>
                    <a:cubicBezTo>
                      <a:pt x="171" y="48"/>
                      <a:pt x="171" y="48"/>
                      <a:pt x="171" y="47"/>
                    </a:cubicBezTo>
                    <a:cubicBezTo>
                      <a:pt x="171" y="47"/>
                      <a:pt x="171" y="47"/>
                      <a:pt x="171" y="47"/>
                    </a:cubicBezTo>
                    <a:cubicBezTo>
                      <a:pt x="171" y="46"/>
                      <a:pt x="171" y="46"/>
                      <a:pt x="171" y="46"/>
                    </a:cubicBezTo>
                    <a:cubicBezTo>
                      <a:pt x="171" y="46"/>
                      <a:pt x="171" y="46"/>
                      <a:pt x="171" y="46"/>
                    </a:cubicBezTo>
                    <a:cubicBezTo>
                      <a:pt x="173" y="50"/>
                      <a:pt x="173" y="50"/>
                      <a:pt x="173" y="50"/>
                    </a:cubicBezTo>
                    <a:cubicBezTo>
                      <a:pt x="173" y="50"/>
                      <a:pt x="173" y="50"/>
                      <a:pt x="173" y="50"/>
                    </a:cubicBezTo>
                    <a:cubicBezTo>
                      <a:pt x="173" y="49"/>
                      <a:pt x="173" y="49"/>
                      <a:pt x="173" y="49"/>
                    </a:cubicBezTo>
                    <a:cubicBezTo>
                      <a:pt x="172" y="49"/>
                      <a:pt x="172" y="49"/>
                      <a:pt x="172" y="49"/>
                    </a:cubicBezTo>
                    <a:cubicBezTo>
                      <a:pt x="172" y="49"/>
                      <a:pt x="172" y="49"/>
                      <a:pt x="171" y="49"/>
                    </a:cubicBezTo>
                    <a:cubicBezTo>
                      <a:pt x="167" y="55"/>
                      <a:pt x="167" y="55"/>
                      <a:pt x="167" y="55"/>
                    </a:cubicBezTo>
                    <a:cubicBezTo>
                      <a:pt x="167" y="55"/>
                      <a:pt x="167" y="55"/>
                      <a:pt x="167" y="55"/>
                    </a:cubicBezTo>
                    <a:lnTo>
                      <a:pt x="174" y="54"/>
                    </a:lnTo>
                    <a:close/>
                  </a:path>
                </a:pathLst>
              </a:custGeom>
              <a:solidFill>
                <a:srgbClr val="FFFFFF"/>
              </a:solidFill>
              <a:ln w="3175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8" name="ïśľíḓé"/>
              <p:cNvSpPr/>
              <p:nvPr/>
            </p:nvSpPr>
            <p:spPr bwMode="auto">
              <a:xfrm>
                <a:off x="3667126" y="3184525"/>
                <a:ext cx="492125" cy="496888"/>
              </a:xfrm>
              <a:custGeom>
                <a:avLst/>
                <a:gdLst>
                  <a:gd name="T0" fmla="*/ 74 w 149"/>
                  <a:gd name="T1" fmla="*/ 0 h 149"/>
                  <a:gd name="T2" fmla="*/ 149 w 149"/>
                  <a:gd name="T3" fmla="*/ 74 h 149"/>
                  <a:gd name="T4" fmla="*/ 74 w 149"/>
                  <a:gd name="T5" fmla="*/ 149 h 149"/>
                  <a:gd name="T6" fmla="*/ 0 w 149"/>
                  <a:gd name="T7" fmla="*/ 74 h 149"/>
                  <a:gd name="T8" fmla="*/ 74 w 149"/>
                  <a:gd name="T9" fmla="*/ 0 h 149"/>
                  <a:gd name="T10" fmla="*/ 74 w 149"/>
                  <a:gd name="T11" fmla="*/ 2 h 149"/>
                  <a:gd name="T12" fmla="*/ 2 w 149"/>
                  <a:gd name="T13" fmla="*/ 74 h 149"/>
                  <a:gd name="T14" fmla="*/ 74 w 149"/>
                  <a:gd name="T15" fmla="*/ 146 h 149"/>
                  <a:gd name="T16" fmla="*/ 146 w 149"/>
                  <a:gd name="T17" fmla="*/ 74 h 149"/>
                  <a:gd name="T18" fmla="*/ 74 w 149"/>
                  <a:gd name="T19" fmla="*/ 2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9" h="149">
                    <a:moveTo>
                      <a:pt x="74" y="0"/>
                    </a:moveTo>
                    <a:cubicBezTo>
                      <a:pt x="115" y="0"/>
                      <a:pt x="149" y="33"/>
                      <a:pt x="149" y="74"/>
                    </a:cubicBezTo>
                    <a:cubicBezTo>
                      <a:pt x="149" y="115"/>
                      <a:pt x="115" y="149"/>
                      <a:pt x="74" y="149"/>
                    </a:cubicBezTo>
                    <a:cubicBezTo>
                      <a:pt x="33" y="149"/>
                      <a:pt x="0" y="115"/>
                      <a:pt x="0" y="74"/>
                    </a:cubicBezTo>
                    <a:cubicBezTo>
                      <a:pt x="0" y="33"/>
                      <a:pt x="33" y="0"/>
                      <a:pt x="74" y="0"/>
                    </a:cubicBezTo>
                    <a:close/>
                    <a:moveTo>
                      <a:pt x="74" y="2"/>
                    </a:moveTo>
                    <a:cubicBezTo>
                      <a:pt x="35" y="2"/>
                      <a:pt x="2" y="34"/>
                      <a:pt x="2" y="74"/>
                    </a:cubicBezTo>
                    <a:cubicBezTo>
                      <a:pt x="2" y="114"/>
                      <a:pt x="35" y="146"/>
                      <a:pt x="74" y="146"/>
                    </a:cubicBezTo>
                    <a:cubicBezTo>
                      <a:pt x="114" y="146"/>
                      <a:pt x="146" y="114"/>
                      <a:pt x="146" y="74"/>
                    </a:cubicBezTo>
                    <a:cubicBezTo>
                      <a:pt x="146" y="34"/>
                      <a:pt x="114" y="2"/>
                      <a:pt x="74" y="2"/>
                    </a:cubicBezTo>
                    <a:close/>
                  </a:path>
                </a:pathLst>
              </a:custGeom>
              <a:solidFill>
                <a:srgbClr val="0052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9" name="ïslíḍê"/>
              <p:cNvSpPr/>
              <p:nvPr/>
            </p:nvSpPr>
            <p:spPr bwMode="auto">
              <a:xfrm>
                <a:off x="3775076" y="3248025"/>
                <a:ext cx="274638" cy="146050"/>
              </a:xfrm>
              <a:custGeom>
                <a:avLst/>
                <a:gdLst>
                  <a:gd name="T0" fmla="*/ 10 w 83"/>
                  <a:gd name="T1" fmla="*/ 43 h 44"/>
                  <a:gd name="T2" fmla="*/ 18 w 83"/>
                  <a:gd name="T3" fmla="*/ 39 h 44"/>
                  <a:gd name="T4" fmla="*/ 67 w 83"/>
                  <a:gd name="T5" fmla="*/ 39 h 44"/>
                  <a:gd name="T6" fmla="*/ 73 w 83"/>
                  <a:gd name="T7" fmla="*/ 42 h 44"/>
                  <a:gd name="T8" fmla="*/ 76 w 83"/>
                  <a:gd name="T9" fmla="*/ 43 h 44"/>
                  <a:gd name="T10" fmla="*/ 83 w 83"/>
                  <a:gd name="T11" fmla="*/ 35 h 44"/>
                  <a:gd name="T12" fmla="*/ 76 w 83"/>
                  <a:gd name="T13" fmla="*/ 37 h 44"/>
                  <a:gd name="T14" fmla="*/ 69 w 83"/>
                  <a:gd name="T15" fmla="*/ 33 h 44"/>
                  <a:gd name="T16" fmla="*/ 70 w 83"/>
                  <a:gd name="T17" fmla="*/ 26 h 44"/>
                  <a:gd name="T18" fmla="*/ 64 w 83"/>
                  <a:gd name="T19" fmla="*/ 30 h 44"/>
                  <a:gd name="T20" fmla="*/ 59 w 83"/>
                  <a:gd name="T21" fmla="*/ 31 h 44"/>
                  <a:gd name="T22" fmla="*/ 56 w 83"/>
                  <a:gd name="T23" fmla="*/ 29 h 44"/>
                  <a:gd name="T24" fmla="*/ 56 w 83"/>
                  <a:gd name="T25" fmla="*/ 24 h 44"/>
                  <a:gd name="T26" fmla="*/ 58 w 83"/>
                  <a:gd name="T27" fmla="*/ 23 h 44"/>
                  <a:gd name="T28" fmla="*/ 58 w 83"/>
                  <a:gd name="T29" fmla="*/ 19 h 44"/>
                  <a:gd name="T30" fmla="*/ 54 w 83"/>
                  <a:gd name="T31" fmla="*/ 19 h 44"/>
                  <a:gd name="T32" fmla="*/ 53 w 83"/>
                  <a:gd name="T33" fmla="*/ 21 h 44"/>
                  <a:gd name="T34" fmla="*/ 44 w 83"/>
                  <a:gd name="T35" fmla="*/ 21 h 44"/>
                  <a:gd name="T36" fmla="*/ 43 w 83"/>
                  <a:gd name="T37" fmla="*/ 18 h 44"/>
                  <a:gd name="T38" fmla="*/ 44 w 83"/>
                  <a:gd name="T39" fmla="*/ 13 h 44"/>
                  <a:gd name="T40" fmla="*/ 43 w 83"/>
                  <a:gd name="T41" fmla="*/ 8 h 44"/>
                  <a:gd name="T42" fmla="*/ 43 w 83"/>
                  <a:gd name="T43" fmla="*/ 6 h 44"/>
                  <a:gd name="T44" fmla="*/ 43 w 83"/>
                  <a:gd name="T45" fmla="*/ 2 h 44"/>
                  <a:gd name="T46" fmla="*/ 43 w 83"/>
                  <a:gd name="T47" fmla="*/ 0 h 44"/>
                  <a:gd name="T48" fmla="*/ 40 w 83"/>
                  <a:gd name="T49" fmla="*/ 0 h 44"/>
                  <a:gd name="T50" fmla="*/ 39 w 83"/>
                  <a:gd name="T51" fmla="*/ 2 h 44"/>
                  <a:gd name="T52" fmla="*/ 39 w 83"/>
                  <a:gd name="T53" fmla="*/ 6 h 44"/>
                  <a:gd name="T54" fmla="*/ 39 w 83"/>
                  <a:gd name="T55" fmla="*/ 8 h 44"/>
                  <a:gd name="T56" fmla="*/ 38 w 83"/>
                  <a:gd name="T57" fmla="*/ 13 h 44"/>
                  <a:gd name="T58" fmla="*/ 38 w 83"/>
                  <a:gd name="T59" fmla="*/ 18 h 44"/>
                  <a:gd name="T60" fmla="*/ 38 w 83"/>
                  <a:gd name="T61" fmla="*/ 21 h 44"/>
                  <a:gd name="T62" fmla="*/ 30 w 83"/>
                  <a:gd name="T63" fmla="*/ 21 h 44"/>
                  <a:gd name="T64" fmla="*/ 29 w 83"/>
                  <a:gd name="T65" fmla="*/ 19 h 44"/>
                  <a:gd name="T66" fmla="*/ 25 w 83"/>
                  <a:gd name="T67" fmla="*/ 19 h 44"/>
                  <a:gd name="T68" fmla="*/ 25 w 83"/>
                  <a:gd name="T69" fmla="*/ 23 h 44"/>
                  <a:gd name="T70" fmla="*/ 26 w 83"/>
                  <a:gd name="T71" fmla="*/ 24 h 44"/>
                  <a:gd name="T72" fmla="*/ 27 w 83"/>
                  <a:gd name="T73" fmla="*/ 29 h 44"/>
                  <a:gd name="T74" fmla="*/ 22 w 83"/>
                  <a:gd name="T75" fmla="*/ 31 h 44"/>
                  <a:gd name="T76" fmla="*/ 13 w 83"/>
                  <a:gd name="T77" fmla="*/ 26 h 44"/>
                  <a:gd name="T78" fmla="*/ 13 w 83"/>
                  <a:gd name="T79" fmla="*/ 35 h 44"/>
                  <a:gd name="T80" fmla="*/ 7 w 83"/>
                  <a:gd name="T81" fmla="*/ 37 h 44"/>
                  <a:gd name="T82" fmla="*/ 0 w 83"/>
                  <a:gd name="T83" fmla="*/ 34 h 44"/>
                  <a:gd name="T84" fmla="*/ 5 w 83"/>
                  <a:gd name="T85" fmla="*/ 42 h 44"/>
                  <a:gd name="T86" fmla="*/ 10 w 83"/>
                  <a:gd name="T87" fmla="*/ 43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83" h="44">
                    <a:moveTo>
                      <a:pt x="10" y="43"/>
                    </a:moveTo>
                    <a:cubicBezTo>
                      <a:pt x="18" y="39"/>
                      <a:pt x="18" y="39"/>
                      <a:pt x="18" y="39"/>
                    </a:cubicBezTo>
                    <a:cubicBezTo>
                      <a:pt x="67" y="39"/>
                      <a:pt x="67" y="39"/>
                      <a:pt x="67" y="39"/>
                    </a:cubicBezTo>
                    <a:cubicBezTo>
                      <a:pt x="73" y="42"/>
                      <a:pt x="73" y="42"/>
                      <a:pt x="73" y="42"/>
                    </a:cubicBezTo>
                    <a:cubicBezTo>
                      <a:pt x="74" y="43"/>
                      <a:pt x="75" y="43"/>
                      <a:pt x="76" y="43"/>
                    </a:cubicBezTo>
                    <a:cubicBezTo>
                      <a:pt x="80" y="42"/>
                      <a:pt x="83" y="35"/>
                      <a:pt x="83" y="35"/>
                    </a:cubicBezTo>
                    <a:cubicBezTo>
                      <a:pt x="83" y="35"/>
                      <a:pt x="79" y="38"/>
                      <a:pt x="76" y="37"/>
                    </a:cubicBezTo>
                    <a:cubicBezTo>
                      <a:pt x="73" y="37"/>
                      <a:pt x="69" y="36"/>
                      <a:pt x="69" y="33"/>
                    </a:cubicBezTo>
                    <a:cubicBezTo>
                      <a:pt x="69" y="30"/>
                      <a:pt x="70" y="27"/>
                      <a:pt x="70" y="26"/>
                    </a:cubicBezTo>
                    <a:cubicBezTo>
                      <a:pt x="70" y="26"/>
                      <a:pt x="67" y="29"/>
                      <a:pt x="64" y="30"/>
                    </a:cubicBezTo>
                    <a:cubicBezTo>
                      <a:pt x="61" y="32"/>
                      <a:pt x="60" y="31"/>
                      <a:pt x="59" y="31"/>
                    </a:cubicBezTo>
                    <a:cubicBezTo>
                      <a:pt x="57" y="30"/>
                      <a:pt x="56" y="29"/>
                      <a:pt x="56" y="29"/>
                    </a:cubicBezTo>
                    <a:cubicBezTo>
                      <a:pt x="56" y="24"/>
                      <a:pt x="56" y="24"/>
                      <a:pt x="56" y="24"/>
                    </a:cubicBezTo>
                    <a:cubicBezTo>
                      <a:pt x="58" y="23"/>
                      <a:pt x="58" y="23"/>
                      <a:pt x="58" y="23"/>
                    </a:cubicBezTo>
                    <a:cubicBezTo>
                      <a:pt x="58" y="19"/>
                      <a:pt x="58" y="19"/>
                      <a:pt x="58" y="19"/>
                    </a:cubicBezTo>
                    <a:cubicBezTo>
                      <a:pt x="54" y="19"/>
                      <a:pt x="54" y="19"/>
                      <a:pt x="54" y="19"/>
                    </a:cubicBezTo>
                    <a:cubicBezTo>
                      <a:pt x="54" y="19"/>
                      <a:pt x="54" y="21"/>
                      <a:pt x="53" y="21"/>
                    </a:cubicBezTo>
                    <a:cubicBezTo>
                      <a:pt x="52" y="21"/>
                      <a:pt x="44" y="21"/>
                      <a:pt x="44" y="21"/>
                    </a:cubicBezTo>
                    <a:cubicBezTo>
                      <a:pt x="44" y="21"/>
                      <a:pt x="43" y="20"/>
                      <a:pt x="43" y="18"/>
                    </a:cubicBezTo>
                    <a:cubicBezTo>
                      <a:pt x="44" y="17"/>
                      <a:pt x="44" y="17"/>
                      <a:pt x="44" y="13"/>
                    </a:cubicBezTo>
                    <a:cubicBezTo>
                      <a:pt x="44" y="10"/>
                      <a:pt x="44" y="9"/>
                      <a:pt x="43" y="8"/>
                    </a:cubicBezTo>
                    <a:cubicBezTo>
                      <a:pt x="43" y="7"/>
                      <a:pt x="42" y="7"/>
                      <a:pt x="43" y="6"/>
                    </a:cubicBezTo>
                    <a:cubicBezTo>
                      <a:pt x="44" y="5"/>
                      <a:pt x="44" y="4"/>
                      <a:pt x="43" y="2"/>
                    </a:cubicBezTo>
                    <a:cubicBezTo>
                      <a:pt x="42" y="1"/>
                      <a:pt x="43" y="2"/>
                      <a:pt x="43" y="0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39" y="0"/>
                      <a:pt x="40" y="1"/>
                      <a:pt x="39" y="2"/>
                    </a:cubicBezTo>
                    <a:cubicBezTo>
                      <a:pt x="38" y="3"/>
                      <a:pt x="38" y="5"/>
                      <a:pt x="39" y="6"/>
                    </a:cubicBezTo>
                    <a:cubicBezTo>
                      <a:pt x="39" y="7"/>
                      <a:pt x="40" y="7"/>
                      <a:pt x="39" y="8"/>
                    </a:cubicBezTo>
                    <a:cubicBezTo>
                      <a:pt x="38" y="9"/>
                      <a:pt x="38" y="10"/>
                      <a:pt x="38" y="13"/>
                    </a:cubicBezTo>
                    <a:cubicBezTo>
                      <a:pt x="38" y="16"/>
                      <a:pt x="38" y="17"/>
                      <a:pt x="38" y="18"/>
                    </a:cubicBezTo>
                    <a:cubicBezTo>
                      <a:pt x="39" y="20"/>
                      <a:pt x="38" y="21"/>
                      <a:pt x="38" y="21"/>
                    </a:cubicBezTo>
                    <a:cubicBezTo>
                      <a:pt x="37" y="21"/>
                      <a:pt x="30" y="21"/>
                      <a:pt x="30" y="21"/>
                    </a:cubicBezTo>
                    <a:cubicBezTo>
                      <a:pt x="30" y="21"/>
                      <a:pt x="29" y="20"/>
                      <a:pt x="29" y="19"/>
                    </a:cubicBezTo>
                    <a:cubicBezTo>
                      <a:pt x="25" y="19"/>
                      <a:pt x="25" y="19"/>
                      <a:pt x="25" y="19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7" y="29"/>
                      <a:pt x="24" y="31"/>
                      <a:pt x="22" y="31"/>
                    </a:cubicBezTo>
                    <a:cubicBezTo>
                      <a:pt x="19" y="31"/>
                      <a:pt x="13" y="26"/>
                      <a:pt x="13" y="26"/>
                    </a:cubicBezTo>
                    <a:cubicBezTo>
                      <a:pt x="13" y="26"/>
                      <a:pt x="14" y="33"/>
                      <a:pt x="13" y="35"/>
                    </a:cubicBezTo>
                    <a:cubicBezTo>
                      <a:pt x="13" y="37"/>
                      <a:pt x="10" y="37"/>
                      <a:pt x="7" y="37"/>
                    </a:cubicBezTo>
                    <a:cubicBezTo>
                      <a:pt x="4" y="37"/>
                      <a:pt x="0" y="35"/>
                      <a:pt x="0" y="34"/>
                    </a:cubicBezTo>
                    <a:cubicBezTo>
                      <a:pt x="0" y="34"/>
                      <a:pt x="3" y="40"/>
                      <a:pt x="5" y="42"/>
                    </a:cubicBezTo>
                    <a:cubicBezTo>
                      <a:pt x="7" y="44"/>
                      <a:pt x="10" y="43"/>
                      <a:pt x="10" y="43"/>
                    </a:cubicBez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0" name="íṡļïdê"/>
              <p:cNvSpPr/>
              <p:nvPr/>
            </p:nvSpPr>
            <p:spPr bwMode="auto">
              <a:xfrm>
                <a:off x="3614738" y="3370263"/>
                <a:ext cx="596900" cy="241300"/>
              </a:xfrm>
              <a:custGeom>
                <a:avLst/>
                <a:gdLst>
                  <a:gd name="T0" fmla="*/ 58 w 181"/>
                  <a:gd name="T1" fmla="*/ 72 h 72"/>
                  <a:gd name="T2" fmla="*/ 8 w 181"/>
                  <a:gd name="T3" fmla="*/ 72 h 72"/>
                  <a:gd name="T4" fmla="*/ 3 w 181"/>
                  <a:gd name="T5" fmla="*/ 63 h 72"/>
                  <a:gd name="T6" fmla="*/ 6 w 181"/>
                  <a:gd name="T7" fmla="*/ 63 h 72"/>
                  <a:gd name="T8" fmla="*/ 11 w 181"/>
                  <a:gd name="T9" fmla="*/ 55 h 72"/>
                  <a:gd name="T10" fmla="*/ 14 w 181"/>
                  <a:gd name="T11" fmla="*/ 55 h 72"/>
                  <a:gd name="T12" fmla="*/ 14 w 181"/>
                  <a:gd name="T13" fmla="*/ 29 h 72"/>
                  <a:gd name="T14" fmla="*/ 0 w 181"/>
                  <a:gd name="T15" fmla="*/ 4 h 72"/>
                  <a:gd name="T16" fmla="*/ 30 w 181"/>
                  <a:gd name="T17" fmla="*/ 0 h 72"/>
                  <a:gd name="T18" fmla="*/ 58 w 181"/>
                  <a:gd name="T19" fmla="*/ 8 h 72"/>
                  <a:gd name="T20" fmla="*/ 51 w 181"/>
                  <a:gd name="T21" fmla="*/ 25 h 72"/>
                  <a:gd name="T22" fmla="*/ 131 w 181"/>
                  <a:gd name="T23" fmla="*/ 25 h 72"/>
                  <a:gd name="T24" fmla="*/ 122 w 181"/>
                  <a:gd name="T25" fmla="*/ 8 h 72"/>
                  <a:gd name="T26" fmla="*/ 150 w 181"/>
                  <a:gd name="T27" fmla="*/ 0 h 72"/>
                  <a:gd name="T28" fmla="*/ 181 w 181"/>
                  <a:gd name="T29" fmla="*/ 5 h 72"/>
                  <a:gd name="T30" fmla="*/ 166 w 181"/>
                  <a:gd name="T31" fmla="*/ 28 h 72"/>
                  <a:gd name="T32" fmla="*/ 166 w 181"/>
                  <a:gd name="T33" fmla="*/ 55 h 72"/>
                  <a:gd name="T34" fmla="*/ 171 w 181"/>
                  <a:gd name="T35" fmla="*/ 55 h 72"/>
                  <a:gd name="T36" fmla="*/ 178 w 181"/>
                  <a:gd name="T37" fmla="*/ 65 h 72"/>
                  <a:gd name="T38" fmla="*/ 174 w 181"/>
                  <a:gd name="T39" fmla="*/ 72 h 72"/>
                  <a:gd name="T40" fmla="*/ 58 w 181"/>
                  <a:gd name="T41" fmla="*/ 7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81" h="72">
                    <a:moveTo>
                      <a:pt x="58" y="72"/>
                    </a:moveTo>
                    <a:cubicBezTo>
                      <a:pt x="8" y="72"/>
                      <a:pt x="8" y="72"/>
                      <a:pt x="8" y="72"/>
                    </a:cubicBezTo>
                    <a:cubicBezTo>
                      <a:pt x="3" y="63"/>
                      <a:pt x="3" y="63"/>
                      <a:pt x="3" y="63"/>
                    </a:cubicBezTo>
                    <a:cubicBezTo>
                      <a:pt x="6" y="63"/>
                      <a:pt x="6" y="63"/>
                      <a:pt x="6" y="63"/>
                    </a:cubicBezTo>
                    <a:cubicBezTo>
                      <a:pt x="7" y="61"/>
                      <a:pt x="10" y="57"/>
                      <a:pt x="11" y="55"/>
                    </a:cubicBezTo>
                    <a:cubicBezTo>
                      <a:pt x="12" y="55"/>
                      <a:pt x="13" y="55"/>
                      <a:pt x="14" y="55"/>
                    </a:cubicBezTo>
                    <a:cubicBezTo>
                      <a:pt x="14" y="45"/>
                      <a:pt x="14" y="39"/>
                      <a:pt x="14" y="29"/>
                    </a:cubicBezTo>
                    <a:cubicBezTo>
                      <a:pt x="6" y="25"/>
                      <a:pt x="0" y="19"/>
                      <a:pt x="0" y="4"/>
                    </a:cubicBezTo>
                    <a:cubicBezTo>
                      <a:pt x="13" y="19"/>
                      <a:pt x="25" y="20"/>
                      <a:pt x="30" y="0"/>
                    </a:cubicBezTo>
                    <a:cubicBezTo>
                      <a:pt x="40" y="22"/>
                      <a:pt x="50" y="16"/>
                      <a:pt x="58" y="8"/>
                    </a:cubicBezTo>
                    <a:cubicBezTo>
                      <a:pt x="59" y="17"/>
                      <a:pt x="51" y="24"/>
                      <a:pt x="51" y="25"/>
                    </a:cubicBezTo>
                    <a:cubicBezTo>
                      <a:pt x="131" y="25"/>
                      <a:pt x="131" y="25"/>
                      <a:pt x="131" y="25"/>
                    </a:cubicBezTo>
                    <a:cubicBezTo>
                      <a:pt x="128" y="21"/>
                      <a:pt x="123" y="15"/>
                      <a:pt x="122" y="8"/>
                    </a:cubicBezTo>
                    <a:cubicBezTo>
                      <a:pt x="131" y="18"/>
                      <a:pt x="141" y="23"/>
                      <a:pt x="150" y="0"/>
                    </a:cubicBezTo>
                    <a:cubicBezTo>
                      <a:pt x="160" y="23"/>
                      <a:pt x="169" y="16"/>
                      <a:pt x="181" y="5"/>
                    </a:cubicBezTo>
                    <a:cubicBezTo>
                      <a:pt x="178" y="23"/>
                      <a:pt x="174" y="23"/>
                      <a:pt x="166" y="28"/>
                    </a:cubicBezTo>
                    <a:cubicBezTo>
                      <a:pt x="166" y="38"/>
                      <a:pt x="166" y="45"/>
                      <a:pt x="166" y="55"/>
                    </a:cubicBezTo>
                    <a:cubicBezTo>
                      <a:pt x="168" y="55"/>
                      <a:pt x="169" y="55"/>
                      <a:pt x="171" y="55"/>
                    </a:cubicBezTo>
                    <a:cubicBezTo>
                      <a:pt x="178" y="65"/>
                      <a:pt x="178" y="65"/>
                      <a:pt x="178" y="65"/>
                    </a:cubicBezTo>
                    <a:cubicBezTo>
                      <a:pt x="174" y="72"/>
                      <a:pt x="174" y="72"/>
                      <a:pt x="174" y="72"/>
                    </a:cubicBezTo>
                    <a:lnTo>
                      <a:pt x="58" y="7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1" name="iş1ïďe"/>
              <p:cNvSpPr/>
              <p:nvPr/>
            </p:nvSpPr>
            <p:spPr bwMode="auto">
              <a:xfrm>
                <a:off x="3624263" y="3381375"/>
                <a:ext cx="577850" cy="200025"/>
              </a:xfrm>
              <a:custGeom>
                <a:avLst/>
                <a:gdLst>
                  <a:gd name="T0" fmla="*/ 130 w 175"/>
                  <a:gd name="T1" fmla="*/ 51 h 60"/>
                  <a:gd name="T2" fmla="*/ 130 w 175"/>
                  <a:gd name="T3" fmla="*/ 50 h 60"/>
                  <a:gd name="T4" fmla="*/ 48 w 175"/>
                  <a:gd name="T5" fmla="*/ 50 h 60"/>
                  <a:gd name="T6" fmla="*/ 48 w 175"/>
                  <a:gd name="T7" fmla="*/ 51 h 60"/>
                  <a:gd name="T8" fmla="*/ 52 w 175"/>
                  <a:gd name="T9" fmla="*/ 51 h 60"/>
                  <a:gd name="T10" fmla="*/ 48 w 175"/>
                  <a:gd name="T11" fmla="*/ 60 h 60"/>
                  <a:gd name="T12" fmla="*/ 7 w 175"/>
                  <a:gd name="T13" fmla="*/ 60 h 60"/>
                  <a:gd name="T14" fmla="*/ 10 w 175"/>
                  <a:gd name="T15" fmla="*/ 54 h 60"/>
                  <a:gd name="T16" fmla="*/ 14 w 175"/>
                  <a:gd name="T17" fmla="*/ 54 h 60"/>
                  <a:gd name="T18" fmla="*/ 13 w 175"/>
                  <a:gd name="T19" fmla="*/ 25 h 60"/>
                  <a:gd name="T20" fmla="*/ 0 w 175"/>
                  <a:gd name="T21" fmla="*/ 7 h 60"/>
                  <a:gd name="T22" fmla="*/ 28 w 175"/>
                  <a:gd name="T23" fmla="*/ 0 h 60"/>
                  <a:gd name="T24" fmla="*/ 55 w 175"/>
                  <a:gd name="T25" fmla="*/ 7 h 60"/>
                  <a:gd name="T26" fmla="*/ 48 w 175"/>
                  <a:gd name="T27" fmla="*/ 22 h 60"/>
                  <a:gd name="T28" fmla="*/ 127 w 175"/>
                  <a:gd name="T29" fmla="*/ 22 h 60"/>
                  <a:gd name="T30" fmla="*/ 119 w 175"/>
                  <a:gd name="T31" fmla="*/ 7 h 60"/>
                  <a:gd name="T32" fmla="*/ 147 w 175"/>
                  <a:gd name="T33" fmla="*/ 0 h 60"/>
                  <a:gd name="T34" fmla="*/ 175 w 175"/>
                  <a:gd name="T35" fmla="*/ 7 h 60"/>
                  <a:gd name="T36" fmla="*/ 161 w 175"/>
                  <a:gd name="T37" fmla="*/ 24 h 60"/>
                  <a:gd name="T38" fmla="*/ 161 w 175"/>
                  <a:gd name="T39" fmla="*/ 53 h 60"/>
                  <a:gd name="T40" fmla="*/ 165 w 175"/>
                  <a:gd name="T41" fmla="*/ 53 h 60"/>
                  <a:gd name="T42" fmla="*/ 169 w 175"/>
                  <a:gd name="T43" fmla="*/ 60 h 60"/>
                  <a:gd name="T44" fmla="*/ 128 w 175"/>
                  <a:gd name="T45" fmla="*/ 60 h 60"/>
                  <a:gd name="T46" fmla="*/ 124 w 175"/>
                  <a:gd name="T47" fmla="*/ 51 h 60"/>
                  <a:gd name="T48" fmla="*/ 130 w 175"/>
                  <a:gd name="T49" fmla="*/ 51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75" h="60">
                    <a:moveTo>
                      <a:pt x="130" y="51"/>
                    </a:moveTo>
                    <a:cubicBezTo>
                      <a:pt x="130" y="50"/>
                      <a:pt x="130" y="50"/>
                      <a:pt x="130" y="50"/>
                    </a:cubicBezTo>
                    <a:cubicBezTo>
                      <a:pt x="48" y="50"/>
                      <a:pt x="48" y="50"/>
                      <a:pt x="48" y="50"/>
                    </a:cubicBezTo>
                    <a:cubicBezTo>
                      <a:pt x="48" y="51"/>
                      <a:pt x="48" y="51"/>
                      <a:pt x="48" y="51"/>
                    </a:cubicBezTo>
                    <a:cubicBezTo>
                      <a:pt x="52" y="51"/>
                      <a:pt x="52" y="51"/>
                      <a:pt x="52" y="51"/>
                    </a:cubicBezTo>
                    <a:cubicBezTo>
                      <a:pt x="48" y="60"/>
                      <a:pt x="48" y="60"/>
                      <a:pt x="48" y="60"/>
                    </a:cubicBezTo>
                    <a:cubicBezTo>
                      <a:pt x="34" y="60"/>
                      <a:pt x="20" y="60"/>
                      <a:pt x="7" y="60"/>
                    </a:cubicBezTo>
                    <a:cubicBezTo>
                      <a:pt x="8" y="58"/>
                      <a:pt x="9" y="56"/>
                      <a:pt x="10" y="54"/>
                    </a:cubicBezTo>
                    <a:cubicBezTo>
                      <a:pt x="11" y="54"/>
                      <a:pt x="12" y="54"/>
                      <a:pt x="14" y="54"/>
                    </a:cubicBezTo>
                    <a:cubicBezTo>
                      <a:pt x="14" y="44"/>
                      <a:pt x="13" y="34"/>
                      <a:pt x="13" y="25"/>
                    </a:cubicBezTo>
                    <a:cubicBezTo>
                      <a:pt x="5" y="20"/>
                      <a:pt x="1" y="14"/>
                      <a:pt x="0" y="7"/>
                    </a:cubicBezTo>
                    <a:cubicBezTo>
                      <a:pt x="12" y="18"/>
                      <a:pt x="22" y="17"/>
                      <a:pt x="28" y="0"/>
                    </a:cubicBezTo>
                    <a:cubicBezTo>
                      <a:pt x="37" y="22"/>
                      <a:pt x="47" y="15"/>
                      <a:pt x="55" y="7"/>
                    </a:cubicBezTo>
                    <a:cubicBezTo>
                      <a:pt x="55" y="14"/>
                      <a:pt x="50" y="17"/>
                      <a:pt x="48" y="22"/>
                    </a:cubicBezTo>
                    <a:cubicBezTo>
                      <a:pt x="127" y="22"/>
                      <a:pt x="127" y="22"/>
                      <a:pt x="127" y="22"/>
                    </a:cubicBezTo>
                    <a:cubicBezTo>
                      <a:pt x="125" y="18"/>
                      <a:pt x="120" y="14"/>
                      <a:pt x="119" y="7"/>
                    </a:cubicBezTo>
                    <a:cubicBezTo>
                      <a:pt x="127" y="15"/>
                      <a:pt x="137" y="22"/>
                      <a:pt x="147" y="0"/>
                    </a:cubicBezTo>
                    <a:cubicBezTo>
                      <a:pt x="153" y="17"/>
                      <a:pt x="163" y="18"/>
                      <a:pt x="175" y="7"/>
                    </a:cubicBezTo>
                    <a:cubicBezTo>
                      <a:pt x="173" y="14"/>
                      <a:pt x="169" y="19"/>
                      <a:pt x="161" y="24"/>
                    </a:cubicBezTo>
                    <a:cubicBezTo>
                      <a:pt x="161" y="34"/>
                      <a:pt x="161" y="44"/>
                      <a:pt x="161" y="53"/>
                    </a:cubicBezTo>
                    <a:cubicBezTo>
                      <a:pt x="162" y="53"/>
                      <a:pt x="164" y="53"/>
                      <a:pt x="165" y="53"/>
                    </a:cubicBezTo>
                    <a:cubicBezTo>
                      <a:pt x="166" y="55"/>
                      <a:pt x="167" y="58"/>
                      <a:pt x="169" y="60"/>
                    </a:cubicBezTo>
                    <a:cubicBezTo>
                      <a:pt x="155" y="60"/>
                      <a:pt x="142" y="60"/>
                      <a:pt x="128" y="60"/>
                    </a:cubicBezTo>
                    <a:cubicBezTo>
                      <a:pt x="124" y="51"/>
                      <a:pt x="124" y="51"/>
                      <a:pt x="124" y="51"/>
                    </a:cubicBezTo>
                    <a:lnTo>
                      <a:pt x="130" y="51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2" name="ïṩḷíḍé"/>
              <p:cNvSpPr/>
              <p:nvPr/>
            </p:nvSpPr>
            <p:spPr bwMode="auto">
              <a:xfrm>
                <a:off x="4065588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3" name="ïśľíḍè"/>
              <p:cNvSpPr/>
              <p:nvPr/>
            </p:nvSpPr>
            <p:spPr bwMode="auto">
              <a:xfrm>
                <a:off x="3740151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4" name="í$ḻîḋè"/>
              <p:cNvSpPr/>
              <p:nvPr/>
            </p:nvSpPr>
            <p:spPr bwMode="auto">
              <a:xfrm>
                <a:off x="4125913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5" name="iṣļíḋe"/>
              <p:cNvSpPr/>
              <p:nvPr/>
            </p:nvSpPr>
            <p:spPr bwMode="auto">
              <a:xfrm>
                <a:off x="3709988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6" name="iṩḷiḓé"/>
              <p:cNvSpPr/>
              <p:nvPr/>
            </p:nvSpPr>
            <p:spPr bwMode="auto">
              <a:xfrm>
                <a:off x="4095751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7" name="iSľiḍè"/>
              <p:cNvSpPr/>
              <p:nvPr/>
            </p:nvSpPr>
            <p:spPr bwMode="auto">
              <a:xfrm>
                <a:off x="3663951" y="3460750"/>
                <a:ext cx="495300" cy="31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8" name="ïṩḷîḍe"/>
              <p:cNvSpPr/>
              <p:nvPr/>
            </p:nvSpPr>
            <p:spPr bwMode="auto">
              <a:xfrm>
                <a:off x="3663951" y="3473450"/>
                <a:ext cx="115888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9" name="íšḻiḑê"/>
              <p:cNvSpPr/>
              <p:nvPr/>
            </p:nvSpPr>
            <p:spPr bwMode="auto">
              <a:xfrm>
                <a:off x="3789363" y="3473450"/>
                <a:ext cx="428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0" name="ïṩļïďè"/>
              <p:cNvSpPr/>
              <p:nvPr/>
            </p:nvSpPr>
            <p:spPr bwMode="auto">
              <a:xfrm>
                <a:off x="3851276" y="3473450"/>
                <a:ext cx="57150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1" name="îṥlïḋê"/>
              <p:cNvSpPr/>
              <p:nvPr/>
            </p:nvSpPr>
            <p:spPr bwMode="auto">
              <a:xfrm>
                <a:off x="3917951" y="3473450"/>
                <a:ext cx="555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2" name="îṧľïdè"/>
              <p:cNvSpPr/>
              <p:nvPr/>
            </p:nvSpPr>
            <p:spPr bwMode="auto">
              <a:xfrm>
                <a:off x="3994151" y="3473450"/>
                <a:ext cx="428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3" name="iSḷîḓê"/>
              <p:cNvSpPr/>
              <p:nvPr/>
            </p:nvSpPr>
            <p:spPr bwMode="auto">
              <a:xfrm>
                <a:off x="4046538" y="3473450"/>
                <a:ext cx="11271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4" name="îślíďè"/>
              <p:cNvSpPr/>
              <p:nvPr/>
            </p:nvSpPr>
            <p:spPr bwMode="auto">
              <a:xfrm>
                <a:off x="3979863" y="3473450"/>
                <a:ext cx="7938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5" name="iSḻïḍè"/>
              <p:cNvSpPr/>
              <p:nvPr/>
            </p:nvSpPr>
            <p:spPr bwMode="auto">
              <a:xfrm>
                <a:off x="3838576" y="3473450"/>
                <a:ext cx="6350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6" name="ïṡliḑê"/>
              <p:cNvSpPr/>
              <p:nvPr/>
            </p:nvSpPr>
            <p:spPr bwMode="auto">
              <a:xfrm>
                <a:off x="3851276" y="3384550"/>
                <a:ext cx="26988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7" name="islïďé"/>
              <p:cNvSpPr/>
              <p:nvPr/>
            </p:nvSpPr>
            <p:spPr bwMode="auto">
              <a:xfrm>
                <a:off x="3817938" y="3384550"/>
                <a:ext cx="26988" cy="15875"/>
              </a:xfrm>
              <a:custGeom>
                <a:avLst/>
                <a:gdLst>
                  <a:gd name="T0" fmla="*/ 7 w 8"/>
                  <a:gd name="T1" fmla="*/ 0 h 5"/>
                  <a:gd name="T2" fmla="*/ 8 w 8"/>
                  <a:gd name="T3" fmla="*/ 2 h 5"/>
                  <a:gd name="T4" fmla="*/ 1 w 8"/>
                  <a:gd name="T5" fmla="*/ 5 h 5"/>
                  <a:gd name="T6" fmla="*/ 7 w 8"/>
                  <a:gd name="T7" fmla="*/ 0 h 5"/>
                  <a:gd name="T8" fmla="*/ 7 w 8"/>
                  <a:gd name="T9" fmla="*/ 0 h 5"/>
                  <a:gd name="T10" fmla="*/ 7 w 8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5">
                    <a:moveTo>
                      <a:pt x="7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0" y="2"/>
                      <a:pt x="7" y="0"/>
                    </a:cubicBezTo>
                    <a:close/>
                    <a:moveTo>
                      <a:pt x="7" y="0"/>
                    </a:moveTo>
                    <a:cubicBezTo>
                      <a:pt x="7" y="0"/>
                      <a:pt x="7" y="0"/>
                      <a:pt x="7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8" name="îṥḷîdé"/>
              <p:cNvSpPr/>
              <p:nvPr/>
            </p:nvSpPr>
            <p:spPr bwMode="auto">
              <a:xfrm>
                <a:off x="3983038" y="3384550"/>
                <a:ext cx="26988" cy="15875"/>
              </a:xfrm>
              <a:custGeom>
                <a:avLst/>
                <a:gdLst>
                  <a:gd name="T0" fmla="*/ 1 w 8"/>
                  <a:gd name="T1" fmla="*/ 0 h 5"/>
                  <a:gd name="T2" fmla="*/ 0 w 8"/>
                  <a:gd name="T3" fmla="*/ 2 h 5"/>
                  <a:gd name="T4" fmla="*/ 7 w 8"/>
                  <a:gd name="T5" fmla="*/ 5 h 5"/>
                  <a:gd name="T6" fmla="*/ 1 w 8"/>
                  <a:gd name="T7" fmla="*/ 0 h 5"/>
                  <a:gd name="T8" fmla="*/ 1 w 8"/>
                  <a:gd name="T9" fmla="*/ 0 h 5"/>
                  <a:gd name="T10" fmla="*/ 1 w 8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5">
                    <a:moveTo>
                      <a:pt x="1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7" y="5"/>
                      <a:pt x="7" y="5"/>
                      <a:pt x="7" y="5"/>
                    </a:cubicBezTo>
                    <a:cubicBezTo>
                      <a:pt x="7" y="5"/>
                      <a:pt x="8" y="2"/>
                      <a:pt x="1" y="0"/>
                    </a:cubicBezTo>
                    <a:close/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9" name="isḷîḋé"/>
              <p:cNvSpPr/>
              <p:nvPr/>
            </p:nvSpPr>
            <p:spPr bwMode="auto">
              <a:xfrm>
                <a:off x="3884613" y="3384550"/>
                <a:ext cx="26988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0" name="iśḷïḑè"/>
              <p:cNvSpPr/>
              <p:nvPr/>
            </p:nvSpPr>
            <p:spPr bwMode="auto">
              <a:xfrm>
                <a:off x="3917951" y="3384550"/>
                <a:ext cx="25400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1" name="iṧľiďé"/>
              <p:cNvSpPr/>
              <p:nvPr/>
            </p:nvSpPr>
            <p:spPr bwMode="auto">
              <a:xfrm>
                <a:off x="3951288" y="3384550"/>
                <a:ext cx="25400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2" name="išľïḍé"/>
              <p:cNvSpPr/>
              <p:nvPr/>
            </p:nvSpPr>
            <p:spPr bwMode="auto">
              <a:xfrm>
                <a:off x="3771901" y="3484563"/>
                <a:ext cx="7938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3" name="îŝlîḑè"/>
              <p:cNvSpPr/>
              <p:nvPr/>
            </p:nvSpPr>
            <p:spPr bwMode="auto">
              <a:xfrm>
                <a:off x="3786188" y="3484563"/>
                <a:ext cx="46038" cy="60325"/>
              </a:xfrm>
              <a:custGeom>
                <a:avLst/>
                <a:gdLst>
                  <a:gd name="T0" fmla="*/ 8 w 29"/>
                  <a:gd name="T1" fmla="*/ 0 h 38"/>
                  <a:gd name="T2" fmla="*/ 20 w 29"/>
                  <a:gd name="T3" fmla="*/ 0 h 38"/>
                  <a:gd name="T4" fmla="*/ 29 w 29"/>
                  <a:gd name="T5" fmla="*/ 8 h 38"/>
                  <a:gd name="T6" fmla="*/ 29 w 29"/>
                  <a:gd name="T7" fmla="*/ 38 h 38"/>
                  <a:gd name="T8" fmla="*/ 0 w 29"/>
                  <a:gd name="T9" fmla="*/ 38 h 38"/>
                  <a:gd name="T10" fmla="*/ 0 w 29"/>
                  <a:gd name="T11" fmla="*/ 8 h 38"/>
                  <a:gd name="T12" fmla="*/ 8 w 29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8">
                    <a:moveTo>
                      <a:pt x="8" y="0"/>
                    </a:moveTo>
                    <a:lnTo>
                      <a:pt x="20" y="0"/>
                    </a:lnTo>
                    <a:lnTo>
                      <a:pt x="29" y="8"/>
                    </a:lnTo>
                    <a:lnTo>
                      <a:pt x="29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4" name="îṩḻíḓe"/>
              <p:cNvSpPr/>
              <p:nvPr/>
            </p:nvSpPr>
            <p:spPr bwMode="auto">
              <a:xfrm>
                <a:off x="3994151" y="3484563"/>
                <a:ext cx="46038" cy="60325"/>
              </a:xfrm>
              <a:custGeom>
                <a:avLst/>
                <a:gdLst>
                  <a:gd name="T0" fmla="*/ 8 w 29"/>
                  <a:gd name="T1" fmla="*/ 0 h 38"/>
                  <a:gd name="T2" fmla="*/ 18 w 29"/>
                  <a:gd name="T3" fmla="*/ 0 h 38"/>
                  <a:gd name="T4" fmla="*/ 29 w 29"/>
                  <a:gd name="T5" fmla="*/ 8 h 38"/>
                  <a:gd name="T6" fmla="*/ 29 w 29"/>
                  <a:gd name="T7" fmla="*/ 38 h 38"/>
                  <a:gd name="T8" fmla="*/ 0 w 29"/>
                  <a:gd name="T9" fmla="*/ 38 h 38"/>
                  <a:gd name="T10" fmla="*/ 0 w 29"/>
                  <a:gd name="T11" fmla="*/ 8 h 38"/>
                  <a:gd name="T12" fmla="*/ 8 w 29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8">
                    <a:moveTo>
                      <a:pt x="8" y="0"/>
                    </a:moveTo>
                    <a:lnTo>
                      <a:pt x="18" y="0"/>
                    </a:lnTo>
                    <a:lnTo>
                      <a:pt x="29" y="8"/>
                    </a:lnTo>
                    <a:lnTo>
                      <a:pt x="29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5" name="î$1îdè"/>
              <p:cNvSpPr/>
              <p:nvPr/>
            </p:nvSpPr>
            <p:spPr bwMode="auto">
              <a:xfrm>
                <a:off x="3851276" y="3484563"/>
                <a:ext cx="122238" cy="60325"/>
              </a:xfrm>
              <a:custGeom>
                <a:avLst/>
                <a:gdLst>
                  <a:gd name="T0" fmla="*/ 9 w 77"/>
                  <a:gd name="T1" fmla="*/ 0 h 38"/>
                  <a:gd name="T2" fmla="*/ 69 w 77"/>
                  <a:gd name="T3" fmla="*/ 0 h 38"/>
                  <a:gd name="T4" fmla="*/ 77 w 77"/>
                  <a:gd name="T5" fmla="*/ 8 h 38"/>
                  <a:gd name="T6" fmla="*/ 77 w 77"/>
                  <a:gd name="T7" fmla="*/ 38 h 38"/>
                  <a:gd name="T8" fmla="*/ 0 w 77"/>
                  <a:gd name="T9" fmla="*/ 38 h 38"/>
                  <a:gd name="T10" fmla="*/ 0 w 77"/>
                  <a:gd name="T11" fmla="*/ 8 h 38"/>
                  <a:gd name="T12" fmla="*/ 9 w 77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7" h="38">
                    <a:moveTo>
                      <a:pt x="9" y="0"/>
                    </a:moveTo>
                    <a:lnTo>
                      <a:pt x="69" y="0"/>
                    </a:lnTo>
                    <a:lnTo>
                      <a:pt x="77" y="8"/>
                    </a:lnTo>
                    <a:lnTo>
                      <a:pt x="77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6" name="iśľïḓe"/>
              <p:cNvSpPr/>
              <p:nvPr/>
            </p:nvSpPr>
            <p:spPr bwMode="auto">
              <a:xfrm>
                <a:off x="4046538" y="3484563"/>
                <a:ext cx="6350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7" name="iṣļïḑè"/>
              <p:cNvSpPr/>
              <p:nvPr/>
            </p:nvSpPr>
            <p:spPr bwMode="auto">
              <a:xfrm>
                <a:off x="3838576" y="3484563"/>
                <a:ext cx="6350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8" name="iṡḷidé"/>
              <p:cNvSpPr/>
              <p:nvPr/>
            </p:nvSpPr>
            <p:spPr bwMode="auto">
              <a:xfrm>
                <a:off x="3979863" y="3484563"/>
                <a:ext cx="3175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9" name="íṡḷíḋe"/>
              <p:cNvSpPr/>
              <p:nvPr/>
            </p:nvSpPr>
            <p:spPr bwMode="auto">
              <a:xfrm>
                <a:off x="3811588" y="3551238"/>
                <a:ext cx="20478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0" name="íŝ1iḑê"/>
              <p:cNvSpPr/>
              <p:nvPr/>
            </p:nvSpPr>
            <p:spPr bwMode="auto">
              <a:xfrm>
                <a:off x="3805238" y="3557588"/>
                <a:ext cx="214313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1" name="îṩḷiḑe"/>
              <p:cNvSpPr/>
              <p:nvPr/>
            </p:nvSpPr>
            <p:spPr bwMode="auto">
              <a:xfrm>
                <a:off x="3802063" y="3567113"/>
                <a:ext cx="220663" cy="1588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2" name="iṧḻiḑê"/>
              <p:cNvSpPr/>
              <p:nvPr/>
            </p:nvSpPr>
            <p:spPr bwMode="auto">
              <a:xfrm>
                <a:off x="3802063" y="3570288"/>
                <a:ext cx="22383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3" name="ïṣḻîḋè"/>
              <p:cNvSpPr/>
              <p:nvPr/>
            </p:nvSpPr>
            <p:spPr bwMode="auto">
              <a:xfrm>
                <a:off x="3795713" y="3581400"/>
                <a:ext cx="234950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4" name="îṡ1îḍé"/>
              <p:cNvSpPr/>
              <p:nvPr/>
            </p:nvSpPr>
            <p:spPr bwMode="auto">
              <a:xfrm>
                <a:off x="3633788" y="3587750"/>
                <a:ext cx="560388" cy="6350"/>
              </a:xfrm>
              <a:custGeom>
                <a:avLst/>
                <a:gdLst>
                  <a:gd name="T0" fmla="*/ 0 w 353"/>
                  <a:gd name="T1" fmla="*/ 0 h 4"/>
                  <a:gd name="T2" fmla="*/ 353 w 353"/>
                  <a:gd name="T3" fmla="*/ 0 h 4"/>
                  <a:gd name="T4" fmla="*/ 351 w 353"/>
                  <a:gd name="T5" fmla="*/ 4 h 4"/>
                  <a:gd name="T6" fmla="*/ 2 w 353"/>
                  <a:gd name="T7" fmla="*/ 4 h 4"/>
                  <a:gd name="T8" fmla="*/ 0 w 353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3" h="4">
                    <a:moveTo>
                      <a:pt x="0" y="0"/>
                    </a:moveTo>
                    <a:lnTo>
                      <a:pt x="353" y="0"/>
                    </a:lnTo>
                    <a:lnTo>
                      <a:pt x="351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5" name="îš1íḑe"/>
              <p:cNvSpPr/>
              <p:nvPr/>
            </p:nvSpPr>
            <p:spPr bwMode="auto">
              <a:xfrm>
                <a:off x="3640138" y="3600450"/>
                <a:ext cx="547688" cy="6350"/>
              </a:xfrm>
              <a:custGeom>
                <a:avLst/>
                <a:gdLst>
                  <a:gd name="T0" fmla="*/ 0 w 345"/>
                  <a:gd name="T1" fmla="*/ 0 h 4"/>
                  <a:gd name="T2" fmla="*/ 345 w 345"/>
                  <a:gd name="T3" fmla="*/ 0 h 4"/>
                  <a:gd name="T4" fmla="*/ 343 w 345"/>
                  <a:gd name="T5" fmla="*/ 4 h 4"/>
                  <a:gd name="T6" fmla="*/ 2 w 345"/>
                  <a:gd name="T7" fmla="*/ 4 h 4"/>
                  <a:gd name="T8" fmla="*/ 0 w 345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5" h="4">
                    <a:moveTo>
                      <a:pt x="0" y="0"/>
                    </a:moveTo>
                    <a:lnTo>
                      <a:pt x="345" y="0"/>
                    </a:lnTo>
                    <a:lnTo>
                      <a:pt x="343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6" name="iš1ïḍe"/>
              <p:cNvSpPr/>
              <p:nvPr/>
            </p:nvSpPr>
            <p:spPr bwMode="auto">
              <a:xfrm>
                <a:off x="3736976" y="3406775"/>
                <a:ext cx="352425" cy="4763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7" name="îSḻîde"/>
              <p:cNvSpPr/>
              <p:nvPr/>
            </p:nvSpPr>
            <p:spPr bwMode="auto">
              <a:xfrm>
                <a:off x="3746501" y="3417888"/>
                <a:ext cx="3333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" name="î$ḻîḑé"/>
              <p:cNvSpPr/>
              <p:nvPr/>
            </p:nvSpPr>
            <p:spPr bwMode="auto">
              <a:xfrm>
                <a:off x="3805238" y="3417888"/>
                <a:ext cx="211138" cy="1588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" name="íŝļïḓe"/>
              <p:cNvSpPr/>
              <p:nvPr/>
            </p:nvSpPr>
            <p:spPr bwMode="auto">
              <a:xfrm>
                <a:off x="3811588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" name="îS1iḍé"/>
              <p:cNvSpPr/>
              <p:nvPr/>
            </p:nvSpPr>
            <p:spPr bwMode="auto">
              <a:xfrm>
                <a:off x="3802063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" name="išlïdé"/>
              <p:cNvSpPr/>
              <p:nvPr/>
            </p:nvSpPr>
            <p:spPr bwMode="auto">
              <a:xfrm>
                <a:off x="3789363" y="3421063"/>
                <a:ext cx="6350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" name="ïSlïde"/>
              <p:cNvSpPr/>
              <p:nvPr/>
            </p:nvSpPr>
            <p:spPr bwMode="auto">
              <a:xfrm>
                <a:off x="3822701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" name="îşľïďe"/>
              <p:cNvSpPr/>
              <p:nvPr/>
            </p:nvSpPr>
            <p:spPr bwMode="auto">
              <a:xfrm>
                <a:off x="3832226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" name="ïşľíďê"/>
              <p:cNvSpPr/>
              <p:nvPr/>
            </p:nvSpPr>
            <p:spPr bwMode="auto">
              <a:xfrm>
                <a:off x="38449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" name="íś1ïdè"/>
              <p:cNvSpPr/>
              <p:nvPr/>
            </p:nvSpPr>
            <p:spPr bwMode="auto">
              <a:xfrm>
                <a:off x="3854451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6" name="iṩḷiḍe"/>
              <p:cNvSpPr/>
              <p:nvPr/>
            </p:nvSpPr>
            <p:spPr bwMode="auto">
              <a:xfrm>
                <a:off x="3865563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7" name="ïŝ1iďè"/>
              <p:cNvSpPr/>
              <p:nvPr/>
            </p:nvSpPr>
            <p:spPr bwMode="auto">
              <a:xfrm>
                <a:off x="3878263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8" name="íṩļíḋê"/>
              <p:cNvSpPr/>
              <p:nvPr/>
            </p:nvSpPr>
            <p:spPr bwMode="auto">
              <a:xfrm>
                <a:off x="3887788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9" name="ïṧ1ïdè"/>
              <p:cNvSpPr/>
              <p:nvPr/>
            </p:nvSpPr>
            <p:spPr bwMode="auto">
              <a:xfrm>
                <a:off x="3897313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0" name="íŝḻîḍé"/>
              <p:cNvSpPr/>
              <p:nvPr/>
            </p:nvSpPr>
            <p:spPr bwMode="auto">
              <a:xfrm>
                <a:off x="3908426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1" name="îşḻïḓé"/>
              <p:cNvSpPr/>
              <p:nvPr/>
            </p:nvSpPr>
            <p:spPr bwMode="auto">
              <a:xfrm>
                <a:off x="39211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2" name="íśļíďè"/>
              <p:cNvSpPr/>
              <p:nvPr/>
            </p:nvSpPr>
            <p:spPr bwMode="auto">
              <a:xfrm>
                <a:off x="3930651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3" name="iŝ1ïdé"/>
              <p:cNvSpPr/>
              <p:nvPr/>
            </p:nvSpPr>
            <p:spPr bwMode="auto">
              <a:xfrm>
                <a:off x="3940176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4" name="is1ídè"/>
              <p:cNvSpPr/>
              <p:nvPr/>
            </p:nvSpPr>
            <p:spPr bwMode="auto">
              <a:xfrm>
                <a:off x="3951288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2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5" name="islíďê"/>
              <p:cNvSpPr/>
              <p:nvPr/>
            </p:nvSpPr>
            <p:spPr bwMode="auto">
              <a:xfrm>
                <a:off x="3963988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6" name="iṩlíḑê"/>
              <p:cNvSpPr/>
              <p:nvPr/>
            </p:nvSpPr>
            <p:spPr bwMode="auto">
              <a:xfrm>
                <a:off x="3973513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7" name="îṥḷïďê"/>
              <p:cNvSpPr/>
              <p:nvPr/>
            </p:nvSpPr>
            <p:spPr bwMode="auto">
              <a:xfrm>
                <a:off x="3983038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8" name="íṥḻïďè"/>
              <p:cNvSpPr/>
              <p:nvPr/>
            </p:nvSpPr>
            <p:spPr bwMode="auto">
              <a:xfrm>
                <a:off x="39973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9" name="íṡḷíḍè"/>
              <p:cNvSpPr/>
              <p:nvPr/>
            </p:nvSpPr>
            <p:spPr bwMode="auto">
              <a:xfrm>
                <a:off x="4006851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0" name="î$ḷîḑé"/>
              <p:cNvSpPr/>
              <p:nvPr/>
            </p:nvSpPr>
            <p:spPr bwMode="auto">
              <a:xfrm>
                <a:off x="4016376" y="3421063"/>
                <a:ext cx="6350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1" name="í$ľîdè"/>
              <p:cNvSpPr/>
              <p:nvPr/>
            </p:nvSpPr>
            <p:spPr bwMode="auto">
              <a:xfrm>
                <a:off x="4025901" y="3421063"/>
                <a:ext cx="7938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2" name="iṥ1iḍè"/>
              <p:cNvSpPr/>
              <p:nvPr/>
            </p:nvSpPr>
            <p:spPr bwMode="auto">
              <a:xfrm>
                <a:off x="4040188" y="3417888"/>
                <a:ext cx="3968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3" name="ïslidé"/>
              <p:cNvSpPr/>
              <p:nvPr/>
            </p:nvSpPr>
            <p:spPr bwMode="auto">
              <a:xfrm>
                <a:off x="3679826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4" name="íṡlïďè"/>
              <p:cNvSpPr/>
              <p:nvPr/>
            </p:nvSpPr>
            <p:spPr bwMode="auto">
              <a:xfrm>
                <a:off x="3884613" y="3490913"/>
                <a:ext cx="55563" cy="53975"/>
              </a:xfrm>
              <a:custGeom>
                <a:avLst/>
                <a:gdLst>
                  <a:gd name="T0" fmla="*/ 0 w 35"/>
                  <a:gd name="T1" fmla="*/ 0 h 34"/>
                  <a:gd name="T2" fmla="*/ 35 w 35"/>
                  <a:gd name="T3" fmla="*/ 0 h 34"/>
                  <a:gd name="T4" fmla="*/ 35 w 35"/>
                  <a:gd name="T5" fmla="*/ 34 h 34"/>
                  <a:gd name="T6" fmla="*/ 0 w 35"/>
                  <a:gd name="T7" fmla="*/ 34 h 34"/>
                  <a:gd name="T8" fmla="*/ 0 w 35"/>
                  <a:gd name="T9" fmla="*/ 0 h 34"/>
                  <a:gd name="T10" fmla="*/ 0 w 35"/>
                  <a:gd name="T11" fmla="*/ 0 h 34"/>
                  <a:gd name="T12" fmla="*/ 4 w 35"/>
                  <a:gd name="T13" fmla="*/ 8 h 34"/>
                  <a:gd name="T14" fmla="*/ 4 w 35"/>
                  <a:gd name="T15" fmla="*/ 27 h 34"/>
                  <a:gd name="T16" fmla="*/ 8 w 35"/>
                  <a:gd name="T17" fmla="*/ 27 h 34"/>
                  <a:gd name="T18" fmla="*/ 8 w 35"/>
                  <a:gd name="T19" fmla="*/ 8 h 34"/>
                  <a:gd name="T20" fmla="*/ 4 w 35"/>
                  <a:gd name="T21" fmla="*/ 8 h 34"/>
                  <a:gd name="T22" fmla="*/ 4 w 35"/>
                  <a:gd name="T23" fmla="*/ 8 h 34"/>
                  <a:gd name="T24" fmla="*/ 29 w 35"/>
                  <a:gd name="T25" fmla="*/ 8 h 34"/>
                  <a:gd name="T26" fmla="*/ 29 w 35"/>
                  <a:gd name="T27" fmla="*/ 27 h 34"/>
                  <a:gd name="T28" fmla="*/ 31 w 35"/>
                  <a:gd name="T29" fmla="*/ 27 h 34"/>
                  <a:gd name="T30" fmla="*/ 31 w 35"/>
                  <a:gd name="T31" fmla="*/ 8 h 34"/>
                  <a:gd name="T32" fmla="*/ 29 w 35"/>
                  <a:gd name="T33" fmla="*/ 8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5" h="34">
                    <a:moveTo>
                      <a:pt x="0" y="0"/>
                    </a:moveTo>
                    <a:lnTo>
                      <a:pt x="35" y="0"/>
                    </a:lnTo>
                    <a:lnTo>
                      <a:pt x="35" y="34"/>
                    </a:lnTo>
                    <a:lnTo>
                      <a:pt x="0" y="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4" y="8"/>
                    </a:moveTo>
                    <a:lnTo>
                      <a:pt x="4" y="27"/>
                    </a:lnTo>
                    <a:lnTo>
                      <a:pt x="8" y="27"/>
                    </a:lnTo>
                    <a:lnTo>
                      <a:pt x="8" y="8"/>
                    </a:lnTo>
                    <a:lnTo>
                      <a:pt x="4" y="8"/>
                    </a:lnTo>
                    <a:lnTo>
                      <a:pt x="4" y="8"/>
                    </a:lnTo>
                    <a:close/>
                    <a:moveTo>
                      <a:pt x="29" y="8"/>
                    </a:moveTo>
                    <a:lnTo>
                      <a:pt x="29" y="27"/>
                    </a:lnTo>
                    <a:lnTo>
                      <a:pt x="31" y="27"/>
                    </a:lnTo>
                    <a:lnTo>
                      <a:pt x="31" y="8"/>
                    </a:lnTo>
                    <a:lnTo>
                      <a:pt x="29" y="8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5" name="iṧ1ïḓè"/>
              <p:cNvSpPr/>
              <p:nvPr/>
            </p:nvSpPr>
            <p:spPr bwMode="auto">
              <a:xfrm>
                <a:off x="3551238" y="3067050"/>
                <a:ext cx="722313" cy="727075"/>
              </a:xfrm>
              <a:custGeom>
                <a:avLst/>
                <a:gdLst>
                  <a:gd name="T0" fmla="*/ 109 w 219"/>
                  <a:gd name="T1" fmla="*/ 0 h 218"/>
                  <a:gd name="T2" fmla="*/ 219 w 219"/>
                  <a:gd name="T3" fmla="*/ 109 h 218"/>
                  <a:gd name="T4" fmla="*/ 109 w 219"/>
                  <a:gd name="T5" fmla="*/ 218 h 218"/>
                  <a:gd name="T6" fmla="*/ 0 w 219"/>
                  <a:gd name="T7" fmla="*/ 109 h 218"/>
                  <a:gd name="T8" fmla="*/ 109 w 219"/>
                  <a:gd name="T9" fmla="*/ 0 h 218"/>
                  <a:gd name="T10" fmla="*/ 109 w 219"/>
                  <a:gd name="T11" fmla="*/ 3 h 218"/>
                  <a:gd name="T12" fmla="*/ 4 w 219"/>
                  <a:gd name="T13" fmla="*/ 109 h 218"/>
                  <a:gd name="T14" fmla="*/ 109 w 219"/>
                  <a:gd name="T15" fmla="*/ 215 h 218"/>
                  <a:gd name="T16" fmla="*/ 215 w 219"/>
                  <a:gd name="T17" fmla="*/ 109 h 218"/>
                  <a:gd name="T18" fmla="*/ 109 w 219"/>
                  <a:gd name="T19" fmla="*/ 3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9" h="218">
                    <a:moveTo>
                      <a:pt x="109" y="0"/>
                    </a:moveTo>
                    <a:cubicBezTo>
                      <a:pt x="170" y="0"/>
                      <a:pt x="219" y="49"/>
                      <a:pt x="219" y="109"/>
                    </a:cubicBezTo>
                    <a:cubicBezTo>
                      <a:pt x="219" y="169"/>
                      <a:pt x="170" y="218"/>
                      <a:pt x="109" y="218"/>
                    </a:cubicBezTo>
                    <a:cubicBezTo>
                      <a:pt x="49" y="218"/>
                      <a:pt x="0" y="169"/>
                      <a:pt x="0" y="109"/>
                    </a:cubicBezTo>
                    <a:cubicBezTo>
                      <a:pt x="0" y="49"/>
                      <a:pt x="49" y="0"/>
                      <a:pt x="109" y="0"/>
                    </a:cubicBezTo>
                    <a:close/>
                    <a:moveTo>
                      <a:pt x="109" y="3"/>
                    </a:moveTo>
                    <a:cubicBezTo>
                      <a:pt x="51" y="3"/>
                      <a:pt x="4" y="51"/>
                      <a:pt x="4" y="109"/>
                    </a:cubicBezTo>
                    <a:cubicBezTo>
                      <a:pt x="4" y="167"/>
                      <a:pt x="51" y="215"/>
                      <a:pt x="109" y="215"/>
                    </a:cubicBezTo>
                    <a:cubicBezTo>
                      <a:pt x="168" y="215"/>
                      <a:pt x="215" y="167"/>
                      <a:pt x="215" y="109"/>
                    </a:cubicBezTo>
                    <a:cubicBezTo>
                      <a:pt x="215" y="51"/>
                      <a:pt x="168" y="3"/>
                      <a:pt x="109" y="3"/>
                    </a:cubicBez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47" name="íşḷïḑe"/>
            <p:cNvGrpSpPr/>
            <p:nvPr userDrawn="1"/>
          </p:nvGrpSpPr>
          <p:grpSpPr>
            <a:xfrm>
              <a:off x="4894762" y="471192"/>
              <a:ext cx="4437911" cy="1614111"/>
              <a:chOff x="4412452" y="3106738"/>
              <a:chExt cx="2312689" cy="841148"/>
            </a:xfrm>
          </p:grpSpPr>
          <p:grpSp>
            <p:nvGrpSpPr>
              <p:cNvPr id="248" name="îṥľíḑé"/>
              <p:cNvGrpSpPr/>
              <p:nvPr/>
            </p:nvGrpSpPr>
            <p:grpSpPr>
              <a:xfrm>
                <a:off x="4422776" y="3106738"/>
                <a:ext cx="2293937" cy="617538"/>
                <a:chOff x="4422776" y="3106738"/>
                <a:chExt cx="2293937" cy="617538"/>
              </a:xfrm>
            </p:grpSpPr>
            <p:sp>
              <p:nvSpPr>
                <p:cNvPr id="265" name="išḻiḑé"/>
                <p:cNvSpPr/>
                <p:nvPr/>
              </p:nvSpPr>
              <p:spPr bwMode="auto">
                <a:xfrm>
                  <a:off x="4811713" y="3200400"/>
                  <a:ext cx="49213" cy="100013"/>
                </a:xfrm>
                <a:custGeom>
                  <a:avLst/>
                  <a:gdLst>
                    <a:gd name="T0" fmla="*/ 0 w 15"/>
                    <a:gd name="T1" fmla="*/ 1 h 30"/>
                    <a:gd name="T2" fmla="*/ 1 w 15"/>
                    <a:gd name="T3" fmla="*/ 12 h 30"/>
                    <a:gd name="T4" fmla="*/ 0 w 15"/>
                    <a:gd name="T5" fmla="*/ 21 h 30"/>
                    <a:gd name="T6" fmla="*/ 2 w 15"/>
                    <a:gd name="T7" fmla="*/ 28 h 30"/>
                    <a:gd name="T8" fmla="*/ 7 w 15"/>
                    <a:gd name="T9" fmla="*/ 30 h 30"/>
                    <a:gd name="T10" fmla="*/ 12 w 15"/>
                    <a:gd name="T11" fmla="*/ 26 h 30"/>
                    <a:gd name="T12" fmla="*/ 15 w 15"/>
                    <a:gd name="T13" fmla="*/ 18 h 30"/>
                    <a:gd name="T14" fmla="*/ 3 w 15"/>
                    <a:gd name="T15" fmla="*/ 0 h 30"/>
                    <a:gd name="T16" fmla="*/ 0 w 15"/>
                    <a:gd name="T17" fmla="*/ 1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30">
                      <a:moveTo>
                        <a:pt x="0" y="1"/>
                      </a:moveTo>
                      <a:cubicBezTo>
                        <a:pt x="1" y="12"/>
                        <a:pt x="1" y="12"/>
                        <a:pt x="1" y="12"/>
                      </a:cubicBezTo>
                      <a:cubicBezTo>
                        <a:pt x="1" y="13"/>
                        <a:pt x="0" y="18"/>
                        <a:pt x="0" y="21"/>
                      </a:cubicBezTo>
                      <a:cubicBezTo>
                        <a:pt x="0" y="24"/>
                        <a:pt x="2" y="25"/>
                        <a:pt x="2" y="28"/>
                      </a:cubicBezTo>
                      <a:cubicBezTo>
                        <a:pt x="7" y="30"/>
                        <a:pt x="7" y="30"/>
                        <a:pt x="7" y="30"/>
                      </a:cubicBezTo>
                      <a:cubicBezTo>
                        <a:pt x="9" y="27"/>
                        <a:pt x="10" y="29"/>
                        <a:pt x="12" y="26"/>
                      </a:cubicBezTo>
                      <a:cubicBezTo>
                        <a:pt x="14" y="23"/>
                        <a:pt x="14" y="21"/>
                        <a:pt x="15" y="18"/>
                      </a:cubicBezTo>
                      <a:cubicBezTo>
                        <a:pt x="12" y="7"/>
                        <a:pt x="13" y="5"/>
                        <a:pt x="3" y="0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6" name="íṥľíďè"/>
                <p:cNvSpPr/>
                <p:nvPr/>
              </p:nvSpPr>
              <p:spPr bwMode="auto">
                <a:xfrm>
                  <a:off x="5221288" y="3184525"/>
                  <a:ext cx="36513" cy="122238"/>
                </a:xfrm>
                <a:custGeom>
                  <a:avLst/>
                  <a:gdLst>
                    <a:gd name="T0" fmla="*/ 0 w 11"/>
                    <a:gd name="T1" fmla="*/ 3 h 37"/>
                    <a:gd name="T2" fmla="*/ 2 w 11"/>
                    <a:gd name="T3" fmla="*/ 14 h 37"/>
                    <a:gd name="T4" fmla="*/ 0 w 11"/>
                    <a:gd name="T5" fmla="*/ 33 h 37"/>
                    <a:gd name="T6" fmla="*/ 0 w 11"/>
                    <a:gd name="T7" fmla="*/ 36 h 37"/>
                    <a:gd name="T8" fmla="*/ 2 w 11"/>
                    <a:gd name="T9" fmla="*/ 37 h 37"/>
                    <a:gd name="T10" fmla="*/ 8 w 11"/>
                    <a:gd name="T11" fmla="*/ 27 h 37"/>
                    <a:gd name="T12" fmla="*/ 11 w 11"/>
                    <a:gd name="T13" fmla="*/ 17 h 37"/>
                    <a:gd name="T14" fmla="*/ 11 w 11"/>
                    <a:gd name="T15" fmla="*/ 15 h 37"/>
                    <a:gd name="T16" fmla="*/ 7 w 11"/>
                    <a:gd name="T17" fmla="*/ 2 h 37"/>
                    <a:gd name="T18" fmla="*/ 2 w 11"/>
                    <a:gd name="T19" fmla="*/ 0 h 37"/>
                    <a:gd name="T20" fmla="*/ 0 w 11"/>
                    <a:gd name="T21" fmla="*/ 3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1" h="37">
                      <a:moveTo>
                        <a:pt x="0" y="3"/>
                      </a:moveTo>
                      <a:cubicBezTo>
                        <a:pt x="2" y="14"/>
                        <a:pt x="2" y="14"/>
                        <a:pt x="2" y="14"/>
                      </a:cubicBezTo>
                      <a:cubicBezTo>
                        <a:pt x="2" y="19"/>
                        <a:pt x="0" y="27"/>
                        <a:pt x="0" y="33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2" y="36"/>
                        <a:pt x="1" y="37"/>
                        <a:pt x="2" y="37"/>
                      </a:cubicBezTo>
                      <a:cubicBezTo>
                        <a:pt x="3" y="37"/>
                        <a:pt x="7" y="28"/>
                        <a:pt x="8" y="27"/>
                      </a:cubicBezTo>
                      <a:cubicBezTo>
                        <a:pt x="9" y="24"/>
                        <a:pt x="11" y="21"/>
                        <a:pt x="11" y="17"/>
                      </a:cubicBezTo>
                      <a:cubicBezTo>
                        <a:pt x="11" y="15"/>
                        <a:pt x="11" y="15"/>
                        <a:pt x="11" y="15"/>
                      </a:cubicBezTo>
                      <a:cubicBezTo>
                        <a:pt x="11" y="7"/>
                        <a:pt x="8" y="7"/>
                        <a:pt x="7" y="2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1"/>
                        <a:pt x="0" y="1"/>
                        <a:pt x="0" y="3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7" name="íś1iḑe"/>
                <p:cNvSpPr/>
                <p:nvPr/>
              </p:nvSpPr>
              <p:spPr bwMode="auto">
                <a:xfrm>
                  <a:off x="4554538" y="3251200"/>
                  <a:ext cx="119063" cy="58738"/>
                </a:xfrm>
                <a:custGeom>
                  <a:avLst/>
                  <a:gdLst>
                    <a:gd name="T0" fmla="*/ 0 w 36"/>
                    <a:gd name="T1" fmla="*/ 15 h 18"/>
                    <a:gd name="T2" fmla="*/ 2 w 36"/>
                    <a:gd name="T3" fmla="*/ 16 h 18"/>
                    <a:gd name="T4" fmla="*/ 13 w 36"/>
                    <a:gd name="T5" fmla="*/ 18 h 18"/>
                    <a:gd name="T6" fmla="*/ 16 w 36"/>
                    <a:gd name="T7" fmla="*/ 18 h 18"/>
                    <a:gd name="T8" fmla="*/ 22 w 36"/>
                    <a:gd name="T9" fmla="*/ 17 h 18"/>
                    <a:gd name="T10" fmla="*/ 23 w 36"/>
                    <a:gd name="T11" fmla="*/ 17 h 18"/>
                    <a:gd name="T12" fmla="*/ 30 w 36"/>
                    <a:gd name="T13" fmla="*/ 13 h 18"/>
                    <a:gd name="T14" fmla="*/ 36 w 36"/>
                    <a:gd name="T15" fmla="*/ 8 h 18"/>
                    <a:gd name="T16" fmla="*/ 36 w 36"/>
                    <a:gd name="T17" fmla="*/ 7 h 18"/>
                    <a:gd name="T18" fmla="*/ 36 w 36"/>
                    <a:gd name="T19" fmla="*/ 4 h 18"/>
                    <a:gd name="T20" fmla="*/ 32 w 36"/>
                    <a:gd name="T21" fmla="*/ 0 h 18"/>
                    <a:gd name="T22" fmla="*/ 24 w 36"/>
                    <a:gd name="T23" fmla="*/ 3 h 18"/>
                    <a:gd name="T24" fmla="*/ 16 w 36"/>
                    <a:gd name="T25" fmla="*/ 7 h 18"/>
                    <a:gd name="T26" fmla="*/ 0 w 36"/>
                    <a:gd name="T27" fmla="*/ 15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6" h="18">
                      <a:moveTo>
                        <a:pt x="0" y="15"/>
                      </a:moveTo>
                      <a:cubicBezTo>
                        <a:pt x="1" y="16"/>
                        <a:pt x="1" y="16"/>
                        <a:pt x="2" y="16"/>
                      </a:cubicBezTo>
                      <a:cubicBezTo>
                        <a:pt x="6" y="16"/>
                        <a:pt x="9" y="18"/>
                        <a:pt x="13" y="18"/>
                      </a:cubicBezTo>
                      <a:cubicBezTo>
                        <a:pt x="16" y="18"/>
                        <a:pt x="16" y="18"/>
                        <a:pt x="16" y="18"/>
                      </a:cubicBezTo>
                      <a:cubicBezTo>
                        <a:pt x="22" y="17"/>
                        <a:pt x="22" y="17"/>
                        <a:pt x="22" y="17"/>
                      </a:cubicBezTo>
                      <a:cubicBezTo>
                        <a:pt x="23" y="17"/>
                        <a:pt x="23" y="17"/>
                        <a:pt x="23" y="17"/>
                      </a:cubicBezTo>
                      <a:cubicBezTo>
                        <a:pt x="26" y="16"/>
                        <a:pt x="28" y="14"/>
                        <a:pt x="30" y="13"/>
                      </a:cubicBezTo>
                      <a:cubicBezTo>
                        <a:pt x="34" y="11"/>
                        <a:pt x="33" y="10"/>
                        <a:pt x="36" y="8"/>
                      </a:cubicBezTo>
                      <a:cubicBezTo>
                        <a:pt x="36" y="7"/>
                        <a:pt x="36" y="7"/>
                        <a:pt x="36" y="7"/>
                      </a:cubicBezTo>
                      <a:cubicBezTo>
                        <a:pt x="36" y="4"/>
                        <a:pt x="36" y="4"/>
                        <a:pt x="36" y="4"/>
                      </a:cubicBezTo>
                      <a:cubicBezTo>
                        <a:pt x="36" y="1"/>
                        <a:pt x="33" y="2"/>
                        <a:pt x="32" y="0"/>
                      </a:cubicBezTo>
                      <a:cubicBezTo>
                        <a:pt x="29" y="1"/>
                        <a:pt x="27" y="1"/>
                        <a:pt x="24" y="3"/>
                      </a:cubicBezTo>
                      <a:cubicBezTo>
                        <a:pt x="21" y="4"/>
                        <a:pt x="19" y="6"/>
                        <a:pt x="16" y="7"/>
                      </a:cubicBezTo>
                      <a:cubicBezTo>
                        <a:pt x="11" y="11"/>
                        <a:pt x="4" y="10"/>
                        <a:pt x="0" y="1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8" name="iṩ1iḋè"/>
                <p:cNvSpPr/>
                <p:nvPr/>
              </p:nvSpPr>
              <p:spPr bwMode="auto">
                <a:xfrm>
                  <a:off x="6359526" y="3263900"/>
                  <a:ext cx="93663" cy="139700"/>
                </a:xfrm>
                <a:custGeom>
                  <a:avLst/>
                  <a:gdLst>
                    <a:gd name="T0" fmla="*/ 15 w 28"/>
                    <a:gd name="T1" fmla="*/ 1 h 42"/>
                    <a:gd name="T2" fmla="*/ 6 w 28"/>
                    <a:gd name="T3" fmla="*/ 11 h 42"/>
                    <a:gd name="T4" fmla="*/ 6 w 28"/>
                    <a:gd name="T5" fmla="*/ 13 h 42"/>
                    <a:gd name="T6" fmla="*/ 5 w 28"/>
                    <a:gd name="T7" fmla="*/ 16 h 42"/>
                    <a:gd name="T8" fmla="*/ 6 w 28"/>
                    <a:gd name="T9" fmla="*/ 20 h 42"/>
                    <a:gd name="T10" fmla="*/ 6 w 28"/>
                    <a:gd name="T11" fmla="*/ 21 h 42"/>
                    <a:gd name="T12" fmla="*/ 0 w 28"/>
                    <a:gd name="T13" fmla="*/ 38 h 42"/>
                    <a:gd name="T14" fmla="*/ 0 w 28"/>
                    <a:gd name="T15" fmla="*/ 41 h 42"/>
                    <a:gd name="T16" fmla="*/ 3 w 28"/>
                    <a:gd name="T17" fmla="*/ 42 h 42"/>
                    <a:gd name="T18" fmla="*/ 9 w 28"/>
                    <a:gd name="T19" fmla="*/ 32 h 42"/>
                    <a:gd name="T20" fmla="*/ 12 w 28"/>
                    <a:gd name="T21" fmla="*/ 26 h 42"/>
                    <a:gd name="T22" fmla="*/ 14 w 28"/>
                    <a:gd name="T23" fmla="*/ 26 h 42"/>
                    <a:gd name="T24" fmla="*/ 20 w 28"/>
                    <a:gd name="T25" fmla="*/ 26 h 42"/>
                    <a:gd name="T26" fmla="*/ 28 w 28"/>
                    <a:gd name="T27" fmla="*/ 14 h 42"/>
                    <a:gd name="T28" fmla="*/ 28 w 28"/>
                    <a:gd name="T29" fmla="*/ 6 h 42"/>
                    <a:gd name="T30" fmla="*/ 28 w 28"/>
                    <a:gd name="T31" fmla="*/ 5 h 42"/>
                    <a:gd name="T32" fmla="*/ 27 w 28"/>
                    <a:gd name="T33" fmla="*/ 3 h 42"/>
                    <a:gd name="T34" fmla="*/ 26 w 28"/>
                    <a:gd name="T35" fmla="*/ 3 h 42"/>
                    <a:gd name="T36" fmla="*/ 24 w 28"/>
                    <a:gd name="T37" fmla="*/ 3 h 42"/>
                    <a:gd name="T38" fmla="*/ 23 w 28"/>
                    <a:gd name="T39" fmla="*/ 3 h 42"/>
                    <a:gd name="T40" fmla="*/ 20 w 28"/>
                    <a:gd name="T41" fmla="*/ 0 h 42"/>
                    <a:gd name="T42" fmla="*/ 15 w 28"/>
                    <a:gd name="T43" fmla="*/ 1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28" h="42">
                      <a:moveTo>
                        <a:pt x="15" y="1"/>
                      </a:moveTo>
                      <a:cubicBezTo>
                        <a:pt x="15" y="10"/>
                        <a:pt x="8" y="6"/>
                        <a:pt x="6" y="11"/>
                      </a:cubicBezTo>
                      <a:cubicBezTo>
                        <a:pt x="6" y="13"/>
                        <a:pt x="6" y="13"/>
                        <a:pt x="6" y="13"/>
                      </a:cubicBezTo>
                      <a:cubicBezTo>
                        <a:pt x="6" y="14"/>
                        <a:pt x="5" y="14"/>
                        <a:pt x="5" y="16"/>
                      </a:cubicBezTo>
                      <a:cubicBezTo>
                        <a:pt x="6" y="20"/>
                        <a:pt x="6" y="20"/>
                        <a:pt x="6" y="20"/>
                      </a:cubicBezTo>
                      <a:cubicBezTo>
                        <a:pt x="6" y="21"/>
                        <a:pt x="6" y="21"/>
                        <a:pt x="6" y="21"/>
                      </a:cubicBezTo>
                      <a:cubicBezTo>
                        <a:pt x="6" y="29"/>
                        <a:pt x="0" y="31"/>
                        <a:pt x="0" y="3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2" y="42"/>
                        <a:pt x="2" y="42"/>
                        <a:pt x="3" y="42"/>
                      </a:cubicBezTo>
                      <a:cubicBezTo>
                        <a:pt x="7" y="42"/>
                        <a:pt x="9" y="36"/>
                        <a:pt x="9" y="32"/>
                      </a:cubicBezTo>
                      <a:cubicBezTo>
                        <a:pt x="9" y="29"/>
                        <a:pt x="10" y="26"/>
                        <a:pt x="12" y="26"/>
                      </a:cubicBezTo>
                      <a:cubicBezTo>
                        <a:pt x="14" y="26"/>
                        <a:pt x="14" y="26"/>
                        <a:pt x="14" y="26"/>
                      </a:cubicBezTo>
                      <a:cubicBezTo>
                        <a:pt x="20" y="26"/>
                        <a:pt x="20" y="26"/>
                        <a:pt x="20" y="26"/>
                      </a:cubicBezTo>
                      <a:cubicBezTo>
                        <a:pt x="24" y="24"/>
                        <a:pt x="28" y="21"/>
                        <a:pt x="28" y="14"/>
                      </a:cubicBezTo>
                      <a:cubicBezTo>
                        <a:pt x="28" y="6"/>
                        <a:pt x="28" y="6"/>
                        <a:pt x="28" y="6"/>
                      </a:cubicBezTo>
                      <a:cubicBezTo>
                        <a:pt x="28" y="5"/>
                        <a:pt x="28" y="5"/>
                        <a:pt x="28" y="5"/>
                      </a:cubicBezTo>
                      <a:cubicBezTo>
                        <a:pt x="27" y="3"/>
                        <a:pt x="27" y="3"/>
                        <a:pt x="27" y="3"/>
                      </a:cubicBezTo>
                      <a:cubicBezTo>
                        <a:pt x="26" y="3"/>
                        <a:pt x="26" y="3"/>
                        <a:pt x="26" y="3"/>
                      </a:cubicBezTo>
                      <a:cubicBezTo>
                        <a:pt x="24" y="3"/>
                        <a:pt x="24" y="3"/>
                        <a:pt x="24" y="3"/>
                      </a:cubicBezTo>
                      <a:cubicBezTo>
                        <a:pt x="23" y="3"/>
                        <a:pt x="23" y="3"/>
                        <a:pt x="23" y="3"/>
                      </a:cubicBezTo>
                      <a:cubicBezTo>
                        <a:pt x="20" y="0"/>
                        <a:pt x="20" y="0"/>
                        <a:pt x="20" y="0"/>
                      </a:cubicBezTo>
                      <a:lnTo>
                        <a:pt x="15" y="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9" name="íṩlïḓè"/>
                <p:cNvSpPr/>
                <p:nvPr/>
              </p:nvSpPr>
              <p:spPr bwMode="auto">
                <a:xfrm>
                  <a:off x="5826126" y="3273425"/>
                  <a:ext cx="223838" cy="293688"/>
                </a:xfrm>
                <a:custGeom>
                  <a:avLst/>
                  <a:gdLst>
                    <a:gd name="T0" fmla="*/ 38 w 68"/>
                    <a:gd name="T1" fmla="*/ 16 h 88"/>
                    <a:gd name="T2" fmla="*/ 40 w 68"/>
                    <a:gd name="T3" fmla="*/ 5 h 88"/>
                    <a:gd name="T4" fmla="*/ 36 w 68"/>
                    <a:gd name="T5" fmla="*/ 1 h 88"/>
                    <a:gd name="T6" fmla="*/ 36 w 68"/>
                    <a:gd name="T7" fmla="*/ 1 h 88"/>
                    <a:gd name="T8" fmla="*/ 33 w 68"/>
                    <a:gd name="T9" fmla="*/ 0 h 88"/>
                    <a:gd name="T10" fmla="*/ 24 w 68"/>
                    <a:gd name="T11" fmla="*/ 7 h 88"/>
                    <a:gd name="T12" fmla="*/ 24 w 68"/>
                    <a:gd name="T13" fmla="*/ 8 h 88"/>
                    <a:gd name="T14" fmla="*/ 26 w 68"/>
                    <a:gd name="T15" fmla="*/ 18 h 88"/>
                    <a:gd name="T16" fmla="*/ 27 w 68"/>
                    <a:gd name="T17" fmla="*/ 28 h 88"/>
                    <a:gd name="T18" fmla="*/ 27 w 68"/>
                    <a:gd name="T19" fmla="*/ 39 h 88"/>
                    <a:gd name="T20" fmla="*/ 16 w 68"/>
                    <a:gd name="T21" fmla="*/ 48 h 88"/>
                    <a:gd name="T22" fmla="*/ 7 w 68"/>
                    <a:gd name="T23" fmla="*/ 49 h 88"/>
                    <a:gd name="T24" fmla="*/ 5 w 68"/>
                    <a:gd name="T25" fmla="*/ 49 h 88"/>
                    <a:gd name="T26" fmla="*/ 4 w 68"/>
                    <a:gd name="T27" fmla="*/ 49 h 88"/>
                    <a:gd name="T28" fmla="*/ 0 w 68"/>
                    <a:gd name="T29" fmla="*/ 54 h 88"/>
                    <a:gd name="T30" fmla="*/ 5 w 68"/>
                    <a:gd name="T31" fmla="*/ 60 h 88"/>
                    <a:gd name="T32" fmla="*/ 11 w 68"/>
                    <a:gd name="T33" fmla="*/ 60 h 88"/>
                    <a:gd name="T34" fmla="*/ 13 w 68"/>
                    <a:gd name="T35" fmla="*/ 59 h 88"/>
                    <a:gd name="T36" fmla="*/ 20 w 68"/>
                    <a:gd name="T37" fmla="*/ 66 h 88"/>
                    <a:gd name="T38" fmla="*/ 17 w 68"/>
                    <a:gd name="T39" fmla="*/ 72 h 88"/>
                    <a:gd name="T40" fmla="*/ 13 w 68"/>
                    <a:gd name="T41" fmla="*/ 76 h 88"/>
                    <a:gd name="T42" fmla="*/ 2 w 68"/>
                    <a:gd name="T43" fmla="*/ 82 h 88"/>
                    <a:gd name="T44" fmla="*/ 2 w 68"/>
                    <a:gd name="T45" fmla="*/ 83 h 88"/>
                    <a:gd name="T46" fmla="*/ 2 w 68"/>
                    <a:gd name="T47" fmla="*/ 87 h 88"/>
                    <a:gd name="T48" fmla="*/ 4 w 68"/>
                    <a:gd name="T49" fmla="*/ 88 h 88"/>
                    <a:gd name="T50" fmla="*/ 25 w 68"/>
                    <a:gd name="T51" fmla="*/ 77 h 88"/>
                    <a:gd name="T52" fmla="*/ 31 w 68"/>
                    <a:gd name="T53" fmla="*/ 69 h 88"/>
                    <a:gd name="T54" fmla="*/ 40 w 68"/>
                    <a:gd name="T55" fmla="*/ 63 h 88"/>
                    <a:gd name="T56" fmla="*/ 52 w 68"/>
                    <a:gd name="T57" fmla="*/ 70 h 88"/>
                    <a:gd name="T58" fmla="*/ 48 w 68"/>
                    <a:gd name="T59" fmla="*/ 79 h 88"/>
                    <a:gd name="T60" fmla="*/ 59 w 68"/>
                    <a:gd name="T61" fmla="*/ 81 h 88"/>
                    <a:gd name="T62" fmla="*/ 68 w 68"/>
                    <a:gd name="T63" fmla="*/ 71 h 88"/>
                    <a:gd name="T64" fmla="*/ 59 w 68"/>
                    <a:gd name="T65" fmla="*/ 62 h 88"/>
                    <a:gd name="T66" fmla="*/ 44 w 68"/>
                    <a:gd name="T67" fmla="*/ 60 h 88"/>
                    <a:gd name="T68" fmla="*/ 42 w 68"/>
                    <a:gd name="T69" fmla="*/ 60 h 88"/>
                    <a:gd name="T70" fmla="*/ 36 w 68"/>
                    <a:gd name="T71" fmla="*/ 53 h 88"/>
                    <a:gd name="T72" fmla="*/ 48 w 68"/>
                    <a:gd name="T73" fmla="*/ 42 h 88"/>
                    <a:gd name="T74" fmla="*/ 59 w 68"/>
                    <a:gd name="T75" fmla="*/ 32 h 88"/>
                    <a:gd name="T76" fmla="*/ 59 w 68"/>
                    <a:gd name="T77" fmla="*/ 30 h 88"/>
                    <a:gd name="T78" fmla="*/ 59 w 68"/>
                    <a:gd name="T79" fmla="*/ 29 h 88"/>
                    <a:gd name="T80" fmla="*/ 54 w 68"/>
                    <a:gd name="T81" fmla="*/ 26 h 88"/>
                    <a:gd name="T82" fmla="*/ 51 w 68"/>
                    <a:gd name="T83" fmla="*/ 27 h 88"/>
                    <a:gd name="T84" fmla="*/ 50 w 68"/>
                    <a:gd name="T85" fmla="*/ 27 h 88"/>
                    <a:gd name="T86" fmla="*/ 41 w 68"/>
                    <a:gd name="T87" fmla="*/ 33 h 88"/>
                    <a:gd name="T88" fmla="*/ 38 w 68"/>
                    <a:gd name="T89" fmla="*/ 28 h 88"/>
                    <a:gd name="T90" fmla="*/ 38 w 68"/>
                    <a:gd name="T91" fmla="*/ 27 h 88"/>
                    <a:gd name="T92" fmla="*/ 38 w 68"/>
                    <a:gd name="T93" fmla="*/ 16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68" h="88">
                      <a:moveTo>
                        <a:pt x="38" y="16"/>
                      </a:moveTo>
                      <a:cubicBezTo>
                        <a:pt x="39" y="11"/>
                        <a:pt x="40" y="9"/>
                        <a:pt x="40" y="5"/>
                      </a:cubicBezTo>
                      <a:cubicBezTo>
                        <a:pt x="40" y="3"/>
                        <a:pt x="38" y="1"/>
                        <a:pt x="36" y="1"/>
                      </a:cubicBezTo>
                      <a:cubicBezTo>
                        <a:pt x="36" y="1"/>
                        <a:pt x="36" y="1"/>
                        <a:pt x="36" y="1"/>
                      </a:cubicBezTo>
                      <a:cubicBezTo>
                        <a:pt x="34" y="1"/>
                        <a:pt x="34" y="1"/>
                        <a:pt x="33" y="0"/>
                      </a:cubicBezTo>
                      <a:cubicBezTo>
                        <a:pt x="28" y="3"/>
                        <a:pt x="28" y="1"/>
                        <a:pt x="24" y="7"/>
                      </a:cubicBezTo>
                      <a:cubicBezTo>
                        <a:pt x="24" y="8"/>
                        <a:pt x="24" y="8"/>
                        <a:pt x="24" y="8"/>
                      </a:cubicBezTo>
                      <a:cubicBezTo>
                        <a:pt x="24" y="12"/>
                        <a:pt x="26" y="14"/>
                        <a:pt x="26" y="18"/>
                      </a:cubicBezTo>
                      <a:cubicBezTo>
                        <a:pt x="27" y="28"/>
                        <a:pt x="27" y="28"/>
                        <a:pt x="27" y="28"/>
                      </a:cubicBezTo>
                      <a:cubicBezTo>
                        <a:pt x="27" y="39"/>
                        <a:pt x="27" y="39"/>
                        <a:pt x="27" y="39"/>
                      </a:cubicBezTo>
                      <a:cubicBezTo>
                        <a:pt x="28" y="45"/>
                        <a:pt x="22" y="48"/>
                        <a:pt x="16" y="48"/>
                      </a:cubicBezTo>
                      <a:cubicBezTo>
                        <a:pt x="7" y="49"/>
                        <a:pt x="7" y="49"/>
                        <a:pt x="7" y="49"/>
                      </a:cubicBezTo>
                      <a:cubicBezTo>
                        <a:pt x="5" y="49"/>
                        <a:pt x="5" y="49"/>
                        <a:pt x="5" y="49"/>
                      </a:cubicBezTo>
                      <a:cubicBezTo>
                        <a:pt x="4" y="49"/>
                        <a:pt x="4" y="49"/>
                        <a:pt x="4" y="49"/>
                      </a:cubicBezTo>
                      <a:cubicBezTo>
                        <a:pt x="2" y="50"/>
                        <a:pt x="0" y="51"/>
                        <a:pt x="0" y="54"/>
                      </a:cubicBezTo>
                      <a:cubicBezTo>
                        <a:pt x="0" y="56"/>
                        <a:pt x="3" y="60"/>
                        <a:pt x="5" y="60"/>
                      </a:cubicBezTo>
                      <a:cubicBezTo>
                        <a:pt x="11" y="60"/>
                        <a:pt x="11" y="60"/>
                        <a:pt x="11" y="60"/>
                      </a:cubicBezTo>
                      <a:cubicBezTo>
                        <a:pt x="12" y="60"/>
                        <a:pt x="12" y="60"/>
                        <a:pt x="13" y="59"/>
                      </a:cubicBezTo>
                      <a:cubicBezTo>
                        <a:pt x="17" y="62"/>
                        <a:pt x="17" y="60"/>
                        <a:pt x="20" y="66"/>
                      </a:cubicBezTo>
                      <a:cubicBezTo>
                        <a:pt x="18" y="69"/>
                        <a:pt x="20" y="68"/>
                        <a:pt x="17" y="72"/>
                      </a:cubicBezTo>
                      <a:cubicBezTo>
                        <a:pt x="15" y="73"/>
                        <a:pt x="15" y="75"/>
                        <a:pt x="13" y="76"/>
                      </a:cubicBezTo>
                      <a:cubicBezTo>
                        <a:pt x="8" y="79"/>
                        <a:pt x="7" y="80"/>
                        <a:pt x="2" y="82"/>
                      </a:cubicBezTo>
                      <a:cubicBezTo>
                        <a:pt x="2" y="83"/>
                        <a:pt x="2" y="83"/>
                        <a:pt x="2" y="83"/>
                      </a:cubicBezTo>
                      <a:cubicBezTo>
                        <a:pt x="2" y="87"/>
                        <a:pt x="2" y="87"/>
                        <a:pt x="2" y="87"/>
                      </a:cubicBezTo>
                      <a:cubicBezTo>
                        <a:pt x="4" y="87"/>
                        <a:pt x="3" y="88"/>
                        <a:pt x="4" y="88"/>
                      </a:cubicBezTo>
                      <a:cubicBezTo>
                        <a:pt x="13" y="88"/>
                        <a:pt x="20" y="82"/>
                        <a:pt x="25" y="77"/>
                      </a:cubicBezTo>
                      <a:cubicBezTo>
                        <a:pt x="26" y="76"/>
                        <a:pt x="30" y="71"/>
                        <a:pt x="31" y="69"/>
                      </a:cubicBezTo>
                      <a:cubicBezTo>
                        <a:pt x="33" y="65"/>
                        <a:pt x="35" y="63"/>
                        <a:pt x="40" y="63"/>
                      </a:cubicBezTo>
                      <a:cubicBezTo>
                        <a:pt x="45" y="63"/>
                        <a:pt x="49" y="67"/>
                        <a:pt x="52" y="70"/>
                      </a:cubicBezTo>
                      <a:cubicBezTo>
                        <a:pt x="48" y="79"/>
                        <a:pt x="48" y="79"/>
                        <a:pt x="48" y="79"/>
                      </a:cubicBezTo>
                      <a:cubicBezTo>
                        <a:pt x="50" y="79"/>
                        <a:pt x="58" y="81"/>
                        <a:pt x="59" y="81"/>
                      </a:cubicBezTo>
                      <a:cubicBezTo>
                        <a:pt x="65" y="81"/>
                        <a:pt x="67" y="76"/>
                        <a:pt x="68" y="71"/>
                      </a:cubicBezTo>
                      <a:cubicBezTo>
                        <a:pt x="67" y="65"/>
                        <a:pt x="63" y="64"/>
                        <a:pt x="59" y="62"/>
                      </a:cubicBezTo>
                      <a:cubicBezTo>
                        <a:pt x="53" y="59"/>
                        <a:pt x="51" y="60"/>
                        <a:pt x="44" y="60"/>
                      </a:cubicBezTo>
                      <a:cubicBezTo>
                        <a:pt x="43" y="60"/>
                        <a:pt x="43" y="60"/>
                        <a:pt x="42" y="60"/>
                      </a:cubicBezTo>
                      <a:cubicBezTo>
                        <a:pt x="40" y="59"/>
                        <a:pt x="36" y="56"/>
                        <a:pt x="36" y="53"/>
                      </a:cubicBezTo>
                      <a:cubicBezTo>
                        <a:pt x="36" y="51"/>
                        <a:pt x="45" y="44"/>
                        <a:pt x="48" y="42"/>
                      </a:cubicBezTo>
                      <a:cubicBezTo>
                        <a:pt x="50" y="41"/>
                        <a:pt x="59" y="34"/>
                        <a:pt x="59" y="32"/>
                      </a:cubicBezTo>
                      <a:cubicBezTo>
                        <a:pt x="59" y="30"/>
                        <a:pt x="59" y="30"/>
                        <a:pt x="59" y="30"/>
                      </a:cubicBezTo>
                      <a:cubicBezTo>
                        <a:pt x="59" y="29"/>
                        <a:pt x="59" y="29"/>
                        <a:pt x="59" y="29"/>
                      </a:cubicBezTo>
                      <a:cubicBezTo>
                        <a:pt x="54" y="26"/>
                        <a:pt x="54" y="26"/>
                        <a:pt x="54" y="26"/>
                      </a:cubicBezTo>
                      <a:cubicBezTo>
                        <a:pt x="53" y="27"/>
                        <a:pt x="53" y="27"/>
                        <a:pt x="51" y="27"/>
                      </a:cubicBezTo>
                      <a:cubicBezTo>
                        <a:pt x="50" y="27"/>
                        <a:pt x="50" y="27"/>
                        <a:pt x="50" y="27"/>
                      </a:cubicBezTo>
                      <a:cubicBezTo>
                        <a:pt x="46" y="32"/>
                        <a:pt x="46" y="30"/>
                        <a:pt x="41" y="33"/>
                      </a:cubicBezTo>
                      <a:cubicBezTo>
                        <a:pt x="40" y="31"/>
                        <a:pt x="39" y="30"/>
                        <a:pt x="38" y="28"/>
                      </a:cubicBezTo>
                      <a:cubicBezTo>
                        <a:pt x="38" y="27"/>
                        <a:pt x="38" y="27"/>
                        <a:pt x="38" y="27"/>
                      </a:cubicBezTo>
                      <a:lnTo>
                        <a:pt x="38" y="16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0" name="ísḷïďè"/>
                <p:cNvSpPr/>
                <p:nvPr/>
              </p:nvSpPr>
              <p:spPr bwMode="auto">
                <a:xfrm>
                  <a:off x="4518026" y="3506788"/>
                  <a:ext cx="53975" cy="71438"/>
                </a:xfrm>
                <a:custGeom>
                  <a:avLst/>
                  <a:gdLst>
                    <a:gd name="T0" fmla="*/ 14 w 16"/>
                    <a:gd name="T1" fmla="*/ 17 h 21"/>
                    <a:gd name="T2" fmla="*/ 16 w 16"/>
                    <a:gd name="T3" fmla="*/ 12 h 21"/>
                    <a:gd name="T4" fmla="*/ 11 w 16"/>
                    <a:gd name="T5" fmla="*/ 5 h 21"/>
                    <a:gd name="T6" fmla="*/ 5 w 16"/>
                    <a:gd name="T7" fmla="*/ 0 h 21"/>
                    <a:gd name="T8" fmla="*/ 2 w 16"/>
                    <a:gd name="T9" fmla="*/ 4 h 21"/>
                    <a:gd name="T10" fmla="*/ 2 w 16"/>
                    <a:gd name="T11" fmla="*/ 5 h 21"/>
                    <a:gd name="T12" fmla="*/ 2 w 16"/>
                    <a:gd name="T13" fmla="*/ 8 h 21"/>
                    <a:gd name="T14" fmla="*/ 2 w 16"/>
                    <a:gd name="T15" fmla="*/ 9 h 21"/>
                    <a:gd name="T16" fmla="*/ 0 w 16"/>
                    <a:gd name="T17" fmla="*/ 17 h 21"/>
                    <a:gd name="T18" fmla="*/ 3 w 16"/>
                    <a:gd name="T19" fmla="*/ 21 h 21"/>
                    <a:gd name="T20" fmla="*/ 4 w 16"/>
                    <a:gd name="T21" fmla="*/ 21 h 21"/>
                    <a:gd name="T22" fmla="*/ 5 w 16"/>
                    <a:gd name="T23" fmla="*/ 21 h 21"/>
                    <a:gd name="T24" fmla="*/ 14 w 16"/>
                    <a:gd name="T25" fmla="*/ 17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6" h="21">
                      <a:moveTo>
                        <a:pt x="14" y="17"/>
                      </a:moveTo>
                      <a:cubicBezTo>
                        <a:pt x="14" y="15"/>
                        <a:pt x="16" y="13"/>
                        <a:pt x="16" y="12"/>
                      </a:cubicBezTo>
                      <a:cubicBezTo>
                        <a:pt x="16" y="11"/>
                        <a:pt x="12" y="7"/>
                        <a:pt x="11" y="5"/>
                      </a:cubicBezTo>
                      <a:cubicBezTo>
                        <a:pt x="11" y="3"/>
                        <a:pt x="8" y="0"/>
                        <a:pt x="5" y="0"/>
                      </a:cubicBezTo>
                      <a:cubicBezTo>
                        <a:pt x="4" y="0"/>
                        <a:pt x="3" y="3"/>
                        <a:pt x="2" y="4"/>
                      </a:cubicBezTo>
                      <a:cubicBezTo>
                        <a:pt x="2" y="5"/>
                        <a:pt x="2" y="5"/>
                        <a:pt x="2" y="5"/>
                      </a:cubicBezTo>
                      <a:cubicBezTo>
                        <a:pt x="2" y="8"/>
                        <a:pt x="2" y="8"/>
                        <a:pt x="2" y="8"/>
                      </a:cubicBezTo>
                      <a:cubicBezTo>
                        <a:pt x="2" y="9"/>
                        <a:pt x="2" y="9"/>
                        <a:pt x="2" y="9"/>
                      </a:cubicBezTo>
                      <a:cubicBezTo>
                        <a:pt x="1" y="11"/>
                        <a:pt x="0" y="14"/>
                        <a:pt x="0" y="17"/>
                      </a:cubicBezTo>
                      <a:cubicBezTo>
                        <a:pt x="0" y="19"/>
                        <a:pt x="1" y="20"/>
                        <a:pt x="3" y="21"/>
                      </a:cubicBezTo>
                      <a:cubicBezTo>
                        <a:pt x="4" y="21"/>
                        <a:pt x="4" y="21"/>
                        <a:pt x="4" y="21"/>
                      </a:cubicBezTo>
                      <a:cubicBezTo>
                        <a:pt x="5" y="21"/>
                        <a:pt x="5" y="21"/>
                        <a:pt x="5" y="21"/>
                      </a:cubicBezTo>
                      <a:cubicBezTo>
                        <a:pt x="7" y="21"/>
                        <a:pt x="11" y="17"/>
                        <a:pt x="14" y="17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1" name="îṧļîḓé"/>
                <p:cNvSpPr/>
                <p:nvPr/>
              </p:nvSpPr>
              <p:spPr bwMode="auto">
                <a:xfrm>
                  <a:off x="5319713" y="3133725"/>
                  <a:ext cx="222250" cy="500063"/>
                </a:xfrm>
                <a:custGeom>
                  <a:avLst/>
                  <a:gdLst>
                    <a:gd name="T0" fmla="*/ 47 w 67"/>
                    <a:gd name="T1" fmla="*/ 96 h 150"/>
                    <a:gd name="T2" fmla="*/ 51 w 67"/>
                    <a:gd name="T3" fmla="*/ 96 h 150"/>
                    <a:gd name="T4" fmla="*/ 46 w 67"/>
                    <a:gd name="T5" fmla="*/ 114 h 150"/>
                    <a:gd name="T6" fmla="*/ 42 w 67"/>
                    <a:gd name="T7" fmla="*/ 113 h 150"/>
                    <a:gd name="T8" fmla="*/ 39 w 67"/>
                    <a:gd name="T9" fmla="*/ 108 h 150"/>
                    <a:gd name="T10" fmla="*/ 21 w 67"/>
                    <a:gd name="T11" fmla="*/ 78 h 150"/>
                    <a:gd name="T12" fmla="*/ 29 w 67"/>
                    <a:gd name="T13" fmla="*/ 73 h 150"/>
                    <a:gd name="T14" fmla="*/ 32 w 67"/>
                    <a:gd name="T15" fmla="*/ 74 h 150"/>
                    <a:gd name="T16" fmla="*/ 32 w 67"/>
                    <a:gd name="T17" fmla="*/ 77 h 150"/>
                    <a:gd name="T18" fmla="*/ 32 w 67"/>
                    <a:gd name="T19" fmla="*/ 79 h 150"/>
                    <a:gd name="T20" fmla="*/ 21 w 67"/>
                    <a:gd name="T21" fmla="*/ 78 h 150"/>
                    <a:gd name="T22" fmla="*/ 53 w 67"/>
                    <a:gd name="T23" fmla="*/ 118 h 150"/>
                    <a:gd name="T24" fmla="*/ 66 w 67"/>
                    <a:gd name="T25" fmla="*/ 108 h 150"/>
                    <a:gd name="T26" fmla="*/ 60 w 67"/>
                    <a:gd name="T27" fmla="*/ 98 h 150"/>
                    <a:gd name="T28" fmla="*/ 51 w 67"/>
                    <a:gd name="T29" fmla="*/ 82 h 150"/>
                    <a:gd name="T30" fmla="*/ 47 w 67"/>
                    <a:gd name="T31" fmla="*/ 71 h 150"/>
                    <a:gd name="T32" fmla="*/ 60 w 67"/>
                    <a:gd name="T33" fmla="*/ 58 h 150"/>
                    <a:gd name="T34" fmla="*/ 53 w 67"/>
                    <a:gd name="T35" fmla="*/ 52 h 150"/>
                    <a:gd name="T36" fmla="*/ 44 w 67"/>
                    <a:gd name="T37" fmla="*/ 50 h 150"/>
                    <a:gd name="T38" fmla="*/ 48 w 67"/>
                    <a:gd name="T39" fmla="*/ 38 h 150"/>
                    <a:gd name="T40" fmla="*/ 66 w 67"/>
                    <a:gd name="T41" fmla="*/ 17 h 150"/>
                    <a:gd name="T42" fmla="*/ 66 w 67"/>
                    <a:gd name="T43" fmla="*/ 13 h 150"/>
                    <a:gd name="T44" fmla="*/ 56 w 67"/>
                    <a:gd name="T45" fmla="*/ 1 h 150"/>
                    <a:gd name="T46" fmla="*/ 55 w 67"/>
                    <a:gd name="T47" fmla="*/ 7 h 150"/>
                    <a:gd name="T48" fmla="*/ 50 w 67"/>
                    <a:gd name="T49" fmla="*/ 18 h 150"/>
                    <a:gd name="T50" fmla="*/ 42 w 67"/>
                    <a:gd name="T51" fmla="*/ 15 h 150"/>
                    <a:gd name="T52" fmla="*/ 40 w 67"/>
                    <a:gd name="T53" fmla="*/ 15 h 150"/>
                    <a:gd name="T54" fmla="*/ 41 w 67"/>
                    <a:gd name="T55" fmla="*/ 26 h 150"/>
                    <a:gd name="T56" fmla="*/ 41 w 67"/>
                    <a:gd name="T57" fmla="*/ 30 h 150"/>
                    <a:gd name="T58" fmla="*/ 37 w 67"/>
                    <a:gd name="T59" fmla="*/ 33 h 150"/>
                    <a:gd name="T60" fmla="*/ 30 w 67"/>
                    <a:gd name="T61" fmla="*/ 29 h 150"/>
                    <a:gd name="T62" fmla="*/ 9 w 67"/>
                    <a:gd name="T63" fmla="*/ 50 h 150"/>
                    <a:gd name="T64" fmla="*/ 4 w 67"/>
                    <a:gd name="T65" fmla="*/ 59 h 150"/>
                    <a:gd name="T66" fmla="*/ 23 w 67"/>
                    <a:gd name="T67" fmla="*/ 51 h 150"/>
                    <a:gd name="T68" fmla="*/ 30 w 67"/>
                    <a:gd name="T69" fmla="*/ 58 h 150"/>
                    <a:gd name="T70" fmla="*/ 26 w 67"/>
                    <a:gd name="T71" fmla="*/ 65 h 150"/>
                    <a:gd name="T72" fmla="*/ 19 w 67"/>
                    <a:gd name="T73" fmla="*/ 64 h 150"/>
                    <a:gd name="T74" fmla="*/ 16 w 67"/>
                    <a:gd name="T75" fmla="*/ 67 h 150"/>
                    <a:gd name="T76" fmla="*/ 16 w 67"/>
                    <a:gd name="T77" fmla="*/ 72 h 150"/>
                    <a:gd name="T78" fmla="*/ 3 w 67"/>
                    <a:gd name="T79" fmla="*/ 105 h 150"/>
                    <a:gd name="T80" fmla="*/ 6 w 67"/>
                    <a:gd name="T81" fmla="*/ 110 h 150"/>
                    <a:gd name="T82" fmla="*/ 9 w 67"/>
                    <a:gd name="T83" fmla="*/ 111 h 150"/>
                    <a:gd name="T84" fmla="*/ 24 w 67"/>
                    <a:gd name="T85" fmla="*/ 89 h 150"/>
                    <a:gd name="T86" fmla="*/ 32 w 67"/>
                    <a:gd name="T87" fmla="*/ 93 h 150"/>
                    <a:gd name="T88" fmla="*/ 32 w 67"/>
                    <a:gd name="T89" fmla="*/ 96 h 150"/>
                    <a:gd name="T90" fmla="*/ 29 w 67"/>
                    <a:gd name="T91" fmla="*/ 113 h 150"/>
                    <a:gd name="T92" fmla="*/ 29 w 67"/>
                    <a:gd name="T93" fmla="*/ 115 h 150"/>
                    <a:gd name="T94" fmla="*/ 22 w 67"/>
                    <a:gd name="T95" fmla="*/ 122 h 150"/>
                    <a:gd name="T96" fmla="*/ 10 w 67"/>
                    <a:gd name="T97" fmla="*/ 124 h 150"/>
                    <a:gd name="T98" fmla="*/ 15 w 67"/>
                    <a:gd name="T99" fmla="*/ 144 h 150"/>
                    <a:gd name="T100" fmla="*/ 17 w 67"/>
                    <a:gd name="T101" fmla="*/ 150 h 150"/>
                    <a:gd name="T102" fmla="*/ 38 w 67"/>
                    <a:gd name="T103" fmla="*/ 125 h 1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67" h="150">
                      <a:moveTo>
                        <a:pt x="39" y="107"/>
                      </a:moveTo>
                      <a:cubicBezTo>
                        <a:pt x="39" y="103"/>
                        <a:pt x="44" y="96"/>
                        <a:pt x="47" y="96"/>
                      </a:cubicBezTo>
                      <a:cubicBezTo>
                        <a:pt x="50" y="96"/>
                        <a:pt x="50" y="96"/>
                        <a:pt x="50" y="96"/>
                      </a:cubicBezTo>
                      <a:cubicBezTo>
                        <a:pt x="51" y="96"/>
                        <a:pt x="51" y="96"/>
                        <a:pt x="51" y="96"/>
                      </a:cubicBezTo>
                      <a:cubicBezTo>
                        <a:pt x="53" y="98"/>
                        <a:pt x="55" y="101"/>
                        <a:pt x="55" y="104"/>
                      </a:cubicBezTo>
                      <a:cubicBezTo>
                        <a:pt x="55" y="108"/>
                        <a:pt x="49" y="112"/>
                        <a:pt x="46" y="114"/>
                      </a:cubicBezTo>
                      <a:cubicBezTo>
                        <a:pt x="45" y="114"/>
                        <a:pt x="45" y="113"/>
                        <a:pt x="43" y="113"/>
                      </a:cubicBezTo>
                      <a:cubicBezTo>
                        <a:pt x="42" y="113"/>
                        <a:pt x="42" y="113"/>
                        <a:pt x="42" y="113"/>
                      </a:cubicBezTo>
                      <a:cubicBezTo>
                        <a:pt x="39" y="109"/>
                        <a:pt x="39" y="109"/>
                        <a:pt x="39" y="109"/>
                      </a:cubicBezTo>
                      <a:cubicBezTo>
                        <a:pt x="39" y="108"/>
                        <a:pt x="39" y="108"/>
                        <a:pt x="39" y="108"/>
                      </a:cubicBezTo>
                      <a:cubicBezTo>
                        <a:pt x="39" y="107"/>
                        <a:pt x="39" y="107"/>
                        <a:pt x="39" y="107"/>
                      </a:cubicBezTo>
                      <a:close/>
                      <a:moveTo>
                        <a:pt x="21" y="78"/>
                      </a:moveTo>
                      <a:cubicBezTo>
                        <a:pt x="21" y="77"/>
                        <a:pt x="25" y="73"/>
                        <a:pt x="26" y="73"/>
                      </a:cubicBezTo>
                      <a:cubicBezTo>
                        <a:pt x="27" y="73"/>
                        <a:pt x="27" y="73"/>
                        <a:pt x="29" y="73"/>
                      </a:cubicBezTo>
                      <a:cubicBezTo>
                        <a:pt x="30" y="73"/>
                        <a:pt x="30" y="73"/>
                        <a:pt x="30" y="73"/>
                      </a:cubicBezTo>
                      <a:cubicBezTo>
                        <a:pt x="32" y="74"/>
                        <a:pt x="32" y="74"/>
                        <a:pt x="32" y="74"/>
                      </a:cubicBezTo>
                      <a:cubicBezTo>
                        <a:pt x="32" y="76"/>
                        <a:pt x="32" y="76"/>
                        <a:pt x="32" y="76"/>
                      </a:cubicBezTo>
                      <a:cubicBezTo>
                        <a:pt x="32" y="77"/>
                        <a:pt x="32" y="77"/>
                        <a:pt x="32" y="77"/>
                      </a:cubicBezTo>
                      <a:cubicBezTo>
                        <a:pt x="32" y="78"/>
                        <a:pt x="32" y="78"/>
                        <a:pt x="32" y="78"/>
                      </a:cubicBezTo>
                      <a:cubicBezTo>
                        <a:pt x="32" y="79"/>
                        <a:pt x="32" y="79"/>
                        <a:pt x="32" y="79"/>
                      </a:cubicBezTo>
                      <a:cubicBezTo>
                        <a:pt x="31" y="82"/>
                        <a:pt x="29" y="83"/>
                        <a:pt x="25" y="83"/>
                      </a:cubicBezTo>
                      <a:cubicBezTo>
                        <a:pt x="23" y="83"/>
                        <a:pt x="21" y="81"/>
                        <a:pt x="21" y="78"/>
                      </a:cubicBezTo>
                      <a:close/>
                      <a:moveTo>
                        <a:pt x="38" y="125"/>
                      </a:moveTo>
                      <a:cubicBezTo>
                        <a:pt x="43" y="122"/>
                        <a:pt x="47" y="120"/>
                        <a:pt x="53" y="118"/>
                      </a:cubicBezTo>
                      <a:cubicBezTo>
                        <a:pt x="57" y="116"/>
                        <a:pt x="57" y="116"/>
                        <a:pt x="60" y="114"/>
                      </a:cubicBezTo>
                      <a:cubicBezTo>
                        <a:pt x="64" y="111"/>
                        <a:pt x="63" y="110"/>
                        <a:pt x="66" y="108"/>
                      </a:cubicBezTo>
                      <a:cubicBezTo>
                        <a:pt x="67" y="104"/>
                        <a:pt x="67" y="104"/>
                        <a:pt x="67" y="104"/>
                      </a:cubicBezTo>
                      <a:cubicBezTo>
                        <a:pt x="64" y="100"/>
                        <a:pt x="64" y="101"/>
                        <a:pt x="60" y="98"/>
                      </a:cubicBezTo>
                      <a:cubicBezTo>
                        <a:pt x="58" y="96"/>
                        <a:pt x="55" y="95"/>
                        <a:pt x="54" y="92"/>
                      </a:cubicBezTo>
                      <a:cubicBezTo>
                        <a:pt x="53" y="88"/>
                        <a:pt x="53" y="84"/>
                        <a:pt x="51" y="82"/>
                      </a:cubicBezTo>
                      <a:cubicBezTo>
                        <a:pt x="49" y="79"/>
                        <a:pt x="47" y="77"/>
                        <a:pt x="47" y="73"/>
                      </a:cubicBezTo>
                      <a:cubicBezTo>
                        <a:pt x="47" y="72"/>
                        <a:pt x="47" y="72"/>
                        <a:pt x="47" y="71"/>
                      </a:cubicBezTo>
                      <a:cubicBezTo>
                        <a:pt x="49" y="67"/>
                        <a:pt x="47" y="67"/>
                        <a:pt x="53" y="64"/>
                      </a:cubicBezTo>
                      <a:cubicBezTo>
                        <a:pt x="55" y="64"/>
                        <a:pt x="60" y="60"/>
                        <a:pt x="60" y="58"/>
                      </a:cubicBezTo>
                      <a:cubicBezTo>
                        <a:pt x="60" y="55"/>
                        <a:pt x="60" y="55"/>
                        <a:pt x="60" y="55"/>
                      </a:cubicBezTo>
                      <a:cubicBezTo>
                        <a:pt x="60" y="53"/>
                        <a:pt x="56" y="51"/>
                        <a:pt x="53" y="52"/>
                      </a:cubicBezTo>
                      <a:cubicBezTo>
                        <a:pt x="47" y="52"/>
                        <a:pt x="47" y="52"/>
                        <a:pt x="47" y="52"/>
                      </a:cubicBezTo>
                      <a:cubicBezTo>
                        <a:pt x="46" y="52"/>
                        <a:pt x="45" y="51"/>
                        <a:pt x="44" y="50"/>
                      </a:cubicBezTo>
                      <a:cubicBezTo>
                        <a:pt x="44" y="47"/>
                        <a:pt x="44" y="47"/>
                        <a:pt x="44" y="47"/>
                      </a:cubicBezTo>
                      <a:cubicBezTo>
                        <a:pt x="44" y="44"/>
                        <a:pt x="47" y="41"/>
                        <a:pt x="48" y="38"/>
                      </a:cubicBezTo>
                      <a:cubicBezTo>
                        <a:pt x="49" y="34"/>
                        <a:pt x="50" y="33"/>
                        <a:pt x="53" y="30"/>
                      </a:cubicBezTo>
                      <a:cubicBezTo>
                        <a:pt x="56" y="27"/>
                        <a:pt x="66" y="22"/>
                        <a:pt x="66" y="17"/>
                      </a:cubicBezTo>
                      <a:cubicBezTo>
                        <a:pt x="66" y="14"/>
                        <a:pt x="66" y="14"/>
                        <a:pt x="66" y="14"/>
                      </a:cubicBezTo>
                      <a:cubicBezTo>
                        <a:pt x="66" y="13"/>
                        <a:pt x="66" y="13"/>
                        <a:pt x="66" y="13"/>
                      </a:cubicBezTo>
                      <a:cubicBezTo>
                        <a:pt x="65" y="10"/>
                        <a:pt x="62" y="0"/>
                        <a:pt x="58" y="0"/>
                      </a:cubicBezTo>
                      <a:cubicBezTo>
                        <a:pt x="57" y="0"/>
                        <a:pt x="57" y="0"/>
                        <a:pt x="56" y="1"/>
                      </a:cubicBezTo>
                      <a:cubicBezTo>
                        <a:pt x="56" y="3"/>
                        <a:pt x="55" y="3"/>
                        <a:pt x="55" y="5"/>
                      </a:cubicBezTo>
                      <a:cubicBezTo>
                        <a:pt x="55" y="7"/>
                        <a:pt x="55" y="7"/>
                        <a:pt x="55" y="7"/>
                      </a:cubicBezTo>
                      <a:cubicBezTo>
                        <a:pt x="55" y="11"/>
                        <a:pt x="53" y="15"/>
                        <a:pt x="51" y="18"/>
                      </a:cubicBezTo>
                      <a:cubicBezTo>
                        <a:pt x="50" y="18"/>
                        <a:pt x="50" y="18"/>
                        <a:pt x="50" y="18"/>
                      </a:cubicBezTo>
                      <a:cubicBezTo>
                        <a:pt x="48" y="18"/>
                        <a:pt x="48" y="18"/>
                        <a:pt x="47" y="19"/>
                      </a:cubicBezTo>
                      <a:cubicBezTo>
                        <a:pt x="42" y="15"/>
                        <a:pt x="42" y="15"/>
                        <a:pt x="42" y="15"/>
                      </a:cubicBezTo>
                      <a:cubicBezTo>
                        <a:pt x="41" y="15"/>
                        <a:pt x="41" y="15"/>
                        <a:pt x="41" y="15"/>
                      </a:cubicBezTo>
                      <a:cubicBezTo>
                        <a:pt x="40" y="15"/>
                        <a:pt x="40" y="15"/>
                        <a:pt x="40" y="15"/>
                      </a:cubicBezTo>
                      <a:cubicBezTo>
                        <a:pt x="39" y="15"/>
                        <a:pt x="38" y="16"/>
                        <a:pt x="38" y="17"/>
                      </a:cubicBezTo>
                      <a:cubicBezTo>
                        <a:pt x="38" y="19"/>
                        <a:pt x="41" y="22"/>
                        <a:pt x="41" y="26"/>
                      </a:cubicBezTo>
                      <a:cubicBezTo>
                        <a:pt x="41" y="29"/>
                        <a:pt x="41" y="29"/>
                        <a:pt x="41" y="29"/>
                      </a:cubicBezTo>
                      <a:cubicBezTo>
                        <a:pt x="41" y="30"/>
                        <a:pt x="41" y="30"/>
                        <a:pt x="41" y="30"/>
                      </a:cubicBezTo>
                      <a:cubicBezTo>
                        <a:pt x="38" y="33"/>
                        <a:pt x="38" y="33"/>
                        <a:pt x="38" y="33"/>
                      </a:cubicBezTo>
                      <a:cubicBezTo>
                        <a:pt x="37" y="33"/>
                        <a:pt x="37" y="33"/>
                        <a:pt x="37" y="33"/>
                      </a:cubicBezTo>
                      <a:cubicBezTo>
                        <a:pt x="35" y="33"/>
                        <a:pt x="35" y="34"/>
                        <a:pt x="34" y="34"/>
                      </a:cubicBezTo>
                      <a:cubicBezTo>
                        <a:pt x="32" y="33"/>
                        <a:pt x="31" y="31"/>
                        <a:pt x="30" y="29"/>
                      </a:cubicBezTo>
                      <a:cubicBezTo>
                        <a:pt x="24" y="29"/>
                        <a:pt x="30" y="41"/>
                        <a:pt x="19" y="45"/>
                      </a:cubicBezTo>
                      <a:cubicBezTo>
                        <a:pt x="16" y="46"/>
                        <a:pt x="12" y="48"/>
                        <a:pt x="9" y="50"/>
                      </a:cubicBezTo>
                      <a:cubicBezTo>
                        <a:pt x="6" y="51"/>
                        <a:pt x="1" y="53"/>
                        <a:pt x="0" y="55"/>
                      </a:cubicBezTo>
                      <a:cubicBezTo>
                        <a:pt x="1" y="58"/>
                        <a:pt x="1" y="57"/>
                        <a:pt x="4" y="59"/>
                      </a:cubicBezTo>
                      <a:cubicBezTo>
                        <a:pt x="6" y="59"/>
                        <a:pt x="6" y="59"/>
                        <a:pt x="6" y="59"/>
                      </a:cubicBezTo>
                      <a:cubicBezTo>
                        <a:pt x="10" y="59"/>
                        <a:pt x="20" y="51"/>
                        <a:pt x="23" y="51"/>
                      </a:cubicBezTo>
                      <a:cubicBezTo>
                        <a:pt x="25" y="51"/>
                        <a:pt x="24" y="51"/>
                        <a:pt x="27" y="52"/>
                      </a:cubicBezTo>
                      <a:cubicBezTo>
                        <a:pt x="29" y="54"/>
                        <a:pt x="29" y="55"/>
                        <a:pt x="30" y="58"/>
                      </a:cubicBezTo>
                      <a:cubicBezTo>
                        <a:pt x="30" y="59"/>
                        <a:pt x="30" y="59"/>
                        <a:pt x="30" y="59"/>
                      </a:cubicBezTo>
                      <a:cubicBezTo>
                        <a:pt x="30" y="62"/>
                        <a:pt x="28" y="64"/>
                        <a:pt x="26" y="65"/>
                      </a:cubicBezTo>
                      <a:cubicBezTo>
                        <a:pt x="21" y="64"/>
                        <a:pt x="21" y="64"/>
                        <a:pt x="21" y="64"/>
                      </a:cubicBezTo>
                      <a:cubicBezTo>
                        <a:pt x="20" y="64"/>
                        <a:pt x="20" y="64"/>
                        <a:pt x="19" y="64"/>
                      </a:cubicBezTo>
                      <a:cubicBezTo>
                        <a:pt x="18" y="64"/>
                        <a:pt x="18" y="64"/>
                        <a:pt x="18" y="64"/>
                      </a:cubicBezTo>
                      <a:cubicBezTo>
                        <a:pt x="16" y="67"/>
                        <a:pt x="16" y="67"/>
                        <a:pt x="16" y="67"/>
                      </a:cubicBezTo>
                      <a:cubicBezTo>
                        <a:pt x="16" y="68"/>
                        <a:pt x="16" y="68"/>
                        <a:pt x="16" y="68"/>
                      </a:cubicBezTo>
                      <a:cubicBezTo>
                        <a:pt x="16" y="72"/>
                        <a:pt x="16" y="72"/>
                        <a:pt x="16" y="72"/>
                      </a:cubicBezTo>
                      <a:cubicBezTo>
                        <a:pt x="16" y="78"/>
                        <a:pt x="13" y="85"/>
                        <a:pt x="11" y="90"/>
                      </a:cubicBezTo>
                      <a:cubicBezTo>
                        <a:pt x="9" y="94"/>
                        <a:pt x="3" y="100"/>
                        <a:pt x="3" y="105"/>
                      </a:cubicBezTo>
                      <a:cubicBezTo>
                        <a:pt x="3" y="106"/>
                        <a:pt x="4" y="109"/>
                        <a:pt x="5" y="110"/>
                      </a:cubicBezTo>
                      <a:cubicBezTo>
                        <a:pt x="6" y="110"/>
                        <a:pt x="6" y="110"/>
                        <a:pt x="6" y="110"/>
                      </a:cubicBezTo>
                      <a:cubicBezTo>
                        <a:pt x="7" y="110"/>
                        <a:pt x="7" y="110"/>
                        <a:pt x="7" y="110"/>
                      </a:cubicBezTo>
                      <a:cubicBezTo>
                        <a:pt x="9" y="110"/>
                        <a:pt x="8" y="110"/>
                        <a:pt x="9" y="111"/>
                      </a:cubicBezTo>
                      <a:cubicBezTo>
                        <a:pt x="11" y="109"/>
                        <a:pt x="15" y="101"/>
                        <a:pt x="15" y="98"/>
                      </a:cubicBezTo>
                      <a:cubicBezTo>
                        <a:pt x="17" y="94"/>
                        <a:pt x="20" y="89"/>
                        <a:pt x="24" y="89"/>
                      </a:cubicBezTo>
                      <a:cubicBezTo>
                        <a:pt x="25" y="89"/>
                        <a:pt x="25" y="89"/>
                        <a:pt x="26" y="88"/>
                      </a:cubicBezTo>
                      <a:cubicBezTo>
                        <a:pt x="28" y="90"/>
                        <a:pt x="32" y="90"/>
                        <a:pt x="32" y="93"/>
                      </a:cubicBezTo>
                      <a:cubicBezTo>
                        <a:pt x="32" y="94"/>
                        <a:pt x="32" y="94"/>
                        <a:pt x="32" y="94"/>
                      </a:cubicBezTo>
                      <a:cubicBezTo>
                        <a:pt x="32" y="96"/>
                        <a:pt x="32" y="96"/>
                        <a:pt x="32" y="96"/>
                      </a:cubicBezTo>
                      <a:cubicBezTo>
                        <a:pt x="28" y="102"/>
                        <a:pt x="25" y="101"/>
                        <a:pt x="23" y="104"/>
                      </a:cubicBezTo>
                      <a:cubicBezTo>
                        <a:pt x="26" y="109"/>
                        <a:pt x="27" y="108"/>
                        <a:pt x="29" y="113"/>
                      </a:cubicBezTo>
                      <a:cubicBezTo>
                        <a:pt x="29" y="114"/>
                        <a:pt x="29" y="114"/>
                        <a:pt x="29" y="114"/>
                      </a:cubicBezTo>
                      <a:cubicBezTo>
                        <a:pt x="29" y="115"/>
                        <a:pt x="29" y="115"/>
                        <a:pt x="29" y="115"/>
                      </a:cubicBezTo>
                      <a:cubicBezTo>
                        <a:pt x="29" y="116"/>
                        <a:pt x="29" y="116"/>
                        <a:pt x="29" y="116"/>
                      </a:cubicBezTo>
                      <a:cubicBezTo>
                        <a:pt x="28" y="119"/>
                        <a:pt x="26" y="123"/>
                        <a:pt x="22" y="122"/>
                      </a:cubicBezTo>
                      <a:cubicBezTo>
                        <a:pt x="15" y="122"/>
                        <a:pt x="15" y="122"/>
                        <a:pt x="15" y="122"/>
                      </a:cubicBezTo>
                      <a:cubicBezTo>
                        <a:pt x="14" y="122"/>
                        <a:pt x="11" y="124"/>
                        <a:pt x="10" y="124"/>
                      </a:cubicBezTo>
                      <a:cubicBezTo>
                        <a:pt x="13" y="127"/>
                        <a:pt x="23" y="129"/>
                        <a:pt x="23" y="133"/>
                      </a:cubicBezTo>
                      <a:cubicBezTo>
                        <a:pt x="23" y="137"/>
                        <a:pt x="18" y="142"/>
                        <a:pt x="15" y="144"/>
                      </a:cubicBezTo>
                      <a:cubicBezTo>
                        <a:pt x="15" y="150"/>
                        <a:pt x="15" y="150"/>
                        <a:pt x="15" y="150"/>
                      </a:cubicBezTo>
                      <a:cubicBezTo>
                        <a:pt x="17" y="150"/>
                        <a:pt x="17" y="150"/>
                        <a:pt x="17" y="150"/>
                      </a:cubicBezTo>
                      <a:cubicBezTo>
                        <a:pt x="20" y="150"/>
                        <a:pt x="27" y="141"/>
                        <a:pt x="29" y="139"/>
                      </a:cubicBezTo>
                      <a:cubicBezTo>
                        <a:pt x="33" y="135"/>
                        <a:pt x="34" y="129"/>
                        <a:pt x="38" y="12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2" name="iSļïḑé"/>
                <p:cNvSpPr/>
                <p:nvPr/>
              </p:nvSpPr>
              <p:spPr bwMode="auto">
                <a:xfrm>
                  <a:off x="4422776" y="3106738"/>
                  <a:ext cx="412750" cy="596900"/>
                </a:xfrm>
                <a:custGeom>
                  <a:avLst/>
                  <a:gdLst>
                    <a:gd name="T0" fmla="*/ 63 w 125"/>
                    <a:gd name="T1" fmla="*/ 83 h 179"/>
                    <a:gd name="T2" fmla="*/ 69 w 125"/>
                    <a:gd name="T3" fmla="*/ 84 h 179"/>
                    <a:gd name="T4" fmla="*/ 71 w 125"/>
                    <a:gd name="T5" fmla="*/ 95 h 179"/>
                    <a:gd name="T6" fmla="*/ 56 w 125"/>
                    <a:gd name="T7" fmla="*/ 91 h 179"/>
                    <a:gd name="T8" fmla="*/ 77 w 125"/>
                    <a:gd name="T9" fmla="*/ 77 h 179"/>
                    <a:gd name="T10" fmla="*/ 90 w 125"/>
                    <a:gd name="T11" fmla="*/ 82 h 179"/>
                    <a:gd name="T12" fmla="*/ 93 w 125"/>
                    <a:gd name="T13" fmla="*/ 96 h 179"/>
                    <a:gd name="T14" fmla="*/ 88 w 125"/>
                    <a:gd name="T15" fmla="*/ 106 h 179"/>
                    <a:gd name="T16" fmla="*/ 75 w 125"/>
                    <a:gd name="T17" fmla="*/ 89 h 179"/>
                    <a:gd name="T18" fmla="*/ 91 w 125"/>
                    <a:gd name="T19" fmla="*/ 29 h 179"/>
                    <a:gd name="T20" fmla="*/ 95 w 125"/>
                    <a:gd name="T21" fmla="*/ 4 h 179"/>
                    <a:gd name="T22" fmla="*/ 92 w 125"/>
                    <a:gd name="T23" fmla="*/ 0 h 179"/>
                    <a:gd name="T24" fmla="*/ 86 w 125"/>
                    <a:gd name="T25" fmla="*/ 0 h 179"/>
                    <a:gd name="T26" fmla="*/ 80 w 125"/>
                    <a:gd name="T27" fmla="*/ 7 h 179"/>
                    <a:gd name="T28" fmla="*/ 83 w 125"/>
                    <a:gd name="T29" fmla="*/ 30 h 179"/>
                    <a:gd name="T30" fmla="*/ 86 w 125"/>
                    <a:gd name="T31" fmla="*/ 50 h 179"/>
                    <a:gd name="T32" fmla="*/ 46 w 125"/>
                    <a:gd name="T33" fmla="*/ 84 h 179"/>
                    <a:gd name="T34" fmla="*/ 0 w 125"/>
                    <a:gd name="T35" fmla="*/ 99 h 179"/>
                    <a:gd name="T36" fmla="*/ 13 w 125"/>
                    <a:gd name="T37" fmla="*/ 108 h 179"/>
                    <a:gd name="T38" fmla="*/ 30 w 125"/>
                    <a:gd name="T39" fmla="*/ 100 h 179"/>
                    <a:gd name="T40" fmla="*/ 47 w 125"/>
                    <a:gd name="T41" fmla="*/ 92 h 179"/>
                    <a:gd name="T42" fmla="*/ 51 w 125"/>
                    <a:gd name="T43" fmla="*/ 109 h 179"/>
                    <a:gd name="T44" fmla="*/ 50 w 125"/>
                    <a:gd name="T45" fmla="*/ 118 h 179"/>
                    <a:gd name="T46" fmla="*/ 54 w 125"/>
                    <a:gd name="T47" fmla="*/ 125 h 179"/>
                    <a:gd name="T48" fmla="*/ 62 w 125"/>
                    <a:gd name="T49" fmla="*/ 119 h 179"/>
                    <a:gd name="T50" fmla="*/ 62 w 125"/>
                    <a:gd name="T51" fmla="*/ 113 h 179"/>
                    <a:gd name="T52" fmla="*/ 78 w 125"/>
                    <a:gd name="T53" fmla="*/ 111 h 179"/>
                    <a:gd name="T54" fmla="*/ 78 w 125"/>
                    <a:gd name="T55" fmla="*/ 113 h 179"/>
                    <a:gd name="T56" fmla="*/ 78 w 125"/>
                    <a:gd name="T57" fmla="*/ 118 h 179"/>
                    <a:gd name="T58" fmla="*/ 46 w 125"/>
                    <a:gd name="T59" fmla="*/ 147 h 179"/>
                    <a:gd name="T60" fmla="*/ 28 w 125"/>
                    <a:gd name="T61" fmla="*/ 158 h 179"/>
                    <a:gd name="T62" fmla="*/ 1 w 125"/>
                    <a:gd name="T63" fmla="*/ 170 h 179"/>
                    <a:gd name="T64" fmla="*/ 14 w 125"/>
                    <a:gd name="T65" fmla="*/ 178 h 179"/>
                    <a:gd name="T66" fmla="*/ 20 w 125"/>
                    <a:gd name="T67" fmla="*/ 179 h 179"/>
                    <a:gd name="T68" fmla="*/ 22 w 125"/>
                    <a:gd name="T69" fmla="*/ 179 h 179"/>
                    <a:gd name="T70" fmla="*/ 38 w 125"/>
                    <a:gd name="T71" fmla="*/ 169 h 179"/>
                    <a:gd name="T72" fmla="*/ 61 w 125"/>
                    <a:gd name="T73" fmla="*/ 150 h 179"/>
                    <a:gd name="T74" fmla="*/ 79 w 125"/>
                    <a:gd name="T75" fmla="*/ 135 h 179"/>
                    <a:gd name="T76" fmla="*/ 96 w 125"/>
                    <a:gd name="T77" fmla="*/ 119 h 179"/>
                    <a:gd name="T78" fmla="*/ 106 w 125"/>
                    <a:gd name="T79" fmla="*/ 149 h 179"/>
                    <a:gd name="T80" fmla="*/ 125 w 125"/>
                    <a:gd name="T81" fmla="*/ 152 h 179"/>
                    <a:gd name="T82" fmla="*/ 116 w 125"/>
                    <a:gd name="T83" fmla="*/ 120 h 179"/>
                    <a:gd name="T84" fmla="*/ 115 w 125"/>
                    <a:gd name="T85" fmla="*/ 125 h 179"/>
                    <a:gd name="T86" fmla="*/ 109 w 125"/>
                    <a:gd name="T87" fmla="*/ 129 h 179"/>
                    <a:gd name="T88" fmla="*/ 97 w 125"/>
                    <a:gd name="T89" fmla="*/ 92 h 179"/>
                    <a:gd name="T90" fmla="*/ 94 w 125"/>
                    <a:gd name="T91" fmla="*/ 76 h 179"/>
                    <a:gd name="T92" fmla="*/ 110 w 125"/>
                    <a:gd name="T93" fmla="*/ 60 h 179"/>
                    <a:gd name="T94" fmla="*/ 105 w 125"/>
                    <a:gd name="T95" fmla="*/ 57 h 179"/>
                    <a:gd name="T96" fmla="*/ 101 w 125"/>
                    <a:gd name="T97" fmla="*/ 59 h 179"/>
                    <a:gd name="T98" fmla="*/ 91 w 125"/>
                    <a:gd name="T99" fmla="*/ 54 h 179"/>
                    <a:gd name="T100" fmla="*/ 91 w 125"/>
                    <a:gd name="T101" fmla="*/ 29 h 1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125" h="179">
                      <a:moveTo>
                        <a:pt x="56" y="91"/>
                      </a:moveTo>
                      <a:cubicBezTo>
                        <a:pt x="56" y="87"/>
                        <a:pt x="60" y="85"/>
                        <a:pt x="63" y="83"/>
                      </a:cubicBezTo>
                      <a:cubicBezTo>
                        <a:pt x="64" y="83"/>
                        <a:pt x="64" y="83"/>
                        <a:pt x="64" y="83"/>
                      </a:cubicBezTo>
                      <a:cubicBezTo>
                        <a:pt x="67" y="83"/>
                        <a:pt x="67" y="84"/>
                        <a:pt x="69" y="84"/>
                      </a:cubicBezTo>
                      <a:cubicBezTo>
                        <a:pt x="71" y="94"/>
                        <a:pt x="71" y="94"/>
                        <a:pt x="71" y="94"/>
                      </a:cubicBezTo>
                      <a:cubicBezTo>
                        <a:pt x="71" y="95"/>
                        <a:pt x="71" y="95"/>
                        <a:pt x="71" y="95"/>
                      </a:cubicBezTo>
                      <a:cubicBezTo>
                        <a:pt x="68" y="100"/>
                        <a:pt x="68" y="99"/>
                        <a:pt x="63" y="101"/>
                      </a:cubicBezTo>
                      <a:cubicBezTo>
                        <a:pt x="61" y="99"/>
                        <a:pt x="56" y="95"/>
                        <a:pt x="56" y="91"/>
                      </a:cubicBezTo>
                      <a:close/>
                      <a:moveTo>
                        <a:pt x="72" y="83"/>
                      </a:moveTo>
                      <a:cubicBezTo>
                        <a:pt x="74" y="79"/>
                        <a:pt x="73" y="79"/>
                        <a:pt x="77" y="77"/>
                      </a:cubicBezTo>
                      <a:cubicBezTo>
                        <a:pt x="79" y="75"/>
                        <a:pt x="82" y="75"/>
                        <a:pt x="83" y="73"/>
                      </a:cubicBezTo>
                      <a:cubicBezTo>
                        <a:pt x="88" y="76"/>
                        <a:pt x="89" y="76"/>
                        <a:pt x="90" y="82"/>
                      </a:cubicBezTo>
                      <a:cubicBezTo>
                        <a:pt x="92" y="95"/>
                        <a:pt x="92" y="95"/>
                        <a:pt x="92" y="95"/>
                      </a:cubicBezTo>
                      <a:cubicBezTo>
                        <a:pt x="93" y="96"/>
                        <a:pt x="93" y="96"/>
                        <a:pt x="93" y="96"/>
                      </a:cubicBezTo>
                      <a:cubicBezTo>
                        <a:pt x="94" y="99"/>
                        <a:pt x="94" y="99"/>
                        <a:pt x="94" y="99"/>
                      </a:cubicBezTo>
                      <a:cubicBezTo>
                        <a:pt x="91" y="105"/>
                        <a:pt x="93" y="103"/>
                        <a:pt x="88" y="106"/>
                      </a:cubicBezTo>
                      <a:cubicBezTo>
                        <a:pt x="83" y="101"/>
                        <a:pt x="82" y="101"/>
                        <a:pt x="79" y="95"/>
                      </a:cubicBezTo>
                      <a:cubicBezTo>
                        <a:pt x="77" y="93"/>
                        <a:pt x="77" y="91"/>
                        <a:pt x="75" y="89"/>
                      </a:cubicBezTo>
                      <a:cubicBezTo>
                        <a:pt x="73" y="87"/>
                        <a:pt x="73" y="86"/>
                        <a:pt x="72" y="83"/>
                      </a:cubicBezTo>
                      <a:close/>
                      <a:moveTo>
                        <a:pt x="91" y="29"/>
                      </a:moveTo>
                      <a:cubicBezTo>
                        <a:pt x="91" y="22"/>
                        <a:pt x="95" y="12"/>
                        <a:pt x="95" y="4"/>
                      </a:cubicBezTo>
                      <a:cubicBezTo>
                        <a:pt x="95" y="4"/>
                        <a:pt x="95" y="4"/>
                        <a:pt x="95" y="4"/>
                      </a:cubicBezTo>
                      <a:cubicBezTo>
                        <a:pt x="95" y="3"/>
                        <a:pt x="95" y="3"/>
                        <a:pt x="95" y="3"/>
                      </a:cubicBezTo>
                      <a:cubicBezTo>
                        <a:pt x="93" y="0"/>
                        <a:pt x="95" y="1"/>
                        <a:pt x="92" y="0"/>
                      </a:cubicBezTo>
                      <a:cubicBezTo>
                        <a:pt x="91" y="0"/>
                        <a:pt x="91" y="0"/>
                        <a:pt x="91" y="0"/>
                      </a:cubicBezTo>
                      <a:cubicBezTo>
                        <a:pt x="86" y="0"/>
                        <a:pt x="86" y="0"/>
                        <a:pt x="86" y="0"/>
                      </a:cubicBezTo>
                      <a:cubicBezTo>
                        <a:pt x="85" y="0"/>
                        <a:pt x="85" y="0"/>
                        <a:pt x="85" y="0"/>
                      </a:cubicBezTo>
                      <a:cubicBezTo>
                        <a:pt x="82" y="1"/>
                        <a:pt x="80" y="4"/>
                        <a:pt x="80" y="7"/>
                      </a:cubicBezTo>
                      <a:cubicBezTo>
                        <a:pt x="83" y="30"/>
                        <a:pt x="83" y="30"/>
                        <a:pt x="83" y="30"/>
                      </a:cubicBezTo>
                      <a:cubicBezTo>
                        <a:pt x="83" y="30"/>
                        <a:pt x="83" y="30"/>
                        <a:pt x="83" y="30"/>
                      </a:cubicBezTo>
                      <a:cubicBezTo>
                        <a:pt x="83" y="38"/>
                        <a:pt x="86" y="44"/>
                        <a:pt x="86" y="49"/>
                      </a:cubicBezTo>
                      <a:cubicBezTo>
                        <a:pt x="86" y="50"/>
                        <a:pt x="86" y="50"/>
                        <a:pt x="86" y="50"/>
                      </a:cubicBezTo>
                      <a:cubicBezTo>
                        <a:pt x="87" y="62"/>
                        <a:pt x="87" y="62"/>
                        <a:pt x="87" y="62"/>
                      </a:cubicBezTo>
                      <a:cubicBezTo>
                        <a:pt x="87" y="68"/>
                        <a:pt x="52" y="81"/>
                        <a:pt x="46" y="84"/>
                      </a:cubicBezTo>
                      <a:cubicBezTo>
                        <a:pt x="39" y="87"/>
                        <a:pt x="31" y="89"/>
                        <a:pt x="23" y="92"/>
                      </a:cubicBezTo>
                      <a:cubicBezTo>
                        <a:pt x="20" y="94"/>
                        <a:pt x="0" y="96"/>
                        <a:pt x="0" y="99"/>
                      </a:cubicBezTo>
                      <a:cubicBezTo>
                        <a:pt x="0" y="101"/>
                        <a:pt x="9" y="108"/>
                        <a:pt x="11" y="108"/>
                      </a:cubicBezTo>
                      <a:cubicBezTo>
                        <a:pt x="13" y="108"/>
                        <a:pt x="13" y="108"/>
                        <a:pt x="13" y="108"/>
                      </a:cubicBezTo>
                      <a:cubicBezTo>
                        <a:pt x="14" y="108"/>
                        <a:pt x="14" y="108"/>
                        <a:pt x="14" y="108"/>
                      </a:cubicBezTo>
                      <a:cubicBezTo>
                        <a:pt x="20" y="105"/>
                        <a:pt x="24" y="103"/>
                        <a:pt x="30" y="100"/>
                      </a:cubicBezTo>
                      <a:cubicBezTo>
                        <a:pt x="34" y="98"/>
                        <a:pt x="41" y="93"/>
                        <a:pt x="45" y="93"/>
                      </a:cubicBezTo>
                      <a:cubicBezTo>
                        <a:pt x="46" y="93"/>
                        <a:pt x="46" y="93"/>
                        <a:pt x="47" y="92"/>
                      </a:cubicBezTo>
                      <a:cubicBezTo>
                        <a:pt x="49" y="94"/>
                        <a:pt x="52" y="96"/>
                        <a:pt x="51" y="101"/>
                      </a:cubicBezTo>
                      <a:cubicBezTo>
                        <a:pt x="51" y="109"/>
                        <a:pt x="51" y="109"/>
                        <a:pt x="51" y="109"/>
                      </a:cubicBezTo>
                      <a:cubicBezTo>
                        <a:pt x="51" y="110"/>
                        <a:pt x="51" y="110"/>
                        <a:pt x="51" y="110"/>
                      </a:cubicBezTo>
                      <a:cubicBezTo>
                        <a:pt x="50" y="118"/>
                        <a:pt x="50" y="118"/>
                        <a:pt x="50" y="118"/>
                      </a:cubicBezTo>
                      <a:cubicBezTo>
                        <a:pt x="50" y="119"/>
                        <a:pt x="50" y="119"/>
                        <a:pt x="50" y="120"/>
                      </a:cubicBezTo>
                      <a:cubicBezTo>
                        <a:pt x="51" y="123"/>
                        <a:pt x="51" y="123"/>
                        <a:pt x="54" y="125"/>
                      </a:cubicBezTo>
                      <a:cubicBezTo>
                        <a:pt x="56" y="125"/>
                        <a:pt x="56" y="125"/>
                        <a:pt x="56" y="125"/>
                      </a:cubicBezTo>
                      <a:cubicBezTo>
                        <a:pt x="59" y="125"/>
                        <a:pt x="60" y="121"/>
                        <a:pt x="62" y="119"/>
                      </a:cubicBezTo>
                      <a:cubicBezTo>
                        <a:pt x="62" y="118"/>
                        <a:pt x="62" y="118"/>
                        <a:pt x="62" y="118"/>
                      </a:cubicBezTo>
                      <a:cubicBezTo>
                        <a:pt x="62" y="113"/>
                        <a:pt x="62" y="113"/>
                        <a:pt x="62" y="113"/>
                      </a:cubicBezTo>
                      <a:cubicBezTo>
                        <a:pt x="63" y="110"/>
                        <a:pt x="68" y="106"/>
                        <a:pt x="71" y="106"/>
                      </a:cubicBezTo>
                      <a:cubicBezTo>
                        <a:pt x="75" y="106"/>
                        <a:pt x="77" y="109"/>
                        <a:pt x="78" y="111"/>
                      </a:cubicBezTo>
                      <a:cubicBezTo>
                        <a:pt x="78" y="112"/>
                        <a:pt x="78" y="112"/>
                        <a:pt x="78" y="112"/>
                      </a:cubicBezTo>
                      <a:cubicBezTo>
                        <a:pt x="78" y="113"/>
                        <a:pt x="78" y="113"/>
                        <a:pt x="78" y="113"/>
                      </a:cubicBezTo>
                      <a:cubicBezTo>
                        <a:pt x="78" y="115"/>
                        <a:pt x="78" y="115"/>
                        <a:pt x="79" y="116"/>
                      </a:cubicBezTo>
                      <a:cubicBezTo>
                        <a:pt x="78" y="117"/>
                        <a:pt x="78" y="117"/>
                        <a:pt x="78" y="118"/>
                      </a:cubicBezTo>
                      <a:cubicBezTo>
                        <a:pt x="78" y="119"/>
                        <a:pt x="78" y="119"/>
                        <a:pt x="78" y="119"/>
                      </a:cubicBezTo>
                      <a:cubicBezTo>
                        <a:pt x="72" y="130"/>
                        <a:pt x="57" y="140"/>
                        <a:pt x="46" y="147"/>
                      </a:cubicBezTo>
                      <a:cubicBezTo>
                        <a:pt x="44" y="148"/>
                        <a:pt x="40" y="151"/>
                        <a:pt x="37" y="152"/>
                      </a:cubicBezTo>
                      <a:cubicBezTo>
                        <a:pt x="35" y="153"/>
                        <a:pt x="29" y="157"/>
                        <a:pt x="28" y="158"/>
                      </a:cubicBezTo>
                      <a:cubicBezTo>
                        <a:pt x="25" y="161"/>
                        <a:pt x="12" y="165"/>
                        <a:pt x="6" y="165"/>
                      </a:cubicBezTo>
                      <a:cubicBezTo>
                        <a:pt x="4" y="165"/>
                        <a:pt x="2" y="168"/>
                        <a:pt x="1" y="170"/>
                      </a:cubicBezTo>
                      <a:cubicBezTo>
                        <a:pt x="4" y="171"/>
                        <a:pt x="4" y="173"/>
                        <a:pt x="7" y="175"/>
                      </a:cubicBezTo>
                      <a:cubicBezTo>
                        <a:pt x="10" y="176"/>
                        <a:pt x="12" y="176"/>
                        <a:pt x="14" y="178"/>
                      </a:cubicBezTo>
                      <a:cubicBezTo>
                        <a:pt x="18" y="179"/>
                        <a:pt x="18" y="179"/>
                        <a:pt x="18" y="179"/>
                      </a:cubicBezTo>
                      <a:cubicBezTo>
                        <a:pt x="20" y="179"/>
                        <a:pt x="18" y="179"/>
                        <a:pt x="20" y="179"/>
                      </a:cubicBezTo>
                      <a:cubicBezTo>
                        <a:pt x="21" y="179"/>
                        <a:pt x="21" y="179"/>
                        <a:pt x="21" y="179"/>
                      </a:cubicBezTo>
                      <a:cubicBezTo>
                        <a:pt x="22" y="179"/>
                        <a:pt x="22" y="179"/>
                        <a:pt x="22" y="179"/>
                      </a:cubicBezTo>
                      <a:cubicBezTo>
                        <a:pt x="26" y="177"/>
                        <a:pt x="30" y="175"/>
                        <a:pt x="33" y="173"/>
                      </a:cubicBezTo>
                      <a:cubicBezTo>
                        <a:pt x="35" y="171"/>
                        <a:pt x="36" y="170"/>
                        <a:pt x="38" y="169"/>
                      </a:cubicBezTo>
                      <a:cubicBezTo>
                        <a:pt x="39" y="168"/>
                        <a:pt x="43" y="166"/>
                        <a:pt x="43" y="166"/>
                      </a:cubicBezTo>
                      <a:cubicBezTo>
                        <a:pt x="49" y="160"/>
                        <a:pt x="55" y="156"/>
                        <a:pt x="61" y="150"/>
                      </a:cubicBezTo>
                      <a:cubicBezTo>
                        <a:pt x="64" y="148"/>
                        <a:pt x="67" y="145"/>
                        <a:pt x="70" y="143"/>
                      </a:cubicBezTo>
                      <a:cubicBezTo>
                        <a:pt x="73" y="140"/>
                        <a:pt x="76" y="137"/>
                        <a:pt x="79" y="135"/>
                      </a:cubicBezTo>
                      <a:cubicBezTo>
                        <a:pt x="82" y="132"/>
                        <a:pt x="85" y="130"/>
                        <a:pt x="87" y="127"/>
                      </a:cubicBezTo>
                      <a:cubicBezTo>
                        <a:pt x="90" y="124"/>
                        <a:pt x="91" y="119"/>
                        <a:pt x="96" y="119"/>
                      </a:cubicBezTo>
                      <a:cubicBezTo>
                        <a:pt x="98" y="119"/>
                        <a:pt x="100" y="126"/>
                        <a:pt x="100" y="128"/>
                      </a:cubicBezTo>
                      <a:cubicBezTo>
                        <a:pt x="100" y="132"/>
                        <a:pt x="105" y="145"/>
                        <a:pt x="106" y="149"/>
                      </a:cubicBezTo>
                      <a:cubicBezTo>
                        <a:pt x="108" y="155"/>
                        <a:pt x="111" y="165"/>
                        <a:pt x="118" y="165"/>
                      </a:cubicBezTo>
                      <a:cubicBezTo>
                        <a:pt x="119" y="163"/>
                        <a:pt x="125" y="161"/>
                        <a:pt x="125" y="152"/>
                      </a:cubicBezTo>
                      <a:cubicBezTo>
                        <a:pt x="125" y="143"/>
                        <a:pt x="120" y="120"/>
                        <a:pt x="117" y="116"/>
                      </a:cubicBezTo>
                      <a:cubicBezTo>
                        <a:pt x="117" y="118"/>
                        <a:pt x="116" y="118"/>
                        <a:pt x="116" y="120"/>
                      </a:cubicBezTo>
                      <a:cubicBezTo>
                        <a:pt x="116" y="123"/>
                        <a:pt x="115" y="121"/>
                        <a:pt x="115" y="124"/>
                      </a:cubicBezTo>
                      <a:cubicBezTo>
                        <a:pt x="115" y="125"/>
                        <a:pt x="115" y="125"/>
                        <a:pt x="115" y="125"/>
                      </a:cubicBezTo>
                      <a:cubicBezTo>
                        <a:pt x="115" y="126"/>
                        <a:pt x="114" y="129"/>
                        <a:pt x="112" y="129"/>
                      </a:cubicBezTo>
                      <a:cubicBezTo>
                        <a:pt x="109" y="129"/>
                        <a:pt x="109" y="129"/>
                        <a:pt x="109" y="129"/>
                      </a:cubicBezTo>
                      <a:cubicBezTo>
                        <a:pt x="105" y="129"/>
                        <a:pt x="102" y="110"/>
                        <a:pt x="100" y="105"/>
                      </a:cubicBezTo>
                      <a:cubicBezTo>
                        <a:pt x="98" y="101"/>
                        <a:pt x="98" y="97"/>
                        <a:pt x="97" y="92"/>
                      </a:cubicBezTo>
                      <a:cubicBezTo>
                        <a:pt x="96" y="87"/>
                        <a:pt x="94" y="86"/>
                        <a:pt x="94" y="79"/>
                      </a:cubicBezTo>
                      <a:cubicBezTo>
                        <a:pt x="94" y="76"/>
                        <a:pt x="94" y="76"/>
                        <a:pt x="94" y="76"/>
                      </a:cubicBezTo>
                      <a:cubicBezTo>
                        <a:pt x="94" y="65"/>
                        <a:pt x="110" y="67"/>
                        <a:pt x="110" y="61"/>
                      </a:cubicBezTo>
                      <a:cubicBezTo>
                        <a:pt x="110" y="60"/>
                        <a:pt x="110" y="60"/>
                        <a:pt x="110" y="60"/>
                      </a:cubicBezTo>
                      <a:cubicBezTo>
                        <a:pt x="110" y="58"/>
                        <a:pt x="109" y="57"/>
                        <a:pt x="108" y="57"/>
                      </a:cubicBezTo>
                      <a:cubicBezTo>
                        <a:pt x="105" y="57"/>
                        <a:pt x="105" y="57"/>
                        <a:pt x="105" y="57"/>
                      </a:cubicBezTo>
                      <a:cubicBezTo>
                        <a:pt x="104" y="57"/>
                        <a:pt x="104" y="57"/>
                        <a:pt x="104" y="57"/>
                      </a:cubicBezTo>
                      <a:cubicBezTo>
                        <a:pt x="103" y="58"/>
                        <a:pt x="102" y="59"/>
                        <a:pt x="101" y="59"/>
                      </a:cubicBezTo>
                      <a:cubicBezTo>
                        <a:pt x="99" y="60"/>
                        <a:pt x="99" y="59"/>
                        <a:pt x="97" y="60"/>
                      </a:cubicBezTo>
                      <a:cubicBezTo>
                        <a:pt x="95" y="59"/>
                        <a:pt x="91" y="56"/>
                        <a:pt x="91" y="54"/>
                      </a:cubicBezTo>
                      <a:cubicBezTo>
                        <a:pt x="91" y="41"/>
                        <a:pt x="91" y="41"/>
                        <a:pt x="91" y="41"/>
                      </a:cubicBezTo>
                      <a:lnTo>
                        <a:pt x="91" y="29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3" name="íšlïďè"/>
                <p:cNvSpPr/>
                <p:nvPr/>
              </p:nvSpPr>
              <p:spPr bwMode="auto">
                <a:xfrm>
                  <a:off x="5478463" y="3581400"/>
                  <a:ext cx="46038" cy="76200"/>
                </a:xfrm>
                <a:custGeom>
                  <a:avLst/>
                  <a:gdLst>
                    <a:gd name="T0" fmla="*/ 14 w 14"/>
                    <a:gd name="T1" fmla="*/ 15 h 23"/>
                    <a:gd name="T2" fmla="*/ 10 w 14"/>
                    <a:gd name="T3" fmla="*/ 6 h 23"/>
                    <a:gd name="T4" fmla="*/ 3 w 14"/>
                    <a:gd name="T5" fmla="*/ 0 h 23"/>
                    <a:gd name="T6" fmla="*/ 0 w 14"/>
                    <a:gd name="T7" fmla="*/ 3 h 23"/>
                    <a:gd name="T8" fmla="*/ 5 w 14"/>
                    <a:gd name="T9" fmla="*/ 11 h 23"/>
                    <a:gd name="T10" fmla="*/ 5 w 14"/>
                    <a:gd name="T11" fmla="*/ 12 h 23"/>
                    <a:gd name="T12" fmla="*/ 5 w 14"/>
                    <a:gd name="T13" fmla="*/ 14 h 23"/>
                    <a:gd name="T14" fmla="*/ 5 w 14"/>
                    <a:gd name="T15" fmla="*/ 15 h 23"/>
                    <a:gd name="T16" fmla="*/ 2 w 14"/>
                    <a:gd name="T17" fmla="*/ 19 h 23"/>
                    <a:gd name="T18" fmla="*/ 2 w 14"/>
                    <a:gd name="T19" fmla="*/ 22 h 23"/>
                    <a:gd name="T20" fmla="*/ 5 w 14"/>
                    <a:gd name="T21" fmla="*/ 23 h 23"/>
                    <a:gd name="T22" fmla="*/ 6 w 14"/>
                    <a:gd name="T23" fmla="*/ 23 h 23"/>
                    <a:gd name="T24" fmla="*/ 11 w 14"/>
                    <a:gd name="T25" fmla="*/ 20 h 23"/>
                    <a:gd name="T26" fmla="*/ 14 w 14"/>
                    <a:gd name="T27" fmla="*/ 15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4" h="23">
                      <a:moveTo>
                        <a:pt x="14" y="15"/>
                      </a:moveTo>
                      <a:cubicBezTo>
                        <a:pt x="14" y="11"/>
                        <a:pt x="12" y="9"/>
                        <a:pt x="10" y="6"/>
                      </a:cubicBezTo>
                      <a:cubicBezTo>
                        <a:pt x="8" y="5"/>
                        <a:pt x="3" y="1"/>
                        <a:pt x="3" y="0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5" y="12"/>
                        <a:pt x="5" y="12"/>
                        <a:pt x="5" y="12"/>
                      </a:cubicBez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5" y="15"/>
                        <a:pt x="5" y="15"/>
                        <a:pt x="5" y="15"/>
                      </a:cubicBezTo>
                      <a:cubicBezTo>
                        <a:pt x="2" y="19"/>
                        <a:pt x="2" y="19"/>
                        <a:pt x="2" y="19"/>
                      </a:cubicBezTo>
                      <a:cubicBezTo>
                        <a:pt x="2" y="22"/>
                        <a:pt x="2" y="22"/>
                        <a:pt x="2" y="22"/>
                      </a:cubicBezTo>
                      <a:cubicBezTo>
                        <a:pt x="5" y="23"/>
                        <a:pt x="5" y="23"/>
                        <a:pt x="5" y="23"/>
                      </a:cubicBezTo>
                      <a:cubicBezTo>
                        <a:pt x="6" y="23"/>
                        <a:pt x="6" y="23"/>
                        <a:pt x="6" y="23"/>
                      </a:cubicBezTo>
                      <a:cubicBezTo>
                        <a:pt x="7" y="23"/>
                        <a:pt x="11" y="21"/>
                        <a:pt x="11" y="20"/>
                      </a:cubicBezTo>
                      <a:cubicBezTo>
                        <a:pt x="13" y="19"/>
                        <a:pt x="13" y="17"/>
                        <a:pt x="14" y="1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4" name="işḷîḑe"/>
                <p:cNvSpPr/>
                <p:nvPr/>
              </p:nvSpPr>
              <p:spPr bwMode="auto">
                <a:xfrm>
                  <a:off x="6310313" y="3136900"/>
                  <a:ext cx="406400" cy="554038"/>
                </a:xfrm>
                <a:custGeom>
                  <a:avLst/>
                  <a:gdLst>
                    <a:gd name="T0" fmla="*/ 101 w 123"/>
                    <a:gd name="T1" fmla="*/ 9 h 166"/>
                    <a:gd name="T2" fmla="*/ 96 w 123"/>
                    <a:gd name="T3" fmla="*/ 0 h 166"/>
                    <a:gd name="T4" fmla="*/ 76 w 123"/>
                    <a:gd name="T5" fmla="*/ 23 h 166"/>
                    <a:gd name="T6" fmla="*/ 66 w 123"/>
                    <a:gd name="T7" fmla="*/ 20 h 166"/>
                    <a:gd name="T8" fmla="*/ 69 w 123"/>
                    <a:gd name="T9" fmla="*/ 29 h 166"/>
                    <a:gd name="T10" fmla="*/ 64 w 123"/>
                    <a:gd name="T11" fmla="*/ 38 h 166"/>
                    <a:gd name="T12" fmla="*/ 71 w 123"/>
                    <a:gd name="T13" fmla="*/ 37 h 166"/>
                    <a:gd name="T14" fmla="*/ 78 w 123"/>
                    <a:gd name="T15" fmla="*/ 38 h 166"/>
                    <a:gd name="T16" fmla="*/ 104 w 123"/>
                    <a:gd name="T17" fmla="*/ 37 h 166"/>
                    <a:gd name="T18" fmla="*/ 97 w 123"/>
                    <a:gd name="T19" fmla="*/ 43 h 166"/>
                    <a:gd name="T20" fmla="*/ 85 w 123"/>
                    <a:gd name="T21" fmla="*/ 56 h 166"/>
                    <a:gd name="T22" fmla="*/ 78 w 123"/>
                    <a:gd name="T23" fmla="*/ 67 h 166"/>
                    <a:gd name="T24" fmla="*/ 72 w 123"/>
                    <a:gd name="T25" fmla="*/ 62 h 166"/>
                    <a:gd name="T26" fmla="*/ 72 w 123"/>
                    <a:gd name="T27" fmla="*/ 48 h 166"/>
                    <a:gd name="T28" fmla="*/ 63 w 123"/>
                    <a:gd name="T29" fmla="*/ 57 h 166"/>
                    <a:gd name="T30" fmla="*/ 56 w 123"/>
                    <a:gd name="T31" fmla="*/ 57 h 166"/>
                    <a:gd name="T32" fmla="*/ 61 w 123"/>
                    <a:gd name="T33" fmla="*/ 66 h 166"/>
                    <a:gd name="T34" fmla="*/ 59 w 123"/>
                    <a:gd name="T35" fmla="*/ 70 h 166"/>
                    <a:gd name="T36" fmla="*/ 68 w 123"/>
                    <a:gd name="T37" fmla="*/ 74 h 166"/>
                    <a:gd name="T38" fmla="*/ 68 w 123"/>
                    <a:gd name="T39" fmla="*/ 78 h 166"/>
                    <a:gd name="T40" fmla="*/ 40 w 123"/>
                    <a:gd name="T41" fmla="*/ 92 h 166"/>
                    <a:gd name="T42" fmla="*/ 24 w 123"/>
                    <a:gd name="T43" fmla="*/ 99 h 166"/>
                    <a:gd name="T44" fmla="*/ 3 w 123"/>
                    <a:gd name="T45" fmla="*/ 105 h 166"/>
                    <a:gd name="T46" fmla="*/ 2 w 123"/>
                    <a:gd name="T47" fmla="*/ 112 h 166"/>
                    <a:gd name="T48" fmla="*/ 14 w 123"/>
                    <a:gd name="T49" fmla="*/ 120 h 166"/>
                    <a:gd name="T50" fmla="*/ 32 w 123"/>
                    <a:gd name="T51" fmla="*/ 108 h 166"/>
                    <a:gd name="T52" fmla="*/ 55 w 123"/>
                    <a:gd name="T53" fmla="*/ 93 h 166"/>
                    <a:gd name="T54" fmla="*/ 63 w 123"/>
                    <a:gd name="T55" fmla="*/ 89 h 166"/>
                    <a:gd name="T56" fmla="*/ 82 w 123"/>
                    <a:gd name="T57" fmla="*/ 83 h 166"/>
                    <a:gd name="T58" fmla="*/ 82 w 123"/>
                    <a:gd name="T59" fmla="*/ 86 h 166"/>
                    <a:gd name="T60" fmla="*/ 74 w 123"/>
                    <a:gd name="T61" fmla="*/ 97 h 166"/>
                    <a:gd name="T62" fmla="*/ 61 w 123"/>
                    <a:gd name="T63" fmla="*/ 107 h 166"/>
                    <a:gd name="T64" fmla="*/ 64 w 123"/>
                    <a:gd name="T65" fmla="*/ 118 h 166"/>
                    <a:gd name="T66" fmla="*/ 55 w 123"/>
                    <a:gd name="T67" fmla="*/ 126 h 166"/>
                    <a:gd name="T68" fmla="*/ 40 w 123"/>
                    <a:gd name="T69" fmla="*/ 129 h 166"/>
                    <a:gd name="T70" fmla="*/ 30 w 123"/>
                    <a:gd name="T71" fmla="*/ 130 h 166"/>
                    <a:gd name="T72" fmla="*/ 35 w 123"/>
                    <a:gd name="T73" fmla="*/ 141 h 166"/>
                    <a:gd name="T74" fmla="*/ 38 w 123"/>
                    <a:gd name="T75" fmla="*/ 141 h 166"/>
                    <a:gd name="T76" fmla="*/ 56 w 123"/>
                    <a:gd name="T77" fmla="*/ 133 h 166"/>
                    <a:gd name="T78" fmla="*/ 63 w 123"/>
                    <a:gd name="T79" fmla="*/ 141 h 166"/>
                    <a:gd name="T80" fmla="*/ 56 w 123"/>
                    <a:gd name="T81" fmla="*/ 154 h 166"/>
                    <a:gd name="T82" fmla="*/ 53 w 123"/>
                    <a:gd name="T83" fmla="*/ 154 h 166"/>
                    <a:gd name="T84" fmla="*/ 49 w 123"/>
                    <a:gd name="T85" fmla="*/ 154 h 166"/>
                    <a:gd name="T86" fmla="*/ 46 w 123"/>
                    <a:gd name="T87" fmla="*/ 156 h 166"/>
                    <a:gd name="T88" fmla="*/ 56 w 123"/>
                    <a:gd name="T89" fmla="*/ 166 h 166"/>
                    <a:gd name="T90" fmla="*/ 71 w 123"/>
                    <a:gd name="T91" fmla="*/ 160 h 166"/>
                    <a:gd name="T92" fmla="*/ 75 w 123"/>
                    <a:gd name="T93" fmla="*/ 146 h 166"/>
                    <a:gd name="T94" fmla="*/ 80 w 123"/>
                    <a:gd name="T95" fmla="*/ 124 h 166"/>
                    <a:gd name="T96" fmla="*/ 94 w 123"/>
                    <a:gd name="T97" fmla="*/ 120 h 166"/>
                    <a:gd name="T98" fmla="*/ 81 w 123"/>
                    <a:gd name="T99" fmla="*/ 117 h 166"/>
                    <a:gd name="T100" fmla="*/ 72 w 123"/>
                    <a:gd name="T101" fmla="*/ 107 h 166"/>
                    <a:gd name="T102" fmla="*/ 78 w 123"/>
                    <a:gd name="T103" fmla="*/ 96 h 166"/>
                    <a:gd name="T104" fmla="*/ 92 w 123"/>
                    <a:gd name="T105" fmla="*/ 89 h 166"/>
                    <a:gd name="T106" fmla="*/ 102 w 123"/>
                    <a:gd name="T107" fmla="*/ 78 h 166"/>
                    <a:gd name="T108" fmla="*/ 95 w 123"/>
                    <a:gd name="T109" fmla="*/ 61 h 166"/>
                    <a:gd name="T110" fmla="*/ 109 w 123"/>
                    <a:gd name="T111" fmla="*/ 48 h 166"/>
                    <a:gd name="T112" fmla="*/ 116 w 123"/>
                    <a:gd name="T113" fmla="*/ 42 h 166"/>
                    <a:gd name="T114" fmla="*/ 121 w 123"/>
                    <a:gd name="T115" fmla="*/ 32 h 166"/>
                    <a:gd name="T116" fmla="*/ 116 w 123"/>
                    <a:gd name="T117" fmla="*/ 17 h 166"/>
                    <a:gd name="T118" fmla="*/ 104 w 123"/>
                    <a:gd name="T119" fmla="*/ 20 h 166"/>
                    <a:gd name="T120" fmla="*/ 93 w 123"/>
                    <a:gd name="T121" fmla="*/ 21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123" h="166">
                      <a:moveTo>
                        <a:pt x="93" y="21"/>
                      </a:moveTo>
                      <a:cubicBezTo>
                        <a:pt x="94" y="14"/>
                        <a:pt x="98" y="14"/>
                        <a:pt x="101" y="9"/>
                      </a:cubicBezTo>
                      <a:cubicBezTo>
                        <a:pt x="101" y="8"/>
                        <a:pt x="101" y="8"/>
                        <a:pt x="101" y="8"/>
                      </a:cubicBezTo>
                      <a:cubicBezTo>
                        <a:pt x="101" y="5"/>
                        <a:pt x="97" y="1"/>
                        <a:pt x="96" y="0"/>
                      </a:cubicBezTo>
                      <a:cubicBezTo>
                        <a:pt x="89" y="3"/>
                        <a:pt x="91" y="6"/>
                        <a:pt x="88" y="13"/>
                      </a:cubicBezTo>
                      <a:cubicBezTo>
                        <a:pt x="85" y="17"/>
                        <a:pt x="82" y="23"/>
                        <a:pt x="76" y="23"/>
                      </a:cubicBezTo>
                      <a:cubicBezTo>
                        <a:pt x="75" y="23"/>
                        <a:pt x="70" y="18"/>
                        <a:pt x="67" y="17"/>
                      </a:cubicBezTo>
                      <a:cubicBezTo>
                        <a:pt x="66" y="20"/>
                        <a:pt x="66" y="20"/>
                        <a:pt x="66" y="20"/>
                      </a:cubicBezTo>
                      <a:cubicBezTo>
                        <a:pt x="67" y="23"/>
                        <a:pt x="69" y="24"/>
                        <a:pt x="69" y="28"/>
                      </a:cubicBezTo>
                      <a:cubicBezTo>
                        <a:pt x="69" y="29"/>
                        <a:pt x="69" y="29"/>
                        <a:pt x="69" y="29"/>
                      </a:cubicBezTo>
                      <a:cubicBezTo>
                        <a:pt x="69" y="29"/>
                        <a:pt x="63" y="36"/>
                        <a:pt x="62" y="37"/>
                      </a:cubicBezTo>
                      <a:cubicBezTo>
                        <a:pt x="63" y="38"/>
                        <a:pt x="61" y="38"/>
                        <a:pt x="64" y="38"/>
                      </a:cubicBezTo>
                      <a:cubicBezTo>
                        <a:pt x="64" y="38"/>
                        <a:pt x="64" y="38"/>
                        <a:pt x="64" y="38"/>
                      </a:cubicBezTo>
                      <a:cubicBezTo>
                        <a:pt x="71" y="37"/>
                        <a:pt x="71" y="37"/>
                        <a:pt x="71" y="37"/>
                      </a:cubicBezTo>
                      <a:cubicBezTo>
                        <a:pt x="74" y="37"/>
                        <a:pt x="74" y="38"/>
                        <a:pt x="78" y="38"/>
                      </a:cubicBezTo>
                      <a:cubicBezTo>
                        <a:pt x="78" y="38"/>
                        <a:pt x="78" y="38"/>
                        <a:pt x="78" y="38"/>
                      </a:cubicBezTo>
                      <a:cubicBezTo>
                        <a:pt x="79" y="38"/>
                        <a:pt x="84" y="33"/>
                        <a:pt x="91" y="32"/>
                      </a:cubicBezTo>
                      <a:cubicBezTo>
                        <a:pt x="96" y="31"/>
                        <a:pt x="104" y="30"/>
                        <a:pt x="104" y="37"/>
                      </a:cubicBezTo>
                      <a:cubicBezTo>
                        <a:pt x="104" y="39"/>
                        <a:pt x="102" y="41"/>
                        <a:pt x="101" y="43"/>
                      </a:cubicBezTo>
                      <a:cubicBezTo>
                        <a:pt x="98" y="43"/>
                        <a:pt x="99" y="43"/>
                        <a:pt x="97" y="43"/>
                      </a:cubicBezTo>
                      <a:cubicBezTo>
                        <a:pt x="96" y="43"/>
                        <a:pt x="93" y="42"/>
                        <a:pt x="92" y="41"/>
                      </a:cubicBezTo>
                      <a:cubicBezTo>
                        <a:pt x="85" y="46"/>
                        <a:pt x="88" y="49"/>
                        <a:pt x="85" y="56"/>
                      </a:cubicBezTo>
                      <a:cubicBezTo>
                        <a:pt x="84" y="57"/>
                        <a:pt x="81" y="64"/>
                        <a:pt x="81" y="64"/>
                      </a:cubicBezTo>
                      <a:cubicBezTo>
                        <a:pt x="80" y="66"/>
                        <a:pt x="80" y="64"/>
                        <a:pt x="78" y="67"/>
                      </a:cubicBezTo>
                      <a:cubicBezTo>
                        <a:pt x="77" y="70"/>
                        <a:pt x="78" y="68"/>
                        <a:pt x="76" y="70"/>
                      </a:cubicBezTo>
                      <a:cubicBezTo>
                        <a:pt x="74" y="67"/>
                        <a:pt x="72" y="66"/>
                        <a:pt x="72" y="62"/>
                      </a:cubicBezTo>
                      <a:cubicBezTo>
                        <a:pt x="72" y="61"/>
                        <a:pt x="75" y="55"/>
                        <a:pt x="76" y="54"/>
                      </a:cubicBezTo>
                      <a:cubicBezTo>
                        <a:pt x="75" y="51"/>
                        <a:pt x="75" y="48"/>
                        <a:pt x="72" y="48"/>
                      </a:cubicBezTo>
                      <a:cubicBezTo>
                        <a:pt x="71" y="48"/>
                        <a:pt x="70" y="49"/>
                        <a:pt x="70" y="49"/>
                      </a:cubicBezTo>
                      <a:cubicBezTo>
                        <a:pt x="70" y="55"/>
                        <a:pt x="67" y="55"/>
                        <a:pt x="63" y="57"/>
                      </a:cubicBezTo>
                      <a:cubicBezTo>
                        <a:pt x="62" y="56"/>
                        <a:pt x="60" y="55"/>
                        <a:pt x="59" y="55"/>
                      </a:cubicBezTo>
                      <a:cubicBezTo>
                        <a:pt x="58" y="55"/>
                        <a:pt x="56" y="57"/>
                        <a:pt x="56" y="57"/>
                      </a:cubicBezTo>
                      <a:cubicBezTo>
                        <a:pt x="58" y="60"/>
                        <a:pt x="59" y="60"/>
                        <a:pt x="61" y="64"/>
                      </a:cubicBezTo>
                      <a:cubicBezTo>
                        <a:pt x="61" y="66"/>
                        <a:pt x="61" y="66"/>
                        <a:pt x="61" y="66"/>
                      </a:cubicBezTo>
                      <a:cubicBezTo>
                        <a:pt x="61" y="67"/>
                        <a:pt x="61" y="67"/>
                        <a:pt x="61" y="67"/>
                      </a:cubicBezTo>
                      <a:cubicBezTo>
                        <a:pt x="59" y="70"/>
                        <a:pt x="59" y="70"/>
                        <a:pt x="59" y="70"/>
                      </a:cubicBezTo>
                      <a:cubicBezTo>
                        <a:pt x="60" y="71"/>
                        <a:pt x="58" y="71"/>
                        <a:pt x="61" y="71"/>
                      </a:cubicBezTo>
                      <a:cubicBezTo>
                        <a:pt x="64" y="71"/>
                        <a:pt x="66" y="72"/>
                        <a:pt x="68" y="74"/>
                      </a:cubicBezTo>
                      <a:cubicBezTo>
                        <a:pt x="68" y="75"/>
                        <a:pt x="68" y="75"/>
                        <a:pt x="68" y="75"/>
                      </a:cubicBezTo>
                      <a:cubicBezTo>
                        <a:pt x="68" y="78"/>
                        <a:pt x="68" y="78"/>
                        <a:pt x="68" y="78"/>
                      </a:cubicBezTo>
                      <a:cubicBezTo>
                        <a:pt x="68" y="82"/>
                        <a:pt x="58" y="85"/>
                        <a:pt x="55" y="86"/>
                      </a:cubicBezTo>
                      <a:cubicBezTo>
                        <a:pt x="50" y="88"/>
                        <a:pt x="44" y="91"/>
                        <a:pt x="40" y="92"/>
                      </a:cubicBezTo>
                      <a:cubicBezTo>
                        <a:pt x="36" y="94"/>
                        <a:pt x="35" y="94"/>
                        <a:pt x="32" y="96"/>
                      </a:cubicBezTo>
                      <a:cubicBezTo>
                        <a:pt x="29" y="97"/>
                        <a:pt x="27" y="97"/>
                        <a:pt x="24" y="99"/>
                      </a:cubicBezTo>
                      <a:cubicBezTo>
                        <a:pt x="20" y="101"/>
                        <a:pt x="13" y="104"/>
                        <a:pt x="9" y="104"/>
                      </a:cubicBezTo>
                      <a:cubicBezTo>
                        <a:pt x="3" y="105"/>
                        <a:pt x="3" y="105"/>
                        <a:pt x="3" y="105"/>
                      </a:cubicBezTo>
                      <a:cubicBezTo>
                        <a:pt x="1" y="105"/>
                        <a:pt x="1" y="106"/>
                        <a:pt x="0" y="107"/>
                      </a:cubicBezTo>
                      <a:cubicBezTo>
                        <a:pt x="0" y="108"/>
                        <a:pt x="0" y="111"/>
                        <a:pt x="2" y="112"/>
                      </a:cubicBezTo>
                      <a:cubicBezTo>
                        <a:pt x="4" y="114"/>
                        <a:pt x="3" y="114"/>
                        <a:pt x="5" y="115"/>
                      </a:cubicBezTo>
                      <a:cubicBezTo>
                        <a:pt x="6" y="116"/>
                        <a:pt x="12" y="119"/>
                        <a:pt x="14" y="120"/>
                      </a:cubicBezTo>
                      <a:cubicBezTo>
                        <a:pt x="15" y="119"/>
                        <a:pt x="15" y="119"/>
                        <a:pt x="17" y="119"/>
                      </a:cubicBezTo>
                      <a:cubicBezTo>
                        <a:pt x="20" y="119"/>
                        <a:pt x="30" y="110"/>
                        <a:pt x="32" y="108"/>
                      </a:cubicBezTo>
                      <a:cubicBezTo>
                        <a:pt x="36" y="104"/>
                        <a:pt x="42" y="101"/>
                        <a:pt x="47" y="98"/>
                      </a:cubicBezTo>
                      <a:cubicBezTo>
                        <a:pt x="50" y="96"/>
                        <a:pt x="52" y="95"/>
                        <a:pt x="55" y="93"/>
                      </a:cubicBezTo>
                      <a:cubicBezTo>
                        <a:pt x="57" y="92"/>
                        <a:pt x="58" y="92"/>
                        <a:pt x="59" y="91"/>
                      </a:cubicBezTo>
                      <a:cubicBezTo>
                        <a:pt x="61" y="90"/>
                        <a:pt x="61" y="90"/>
                        <a:pt x="63" y="89"/>
                      </a:cubicBezTo>
                      <a:cubicBezTo>
                        <a:pt x="68" y="87"/>
                        <a:pt x="74" y="80"/>
                        <a:pt x="79" y="80"/>
                      </a:cubicBezTo>
                      <a:cubicBezTo>
                        <a:pt x="81" y="80"/>
                        <a:pt x="82" y="82"/>
                        <a:pt x="82" y="83"/>
                      </a:cubicBezTo>
                      <a:cubicBezTo>
                        <a:pt x="82" y="85"/>
                        <a:pt x="82" y="85"/>
                        <a:pt x="82" y="85"/>
                      </a:cubicBezTo>
                      <a:cubicBezTo>
                        <a:pt x="82" y="86"/>
                        <a:pt x="82" y="86"/>
                        <a:pt x="82" y="86"/>
                      </a:cubicBezTo>
                      <a:cubicBezTo>
                        <a:pt x="80" y="90"/>
                        <a:pt x="79" y="89"/>
                        <a:pt x="78" y="93"/>
                      </a:cubicBezTo>
                      <a:cubicBezTo>
                        <a:pt x="75" y="94"/>
                        <a:pt x="75" y="94"/>
                        <a:pt x="74" y="97"/>
                      </a:cubicBezTo>
                      <a:cubicBezTo>
                        <a:pt x="69" y="98"/>
                        <a:pt x="71" y="99"/>
                        <a:pt x="67" y="101"/>
                      </a:cubicBezTo>
                      <a:cubicBezTo>
                        <a:pt x="63" y="103"/>
                        <a:pt x="63" y="103"/>
                        <a:pt x="61" y="107"/>
                      </a:cubicBezTo>
                      <a:cubicBezTo>
                        <a:pt x="61" y="110"/>
                        <a:pt x="64" y="114"/>
                        <a:pt x="64" y="117"/>
                      </a:cubicBezTo>
                      <a:cubicBezTo>
                        <a:pt x="64" y="118"/>
                        <a:pt x="64" y="118"/>
                        <a:pt x="64" y="118"/>
                      </a:cubicBezTo>
                      <a:cubicBezTo>
                        <a:pt x="64" y="119"/>
                        <a:pt x="64" y="119"/>
                        <a:pt x="64" y="119"/>
                      </a:cubicBezTo>
                      <a:cubicBezTo>
                        <a:pt x="61" y="123"/>
                        <a:pt x="60" y="125"/>
                        <a:pt x="55" y="126"/>
                      </a:cubicBezTo>
                      <a:cubicBezTo>
                        <a:pt x="51" y="127"/>
                        <a:pt x="43" y="129"/>
                        <a:pt x="41" y="129"/>
                      </a:cubicBezTo>
                      <a:cubicBezTo>
                        <a:pt x="40" y="129"/>
                        <a:pt x="40" y="129"/>
                        <a:pt x="40" y="129"/>
                      </a:cubicBezTo>
                      <a:cubicBezTo>
                        <a:pt x="32" y="130"/>
                        <a:pt x="32" y="130"/>
                        <a:pt x="32" y="130"/>
                      </a:cubicBezTo>
                      <a:cubicBezTo>
                        <a:pt x="30" y="130"/>
                        <a:pt x="30" y="130"/>
                        <a:pt x="30" y="130"/>
                      </a:cubicBezTo>
                      <a:cubicBezTo>
                        <a:pt x="27" y="132"/>
                        <a:pt x="27" y="132"/>
                        <a:pt x="27" y="132"/>
                      </a:cubicBezTo>
                      <a:cubicBezTo>
                        <a:pt x="30" y="136"/>
                        <a:pt x="30" y="138"/>
                        <a:pt x="35" y="141"/>
                      </a:cubicBezTo>
                      <a:cubicBezTo>
                        <a:pt x="36" y="141"/>
                        <a:pt x="36" y="141"/>
                        <a:pt x="36" y="141"/>
                      </a:cubicBezTo>
                      <a:cubicBezTo>
                        <a:pt x="38" y="141"/>
                        <a:pt x="38" y="141"/>
                        <a:pt x="38" y="141"/>
                      </a:cubicBezTo>
                      <a:cubicBezTo>
                        <a:pt x="39" y="141"/>
                        <a:pt x="39" y="141"/>
                        <a:pt x="39" y="141"/>
                      </a:cubicBezTo>
                      <a:cubicBezTo>
                        <a:pt x="43" y="138"/>
                        <a:pt x="51" y="133"/>
                        <a:pt x="56" y="133"/>
                      </a:cubicBezTo>
                      <a:cubicBezTo>
                        <a:pt x="58" y="133"/>
                        <a:pt x="58" y="133"/>
                        <a:pt x="58" y="133"/>
                      </a:cubicBezTo>
                      <a:cubicBezTo>
                        <a:pt x="62" y="133"/>
                        <a:pt x="63" y="137"/>
                        <a:pt x="63" y="141"/>
                      </a:cubicBezTo>
                      <a:cubicBezTo>
                        <a:pt x="63" y="143"/>
                        <a:pt x="63" y="143"/>
                        <a:pt x="63" y="143"/>
                      </a:cubicBezTo>
                      <a:cubicBezTo>
                        <a:pt x="63" y="150"/>
                        <a:pt x="60" y="152"/>
                        <a:pt x="56" y="154"/>
                      </a:cubicBezTo>
                      <a:cubicBezTo>
                        <a:pt x="55" y="154"/>
                        <a:pt x="55" y="154"/>
                        <a:pt x="55" y="154"/>
                      </a:cubicBezTo>
                      <a:cubicBezTo>
                        <a:pt x="53" y="154"/>
                        <a:pt x="53" y="154"/>
                        <a:pt x="53" y="154"/>
                      </a:cubicBezTo>
                      <a:cubicBezTo>
                        <a:pt x="52" y="154"/>
                        <a:pt x="52" y="154"/>
                        <a:pt x="51" y="153"/>
                      </a:cubicBezTo>
                      <a:cubicBezTo>
                        <a:pt x="50" y="154"/>
                        <a:pt x="50" y="154"/>
                        <a:pt x="49" y="154"/>
                      </a:cubicBezTo>
                      <a:cubicBezTo>
                        <a:pt x="47" y="154"/>
                        <a:pt x="47" y="154"/>
                        <a:pt x="47" y="154"/>
                      </a:cubicBezTo>
                      <a:cubicBezTo>
                        <a:pt x="47" y="155"/>
                        <a:pt x="46" y="155"/>
                        <a:pt x="46" y="156"/>
                      </a:cubicBezTo>
                      <a:cubicBezTo>
                        <a:pt x="46" y="158"/>
                        <a:pt x="53" y="165"/>
                        <a:pt x="55" y="166"/>
                      </a:cubicBezTo>
                      <a:cubicBezTo>
                        <a:pt x="56" y="166"/>
                        <a:pt x="56" y="166"/>
                        <a:pt x="56" y="166"/>
                      </a:cubicBezTo>
                      <a:cubicBezTo>
                        <a:pt x="61" y="166"/>
                        <a:pt x="61" y="166"/>
                        <a:pt x="61" y="166"/>
                      </a:cubicBezTo>
                      <a:cubicBezTo>
                        <a:pt x="66" y="166"/>
                        <a:pt x="69" y="163"/>
                        <a:pt x="71" y="160"/>
                      </a:cubicBezTo>
                      <a:cubicBezTo>
                        <a:pt x="74" y="155"/>
                        <a:pt x="74" y="151"/>
                        <a:pt x="76" y="148"/>
                      </a:cubicBezTo>
                      <a:cubicBezTo>
                        <a:pt x="75" y="146"/>
                        <a:pt x="75" y="148"/>
                        <a:pt x="75" y="146"/>
                      </a:cubicBezTo>
                      <a:cubicBezTo>
                        <a:pt x="75" y="138"/>
                        <a:pt x="75" y="138"/>
                        <a:pt x="75" y="138"/>
                      </a:cubicBezTo>
                      <a:cubicBezTo>
                        <a:pt x="75" y="130"/>
                        <a:pt x="74" y="128"/>
                        <a:pt x="80" y="124"/>
                      </a:cubicBezTo>
                      <a:cubicBezTo>
                        <a:pt x="81" y="124"/>
                        <a:pt x="81" y="124"/>
                        <a:pt x="81" y="124"/>
                      </a:cubicBezTo>
                      <a:cubicBezTo>
                        <a:pt x="90" y="124"/>
                        <a:pt x="90" y="127"/>
                        <a:pt x="94" y="120"/>
                      </a:cubicBezTo>
                      <a:cubicBezTo>
                        <a:pt x="92" y="117"/>
                        <a:pt x="91" y="116"/>
                        <a:pt x="88" y="115"/>
                      </a:cubicBezTo>
                      <a:cubicBezTo>
                        <a:pt x="86" y="116"/>
                        <a:pt x="84" y="117"/>
                        <a:pt x="81" y="117"/>
                      </a:cubicBezTo>
                      <a:cubicBezTo>
                        <a:pt x="79" y="117"/>
                        <a:pt x="79" y="117"/>
                        <a:pt x="79" y="117"/>
                      </a:cubicBezTo>
                      <a:cubicBezTo>
                        <a:pt x="77" y="116"/>
                        <a:pt x="72" y="109"/>
                        <a:pt x="72" y="107"/>
                      </a:cubicBezTo>
                      <a:cubicBezTo>
                        <a:pt x="72" y="105"/>
                        <a:pt x="72" y="105"/>
                        <a:pt x="72" y="105"/>
                      </a:cubicBezTo>
                      <a:cubicBezTo>
                        <a:pt x="72" y="99"/>
                        <a:pt x="75" y="100"/>
                        <a:pt x="78" y="96"/>
                      </a:cubicBezTo>
                      <a:cubicBezTo>
                        <a:pt x="80" y="96"/>
                        <a:pt x="80" y="96"/>
                        <a:pt x="80" y="96"/>
                      </a:cubicBezTo>
                      <a:cubicBezTo>
                        <a:pt x="82" y="93"/>
                        <a:pt x="89" y="90"/>
                        <a:pt x="92" y="89"/>
                      </a:cubicBezTo>
                      <a:cubicBezTo>
                        <a:pt x="95" y="87"/>
                        <a:pt x="101" y="83"/>
                        <a:pt x="101" y="80"/>
                      </a:cubicBezTo>
                      <a:cubicBezTo>
                        <a:pt x="101" y="77"/>
                        <a:pt x="101" y="79"/>
                        <a:pt x="102" y="78"/>
                      </a:cubicBezTo>
                      <a:cubicBezTo>
                        <a:pt x="101" y="77"/>
                        <a:pt x="101" y="79"/>
                        <a:pt x="101" y="77"/>
                      </a:cubicBezTo>
                      <a:cubicBezTo>
                        <a:pt x="101" y="73"/>
                        <a:pt x="96" y="64"/>
                        <a:pt x="95" y="61"/>
                      </a:cubicBezTo>
                      <a:cubicBezTo>
                        <a:pt x="95" y="61"/>
                        <a:pt x="101" y="55"/>
                        <a:pt x="102" y="55"/>
                      </a:cubicBezTo>
                      <a:cubicBezTo>
                        <a:pt x="104" y="52"/>
                        <a:pt x="106" y="51"/>
                        <a:pt x="109" y="48"/>
                      </a:cubicBezTo>
                      <a:cubicBezTo>
                        <a:pt x="110" y="47"/>
                        <a:pt x="112" y="46"/>
                        <a:pt x="113" y="45"/>
                      </a:cubicBezTo>
                      <a:cubicBezTo>
                        <a:pt x="114" y="44"/>
                        <a:pt x="115" y="43"/>
                        <a:pt x="116" y="42"/>
                      </a:cubicBezTo>
                      <a:cubicBezTo>
                        <a:pt x="118" y="39"/>
                        <a:pt x="118" y="35"/>
                        <a:pt x="121" y="34"/>
                      </a:cubicBezTo>
                      <a:cubicBezTo>
                        <a:pt x="121" y="32"/>
                        <a:pt x="121" y="32"/>
                        <a:pt x="121" y="32"/>
                      </a:cubicBezTo>
                      <a:cubicBezTo>
                        <a:pt x="121" y="27"/>
                        <a:pt x="123" y="30"/>
                        <a:pt x="120" y="24"/>
                      </a:cubicBezTo>
                      <a:cubicBezTo>
                        <a:pt x="118" y="20"/>
                        <a:pt x="118" y="20"/>
                        <a:pt x="116" y="17"/>
                      </a:cubicBezTo>
                      <a:cubicBezTo>
                        <a:pt x="113" y="17"/>
                        <a:pt x="113" y="17"/>
                        <a:pt x="113" y="17"/>
                      </a:cubicBezTo>
                      <a:cubicBezTo>
                        <a:pt x="111" y="17"/>
                        <a:pt x="105" y="19"/>
                        <a:pt x="104" y="20"/>
                      </a:cubicBezTo>
                      <a:cubicBezTo>
                        <a:pt x="101" y="23"/>
                        <a:pt x="102" y="23"/>
                        <a:pt x="96" y="24"/>
                      </a:cubicBezTo>
                      <a:lnTo>
                        <a:pt x="93" y="2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5" name="íṥḻiďê"/>
                <p:cNvSpPr/>
                <p:nvPr/>
              </p:nvSpPr>
              <p:spPr bwMode="auto">
                <a:xfrm>
                  <a:off x="5159376" y="3357563"/>
                  <a:ext cx="117475" cy="366713"/>
                </a:xfrm>
                <a:custGeom>
                  <a:avLst/>
                  <a:gdLst>
                    <a:gd name="T0" fmla="*/ 23 w 36"/>
                    <a:gd name="T1" fmla="*/ 14 h 110"/>
                    <a:gd name="T2" fmla="*/ 23 w 36"/>
                    <a:gd name="T3" fmla="*/ 12 h 110"/>
                    <a:gd name="T4" fmla="*/ 18 w 36"/>
                    <a:gd name="T5" fmla="*/ 6 h 110"/>
                    <a:gd name="T6" fmla="*/ 13 w 36"/>
                    <a:gd name="T7" fmla="*/ 0 h 110"/>
                    <a:gd name="T8" fmla="*/ 11 w 36"/>
                    <a:gd name="T9" fmla="*/ 4 h 110"/>
                    <a:gd name="T10" fmla="*/ 13 w 36"/>
                    <a:gd name="T11" fmla="*/ 16 h 110"/>
                    <a:gd name="T12" fmla="*/ 12 w 36"/>
                    <a:gd name="T13" fmla="*/ 34 h 110"/>
                    <a:gd name="T14" fmla="*/ 7 w 36"/>
                    <a:gd name="T15" fmla="*/ 65 h 110"/>
                    <a:gd name="T16" fmla="*/ 3 w 36"/>
                    <a:gd name="T17" fmla="*/ 80 h 110"/>
                    <a:gd name="T18" fmla="*/ 0 w 36"/>
                    <a:gd name="T19" fmla="*/ 95 h 110"/>
                    <a:gd name="T20" fmla="*/ 0 w 36"/>
                    <a:gd name="T21" fmla="*/ 98 h 110"/>
                    <a:gd name="T22" fmla="*/ 0 w 36"/>
                    <a:gd name="T23" fmla="*/ 100 h 110"/>
                    <a:gd name="T24" fmla="*/ 4 w 36"/>
                    <a:gd name="T25" fmla="*/ 105 h 110"/>
                    <a:gd name="T26" fmla="*/ 9 w 36"/>
                    <a:gd name="T27" fmla="*/ 110 h 110"/>
                    <a:gd name="T28" fmla="*/ 15 w 36"/>
                    <a:gd name="T29" fmla="*/ 104 h 110"/>
                    <a:gd name="T30" fmla="*/ 18 w 36"/>
                    <a:gd name="T31" fmla="*/ 96 h 110"/>
                    <a:gd name="T32" fmla="*/ 18 w 36"/>
                    <a:gd name="T33" fmla="*/ 90 h 110"/>
                    <a:gd name="T34" fmla="*/ 21 w 36"/>
                    <a:gd name="T35" fmla="*/ 71 h 110"/>
                    <a:gd name="T36" fmla="*/ 25 w 36"/>
                    <a:gd name="T37" fmla="*/ 53 h 110"/>
                    <a:gd name="T38" fmla="*/ 30 w 36"/>
                    <a:gd name="T39" fmla="*/ 36 h 110"/>
                    <a:gd name="T40" fmla="*/ 35 w 36"/>
                    <a:gd name="T41" fmla="*/ 20 h 110"/>
                    <a:gd name="T42" fmla="*/ 33 w 36"/>
                    <a:gd name="T43" fmla="*/ 20 h 110"/>
                    <a:gd name="T44" fmla="*/ 30 w 36"/>
                    <a:gd name="T45" fmla="*/ 22 h 110"/>
                    <a:gd name="T46" fmla="*/ 23 w 36"/>
                    <a:gd name="T47" fmla="*/ 17 h 110"/>
                    <a:gd name="T48" fmla="*/ 23 w 36"/>
                    <a:gd name="T49" fmla="*/ 15 h 110"/>
                    <a:gd name="T50" fmla="*/ 23 w 36"/>
                    <a:gd name="T51" fmla="*/ 14 h 1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6" h="110">
                      <a:moveTo>
                        <a:pt x="23" y="14"/>
                      </a:moveTo>
                      <a:cubicBezTo>
                        <a:pt x="23" y="12"/>
                        <a:pt x="23" y="12"/>
                        <a:pt x="23" y="12"/>
                      </a:cubicBezTo>
                      <a:cubicBezTo>
                        <a:pt x="21" y="8"/>
                        <a:pt x="22" y="9"/>
                        <a:pt x="18" y="6"/>
                      </a:cubicBezTo>
                      <a:cubicBezTo>
                        <a:pt x="17" y="4"/>
                        <a:pt x="15" y="2"/>
                        <a:pt x="13" y="0"/>
                      </a:cubicBezTo>
                      <a:cubicBezTo>
                        <a:pt x="12" y="1"/>
                        <a:pt x="11" y="3"/>
                        <a:pt x="11" y="4"/>
                      </a:cubicBezTo>
                      <a:cubicBezTo>
                        <a:pt x="11" y="7"/>
                        <a:pt x="13" y="12"/>
                        <a:pt x="13" y="16"/>
                      </a:cubicBezTo>
                      <a:cubicBezTo>
                        <a:pt x="12" y="34"/>
                        <a:pt x="12" y="34"/>
                        <a:pt x="12" y="34"/>
                      </a:cubicBezTo>
                      <a:cubicBezTo>
                        <a:pt x="12" y="43"/>
                        <a:pt x="9" y="56"/>
                        <a:pt x="7" y="65"/>
                      </a:cubicBezTo>
                      <a:cubicBezTo>
                        <a:pt x="6" y="72"/>
                        <a:pt x="4" y="75"/>
                        <a:pt x="3" y="80"/>
                      </a:cubicBezTo>
                      <a:cubicBezTo>
                        <a:pt x="2" y="85"/>
                        <a:pt x="0" y="91"/>
                        <a:pt x="0" y="95"/>
                      </a:cubicBezTo>
                      <a:cubicBezTo>
                        <a:pt x="0" y="98"/>
                        <a:pt x="0" y="98"/>
                        <a:pt x="0" y="98"/>
                      </a:cubicBezTo>
                      <a:cubicBezTo>
                        <a:pt x="0" y="100"/>
                        <a:pt x="0" y="100"/>
                        <a:pt x="0" y="100"/>
                      </a:cubicBezTo>
                      <a:cubicBezTo>
                        <a:pt x="2" y="102"/>
                        <a:pt x="2" y="103"/>
                        <a:pt x="4" y="105"/>
                      </a:cubicBezTo>
                      <a:cubicBezTo>
                        <a:pt x="6" y="108"/>
                        <a:pt x="7" y="108"/>
                        <a:pt x="9" y="110"/>
                      </a:cubicBezTo>
                      <a:cubicBezTo>
                        <a:pt x="12" y="108"/>
                        <a:pt x="13" y="108"/>
                        <a:pt x="15" y="104"/>
                      </a:cubicBezTo>
                      <a:cubicBezTo>
                        <a:pt x="16" y="102"/>
                        <a:pt x="18" y="99"/>
                        <a:pt x="18" y="96"/>
                      </a:cubicBezTo>
                      <a:cubicBezTo>
                        <a:pt x="18" y="90"/>
                        <a:pt x="18" y="90"/>
                        <a:pt x="18" y="90"/>
                      </a:cubicBezTo>
                      <a:cubicBezTo>
                        <a:pt x="18" y="83"/>
                        <a:pt x="20" y="77"/>
                        <a:pt x="21" y="71"/>
                      </a:cubicBezTo>
                      <a:cubicBezTo>
                        <a:pt x="23" y="65"/>
                        <a:pt x="23" y="59"/>
                        <a:pt x="25" y="53"/>
                      </a:cubicBezTo>
                      <a:cubicBezTo>
                        <a:pt x="26" y="47"/>
                        <a:pt x="29" y="42"/>
                        <a:pt x="30" y="36"/>
                      </a:cubicBezTo>
                      <a:cubicBezTo>
                        <a:pt x="31" y="28"/>
                        <a:pt x="34" y="27"/>
                        <a:pt x="35" y="20"/>
                      </a:cubicBezTo>
                      <a:cubicBezTo>
                        <a:pt x="34" y="19"/>
                        <a:pt x="36" y="20"/>
                        <a:pt x="33" y="20"/>
                      </a:cubicBezTo>
                      <a:cubicBezTo>
                        <a:pt x="33" y="20"/>
                        <a:pt x="30" y="22"/>
                        <a:pt x="30" y="22"/>
                      </a:cubicBezTo>
                      <a:cubicBezTo>
                        <a:pt x="25" y="21"/>
                        <a:pt x="25" y="21"/>
                        <a:pt x="23" y="17"/>
                      </a:cubicBezTo>
                      <a:cubicBezTo>
                        <a:pt x="23" y="15"/>
                        <a:pt x="23" y="15"/>
                        <a:pt x="23" y="15"/>
                      </a:cubicBezTo>
                      <a:lnTo>
                        <a:pt x="23" y="14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grpSp>
            <p:nvGrpSpPr>
              <p:cNvPr id="249" name="ïšľîḍê"/>
              <p:cNvGrpSpPr/>
              <p:nvPr/>
            </p:nvGrpSpPr>
            <p:grpSpPr>
              <a:xfrm>
                <a:off x="4412452" y="3781425"/>
                <a:ext cx="2312689" cy="166461"/>
                <a:chOff x="6986588" y="3521075"/>
                <a:chExt cx="1654176" cy="119063"/>
              </a:xfrm>
            </p:grpSpPr>
            <p:sp>
              <p:nvSpPr>
                <p:cNvPr id="250" name="îṩľîḑê"/>
                <p:cNvSpPr/>
                <p:nvPr/>
              </p:nvSpPr>
              <p:spPr bwMode="auto">
                <a:xfrm>
                  <a:off x="6986588" y="3521075"/>
                  <a:ext cx="155575" cy="119063"/>
                </a:xfrm>
                <a:custGeom>
                  <a:avLst/>
                  <a:gdLst>
                    <a:gd name="T0" fmla="*/ 84 w 98"/>
                    <a:gd name="T1" fmla="*/ 0 h 75"/>
                    <a:gd name="T2" fmla="*/ 59 w 98"/>
                    <a:gd name="T3" fmla="*/ 52 h 75"/>
                    <a:gd name="T4" fmla="*/ 57 w 98"/>
                    <a:gd name="T5" fmla="*/ 0 h 75"/>
                    <a:gd name="T6" fmla="*/ 40 w 98"/>
                    <a:gd name="T7" fmla="*/ 0 h 75"/>
                    <a:gd name="T8" fmla="*/ 15 w 98"/>
                    <a:gd name="T9" fmla="*/ 52 h 75"/>
                    <a:gd name="T10" fmla="*/ 15 w 98"/>
                    <a:gd name="T11" fmla="*/ 0 h 75"/>
                    <a:gd name="T12" fmla="*/ 0 w 98"/>
                    <a:gd name="T13" fmla="*/ 0 h 75"/>
                    <a:gd name="T14" fmla="*/ 2 w 98"/>
                    <a:gd name="T15" fmla="*/ 75 h 75"/>
                    <a:gd name="T16" fmla="*/ 19 w 98"/>
                    <a:gd name="T17" fmla="*/ 75 h 75"/>
                    <a:gd name="T18" fmla="*/ 44 w 98"/>
                    <a:gd name="T19" fmla="*/ 21 h 75"/>
                    <a:gd name="T20" fmla="*/ 46 w 98"/>
                    <a:gd name="T21" fmla="*/ 75 h 75"/>
                    <a:gd name="T22" fmla="*/ 63 w 98"/>
                    <a:gd name="T23" fmla="*/ 75 h 75"/>
                    <a:gd name="T24" fmla="*/ 98 w 98"/>
                    <a:gd name="T25" fmla="*/ 0 h 75"/>
                    <a:gd name="T26" fmla="*/ 84 w 98"/>
                    <a:gd name="T27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98" h="75">
                      <a:moveTo>
                        <a:pt x="84" y="0"/>
                      </a:moveTo>
                      <a:lnTo>
                        <a:pt x="59" y="52"/>
                      </a:lnTo>
                      <a:lnTo>
                        <a:pt x="57" y="0"/>
                      </a:lnTo>
                      <a:lnTo>
                        <a:pt x="40" y="0"/>
                      </a:lnTo>
                      <a:lnTo>
                        <a:pt x="15" y="52"/>
                      </a:ln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2" y="75"/>
                      </a:lnTo>
                      <a:lnTo>
                        <a:pt x="19" y="75"/>
                      </a:lnTo>
                      <a:lnTo>
                        <a:pt x="44" y="21"/>
                      </a:lnTo>
                      <a:lnTo>
                        <a:pt x="46" y="75"/>
                      </a:lnTo>
                      <a:lnTo>
                        <a:pt x="63" y="75"/>
                      </a:lnTo>
                      <a:lnTo>
                        <a:pt x="98" y="0"/>
                      </a:lnTo>
                      <a:lnTo>
                        <a:pt x="8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1" name="îṩḷîde"/>
                <p:cNvSpPr/>
                <p:nvPr/>
              </p:nvSpPr>
              <p:spPr bwMode="auto">
                <a:xfrm>
                  <a:off x="7135813" y="3521075"/>
                  <a:ext cx="112713" cy="119063"/>
                </a:xfrm>
                <a:custGeom>
                  <a:avLst/>
                  <a:gdLst>
                    <a:gd name="T0" fmla="*/ 22 w 34"/>
                    <a:gd name="T1" fmla="*/ 20 h 36"/>
                    <a:gd name="T2" fmla="*/ 20 w 34"/>
                    <a:gd name="T3" fmla="*/ 26 h 36"/>
                    <a:gd name="T4" fmla="*/ 18 w 34"/>
                    <a:gd name="T5" fmla="*/ 29 h 36"/>
                    <a:gd name="T6" fmla="*/ 13 w 34"/>
                    <a:gd name="T7" fmla="*/ 30 h 36"/>
                    <a:gd name="T8" fmla="*/ 9 w 34"/>
                    <a:gd name="T9" fmla="*/ 29 h 36"/>
                    <a:gd name="T10" fmla="*/ 7 w 34"/>
                    <a:gd name="T11" fmla="*/ 25 h 36"/>
                    <a:gd name="T12" fmla="*/ 7 w 34"/>
                    <a:gd name="T13" fmla="*/ 24 h 36"/>
                    <a:gd name="T14" fmla="*/ 8 w 34"/>
                    <a:gd name="T15" fmla="*/ 19 h 36"/>
                    <a:gd name="T16" fmla="*/ 12 w 34"/>
                    <a:gd name="T17" fmla="*/ 0 h 36"/>
                    <a:gd name="T18" fmla="*/ 5 w 34"/>
                    <a:gd name="T19" fmla="*/ 0 h 36"/>
                    <a:gd name="T20" fmla="*/ 1 w 34"/>
                    <a:gd name="T21" fmla="*/ 19 h 36"/>
                    <a:gd name="T22" fmla="*/ 0 w 34"/>
                    <a:gd name="T23" fmla="*/ 23 h 36"/>
                    <a:gd name="T24" fmla="*/ 0 w 34"/>
                    <a:gd name="T25" fmla="*/ 25 h 36"/>
                    <a:gd name="T26" fmla="*/ 3 w 34"/>
                    <a:gd name="T27" fmla="*/ 33 h 36"/>
                    <a:gd name="T28" fmla="*/ 13 w 34"/>
                    <a:gd name="T29" fmla="*/ 36 h 36"/>
                    <a:gd name="T30" fmla="*/ 22 w 34"/>
                    <a:gd name="T31" fmla="*/ 34 h 36"/>
                    <a:gd name="T32" fmla="*/ 27 w 34"/>
                    <a:gd name="T33" fmla="*/ 29 h 36"/>
                    <a:gd name="T34" fmla="*/ 30 w 34"/>
                    <a:gd name="T35" fmla="*/ 20 h 36"/>
                    <a:gd name="T36" fmla="*/ 34 w 34"/>
                    <a:gd name="T37" fmla="*/ 0 h 36"/>
                    <a:gd name="T38" fmla="*/ 26 w 34"/>
                    <a:gd name="T39" fmla="*/ 0 h 36"/>
                    <a:gd name="T40" fmla="*/ 22 w 34"/>
                    <a:gd name="T41" fmla="*/ 2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34" h="36">
                      <a:moveTo>
                        <a:pt x="22" y="20"/>
                      </a:moveTo>
                      <a:cubicBezTo>
                        <a:pt x="22" y="23"/>
                        <a:pt x="21" y="25"/>
                        <a:pt x="20" y="26"/>
                      </a:cubicBezTo>
                      <a:cubicBezTo>
                        <a:pt x="20" y="28"/>
                        <a:pt x="19" y="29"/>
                        <a:pt x="18" y="29"/>
                      </a:cubicBezTo>
                      <a:cubicBezTo>
                        <a:pt x="17" y="30"/>
                        <a:pt x="15" y="30"/>
                        <a:pt x="13" y="30"/>
                      </a:cubicBezTo>
                      <a:cubicBezTo>
                        <a:pt x="11" y="30"/>
                        <a:pt x="10" y="30"/>
                        <a:pt x="9" y="29"/>
                      </a:cubicBezTo>
                      <a:cubicBezTo>
                        <a:pt x="8" y="28"/>
                        <a:pt x="7" y="27"/>
                        <a:pt x="7" y="25"/>
                      </a:cubicBezTo>
                      <a:cubicBezTo>
                        <a:pt x="7" y="25"/>
                        <a:pt x="7" y="25"/>
                        <a:pt x="7" y="24"/>
                      </a:cubicBezTo>
                      <a:cubicBezTo>
                        <a:pt x="8" y="19"/>
                        <a:pt x="8" y="19"/>
                        <a:pt x="8" y="19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1" y="19"/>
                        <a:pt x="1" y="19"/>
                        <a:pt x="1" y="19"/>
                      </a:cubicBezTo>
                      <a:cubicBezTo>
                        <a:pt x="1" y="21"/>
                        <a:pt x="0" y="23"/>
                        <a:pt x="0" y="23"/>
                      </a:cubicBezTo>
                      <a:cubicBezTo>
                        <a:pt x="0" y="24"/>
                        <a:pt x="0" y="25"/>
                        <a:pt x="0" y="25"/>
                      </a:cubicBezTo>
                      <a:cubicBezTo>
                        <a:pt x="0" y="29"/>
                        <a:pt x="1" y="31"/>
                        <a:pt x="3" y="33"/>
                      </a:cubicBezTo>
                      <a:cubicBezTo>
                        <a:pt x="6" y="35"/>
                        <a:pt x="9" y="36"/>
                        <a:pt x="13" y="36"/>
                      </a:cubicBezTo>
                      <a:cubicBezTo>
                        <a:pt x="16" y="36"/>
                        <a:pt x="19" y="36"/>
                        <a:pt x="22" y="34"/>
                      </a:cubicBezTo>
                      <a:cubicBezTo>
                        <a:pt x="24" y="33"/>
                        <a:pt x="25" y="31"/>
                        <a:pt x="27" y="29"/>
                      </a:cubicBezTo>
                      <a:cubicBezTo>
                        <a:pt x="28" y="27"/>
                        <a:pt x="29" y="24"/>
                        <a:pt x="30" y="20"/>
                      </a:cubicBezTo>
                      <a:cubicBezTo>
                        <a:pt x="34" y="0"/>
                        <a:pt x="34" y="0"/>
                        <a:pt x="34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lnTo>
                        <a:pt x="22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2" name="îṣḻîḑê"/>
                <p:cNvSpPr/>
                <p:nvPr/>
              </p:nvSpPr>
              <p:spPr bwMode="auto">
                <a:xfrm>
                  <a:off x="7248526" y="3521075"/>
                  <a:ext cx="114300" cy="119063"/>
                </a:xfrm>
                <a:custGeom>
                  <a:avLst/>
                  <a:gdLst>
                    <a:gd name="T0" fmla="*/ 58 w 72"/>
                    <a:gd name="T1" fmla="*/ 0 h 75"/>
                    <a:gd name="T2" fmla="*/ 52 w 72"/>
                    <a:gd name="T3" fmla="*/ 29 h 75"/>
                    <a:gd name="T4" fmla="*/ 22 w 72"/>
                    <a:gd name="T5" fmla="*/ 29 h 75"/>
                    <a:gd name="T6" fmla="*/ 29 w 72"/>
                    <a:gd name="T7" fmla="*/ 0 h 75"/>
                    <a:gd name="T8" fmla="*/ 14 w 72"/>
                    <a:gd name="T9" fmla="*/ 0 h 75"/>
                    <a:gd name="T10" fmla="*/ 0 w 72"/>
                    <a:gd name="T11" fmla="*/ 75 h 75"/>
                    <a:gd name="T12" fmla="*/ 14 w 72"/>
                    <a:gd name="T13" fmla="*/ 75 h 75"/>
                    <a:gd name="T14" fmla="*/ 20 w 72"/>
                    <a:gd name="T15" fmla="*/ 42 h 75"/>
                    <a:gd name="T16" fmla="*/ 50 w 72"/>
                    <a:gd name="T17" fmla="*/ 42 h 75"/>
                    <a:gd name="T18" fmla="*/ 43 w 72"/>
                    <a:gd name="T19" fmla="*/ 75 h 75"/>
                    <a:gd name="T20" fmla="*/ 58 w 72"/>
                    <a:gd name="T21" fmla="*/ 75 h 75"/>
                    <a:gd name="T22" fmla="*/ 72 w 72"/>
                    <a:gd name="T23" fmla="*/ 0 h 75"/>
                    <a:gd name="T24" fmla="*/ 58 w 72"/>
                    <a:gd name="T25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2" h="75">
                      <a:moveTo>
                        <a:pt x="58" y="0"/>
                      </a:moveTo>
                      <a:lnTo>
                        <a:pt x="52" y="29"/>
                      </a:lnTo>
                      <a:lnTo>
                        <a:pt x="22" y="29"/>
                      </a:lnTo>
                      <a:lnTo>
                        <a:pt x="29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lnTo>
                        <a:pt x="14" y="75"/>
                      </a:lnTo>
                      <a:lnTo>
                        <a:pt x="20" y="42"/>
                      </a:lnTo>
                      <a:lnTo>
                        <a:pt x="50" y="42"/>
                      </a:lnTo>
                      <a:lnTo>
                        <a:pt x="43" y="75"/>
                      </a:lnTo>
                      <a:lnTo>
                        <a:pt x="58" y="75"/>
                      </a:lnTo>
                      <a:lnTo>
                        <a:pt x="72" y="0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3" name="ïṥlíḑê"/>
                <p:cNvSpPr/>
                <p:nvPr/>
              </p:nvSpPr>
              <p:spPr bwMode="auto">
                <a:xfrm>
                  <a:off x="7356476" y="3521075"/>
                  <a:ext cx="112713" cy="119063"/>
                </a:xfrm>
                <a:custGeom>
                  <a:avLst/>
                  <a:gdLst>
                    <a:gd name="T0" fmla="*/ 42 w 71"/>
                    <a:gd name="T1" fmla="*/ 0 h 75"/>
                    <a:gd name="T2" fmla="*/ 0 w 71"/>
                    <a:gd name="T3" fmla="*/ 75 h 75"/>
                    <a:gd name="T4" fmla="*/ 15 w 71"/>
                    <a:gd name="T5" fmla="*/ 75 h 75"/>
                    <a:gd name="T6" fmla="*/ 23 w 71"/>
                    <a:gd name="T7" fmla="*/ 59 h 75"/>
                    <a:gd name="T8" fmla="*/ 54 w 71"/>
                    <a:gd name="T9" fmla="*/ 59 h 75"/>
                    <a:gd name="T10" fmla="*/ 56 w 71"/>
                    <a:gd name="T11" fmla="*/ 75 h 75"/>
                    <a:gd name="T12" fmla="*/ 71 w 71"/>
                    <a:gd name="T13" fmla="*/ 75 h 75"/>
                    <a:gd name="T14" fmla="*/ 58 w 71"/>
                    <a:gd name="T15" fmla="*/ 0 h 75"/>
                    <a:gd name="T16" fmla="*/ 42 w 71"/>
                    <a:gd name="T17" fmla="*/ 0 h 75"/>
                    <a:gd name="T18" fmla="*/ 29 w 71"/>
                    <a:gd name="T19" fmla="*/ 46 h 75"/>
                    <a:gd name="T20" fmla="*/ 48 w 71"/>
                    <a:gd name="T21" fmla="*/ 17 h 75"/>
                    <a:gd name="T22" fmla="*/ 52 w 71"/>
                    <a:gd name="T23" fmla="*/ 46 h 75"/>
                    <a:gd name="T24" fmla="*/ 29 w 71"/>
                    <a:gd name="T25" fmla="*/ 46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1" h="75">
                      <a:moveTo>
                        <a:pt x="42" y="0"/>
                      </a:moveTo>
                      <a:lnTo>
                        <a:pt x="0" y="75"/>
                      </a:lnTo>
                      <a:lnTo>
                        <a:pt x="15" y="75"/>
                      </a:lnTo>
                      <a:lnTo>
                        <a:pt x="23" y="59"/>
                      </a:lnTo>
                      <a:lnTo>
                        <a:pt x="54" y="59"/>
                      </a:lnTo>
                      <a:lnTo>
                        <a:pt x="56" y="75"/>
                      </a:lnTo>
                      <a:lnTo>
                        <a:pt x="71" y="75"/>
                      </a:lnTo>
                      <a:lnTo>
                        <a:pt x="58" y="0"/>
                      </a:lnTo>
                      <a:lnTo>
                        <a:pt x="42" y="0"/>
                      </a:lnTo>
                      <a:close/>
                      <a:moveTo>
                        <a:pt x="29" y="46"/>
                      </a:moveTo>
                      <a:lnTo>
                        <a:pt x="48" y="17"/>
                      </a:lnTo>
                      <a:lnTo>
                        <a:pt x="52" y="46"/>
                      </a:lnTo>
                      <a:lnTo>
                        <a:pt x="29" y="4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4" name="îş1íḋe"/>
                <p:cNvSpPr/>
                <p:nvPr/>
              </p:nvSpPr>
              <p:spPr bwMode="auto">
                <a:xfrm>
                  <a:off x="7481888" y="3521075"/>
                  <a:ext cx="119063" cy="119063"/>
                </a:xfrm>
                <a:custGeom>
                  <a:avLst/>
                  <a:gdLst>
                    <a:gd name="T0" fmla="*/ 50 w 75"/>
                    <a:gd name="T1" fmla="*/ 50 h 75"/>
                    <a:gd name="T2" fmla="*/ 31 w 75"/>
                    <a:gd name="T3" fmla="*/ 0 h 75"/>
                    <a:gd name="T4" fmla="*/ 17 w 75"/>
                    <a:gd name="T5" fmla="*/ 0 h 75"/>
                    <a:gd name="T6" fmla="*/ 0 w 75"/>
                    <a:gd name="T7" fmla="*/ 75 h 75"/>
                    <a:gd name="T8" fmla="*/ 15 w 75"/>
                    <a:gd name="T9" fmla="*/ 75 h 75"/>
                    <a:gd name="T10" fmla="*/ 25 w 75"/>
                    <a:gd name="T11" fmla="*/ 25 h 75"/>
                    <a:gd name="T12" fmla="*/ 46 w 75"/>
                    <a:gd name="T13" fmla="*/ 75 h 75"/>
                    <a:gd name="T14" fmla="*/ 58 w 75"/>
                    <a:gd name="T15" fmla="*/ 75 h 75"/>
                    <a:gd name="T16" fmla="*/ 75 w 75"/>
                    <a:gd name="T17" fmla="*/ 0 h 75"/>
                    <a:gd name="T18" fmla="*/ 61 w 75"/>
                    <a:gd name="T19" fmla="*/ 0 h 75"/>
                    <a:gd name="T20" fmla="*/ 50 w 75"/>
                    <a:gd name="T21" fmla="*/ 5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5" h="75">
                      <a:moveTo>
                        <a:pt x="50" y="50"/>
                      </a:moveTo>
                      <a:lnTo>
                        <a:pt x="31" y="0"/>
                      </a:lnTo>
                      <a:lnTo>
                        <a:pt x="17" y="0"/>
                      </a:lnTo>
                      <a:lnTo>
                        <a:pt x="0" y="75"/>
                      </a:lnTo>
                      <a:lnTo>
                        <a:pt x="15" y="75"/>
                      </a:lnTo>
                      <a:lnTo>
                        <a:pt x="25" y="25"/>
                      </a:lnTo>
                      <a:lnTo>
                        <a:pt x="46" y="75"/>
                      </a:lnTo>
                      <a:lnTo>
                        <a:pt x="58" y="75"/>
                      </a:lnTo>
                      <a:lnTo>
                        <a:pt x="75" y="0"/>
                      </a:lnTo>
                      <a:lnTo>
                        <a:pt x="61" y="0"/>
                      </a:lnTo>
                      <a:lnTo>
                        <a:pt x="50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5" name="îş1ïḋe"/>
                <p:cNvSpPr/>
                <p:nvPr/>
              </p:nvSpPr>
              <p:spPr bwMode="auto">
                <a:xfrm>
                  <a:off x="7653338" y="3521075"/>
                  <a:ext cx="112713" cy="119063"/>
                </a:xfrm>
                <a:custGeom>
                  <a:avLst/>
                  <a:gdLst>
                    <a:gd name="T0" fmla="*/ 22 w 34"/>
                    <a:gd name="T1" fmla="*/ 20 h 36"/>
                    <a:gd name="T2" fmla="*/ 20 w 34"/>
                    <a:gd name="T3" fmla="*/ 26 h 36"/>
                    <a:gd name="T4" fmla="*/ 18 w 34"/>
                    <a:gd name="T5" fmla="*/ 29 h 36"/>
                    <a:gd name="T6" fmla="*/ 13 w 34"/>
                    <a:gd name="T7" fmla="*/ 30 h 36"/>
                    <a:gd name="T8" fmla="*/ 9 w 34"/>
                    <a:gd name="T9" fmla="*/ 29 h 36"/>
                    <a:gd name="T10" fmla="*/ 7 w 34"/>
                    <a:gd name="T11" fmla="*/ 25 h 36"/>
                    <a:gd name="T12" fmla="*/ 7 w 34"/>
                    <a:gd name="T13" fmla="*/ 24 h 36"/>
                    <a:gd name="T14" fmla="*/ 8 w 34"/>
                    <a:gd name="T15" fmla="*/ 19 h 36"/>
                    <a:gd name="T16" fmla="*/ 12 w 34"/>
                    <a:gd name="T17" fmla="*/ 0 h 36"/>
                    <a:gd name="T18" fmla="*/ 5 w 34"/>
                    <a:gd name="T19" fmla="*/ 0 h 36"/>
                    <a:gd name="T20" fmla="*/ 1 w 34"/>
                    <a:gd name="T21" fmla="*/ 19 h 36"/>
                    <a:gd name="T22" fmla="*/ 0 w 34"/>
                    <a:gd name="T23" fmla="*/ 23 h 36"/>
                    <a:gd name="T24" fmla="*/ 0 w 34"/>
                    <a:gd name="T25" fmla="*/ 25 h 36"/>
                    <a:gd name="T26" fmla="*/ 3 w 34"/>
                    <a:gd name="T27" fmla="*/ 33 h 36"/>
                    <a:gd name="T28" fmla="*/ 13 w 34"/>
                    <a:gd name="T29" fmla="*/ 36 h 36"/>
                    <a:gd name="T30" fmla="*/ 22 w 34"/>
                    <a:gd name="T31" fmla="*/ 34 h 36"/>
                    <a:gd name="T32" fmla="*/ 27 w 34"/>
                    <a:gd name="T33" fmla="*/ 29 h 36"/>
                    <a:gd name="T34" fmla="*/ 30 w 34"/>
                    <a:gd name="T35" fmla="*/ 20 h 36"/>
                    <a:gd name="T36" fmla="*/ 34 w 34"/>
                    <a:gd name="T37" fmla="*/ 0 h 36"/>
                    <a:gd name="T38" fmla="*/ 26 w 34"/>
                    <a:gd name="T39" fmla="*/ 0 h 36"/>
                    <a:gd name="T40" fmla="*/ 22 w 34"/>
                    <a:gd name="T41" fmla="*/ 2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34" h="36">
                      <a:moveTo>
                        <a:pt x="22" y="20"/>
                      </a:moveTo>
                      <a:cubicBezTo>
                        <a:pt x="22" y="23"/>
                        <a:pt x="21" y="25"/>
                        <a:pt x="20" y="26"/>
                      </a:cubicBezTo>
                      <a:cubicBezTo>
                        <a:pt x="20" y="28"/>
                        <a:pt x="19" y="29"/>
                        <a:pt x="18" y="29"/>
                      </a:cubicBezTo>
                      <a:cubicBezTo>
                        <a:pt x="17" y="30"/>
                        <a:pt x="15" y="30"/>
                        <a:pt x="13" y="30"/>
                      </a:cubicBezTo>
                      <a:cubicBezTo>
                        <a:pt x="11" y="30"/>
                        <a:pt x="10" y="30"/>
                        <a:pt x="9" y="29"/>
                      </a:cubicBezTo>
                      <a:cubicBezTo>
                        <a:pt x="8" y="28"/>
                        <a:pt x="7" y="27"/>
                        <a:pt x="7" y="25"/>
                      </a:cubicBezTo>
                      <a:cubicBezTo>
                        <a:pt x="7" y="25"/>
                        <a:pt x="7" y="25"/>
                        <a:pt x="7" y="24"/>
                      </a:cubicBezTo>
                      <a:cubicBezTo>
                        <a:pt x="8" y="19"/>
                        <a:pt x="8" y="19"/>
                        <a:pt x="8" y="19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1" y="19"/>
                        <a:pt x="1" y="19"/>
                        <a:pt x="1" y="19"/>
                      </a:cubicBezTo>
                      <a:cubicBezTo>
                        <a:pt x="1" y="21"/>
                        <a:pt x="0" y="23"/>
                        <a:pt x="0" y="23"/>
                      </a:cubicBezTo>
                      <a:cubicBezTo>
                        <a:pt x="0" y="24"/>
                        <a:pt x="0" y="25"/>
                        <a:pt x="0" y="25"/>
                      </a:cubicBezTo>
                      <a:cubicBezTo>
                        <a:pt x="0" y="29"/>
                        <a:pt x="1" y="31"/>
                        <a:pt x="3" y="33"/>
                      </a:cubicBezTo>
                      <a:cubicBezTo>
                        <a:pt x="6" y="35"/>
                        <a:pt x="9" y="36"/>
                        <a:pt x="13" y="36"/>
                      </a:cubicBezTo>
                      <a:cubicBezTo>
                        <a:pt x="16" y="36"/>
                        <a:pt x="19" y="36"/>
                        <a:pt x="22" y="34"/>
                      </a:cubicBezTo>
                      <a:cubicBezTo>
                        <a:pt x="24" y="33"/>
                        <a:pt x="25" y="31"/>
                        <a:pt x="27" y="29"/>
                      </a:cubicBezTo>
                      <a:cubicBezTo>
                        <a:pt x="28" y="27"/>
                        <a:pt x="29" y="24"/>
                        <a:pt x="30" y="20"/>
                      </a:cubicBezTo>
                      <a:cubicBezTo>
                        <a:pt x="34" y="0"/>
                        <a:pt x="34" y="0"/>
                        <a:pt x="34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lnTo>
                        <a:pt x="22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6" name="íšlídè"/>
                <p:cNvSpPr/>
                <p:nvPr/>
              </p:nvSpPr>
              <p:spPr bwMode="auto">
                <a:xfrm>
                  <a:off x="7766051" y="3521075"/>
                  <a:ext cx="115888" cy="119063"/>
                </a:xfrm>
                <a:custGeom>
                  <a:avLst/>
                  <a:gdLst>
                    <a:gd name="T0" fmla="*/ 58 w 73"/>
                    <a:gd name="T1" fmla="*/ 0 h 75"/>
                    <a:gd name="T2" fmla="*/ 50 w 73"/>
                    <a:gd name="T3" fmla="*/ 50 h 75"/>
                    <a:gd name="T4" fmla="*/ 29 w 73"/>
                    <a:gd name="T5" fmla="*/ 0 h 75"/>
                    <a:gd name="T6" fmla="*/ 15 w 73"/>
                    <a:gd name="T7" fmla="*/ 0 h 75"/>
                    <a:gd name="T8" fmla="*/ 0 w 73"/>
                    <a:gd name="T9" fmla="*/ 75 h 75"/>
                    <a:gd name="T10" fmla="*/ 13 w 73"/>
                    <a:gd name="T11" fmla="*/ 75 h 75"/>
                    <a:gd name="T12" fmla="*/ 23 w 73"/>
                    <a:gd name="T13" fmla="*/ 25 h 75"/>
                    <a:gd name="T14" fmla="*/ 44 w 73"/>
                    <a:gd name="T15" fmla="*/ 75 h 75"/>
                    <a:gd name="T16" fmla="*/ 58 w 73"/>
                    <a:gd name="T17" fmla="*/ 75 h 75"/>
                    <a:gd name="T18" fmla="*/ 73 w 73"/>
                    <a:gd name="T19" fmla="*/ 0 h 75"/>
                    <a:gd name="T20" fmla="*/ 58 w 73"/>
                    <a:gd name="T21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3" h="75">
                      <a:moveTo>
                        <a:pt x="58" y="0"/>
                      </a:moveTo>
                      <a:lnTo>
                        <a:pt x="50" y="50"/>
                      </a:lnTo>
                      <a:lnTo>
                        <a:pt x="29" y="0"/>
                      </a:lnTo>
                      <a:lnTo>
                        <a:pt x="15" y="0"/>
                      </a:lnTo>
                      <a:lnTo>
                        <a:pt x="0" y="75"/>
                      </a:lnTo>
                      <a:lnTo>
                        <a:pt x="13" y="75"/>
                      </a:lnTo>
                      <a:lnTo>
                        <a:pt x="23" y="25"/>
                      </a:lnTo>
                      <a:lnTo>
                        <a:pt x="44" y="75"/>
                      </a:lnTo>
                      <a:lnTo>
                        <a:pt x="58" y="75"/>
                      </a:lnTo>
                      <a:lnTo>
                        <a:pt x="73" y="0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7" name="îṣḻîďe"/>
                <p:cNvSpPr/>
                <p:nvPr/>
              </p:nvSpPr>
              <p:spPr bwMode="auto">
                <a:xfrm>
                  <a:off x="7881938" y="3521075"/>
                  <a:ext cx="49213" cy="119063"/>
                </a:xfrm>
                <a:custGeom>
                  <a:avLst/>
                  <a:gdLst>
                    <a:gd name="T0" fmla="*/ 0 w 31"/>
                    <a:gd name="T1" fmla="*/ 75 h 75"/>
                    <a:gd name="T2" fmla="*/ 14 w 31"/>
                    <a:gd name="T3" fmla="*/ 75 h 75"/>
                    <a:gd name="T4" fmla="*/ 31 w 31"/>
                    <a:gd name="T5" fmla="*/ 0 h 75"/>
                    <a:gd name="T6" fmla="*/ 14 w 31"/>
                    <a:gd name="T7" fmla="*/ 0 h 75"/>
                    <a:gd name="T8" fmla="*/ 0 w 31"/>
                    <a:gd name="T9" fmla="*/ 75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75">
                      <a:moveTo>
                        <a:pt x="0" y="75"/>
                      </a:moveTo>
                      <a:lnTo>
                        <a:pt x="14" y="75"/>
                      </a:lnTo>
                      <a:lnTo>
                        <a:pt x="31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8" name="íŝḻiḋè"/>
                <p:cNvSpPr/>
                <p:nvPr/>
              </p:nvSpPr>
              <p:spPr bwMode="auto">
                <a:xfrm>
                  <a:off x="7940676" y="3521075"/>
                  <a:ext cx="109538" cy="119063"/>
                </a:xfrm>
                <a:custGeom>
                  <a:avLst/>
                  <a:gdLst>
                    <a:gd name="T0" fmla="*/ 54 w 69"/>
                    <a:gd name="T1" fmla="*/ 0 h 75"/>
                    <a:gd name="T2" fmla="*/ 23 w 69"/>
                    <a:gd name="T3" fmla="*/ 57 h 75"/>
                    <a:gd name="T4" fmla="*/ 15 w 69"/>
                    <a:gd name="T5" fmla="*/ 0 h 75"/>
                    <a:gd name="T6" fmla="*/ 0 w 69"/>
                    <a:gd name="T7" fmla="*/ 0 h 75"/>
                    <a:gd name="T8" fmla="*/ 13 w 69"/>
                    <a:gd name="T9" fmla="*/ 75 h 75"/>
                    <a:gd name="T10" fmla="*/ 29 w 69"/>
                    <a:gd name="T11" fmla="*/ 75 h 75"/>
                    <a:gd name="T12" fmla="*/ 69 w 69"/>
                    <a:gd name="T13" fmla="*/ 0 h 75"/>
                    <a:gd name="T14" fmla="*/ 54 w 69"/>
                    <a:gd name="T15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69" h="75">
                      <a:moveTo>
                        <a:pt x="54" y="0"/>
                      </a:moveTo>
                      <a:lnTo>
                        <a:pt x="23" y="57"/>
                      </a:ln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13" y="75"/>
                      </a:lnTo>
                      <a:lnTo>
                        <a:pt x="29" y="75"/>
                      </a:lnTo>
                      <a:lnTo>
                        <a:pt x="69" y="0"/>
                      </a:lnTo>
                      <a:lnTo>
                        <a:pt x="5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9" name="î$ḷíďé"/>
                <p:cNvSpPr/>
                <p:nvPr/>
              </p:nvSpPr>
              <p:spPr bwMode="auto">
                <a:xfrm>
                  <a:off x="8037513" y="3521075"/>
                  <a:ext cx="111125" cy="119063"/>
                </a:xfrm>
                <a:custGeom>
                  <a:avLst/>
                  <a:gdLst>
                    <a:gd name="T0" fmla="*/ 68 w 70"/>
                    <a:gd name="T1" fmla="*/ 12 h 75"/>
                    <a:gd name="T2" fmla="*/ 70 w 70"/>
                    <a:gd name="T3" fmla="*/ 0 h 75"/>
                    <a:gd name="T4" fmla="*/ 16 w 70"/>
                    <a:gd name="T5" fmla="*/ 0 h 75"/>
                    <a:gd name="T6" fmla="*/ 0 w 70"/>
                    <a:gd name="T7" fmla="*/ 75 h 75"/>
                    <a:gd name="T8" fmla="*/ 58 w 70"/>
                    <a:gd name="T9" fmla="*/ 75 h 75"/>
                    <a:gd name="T10" fmla="*/ 60 w 70"/>
                    <a:gd name="T11" fmla="*/ 63 h 75"/>
                    <a:gd name="T12" fmla="*/ 16 w 70"/>
                    <a:gd name="T13" fmla="*/ 63 h 75"/>
                    <a:gd name="T14" fmla="*/ 22 w 70"/>
                    <a:gd name="T15" fmla="*/ 42 h 75"/>
                    <a:gd name="T16" fmla="*/ 60 w 70"/>
                    <a:gd name="T17" fmla="*/ 42 h 75"/>
                    <a:gd name="T18" fmla="*/ 62 w 70"/>
                    <a:gd name="T19" fmla="*/ 29 h 75"/>
                    <a:gd name="T20" fmla="*/ 24 w 70"/>
                    <a:gd name="T21" fmla="*/ 29 h 75"/>
                    <a:gd name="T22" fmla="*/ 29 w 70"/>
                    <a:gd name="T23" fmla="*/ 12 h 75"/>
                    <a:gd name="T24" fmla="*/ 68 w 70"/>
                    <a:gd name="T25" fmla="*/ 12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0" h="75">
                      <a:moveTo>
                        <a:pt x="68" y="12"/>
                      </a:moveTo>
                      <a:lnTo>
                        <a:pt x="70" y="0"/>
                      </a:lnTo>
                      <a:lnTo>
                        <a:pt x="16" y="0"/>
                      </a:lnTo>
                      <a:lnTo>
                        <a:pt x="0" y="75"/>
                      </a:lnTo>
                      <a:lnTo>
                        <a:pt x="58" y="75"/>
                      </a:lnTo>
                      <a:lnTo>
                        <a:pt x="60" y="63"/>
                      </a:lnTo>
                      <a:lnTo>
                        <a:pt x="16" y="63"/>
                      </a:lnTo>
                      <a:lnTo>
                        <a:pt x="22" y="42"/>
                      </a:lnTo>
                      <a:lnTo>
                        <a:pt x="60" y="42"/>
                      </a:lnTo>
                      <a:lnTo>
                        <a:pt x="62" y="29"/>
                      </a:lnTo>
                      <a:lnTo>
                        <a:pt x="24" y="29"/>
                      </a:lnTo>
                      <a:lnTo>
                        <a:pt x="29" y="12"/>
                      </a:lnTo>
                      <a:lnTo>
                        <a:pt x="68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0" name="îṡlîďe"/>
                <p:cNvSpPr/>
                <p:nvPr/>
              </p:nvSpPr>
              <p:spPr bwMode="auto">
                <a:xfrm>
                  <a:off x="8145463" y="3521075"/>
                  <a:ext cx="115888" cy="119063"/>
                </a:xfrm>
                <a:custGeom>
                  <a:avLst/>
                  <a:gdLst>
                    <a:gd name="T0" fmla="*/ 30 w 35"/>
                    <a:gd name="T1" fmla="*/ 1 h 36"/>
                    <a:gd name="T2" fmla="*/ 24 w 35"/>
                    <a:gd name="T3" fmla="*/ 0 h 36"/>
                    <a:gd name="T4" fmla="*/ 8 w 35"/>
                    <a:gd name="T5" fmla="*/ 0 h 36"/>
                    <a:gd name="T6" fmla="*/ 0 w 35"/>
                    <a:gd name="T7" fmla="*/ 36 h 36"/>
                    <a:gd name="T8" fmla="*/ 8 w 35"/>
                    <a:gd name="T9" fmla="*/ 36 h 36"/>
                    <a:gd name="T10" fmla="*/ 11 w 35"/>
                    <a:gd name="T11" fmla="*/ 21 h 36"/>
                    <a:gd name="T12" fmla="*/ 14 w 35"/>
                    <a:gd name="T13" fmla="*/ 21 h 36"/>
                    <a:gd name="T14" fmla="*/ 17 w 35"/>
                    <a:gd name="T15" fmla="*/ 22 h 36"/>
                    <a:gd name="T16" fmla="*/ 21 w 35"/>
                    <a:gd name="T17" fmla="*/ 26 h 36"/>
                    <a:gd name="T18" fmla="*/ 24 w 35"/>
                    <a:gd name="T19" fmla="*/ 36 h 36"/>
                    <a:gd name="T20" fmla="*/ 32 w 35"/>
                    <a:gd name="T21" fmla="*/ 36 h 36"/>
                    <a:gd name="T22" fmla="*/ 27 w 35"/>
                    <a:gd name="T23" fmla="*/ 24 h 36"/>
                    <a:gd name="T24" fmla="*/ 24 w 35"/>
                    <a:gd name="T25" fmla="*/ 21 h 36"/>
                    <a:gd name="T26" fmla="*/ 32 w 35"/>
                    <a:gd name="T27" fmla="*/ 17 h 36"/>
                    <a:gd name="T28" fmla="*/ 35 w 35"/>
                    <a:gd name="T29" fmla="*/ 9 h 36"/>
                    <a:gd name="T30" fmla="*/ 34 w 35"/>
                    <a:gd name="T31" fmla="*/ 4 h 36"/>
                    <a:gd name="T32" fmla="*/ 30 w 35"/>
                    <a:gd name="T33" fmla="*/ 1 h 36"/>
                    <a:gd name="T34" fmla="*/ 27 w 35"/>
                    <a:gd name="T35" fmla="*/ 13 h 36"/>
                    <a:gd name="T36" fmla="*/ 24 w 35"/>
                    <a:gd name="T37" fmla="*/ 15 h 36"/>
                    <a:gd name="T38" fmla="*/ 16 w 35"/>
                    <a:gd name="T39" fmla="*/ 16 h 36"/>
                    <a:gd name="T40" fmla="*/ 12 w 35"/>
                    <a:gd name="T41" fmla="*/ 16 h 36"/>
                    <a:gd name="T42" fmla="*/ 14 w 35"/>
                    <a:gd name="T43" fmla="*/ 6 h 36"/>
                    <a:gd name="T44" fmla="*/ 22 w 35"/>
                    <a:gd name="T45" fmla="*/ 6 h 36"/>
                    <a:gd name="T46" fmla="*/ 26 w 35"/>
                    <a:gd name="T47" fmla="*/ 7 h 36"/>
                    <a:gd name="T48" fmla="*/ 28 w 35"/>
                    <a:gd name="T49" fmla="*/ 10 h 36"/>
                    <a:gd name="T50" fmla="*/ 27 w 35"/>
                    <a:gd name="T51" fmla="*/ 13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5" h="36">
                      <a:moveTo>
                        <a:pt x="30" y="1"/>
                      </a:moveTo>
                      <a:cubicBezTo>
                        <a:pt x="28" y="0"/>
                        <a:pt x="26" y="0"/>
                        <a:pt x="24" y="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8" y="36"/>
                        <a:pt x="8" y="36"/>
                        <a:pt x="8" y="36"/>
                      </a:cubicBezTo>
                      <a:cubicBezTo>
                        <a:pt x="11" y="21"/>
                        <a:pt x="11" y="21"/>
                        <a:pt x="11" y="21"/>
                      </a:cubicBezTo>
                      <a:cubicBezTo>
                        <a:pt x="14" y="21"/>
                        <a:pt x="14" y="21"/>
                        <a:pt x="14" y="21"/>
                      </a:cubicBezTo>
                      <a:cubicBezTo>
                        <a:pt x="15" y="21"/>
                        <a:pt x="17" y="21"/>
                        <a:pt x="17" y="22"/>
                      </a:cubicBezTo>
                      <a:cubicBezTo>
                        <a:pt x="18" y="22"/>
                        <a:pt x="20" y="24"/>
                        <a:pt x="21" y="26"/>
                      </a:cubicBezTo>
                      <a:cubicBezTo>
                        <a:pt x="22" y="31"/>
                        <a:pt x="24" y="34"/>
                        <a:pt x="24" y="36"/>
                      </a:cubicBezTo>
                      <a:cubicBezTo>
                        <a:pt x="32" y="36"/>
                        <a:pt x="32" y="36"/>
                        <a:pt x="32" y="36"/>
                      </a:cubicBezTo>
                      <a:cubicBezTo>
                        <a:pt x="30" y="31"/>
                        <a:pt x="28" y="27"/>
                        <a:pt x="27" y="24"/>
                      </a:cubicBezTo>
                      <a:cubicBezTo>
                        <a:pt x="26" y="23"/>
                        <a:pt x="25" y="21"/>
                        <a:pt x="24" y="21"/>
                      </a:cubicBezTo>
                      <a:cubicBezTo>
                        <a:pt x="28" y="20"/>
                        <a:pt x="30" y="19"/>
                        <a:pt x="32" y="17"/>
                      </a:cubicBezTo>
                      <a:cubicBezTo>
                        <a:pt x="34" y="15"/>
                        <a:pt x="35" y="13"/>
                        <a:pt x="35" y="9"/>
                      </a:cubicBezTo>
                      <a:cubicBezTo>
                        <a:pt x="35" y="7"/>
                        <a:pt x="34" y="6"/>
                        <a:pt x="34" y="4"/>
                      </a:cubicBezTo>
                      <a:cubicBezTo>
                        <a:pt x="33" y="3"/>
                        <a:pt x="31" y="2"/>
                        <a:pt x="30" y="1"/>
                      </a:cubicBezTo>
                      <a:close/>
                      <a:moveTo>
                        <a:pt x="27" y="13"/>
                      </a:moveTo>
                      <a:cubicBezTo>
                        <a:pt x="26" y="14"/>
                        <a:pt x="25" y="14"/>
                        <a:pt x="24" y="15"/>
                      </a:cubicBezTo>
                      <a:cubicBezTo>
                        <a:pt x="22" y="15"/>
                        <a:pt x="20" y="16"/>
                        <a:pt x="16" y="16"/>
                      </a:cubicBezTo>
                      <a:cubicBezTo>
                        <a:pt x="12" y="16"/>
                        <a:pt x="12" y="16"/>
                        <a:pt x="12" y="16"/>
                      </a:cubicBezTo>
                      <a:cubicBezTo>
                        <a:pt x="14" y="6"/>
                        <a:pt x="14" y="6"/>
                        <a:pt x="14" y="6"/>
                      </a:cubicBezTo>
                      <a:cubicBezTo>
                        <a:pt x="22" y="6"/>
                        <a:pt x="22" y="6"/>
                        <a:pt x="22" y="6"/>
                      </a:cubicBezTo>
                      <a:cubicBezTo>
                        <a:pt x="24" y="6"/>
                        <a:pt x="25" y="6"/>
                        <a:pt x="26" y="7"/>
                      </a:cubicBezTo>
                      <a:cubicBezTo>
                        <a:pt x="27" y="7"/>
                        <a:pt x="28" y="8"/>
                        <a:pt x="28" y="10"/>
                      </a:cubicBezTo>
                      <a:cubicBezTo>
                        <a:pt x="28" y="11"/>
                        <a:pt x="27" y="12"/>
                        <a:pt x="27" y="1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1" name="ïşľîḍé"/>
                <p:cNvSpPr/>
                <p:nvPr/>
              </p:nvSpPr>
              <p:spPr bwMode="auto">
                <a:xfrm>
                  <a:off x="8267701" y="3521075"/>
                  <a:ext cx="98425" cy="119063"/>
                </a:xfrm>
                <a:custGeom>
                  <a:avLst/>
                  <a:gdLst>
                    <a:gd name="T0" fmla="*/ 17 w 30"/>
                    <a:gd name="T1" fmla="*/ 5 h 36"/>
                    <a:gd name="T2" fmla="*/ 22 w 30"/>
                    <a:gd name="T3" fmla="*/ 7 h 36"/>
                    <a:gd name="T4" fmla="*/ 23 w 30"/>
                    <a:gd name="T5" fmla="*/ 11 h 36"/>
                    <a:gd name="T6" fmla="*/ 30 w 30"/>
                    <a:gd name="T7" fmla="*/ 10 h 36"/>
                    <a:gd name="T8" fmla="*/ 27 w 30"/>
                    <a:gd name="T9" fmla="*/ 3 h 36"/>
                    <a:gd name="T10" fmla="*/ 17 w 30"/>
                    <a:gd name="T11" fmla="*/ 0 h 36"/>
                    <a:gd name="T12" fmla="*/ 8 w 30"/>
                    <a:gd name="T13" fmla="*/ 3 h 36"/>
                    <a:gd name="T14" fmla="*/ 4 w 30"/>
                    <a:gd name="T15" fmla="*/ 10 h 36"/>
                    <a:gd name="T16" fmla="*/ 6 w 30"/>
                    <a:gd name="T17" fmla="*/ 14 h 36"/>
                    <a:gd name="T18" fmla="*/ 8 w 30"/>
                    <a:gd name="T19" fmla="*/ 18 h 36"/>
                    <a:gd name="T20" fmla="*/ 15 w 30"/>
                    <a:gd name="T21" fmla="*/ 21 h 36"/>
                    <a:gd name="T22" fmla="*/ 20 w 30"/>
                    <a:gd name="T23" fmla="*/ 23 h 36"/>
                    <a:gd name="T24" fmla="*/ 21 w 30"/>
                    <a:gd name="T25" fmla="*/ 26 h 36"/>
                    <a:gd name="T26" fmla="*/ 19 w 30"/>
                    <a:gd name="T27" fmla="*/ 29 h 36"/>
                    <a:gd name="T28" fmla="*/ 14 w 30"/>
                    <a:gd name="T29" fmla="*/ 30 h 36"/>
                    <a:gd name="T30" fmla="*/ 8 w 30"/>
                    <a:gd name="T31" fmla="*/ 28 h 36"/>
                    <a:gd name="T32" fmla="*/ 7 w 30"/>
                    <a:gd name="T33" fmla="*/ 24 h 36"/>
                    <a:gd name="T34" fmla="*/ 0 w 30"/>
                    <a:gd name="T35" fmla="*/ 24 h 36"/>
                    <a:gd name="T36" fmla="*/ 1 w 30"/>
                    <a:gd name="T37" fmla="*/ 30 h 36"/>
                    <a:gd name="T38" fmla="*/ 6 w 30"/>
                    <a:gd name="T39" fmla="*/ 35 h 36"/>
                    <a:gd name="T40" fmla="*/ 14 w 30"/>
                    <a:gd name="T41" fmla="*/ 36 h 36"/>
                    <a:gd name="T42" fmla="*/ 24 w 30"/>
                    <a:gd name="T43" fmla="*/ 33 h 36"/>
                    <a:gd name="T44" fmla="*/ 28 w 30"/>
                    <a:gd name="T45" fmla="*/ 25 h 36"/>
                    <a:gd name="T46" fmla="*/ 26 w 30"/>
                    <a:gd name="T47" fmla="*/ 19 h 36"/>
                    <a:gd name="T48" fmla="*/ 18 w 30"/>
                    <a:gd name="T49" fmla="*/ 14 h 36"/>
                    <a:gd name="T50" fmla="*/ 13 w 30"/>
                    <a:gd name="T51" fmla="*/ 12 h 36"/>
                    <a:gd name="T52" fmla="*/ 11 w 30"/>
                    <a:gd name="T53" fmla="*/ 9 h 36"/>
                    <a:gd name="T54" fmla="*/ 13 w 30"/>
                    <a:gd name="T55" fmla="*/ 6 h 36"/>
                    <a:gd name="T56" fmla="*/ 17 w 30"/>
                    <a:gd name="T57" fmla="*/ 5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30" h="36">
                      <a:moveTo>
                        <a:pt x="17" y="5"/>
                      </a:moveTo>
                      <a:cubicBezTo>
                        <a:pt x="19" y="5"/>
                        <a:pt x="21" y="6"/>
                        <a:pt x="22" y="7"/>
                      </a:cubicBezTo>
                      <a:cubicBezTo>
                        <a:pt x="23" y="8"/>
                        <a:pt x="23" y="9"/>
                        <a:pt x="23" y="11"/>
                      </a:cubicBezTo>
                      <a:cubicBezTo>
                        <a:pt x="30" y="10"/>
                        <a:pt x="30" y="10"/>
                        <a:pt x="30" y="10"/>
                      </a:cubicBezTo>
                      <a:cubicBezTo>
                        <a:pt x="30" y="7"/>
                        <a:pt x="29" y="4"/>
                        <a:pt x="27" y="3"/>
                      </a:cubicBezTo>
                      <a:cubicBezTo>
                        <a:pt x="24" y="1"/>
                        <a:pt x="21" y="0"/>
                        <a:pt x="17" y="0"/>
                      </a:cubicBezTo>
                      <a:cubicBezTo>
                        <a:pt x="13" y="0"/>
                        <a:pt x="10" y="1"/>
                        <a:pt x="8" y="3"/>
                      </a:cubicBezTo>
                      <a:cubicBezTo>
                        <a:pt x="5" y="5"/>
                        <a:pt x="4" y="7"/>
                        <a:pt x="4" y="10"/>
                      </a:cubicBezTo>
                      <a:cubicBezTo>
                        <a:pt x="4" y="12"/>
                        <a:pt x="5" y="13"/>
                        <a:pt x="6" y="14"/>
                      </a:cubicBezTo>
                      <a:cubicBezTo>
                        <a:pt x="6" y="16"/>
                        <a:pt x="7" y="17"/>
                        <a:pt x="8" y="18"/>
                      </a:cubicBezTo>
                      <a:cubicBezTo>
                        <a:pt x="10" y="18"/>
                        <a:pt x="12" y="19"/>
                        <a:pt x="15" y="21"/>
                      </a:cubicBezTo>
                      <a:cubicBezTo>
                        <a:pt x="17" y="22"/>
                        <a:pt x="19" y="23"/>
                        <a:pt x="20" y="23"/>
                      </a:cubicBezTo>
                      <a:cubicBezTo>
                        <a:pt x="20" y="24"/>
                        <a:pt x="21" y="25"/>
                        <a:pt x="21" y="26"/>
                      </a:cubicBezTo>
                      <a:cubicBezTo>
                        <a:pt x="21" y="27"/>
                        <a:pt x="20" y="28"/>
                        <a:pt x="19" y="29"/>
                      </a:cubicBezTo>
                      <a:cubicBezTo>
                        <a:pt x="18" y="30"/>
                        <a:pt x="16" y="30"/>
                        <a:pt x="14" y="30"/>
                      </a:cubicBezTo>
                      <a:cubicBezTo>
                        <a:pt x="11" y="30"/>
                        <a:pt x="9" y="30"/>
                        <a:pt x="8" y="28"/>
                      </a:cubicBezTo>
                      <a:cubicBezTo>
                        <a:pt x="8" y="28"/>
                        <a:pt x="7" y="26"/>
                        <a:pt x="7" y="24"/>
                      </a:cubicBezTo>
                      <a:cubicBezTo>
                        <a:pt x="0" y="24"/>
                        <a:pt x="0" y="24"/>
                        <a:pt x="0" y="24"/>
                      </a:cubicBezTo>
                      <a:cubicBezTo>
                        <a:pt x="0" y="27"/>
                        <a:pt x="0" y="29"/>
                        <a:pt x="1" y="30"/>
                      </a:cubicBezTo>
                      <a:cubicBezTo>
                        <a:pt x="2" y="32"/>
                        <a:pt x="4" y="34"/>
                        <a:pt x="6" y="35"/>
                      </a:cubicBezTo>
                      <a:cubicBezTo>
                        <a:pt x="8" y="36"/>
                        <a:pt x="11" y="36"/>
                        <a:pt x="14" y="36"/>
                      </a:cubicBezTo>
                      <a:cubicBezTo>
                        <a:pt x="18" y="36"/>
                        <a:pt x="22" y="35"/>
                        <a:pt x="24" y="33"/>
                      </a:cubicBezTo>
                      <a:cubicBezTo>
                        <a:pt x="27" y="31"/>
                        <a:pt x="28" y="28"/>
                        <a:pt x="28" y="25"/>
                      </a:cubicBezTo>
                      <a:cubicBezTo>
                        <a:pt x="28" y="22"/>
                        <a:pt x="27" y="20"/>
                        <a:pt x="26" y="19"/>
                      </a:cubicBezTo>
                      <a:cubicBezTo>
                        <a:pt x="25" y="18"/>
                        <a:pt x="22" y="16"/>
                        <a:pt x="18" y="14"/>
                      </a:cubicBezTo>
                      <a:cubicBezTo>
                        <a:pt x="15" y="13"/>
                        <a:pt x="13" y="12"/>
                        <a:pt x="13" y="12"/>
                      </a:cubicBezTo>
                      <a:cubicBezTo>
                        <a:pt x="12" y="11"/>
                        <a:pt x="11" y="10"/>
                        <a:pt x="11" y="9"/>
                      </a:cubicBezTo>
                      <a:cubicBezTo>
                        <a:pt x="11" y="8"/>
                        <a:pt x="12" y="7"/>
                        <a:pt x="13" y="6"/>
                      </a:cubicBezTo>
                      <a:cubicBezTo>
                        <a:pt x="14" y="6"/>
                        <a:pt x="15" y="5"/>
                        <a:pt x="17" y="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2" name="îṩľîďe"/>
                <p:cNvSpPr/>
                <p:nvPr/>
              </p:nvSpPr>
              <p:spPr bwMode="auto">
                <a:xfrm>
                  <a:off x="8374063" y="3521075"/>
                  <a:ext cx="46038" cy="119063"/>
                </a:xfrm>
                <a:custGeom>
                  <a:avLst/>
                  <a:gdLst>
                    <a:gd name="T0" fmla="*/ 0 w 29"/>
                    <a:gd name="T1" fmla="*/ 75 h 75"/>
                    <a:gd name="T2" fmla="*/ 14 w 29"/>
                    <a:gd name="T3" fmla="*/ 75 h 75"/>
                    <a:gd name="T4" fmla="*/ 29 w 29"/>
                    <a:gd name="T5" fmla="*/ 0 h 75"/>
                    <a:gd name="T6" fmla="*/ 14 w 29"/>
                    <a:gd name="T7" fmla="*/ 0 h 75"/>
                    <a:gd name="T8" fmla="*/ 0 w 29"/>
                    <a:gd name="T9" fmla="*/ 75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75">
                      <a:moveTo>
                        <a:pt x="0" y="75"/>
                      </a:moveTo>
                      <a:lnTo>
                        <a:pt x="14" y="75"/>
                      </a:lnTo>
                      <a:lnTo>
                        <a:pt x="29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3" name="iS1idè"/>
                <p:cNvSpPr/>
                <p:nvPr/>
              </p:nvSpPr>
              <p:spPr bwMode="auto">
                <a:xfrm>
                  <a:off x="8432801" y="3521075"/>
                  <a:ext cx="95250" cy="119063"/>
                </a:xfrm>
                <a:custGeom>
                  <a:avLst/>
                  <a:gdLst>
                    <a:gd name="T0" fmla="*/ 0 w 60"/>
                    <a:gd name="T1" fmla="*/ 12 h 75"/>
                    <a:gd name="T2" fmla="*/ 21 w 60"/>
                    <a:gd name="T3" fmla="*/ 12 h 75"/>
                    <a:gd name="T4" fmla="*/ 8 w 60"/>
                    <a:gd name="T5" fmla="*/ 75 h 75"/>
                    <a:gd name="T6" fmla="*/ 23 w 60"/>
                    <a:gd name="T7" fmla="*/ 75 h 75"/>
                    <a:gd name="T8" fmla="*/ 35 w 60"/>
                    <a:gd name="T9" fmla="*/ 12 h 75"/>
                    <a:gd name="T10" fmla="*/ 58 w 60"/>
                    <a:gd name="T11" fmla="*/ 12 h 75"/>
                    <a:gd name="T12" fmla="*/ 60 w 60"/>
                    <a:gd name="T13" fmla="*/ 0 h 75"/>
                    <a:gd name="T14" fmla="*/ 2 w 60"/>
                    <a:gd name="T15" fmla="*/ 0 h 75"/>
                    <a:gd name="T16" fmla="*/ 0 w 60"/>
                    <a:gd name="T17" fmla="*/ 12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0" h="75">
                      <a:moveTo>
                        <a:pt x="0" y="12"/>
                      </a:moveTo>
                      <a:lnTo>
                        <a:pt x="21" y="12"/>
                      </a:lnTo>
                      <a:lnTo>
                        <a:pt x="8" y="75"/>
                      </a:lnTo>
                      <a:lnTo>
                        <a:pt x="23" y="75"/>
                      </a:lnTo>
                      <a:lnTo>
                        <a:pt x="35" y="12"/>
                      </a:lnTo>
                      <a:lnTo>
                        <a:pt x="58" y="12"/>
                      </a:lnTo>
                      <a:lnTo>
                        <a:pt x="60" y="0"/>
                      </a:lnTo>
                      <a:lnTo>
                        <a:pt x="2" y="0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4" name="iṣḷîḋe"/>
                <p:cNvSpPr/>
                <p:nvPr/>
              </p:nvSpPr>
              <p:spPr bwMode="auto">
                <a:xfrm>
                  <a:off x="8531226" y="3521075"/>
                  <a:ext cx="109538" cy="119063"/>
                </a:xfrm>
                <a:custGeom>
                  <a:avLst/>
                  <a:gdLst>
                    <a:gd name="T0" fmla="*/ 25 w 33"/>
                    <a:gd name="T1" fmla="*/ 0 h 36"/>
                    <a:gd name="T2" fmla="*/ 19 w 33"/>
                    <a:gd name="T3" fmla="*/ 7 h 36"/>
                    <a:gd name="T4" fmla="*/ 16 w 33"/>
                    <a:gd name="T5" fmla="*/ 12 h 36"/>
                    <a:gd name="T6" fmla="*/ 14 w 33"/>
                    <a:gd name="T7" fmla="*/ 15 h 36"/>
                    <a:gd name="T8" fmla="*/ 12 w 33"/>
                    <a:gd name="T9" fmla="*/ 10 h 36"/>
                    <a:gd name="T10" fmla="*/ 8 w 33"/>
                    <a:gd name="T11" fmla="*/ 0 h 36"/>
                    <a:gd name="T12" fmla="*/ 0 w 33"/>
                    <a:gd name="T13" fmla="*/ 0 h 36"/>
                    <a:gd name="T14" fmla="*/ 10 w 33"/>
                    <a:gd name="T15" fmla="*/ 22 h 36"/>
                    <a:gd name="T16" fmla="*/ 7 w 33"/>
                    <a:gd name="T17" fmla="*/ 36 h 36"/>
                    <a:gd name="T18" fmla="*/ 14 w 33"/>
                    <a:gd name="T19" fmla="*/ 36 h 36"/>
                    <a:gd name="T20" fmla="*/ 17 w 33"/>
                    <a:gd name="T21" fmla="*/ 23 h 36"/>
                    <a:gd name="T22" fmla="*/ 33 w 33"/>
                    <a:gd name="T23" fmla="*/ 0 h 36"/>
                    <a:gd name="T24" fmla="*/ 25 w 33"/>
                    <a:gd name="T25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33" h="36">
                      <a:moveTo>
                        <a:pt x="25" y="0"/>
                      </a:moveTo>
                      <a:cubicBezTo>
                        <a:pt x="19" y="7"/>
                        <a:pt x="19" y="7"/>
                        <a:pt x="19" y="7"/>
                      </a:cubicBezTo>
                      <a:cubicBezTo>
                        <a:pt x="16" y="12"/>
                        <a:pt x="16" y="12"/>
                        <a:pt x="16" y="12"/>
                      </a:cubicBezTo>
                      <a:cubicBezTo>
                        <a:pt x="15" y="13"/>
                        <a:pt x="15" y="14"/>
                        <a:pt x="14" y="15"/>
                      </a:cubicBezTo>
                      <a:cubicBezTo>
                        <a:pt x="14" y="14"/>
                        <a:pt x="13" y="13"/>
                        <a:pt x="12" y="1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0" y="22"/>
                        <a:pt x="10" y="22"/>
                        <a:pt x="10" y="22"/>
                      </a:cubicBezTo>
                      <a:cubicBezTo>
                        <a:pt x="7" y="36"/>
                        <a:pt x="7" y="36"/>
                        <a:pt x="7" y="36"/>
                      </a:cubicBezTo>
                      <a:cubicBezTo>
                        <a:pt x="14" y="36"/>
                        <a:pt x="14" y="36"/>
                        <a:pt x="14" y="36"/>
                      </a:cubicBezTo>
                      <a:cubicBezTo>
                        <a:pt x="17" y="23"/>
                        <a:pt x="17" y="23"/>
                        <a:pt x="17" y="23"/>
                      </a:cubicBezTo>
                      <a:cubicBezTo>
                        <a:pt x="33" y="0"/>
                        <a:pt x="33" y="0"/>
                        <a:pt x="33" y="0"/>
                      </a:cubicBezTo>
                      <a:lnTo>
                        <a:pt x="2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</p:grpSp>
      </p:grpSp>
      <p:cxnSp>
        <p:nvCxnSpPr>
          <p:cNvPr id="4" name="直线连接符 3"/>
          <p:cNvCxnSpPr/>
          <p:nvPr userDrawn="1"/>
        </p:nvCxnSpPr>
        <p:spPr>
          <a:xfrm>
            <a:off x="0" y="1016000"/>
            <a:ext cx="12192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0" name="图片 109" descr="图片包含 天空, 户外, 建筑物, 日落&#10;&#10;描述已自动生成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9500" l="10000" r="98000">
                        <a14:foregroundMark x1="45583" y1="28625" x2="72750" y2="47875"/>
                        <a14:foregroundMark x1="72750" y1="47875" x2="79000" y2="48875"/>
                        <a14:foregroundMark x1="79000" y1="48875" x2="87083" y2="44750"/>
                        <a14:foregroundMark x1="87083" y1="44750" x2="89333" y2="42875"/>
                        <a14:foregroundMark x1="49697" y1="28104" x2="51500" y2="30625"/>
                        <a14:foregroundMark x1="46583" y1="23750" x2="49595" y2="27961"/>
                        <a14:foregroundMark x1="46917" y1="21000" x2="48333" y2="17125"/>
                        <a14:foregroundMark x1="62917" y1="48125" x2="65250" y2="51750"/>
                        <a14:foregroundMark x1="65250" y1="51750" x2="86750" y2="67750"/>
                        <a14:foregroundMark x1="94417" y1="36500" x2="92917" y2="90875"/>
                        <a14:foregroundMark x1="98000" y1="30875" x2="91667" y2="84250"/>
                        <a14:foregroundMark x1="91667" y1="84250" x2="91333" y2="85500"/>
                        <a14:foregroundMark x1="70000" y1="67000" x2="89333" y2="84250"/>
                        <a14:foregroundMark x1="89333" y1="84250" x2="89333" y2="84250"/>
                        <a14:foregroundMark x1="70500" y1="67000" x2="66333" y2="64125"/>
                        <a14:foregroundMark x1="66333" y1="64125" x2="59333" y2="53500"/>
                        <a14:foregroundMark x1="79333" y1="90625" x2="80167" y2="96250"/>
                        <a14:foregroundMark x1="80167" y1="96250" x2="85167" y2="96625"/>
                        <a14:foregroundMark x1="85167" y1="96625" x2="88083" y2="94625"/>
                        <a14:foregroundMark x1="88083" y1="94625" x2="88167" y2="94625"/>
                        <a14:foregroundMark x1="96750" y1="97500" x2="76750" y2="99500"/>
                        <a14:foregroundMark x1="77799" y1="89875" x2="77667" y2="86250"/>
                        <a14:foregroundMark x1="77984" y1="94938" x2="77927" y2="93375"/>
                        <a14:foregroundMark x1="78000" y1="95375" x2="78056" y2="96909"/>
                        <a14:foregroundMark x1="68667" y1="40875" x2="68417" y2="41125"/>
                        <a14:backgroundMark x1="77667" y1="89875" x2="77667" y2="93375"/>
                        <a14:backgroundMark x1="77833" y1="95625" x2="78167" y2="90625"/>
                        <a14:backgroundMark x1="78500" y1="96125" x2="79000" y2="90375"/>
                        <a14:backgroundMark x1="19833" y1="30625" x2="46417" y2="71000"/>
                        <a14:backgroundMark x1="46417" y1="71000" x2="46417" y2="71000"/>
                        <a14:backgroundMark x1="17000" y1="72500" x2="23583" y2="72625"/>
                        <a14:backgroundMark x1="23583" y1="72625" x2="37833" y2="71875"/>
                        <a14:backgroundMark x1="37833" y1="71875" x2="57167" y2="75375"/>
                        <a14:backgroundMark x1="61667" y1="37000" x2="62000" y2="37375"/>
                        <a14:backgroundMark x1="66667" y1="39375" x2="66917" y2="39750"/>
                        <a14:backgroundMark x1="50917" y1="27125" x2="51000" y2="27625"/>
                      </a14:backgroundRemoval>
                    </a14:imgEffect>
                    <a14:imgEffect>
                      <a14:brightnessContrast bright="72000"/>
                    </a14:imgEffect>
                    <a14:imgEffect>
                      <a14:colorTemperature colorTemp="9660"/>
                    </a14:imgEffect>
                    <a14:imgEffect>
                      <a14:saturation sat="11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8743" t="8413"/>
          <a:stretch>
            <a:fillRect/>
          </a:stretch>
        </p:blipFill>
        <p:spPr>
          <a:xfrm flipH="1">
            <a:off x="-1" y="60500"/>
            <a:ext cx="958611" cy="955500"/>
          </a:xfrm>
          <a:prstGeom prst="rect">
            <a:avLst/>
          </a:prstGeom>
        </p:spPr>
      </p:pic>
      <p:sp>
        <p:nvSpPr>
          <p:cNvPr id="114" name="椭圆 113"/>
          <p:cNvSpPr/>
          <p:nvPr userDrawn="1"/>
        </p:nvSpPr>
        <p:spPr>
          <a:xfrm>
            <a:off x="1223474" y="1332347"/>
            <a:ext cx="2586526" cy="2586526"/>
          </a:xfrm>
          <a:prstGeom prst="ellipse">
            <a:avLst/>
          </a:prstGeom>
          <a:noFill/>
          <a:ln cmpd="thickThin">
            <a:solidFill>
              <a:schemeClr val="accent2"/>
            </a:soli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17" name="图片占位符 116"/>
          <p:cNvSpPr>
            <a:spLocks noGrp="1"/>
          </p:cNvSpPr>
          <p:nvPr>
            <p:ph type="pic" sz="quarter" idx="10"/>
          </p:nvPr>
        </p:nvSpPr>
        <p:spPr>
          <a:xfrm>
            <a:off x="1368071" y="1476945"/>
            <a:ext cx="2297332" cy="2297332"/>
          </a:xfrm>
          <a:custGeom>
            <a:avLst/>
            <a:gdLst>
              <a:gd name="connsiteX0" fmla="*/ 1148666 w 2297332"/>
              <a:gd name="connsiteY0" fmla="*/ 0 h 2297332"/>
              <a:gd name="connsiteX1" fmla="*/ 2297332 w 2297332"/>
              <a:gd name="connsiteY1" fmla="*/ 1148666 h 2297332"/>
              <a:gd name="connsiteX2" fmla="*/ 1148666 w 2297332"/>
              <a:gd name="connsiteY2" fmla="*/ 2297332 h 2297332"/>
              <a:gd name="connsiteX3" fmla="*/ 0 w 2297332"/>
              <a:gd name="connsiteY3" fmla="*/ 1148666 h 2297332"/>
              <a:gd name="connsiteX4" fmla="*/ 1148666 w 2297332"/>
              <a:gd name="connsiteY4" fmla="*/ 0 h 2297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97332" h="2297332">
                <a:moveTo>
                  <a:pt x="1148666" y="0"/>
                </a:moveTo>
                <a:cubicBezTo>
                  <a:pt x="1783057" y="0"/>
                  <a:pt x="2297332" y="514275"/>
                  <a:pt x="2297332" y="1148666"/>
                </a:cubicBezTo>
                <a:cubicBezTo>
                  <a:pt x="2297332" y="1783057"/>
                  <a:pt x="1783057" y="2297332"/>
                  <a:pt x="1148666" y="2297332"/>
                </a:cubicBezTo>
                <a:cubicBezTo>
                  <a:pt x="514275" y="2297332"/>
                  <a:pt x="0" y="1783057"/>
                  <a:pt x="0" y="1148666"/>
                </a:cubicBezTo>
                <a:cubicBezTo>
                  <a:pt x="0" y="514275"/>
                  <a:pt x="514275" y="0"/>
                  <a:pt x="1148666" y="0"/>
                </a:cubicBezTo>
                <a:close/>
              </a:path>
            </a:pathLst>
          </a:custGeom>
          <a:ln w="12700">
            <a:noFill/>
          </a:ln>
        </p:spPr>
        <p:txBody>
          <a:bodyPr wrap="square">
            <a:noAutofit/>
          </a:bodyPr>
          <a:lstStyle/>
          <a:p>
            <a:endParaRPr kumimoji="1" lang="zh-CN" altLang="en-US"/>
          </a:p>
        </p:txBody>
      </p:sp>
      <p:sp>
        <p:nvSpPr>
          <p:cNvPr id="115" name="椭圆 114"/>
          <p:cNvSpPr/>
          <p:nvPr userDrawn="1"/>
        </p:nvSpPr>
        <p:spPr>
          <a:xfrm>
            <a:off x="4802737" y="1332347"/>
            <a:ext cx="2586526" cy="2586526"/>
          </a:xfrm>
          <a:prstGeom prst="ellipse">
            <a:avLst/>
          </a:prstGeom>
          <a:noFill/>
          <a:ln cmpd="thickThin">
            <a:solidFill>
              <a:schemeClr val="accent2"/>
            </a:soli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16" name="图片占位符 115"/>
          <p:cNvSpPr>
            <a:spLocks noGrp="1"/>
          </p:cNvSpPr>
          <p:nvPr>
            <p:ph type="pic" sz="quarter" idx="11"/>
          </p:nvPr>
        </p:nvSpPr>
        <p:spPr>
          <a:xfrm>
            <a:off x="4947334" y="1476945"/>
            <a:ext cx="2297332" cy="2297332"/>
          </a:xfrm>
          <a:custGeom>
            <a:avLst/>
            <a:gdLst>
              <a:gd name="connsiteX0" fmla="*/ 1148666 w 2297332"/>
              <a:gd name="connsiteY0" fmla="*/ 0 h 2297332"/>
              <a:gd name="connsiteX1" fmla="*/ 2297332 w 2297332"/>
              <a:gd name="connsiteY1" fmla="*/ 1148666 h 2297332"/>
              <a:gd name="connsiteX2" fmla="*/ 1148666 w 2297332"/>
              <a:gd name="connsiteY2" fmla="*/ 2297332 h 2297332"/>
              <a:gd name="connsiteX3" fmla="*/ 0 w 2297332"/>
              <a:gd name="connsiteY3" fmla="*/ 1148666 h 2297332"/>
              <a:gd name="connsiteX4" fmla="*/ 1148666 w 2297332"/>
              <a:gd name="connsiteY4" fmla="*/ 0 h 2297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97332" h="2297332">
                <a:moveTo>
                  <a:pt x="1148666" y="0"/>
                </a:moveTo>
                <a:cubicBezTo>
                  <a:pt x="1783057" y="0"/>
                  <a:pt x="2297332" y="514275"/>
                  <a:pt x="2297332" y="1148666"/>
                </a:cubicBezTo>
                <a:cubicBezTo>
                  <a:pt x="2297332" y="1783057"/>
                  <a:pt x="1783057" y="2297332"/>
                  <a:pt x="1148666" y="2297332"/>
                </a:cubicBezTo>
                <a:cubicBezTo>
                  <a:pt x="514275" y="2297332"/>
                  <a:pt x="0" y="1783057"/>
                  <a:pt x="0" y="1148666"/>
                </a:cubicBezTo>
                <a:cubicBezTo>
                  <a:pt x="0" y="514275"/>
                  <a:pt x="514275" y="0"/>
                  <a:pt x="1148666" y="0"/>
                </a:cubicBezTo>
                <a:close/>
              </a:path>
            </a:pathLst>
          </a:custGeom>
          <a:ln w="12700">
            <a:noFill/>
          </a:ln>
        </p:spPr>
        <p:txBody>
          <a:bodyPr wrap="square">
            <a:noAutofit/>
          </a:bodyPr>
          <a:lstStyle/>
          <a:p>
            <a:endParaRPr kumimoji="1" lang="zh-CN" altLang="en-US"/>
          </a:p>
        </p:txBody>
      </p:sp>
      <p:sp>
        <p:nvSpPr>
          <p:cNvPr id="118" name="椭圆 117"/>
          <p:cNvSpPr/>
          <p:nvPr userDrawn="1"/>
        </p:nvSpPr>
        <p:spPr>
          <a:xfrm>
            <a:off x="8382000" y="1332347"/>
            <a:ext cx="2586526" cy="2586526"/>
          </a:xfrm>
          <a:prstGeom prst="ellipse">
            <a:avLst/>
          </a:prstGeom>
          <a:noFill/>
          <a:ln cmpd="thickThin">
            <a:solidFill>
              <a:schemeClr val="accent2"/>
            </a:soli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19" name="图片占位符 118"/>
          <p:cNvSpPr>
            <a:spLocks noGrp="1"/>
          </p:cNvSpPr>
          <p:nvPr>
            <p:ph type="pic" sz="quarter" idx="12"/>
          </p:nvPr>
        </p:nvSpPr>
        <p:spPr>
          <a:xfrm>
            <a:off x="8526597" y="1476945"/>
            <a:ext cx="2297332" cy="2297332"/>
          </a:xfrm>
          <a:custGeom>
            <a:avLst/>
            <a:gdLst>
              <a:gd name="connsiteX0" fmla="*/ 1148666 w 2297332"/>
              <a:gd name="connsiteY0" fmla="*/ 0 h 2297332"/>
              <a:gd name="connsiteX1" fmla="*/ 2297332 w 2297332"/>
              <a:gd name="connsiteY1" fmla="*/ 1148666 h 2297332"/>
              <a:gd name="connsiteX2" fmla="*/ 1148666 w 2297332"/>
              <a:gd name="connsiteY2" fmla="*/ 2297332 h 2297332"/>
              <a:gd name="connsiteX3" fmla="*/ 0 w 2297332"/>
              <a:gd name="connsiteY3" fmla="*/ 1148666 h 2297332"/>
              <a:gd name="connsiteX4" fmla="*/ 1148666 w 2297332"/>
              <a:gd name="connsiteY4" fmla="*/ 0 h 2297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97332" h="2297332">
                <a:moveTo>
                  <a:pt x="1148666" y="0"/>
                </a:moveTo>
                <a:cubicBezTo>
                  <a:pt x="1783057" y="0"/>
                  <a:pt x="2297332" y="514275"/>
                  <a:pt x="2297332" y="1148666"/>
                </a:cubicBezTo>
                <a:cubicBezTo>
                  <a:pt x="2297332" y="1783057"/>
                  <a:pt x="1783057" y="2297332"/>
                  <a:pt x="1148666" y="2297332"/>
                </a:cubicBezTo>
                <a:cubicBezTo>
                  <a:pt x="514275" y="2297332"/>
                  <a:pt x="0" y="1783057"/>
                  <a:pt x="0" y="1148666"/>
                </a:cubicBezTo>
                <a:cubicBezTo>
                  <a:pt x="0" y="514275"/>
                  <a:pt x="514275" y="0"/>
                  <a:pt x="1148666" y="0"/>
                </a:cubicBezTo>
                <a:close/>
              </a:path>
            </a:pathLst>
          </a:custGeom>
          <a:ln w="12700">
            <a:noFill/>
          </a:ln>
        </p:spPr>
        <p:txBody>
          <a:bodyPr wrap="square">
            <a:noAutofit/>
          </a:bodyPr>
          <a:lstStyle/>
          <a:p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张图片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3275" y="393486"/>
            <a:ext cx="8970989" cy="663575"/>
          </a:xfrm>
          <a:prstGeom prst="rect">
            <a:avLst/>
          </a:prstGeom>
        </p:spPr>
        <p:txBody>
          <a:bodyPr lIns="0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245" name="组合 244"/>
          <p:cNvGrpSpPr/>
          <p:nvPr userDrawn="1"/>
        </p:nvGrpSpPr>
        <p:grpSpPr>
          <a:xfrm>
            <a:off x="9895088" y="468793"/>
            <a:ext cx="1480571" cy="458860"/>
            <a:chOff x="2558030" y="228446"/>
            <a:chExt cx="6774643" cy="2099603"/>
          </a:xfrm>
        </p:grpSpPr>
        <p:grpSp>
          <p:nvGrpSpPr>
            <p:cNvPr id="246" name="íšḻîďê"/>
            <p:cNvGrpSpPr/>
            <p:nvPr userDrawn="1"/>
          </p:nvGrpSpPr>
          <p:grpSpPr>
            <a:xfrm>
              <a:off x="2558030" y="228446"/>
              <a:ext cx="2085857" cy="2099603"/>
              <a:chOff x="3551238" y="3067050"/>
              <a:chExt cx="722313" cy="727075"/>
            </a:xfrm>
          </p:grpSpPr>
          <p:sp>
            <p:nvSpPr>
              <p:cNvPr id="276" name="ïş1íḍê"/>
              <p:cNvSpPr/>
              <p:nvPr/>
            </p:nvSpPr>
            <p:spPr bwMode="auto">
              <a:xfrm>
                <a:off x="3575051" y="3087688"/>
                <a:ext cx="673100" cy="679450"/>
              </a:xfrm>
              <a:custGeom>
                <a:avLst/>
                <a:gdLst>
                  <a:gd name="T0" fmla="*/ 102 w 204"/>
                  <a:gd name="T1" fmla="*/ 0 h 204"/>
                  <a:gd name="T2" fmla="*/ 204 w 204"/>
                  <a:gd name="T3" fmla="*/ 102 h 204"/>
                  <a:gd name="T4" fmla="*/ 102 w 204"/>
                  <a:gd name="T5" fmla="*/ 204 h 204"/>
                  <a:gd name="T6" fmla="*/ 0 w 204"/>
                  <a:gd name="T7" fmla="*/ 102 h 204"/>
                  <a:gd name="T8" fmla="*/ 102 w 204"/>
                  <a:gd name="T9" fmla="*/ 0 h 204"/>
                  <a:gd name="T10" fmla="*/ 102 w 204"/>
                  <a:gd name="T11" fmla="*/ 25 h 204"/>
                  <a:gd name="T12" fmla="*/ 24 w 204"/>
                  <a:gd name="T13" fmla="*/ 103 h 204"/>
                  <a:gd name="T14" fmla="*/ 102 w 204"/>
                  <a:gd name="T15" fmla="*/ 181 h 204"/>
                  <a:gd name="T16" fmla="*/ 180 w 204"/>
                  <a:gd name="T17" fmla="*/ 103 h 204"/>
                  <a:gd name="T18" fmla="*/ 102 w 204"/>
                  <a:gd name="T19" fmla="*/ 25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4" h="204">
                    <a:moveTo>
                      <a:pt x="102" y="0"/>
                    </a:moveTo>
                    <a:cubicBezTo>
                      <a:pt x="159" y="0"/>
                      <a:pt x="204" y="46"/>
                      <a:pt x="204" y="102"/>
                    </a:cubicBezTo>
                    <a:cubicBezTo>
                      <a:pt x="204" y="158"/>
                      <a:pt x="159" y="204"/>
                      <a:pt x="102" y="204"/>
                    </a:cubicBezTo>
                    <a:cubicBezTo>
                      <a:pt x="46" y="204"/>
                      <a:pt x="0" y="158"/>
                      <a:pt x="0" y="102"/>
                    </a:cubicBezTo>
                    <a:cubicBezTo>
                      <a:pt x="0" y="46"/>
                      <a:pt x="46" y="0"/>
                      <a:pt x="102" y="0"/>
                    </a:cubicBezTo>
                    <a:close/>
                    <a:moveTo>
                      <a:pt x="102" y="25"/>
                    </a:moveTo>
                    <a:cubicBezTo>
                      <a:pt x="59" y="25"/>
                      <a:pt x="24" y="60"/>
                      <a:pt x="24" y="103"/>
                    </a:cubicBezTo>
                    <a:cubicBezTo>
                      <a:pt x="24" y="146"/>
                      <a:pt x="59" y="181"/>
                      <a:pt x="102" y="181"/>
                    </a:cubicBezTo>
                    <a:cubicBezTo>
                      <a:pt x="145" y="181"/>
                      <a:pt x="180" y="146"/>
                      <a:pt x="180" y="103"/>
                    </a:cubicBezTo>
                    <a:cubicBezTo>
                      <a:pt x="180" y="60"/>
                      <a:pt x="145" y="25"/>
                      <a:pt x="102" y="25"/>
                    </a:cubicBezTo>
                    <a:close/>
                  </a:path>
                </a:pathLst>
              </a:custGeom>
              <a:solidFill>
                <a:srgbClr val="0052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7" name="íšḻïḍè"/>
              <p:cNvSpPr/>
              <p:nvPr/>
            </p:nvSpPr>
            <p:spPr bwMode="auto">
              <a:xfrm>
                <a:off x="3621088" y="3103563"/>
                <a:ext cx="584200" cy="203200"/>
              </a:xfrm>
              <a:custGeom>
                <a:avLst/>
                <a:gdLst>
                  <a:gd name="T0" fmla="*/ 8 w 177"/>
                  <a:gd name="T1" fmla="*/ 53 h 61"/>
                  <a:gd name="T2" fmla="*/ 0 w 177"/>
                  <a:gd name="T3" fmla="*/ 56 h 61"/>
                  <a:gd name="T4" fmla="*/ 5 w 177"/>
                  <a:gd name="T5" fmla="*/ 52 h 61"/>
                  <a:gd name="T6" fmla="*/ 4 w 177"/>
                  <a:gd name="T7" fmla="*/ 50 h 61"/>
                  <a:gd name="T8" fmla="*/ 5 w 177"/>
                  <a:gd name="T9" fmla="*/ 48 h 61"/>
                  <a:gd name="T10" fmla="*/ 10 w 177"/>
                  <a:gd name="T11" fmla="*/ 41 h 61"/>
                  <a:gd name="T12" fmla="*/ 17 w 177"/>
                  <a:gd name="T13" fmla="*/ 50 h 61"/>
                  <a:gd name="T14" fmla="*/ 14 w 177"/>
                  <a:gd name="T15" fmla="*/ 35 h 61"/>
                  <a:gd name="T16" fmla="*/ 23 w 177"/>
                  <a:gd name="T17" fmla="*/ 46 h 61"/>
                  <a:gd name="T18" fmla="*/ 31 w 177"/>
                  <a:gd name="T19" fmla="*/ 38 h 61"/>
                  <a:gd name="T20" fmla="*/ 29 w 177"/>
                  <a:gd name="T21" fmla="*/ 40 h 61"/>
                  <a:gd name="T22" fmla="*/ 18 w 177"/>
                  <a:gd name="T23" fmla="*/ 32 h 61"/>
                  <a:gd name="T24" fmla="*/ 19 w 177"/>
                  <a:gd name="T25" fmla="*/ 30 h 61"/>
                  <a:gd name="T26" fmla="*/ 21 w 177"/>
                  <a:gd name="T27" fmla="*/ 27 h 61"/>
                  <a:gd name="T28" fmla="*/ 41 w 177"/>
                  <a:gd name="T29" fmla="*/ 29 h 61"/>
                  <a:gd name="T30" fmla="*/ 43 w 177"/>
                  <a:gd name="T31" fmla="*/ 29 h 61"/>
                  <a:gd name="T32" fmla="*/ 35 w 177"/>
                  <a:gd name="T33" fmla="*/ 35 h 61"/>
                  <a:gd name="T34" fmla="*/ 31 w 177"/>
                  <a:gd name="T35" fmla="*/ 21 h 61"/>
                  <a:gd name="T36" fmla="*/ 46 w 177"/>
                  <a:gd name="T37" fmla="*/ 11 h 61"/>
                  <a:gd name="T38" fmla="*/ 47 w 177"/>
                  <a:gd name="T39" fmla="*/ 11 h 61"/>
                  <a:gd name="T40" fmla="*/ 47 w 177"/>
                  <a:gd name="T41" fmla="*/ 26 h 61"/>
                  <a:gd name="T42" fmla="*/ 39 w 177"/>
                  <a:gd name="T43" fmla="*/ 15 h 61"/>
                  <a:gd name="T44" fmla="*/ 72 w 177"/>
                  <a:gd name="T45" fmla="*/ 16 h 61"/>
                  <a:gd name="T46" fmla="*/ 71 w 177"/>
                  <a:gd name="T47" fmla="*/ 2 h 61"/>
                  <a:gd name="T48" fmla="*/ 65 w 177"/>
                  <a:gd name="T49" fmla="*/ 15 h 61"/>
                  <a:gd name="T50" fmla="*/ 64 w 177"/>
                  <a:gd name="T51" fmla="*/ 4 h 61"/>
                  <a:gd name="T52" fmla="*/ 84 w 177"/>
                  <a:gd name="T53" fmla="*/ 1 h 61"/>
                  <a:gd name="T54" fmla="*/ 84 w 177"/>
                  <a:gd name="T55" fmla="*/ 1 h 61"/>
                  <a:gd name="T56" fmla="*/ 78 w 177"/>
                  <a:gd name="T57" fmla="*/ 16 h 61"/>
                  <a:gd name="T58" fmla="*/ 77 w 177"/>
                  <a:gd name="T59" fmla="*/ 15 h 61"/>
                  <a:gd name="T60" fmla="*/ 90 w 177"/>
                  <a:gd name="T61" fmla="*/ 1 h 61"/>
                  <a:gd name="T62" fmla="*/ 94 w 177"/>
                  <a:gd name="T63" fmla="*/ 15 h 61"/>
                  <a:gd name="T64" fmla="*/ 92 w 177"/>
                  <a:gd name="T65" fmla="*/ 15 h 61"/>
                  <a:gd name="T66" fmla="*/ 113 w 177"/>
                  <a:gd name="T67" fmla="*/ 3 h 61"/>
                  <a:gd name="T68" fmla="*/ 102 w 177"/>
                  <a:gd name="T69" fmla="*/ 2 h 61"/>
                  <a:gd name="T70" fmla="*/ 105 w 177"/>
                  <a:gd name="T71" fmla="*/ 14 h 61"/>
                  <a:gd name="T72" fmla="*/ 117 w 177"/>
                  <a:gd name="T73" fmla="*/ 5 h 61"/>
                  <a:gd name="T74" fmla="*/ 122 w 177"/>
                  <a:gd name="T75" fmla="*/ 19 h 61"/>
                  <a:gd name="T76" fmla="*/ 119 w 177"/>
                  <a:gd name="T77" fmla="*/ 13 h 61"/>
                  <a:gd name="T78" fmla="*/ 121 w 177"/>
                  <a:gd name="T79" fmla="*/ 12 h 61"/>
                  <a:gd name="T80" fmla="*/ 124 w 177"/>
                  <a:gd name="T81" fmla="*/ 10 h 61"/>
                  <a:gd name="T82" fmla="*/ 131 w 177"/>
                  <a:gd name="T83" fmla="*/ 26 h 61"/>
                  <a:gd name="T84" fmla="*/ 126 w 177"/>
                  <a:gd name="T85" fmla="*/ 23 h 61"/>
                  <a:gd name="T86" fmla="*/ 124 w 177"/>
                  <a:gd name="T87" fmla="*/ 23 h 61"/>
                  <a:gd name="T88" fmla="*/ 137 w 177"/>
                  <a:gd name="T89" fmla="*/ 14 h 61"/>
                  <a:gd name="T90" fmla="*/ 133 w 177"/>
                  <a:gd name="T91" fmla="*/ 11 h 61"/>
                  <a:gd name="T92" fmla="*/ 137 w 177"/>
                  <a:gd name="T93" fmla="*/ 32 h 61"/>
                  <a:gd name="T94" fmla="*/ 137 w 177"/>
                  <a:gd name="T95" fmla="*/ 32 h 61"/>
                  <a:gd name="T96" fmla="*/ 145 w 177"/>
                  <a:gd name="T97" fmla="*/ 19 h 61"/>
                  <a:gd name="T98" fmla="*/ 146 w 177"/>
                  <a:gd name="T99" fmla="*/ 19 h 61"/>
                  <a:gd name="T100" fmla="*/ 159 w 177"/>
                  <a:gd name="T101" fmla="*/ 31 h 61"/>
                  <a:gd name="T102" fmla="*/ 149 w 177"/>
                  <a:gd name="T103" fmla="*/ 42 h 61"/>
                  <a:gd name="T104" fmla="*/ 155 w 177"/>
                  <a:gd name="T105" fmla="*/ 27 h 61"/>
                  <a:gd name="T106" fmla="*/ 166 w 177"/>
                  <a:gd name="T107" fmla="*/ 40 h 61"/>
                  <a:gd name="T108" fmla="*/ 160 w 177"/>
                  <a:gd name="T109" fmla="*/ 37 h 61"/>
                  <a:gd name="T110" fmla="*/ 153 w 177"/>
                  <a:gd name="T111" fmla="*/ 46 h 61"/>
                  <a:gd name="T112" fmla="*/ 177 w 177"/>
                  <a:gd name="T113" fmla="*/ 55 h 61"/>
                  <a:gd name="T114" fmla="*/ 162 w 177"/>
                  <a:gd name="T115" fmla="*/ 60 h 61"/>
                  <a:gd name="T116" fmla="*/ 165 w 177"/>
                  <a:gd name="T117" fmla="*/ 55 h 61"/>
                  <a:gd name="T118" fmla="*/ 173 w 177"/>
                  <a:gd name="T119" fmla="*/ 49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77" h="61">
                    <a:moveTo>
                      <a:pt x="6" y="46"/>
                    </a:moveTo>
                    <a:cubicBezTo>
                      <a:pt x="6" y="46"/>
                      <a:pt x="6" y="46"/>
                      <a:pt x="6" y="46"/>
                    </a:cubicBezTo>
                    <a:cubicBezTo>
                      <a:pt x="6" y="46"/>
                      <a:pt x="6" y="46"/>
                      <a:pt x="6" y="46"/>
                    </a:cubicBezTo>
                    <a:cubicBezTo>
                      <a:pt x="6" y="46"/>
                      <a:pt x="6" y="47"/>
                      <a:pt x="6" y="47"/>
                    </a:cubicBezTo>
                    <a:cubicBezTo>
                      <a:pt x="6" y="47"/>
                      <a:pt x="6" y="47"/>
                      <a:pt x="6" y="47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8" y="53"/>
                      <a:pt x="8" y="53"/>
                      <a:pt x="8" y="53"/>
                    </a:cubicBezTo>
                    <a:cubicBezTo>
                      <a:pt x="8" y="54"/>
                      <a:pt x="8" y="54"/>
                      <a:pt x="8" y="54"/>
                    </a:cubicBezTo>
                    <a:cubicBezTo>
                      <a:pt x="15" y="60"/>
                      <a:pt x="15" y="60"/>
                      <a:pt x="15" y="60"/>
                    </a:cubicBezTo>
                    <a:cubicBezTo>
                      <a:pt x="15" y="61"/>
                      <a:pt x="15" y="61"/>
                      <a:pt x="15" y="61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4"/>
                      <a:pt x="2" y="54"/>
                    </a:cubicBezTo>
                    <a:cubicBezTo>
                      <a:pt x="2" y="54"/>
                      <a:pt x="2" y="54"/>
                      <a:pt x="2" y="54"/>
                    </a:cubicBezTo>
                    <a:cubicBezTo>
                      <a:pt x="11" y="58"/>
                      <a:pt x="11" y="58"/>
                      <a:pt x="11" y="58"/>
                    </a:cubicBezTo>
                    <a:cubicBezTo>
                      <a:pt x="12" y="58"/>
                      <a:pt x="12" y="58"/>
                      <a:pt x="12" y="58"/>
                    </a:cubicBezTo>
                    <a:cubicBezTo>
                      <a:pt x="5" y="52"/>
                      <a:pt x="5" y="52"/>
                      <a:pt x="5" y="52"/>
                    </a:cubicBezTo>
                    <a:cubicBezTo>
                      <a:pt x="4" y="52"/>
                      <a:pt x="4" y="52"/>
                      <a:pt x="4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2" y="52"/>
                      <a:pt x="2" y="52"/>
                      <a:pt x="2" y="52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4" y="50"/>
                      <a:pt x="4" y="50"/>
                      <a:pt x="4" y="50"/>
                    </a:cubicBezTo>
                    <a:cubicBezTo>
                      <a:pt x="4" y="50"/>
                      <a:pt x="4" y="50"/>
                      <a:pt x="4" y="50"/>
                    </a:cubicBezTo>
                    <a:cubicBezTo>
                      <a:pt x="4" y="50"/>
                      <a:pt x="4" y="50"/>
                      <a:pt x="4" y="51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6" y="48"/>
                      <a:pt x="6" y="48"/>
                      <a:pt x="6" y="48"/>
                    </a:cubicBezTo>
                    <a:cubicBezTo>
                      <a:pt x="6" y="48"/>
                      <a:pt x="6" y="48"/>
                      <a:pt x="5" y="48"/>
                    </a:cubicBezTo>
                    <a:cubicBezTo>
                      <a:pt x="5" y="48"/>
                      <a:pt x="5" y="48"/>
                      <a:pt x="5" y="48"/>
                    </a:cubicBezTo>
                    <a:cubicBezTo>
                      <a:pt x="5" y="48"/>
                      <a:pt x="5" y="48"/>
                      <a:pt x="5" y="48"/>
                    </a:cubicBezTo>
                    <a:cubicBezTo>
                      <a:pt x="4" y="48"/>
                      <a:pt x="4" y="48"/>
                      <a:pt x="4" y="48"/>
                    </a:cubicBezTo>
                    <a:cubicBezTo>
                      <a:pt x="6" y="46"/>
                      <a:pt x="6" y="46"/>
                      <a:pt x="6" y="46"/>
                    </a:cubicBezTo>
                    <a:close/>
                    <a:moveTo>
                      <a:pt x="22" y="48"/>
                    </a:moveTo>
                    <a:cubicBezTo>
                      <a:pt x="22" y="49"/>
                      <a:pt x="21" y="49"/>
                      <a:pt x="21" y="49"/>
                    </a:cubicBezTo>
                    <a:cubicBezTo>
                      <a:pt x="20" y="50"/>
                      <a:pt x="19" y="49"/>
                      <a:pt x="18" y="48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1"/>
                      <a:pt x="10" y="41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7" y="43"/>
                      <a:pt x="7" y="43"/>
                      <a:pt x="7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9" y="43"/>
                      <a:pt x="9" y="43"/>
                      <a:pt x="9" y="43"/>
                    </a:cubicBezTo>
                    <a:cubicBezTo>
                      <a:pt x="17" y="50"/>
                      <a:pt x="17" y="50"/>
                      <a:pt x="17" y="50"/>
                    </a:cubicBezTo>
                    <a:cubicBezTo>
                      <a:pt x="18" y="50"/>
                      <a:pt x="19" y="51"/>
                      <a:pt x="20" y="50"/>
                    </a:cubicBezTo>
                    <a:cubicBezTo>
                      <a:pt x="21" y="50"/>
                      <a:pt x="22" y="50"/>
                      <a:pt x="23" y="49"/>
                    </a:cubicBezTo>
                    <a:cubicBezTo>
                      <a:pt x="24" y="48"/>
                      <a:pt x="24" y="47"/>
                      <a:pt x="24" y="46"/>
                    </a:cubicBezTo>
                    <a:cubicBezTo>
                      <a:pt x="24" y="45"/>
                      <a:pt x="23" y="44"/>
                      <a:pt x="22" y="43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4" y="35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2" y="38"/>
                      <a:pt x="12" y="38"/>
                      <a:pt x="12" y="38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3" y="37"/>
                      <a:pt x="14" y="37"/>
                      <a:pt x="14" y="37"/>
                    </a:cubicBezTo>
                    <a:cubicBezTo>
                      <a:pt x="22" y="44"/>
                      <a:pt x="22" y="44"/>
                      <a:pt x="22" y="44"/>
                    </a:cubicBezTo>
                    <a:cubicBezTo>
                      <a:pt x="23" y="44"/>
                      <a:pt x="23" y="45"/>
                      <a:pt x="23" y="46"/>
                    </a:cubicBezTo>
                    <a:cubicBezTo>
                      <a:pt x="23" y="47"/>
                      <a:pt x="23" y="47"/>
                      <a:pt x="22" y="48"/>
                    </a:cubicBezTo>
                    <a:close/>
                    <a:moveTo>
                      <a:pt x="33" y="36"/>
                    </a:moveTo>
                    <a:cubicBezTo>
                      <a:pt x="33" y="36"/>
                      <a:pt x="33" y="36"/>
                      <a:pt x="33" y="36"/>
                    </a:cubicBezTo>
                    <a:cubicBezTo>
                      <a:pt x="33" y="36"/>
                      <a:pt x="34" y="36"/>
                      <a:pt x="34" y="36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32" y="39"/>
                      <a:pt x="32" y="39"/>
                      <a:pt x="32" y="39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2" y="38"/>
                      <a:pt x="32" y="37"/>
                      <a:pt x="32" y="37"/>
                    </a:cubicBezTo>
                    <a:cubicBezTo>
                      <a:pt x="32" y="37"/>
                      <a:pt x="32" y="37"/>
                      <a:pt x="32" y="37"/>
                    </a:cubicBezTo>
                    <a:cubicBezTo>
                      <a:pt x="27" y="32"/>
                      <a:pt x="27" y="32"/>
                      <a:pt x="27" y="32"/>
                    </a:cubicBezTo>
                    <a:cubicBezTo>
                      <a:pt x="23" y="36"/>
                      <a:pt x="23" y="36"/>
                      <a:pt x="23" y="36"/>
                    </a:cubicBezTo>
                    <a:cubicBezTo>
                      <a:pt x="28" y="40"/>
                      <a:pt x="28" y="40"/>
                      <a:pt x="28" y="40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8" y="41"/>
                      <a:pt x="29" y="41"/>
                      <a:pt x="29" y="40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30" y="41"/>
                      <a:pt x="30" y="41"/>
                      <a:pt x="30" y="41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2"/>
                      <a:pt x="27" y="42"/>
                      <a:pt x="27" y="42"/>
                    </a:cubicBezTo>
                    <a:cubicBezTo>
                      <a:pt x="27" y="42"/>
                      <a:pt x="27" y="42"/>
                      <a:pt x="27" y="41"/>
                    </a:cubicBezTo>
                    <a:cubicBezTo>
                      <a:pt x="18" y="32"/>
                      <a:pt x="18" y="32"/>
                      <a:pt x="18" y="32"/>
                    </a:cubicBezTo>
                    <a:cubicBezTo>
                      <a:pt x="18" y="32"/>
                      <a:pt x="17" y="32"/>
                      <a:pt x="17" y="32"/>
                    </a:cubicBezTo>
                    <a:cubicBezTo>
                      <a:pt x="17" y="32"/>
                      <a:pt x="17" y="32"/>
                      <a:pt x="17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1"/>
                      <a:pt x="19" y="31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7" y="31"/>
                      <a:pt x="27" y="31"/>
                      <a:pt x="27" y="31"/>
                    </a:cubicBezTo>
                    <a:cubicBezTo>
                      <a:pt x="23" y="27"/>
                      <a:pt x="23" y="27"/>
                      <a:pt x="23" y="27"/>
                    </a:cubicBezTo>
                    <a:cubicBezTo>
                      <a:pt x="23" y="27"/>
                      <a:pt x="22" y="27"/>
                      <a:pt x="22" y="27"/>
                    </a:cubicBezTo>
                    <a:cubicBezTo>
                      <a:pt x="22" y="27"/>
                      <a:pt x="22" y="27"/>
                      <a:pt x="22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6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33" y="36"/>
                      <a:pt x="33" y="36"/>
                      <a:pt x="33" y="36"/>
                    </a:cubicBezTo>
                    <a:close/>
                    <a:moveTo>
                      <a:pt x="38" y="26"/>
                    </a:moveTo>
                    <a:cubicBezTo>
                      <a:pt x="41" y="29"/>
                      <a:pt x="41" y="29"/>
                      <a:pt x="41" y="29"/>
                    </a:cubicBezTo>
                    <a:cubicBezTo>
                      <a:pt x="41" y="29"/>
                      <a:pt x="41" y="30"/>
                      <a:pt x="41" y="30"/>
                    </a:cubicBezTo>
                    <a:cubicBezTo>
                      <a:pt x="41" y="30"/>
                      <a:pt x="41" y="30"/>
                      <a:pt x="41" y="30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3" y="29"/>
                      <a:pt x="42" y="29"/>
                      <a:pt x="42" y="28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5" y="33"/>
                      <a:pt x="35" y="33"/>
                      <a:pt x="35" y="33"/>
                    </a:cubicBezTo>
                    <a:cubicBezTo>
                      <a:pt x="35" y="33"/>
                      <a:pt x="35" y="34"/>
                      <a:pt x="35" y="34"/>
                    </a:cubicBezTo>
                    <a:cubicBezTo>
                      <a:pt x="35" y="34"/>
                      <a:pt x="35" y="34"/>
                      <a:pt x="35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7" y="33"/>
                      <a:pt x="37" y="33"/>
                      <a:pt x="37" y="33"/>
                    </a:cubicBezTo>
                    <a:cubicBezTo>
                      <a:pt x="37" y="33"/>
                      <a:pt x="37" y="33"/>
                      <a:pt x="36" y="33"/>
                    </a:cubicBezTo>
                    <a:cubicBezTo>
                      <a:pt x="36" y="33"/>
                      <a:pt x="36" y="32"/>
                      <a:pt x="36" y="32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8" y="26"/>
                      <a:pt x="38" y="26"/>
                      <a:pt x="38" y="26"/>
                    </a:cubicBezTo>
                    <a:close/>
                    <a:moveTo>
                      <a:pt x="31" y="21"/>
                    </a:moveTo>
                    <a:cubicBezTo>
                      <a:pt x="31" y="21"/>
                      <a:pt x="31" y="21"/>
                      <a:pt x="31" y="21"/>
                    </a:cubicBezTo>
                    <a:cubicBezTo>
                      <a:pt x="34" y="28"/>
                      <a:pt x="34" y="28"/>
                      <a:pt x="34" y="28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1" y="21"/>
                      <a:pt x="31" y="21"/>
                      <a:pt x="31" y="21"/>
                    </a:cubicBezTo>
                    <a:close/>
                    <a:moveTo>
                      <a:pt x="51" y="21"/>
                    </a:moveTo>
                    <a:cubicBezTo>
                      <a:pt x="51" y="21"/>
                      <a:pt x="51" y="21"/>
                      <a:pt x="51" y="2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6" y="11"/>
                      <a:pt x="45" y="11"/>
                    </a:cubicBezTo>
                    <a:cubicBezTo>
                      <a:pt x="45" y="11"/>
                      <a:pt x="45" y="11"/>
                      <a:pt x="45" y="11"/>
                    </a:cubicBezTo>
                    <a:cubicBezTo>
                      <a:pt x="44" y="11"/>
                      <a:pt x="44" y="11"/>
                      <a:pt x="44" y="11"/>
                    </a:cubicBezTo>
                    <a:cubicBezTo>
                      <a:pt x="48" y="9"/>
                      <a:pt x="48" y="9"/>
                      <a:pt x="48" y="9"/>
                    </a:cubicBezTo>
                    <a:cubicBezTo>
                      <a:pt x="48" y="10"/>
                      <a:pt x="48" y="10"/>
                      <a:pt x="48" y="1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47" y="10"/>
                      <a:pt x="47" y="11"/>
                      <a:pt x="47" y="11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7" y="26"/>
                      <a:pt x="47" y="26"/>
                      <a:pt x="47" y="26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5" y="28"/>
                      <a:pt x="45" y="28"/>
                      <a:pt x="45" y="28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6" y="27"/>
                      <a:pt x="46" y="26"/>
                      <a:pt x="45" y="26"/>
                    </a:cubicBezTo>
                    <a:cubicBezTo>
                      <a:pt x="39" y="15"/>
                      <a:pt x="39" y="15"/>
                      <a:pt x="39" y="15"/>
                    </a:cubicBezTo>
                    <a:cubicBezTo>
                      <a:pt x="39" y="14"/>
                      <a:pt x="39" y="14"/>
                      <a:pt x="39" y="14"/>
                    </a:cubicBezTo>
                    <a:cubicBezTo>
                      <a:pt x="39" y="14"/>
                      <a:pt x="39" y="14"/>
                      <a:pt x="38" y="14"/>
                    </a:cubicBezTo>
                    <a:cubicBezTo>
                      <a:pt x="38" y="15"/>
                      <a:pt x="38" y="15"/>
                      <a:pt x="38" y="15"/>
                    </a:cubicBezTo>
                    <a:cubicBezTo>
                      <a:pt x="37" y="14"/>
                      <a:pt x="37" y="14"/>
                      <a:pt x="37" y="14"/>
                    </a:cubicBezTo>
                    <a:cubicBezTo>
                      <a:pt x="40" y="13"/>
                      <a:pt x="40" y="13"/>
                      <a:pt x="40" y="13"/>
                    </a:cubicBezTo>
                    <a:cubicBezTo>
                      <a:pt x="51" y="21"/>
                      <a:pt x="51" y="21"/>
                      <a:pt x="51" y="21"/>
                    </a:cubicBezTo>
                    <a:close/>
                    <a:moveTo>
                      <a:pt x="70" y="17"/>
                    </a:moveTo>
                    <a:cubicBezTo>
                      <a:pt x="70" y="17"/>
                      <a:pt x="71" y="17"/>
                      <a:pt x="72" y="16"/>
                    </a:cubicBezTo>
                    <a:cubicBezTo>
                      <a:pt x="72" y="15"/>
                      <a:pt x="72" y="14"/>
                      <a:pt x="72" y="14"/>
                    </a:cubicBezTo>
                    <a:cubicBezTo>
                      <a:pt x="70" y="3"/>
                      <a:pt x="70" y="3"/>
                      <a:pt x="70" y="3"/>
                    </a:cubicBezTo>
                    <a:cubicBezTo>
                      <a:pt x="70" y="3"/>
                      <a:pt x="69" y="3"/>
                      <a:pt x="69" y="3"/>
                    </a:cubicBezTo>
                    <a:cubicBezTo>
                      <a:pt x="69" y="3"/>
                      <a:pt x="69" y="3"/>
                      <a:pt x="69" y="3"/>
                    </a:cubicBezTo>
                    <a:cubicBezTo>
                      <a:pt x="68" y="3"/>
                      <a:pt x="68" y="3"/>
                      <a:pt x="68" y="3"/>
                    </a:cubicBezTo>
                    <a:cubicBezTo>
                      <a:pt x="68" y="2"/>
                      <a:pt x="68" y="2"/>
                      <a:pt x="68" y="2"/>
                    </a:cubicBezTo>
                    <a:cubicBezTo>
                      <a:pt x="71" y="1"/>
                      <a:pt x="71" y="1"/>
                      <a:pt x="71" y="1"/>
                    </a:cubicBezTo>
                    <a:cubicBezTo>
                      <a:pt x="71" y="2"/>
                      <a:pt x="71" y="2"/>
                      <a:pt x="71" y="2"/>
                    </a:cubicBezTo>
                    <a:cubicBezTo>
                      <a:pt x="71" y="2"/>
                      <a:pt x="71" y="2"/>
                      <a:pt x="71" y="2"/>
                    </a:cubicBezTo>
                    <a:cubicBezTo>
                      <a:pt x="71" y="2"/>
                      <a:pt x="70" y="2"/>
                      <a:pt x="70" y="2"/>
                    </a:cubicBezTo>
                    <a:cubicBezTo>
                      <a:pt x="70" y="3"/>
                      <a:pt x="70" y="3"/>
                      <a:pt x="70" y="3"/>
                    </a:cubicBezTo>
                    <a:cubicBezTo>
                      <a:pt x="73" y="13"/>
                      <a:pt x="73" y="13"/>
                      <a:pt x="73" y="13"/>
                    </a:cubicBezTo>
                    <a:cubicBezTo>
                      <a:pt x="73" y="15"/>
                      <a:pt x="73" y="16"/>
                      <a:pt x="72" y="16"/>
                    </a:cubicBezTo>
                    <a:cubicBezTo>
                      <a:pt x="71" y="17"/>
                      <a:pt x="71" y="18"/>
                      <a:pt x="70" y="18"/>
                    </a:cubicBezTo>
                    <a:cubicBezTo>
                      <a:pt x="68" y="18"/>
                      <a:pt x="67" y="18"/>
                      <a:pt x="66" y="18"/>
                    </a:cubicBezTo>
                    <a:cubicBezTo>
                      <a:pt x="66" y="17"/>
                      <a:pt x="65" y="17"/>
                      <a:pt x="65" y="15"/>
                    </a:cubicBezTo>
                    <a:cubicBezTo>
                      <a:pt x="62" y="5"/>
                      <a:pt x="62" y="5"/>
                      <a:pt x="62" y="5"/>
                    </a:cubicBezTo>
                    <a:cubicBezTo>
                      <a:pt x="62" y="5"/>
                      <a:pt x="62" y="4"/>
                      <a:pt x="62" y="4"/>
                    </a:cubicBezTo>
                    <a:cubicBezTo>
                      <a:pt x="62" y="4"/>
                      <a:pt x="62" y="4"/>
                      <a:pt x="61" y="4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5" y="3"/>
                      <a:pt x="65" y="3"/>
                      <a:pt x="65" y="3"/>
                    </a:cubicBezTo>
                    <a:cubicBezTo>
                      <a:pt x="65" y="4"/>
                      <a:pt x="65" y="4"/>
                      <a:pt x="65" y="4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4"/>
                      <a:pt x="64" y="4"/>
                      <a:pt x="64" y="5"/>
                    </a:cubicBezTo>
                    <a:cubicBezTo>
                      <a:pt x="66" y="15"/>
                      <a:pt x="66" y="15"/>
                      <a:pt x="66" y="15"/>
                    </a:cubicBezTo>
                    <a:cubicBezTo>
                      <a:pt x="66" y="16"/>
                      <a:pt x="67" y="17"/>
                      <a:pt x="67" y="17"/>
                    </a:cubicBezTo>
                    <a:cubicBezTo>
                      <a:pt x="68" y="18"/>
                      <a:pt x="69" y="18"/>
                      <a:pt x="70" y="17"/>
                    </a:cubicBezTo>
                    <a:close/>
                    <a:moveTo>
                      <a:pt x="84" y="12"/>
                    </a:moveTo>
                    <a:cubicBezTo>
                      <a:pt x="84" y="12"/>
                      <a:pt x="84" y="12"/>
                      <a:pt x="84" y="12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4" y="1"/>
                      <a:pt x="84" y="1"/>
                      <a:pt x="83" y="1"/>
                    </a:cubicBezTo>
                    <a:cubicBezTo>
                      <a:pt x="83" y="1"/>
                      <a:pt x="83" y="1"/>
                      <a:pt x="83" y="1"/>
                    </a:cubicBezTo>
                    <a:cubicBezTo>
                      <a:pt x="82" y="1"/>
                      <a:pt x="82" y="1"/>
                      <a:pt x="82" y="1"/>
                    </a:cubicBezTo>
                    <a:cubicBezTo>
                      <a:pt x="82" y="0"/>
                      <a:pt x="82" y="0"/>
                      <a:pt x="82" y="0"/>
                    </a:cubicBezTo>
                    <a:cubicBezTo>
                      <a:pt x="86" y="0"/>
                      <a:pt x="86" y="0"/>
                      <a:pt x="86" y="0"/>
                    </a:cubicBezTo>
                    <a:cubicBezTo>
                      <a:pt x="86" y="1"/>
                      <a:pt x="86" y="1"/>
                      <a:pt x="86" y="1"/>
                    </a:cubicBezTo>
                    <a:cubicBezTo>
                      <a:pt x="85" y="1"/>
                      <a:pt x="85" y="1"/>
                      <a:pt x="85" y="1"/>
                    </a:cubicBezTo>
                    <a:cubicBezTo>
                      <a:pt x="85" y="1"/>
                      <a:pt x="85" y="1"/>
                      <a:pt x="84" y="1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77" y="3"/>
                      <a:pt x="77" y="3"/>
                      <a:pt x="77" y="3"/>
                    </a:cubicBezTo>
                    <a:cubicBezTo>
                      <a:pt x="77" y="3"/>
                      <a:pt x="77" y="3"/>
                      <a:pt x="77" y="3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77" y="15"/>
                      <a:pt x="78" y="15"/>
                      <a:pt x="78" y="16"/>
                    </a:cubicBezTo>
                    <a:cubicBezTo>
                      <a:pt x="78" y="16"/>
                      <a:pt x="78" y="16"/>
                      <a:pt x="78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76" y="16"/>
                      <a:pt x="76" y="16"/>
                      <a:pt x="76" y="16"/>
                    </a:cubicBezTo>
                    <a:cubicBezTo>
                      <a:pt x="76" y="16"/>
                      <a:pt x="77" y="16"/>
                      <a:pt x="77" y="16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76" y="2"/>
                      <a:pt x="76" y="2"/>
                      <a:pt x="76" y="2"/>
                    </a:cubicBezTo>
                    <a:cubicBezTo>
                      <a:pt x="76" y="2"/>
                      <a:pt x="76" y="2"/>
                      <a:pt x="76" y="1"/>
                    </a:cubicBezTo>
                    <a:cubicBezTo>
                      <a:pt x="76" y="1"/>
                      <a:pt x="75" y="1"/>
                      <a:pt x="75" y="1"/>
                    </a:cubicBezTo>
                    <a:cubicBezTo>
                      <a:pt x="74" y="1"/>
                      <a:pt x="74" y="1"/>
                      <a:pt x="74" y="1"/>
                    </a:cubicBezTo>
                    <a:cubicBezTo>
                      <a:pt x="74" y="1"/>
                      <a:pt x="74" y="1"/>
                      <a:pt x="74" y="1"/>
                    </a:cubicBezTo>
                    <a:cubicBezTo>
                      <a:pt x="77" y="1"/>
                      <a:pt x="77" y="1"/>
                      <a:pt x="77" y="1"/>
                    </a:cubicBezTo>
                    <a:cubicBezTo>
                      <a:pt x="84" y="12"/>
                      <a:pt x="84" y="12"/>
                      <a:pt x="84" y="12"/>
                    </a:cubicBezTo>
                    <a:close/>
                    <a:moveTo>
                      <a:pt x="90" y="1"/>
                    </a:moveTo>
                    <a:cubicBezTo>
                      <a:pt x="90" y="0"/>
                      <a:pt x="90" y="0"/>
                      <a:pt x="90" y="0"/>
                    </a:cubicBezTo>
                    <a:cubicBezTo>
                      <a:pt x="98" y="1"/>
                      <a:pt x="98" y="1"/>
                      <a:pt x="98" y="1"/>
                    </a:cubicBezTo>
                    <a:cubicBezTo>
                      <a:pt x="98" y="1"/>
                      <a:pt x="98" y="1"/>
                      <a:pt x="98" y="1"/>
                    </a:cubicBezTo>
                    <a:cubicBezTo>
                      <a:pt x="96" y="1"/>
                      <a:pt x="96" y="1"/>
                      <a:pt x="96" y="1"/>
                    </a:cubicBezTo>
                    <a:cubicBezTo>
                      <a:pt x="95" y="1"/>
                      <a:pt x="95" y="1"/>
                      <a:pt x="95" y="1"/>
                    </a:cubicBezTo>
                    <a:cubicBezTo>
                      <a:pt x="95" y="1"/>
                      <a:pt x="95" y="1"/>
                      <a:pt x="95" y="2"/>
                    </a:cubicBezTo>
                    <a:cubicBezTo>
                      <a:pt x="94" y="15"/>
                      <a:pt x="94" y="15"/>
                      <a:pt x="94" y="15"/>
                    </a:cubicBezTo>
                    <a:cubicBezTo>
                      <a:pt x="94" y="15"/>
                      <a:pt x="94" y="15"/>
                      <a:pt x="94" y="15"/>
                    </a:cubicBezTo>
                    <a:cubicBezTo>
                      <a:pt x="94" y="15"/>
                      <a:pt x="94" y="15"/>
                      <a:pt x="95" y="15"/>
                    </a:cubicBezTo>
                    <a:cubicBezTo>
                      <a:pt x="97" y="16"/>
                      <a:pt x="97" y="16"/>
                      <a:pt x="97" y="16"/>
                    </a:cubicBezTo>
                    <a:cubicBezTo>
                      <a:pt x="97" y="16"/>
                      <a:pt x="97" y="16"/>
                      <a:pt x="97" y="16"/>
                    </a:cubicBezTo>
                    <a:cubicBezTo>
                      <a:pt x="89" y="16"/>
                      <a:pt x="89" y="16"/>
                      <a:pt x="89" y="16"/>
                    </a:cubicBezTo>
                    <a:cubicBezTo>
                      <a:pt x="89" y="15"/>
                      <a:pt x="89" y="15"/>
                      <a:pt x="89" y="15"/>
                    </a:cubicBezTo>
                    <a:cubicBezTo>
                      <a:pt x="91" y="15"/>
                      <a:pt x="91" y="15"/>
                      <a:pt x="91" y="15"/>
                    </a:cubicBezTo>
                    <a:cubicBezTo>
                      <a:pt x="92" y="15"/>
                      <a:pt x="92" y="15"/>
                      <a:pt x="92" y="15"/>
                    </a:cubicBezTo>
                    <a:cubicBezTo>
                      <a:pt x="92" y="15"/>
                      <a:pt x="92" y="15"/>
                      <a:pt x="92" y="15"/>
                    </a:cubicBezTo>
                    <a:cubicBezTo>
                      <a:pt x="93" y="2"/>
                      <a:pt x="93" y="2"/>
                      <a:pt x="93" y="2"/>
                    </a:cubicBezTo>
                    <a:cubicBezTo>
                      <a:pt x="93" y="1"/>
                      <a:pt x="93" y="1"/>
                      <a:pt x="93" y="1"/>
                    </a:cubicBezTo>
                    <a:cubicBezTo>
                      <a:pt x="93" y="1"/>
                      <a:pt x="93" y="1"/>
                      <a:pt x="92" y="1"/>
                    </a:cubicBezTo>
                    <a:cubicBezTo>
                      <a:pt x="90" y="1"/>
                      <a:pt x="90" y="1"/>
                      <a:pt x="90" y="1"/>
                    </a:cubicBezTo>
                    <a:close/>
                    <a:moveTo>
                      <a:pt x="109" y="3"/>
                    </a:moveTo>
                    <a:cubicBezTo>
                      <a:pt x="109" y="2"/>
                      <a:pt x="109" y="2"/>
                      <a:pt x="109" y="2"/>
                    </a:cubicBezTo>
                    <a:cubicBezTo>
                      <a:pt x="113" y="3"/>
                      <a:pt x="113" y="3"/>
                      <a:pt x="113" y="3"/>
                    </a:cubicBezTo>
                    <a:cubicBezTo>
                      <a:pt x="113" y="3"/>
                      <a:pt x="113" y="3"/>
                      <a:pt x="113" y="3"/>
                    </a:cubicBezTo>
                    <a:cubicBezTo>
                      <a:pt x="112" y="3"/>
                      <a:pt x="112" y="3"/>
                      <a:pt x="112" y="3"/>
                    </a:cubicBezTo>
                    <a:cubicBezTo>
                      <a:pt x="112" y="3"/>
                      <a:pt x="112" y="3"/>
                      <a:pt x="111" y="4"/>
                    </a:cubicBezTo>
                    <a:cubicBezTo>
                      <a:pt x="111" y="4"/>
                      <a:pt x="111" y="4"/>
                      <a:pt x="111" y="4"/>
                    </a:cubicBezTo>
                    <a:cubicBezTo>
                      <a:pt x="105" y="17"/>
                      <a:pt x="105" y="17"/>
                      <a:pt x="105" y="17"/>
                    </a:cubicBezTo>
                    <a:cubicBezTo>
                      <a:pt x="104" y="17"/>
                      <a:pt x="104" y="17"/>
                      <a:pt x="104" y="17"/>
                    </a:cubicBezTo>
                    <a:cubicBezTo>
                      <a:pt x="103" y="3"/>
                      <a:pt x="103" y="3"/>
                      <a:pt x="103" y="3"/>
                    </a:cubicBezTo>
                    <a:cubicBezTo>
                      <a:pt x="103" y="3"/>
                      <a:pt x="103" y="2"/>
                      <a:pt x="103" y="2"/>
                    </a:cubicBezTo>
                    <a:cubicBezTo>
                      <a:pt x="103" y="2"/>
                      <a:pt x="103" y="2"/>
                      <a:pt x="102" y="2"/>
                    </a:cubicBezTo>
                    <a:cubicBezTo>
                      <a:pt x="102" y="2"/>
                      <a:pt x="102" y="2"/>
                      <a:pt x="102" y="2"/>
                    </a:cubicBezTo>
                    <a:cubicBezTo>
                      <a:pt x="102" y="1"/>
                      <a:pt x="102" y="1"/>
                      <a:pt x="102" y="1"/>
                    </a:cubicBezTo>
                    <a:cubicBezTo>
                      <a:pt x="106" y="2"/>
                      <a:pt x="106" y="2"/>
                      <a:pt x="106" y="2"/>
                    </a:cubicBezTo>
                    <a:cubicBezTo>
                      <a:pt x="106" y="2"/>
                      <a:pt x="106" y="2"/>
                      <a:pt x="106" y="2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5" y="3"/>
                      <a:pt x="105" y="3"/>
                      <a:pt x="105" y="3"/>
                    </a:cubicBezTo>
                    <a:cubicBezTo>
                      <a:pt x="105" y="14"/>
                      <a:pt x="105" y="14"/>
                      <a:pt x="105" y="14"/>
                    </a:cubicBezTo>
                    <a:cubicBezTo>
                      <a:pt x="106" y="14"/>
                      <a:pt x="106" y="14"/>
                      <a:pt x="106" y="14"/>
                    </a:cubicBezTo>
                    <a:cubicBezTo>
                      <a:pt x="110" y="4"/>
                      <a:pt x="110" y="4"/>
                      <a:pt x="110" y="4"/>
                    </a:cubicBezTo>
                    <a:cubicBezTo>
                      <a:pt x="110" y="4"/>
                      <a:pt x="110" y="4"/>
                      <a:pt x="110" y="3"/>
                    </a:cubicBezTo>
                    <a:cubicBezTo>
                      <a:pt x="110" y="3"/>
                      <a:pt x="110" y="3"/>
                      <a:pt x="110" y="3"/>
                    </a:cubicBezTo>
                    <a:cubicBezTo>
                      <a:pt x="109" y="3"/>
                      <a:pt x="109" y="3"/>
                      <a:pt x="109" y="3"/>
                    </a:cubicBezTo>
                    <a:close/>
                    <a:moveTo>
                      <a:pt x="116" y="5"/>
                    </a:moveTo>
                    <a:cubicBezTo>
                      <a:pt x="116" y="5"/>
                      <a:pt x="116" y="5"/>
                      <a:pt x="116" y="5"/>
                    </a:cubicBezTo>
                    <a:cubicBezTo>
                      <a:pt x="117" y="5"/>
                      <a:pt x="117" y="5"/>
                      <a:pt x="117" y="5"/>
                    </a:cubicBezTo>
                    <a:cubicBezTo>
                      <a:pt x="117" y="5"/>
                      <a:pt x="117" y="6"/>
                      <a:pt x="117" y="6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9"/>
                      <a:pt x="113" y="19"/>
                    </a:cubicBezTo>
                    <a:cubicBezTo>
                      <a:pt x="112" y="19"/>
                      <a:pt x="112" y="19"/>
                      <a:pt x="112" y="19"/>
                    </a:cubicBezTo>
                    <a:cubicBezTo>
                      <a:pt x="111" y="18"/>
                      <a:pt x="111" y="18"/>
                      <a:pt x="111" y="18"/>
                    </a:cubicBezTo>
                    <a:cubicBezTo>
                      <a:pt x="111" y="19"/>
                      <a:pt x="111" y="19"/>
                      <a:pt x="111" y="19"/>
                    </a:cubicBezTo>
                    <a:cubicBezTo>
                      <a:pt x="120" y="22"/>
                      <a:pt x="120" y="22"/>
                      <a:pt x="120" y="22"/>
                    </a:cubicBezTo>
                    <a:cubicBezTo>
                      <a:pt x="122" y="19"/>
                      <a:pt x="122" y="19"/>
                      <a:pt x="122" y="19"/>
                    </a:cubicBezTo>
                    <a:cubicBezTo>
                      <a:pt x="122" y="18"/>
                      <a:pt x="122" y="18"/>
                      <a:pt x="122" y="18"/>
                    </a:cubicBezTo>
                    <a:cubicBezTo>
                      <a:pt x="121" y="19"/>
                      <a:pt x="120" y="20"/>
                      <a:pt x="120" y="20"/>
                    </a:cubicBezTo>
                    <a:cubicBezTo>
                      <a:pt x="119" y="21"/>
                      <a:pt x="118" y="21"/>
                      <a:pt x="117" y="20"/>
                    </a:cubicBezTo>
                    <a:cubicBezTo>
                      <a:pt x="115" y="20"/>
                      <a:pt x="115" y="20"/>
                      <a:pt x="115" y="20"/>
                    </a:cubicBezTo>
                    <a:cubicBezTo>
                      <a:pt x="115" y="20"/>
                      <a:pt x="114" y="19"/>
                      <a:pt x="114" y="19"/>
                    </a:cubicBezTo>
                    <a:cubicBezTo>
                      <a:pt x="114" y="19"/>
                      <a:pt x="114" y="19"/>
                      <a:pt x="114" y="19"/>
                    </a:cubicBezTo>
                    <a:cubicBezTo>
                      <a:pt x="116" y="12"/>
                      <a:pt x="116" y="12"/>
                      <a:pt x="116" y="12"/>
                    </a:cubicBezTo>
                    <a:cubicBezTo>
                      <a:pt x="119" y="13"/>
                      <a:pt x="119" y="13"/>
                      <a:pt x="119" y="13"/>
                    </a:cubicBezTo>
                    <a:cubicBezTo>
                      <a:pt x="120" y="13"/>
                      <a:pt x="120" y="13"/>
                      <a:pt x="120" y="14"/>
                    </a:cubicBezTo>
                    <a:cubicBezTo>
                      <a:pt x="120" y="14"/>
                      <a:pt x="120" y="15"/>
                      <a:pt x="120" y="15"/>
                    </a:cubicBezTo>
                    <a:cubicBezTo>
                      <a:pt x="120" y="16"/>
                      <a:pt x="120" y="16"/>
                      <a:pt x="120" y="16"/>
                    </a:cubicBezTo>
                    <a:cubicBezTo>
                      <a:pt x="120" y="16"/>
                      <a:pt x="120" y="16"/>
                      <a:pt x="120" y="16"/>
                    </a:cubicBezTo>
                    <a:cubicBezTo>
                      <a:pt x="122" y="11"/>
                      <a:pt x="122" y="11"/>
                      <a:pt x="122" y="11"/>
                    </a:cubicBezTo>
                    <a:cubicBezTo>
                      <a:pt x="122" y="11"/>
                      <a:pt x="122" y="11"/>
                      <a:pt x="122" y="11"/>
                    </a:cubicBezTo>
                    <a:cubicBezTo>
                      <a:pt x="121" y="11"/>
                      <a:pt x="121" y="11"/>
                      <a:pt x="121" y="11"/>
                    </a:cubicBezTo>
                    <a:cubicBezTo>
                      <a:pt x="121" y="12"/>
                      <a:pt x="121" y="12"/>
                      <a:pt x="121" y="12"/>
                    </a:cubicBezTo>
                    <a:cubicBezTo>
                      <a:pt x="120" y="13"/>
                      <a:pt x="120" y="13"/>
                      <a:pt x="119" y="12"/>
                    </a:cubicBezTo>
                    <a:cubicBezTo>
                      <a:pt x="117" y="12"/>
                      <a:pt x="117" y="12"/>
                      <a:pt x="117" y="12"/>
                    </a:cubicBezTo>
                    <a:cubicBezTo>
                      <a:pt x="118" y="6"/>
                      <a:pt x="118" y="6"/>
                      <a:pt x="118" y="6"/>
                    </a:cubicBezTo>
                    <a:cubicBezTo>
                      <a:pt x="118" y="6"/>
                      <a:pt x="119" y="6"/>
                      <a:pt x="119" y="6"/>
                    </a:cubicBezTo>
                    <a:cubicBezTo>
                      <a:pt x="119" y="6"/>
                      <a:pt x="119" y="6"/>
                      <a:pt x="119" y="6"/>
                    </a:cubicBezTo>
                    <a:cubicBezTo>
                      <a:pt x="122" y="7"/>
                      <a:pt x="122" y="7"/>
                      <a:pt x="122" y="7"/>
                    </a:cubicBezTo>
                    <a:cubicBezTo>
                      <a:pt x="122" y="7"/>
                      <a:pt x="123" y="7"/>
                      <a:pt x="123" y="8"/>
                    </a:cubicBezTo>
                    <a:cubicBezTo>
                      <a:pt x="124" y="8"/>
                      <a:pt x="124" y="9"/>
                      <a:pt x="124" y="10"/>
                    </a:cubicBezTo>
                    <a:cubicBezTo>
                      <a:pt x="125" y="10"/>
                      <a:pt x="125" y="10"/>
                      <a:pt x="125" y="10"/>
                    </a:cubicBezTo>
                    <a:cubicBezTo>
                      <a:pt x="125" y="7"/>
                      <a:pt x="125" y="7"/>
                      <a:pt x="125" y="7"/>
                    </a:cubicBezTo>
                    <a:cubicBezTo>
                      <a:pt x="116" y="4"/>
                      <a:pt x="116" y="4"/>
                      <a:pt x="116" y="4"/>
                    </a:cubicBezTo>
                    <a:cubicBezTo>
                      <a:pt x="116" y="5"/>
                      <a:pt x="116" y="5"/>
                      <a:pt x="116" y="5"/>
                    </a:cubicBezTo>
                    <a:close/>
                    <a:moveTo>
                      <a:pt x="136" y="17"/>
                    </a:moveTo>
                    <a:cubicBezTo>
                      <a:pt x="136" y="18"/>
                      <a:pt x="135" y="19"/>
                      <a:pt x="134" y="19"/>
                    </a:cubicBezTo>
                    <a:cubicBezTo>
                      <a:pt x="133" y="19"/>
                      <a:pt x="133" y="19"/>
                      <a:pt x="132" y="19"/>
                    </a:cubicBezTo>
                    <a:cubicBezTo>
                      <a:pt x="131" y="26"/>
                      <a:pt x="131" y="26"/>
                      <a:pt x="131" y="26"/>
                    </a:cubicBezTo>
                    <a:cubicBezTo>
                      <a:pt x="131" y="26"/>
                      <a:pt x="131" y="27"/>
                      <a:pt x="131" y="27"/>
                    </a:cubicBezTo>
                    <a:cubicBezTo>
                      <a:pt x="131" y="27"/>
                      <a:pt x="131" y="27"/>
                      <a:pt x="132" y="27"/>
                    </a:cubicBezTo>
                    <a:cubicBezTo>
                      <a:pt x="132" y="27"/>
                      <a:pt x="132" y="27"/>
                      <a:pt x="132" y="27"/>
                    </a:cubicBezTo>
                    <a:cubicBezTo>
                      <a:pt x="132" y="28"/>
                      <a:pt x="132" y="28"/>
                      <a:pt x="132" y="28"/>
                    </a:cubicBezTo>
                    <a:cubicBezTo>
                      <a:pt x="130" y="27"/>
                      <a:pt x="130" y="27"/>
                      <a:pt x="130" y="27"/>
                    </a:cubicBezTo>
                    <a:cubicBezTo>
                      <a:pt x="130" y="18"/>
                      <a:pt x="130" y="18"/>
                      <a:pt x="130" y="18"/>
                    </a:cubicBezTo>
                    <a:cubicBezTo>
                      <a:pt x="129" y="17"/>
                      <a:pt x="129" y="17"/>
                      <a:pt x="129" y="17"/>
                    </a:cubicBezTo>
                    <a:cubicBezTo>
                      <a:pt x="126" y="23"/>
                      <a:pt x="126" y="23"/>
                      <a:pt x="126" y="23"/>
                    </a:cubicBezTo>
                    <a:cubicBezTo>
                      <a:pt x="125" y="24"/>
                      <a:pt x="125" y="24"/>
                      <a:pt x="126" y="24"/>
                    </a:cubicBezTo>
                    <a:cubicBezTo>
                      <a:pt x="126" y="24"/>
                      <a:pt x="126" y="24"/>
                      <a:pt x="126" y="24"/>
                    </a:cubicBezTo>
                    <a:cubicBezTo>
                      <a:pt x="126" y="25"/>
                      <a:pt x="126" y="25"/>
                      <a:pt x="126" y="25"/>
                    </a:cubicBezTo>
                    <a:cubicBezTo>
                      <a:pt x="126" y="25"/>
                      <a:pt x="126" y="25"/>
                      <a:pt x="126" y="25"/>
                    </a:cubicBezTo>
                    <a:cubicBezTo>
                      <a:pt x="122" y="23"/>
                      <a:pt x="122" y="23"/>
                      <a:pt x="122" y="23"/>
                    </a:cubicBezTo>
                    <a:cubicBezTo>
                      <a:pt x="123" y="23"/>
                      <a:pt x="123" y="23"/>
                      <a:pt x="123" y="23"/>
                    </a:cubicBezTo>
                    <a:cubicBezTo>
                      <a:pt x="123" y="23"/>
                      <a:pt x="123" y="23"/>
                      <a:pt x="123" y="23"/>
                    </a:cubicBezTo>
                    <a:cubicBezTo>
                      <a:pt x="123" y="23"/>
                      <a:pt x="124" y="23"/>
                      <a:pt x="124" y="23"/>
                    </a:cubicBezTo>
                    <a:cubicBezTo>
                      <a:pt x="124" y="23"/>
                      <a:pt x="124" y="23"/>
                      <a:pt x="124" y="23"/>
                    </a:cubicBezTo>
                    <a:cubicBezTo>
                      <a:pt x="130" y="11"/>
                      <a:pt x="130" y="11"/>
                      <a:pt x="130" y="11"/>
                    </a:cubicBezTo>
                    <a:cubicBezTo>
                      <a:pt x="130" y="11"/>
                      <a:pt x="130" y="11"/>
                      <a:pt x="130" y="10"/>
                    </a:cubicBezTo>
                    <a:cubicBezTo>
                      <a:pt x="130" y="10"/>
                      <a:pt x="130" y="10"/>
                      <a:pt x="130" y="10"/>
                    </a:cubicBezTo>
                    <a:cubicBezTo>
                      <a:pt x="129" y="10"/>
                      <a:pt x="129" y="10"/>
                      <a:pt x="129" y="10"/>
                    </a:cubicBezTo>
                    <a:cubicBezTo>
                      <a:pt x="130" y="9"/>
                      <a:pt x="130" y="9"/>
                      <a:pt x="130" y="9"/>
                    </a:cubicBezTo>
                    <a:cubicBezTo>
                      <a:pt x="134" y="12"/>
                      <a:pt x="134" y="12"/>
                      <a:pt x="134" y="12"/>
                    </a:cubicBezTo>
                    <a:cubicBezTo>
                      <a:pt x="135" y="12"/>
                      <a:pt x="136" y="13"/>
                      <a:pt x="137" y="14"/>
                    </a:cubicBezTo>
                    <a:cubicBezTo>
                      <a:pt x="137" y="15"/>
                      <a:pt x="137" y="16"/>
                      <a:pt x="136" y="17"/>
                    </a:cubicBezTo>
                    <a:close/>
                    <a:moveTo>
                      <a:pt x="129" y="17"/>
                    </a:moveTo>
                    <a:cubicBezTo>
                      <a:pt x="131" y="18"/>
                      <a:pt x="131" y="18"/>
                      <a:pt x="131" y="18"/>
                    </a:cubicBezTo>
                    <a:cubicBezTo>
                      <a:pt x="131" y="18"/>
                      <a:pt x="132" y="18"/>
                      <a:pt x="133" y="18"/>
                    </a:cubicBezTo>
                    <a:cubicBezTo>
                      <a:pt x="134" y="18"/>
                      <a:pt x="134" y="17"/>
                      <a:pt x="135" y="16"/>
                    </a:cubicBezTo>
                    <a:cubicBezTo>
                      <a:pt x="135" y="15"/>
                      <a:pt x="136" y="15"/>
                      <a:pt x="135" y="14"/>
                    </a:cubicBezTo>
                    <a:cubicBezTo>
                      <a:pt x="135" y="13"/>
                      <a:pt x="135" y="12"/>
                      <a:pt x="133" y="12"/>
                    </a:cubicBezTo>
                    <a:cubicBezTo>
                      <a:pt x="133" y="11"/>
                      <a:pt x="133" y="11"/>
                      <a:pt x="133" y="11"/>
                    </a:cubicBezTo>
                    <a:cubicBezTo>
                      <a:pt x="132" y="11"/>
                      <a:pt x="132" y="11"/>
                      <a:pt x="132" y="11"/>
                    </a:cubicBezTo>
                    <a:cubicBezTo>
                      <a:pt x="132" y="11"/>
                      <a:pt x="132" y="11"/>
                      <a:pt x="132" y="12"/>
                    </a:cubicBezTo>
                    <a:cubicBezTo>
                      <a:pt x="129" y="17"/>
                      <a:pt x="129" y="17"/>
                      <a:pt x="129" y="17"/>
                    </a:cubicBezTo>
                    <a:close/>
                    <a:moveTo>
                      <a:pt x="141" y="25"/>
                    </a:moveTo>
                    <a:cubicBezTo>
                      <a:pt x="142" y="27"/>
                      <a:pt x="142" y="28"/>
                      <a:pt x="142" y="28"/>
                    </a:cubicBezTo>
                    <a:cubicBezTo>
                      <a:pt x="142" y="29"/>
                      <a:pt x="142" y="30"/>
                      <a:pt x="142" y="30"/>
                    </a:cubicBezTo>
                    <a:cubicBezTo>
                      <a:pt x="141" y="31"/>
                      <a:pt x="141" y="32"/>
                      <a:pt x="140" y="32"/>
                    </a:cubicBezTo>
                    <a:cubicBezTo>
                      <a:pt x="139" y="32"/>
                      <a:pt x="138" y="32"/>
                      <a:pt x="137" y="32"/>
                    </a:cubicBezTo>
                    <a:cubicBezTo>
                      <a:pt x="137" y="31"/>
                      <a:pt x="136" y="30"/>
                      <a:pt x="136" y="29"/>
                    </a:cubicBezTo>
                    <a:cubicBezTo>
                      <a:pt x="135" y="28"/>
                      <a:pt x="136" y="27"/>
                      <a:pt x="136" y="26"/>
                    </a:cubicBezTo>
                    <a:cubicBezTo>
                      <a:pt x="136" y="26"/>
                      <a:pt x="136" y="26"/>
                      <a:pt x="136" y="26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5" y="30"/>
                      <a:pt x="135" y="30"/>
                      <a:pt x="135" y="30"/>
                    </a:cubicBezTo>
                    <a:cubicBezTo>
                      <a:pt x="135" y="30"/>
                      <a:pt x="135" y="30"/>
                      <a:pt x="136" y="31"/>
                    </a:cubicBezTo>
                    <a:cubicBezTo>
                      <a:pt x="136" y="31"/>
                      <a:pt x="136" y="32"/>
                      <a:pt x="137" y="32"/>
                    </a:cubicBezTo>
                    <a:cubicBezTo>
                      <a:pt x="138" y="33"/>
                      <a:pt x="139" y="33"/>
                      <a:pt x="140" y="33"/>
                    </a:cubicBezTo>
                    <a:cubicBezTo>
                      <a:pt x="142" y="33"/>
                      <a:pt x="142" y="32"/>
                      <a:pt x="143" y="31"/>
                    </a:cubicBezTo>
                    <a:cubicBezTo>
                      <a:pt x="144" y="30"/>
                      <a:pt x="144" y="29"/>
                      <a:pt x="144" y="28"/>
                    </a:cubicBezTo>
                    <a:cubicBezTo>
                      <a:pt x="144" y="27"/>
                      <a:pt x="143" y="26"/>
                      <a:pt x="142" y="25"/>
                    </a:cubicBezTo>
                    <a:cubicBezTo>
                      <a:pt x="141" y="23"/>
                      <a:pt x="141" y="22"/>
                      <a:pt x="141" y="22"/>
                    </a:cubicBezTo>
                    <a:cubicBezTo>
                      <a:pt x="141" y="21"/>
                      <a:pt x="141" y="20"/>
                      <a:pt x="141" y="20"/>
                    </a:cubicBezTo>
                    <a:cubicBezTo>
                      <a:pt x="142" y="19"/>
                      <a:pt x="142" y="19"/>
                      <a:pt x="143" y="19"/>
                    </a:cubicBezTo>
                    <a:cubicBezTo>
                      <a:pt x="144" y="18"/>
                      <a:pt x="144" y="18"/>
                      <a:pt x="145" y="19"/>
                    </a:cubicBezTo>
                    <a:cubicBezTo>
                      <a:pt x="146" y="20"/>
                      <a:pt x="147" y="20"/>
                      <a:pt x="147" y="21"/>
                    </a:cubicBezTo>
                    <a:cubicBezTo>
                      <a:pt x="147" y="22"/>
                      <a:pt x="147" y="23"/>
                      <a:pt x="147" y="24"/>
                    </a:cubicBezTo>
                    <a:cubicBezTo>
                      <a:pt x="147" y="24"/>
                      <a:pt x="147" y="24"/>
                      <a:pt x="147" y="24"/>
                    </a:cubicBezTo>
                    <a:cubicBezTo>
                      <a:pt x="149" y="21"/>
                      <a:pt x="149" y="21"/>
                      <a:pt x="149" y="21"/>
                    </a:cubicBezTo>
                    <a:cubicBezTo>
                      <a:pt x="149" y="21"/>
                      <a:pt x="149" y="21"/>
                      <a:pt x="148" y="21"/>
                    </a:cubicBezTo>
                    <a:cubicBezTo>
                      <a:pt x="148" y="21"/>
                      <a:pt x="148" y="21"/>
                      <a:pt x="148" y="21"/>
                    </a:cubicBezTo>
                    <a:cubicBezTo>
                      <a:pt x="148" y="21"/>
                      <a:pt x="147" y="20"/>
                      <a:pt x="147" y="20"/>
                    </a:cubicBezTo>
                    <a:cubicBezTo>
                      <a:pt x="147" y="19"/>
                      <a:pt x="146" y="19"/>
                      <a:pt x="146" y="19"/>
                    </a:cubicBezTo>
                    <a:cubicBezTo>
                      <a:pt x="145" y="18"/>
                      <a:pt x="144" y="18"/>
                      <a:pt x="143" y="18"/>
                    </a:cubicBezTo>
                    <a:cubicBezTo>
                      <a:pt x="141" y="18"/>
                      <a:pt x="141" y="19"/>
                      <a:pt x="140" y="19"/>
                    </a:cubicBezTo>
                    <a:cubicBezTo>
                      <a:pt x="139" y="20"/>
                      <a:pt x="139" y="21"/>
                      <a:pt x="139" y="22"/>
                    </a:cubicBezTo>
                    <a:cubicBezTo>
                      <a:pt x="140" y="23"/>
                      <a:pt x="140" y="24"/>
                      <a:pt x="141" y="25"/>
                    </a:cubicBezTo>
                    <a:close/>
                    <a:moveTo>
                      <a:pt x="154" y="26"/>
                    </a:moveTo>
                    <a:cubicBezTo>
                      <a:pt x="154" y="26"/>
                      <a:pt x="154" y="26"/>
                      <a:pt x="154" y="26"/>
                    </a:cubicBezTo>
                    <a:cubicBezTo>
                      <a:pt x="159" y="31"/>
                      <a:pt x="159" y="31"/>
                      <a:pt x="159" y="31"/>
                    </a:cubicBezTo>
                    <a:cubicBezTo>
                      <a:pt x="159" y="31"/>
                      <a:pt x="159" y="31"/>
                      <a:pt x="159" y="31"/>
                    </a:cubicBezTo>
                    <a:cubicBezTo>
                      <a:pt x="158" y="30"/>
                      <a:pt x="158" y="30"/>
                      <a:pt x="158" y="30"/>
                    </a:cubicBezTo>
                    <a:cubicBezTo>
                      <a:pt x="157" y="29"/>
                      <a:pt x="157" y="29"/>
                      <a:pt x="157" y="29"/>
                    </a:cubicBezTo>
                    <a:cubicBezTo>
                      <a:pt x="157" y="29"/>
                      <a:pt x="157" y="29"/>
                      <a:pt x="156" y="30"/>
                    </a:cubicBezTo>
                    <a:cubicBezTo>
                      <a:pt x="147" y="39"/>
                      <a:pt x="147" y="39"/>
                      <a:pt x="147" y="39"/>
                    </a:cubicBezTo>
                    <a:cubicBezTo>
                      <a:pt x="147" y="39"/>
                      <a:pt x="147" y="39"/>
                      <a:pt x="147" y="40"/>
                    </a:cubicBezTo>
                    <a:cubicBezTo>
                      <a:pt x="147" y="40"/>
                      <a:pt x="147" y="40"/>
                      <a:pt x="148" y="40"/>
                    </a:cubicBezTo>
                    <a:cubicBezTo>
                      <a:pt x="149" y="42"/>
                      <a:pt x="149" y="42"/>
                      <a:pt x="149" y="42"/>
                    </a:cubicBezTo>
                    <a:cubicBezTo>
                      <a:pt x="149" y="42"/>
                      <a:pt x="149" y="42"/>
                      <a:pt x="149" y="42"/>
                    </a:cubicBezTo>
                    <a:cubicBezTo>
                      <a:pt x="143" y="37"/>
                      <a:pt x="143" y="37"/>
                      <a:pt x="143" y="37"/>
                    </a:cubicBezTo>
                    <a:cubicBezTo>
                      <a:pt x="144" y="37"/>
                      <a:pt x="144" y="37"/>
                      <a:pt x="144" y="37"/>
                    </a:cubicBezTo>
                    <a:cubicBezTo>
                      <a:pt x="145" y="38"/>
                      <a:pt x="145" y="38"/>
                      <a:pt x="145" y="38"/>
                    </a:cubicBezTo>
                    <a:cubicBezTo>
                      <a:pt x="146" y="38"/>
                      <a:pt x="146" y="38"/>
                      <a:pt x="146" y="38"/>
                    </a:cubicBezTo>
                    <a:cubicBezTo>
                      <a:pt x="146" y="38"/>
                      <a:pt x="146" y="38"/>
                      <a:pt x="146" y="38"/>
                    </a:cubicBezTo>
                    <a:cubicBezTo>
                      <a:pt x="155" y="29"/>
                      <a:pt x="155" y="29"/>
                      <a:pt x="155" y="29"/>
                    </a:cubicBezTo>
                    <a:cubicBezTo>
                      <a:pt x="155" y="28"/>
                      <a:pt x="156" y="28"/>
                      <a:pt x="156" y="28"/>
                    </a:cubicBezTo>
                    <a:cubicBezTo>
                      <a:pt x="156" y="28"/>
                      <a:pt x="155" y="28"/>
                      <a:pt x="155" y="27"/>
                    </a:cubicBezTo>
                    <a:cubicBezTo>
                      <a:pt x="154" y="26"/>
                      <a:pt x="154" y="26"/>
                      <a:pt x="154" y="26"/>
                    </a:cubicBezTo>
                    <a:close/>
                    <a:moveTo>
                      <a:pt x="155" y="50"/>
                    </a:moveTo>
                    <a:cubicBezTo>
                      <a:pt x="156" y="50"/>
                      <a:pt x="156" y="50"/>
                      <a:pt x="156" y="50"/>
                    </a:cubicBezTo>
                    <a:cubicBezTo>
                      <a:pt x="155" y="49"/>
                      <a:pt x="155" y="49"/>
                      <a:pt x="155" y="49"/>
                    </a:cubicBezTo>
                    <a:cubicBezTo>
                      <a:pt x="155" y="49"/>
                      <a:pt x="155" y="49"/>
                      <a:pt x="155" y="49"/>
                    </a:cubicBezTo>
                    <a:cubicBezTo>
                      <a:pt x="155" y="49"/>
                      <a:pt x="155" y="48"/>
                      <a:pt x="155" y="48"/>
                    </a:cubicBezTo>
                    <a:cubicBezTo>
                      <a:pt x="165" y="40"/>
                      <a:pt x="165" y="40"/>
                      <a:pt x="165" y="40"/>
                    </a:cubicBezTo>
                    <a:cubicBezTo>
                      <a:pt x="166" y="40"/>
                      <a:pt x="166" y="40"/>
                      <a:pt x="166" y="40"/>
                    </a:cubicBezTo>
                    <a:cubicBezTo>
                      <a:pt x="166" y="40"/>
                      <a:pt x="166" y="40"/>
                      <a:pt x="167" y="40"/>
                    </a:cubicBezTo>
                    <a:cubicBezTo>
                      <a:pt x="167" y="41"/>
                      <a:pt x="167" y="42"/>
                      <a:pt x="167" y="42"/>
                    </a:cubicBezTo>
                    <a:cubicBezTo>
                      <a:pt x="167" y="43"/>
                      <a:pt x="167" y="43"/>
                      <a:pt x="166" y="45"/>
                    </a:cubicBezTo>
                    <a:cubicBezTo>
                      <a:pt x="166" y="45"/>
                      <a:pt x="166" y="45"/>
                      <a:pt x="166" y="45"/>
                    </a:cubicBezTo>
                    <a:cubicBezTo>
                      <a:pt x="169" y="42"/>
                      <a:pt x="169" y="42"/>
                      <a:pt x="169" y="42"/>
                    </a:cubicBezTo>
                    <a:cubicBezTo>
                      <a:pt x="163" y="35"/>
                      <a:pt x="163" y="35"/>
                      <a:pt x="163" y="35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62" y="37"/>
                      <a:pt x="163" y="37"/>
                      <a:pt x="163" y="37"/>
                    </a:cubicBezTo>
                    <a:cubicBezTo>
                      <a:pt x="163" y="37"/>
                      <a:pt x="164" y="37"/>
                      <a:pt x="164" y="38"/>
                    </a:cubicBezTo>
                    <a:cubicBezTo>
                      <a:pt x="165" y="38"/>
                      <a:pt x="165" y="38"/>
                      <a:pt x="165" y="38"/>
                    </a:cubicBezTo>
                    <a:cubicBezTo>
                      <a:pt x="165" y="39"/>
                      <a:pt x="165" y="39"/>
                      <a:pt x="164" y="39"/>
                    </a:cubicBezTo>
                    <a:cubicBezTo>
                      <a:pt x="154" y="47"/>
                      <a:pt x="154" y="47"/>
                      <a:pt x="154" y="47"/>
                    </a:cubicBezTo>
                    <a:cubicBezTo>
                      <a:pt x="154" y="47"/>
                      <a:pt x="154" y="47"/>
                      <a:pt x="154" y="47"/>
                    </a:cubicBezTo>
                    <a:cubicBezTo>
                      <a:pt x="154" y="47"/>
                      <a:pt x="153" y="47"/>
                      <a:pt x="153" y="47"/>
                    </a:cubicBezTo>
                    <a:cubicBezTo>
                      <a:pt x="153" y="46"/>
                      <a:pt x="153" y="46"/>
                      <a:pt x="153" y="46"/>
                    </a:cubicBezTo>
                    <a:cubicBezTo>
                      <a:pt x="152" y="47"/>
                      <a:pt x="152" y="47"/>
                      <a:pt x="152" y="47"/>
                    </a:cubicBezTo>
                    <a:cubicBezTo>
                      <a:pt x="155" y="50"/>
                      <a:pt x="155" y="50"/>
                      <a:pt x="155" y="50"/>
                    </a:cubicBezTo>
                    <a:close/>
                    <a:moveTo>
                      <a:pt x="174" y="54"/>
                    </a:moveTo>
                    <a:cubicBezTo>
                      <a:pt x="174" y="54"/>
                      <a:pt x="175" y="54"/>
                      <a:pt x="175" y="53"/>
                    </a:cubicBezTo>
                    <a:cubicBezTo>
                      <a:pt x="175" y="53"/>
                      <a:pt x="175" y="53"/>
                      <a:pt x="174" y="53"/>
                    </a:cubicBezTo>
                    <a:cubicBezTo>
                      <a:pt x="174" y="52"/>
                      <a:pt x="174" y="52"/>
                      <a:pt x="174" y="52"/>
                    </a:cubicBezTo>
                    <a:cubicBezTo>
                      <a:pt x="175" y="52"/>
                      <a:pt x="175" y="52"/>
                      <a:pt x="175" y="52"/>
                    </a:cubicBezTo>
                    <a:cubicBezTo>
                      <a:pt x="177" y="55"/>
                      <a:pt x="177" y="55"/>
                      <a:pt x="177" y="55"/>
                    </a:cubicBezTo>
                    <a:cubicBezTo>
                      <a:pt x="176" y="55"/>
                      <a:pt x="176" y="55"/>
                      <a:pt x="176" y="55"/>
                    </a:cubicBezTo>
                    <a:cubicBezTo>
                      <a:pt x="176" y="55"/>
                      <a:pt x="176" y="55"/>
                      <a:pt x="176" y="55"/>
                    </a:cubicBezTo>
                    <a:cubicBezTo>
                      <a:pt x="176" y="55"/>
                      <a:pt x="176" y="55"/>
                      <a:pt x="175" y="55"/>
                    </a:cubicBezTo>
                    <a:cubicBezTo>
                      <a:pt x="175" y="55"/>
                      <a:pt x="175" y="55"/>
                      <a:pt x="174" y="55"/>
                    </a:cubicBezTo>
                    <a:cubicBezTo>
                      <a:pt x="166" y="56"/>
                      <a:pt x="166" y="56"/>
                      <a:pt x="166" y="56"/>
                    </a:cubicBezTo>
                    <a:cubicBezTo>
                      <a:pt x="162" y="58"/>
                      <a:pt x="162" y="58"/>
                      <a:pt x="162" y="58"/>
                    </a:cubicBezTo>
                    <a:cubicBezTo>
                      <a:pt x="162" y="59"/>
                      <a:pt x="162" y="59"/>
                      <a:pt x="162" y="59"/>
                    </a:cubicBezTo>
                    <a:cubicBezTo>
                      <a:pt x="161" y="59"/>
                      <a:pt x="162" y="59"/>
                      <a:pt x="162" y="60"/>
                    </a:cubicBezTo>
                    <a:cubicBezTo>
                      <a:pt x="162" y="60"/>
                      <a:pt x="162" y="60"/>
                      <a:pt x="162" y="60"/>
                    </a:cubicBezTo>
                    <a:cubicBezTo>
                      <a:pt x="162" y="61"/>
                      <a:pt x="162" y="61"/>
                      <a:pt x="162" y="61"/>
                    </a:cubicBezTo>
                    <a:cubicBezTo>
                      <a:pt x="159" y="56"/>
                      <a:pt x="159" y="56"/>
                      <a:pt x="159" y="56"/>
                    </a:cubicBezTo>
                    <a:cubicBezTo>
                      <a:pt x="160" y="56"/>
                      <a:pt x="160" y="56"/>
                      <a:pt x="160" y="56"/>
                    </a:cubicBezTo>
                    <a:cubicBezTo>
                      <a:pt x="160" y="57"/>
                      <a:pt x="160" y="57"/>
                      <a:pt x="160" y="57"/>
                    </a:cubicBezTo>
                    <a:cubicBezTo>
                      <a:pt x="160" y="57"/>
                      <a:pt x="160" y="57"/>
                      <a:pt x="161" y="57"/>
                    </a:cubicBezTo>
                    <a:cubicBezTo>
                      <a:pt x="161" y="57"/>
                      <a:pt x="161" y="57"/>
                      <a:pt x="161" y="57"/>
                    </a:cubicBezTo>
                    <a:cubicBezTo>
                      <a:pt x="165" y="55"/>
                      <a:pt x="165" y="55"/>
                      <a:pt x="165" y="55"/>
                    </a:cubicBezTo>
                    <a:cubicBezTo>
                      <a:pt x="171" y="48"/>
                      <a:pt x="171" y="48"/>
                      <a:pt x="171" y="48"/>
                    </a:cubicBezTo>
                    <a:cubicBezTo>
                      <a:pt x="171" y="48"/>
                      <a:pt x="171" y="48"/>
                      <a:pt x="171" y="47"/>
                    </a:cubicBezTo>
                    <a:cubicBezTo>
                      <a:pt x="171" y="47"/>
                      <a:pt x="171" y="47"/>
                      <a:pt x="171" y="47"/>
                    </a:cubicBezTo>
                    <a:cubicBezTo>
                      <a:pt x="171" y="46"/>
                      <a:pt x="171" y="46"/>
                      <a:pt x="171" y="46"/>
                    </a:cubicBezTo>
                    <a:cubicBezTo>
                      <a:pt x="171" y="46"/>
                      <a:pt x="171" y="46"/>
                      <a:pt x="171" y="46"/>
                    </a:cubicBezTo>
                    <a:cubicBezTo>
                      <a:pt x="173" y="50"/>
                      <a:pt x="173" y="50"/>
                      <a:pt x="173" y="50"/>
                    </a:cubicBezTo>
                    <a:cubicBezTo>
                      <a:pt x="173" y="50"/>
                      <a:pt x="173" y="50"/>
                      <a:pt x="173" y="50"/>
                    </a:cubicBezTo>
                    <a:cubicBezTo>
                      <a:pt x="173" y="49"/>
                      <a:pt x="173" y="49"/>
                      <a:pt x="173" y="49"/>
                    </a:cubicBezTo>
                    <a:cubicBezTo>
                      <a:pt x="172" y="49"/>
                      <a:pt x="172" y="49"/>
                      <a:pt x="172" y="49"/>
                    </a:cubicBezTo>
                    <a:cubicBezTo>
                      <a:pt x="172" y="49"/>
                      <a:pt x="172" y="49"/>
                      <a:pt x="171" y="49"/>
                    </a:cubicBezTo>
                    <a:cubicBezTo>
                      <a:pt x="167" y="55"/>
                      <a:pt x="167" y="55"/>
                      <a:pt x="167" y="55"/>
                    </a:cubicBezTo>
                    <a:cubicBezTo>
                      <a:pt x="167" y="55"/>
                      <a:pt x="167" y="55"/>
                      <a:pt x="167" y="55"/>
                    </a:cubicBezTo>
                    <a:lnTo>
                      <a:pt x="174" y="54"/>
                    </a:lnTo>
                    <a:close/>
                  </a:path>
                </a:pathLst>
              </a:custGeom>
              <a:solidFill>
                <a:srgbClr val="FFFFFF"/>
              </a:solidFill>
              <a:ln w="3175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8" name="ïśľíḓé"/>
              <p:cNvSpPr/>
              <p:nvPr/>
            </p:nvSpPr>
            <p:spPr bwMode="auto">
              <a:xfrm>
                <a:off x="3667126" y="3184525"/>
                <a:ext cx="492125" cy="496888"/>
              </a:xfrm>
              <a:custGeom>
                <a:avLst/>
                <a:gdLst>
                  <a:gd name="T0" fmla="*/ 74 w 149"/>
                  <a:gd name="T1" fmla="*/ 0 h 149"/>
                  <a:gd name="T2" fmla="*/ 149 w 149"/>
                  <a:gd name="T3" fmla="*/ 74 h 149"/>
                  <a:gd name="T4" fmla="*/ 74 w 149"/>
                  <a:gd name="T5" fmla="*/ 149 h 149"/>
                  <a:gd name="T6" fmla="*/ 0 w 149"/>
                  <a:gd name="T7" fmla="*/ 74 h 149"/>
                  <a:gd name="T8" fmla="*/ 74 w 149"/>
                  <a:gd name="T9" fmla="*/ 0 h 149"/>
                  <a:gd name="T10" fmla="*/ 74 w 149"/>
                  <a:gd name="T11" fmla="*/ 2 h 149"/>
                  <a:gd name="T12" fmla="*/ 2 w 149"/>
                  <a:gd name="T13" fmla="*/ 74 h 149"/>
                  <a:gd name="T14" fmla="*/ 74 w 149"/>
                  <a:gd name="T15" fmla="*/ 146 h 149"/>
                  <a:gd name="T16" fmla="*/ 146 w 149"/>
                  <a:gd name="T17" fmla="*/ 74 h 149"/>
                  <a:gd name="T18" fmla="*/ 74 w 149"/>
                  <a:gd name="T19" fmla="*/ 2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9" h="149">
                    <a:moveTo>
                      <a:pt x="74" y="0"/>
                    </a:moveTo>
                    <a:cubicBezTo>
                      <a:pt x="115" y="0"/>
                      <a:pt x="149" y="33"/>
                      <a:pt x="149" y="74"/>
                    </a:cubicBezTo>
                    <a:cubicBezTo>
                      <a:pt x="149" y="115"/>
                      <a:pt x="115" y="149"/>
                      <a:pt x="74" y="149"/>
                    </a:cubicBezTo>
                    <a:cubicBezTo>
                      <a:pt x="33" y="149"/>
                      <a:pt x="0" y="115"/>
                      <a:pt x="0" y="74"/>
                    </a:cubicBezTo>
                    <a:cubicBezTo>
                      <a:pt x="0" y="33"/>
                      <a:pt x="33" y="0"/>
                      <a:pt x="74" y="0"/>
                    </a:cubicBezTo>
                    <a:close/>
                    <a:moveTo>
                      <a:pt x="74" y="2"/>
                    </a:moveTo>
                    <a:cubicBezTo>
                      <a:pt x="35" y="2"/>
                      <a:pt x="2" y="34"/>
                      <a:pt x="2" y="74"/>
                    </a:cubicBezTo>
                    <a:cubicBezTo>
                      <a:pt x="2" y="114"/>
                      <a:pt x="35" y="146"/>
                      <a:pt x="74" y="146"/>
                    </a:cubicBezTo>
                    <a:cubicBezTo>
                      <a:pt x="114" y="146"/>
                      <a:pt x="146" y="114"/>
                      <a:pt x="146" y="74"/>
                    </a:cubicBezTo>
                    <a:cubicBezTo>
                      <a:pt x="146" y="34"/>
                      <a:pt x="114" y="2"/>
                      <a:pt x="74" y="2"/>
                    </a:cubicBezTo>
                    <a:close/>
                  </a:path>
                </a:pathLst>
              </a:custGeom>
              <a:solidFill>
                <a:srgbClr val="0052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9" name="ïslíḍê"/>
              <p:cNvSpPr/>
              <p:nvPr/>
            </p:nvSpPr>
            <p:spPr bwMode="auto">
              <a:xfrm>
                <a:off x="3775076" y="3248025"/>
                <a:ext cx="274638" cy="146050"/>
              </a:xfrm>
              <a:custGeom>
                <a:avLst/>
                <a:gdLst>
                  <a:gd name="T0" fmla="*/ 10 w 83"/>
                  <a:gd name="T1" fmla="*/ 43 h 44"/>
                  <a:gd name="T2" fmla="*/ 18 w 83"/>
                  <a:gd name="T3" fmla="*/ 39 h 44"/>
                  <a:gd name="T4" fmla="*/ 67 w 83"/>
                  <a:gd name="T5" fmla="*/ 39 h 44"/>
                  <a:gd name="T6" fmla="*/ 73 w 83"/>
                  <a:gd name="T7" fmla="*/ 42 h 44"/>
                  <a:gd name="T8" fmla="*/ 76 w 83"/>
                  <a:gd name="T9" fmla="*/ 43 h 44"/>
                  <a:gd name="T10" fmla="*/ 83 w 83"/>
                  <a:gd name="T11" fmla="*/ 35 h 44"/>
                  <a:gd name="T12" fmla="*/ 76 w 83"/>
                  <a:gd name="T13" fmla="*/ 37 h 44"/>
                  <a:gd name="T14" fmla="*/ 69 w 83"/>
                  <a:gd name="T15" fmla="*/ 33 h 44"/>
                  <a:gd name="T16" fmla="*/ 70 w 83"/>
                  <a:gd name="T17" fmla="*/ 26 h 44"/>
                  <a:gd name="T18" fmla="*/ 64 w 83"/>
                  <a:gd name="T19" fmla="*/ 30 h 44"/>
                  <a:gd name="T20" fmla="*/ 59 w 83"/>
                  <a:gd name="T21" fmla="*/ 31 h 44"/>
                  <a:gd name="T22" fmla="*/ 56 w 83"/>
                  <a:gd name="T23" fmla="*/ 29 h 44"/>
                  <a:gd name="T24" fmla="*/ 56 w 83"/>
                  <a:gd name="T25" fmla="*/ 24 h 44"/>
                  <a:gd name="T26" fmla="*/ 58 w 83"/>
                  <a:gd name="T27" fmla="*/ 23 h 44"/>
                  <a:gd name="T28" fmla="*/ 58 w 83"/>
                  <a:gd name="T29" fmla="*/ 19 h 44"/>
                  <a:gd name="T30" fmla="*/ 54 w 83"/>
                  <a:gd name="T31" fmla="*/ 19 h 44"/>
                  <a:gd name="T32" fmla="*/ 53 w 83"/>
                  <a:gd name="T33" fmla="*/ 21 h 44"/>
                  <a:gd name="T34" fmla="*/ 44 w 83"/>
                  <a:gd name="T35" fmla="*/ 21 h 44"/>
                  <a:gd name="T36" fmla="*/ 43 w 83"/>
                  <a:gd name="T37" fmla="*/ 18 h 44"/>
                  <a:gd name="T38" fmla="*/ 44 w 83"/>
                  <a:gd name="T39" fmla="*/ 13 h 44"/>
                  <a:gd name="T40" fmla="*/ 43 w 83"/>
                  <a:gd name="T41" fmla="*/ 8 h 44"/>
                  <a:gd name="T42" fmla="*/ 43 w 83"/>
                  <a:gd name="T43" fmla="*/ 6 h 44"/>
                  <a:gd name="T44" fmla="*/ 43 w 83"/>
                  <a:gd name="T45" fmla="*/ 2 h 44"/>
                  <a:gd name="T46" fmla="*/ 43 w 83"/>
                  <a:gd name="T47" fmla="*/ 0 h 44"/>
                  <a:gd name="T48" fmla="*/ 40 w 83"/>
                  <a:gd name="T49" fmla="*/ 0 h 44"/>
                  <a:gd name="T50" fmla="*/ 39 w 83"/>
                  <a:gd name="T51" fmla="*/ 2 h 44"/>
                  <a:gd name="T52" fmla="*/ 39 w 83"/>
                  <a:gd name="T53" fmla="*/ 6 h 44"/>
                  <a:gd name="T54" fmla="*/ 39 w 83"/>
                  <a:gd name="T55" fmla="*/ 8 h 44"/>
                  <a:gd name="T56" fmla="*/ 38 w 83"/>
                  <a:gd name="T57" fmla="*/ 13 h 44"/>
                  <a:gd name="T58" fmla="*/ 38 w 83"/>
                  <a:gd name="T59" fmla="*/ 18 h 44"/>
                  <a:gd name="T60" fmla="*/ 38 w 83"/>
                  <a:gd name="T61" fmla="*/ 21 h 44"/>
                  <a:gd name="T62" fmla="*/ 30 w 83"/>
                  <a:gd name="T63" fmla="*/ 21 h 44"/>
                  <a:gd name="T64" fmla="*/ 29 w 83"/>
                  <a:gd name="T65" fmla="*/ 19 h 44"/>
                  <a:gd name="T66" fmla="*/ 25 w 83"/>
                  <a:gd name="T67" fmla="*/ 19 h 44"/>
                  <a:gd name="T68" fmla="*/ 25 w 83"/>
                  <a:gd name="T69" fmla="*/ 23 h 44"/>
                  <a:gd name="T70" fmla="*/ 26 w 83"/>
                  <a:gd name="T71" fmla="*/ 24 h 44"/>
                  <a:gd name="T72" fmla="*/ 27 w 83"/>
                  <a:gd name="T73" fmla="*/ 29 h 44"/>
                  <a:gd name="T74" fmla="*/ 22 w 83"/>
                  <a:gd name="T75" fmla="*/ 31 h 44"/>
                  <a:gd name="T76" fmla="*/ 13 w 83"/>
                  <a:gd name="T77" fmla="*/ 26 h 44"/>
                  <a:gd name="T78" fmla="*/ 13 w 83"/>
                  <a:gd name="T79" fmla="*/ 35 h 44"/>
                  <a:gd name="T80" fmla="*/ 7 w 83"/>
                  <a:gd name="T81" fmla="*/ 37 h 44"/>
                  <a:gd name="T82" fmla="*/ 0 w 83"/>
                  <a:gd name="T83" fmla="*/ 34 h 44"/>
                  <a:gd name="T84" fmla="*/ 5 w 83"/>
                  <a:gd name="T85" fmla="*/ 42 h 44"/>
                  <a:gd name="T86" fmla="*/ 10 w 83"/>
                  <a:gd name="T87" fmla="*/ 43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83" h="44">
                    <a:moveTo>
                      <a:pt x="10" y="43"/>
                    </a:moveTo>
                    <a:cubicBezTo>
                      <a:pt x="18" y="39"/>
                      <a:pt x="18" y="39"/>
                      <a:pt x="18" y="39"/>
                    </a:cubicBezTo>
                    <a:cubicBezTo>
                      <a:pt x="67" y="39"/>
                      <a:pt x="67" y="39"/>
                      <a:pt x="67" y="39"/>
                    </a:cubicBezTo>
                    <a:cubicBezTo>
                      <a:pt x="73" y="42"/>
                      <a:pt x="73" y="42"/>
                      <a:pt x="73" y="42"/>
                    </a:cubicBezTo>
                    <a:cubicBezTo>
                      <a:pt x="74" y="43"/>
                      <a:pt x="75" y="43"/>
                      <a:pt x="76" y="43"/>
                    </a:cubicBezTo>
                    <a:cubicBezTo>
                      <a:pt x="80" y="42"/>
                      <a:pt x="83" y="35"/>
                      <a:pt x="83" y="35"/>
                    </a:cubicBezTo>
                    <a:cubicBezTo>
                      <a:pt x="83" y="35"/>
                      <a:pt x="79" y="38"/>
                      <a:pt x="76" y="37"/>
                    </a:cubicBezTo>
                    <a:cubicBezTo>
                      <a:pt x="73" y="37"/>
                      <a:pt x="69" y="36"/>
                      <a:pt x="69" y="33"/>
                    </a:cubicBezTo>
                    <a:cubicBezTo>
                      <a:pt x="69" y="30"/>
                      <a:pt x="70" y="27"/>
                      <a:pt x="70" y="26"/>
                    </a:cubicBezTo>
                    <a:cubicBezTo>
                      <a:pt x="70" y="26"/>
                      <a:pt x="67" y="29"/>
                      <a:pt x="64" y="30"/>
                    </a:cubicBezTo>
                    <a:cubicBezTo>
                      <a:pt x="61" y="32"/>
                      <a:pt x="60" y="31"/>
                      <a:pt x="59" y="31"/>
                    </a:cubicBezTo>
                    <a:cubicBezTo>
                      <a:pt x="57" y="30"/>
                      <a:pt x="56" y="29"/>
                      <a:pt x="56" y="29"/>
                    </a:cubicBezTo>
                    <a:cubicBezTo>
                      <a:pt x="56" y="24"/>
                      <a:pt x="56" y="24"/>
                      <a:pt x="56" y="24"/>
                    </a:cubicBezTo>
                    <a:cubicBezTo>
                      <a:pt x="58" y="23"/>
                      <a:pt x="58" y="23"/>
                      <a:pt x="58" y="23"/>
                    </a:cubicBezTo>
                    <a:cubicBezTo>
                      <a:pt x="58" y="19"/>
                      <a:pt x="58" y="19"/>
                      <a:pt x="58" y="19"/>
                    </a:cubicBezTo>
                    <a:cubicBezTo>
                      <a:pt x="54" y="19"/>
                      <a:pt x="54" y="19"/>
                      <a:pt x="54" y="19"/>
                    </a:cubicBezTo>
                    <a:cubicBezTo>
                      <a:pt x="54" y="19"/>
                      <a:pt x="54" y="21"/>
                      <a:pt x="53" y="21"/>
                    </a:cubicBezTo>
                    <a:cubicBezTo>
                      <a:pt x="52" y="21"/>
                      <a:pt x="44" y="21"/>
                      <a:pt x="44" y="21"/>
                    </a:cubicBezTo>
                    <a:cubicBezTo>
                      <a:pt x="44" y="21"/>
                      <a:pt x="43" y="20"/>
                      <a:pt x="43" y="18"/>
                    </a:cubicBezTo>
                    <a:cubicBezTo>
                      <a:pt x="44" y="17"/>
                      <a:pt x="44" y="17"/>
                      <a:pt x="44" y="13"/>
                    </a:cubicBezTo>
                    <a:cubicBezTo>
                      <a:pt x="44" y="10"/>
                      <a:pt x="44" y="9"/>
                      <a:pt x="43" y="8"/>
                    </a:cubicBezTo>
                    <a:cubicBezTo>
                      <a:pt x="43" y="7"/>
                      <a:pt x="42" y="7"/>
                      <a:pt x="43" y="6"/>
                    </a:cubicBezTo>
                    <a:cubicBezTo>
                      <a:pt x="44" y="5"/>
                      <a:pt x="44" y="4"/>
                      <a:pt x="43" y="2"/>
                    </a:cubicBezTo>
                    <a:cubicBezTo>
                      <a:pt x="42" y="1"/>
                      <a:pt x="43" y="2"/>
                      <a:pt x="43" y="0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39" y="0"/>
                      <a:pt x="40" y="1"/>
                      <a:pt x="39" y="2"/>
                    </a:cubicBezTo>
                    <a:cubicBezTo>
                      <a:pt x="38" y="3"/>
                      <a:pt x="38" y="5"/>
                      <a:pt x="39" y="6"/>
                    </a:cubicBezTo>
                    <a:cubicBezTo>
                      <a:pt x="39" y="7"/>
                      <a:pt x="40" y="7"/>
                      <a:pt x="39" y="8"/>
                    </a:cubicBezTo>
                    <a:cubicBezTo>
                      <a:pt x="38" y="9"/>
                      <a:pt x="38" y="10"/>
                      <a:pt x="38" y="13"/>
                    </a:cubicBezTo>
                    <a:cubicBezTo>
                      <a:pt x="38" y="16"/>
                      <a:pt x="38" y="17"/>
                      <a:pt x="38" y="18"/>
                    </a:cubicBezTo>
                    <a:cubicBezTo>
                      <a:pt x="39" y="20"/>
                      <a:pt x="38" y="21"/>
                      <a:pt x="38" y="21"/>
                    </a:cubicBezTo>
                    <a:cubicBezTo>
                      <a:pt x="37" y="21"/>
                      <a:pt x="30" y="21"/>
                      <a:pt x="30" y="21"/>
                    </a:cubicBezTo>
                    <a:cubicBezTo>
                      <a:pt x="30" y="21"/>
                      <a:pt x="29" y="20"/>
                      <a:pt x="29" y="19"/>
                    </a:cubicBezTo>
                    <a:cubicBezTo>
                      <a:pt x="25" y="19"/>
                      <a:pt x="25" y="19"/>
                      <a:pt x="25" y="19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7" y="29"/>
                      <a:pt x="24" y="31"/>
                      <a:pt x="22" y="31"/>
                    </a:cubicBezTo>
                    <a:cubicBezTo>
                      <a:pt x="19" y="31"/>
                      <a:pt x="13" y="26"/>
                      <a:pt x="13" y="26"/>
                    </a:cubicBezTo>
                    <a:cubicBezTo>
                      <a:pt x="13" y="26"/>
                      <a:pt x="14" y="33"/>
                      <a:pt x="13" y="35"/>
                    </a:cubicBezTo>
                    <a:cubicBezTo>
                      <a:pt x="13" y="37"/>
                      <a:pt x="10" y="37"/>
                      <a:pt x="7" y="37"/>
                    </a:cubicBezTo>
                    <a:cubicBezTo>
                      <a:pt x="4" y="37"/>
                      <a:pt x="0" y="35"/>
                      <a:pt x="0" y="34"/>
                    </a:cubicBezTo>
                    <a:cubicBezTo>
                      <a:pt x="0" y="34"/>
                      <a:pt x="3" y="40"/>
                      <a:pt x="5" y="42"/>
                    </a:cubicBezTo>
                    <a:cubicBezTo>
                      <a:pt x="7" y="44"/>
                      <a:pt x="10" y="43"/>
                      <a:pt x="10" y="43"/>
                    </a:cubicBez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0" name="íṡļïdê"/>
              <p:cNvSpPr/>
              <p:nvPr/>
            </p:nvSpPr>
            <p:spPr bwMode="auto">
              <a:xfrm>
                <a:off x="3614738" y="3370263"/>
                <a:ext cx="596900" cy="241300"/>
              </a:xfrm>
              <a:custGeom>
                <a:avLst/>
                <a:gdLst>
                  <a:gd name="T0" fmla="*/ 58 w 181"/>
                  <a:gd name="T1" fmla="*/ 72 h 72"/>
                  <a:gd name="T2" fmla="*/ 8 w 181"/>
                  <a:gd name="T3" fmla="*/ 72 h 72"/>
                  <a:gd name="T4" fmla="*/ 3 w 181"/>
                  <a:gd name="T5" fmla="*/ 63 h 72"/>
                  <a:gd name="T6" fmla="*/ 6 w 181"/>
                  <a:gd name="T7" fmla="*/ 63 h 72"/>
                  <a:gd name="T8" fmla="*/ 11 w 181"/>
                  <a:gd name="T9" fmla="*/ 55 h 72"/>
                  <a:gd name="T10" fmla="*/ 14 w 181"/>
                  <a:gd name="T11" fmla="*/ 55 h 72"/>
                  <a:gd name="T12" fmla="*/ 14 w 181"/>
                  <a:gd name="T13" fmla="*/ 29 h 72"/>
                  <a:gd name="T14" fmla="*/ 0 w 181"/>
                  <a:gd name="T15" fmla="*/ 4 h 72"/>
                  <a:gd name="T16" fmla="*/ 30 w 181"/>
                  <a:gd name="T17" fmla="*/ 0 h 72"/>
                  <a:gd name="T18" fmla="*/ 58 w 181"/>
                  <a:gd name="T19" fmla="*/ 8 h 72"/>
                  <a:gd name="T20" fmla="*/ 51 w 181"/>
                  <a:gd name="T21" fmla="*/ 25 h 72"/>
                  <a:gd name="T22" fmla="*/ 131 w 181"/>
                  <a:gd name="T23" fmla="*/ 25 h 72"/>
                  <a:gd name="T24" fmla="*/ 122 w 181"/>
                  <a:gd name="T25" fmla="*/ 8 h 72"/>
                  <a:gd name="T26" fmla="*/ 150 w 181"/>
                  <a:gd name="T27" fmla="*/ 0 h 72"/>
                  <a:gd name="T28" fmla="*/ 181 w 181"/>
                  <a:gd name="T29" fmla="*/ 5 h 72"/>
                  <a:gd name="T30" fmla="*/ 166 w 181"/>
                  <a:gd name="T31" fmla="*/ 28 h 72"/>
                  <a:gd name="T32" fmla="*/ 166 w 181"/>
                  <a:gd name="T33" fmla="*/ 55 h 72"/>
                  <a:gd name="T34" fmla="*/ 171 w 181"/>
                  <a:gd name="T35" fmla="*/ 55 h 72"/>
                  <a:gd name="T36" fmla="*/ 178 w 181"/>
                  <a:gd name="T37" fmla="*/ 65 h 72"/>
                  <a:gd name="T38" fmla="*/ 174 w 181"/>
                  <a:gd name="T39" fmla="*/ 72 h 72"/>
                  <a:gd name="T40" fmla="*/ 58 w 181"/>
                  <a:gd name="T41" fmla="*/ 7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81" h="72">
                    <a:moveTo>
                      <a:pt x="58" y="72"/>
                    </a:moveTo>
                    <a:cubicBezTo>
                      <a:pt x="8" y="72"/>
                      <a:pt x="8" y="72"/>
                      <a:pt x="8" y="72"/>
                    </a:cubicBezTo>
                    <a:cubicBezTo>
                      <a:pt x="3" y="63"/>
                      <a:pt x="3" y="63"/>
                      <a:pt x="3" y="63"/>
                    </a:cubicBezTo>
                    <a:cubicBezTo>
                      <a:pt x="6" y="63"/>
                      <a:pt x="6" y="63"/>
                      <a:pt x="6" y="63"/>
                    </a:cubicBezTo>
                    <a:cubicBezTo>
                      <a:pt x="7" y="61"/>
                      <a:pt x="10" y="57"/>
                      <a:pt x="11" y="55"/>
                    </a:cubicBezTo>
                    <a:cubicBezTo>
                      <a:pt x="12" y="55"/>
                      <a:pt x="13" y="55"/>
                      <a:pt x="14" y="55"/>
                    </a:cubicBezTo>
                    <a:cubicBezTo>
                      <a:pt x="14" y="45"/>
                      <a:pt x="14" y="39"/>
                      <a:pt x="14" y="29"/>
                    </a:cubicBezTo>
                    <a:cubicBezTo>
                      <a:pt x="6" y="25"/>
                      <a:pt x="0" y="19"/>
                      <a:pt x="0" y="4"/>
                    </a:cubicBezTo>
                    <a:cubicBezTo>
                      <a:pt x="13" y="19"/>
                      <a:pt x="25" y="20"/>
                      <a:pt x="30" y="0"/>
                    </a:cubicBezTo>
                    <a:cubicBezTo>
                      <a:pt x="40" y="22"/>
                      <a:pt x="50" y="16"/>
                      <a:pt x="58" y="8"/>
                    </a:cubicBezTo>
                    <a:cubicBezTo>
                      <a:pt x="59" y="17"/>
                      <a:pt x="51" y="24"/>
                      <a:pt x="51" y="25"/>
                    </a:cubicBezTo>
                    <a:cubicBezTo>
                      <a:pt x="131" y="25"/>
                      <a:pt x="131" y="25"/>
                      <a:pt x="131" y="25"/>
                    </a:cubicBezTo>
                    <a:cubicBezTo>
                      <a:pt x="128" y="21"/>
                      <a:pt x="123" y="15"/>
                      <a:pt x="122" y="8"/>
                    </a:cubicBezTo>
                    <a:cubicBezTo>
                      <a:pt x="131" y="18"/>
                      <a:pt x="141" y="23"/>
                      <a:pt x="150" y="0"/>
                    </a:cubicBezTo>
                    <a:cubicBezTo>
                      <a:pt x="160" y="23"/>
                      <a:pt x="169" y="16"/>
                      <a:pt x="181" y="5"/>
                    </a:cubicBezTo>
                    <a:cubicBezTo>
                      <a:pt x="178" y="23"/>
                      <a:pt x="174" y="23"/>
                      <a:pt x="166" y="28"/>
                    </a:cubicBezTo>
                    <a:cubicBezTo>
                      <a:pt x="166" y="38"/>
                      <a:pt x="166" y="45"/>
                      <a:pt x="166" y="55"/>
                    </a:cubicBezTo>
                    <a:cubicBezTo>
                      <a:pt x="168" y="55"/>
                      <a:pt x="169" y="55"/>
                      <a:pt x="171" y="55"/>
                    </a:cubicBezTo>
                    <a:cubicBezTo>
                      <a:pt x="178" y="65"/>
                      <a:pt x="178" y="65"/>
                      <a:pt x="178" y="65"/>
                    </a:cubicBezTo>
                    <a:cubicBezTo>
                      <a:pt x="174" y="72"/>
                      <a:pt x="174" y="72"/>
                      <a:pt x="174" y="72"/>
                    </a:cubicBezTo>
                    <a:lnTo>
                      <a:pt x="58" y="7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1" name="iş1ïďe"/>
              <p:cNvSpPr/>
              <p:nvPr/>
            </p:nvSpPr>
            <p:spPr bwMode="auto">
              <a:xfrm>
                <a:off x="3624263" y="3381375"/>
                <a:ext cx="577850" cy="200025"/>
              </a:xfrm>
              <a:custGeom>
                <a:avLst/>
                <a:gdLst>
                  <a:gd name="T0" fmla="*/ 130 w 175"/>
                  <a:gd name="T1" fmla="*/ 51 h 60"/>
                  <a:gd name="T2" fmla="*/ 130 w 175"/>
                  <a:gd name="T3" fmla="*/ 50 h 60"/>
                  <a:gd name="T4" fmla="*/ 48 w 175"/>
                  <a:gd name="T5" fmla="*/ 50 h 60"/>
                  <a:gd name="T6" fmla="*/ 48 w 175"/>
                  <a:gd name="T7" fmla="*/ 51 h 60"/>
                  <a:gd name="T8" fmla="*/ 52 w 175"/>
                  <a:gd name="T9" fmla="*/ 51 h 60"/>
                  <a:gd name="T10" fmla="*/ 48 w 175"/>
                  <a:gd name="T11" fmla="*/ 60 h 60"/>
                  <a:gd name="T12" fmla="*/ 7 w 175"/>
                  <a:gd name="T13" fmla="*/ 60 h 60"/>
                  <a:gd name="T14" fmla="*/ 10 w 175"/>
                  <a:gd name="T15" fmla="*/ 54 h 60"/>
                  <a:gd name="T16" fmla="*/ 14 w 175"/>
                  <a:gd name="T17" fmla="*/ 54 h 60"/>
                  <a:gd name="T18" fmla="*/ 13 w 175"/>
                  <a:gd name="T19" fmla="*/ 25 h 60"/>
                  <a:gd name="T20" fmla="*/ 0 w 175"/>
                  <a:gd name="T21" fmla="*/ 7 h 60"/>
                  <a:gd name="T22" fmla="*/ 28 w 175"/>
                  <a:gd name="T23" fmla="*/ 0 h 60"/>
                  <a:gd name="T24" fmla="*/ 55 w 175"/>
                  <a:gd name="T25" fmla="*/ 7 h 60"/>
                  <a:gd name="T26" fmla="*/ 48 w 175"/>
                  <a:gd name="T27" fmla="*/ 22 h 60"/>
                  <a:gd name="T28" fmla="*/ 127 w 175"/>
                  <a:gd name="T29" fmla="*/ 22 h 60"/>
                  <a:gd name="T30" fmla="*/ 119 w 175"/>
                  <a:gd name="T31" fmla="*/ 7 h 60"/>
                  <a:gd name="T32" fmla="*/ 147 w 175"/>
                  <a:gd name="T33" fmla="*/ 0 h 60"/>
                  <a:gd name="T34" fmla="*/ 175 w 175"/>
                  <a:gd name="T35" fmla="*/ 7 h 60"/>
                  <a:gd name="T36" fmla="*/ 161 w 175"/>
                  <a:gd name="T37" fmla="*/ 24 h 60"/>
                  <a:gd name="T38" fmla="*/ 161 w 175"/>
                  <a:gd name="T39" fmla="*/ 53 h 60"/>
                  <a:gd name="T40" fmla="*/ 165 w 175"/>
                  <a:gd name="T41" fmla="*/ 53 h 60"/>
                  <a:gd name="T42" fmla="*/ 169 w 175"/>
                  <a:gd name="T43" fmla="*/ 60 h 60"/>
                  <a:gd name="T44" fmla="*/ 128 w 175"/>
                  <a:gd name="T45" fmla="*/ 60 h 60"/>
                  <a:gd name="T46" fmla="*/ 124 w 175"/>
                  <a:gd name="T47" fmla="*/ 51 h 60"/>
                  <a:gd name="T48" fmla="*/ 130 w 175"/>
                  <a:gd name="T49" fmla="*/ 51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75" h="60">
                    <a:moveTo>
                      <a:pt x="130" y="51"/>
                    </a:moveTo>
                    <a:cubicBezTo>
                      <a:pt x="130" y="50"/>
                      <a:pt x="130" y="50"/>
                      <a:pt x="130" y="50"/>
                    </a:cubicBezTo>
                    <a:cubicBezTo>
                      <a:pt x="48" y="50"/>
                      <a:pt x="48" y="50"/>
                      <a:pt x="48" y="50"/>
                    </a:cubicBezTo>
                    <a:cubicBezTo>
                      <a:pt x="48" y="51"/>
                      <a:pt x="48" y="51"/>
                      <a:pt x="48" y="51"/>
                    </a:cubicBezTo>
                    <a:cubicBezTo>
                      <a:pt x="52" y="51"/>
                      <a:pt x="52" y="51"/>
                      <a:pt x="52" y="51"/>
                    </a:cubicBezTo>
                    <a:cubicBezTo>
                      <a:pt x="48" y="60"/>
                      <a:pt x="48" y="60"/>
                      <a:pt x="48" y="60"/>
                    </a:cubicBezTo>
                    <a:cubicBezTo>
                      <a:pt x="34" y="60"/>
                      <a:pt x="20" y="60"/>
                      <a:pt x="7" y="60"/>
                    </a:cubicBezTo>
                    <a:cubicBezTo>
                      <a:pt x="8" y="58"/>
                      <a:pt x="9" y="56"/>
                      <a:pt x="10" y="54"/>
                    </a:cubicBezTo>
                    <a:cubicBezTo>
                      <a:pt x="11" y="54"/>
                      <a:pt x="12" y="54"/>
                      <a:pt x="14" y="54"/>
                    </a:cubicBezTo>
                    <a:cubicBezTo>
                      <a:pt x="14" y="44"/>
                      <a:pt x="13" y="34"/>
                      <a:pt x="13" y="25"/>
                    </a:cubicBezTo>
                    <a:cubicBezTo>
                      <a:pt x="5" y="20"/>
                      <a:pt x="1" y="14"/>
                      <a:pt x="0" y="7"/>
                    </a:cubicBezTo>
                    <a:cubicBezTo>
                      <a:pt x="12" y="18"/>
                      <a:pt x="22" y="17"/>
                      <a:pt x="28" y="0"/>
                    </a:cubicBezTo>
                    <a:cubicBezTo>
                      <a:pt x="37" y="22"/>
                      <a:pt x="47" y="15"/>
                      <a:pt x="55" y="7"/>
                    </a:cubicBezTo>
                    <a:cubicBezTo>
                      <a:pt x="55" y="14"/>
                      <a:pt x="50" y="17"/>
                      <a:pt x="48" y="22"/>
                    </a:cubicBezTo>
                    <a:cubicBezTo>
                      <a:pt x="127" y="22"/>
                      <a:pt x="127" y="22"/>
                      <a:pt x="127" y="22"/>
                    </a:cubicBezTo>
                    <a:cubicBezTo>
                      <a:pt x="125" y="18"/>
                      <a:pt x="120" y="14"/>
                      <a:pt x="119" y="7"/>
                    </a:cubicBezTo>
                    <a:cubicBezTo>
                      <a:pt x="127" y="15"/>
                      <a:pt x="137" y="22"/>
                      <a:pt x="147" y="0"/>
                    </a:cubicBezTo>
                    <a:cubicBezTo>
                      <a:pt x="153" y="17"/>
                      <a:pt x="163" y="18"/>
                      <a:pt x="175" y="7"/>
                    </a:cubicBezTo>
                    <a:cubicBezTo>
                      <a:pt x="173" y="14"/>
                      <a:pt x="169" y="19"/>
                      <a:pt x="161" y="24"/>
                    </a:cubicBezTo>
                    <a:cubicBezTo>
                      <a:pt x="161" y="34"/>
                      <a:pt x="161" y="44"/>
                      <a:pt x="161" y="53"/>
                    </a:cubicBezTo>
                    <a:cubicBezTo>
                      <a:pt x="162" y="53"/>
                      <a:pt x="164" y="53"/>
                      <a:pt x="165" y="53"/>
                    </a:cubicBezTo>
                    <a:cubicBezTo>
                      <a:pt x="166" y="55"/>
                      <a:pt x="167" y="58"/>
                      <a:pt x="169" y="60"/>
                    </a:cubicBezTo>
                    <a:cubicBezTo>
                      <a:pt x="155" y="60"/>
                      <a:pt x="142" y="60"/>
                      <a:pt x="128" y="60"/>
                    </a:cubicBezTo>
                    <a:cubicBezTo>
                      <a:pt x="124" y="51"/>
                      <a:pt x="124" y="51"/>
                      <a:pt x="124" y="51"/>
                    </a:cubicBezTo>
                    <a:lnTo>
                      <a:pt x="130" y="51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2" name="ïṩḷíḍé"/>
              <p:cNvSpPr/>
              <p:nvPr/>
            </p:nvSpPr>
            <p:spPr bwMode="auto">
              <a:xfrm>
                <a:off x="4065588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3" name="ïśľíḍè"/>
              <p:cNvSpPr/>
              <p:nvPr/>
            </p:nvSpPr>
            <p:spPr bwMode="auto">
              <a:xfrm>
                <a:off x="3740151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4" name="í$ḻîḋè"/>
              <p:cNvSpPr/>
              <p:nvPr/>
            </p:nvSpPr>
            <p:spPr bwMode="auto">
              <a:xfrm>
                <a:off x="4125913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5" name="iṣļíḋe"/>
              <p:cNvSpPr/>
              <p:nvPr/>
            </p:nvSpPr>
            <p:spPr bwMode="auto">
              <a:xfrm>
                <a:off x="3709988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6" name="iṩḷiḓé"/>
              <p:cNvSpPr/>
              <p:nvPr/>
            </p:nvSpPr>
            <p:spPr bwMode="auto">
              <a:xfrm>
                <a:off x="4095751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7" name="iSľiḍè"/>
              <p:cNvSpPr/>
              <p:nvPr/>
            </p:nvSpPr>
            <p:spPr bwMode="auto">
              <a:xfrm>
                <a:off x="3663951" y="3460750"/>
                <a:ext cx="495300" cy="31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8" name="ïṩḷîḍe"/>
              <p:cNvSpPr/>
              <p:nvPr/>
            </p:nvSpPr>
            <p:spPr bwMode="auto">
              <a:xfrm>
                <a:off x="3663951" y="3473450"/>
                <a:ext cx="115888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9" name="íšḻiḑê"/>
              <p:cNvSpPr/>
              <p:nvPr/>
            </p:nvSpPr>
            <p:spPr bwMode="auto">
              <a:xfrm>
                <a:off x="3789363" y="3473450"/>
                <a:ext cx="428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0" name="ïṩļïďè"/>
              <p:cNvSpPr/>
              <p:nvPr/>
            </p:nvSpPr>
            <p:spPr bwMode="auto">
              <a:xfrm>
                <a:off x="3851276" y="3473450"/>
                <a:ext cx="57150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1" name="îṥlïḋê"/>
              <p:cNvSpPr/>
              <p:nvPr/>
            </p:nvSpPr>
            <p:spPr bwMode="auto">
              <a:xfrm>
                <a:off x="3917951" y="3473450"/>
                <a:ext cx="555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2" name="îṧľïdè"/>
              <p:cNvSpPr/>
              <p:nvPr/>
            </p:nvSpPr>
            <p:spPr bwMode="auto">
              <a:xfrm>
                <a:off x="3994151" y="3473450"/>
                <a:ext cx="428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3" name="iSḷîḓê"/>
              <p:cNvSpPr/>
              <p:nvPr/>
            </p:nvSpPr>
            <p:spPr bwMode="auto">
              <a:xfrm>
                <a:off x="4046538" y="3473450"/>
                <a:ext cx="11271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4" name="îślíďè"/>
              <p:cNvSpPr/>
              <p:nvPr/>
            </p:nvSpPr>
            <p:spPr bwMode="auto">
              <a:xfrm>
                <a:off x="3979863" y="3473450"/>
                <a:ext cx="7938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5" name="iSḻïḍè"/>
              <p:cNvSpPr/>
              <p:nvPr/>
            </p:nvSpPr>
            <p:spPr bwMode="auto">
              <a:xfrm>
                <a:off x="3838576" y="3473450"/>
                <a:ext cx="6350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6" name="ïṡliḑê"/>
              <p:cNvSpPr/>
              <p:nvPr/>
            </p:nvSpPr>
            <p:spPr bwMode="auto">
              <a:xfrm>
                <a:off x="3851276" y="3384550"/>
                <a:ext cx="26988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7" name="islïďé"/>
              <p:cNvSpPr/>
              <p:nvPr/>
            </p:nvSpPr>
            <p:spPr bwMode="auto">
              <a:xfrm>
                <a:off x="3817938" y="3384550"/>
                <a:ext cx="26988" cy="15875"/>
              </a:xfrm>
              <a:custGeom>
                <a:avLst/>
                <a:gdLst>
                  <a:gd name="T0" fmla="*/ 7 w 8"/>
                  <a:gd name="T1" fmla="*/ 0 h 5"/>
                  <a:gd name="T2" fmla="*/ 8 w 8"/>
                  <a:gd name="T3" fmla="*/ 2 h 5"/>
                  <a:gd name="T4" fmla="*/ 1 w 8"/>
                  <a:gd name="T5" fmla="*/ 5 h 5"/>
                  <a:gd name="T6" fmla="*/ 7 w 8"/>
                  <a:gd name="T7" fmla="*/ 0 h 5"/>
                  <a:gd name="T8" fmla="*/ 7 w 8"/>
                  <a:gd name="T9" fmla="*/ 0 h 5"/>
                  <a:gd name="T10" fmla="*/ 7 w 8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5">
                    <a:moveTo>
                      <a:pt x="7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0" y="2"/>
                      <a:pt x="7" y="0"/>
                    </a:cubicBezTo>
                    <a:close/>
                    <a:moveTo>
                      <a:pt x="7" y="0"/>
                    </a:moveTo>
                    <a:cubicBezTo>
                      <a:pt x="7" y="0"/>
                      <a:pt x="7" y="0"/>
                      <a:pt x="7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8" name="îṥḷîdé"/>
              <p:cNvSpPr/>
              <p:nvPr/>
            </p:nvSpPr>
            <p:spPr bwMode="auto">
              <a:xfrm>
                <a:off x="3983038" y="3384550"/>
                <a:ext cx="26988" cy="15875"/>
              </a:xfrm>
              <a:custGeom>
                <a:avLst/>
                <a:gdLst>
                  <a:gd name="T0" fmla="*/ 1 w 8"/>
                  <a:gd name="T1" fmla="*/ 0 h 5"/>
                  <a:gd name="T2" fmla="*/ 0 w 8"/>
                  <a:gd name="T3" fmla="*/ 2 h 5"/>
                  <a:gd name="T4" fmla="*/ 7 w 8"/>
                  <a:gd name="T5" fmla="*/ 5 h 5"/>
                  <a:gd name="T6" fmla="*/ 1 w 8"/>
                  <a:gd name="T7" fmla="*/ 0 h 5"/>
                  <a:gd name="T8" fmla="*/ 1 w 8"/>
                  <a:gd name="T9" fmla="*/ 0 h 5"/>
                  <a:gd name="T10" fmla="*/ 1 w 8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5">
                    <a:moveTo>
                      <a:pt x="1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7" y="5"/>
                      <a:pt x="7" y="5"/>
                      <a:pt x="7" y="5"/>
                    </a:cubicBezTo>
                    <a:cubicBezTo>
                      <a:pt x="7" y="5"/>
                      <a:pt x="8" y="2"/>
                      <a:pt x="1" y="0"/>
                    </a:cubicBezTo>
                    <a:close/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9" name="isḷîḋé"/>
              <p:cNvSpPr/>
              <p:nvPr/>
            </p:nvSpPr>
            <p:spPr bwMode="auto">
              <a:xfrm>
                <a:off x="3884613" y="3384550"/>
                <a:ext cx="26988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0" name="iśḷïḑè"/>
              <p:cNvSpPr/>
              <p:nvPr/>
            </p:nvSpPr>
            <p:spPr bwMode="auto">
              <a:xfrm>
                <a:off x="3917951" y="3384550"/>
                <a:ext cx="25400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1" name="iṧľiďé"/>
              <p:cNvSpPr/>
              <p:nvPr/>
            </p:nvSpPr>
            <p:spPr bwMode="auto">
              <a:xfrm>
                <a:off x="3951288" y="3384550"/>
                <a:ext cx="25400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2" name="išľïḍé"/>
              <p:cNvSpPr/>
              <p:nvPr/>
            </p:nvSpPr>
            <p:spPr bwMode="auto">
              <a:xfrm>
                <a:off x="3771901" y="3484563"/>
                <a:ext cx="7938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3" name="îŝlîḑè"/>
              <p:cNvSpPr/>
              <p:nvPr/>
            </p:nvSpPr>
            <p:spPr bwMode="auto">
              <a:xfrm>
                <a:off x="3786188" y="3484563"/>
                <a:ext cx="46038" cy="60325"/>
              </a:xfrm>
              <a:custGeom>
                <a:avLst/>
                <a:gdLst>
                  <a:gd name="T0" fmla="*/ 8 w 29"/>
                  <a:gd name="T1" fmla="*/ 0 h 38"/>
                  <a:gd name="T2" fmla="*/ 20 w 29"/>
                  <a:gd name="T3" fmla="*/ 0 h 38"/>
                  <a:gd name="T4" fmla="*/ 29 w 29"/>
                  <a:gd name="T5" fmla="*/ 8 h 38"/>
                  <a:gd name="T6" fmla="*/ 29 w 29"/>
                  <a:gd name="T7" fmla="*/ 38 h 38"/>
                  <a:gd name="T8" fmla="*/ 0 w 29"/>
                  <a:gd name="T9" fmla="*/ 38 h 38"/>
                  <a:gd name="T10" fmla="*/ 0 w 29"/>
                  <a:gd name="T11" fmla="*/ 8 h 38"/>
                  <a:gd name="T12" fmla="*/ 8 w 29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8">
                    <a:moveTo>
                      <a:pt x="8" y="0"/>
                    </a:moveTo>
                    <a:lnTo>
                      <a:pt x="20" y="0"/>
                    </a:lnTo>
                    <a:lnTo>
                      <a:pt x="29" y="8"/>
                    </a:lnTo>
                    <a:lnTo>
                      <a:pt x="29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4" name="îṩḻíḓe"/>
              <p:cNvSpPr/>
              <p:nvPr/>
            </p:nvSpPr>
            <p:spPr bwMode="auto">
              <a:xfrm>
                <a:off x="3994151" y="3484563"/>
                <a:ext cx="46038" cy="60325"/>
              </a:xfrm>
              <a:custGeom>
                <a:avLst/>
                <a:gdLst>
                  <a:gd name="T0" fmla="*/ 8 w 29"/>
                  <a:gd name="T1" fmla="*/ 0 h 38"/>
                  <a:gd name="T2" fmla="*/ 18 w 29"/>
                  <a:gd name="T3" fmla="*/ 0 h 38"/>
                  <a:gd name="T4" fmla="*/ 29 w 29"/>
                  <a:gd name="T5" fmla="*/ 8 h 38"/>
                  <a:gd name="T6" fmla="*/ 29 w 29"/>
                  <a:gd name="T7" fmla="*/ 38 h 38"/>
                  <a:gd name="T8" fmla="*/ 0 w 29"/>
                  <a:gd name="T9" fmla="*/ 38 h 38"/>
                  <a:gd name="T10" fmla="*/ 0 w 29"/>
                  <a:gd name="T11" fmla="*/ 8 h 38"/>
                  <a:gd name="T12" fmla="*/ 8 w 29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8">
                    <a:moveTo>
                      <a:pt x="8" y="0"/>
                    </a:moveTo>
                    <a:lnTo>
                      <a:pt x="18" y="0"/>
                    </a:lnTo>
                    <a:lnTo>
                      <a:pt x="29" y="8"/>
                    </a:lnTo>
                    <a:lnTo>
                      <a:pt x="29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5" name="î$1îdè"/>
              <p:cNvSpPr/>
              <p:nvPr/>
            </p:nvSpPr>
            <p:spPr bwMode="auto">
              <a:xfrm>
                <a:off x="3851276" y="3484563"/>
                <a:ext cx="122238" cy="60325"/>
              </a:xfrm>
              <a:custGeom>
                <a:avLst/>
                <a:gdLst>
                  <a:gd name="T0" fmla="*/ 9 w 77"/>
                  <a:gd name="T1" fmla="*/ 0 h 38"/>
                  <a:gd name="T2" fmla="*/ 69 w 77"/>
                  <a:gd name="T3" fmla="*/ 0 h 38"/>
                  <a:gd name="T4" fmla="*/ 77 w 77"/>
                  <a:gd name="T5" fmla="*/ 8 h 38"/>
                  <a:gd name="T6" fmla="*/ 77 w 77"/>
                  <a:gd name="T7" fmla="*/ 38 h 38"/>
                  <a:gd name="T8" fmla="*/ 0 w 77"/>
                  <a:gd name="T9" fmla="*/ 38 h 38"/>
                  <a:gd name="T10" fmla="*/ 0 w 77"/>
                  <a:gd name="T11" fmla="*/ 8 h 38"/>
                  <a:gd name="T12" fmla="*/ 9 w 77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7" h="38">
                    <a:moveTo>
                      <a:pt x="9" y="0"/>
                    </a:moveTo>
                    <a:lnTo>
                      <a:pt x="69" y="0"/>
                    </a:lnTo>
                    <a:lnTo>
                      <a:pt x="77" y="8"/>
                    </a:lnTo>
                    <a:lnTo>
                      <a:pt x="77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6" name="iśľïḓe"/>
              <p:cNvSpPr/>
              <p:nvPr/>
            </p:nvSpPr>
            <p:spPr bwMode="auto">
              <a:xfrm>
                <a:off x="4046538" y="3484563"/>
                <a:ext cx="6350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7" name="iṣļïḑè"/>
              <p:cNvSpPr/>
              <p:nvPr/>
            </p:nvSpPr>
            <p:spPr bwMode="auto">
              <a:xfrm>
                <a:off x="3838576" y="3484563"/>
                <a:ext cx="6350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8" name="iṡḷidé"/>
              <p:cNvSpPr/>
              <p:nvPr/>
            </p:nvSpPr>
            <p:spPr bwMode="auto">
              <a:xfrm>
                <a:off x="3979863" y="3484563"/>
                <a:ext cx="3175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9" name="íṡḷíḋe"/>
              <p:cNvSpPr/>
              <p:nvPr/>
            </p:nvSpPr>
            <p:spPr bwMode="auto">
              <a:xfrm>
                <a:off x="3811588" y="3551238"/>
                <a:ext cx="20478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0" name="íŝ1iḑê"/>
              <p:cNvSpPr/>
              <p:nvPr/>
            </p:nvSpPr>
            <p:spPr bwMode="auto">
              <a:xfrm>
                <a:off x="3805238" y="3557588"/>
                <a:ext cx="214313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1" name="îṩḷiḑe"/>
              <p:cNvSpPr/>
              <p:nvPr/>
            </p:nvSpPr>
            <p:spPr bwMode="auto">
              <a:xfrm>
                <a:off x="3802063" y="3567113"/>
                <a:ext cx="220663" cy="1588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2" name="iṧḻiḑê"/>
              <p:cNvSpPr/>
              <p:nvPr/>
            </p:nvSpPr>
            <p:spPr bwMode="auto">
              <a:xfrm>
                <a:off x="3802063" y="3570288"/>
                <a:ext cx="22383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3" name="ïṣḻîḋè"/>
              <p:cNvSpPr/>
              <p:nvPr/>
            </p:nvSpPr>
            <p:spPr bwMode="auto">
              <a:xfrm>
                <a:off x="3795713" y="3581400"/>
                <a:ext cx="234950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4" name="îṡ1îḍé"/>
              <p:cNvSpPr/>
              <p:nvPr/>
            </p:nvSpPr>
            <p:spPr bwMode="auto">
              <a:xfrm>
                <a:off x="3633788" y="3587750"/>
                <a:ext cx="560388" cy="6350"/>
              </a:xfrm>
              <a:custGeom>
                <a:avLst/>
                <a:gdLst>
                  <a:gd name="T0" fmla="*/ 0 w 353"/>
                  <a:gd name="T1" fmla="*/ 0 h 4"/>
                  <a:gd name="T2" fmla="*/ 353 w 353"/>
                  <a:gd name="T3" fmla="*/ 0 h 4"/>
                  <a:gd name="T4" fmla="*/ 351 w 353"/>
                  <a:gd name="T5" fmla="*/ 4 h 4"/>
                  <a:gd name="T6" fmla="*/ 2 w 353"/>
                  <a:gd name="T7" fmla="*/ 4 h 4"/>
                  <a:gd name="T8" fmla="*/ 0 w 353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3" h="4">
                    <a:moveTo>
                      <a:pt x="0" y="0"/>
                    </a:moveTo>
                    <a:lnTo>
                      <a:pt x="353" y="0"/>
                    </a:lnTo>
                    <a:lnTo>
                      <a:pt x="351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5" name="îš1íḑe"/>
              <p:cNvSpPr/>
              <p:nvPr/>
            </p:nvSpPr>
            <p:spPr bwMode="auto">
              <a:xfrm>
                <a:off x="3640138" y="3600450"/>
                <a:ext cx="547688" cy="6350"/>
              </a:xfrm>
              <a:custGeom>
                <a:avLst/>
                <a:gdLst>
                  <a:gd name="T0" fmla="*/ 0 w 345"/>
                  <a:gd name="T1" fmla="*/ 0 h 4"/>
                  <a:gd name="T2" fmla="*/ 345 w 345"/>
                  <a:gd name="T3" fmla="*/ 0 h 4"/>
                  <a:gd name="T4" fmla="*/ 343 w 345"/>
                  <a:gd name="T5" fmla="*/ 4 h 4"/>
                  <a:gd name="T6" fmla="*/ 2 w 345"/>
                  <a:gd name="T7" fmla="*/ 4 h 4"/>
                  <a:gd name="T8" fmla="*/ 0 w 345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5" h="4">
                    <a:moveTo>
                      <a:pt x="0" y="0"/>
                    </a:moveTo>
                    <a:lnTo>
                      <a:pt x="345" y="0"/>
                    </a:lnTo>
                    <a:lnTo>
                      <a:pt x="343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6" name="iš1ïḍe"/>
              <p:cNvSpPr/>
              <p:nvPr/>
            </p:nvSpPr>
            <p:spPr bwMode="auto">
              <a:xfrm>
                <a:off x="3736976" y="3406775"/>
                <a:ext cx="352425" cy="4763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7" name="îSḻîde"/>
              <p:cNvSpPr/>
              <p:nvPr/>
            </p:nvSpPr>
            <p:spPr bwMode="auto">
              <a:xfrm>
                <a:off x="3746501" y="3417888"/>
                <a:ext cx="3333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" name="î$ḻîḑé"/>
              <p:cNvSpPr/>
              <p:nvPr/>
            </p:nvSpPr>
            <p:spPr bwMode="auto">
              <a:xfrm>
                <a:off x="3805238" y="3417888"/>
                <a:ext cx="211138" cy="1588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" name="íŝļïḓe"/>
              <p:cNvSpPr/>
              <p:nvPr/>
            </p:nvSpPr>
            <p:spPr bwMode="auto">
              <a:xfrm>
                <a:off x="3811588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" name="îS1iḍé"/>
              <p:cNvSpPr/>
              <p:nvPr/>
            </p:nvSpPr>
            <p:spPr bwMode="auto">
              <a:xfrm>
                <a:off x="3802063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" name="išlïdé"/>
              <p:cNvSpPr/>
              <p:nvPr/>
            </p:nvSpPr>
            <p:spPr bwMode="auto">
              <a:xfrm>
                <a:off x="3789363" y="3421063"/>
                <a:ext cx="6350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" name="ïSlïde"/>
              <p:cNvSpPr/>
              <p:nvPr/>
            </p:nvSpPr>
            <p:spPr bwMode="auto">
              <a:xfrm>
                <a:off x="3822701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" name="îşľïďe"/>
              <p:cNvSpPr/>
              <p:nvPr/>
            </p:nvSpPr>
            <p:spPr bwMode="auto">
              <a:xfrm>
                <a:off x="3832226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" name="ïşľíďê"/>
              <p:cNvSpPr/>
              <p:nvPr/>
            </p:nvSpPr>
            <p:spPr bwMode="auto">
              <a:xfrm>
                <a:off x="38449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" name="íś1ïdè"/>
              <p:cNvSpPr/>
              <p:nvPr/>
            </p:nvSpPr>
            <p:spPr bwMode="auto">
              <a:xfrm>
                <a:off x="3854451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6" name="iṩḷiḍe"/>
              <p:cNvSpPr/>
              <p:nvPr/>
            </p:nvSpPr>
            <p:spPr bwMode="auto">
              <a:xfrm>
                <a:off x="3865563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7" name="ïŝ1iďè"/>
              <p:cNvSpPr/>
              <p:nvPr/>
            </p:nvSpPr>
            <p:spPr bwMode="auto">
              <a:xfrm>
                <a:off x="3878263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8" name="íṩļíḋê"/>
              <p:cNvSpPr/>
              <p:nvPr/>
            </p:nvSpPr>
            <p:spPr bwMode="auto">
              <a:xfrm>
                <a:off x="3887788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9" name="ïṧ1ïdè"/>
              <p:cNvSpPr/>
              <p:nvPr/>
            </p:nvSpPr>
            <p:spPr bwMode="auto">
              <a:xfrm>
                <a:off x="3897313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0" name="íŝḻîḍé"/>
              <p:cNvSpPr/>
              <p:nvPr/>
            </p:nvSpPr>
            <p:spPr bwMode="auto">
              <a:xfrm>
                <a:off x="3908426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1" name="îşḻïḓé"/>
              <p:cNvSpPr/>
              <p:nvPr/>
            </p:nvSpPr>
            <p:spPr bwMode="auto">
              <a:xfrm>
                <a:off x="39211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2" name="íśļíďè"/>
              <p:cNvSpPr/>
              <p:nvPr/>
            </p:nvSpPr>
            <p:spPr bwMode="auto">
              <a:xfrm>
                <a:off x="3930651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3" name="iŝ1ïdé"/>
              <p:cNvSpPr/>
              <p:nvPr/>
            </p:nvSpPr>
            <p:spPr bwMode="auto">
              <a:xfrm>
                <a:off x="3940176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4" name="is1ídè"/>
              <p:cNvSpPr/>
              <p:nvPr/>
            </p:nvSpPr>
            <p:spPr bwMode="auto">
              <a:xfrm>
                <a:off x="3951288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2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5" name="islíďê"/>
              <p:cNvSpPr/>
              <p:nvPr/>
            </p:nvSpPr>
            <p:spPr bwMode="auto">
              <a:xfrm>
                <a:off x="3963988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6" name="iṩlíḑê"/>
              <p:cNvSpPr/>
              <p:nvPr/>
            </p:nvSpPr>
            <p:spPr bwMode="auto">
              <a:xfrm>
                <a:off x="3973513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7" name="îṥḷïďê"/>
              <p:cNvSpPr/>
              <p:nvPr/>
            </p:nvSpPr>
            <p:spPr bwMode="auto">
              <a:xfrm>
                <a:off x="3983038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8" name="íṥḻïďè"/>
              <p:cNvSpPr/>
              <p:nvPr/>
            </p:nvSpPr>
            <p:spPr bwMode="auto">
              <a:xfrm>
                <a:off x="39973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9" name="íṡḷíḍè"/>
              <p:cNvSpPr/>
              <p:nvPr/>
            </p:nvSpPr>
            <p:spPr bwMode="auto">
              <a:xfrm>
                <a:off x="4006851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0" name="î$ḷîḑé"/>
              <p:cNvSpPr/>
              <p:nvPr/>
            </p:nvSpPr>
            <p:spPr bwMode="auto">
              <a:xfrm>
                <a:off x="4016376" y="3421063"/>
                <a:ext cx="6350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1" name="í$ľîdè"/>
              <p:cNvSpPr/>
              <p:nvPr/>
            </p:nvSpPr>
            <p:spPr bwMode="auto">
              <a:xfrm>
                <a:off x="4025901" y="3421063"/>
                <a:ext cx="7938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2" name="iṥ1iḍè"/>
              <p:cNvSpPr/>
              <p:nvPr/>
            </p:nvSpPr>
            <p:spPr bwMode="auto">
              <a:xfrm>
                <a:off x="4040188" y="3417888"/>
                <a:ext cx="3968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3" name="ïslidé"/>
              <p:cNvSpPr/>
              <p:nvPr/>
            </p:nvSpPr>
            <p:spPr bwMode="auto">
              <a:xfrm>
                <a:off x="3679826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4" name="íṡlïďè"/>
              <p:cNvSpPr/>
              <p:nvPr/>
            </p:nvSpPr>
            <p:spPr bwMode="auto">
              <a:xfrm>
                <a:off x="3884613" y="3490913"/>
                <a:ext cx="55563" cy="53975"/>
              </a:xfrm>
              <a:custGeom>
                <a:avLst/>
                <a:gdLst>
                  <a:gd name="T0" fmla="*/ 0 w 35"/>
                  <a:gd name="T1" fmla="*/ 0 h 34"/>
                  <a:gd name="T2" fmla="*/ 35 w 35"/>
                  <a:gd name="T3" fmla="*/ 0 h 34"/>
                  <a:gd name="T4" fmla="*/ 35 w 35"/>
                  <a:gd name="T5" fmla="*/ 34 h 34"/>
                  <a:gd name="T6" fmla="*/ 0 w 35"/>
                  <a:gd name="T7" fmla="*/ 34 h 34"/>
                  <a:gd name="T8" fmla="*/ 0 w 35"/>
                  <a:gd name="T9" fmla="*/ 0 h 34"/>
                  <a:gd name="T10" fmla="*/ 0 w 35"/>
                  <a:gd name="T11" fmla="*/ 0 h 34"/>
                  <a:gd name="T12" fmla="*/ 4 w 35"/>
                  <a:gd name="T13" fmla="*/ 8 h 34"/>
                  <a:gd name="T14" fmla="*/ 4 w 35"/>
                  <a:gd name="T15" fmla="*/ 27 h 34"/>
                  <a:gd name="T16" fmla="*/ 8 w 35"/>
                  <a:gd name="T17" fmla="*/ 27 h 34"/>
                  <a:gd name="T18" fmla="*/ 8 w 35"/>
                  <a:gd name="T19" fmla="*/ 8 h 34"/>
                  <a:gd name="T20" fmla="*/ 4 w 35"/>
                  <a:gd name="T21" fmla="*/ 8 h 34"/>
                  <a:gd name="T22" fmla="*/ 4 w 35"/>
                  <a:gd name="T23" fmla="*/ 8 h 34"/>
                  <a:gd name="T24" fmla="*/ 29 w 35"/>
                  <a:gd name="T25" fmla="*/ 8 h 34"/>
                  <a:gd name="T26" fmla="*/ 29 w 35"/>
                  <a:gd name="T27" fmla="*/ 27 h 34"/>
                  <a:gd name="T28" fmla="*/ 31 w 35"/>
                  <a:gd name="T29" fmla="*/ 27 h 34"/>
                  <a:gd name="T30" fmla="*/ 31 w 35"/>
                  <a:gd name="T31" fmla="*/ 8 h 34"/>
                  <a:gd name="T32" fmla="*/ 29 w 35"/>
                  <a:gd name="T33" fmla="*/ 8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5" h="34">
                    <a:moveTo>
                      <a:pt x="0" y="0"/>
                    </a:moveTo>
                    <a:lnTo>
                      <a:pt x="35" y="0"/>
                    </a:lnTo>
                    <a:lnTo>
                      <a:pt x="35" y="34"/>
                    </a:lnTo>
                    <a:lnTo>
                      <a:pt x="0" y="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4" y="8"/>
                    </a:moveTo>
                    <a:lnTo>
                      <a:pt x="4" y="27"/>
                    </a:lnTo>
                    <a:lnTo>
                      <a:pt x="8" y="27"/>
                    </a:lnTo>
                    <a:lnTo>
                      <a:pt x="8" y="8"/>
                    </a:lnTo>
                    <a:lnTo>
                      <a:pt x="4" y="8"/>
                    </a:lnTo>
                    <a:lnTo>
                      <a:pt x="4" y="8"/>
                    </a:lnTo>
                    <a:close/>
                    <a:moveTo>
                      <a:pt x="29" y="8"/>
                    </a:moveTo>
                    <a:lnTo>
                      <a:pt x="29" y="27"/>
                    </a:lnTo>
                    <a:lnTo>
                      <a:pt x="31" y="27"/>
                    </a:lnTo>
                    <a:lnTo>
                      <a:pt x="31" y="8"/>
                    </a:lnTo>
                    <a:lnTo>
                      <a:pt x="29" y="8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5" name="iṧ1ïḓè"/>
              <p:cNvSpPr/>
              <p:nvPr/>
            </p:nvSpPr>
            <p:spPr bwMode="auto">
              <a:xfrm>
                <a:off x="3551238" y="3067050"/>
                <a:ext cx="722313" cy="727075"/>
              </a:xfrm>
              <a:custGeom>
                <a:avLst/>
                <a:gdLst>
                  <a:gd name="T0" fmla="*/ 109 w 219"/>
                  <a:gd name="T1" fmla="*/ 0 h 218"/>
                  <a:gd name="T2" fmla="*/ 219 w 219"/>
                  <a:gd name="T3" fmla="*/ 109 h 218"/>
                  <a:gd name="T4" fmla="*/ 109 w 219"/>
                  <a:gd name="T5" fmla="*/ 218 h 218"/>
                  <a:gd name="T6" fmla="*/ 0 w 219"/>
                  <a:gd name="T7" fmla="*/ 109 h 218"/>
                  <a:gd name="T8" fmla="*/ 109 w 219"/>
                  <a:gd name="T9" fmla="*/ 0 h 218"/>
                  <a:gd name="T10" fmla="*/ 109 w 219"/>
                  <a:gd name="T11" fmla="*/ 3 h 218"/>
                  <a:gd name="T12" fmla="*/ 4 w 219"/>
                  <a:gd name="T13" fmla="*/ 109 h 218"/>
                  <a:gd name="T14" fmla="*/ 109 w 219"/>
                  <a:gd name="T15" fmla="*/ 215 h 218"/>
                  <a:gd name="T16" fmla="*/ 215 w 219"/>
                  <a:gd name="T17" fmla="*/ 109 h 218"/>
                  <a:gd name="T18" fmla="*/ 109 w 219"/>
                  <a:gd name="T19" fmla="*/ 3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9" h="218">
                    <a:moveTo>
                      <a:pt x="109" y="0"/>
                    </a:moveTo>
                    <a:cubicBezTo>
                      <a:pt x="170" y="0"/>
                      <a:pt x="219" y="49"/>
                      <a:pt x="219" y="109"/>
                    </a:cubicBezTo>
                    <a:cubicBezTo>
                      <a:pt x="219" y="169"/>
                      <a:pt x="170" y="218"/>
                      <a:pt x="109" y="218"/>
                    </a:cubicBezTo>
                    <a:cubicBezTo>
                      <a:pt x="49" y="218"/>
                      <a:pt x="0" y="169"/>
                      <a:pt x="0" y="109"/>
                    </a:cubicBezTo>
                    <a:cubicBezTo>
                      <a:pt x="0" y="49"/>
                      <a:pt x="49" y="0"/>
                      <a:pt x="109" y="0"/>
                    </a:cubicBezTo>
                    <a:close/>
                    <a:moveTo>
                      <a:pt x="109" y="3"/>
                    </a:moveTo>
                    <a:cubicBezTo>
                      <a:pt x="51" y="3"/>
                      <a:pt x="4" y="51"/>
                      <a:pt x="4" y="109"/>
                    </a:cubicBezTo>
                    <a:cubicBezTo>
                      <a:pt x="4" y="167"/>
                      <a:pt x="51" y="215"/>
                      <a:pt x="109" y="215"/>
                    </a:cubicBezTo>
                    <a:cubicBezTo>
                      <a:pt x="168" y="215"/>
                      <a:pt x="215" y="167"/>
                      <a:pt x="215" y="109"/>
                    </a:cubicBezTo>
                    <a:cubicBezTo>
                      <a:pt x="215" y="51"/>
                      <a:pt x="168" y="3"/>
                      <a:pt x="109" y="3"/>
                    </a:cubicBez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47" name="íşḷïḑe"/>
            <p:cNvGrpSpPr/>
            <p:nvPr userDrawn="1"/>
          </p:nvGrpSpPr>
          <p:grpSpPr>
            <a:xfrm>
              <a:off x="4894762" y="471192"/>
              <a:ext cx="4437911" cy="1614111"/>
              <a:chOff x="4412452" y="3106738"/>
              <a:chExt cx="2312689" cy="841148"/>
            </a:xfrm>
          </p:grpSpPr>
          <p:grpSp>
            <p:nvGrpSpPr>
              <p:cNvPr id="248" name="îṥľíḑé"/>
              <p:cNvGrpSpPr/>
              <p:nvPr/>
            </p:nvGrpSpPr>
            <p:grpSpPr>
              <a:xfrm>
                <a:off x="4422776" y="3106738"/>
                <a:ext cx="2293937" cy="617538"/>
                <a:chOff x="4422776" y="3106738"/>
                <a:chExt cx="2293937" cy="617538"/>
              </a:xfrm>
            </p:grpSpPr>
            <p:sp>
              <p:nvSpPr>
                <p:cNvPr id="265" name="išḻiḑé"/>
                <p:cNvSpPr/>
                <p:nvPr/>
              </p:nvSpPr>
              <p:spPr bwMode="auto">
                <a:xfrm>
                  <a:off x="4811713" y="3200400"/>
                  <a:ext cx="49213" cy="100013"/>
                </a:xfrm>
                <a:custGeom>
                  <a:avLst/>
                  <a:gdLst>
                    <a:gd name="T0" fmla="*/ 0 w 15"/>
                    <a:gd name="T1" fmla="*/ 1 h 30"/>
                    <a:gd name="T2" fmla="*/ 1 w 15"/>
                    <a:gd name="T3" fmla="*/ 12 h 30"/>
                    <a:gd name="T4" fmla="*/ 0 w 15"/>
                    <a:gd name="T5" fmla="*/ 21 h 30"/>
                    <a:gd name="T6" fmla="*/ 2 w 15"/>
                    <a:gd name="T7" fmla="*/ 28 h 30"/>
                    <a:gd name="T8" fmla="*/ 7 w 15"/>
                    <a:gd name="T9" fmla="*/ 30 h 30"/>
                    <a:gd name="T10" fmla="*/ 12 w 15"/>
                    <a:gd name="T11" fmla="*/ 26 h 30"/>
                    <a:gd name="T12" fmla="*/ 15 w 15"/>
                    <a:gd name="T13" fmla="*/ 18 h 30"/>
                    <a:gd name="T14" fmla="*/ 3 w 15"/>
                    <a:gd name="T15" fmla="*/ 0 h 30"/>
                    <a:gd name="T16" fmla="*/ 0 w 15"/>
                    <a:gd name="T17" fmla="*/ 1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30">
                      <a:moveTo>
                        <a:pt x="0" y="1"/>
                      </a:moveTo>
                      <a:cubicBezTo>
                        <a:pt x="1" y="12"/>
                        <a:pt x="1" y="12"/>
                        <a:pt x="1" y="12"/>
                      </a:cubicBezTo>
                      <a:cubicBezTo>
                        <a:pt x="1" y="13"/>
                        <a:pt x="0" y="18"/>
                        <a:pt x="0" y="21"/>
                      </a:cubicBezTo>
                      <a:cubicBezTo>
                        <a:pt x="0" y="24"/>
                        <a:pt x="2" y="25"/>
                        <a:pt x="2" y="28"/>
                      </a:cubicBezTo>
                      <a:cubicBezTo>
                        <a:pt x="7" y="30"/>
                        <a:pt x="7" y="30"/>
                        <a:pt x="7" y="30"/>
                      </a:cubicBezTo>
                      <a:cubicBezTo>
                        <a:pt x="9" y="27"/>
                        <a:pt x="10" y="29"/>
                        <a:pt x="12" y="26"/>
                      </a:cubicBezTo>
                      <a:cubicBezTo>
                        <a:pt x="14" y="23"/>
                        <a:pt x="14" y="21"/>
                        <a:pt x="15" y="18"/>
                      </a:cubicBezTo>
                      <a:cubicBezTo>
                        <a:pt x="12" y="7"/>
                        <a:pt x="13" y="5"/>
                        <a:pt x="3" y="0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6" name="íṥľíďè"/>
                <p:cNvSpPr/>
                <p:nvPr/>
              </p:nvSpPr>
              <p:spPr bwMode="auto">
                <a:xfrm>
                  <a:off x="5221288" y="3184525"/>
                  <a:ext cx="36513" cy="122238"/>
                </a:xfrm>
                <a:custGeom>
                  <a:avLst/>
                  <a:gdLst>
                    <a:gd name="T0" fmla="*/ 0 w 11"/>
                    <a:gd name="T1" fmla="*/ 3 h 37"/>
                    <a:gd name="T2" fmla="*/ 2 w 11"/>
                    <a:gd name="T3" fmla="*/ 14 h 37"/>
                    <a:gd name="T4" fmla="*/ 0 w 11"/>
                    <a:gd name="T5" fmla="*/ 33 h 37"/>
                    <a:gd name="T6" fmla="*/ 0 w 11"/>
                    <a:gd name="T7" fmla="*/ 36 h 37"/>
                    <a:gd name="T8" fmla="*/ 2 w 11"/>
                    <a:gd name="T9" fmla="*/ 37 h 37"/>
                    <a:gd name="T10" fmla="*/ 8 w 11"/>
                    <a:gd name="T11" fmla="*/ 27 h 37"/>
                    <a:gd name="T12" fmla="*/ 11 w 11"/>
                    <a:gd name="T13" fmla="*/ 17 h 37"/>
                    <a:gd name="T14" fmla="*/ 11 w 11"/>
                    <a:gd name="T15" fmla="*/ 15 h 37"/>
                    <a:gd name="T16" fmla="*/ 7 w 11"/>
                    <a:gd name="T17" fmla="*/ 2 h 37"/>
                    <a:gd name="T18" fmla="*/ 2 w 11"/>
                    <a:gd name="T19" fmla="*/ 0 h 37"/>
                    <a:gd name="T20" fmla="*/ 0 w 11"/>
                    <a:gd name="T21" fmla="*/ 3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1" h="37">
                      <a:moveTo>
                        <a:pt x="0" y="3"/>
                      </a:moveTo>
                      <a:cubicBezTo>
                        <a:pt x="2" y="14"/>
                        <a:pt x="2" y="14"/>
                        <a:pt x="2" y="14"/>
                      </a:cubicBezTo>
                      <a:cubicBezTo>
                        <a:pt x="2" y="19"/>
                        <a:pt x="0" y="27"/>
                        <a:pt x="0" y="33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2" y="36"/>
                        <a:pt x="1" y="37"/>
                        <a:pt x="2" y="37"/>
                      </a:cubicBezTo>
                      <a:cubicBezTo>
                        <a:pt x="3" y="37"/>
                        <a:pt x="7" y="28"/>
                        <a:pt x="8" y="27"/>
                      </a:cubicBezTo>
                      <a:cubicBezTo>
                        <a:pt x="9" y="24"/>
                        <a:pt x="11" y="21"/>
                        <a:pt x="11" y="17"/>
                      </a:cubicBezTo>
                      <a:cubicBezTo>
                        <a:pt x="11" y="15"/>
                        <a:pt x="11" y="15"/>
                        <a:pt x="11" y="15"/>
                      </a:cubicBezTo>
                      <a:cubicBezTo>
                        <a:pt x="11" y="7"/>
                        <a:pt x="8" y="7"/>
                        <a:pt x="7" y="2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1"/>
                        <a:pt x="0" y="1"/>
                        <a:pt x="0" y="3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7" name="íś1iḑe"/>
                <p:cNvSpPr/>
                <p:nvPr/>
              </p:nvSpPr>
              <p:spPr bwMode="auto">
                <a:xfrm>
                  <a:off x="4554538" y="3251200"/>
                  <a:ext cx="119063" cy="58738"/>
                </a:xfrm>
                <a:custGeom>
                  <a:avLst/>
                  <a:gdLst>
                    <a:gd name="T0" fmla="*/ 0 w 36"/>
                    <a:gd name="T1" fmla="*/ 15 h 18"/>
                    <a:gd name="T2" fmla="*/ 2 w 36"/>
                    <a:gd name="T3" fmla="*/ 16 h 18"/>
                    <a:gd name="T4" fmla="*/ 13 w 36"/>
                    <a:gd name="T5" fmla="*/ 18 h 18"/>
                    <a:gd name="T6" fmla="*/ 16 w 36"/>
                    <a:gd name="T7" fmla="*/ 18 h 18"/>
                    <a:gd name="T8" fmla="*/ 22 w 36"/>
                    <a:gd name="T9" fmla="*/ 17 h 18"/>
                    <a:gd name="T10" fmla="*/ 23 w 36"/>
                    <a:gd name="T11" fmla="*/ 17 h 18"/>
                    <a:gd name="T12" fmla="*/ 30 w 36"/>
                    <a:gd name="T13" fmla="*/ 13 h 18"/>
                    <a:gd name="T14" fmla="*/ 36 w 36"/>
                    <a:gd name="T15" fmla="*/ 8 h 18"/>
                    <a:gd name="T16" fmla="*/ 36 w 36"/>
                    <a:gd name="T17" fmla="*/ 7 h 18"/>
                    <a:gd name="T18" fmla="*/ 36 w 36"/>
                    <a:gd name="T19" fmla="*/ 4 h 18"/>
                    <a:gd name="T20" fmla="*/ 32 w 36"/>
                    <a:gd name="T21" fmla="*/ 0 h 18"/>
                    <a:gd name="T22" fmla="*/ 24 w 36"/>
                    <a:gd name="T23" fmla="*/ 3 h 18"/>
                    <a:gd name="T24" fmla="*/ 16 w 36"/>
                    <a:gd name="T25" fmla="*/ 7 h 18"/>
                    <a:gd name="T26" fmla="*/ 0 w 36"/>
                    <a:gd name="T27" fmla="*/ 15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6" h="18">
                      <a:moveTo>
                        <a:pt x="0" y="15"/>
                      </a:moveTo>
                      <a:cubicBezTo>
                        <a:pt x="1" y="16"/>
                        <a:pt x="1" y="16"/>
                        <a:pt x="2" y="16"/>
                      </a:cubicBezTo>
                      <a:cubicBezTo>
                        <a:pt x="6" y="16"/>
                        <a:pt x="9" y="18"/>
                        <a:pt x="13" y="18"/>
                      </a:cubicBezTo>
                      <a:cubicBezTo>
                        <a:pt x="16" y="18"/>
                        <a:pt x="16" y="18"/>
                        <a:pt x="16" y="18"/>
                      </a:cubicBezTo>
                      <a:cubicBezTo>
                        <a:pt x="22" y="17"/>
                        <a:pt x="22" y="17"/>
                        <a:pt x="22" y="17"/>
                      </a:cubicBezTo>
                      <a:cubicBezTo>
                        <a:pt x="23" y="17"/>
                        <a:pt x="23" y="17"/>
                        <a:pt x="23" y="17"/>
                      </a:cubicBezTo>
                      <a:cubicBezTo>
                        <a:pt x="26" y="16"/>
                        <a:pt x="28" y="14"/>
                        <a:pt x="30" y="13"/>
                      </a:cubicBezTo>
                      <a:cubicBezTo>
                        <a:pt x="34" y="11"/>
                        <a:pt x="33" y="10"/>
                        <a:pt x="36" y="8"/>
                      </a:cubicBezTo>
                      <a:cubicBezTo>
                        <a:pt x="36" y="7"/>
                        <a:pt x="36" y="7"/>
                        <a:pt x="36" y="7"/>
                      </a:cubicBezTo>
                      <a:cubicBezTo>
                        <a:pt x="36" y="4"/>
                        <a:pt x="36" y="4"/>
                        <a:pt x="36" y="4"/>
                      </a:cubicBezTo>
                      <a:cubicBezTo>
                        <a:pt x="36" y="1"/>
                        <a:pt x="33" y="2"/>
                        <a:pt x="32" y="0"/>
                      </a:cubicBezTo>
                      <a:cubicBezTo>
                        <a:pt x="29" y="1"/>
                        <a:pt x="27" y="1"/>
                        <a:pt x="24" y="3"/>
                      </a:cubicBezTo>
                      <a:cubicBezTo>
                        <a:pt x="21" y="4"/>
                        <a:pt x="19" y="6"/>
                        <a:pt x="16" y="7"/>
                      </a:cubicBezTo>
                      <a:cubicBezTo>
                        <a:pt x="11" y="11"/>
                        <a:pt x="4" y="10"/>
                        <a:pt x="0" y="1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8" name="iṩ1iḋè"/>
                <p:cNvSpPr/>
                <p:nvPr/>
              </p:nvSpPr>
              <p:spPr bwMode="auto">
                <a:xfrm>
                  <a:off x="6359526" y="3263900"/>
                  <a:ext cx="93663" cy="139700"/>
                </a:xfrm>
                <a:custGeom>
                  <a:avLst/>
                  <a:gdLst>
                    <a:gd name="T0" fmla="*/ 15 w 28"/>
                    <a:gd name="T1" fmla="*/ 1 h 42"/>
                    <a:gd name="T2" fmla="*/ 6 w 28"/>
                    <a:gd name="T3" fmla="*/ 11 h 42"/>
                    <a:gd name="T4" fmla="*/ 6 w 28"/>
                    <a:gd name="T5" fmla="*/ 13 h 42"/>
                    <a:gd name="T6" fmla="*/ 5 w 28"/>
                    <a:gd name="T7" fmla="*/ 16 h 42"/>
                    <a:gd name="T8" fmla="*/ 6 w 28"/>
                    <a:gd name="T9" fmla="*/ 20 h 42"/>
                    <a:gd name="T10" fmla="*/ 6 w 28"/>
                    <a:gd name="T11" fmla="*/ 21 h 42"/>
                    <a:gd name="T12" fmla="*/ 0 w 28"/>
                    <a:gd name="T13" fmla="*/ 38 h 42"/>
                    <a:gd name="T14" fmla="*/ 0 w 28"/>
                    <a:gd name="T15" fmla="*/ 41 h 42"/>
                    <a:gd name="T16" fmla="*/ 3 w 28"/>
                    <a:gd name="T17" fmla="*/ 42 h 42"/>
                    <a:gd name="T18" fmla="*/ 9 w 28"/>
                    <a:gd name="T19" fmla="*/ 32 h 42"/>
                    <a:gd name="T20" fmla="*/ 12 w 28"/>
                    <a:gd name="T21" fmla="*/ 26 h 42"/>
                    <a:gd name="T22" fmla="*/ 14 w 28"/>
                    <a:gd name="T23" fmla="*/ 26 h 42"/>
                    <a:gd name="T24" fmla="*/ 20 w 28"/>
                    <a:gd name="T25" fmla="*/ 26 h 42"/>
                    <a:gd name="T26" fmla="*/ 28 w 28"/>
                    <a:gd name="T27" fmla="*/ 14 h 42"/>
                    <a:gd name="T28" fmla="*/ 28 w 28"/>
                    <a:gd name="T29" fmla="*/ 6 h 42"/>
                    <a:gd name="T30" fmla="*/ 28 w 28"/>
                    <a:gd name="T31" fmla="*/ 5 h 42"/>
                    <a:gd name="T32" fmla="*/ 27 w 28"/>
                    <a:gd name="T33" fmla="*/ 3 h 42"/>
                    <a:gd name="T34" fmla="*/ 26 w 28"/>
                    <a:gd name="T35" fmla="*/ 3 h 42"/>
                    <a:gd name="T36" fmla="*/ 24 w 28"/>
                    <a:gd name="T37" fmla="*/ 3 h 42"/>
                    <a:gd name="T38" fmla="*/ 23 w 28"/>
                    <a:gd name="T39" fmla="*/ 3 h 42"/>
                    <a:gd name="T40" fmla="*/ 20 w 28"/>
                    <a:gd name="T41" fmla="*/ 0 h 42"/>
                    <a:gd name="T42" fmla="*/ 15 w 28"/>
                    <a:gd name="T43" fmla="*/ 1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28" h="42">
                      <a:moveTo>
                        <a:pt x="15" y="1"/>
                      </a:moveTo>
                      <a:cubicBezTo>
                        <a:pt x="15" y="10"/>
                        <a:pt x="8" y="6"/>
                        <a:pt x="6" y="11"/>
                      </a:cubicBezTo>
                      <a:cubicBezTo>
                        <a:pt x="6" y="13"/>
                        <a:pt x="6" y="13"/>
                        <a:pt x="6" y="13"/>
                      </a:cubicBezTo>
                      <a:cubicBezTo>
                        <a:pt x="6" y="14"/>
                        <a:pt x="5" y="14"/>
                        <a:pt x="5" y="16"/>
                      </a:cubicBezTo>
                      <a:cubicBezTo>
                        <a:pt x="6" y="20"/>
                        <a:pt x="6" y="20"/>
                        <a:pt x="6" y="20"/>
                      </a:cubicBezTo>
                      <a:cubicBezTo>
                        <a:pt x="6" y="21"/>
                        <a:pt x="6" y="21"/>
                        <a:pt x="6" y="21"/>
                      </a:cubicBezTo>
                      <a:cubicBezTo>
                        <a:pt x="6" y="29"/>
                        <a:pt x="0" y="31"/>
                        <a:pt x="0" y="3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2" y="42"/>
                        <a:pt x="2" y="42"/>
                        <a:pt x="3" y="42"/>
                      </a:cubicBezTo>
                      <a:cubicBezTo>
                        <a:pt x="7" y="42"/>
                        <a:pt x="9" y="36"/>
                        <a:pt x="9" y="32"/>
                      </a:cubicBezTo>
                      <a:cubicBezTo>
                        <a:pt x="9" y="29"/>
                        <a:pt x="10" y="26"/>
                        <a:pt x="12" y="26"/>
                      </a:cubicBezTo>
                      <a:cubicBezTo>
                        <a:pt x="14" y="26"/>
                        <a:pt x="14" y="26"/>
                        <a:pt x="14" y="26"/>
                      </a:cubicBezTo>
                      <a:cubicBezTo>
                        <a:pt x="20" y="26"/>
                        <a:pt x="20" y="26"/>
                        <a:pt x="20" y="26"/>
                      </a:cubicBezTo>
                      <a:cubicBezTo>
                        <a:pt x="24" y="24"/>
                        <a:pt x="28" y="21"/>
                        <a:pt x="28" y="14"/>
                      </a:cubicBezTo>
                      <a:cubicBezTo>
                        <a:pt x="28" y="6"/>
                        <a:pt x="28" y="6"/>
                        <a:pt x="28" y="6"/>
                      </a:cubicBezTo>
                      <a:cubicBezTo>
                        <a:pt x="28" y="5"/>
                        <a:pt x="28" y="5"/>
                        <a:pt x="28" y="5"/>
                      </a:cubicBezTo>
                      <a:cubicBezTo>
                        <a:pt x="27" y="3"/>
                        <a:pt x="27" y="3"/>
                        <a:pt x="27" y="3"/>
                      </a:cubicBezTo>
                      <a:cubicBezTo>
                        <a:pt x="26" y="3"/>
                        <a:pt x="26" y="3"/>
                        <a:pt x="26" y="3"/>
                      </a:cubicBezTo>
                      <a:cubicBezTo>
                        <a:pt x="24" y="3"/>
                        <a:pt x="24" y="3"/>
                        <a:pt x="24" y="3"/>
                      </a:cubicBezTo>
                      <a:cubicBezTo>
                        <a:pt x="23" y="3"/>
                        <a:pt x="23" y="3"/>
                        <a:pt x="23" y="3"/>
                      </a:cubicBezTo>
                      <a:cubicBezTo>
                        <a:pt x="20" y="0"/>
                        <a:pt x="20" y="0"/>
                        <a:pt x="20" y="0"/>
                      </a:cubicBezTo>
                      <a:lnTo>
                        <a:pt x="15" y="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9" name="íṩlïḓè"/>
                <p:cNvSpPr/>
                <p:nvPr/>
              </p:nvSpPr>
              <p:spPr bwMode="auto">
                <a:xfrm>
                  <a:off x="5826126" y="3273425"/>
                  <a:ext cx="223838" cy="293688"/>
                </a:xfrm>
                <a:custGeom>
                  <a:avLst/>
                  <a:gdLst>
                    <a:gd name="T0" fmla="*/ 38 w 68"/>
                    <a:gd name="T1" fmla="*/ 16 h 88"/>
                    <a:gd name="T2" fmla="*/ 40 w 68"/>
                    <a:gd name="T3" fmla="*/ 5 h 88"/>
                    <a:gd name="T4" fmla="*/ 36 w 68"/>
                    <a:gd name="T5" fmla="*/ 1 h 88"/>
                    <a:gd name="T6" fmla="*/ 36 w 68"/>
                    <a:gd name="T7" fmla="*/ 1 h 88"/>
                    <a:gd name="T8" fmla="*/ 33 w 68"/>
                    <a:gd name="T9" fmla="*/ 0 h 88"/>
                    <a:gd name="T10" fmla="*/ 24 w 68"/>
                    <a:gd name="T11" fmla="*/ 7 h 88"/>
                    <a:gd name="T12" fmla="*/ 24 w 68"/>
                    <a:gd name="T13" fmla="*/ 8 h 88"/>
                    <a:gd name="T14" fmla="*/ 26 w 68"/>
                    <a:gd name="T15" fmla="*/ 18 h 88"/>
                    <a:gd name="T16" fmla="*/ 27 w 68"/>
                    <a:gd name="T17" fmla="*/ 28 h 88"/>
                    <a:gd name="T18" fmla="*/ 27 w 68"/>
                    <a:gd name="T19" fmla="*/ 39 h 88"/>
                    <a:gd name="T20" fmla="*/ 16 w 68"/>
                    <a:gd name="T21" fmla="*/ 48 h 88"/>
                    <a:gd name="T22" fmla="*/ 7 w 68"/>
                    <a:gd name="T23" fmla="*/ 49 h 88"/>
                    <a:gd name="T24" fmla="*/ 5 w 68"/>
                    <a:gd name="T25" fmla="*/ 49 h 88"/>
                    <a:gd name="T26" fmla="*/ 4 w 68"/>
                    <a:gd name="T27" fmla="*/ 49 h 88"/>
                    <a:gd name="T28" fmla="*/ 0 w 68"/>
                    <a:gd name="T29" fmla="*/ 54 h 88"/>
                    <a:gd name="T30" fmla="*/ 5 w 68"/>
                    <a:gd name="T31" fmla="*/ 60 h 88"/>
                    <a:gd name="T32" fmla="*/ 11 w 68"/>
                    <a:gd name="T33" fmla="*/ 60 h 88"/>
                    <a:gd name="T34" fmla="*/ 13 w 68"/>
                    <a:gd name="T35" fmla="*/ 59 h 88"/>
                    <a:gd name="T36" fmla="*/ 20 w 68"/>
                    <a:gd name="T37" fmla="*/ 66 h 88"/>
                    <a:gd name="T38" fmla="*/ 17 w 68"/>
                    <a:gd name="T39" fmla="*/ 72 h 88"/>
                    <a:gd name="T40" fmla="*/ 13 w 68"/>
                    <a:gd name="T41" fmla="*/ 76 h 88"/>
                    <a:gd name="T42" fmla="*/ 2 w 68"/>
                    <a:gd name="T43" fmla="*/ 82 h 88"/>
                    <a:gd name="T44" fmla="*/ 2 w 68"/>
                    <a:gd name="T45" fmla="*/ 83 h 88"/>
                    <a:gd name="T46" fmla="*/ 2 w 68"/>
                    <a:gd name="T47" fmla="*/ 87 h 88"/>
                    <a:gd name="T48" fmla="*/ 4 w 68"/>
                    <a:gd name="T49" fmla="*/ 88 h 88"/>
                    <a:gd name="T50" fmla="*/ 25 w 68"/>
                    <a:gd name="T51" fmla="*/ 77 h 88"/>
                    <a:gd name="T52" fmla="*/ 31 w 68"/>
                    <a:gd name="T53" fmla="*/ 69 h 88"/>
                    <a:gd name="T54" fmla="*/ 40 w 68"/>
                    <a:gd name="T55" fmla="*/ 63 h 88"/>
                    <a:gd name="T56" fmla="*/ 52 w 68"/>
                    <a:gd name="T57" fmla="*/ 70 h 88"/>
                    <a:gd name="T58" fmla="*/ 48 w 68"/>
                    <a:gd name="T59" fmla="*/ 79 h 88"/>
                    <a:gd name="T60" fmla="*/ 59 w 68"/>
                    <a:gd name="T61" fmla="*/ 81 h 88"/>
                    <a:gd name="T62" fmla="*/ 68 w 68"/>
                    <a:gd name="T63" fmla="*/ 71 h 88"/>
                    <a:gd name="T64" fmla="*/ 59 w 68"/>
                    <a:gd name="T65" fmla="*/ 62 h 88"/>
                    <a:gd name="T66" fmla="*/ 44 w 68"/>
                    <a:gd name="T67" fmla="*/ 60 h 88"/>
                    <a:gd name="T68" fmla="*/ 42 w 68"/>
                    <a:gd name="T69" fmla="*/ 60 h 88"/>
                    <a:gd name="T70" fmla="*/ 36 w 68"/>
                    <a:gd name="T71" fmla="*/ 53 h 88"/>
                    <a:gd name="T72" fmla="*/ 48 w 68"/>
                    <a:gd name="T73" fmla="*/ 42 h 88"/>
                    <a:gd name="T74" fmla="*/ 59 w 68"/>
                    <a:gd name="T75" fmla="*/ 32 h 88"/>
                    <a:gd name="T76" fmla="*/ 59 w 68"/>
                    <a:gd name="T77" fmla="*/ 30 h 88"/>
                    <a:gd name="T78" fmla="*/ 59 w 68"/>
                    <a:gd name="T79" fmla="*/ 29 h 88"/>
                    <a:gd name="T80" fmla="*/ 54 w 68"/>
                    <a:gd name="T81" fmla="*/ 26 h 88"/>
                    <a:gd name="T82" fmla="*/ 51 w 68"/>
                    <a:gd name="T83" fmla="*/ 27 h 88"/>
                    <a:gd name="T84" fmla="*/ 50 w 68"/>
                    <a:gd name="T85" fmla="*/ 27 h 88"/>
                    <a:gd name="T86" fmla="*/ 41 w 68"/>
                    <a:gd name="T87" fmla="*/ 33 h 88"/>
                    <a:gd name="T88" fmla="*/ 38 w 68"/>
                    <a:gd name="T89" fmla="*/ 28 h 88"/>
                    <a:gd name="T90" fmla="*/ 38 w 68"/>
                    <a:gd name="T91" fmla="*/ 27 h 88"/>
                    <a:gd name="T92" fmla="*/ 38 w 68"/>
                    <a:gd name="T93" fmla="*/ 16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68" h="88">
                      <a:moveTo>
                        <a:pt x="38" y="16"/>
                      </a:moveTo>
                      <a:cubicBezTo>
                        <a:pt x="39" y="11"/>
                        <a:pt x="40" y="9"/>
                        <a:pt x="40" y="5"/>
                      </a:cubicBezTo>
                      <a:cubicBezTo>
                        <a:pt x="40" y="3"/>
                        <a:pt x="38" y="1"/>
                        <a:pt x="36" y="1"/>
                      </a:cubicBezTo>
                      <a:cubicBezTo>
                        <a:pt x="36" y="1"/>
                        <a:pt x="36" y="1"/>
                        <a:pt x="36" y="1"/>
                      </a:cubicBezTo>
                      <a:cubicBezTo>
                        <a:pt x="34" y="1"/>
                        <a:pt x="34" y="1"/>
                        <a:pt x="33" y="0"/>
                      </a:cubicBezTo>
                      <a:cubicBezTo>
                        <a:pt x="28" y="3"/>
                        <a:pt x="28" y="1"/>
                        <a:pt x="24" y="7"/>
                      </a:cubicBezTo>
                      <a:cubicBezTo>
                        <a:pt x="24" y="8"/>
                        <a:pt x="24" y="8"/>
                        <a:pt x="24" y="8"/>
                      </a:cubicBezTo>
                      <a:cubicBezTo>
                        <a:pt x="24" y="12"/>
                        <a:pt x="26" y="14"/>
                        <a:pt x="26" y="18"/>
                      </a:cubicBezTo>
                      <a:cubicBezTo>
                        <a:pt x="27" y="28"/>
                        <a:pt x="27" y="28"/>
                        <a:pt x="27" y="28"/>
                      </a:cubicBezTo>
                      <a:cubicBezTo>
                        <a:pt x="27" y="39"/>
                        <a:pt x="27" y="39"/>
                        <a:pt x="27" y="39"/>
                      </a:cubicBezTo>
                      <a:cubicBezTo>
                        <a:pt x="28" y="45"/>
                        <a:pt x="22" y="48"/>
                        <a:pt x="16" y="48"/>
                      </a:cubicBezTo>
                      <a:cubicBezTo>
                        <a:pt x="7" y="49"/>
                        <a:pt x="7" y="49"/>
                        <a:pt x="7" y="49"/>
                      </a:cubicBezTo>
                      <a:cubicBezTo>
                        <a:pt x="5" y="49"/>
                        <a:pt x="5" y="49"/>
                        <a:pt x="5" y="49"/>
                      </a:cubicBezTo>
                      <a:cubicBezTo>
                        <a:pt x="4" y="49"/>
                        <a:pt x="4" y="49"/>
                        <a:pt x="4" y="49"/>
                      </a:cubicBezTo>
                      <a:cubicBezTo>
                        <a:pt x="2" y="50"/>
                        <a:pt x="0" y="51"/>
                        <a:pt x="0" y="54"/>
                      </a:cubicBezTo>
                      <a:cubicBezTo>
                        <a:pt x="0" y="56"/>
                        <a:pt x="3" y="60"/>
                        <a:pt x="5" y="60"/>
                      </a:cubicBezTo>
                      <a:cubicBezTo>
                        <a:pt x="11" y="60"/>
                        <a:pt x="11" y="60"/>
                        <a:pt x="11" y="60"/>
                      </a:cubicBezTo>
                      <a:cubicBezTo>
                        <a:pt x="12" y="60"/>
                        <a:pt x="12" y="60"/>
                        <a:pt x="13" y="59"/>
                      </a:cubicBezTo>
                      <a:cubicBezTo>
                        <a:pt x="17" y="62"/>
                        <a:pt x="17" y="60"/>
                        <a:pt x="20" y="66"/>
                      </a:cubicBezTo>
                      <a:cubicBezTo>
                        <a:pt x="18" y="69"/>
                        <a:pt x="20" y="68"/>
                        <a:pt x="17" y="72"/>
                      </a:cubicBezTo>
                      <a:cubicBezTo>
                        <a:pt x="15" y="73"/>
                        <a:pt x="15" y="75"/>
                        <a:pt x="13" y="76"/>
                      </a:cubicBezTo>
                      <a:cubicBezTo>
                        <a:pt x="8" y="79"/>
                        <a:pt x="7" y="80"/>
                        <a:pt x="2" y="82"/>
                      </a:cubicBezTo>
                      <a:cubicBezTo>
                        <a:pt x="2" y="83"/>
                        <a:pt x="2" y="83"/>
                        <a:pt x="2" y="83"/>
                      </a:cubicBezTo>
                      <a:cubicBezTo>
                        <a:pt x="2" y="87"/>
                        <a:pt x="2" y="87"/>
                        <a:pt x="2" y="87"/>
                      </a:cubicBezTo>
                      <a:cubicBezTo>
                        <a:pt x="4" y="87"/>
                        <a:pt x="3" y="88"/>
                        <a:pt x="4" y="88"/>
                      </a:cubicBezTo>
                      <a:cubicBezTo>
                        <a:pt x="13" y="88"/>
                        <a:pt x="20" y="82"/>
                        <a:pt x="25" y="77"/>
                      </a:cubicBezTo>
                      <a:cubicBezTo>
                        <a:pt x="26" y="76"/>
                        <a:pt x="30" y="71"/>
                        <a:pt x="31" y="69"/>
                      </a:cubicBezTo>
                      <a:cubicBezTo>
                        <a:pt x="33" y="65"/>
                        <a:pt x="35" y="63"/>
                        <a:pt x="40" y="63"/>
                      </a:cubicBezTo>
                      <a:cubicBezTo>
                        <a:pt x="45" y="63"/>
                        <a:pt x="49" y="67"/>
                        <a:pt x="52" y="70"/>
                      </a:cubicBezTo>
                      <a:cubicBezTo>
                        <a:pt x="48" y="79"/>
                        <a:pt x="48" y="79"/>
                        <a:pt x="48" y="79"/>
                      </a:cubicBezTo>
                      <a:cubicBezTo>
                        <a:pt x="50" y="79"/>
                        <a:pt x="58" y="81"/>
                        <a:pt x="59" y="81"/>
                      </a:cubicBezTo>
                      <a:cubicBezTo>
                        <a:pt x="65" y="81"/>
                        <a:pt x="67" y="76"/>
                        <a:pt x="68" y="71"/>
                      </a:cubicBezTo>
                      <a:cubicBezTo>
                        <a:pt x="67" y="65"/>
                        <a:pt x="63" y="64"/>
                        <a:pt x="59" y="62"/>
                      </a:cubicBezTo>
                      <a:cubicBezTo>
                        <a:pt x="53" y="59"/>
                        <a:pt x="51" y="60"/>
                        <a:pt x="44" y="60"/>
                      </a:cubicBezTo>
                      <a:cubicBezTo>
                        <a:pt x="43" y="60"/>
                        <a:pt x="43" y="60"/>
                        <a:pt x="42" y="60"/>
                      </a:cubicBezTo>
                      <a:cubicBezTo>
                        <a:pt x="40" y="59"/>
                        <a:pt x="36" y="56"/>
                        <a:pt x="36" y="53"/>
                      </a:cubicBezTo>
                      <a:cubicBezTo>
                        <a:pt x="36" y="51"/>
                        <a:pt x="45" y="44"/>
                        <a:pt x="48" y="42"/>
                      </a:cubicBezTo>
                      <a:cubicBezTo>
                        <a:pt x="50" y="41"/>
                        <a:pt x="59" y="34"/>
                        <a:pt x="59" y="32"/>
                      </a:cubicBezTo>
                      <a:cubicBezTo>
                        <a:pt x="59" y="30"/>
                        <a:pt x="59" y="30"/>
                        <a:pt x="59" y="30"/>
                      </a:cubicBezTo>
                      <a:cubicBezTo>
                        <a:pt x="59" y="29"/>
                        <a:pt x="59" y="29"/>
                        <a:pt x="59" y="29"/>
                      </a:cubicBezTo>
                      <a:cubicBezTo>
                        <a:pt x="54" y="26"/>
                        <a:pt x="54" y="26"/>
                        <a:pt x="54" y="26"/>
                      </a:cubicBezTo>
                      <a:cubicBezTo>
                        <a:pt x="53" y="27"/>
                        <a:pt x="53" y="27"/>
                        <a:pt x="51" y="27"/>
                      </a:cubicBezTo>
                      <a:cubicBezTo>
                        <a:pt x="50" y="27"/>
                        <a:pt x="50" y="27"/>
                        <a:pt x="50" y="27"/>
                      </a:cubicBezTo>
                      <a:cubicBezTo>
                        <a:pt x="46" y="32"/>
                        <a:pt x="46" y="30"/>
                        <a:pt x="41" y="33"/>
                      </a:cubicBezTo>
                      <a:cubicBezTo>
                        <a:pt x="40" y="31"/>
                        <a:pt x="39" y="30"/>
                        <a:pt x="38" y="28"/>
                      </a:cubicBezTo>
                      <a:cubicBezTo>
                        <a:pt x="38" y="27"/>
                        <a:pt x="38" y="27"/>
                        <a:pt x="38" y="27"/>
                      </a:cubicBezTo>
                      <a:lnTo>
                        <a:pt x="38" y="16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0" name="ísḷïďè"/>
                <p:cNvSpPr/>
                <p:nvPr/>
              </p:nvSpPr>
              <p:spPr bwMode="auto">
                <a:xfrm>
                  <a:off x="4518026" y="3506788"/>
                  <a:ext cx="53975" cy="71438"/>
                </a:xfrm>
                <a:custGeom>
                  <a:avLst/>
                  <a:gdLst>
                    <a:gd name="T0" fmla="*/ 14 w 16"/>
                    <a:gd name="T1" fmla="*/ 17 h 21"/>
                    <a:gd name="T2" fmla="*/ 16 w 16"/>
                    <a:gd name="T3" fmla="*/ 12 h 21"/>
                    <a:gd name="T4" fmla="*/ 11 w 16"/>
                    <a:gd name="T5" fmla="*/ 5 h 21"/>
                    <a:gd name="T6" fmla="*/ 5 w 16"/>
                    <a:gd name="T7" fmla="*/ 0 h 21"/>
                    <a:gd name="T8" fmla="*/ 2 w 16"/>
                    <a:gd name="T9" fmla="*/ 4 h 21"/>
                    <a:gd name="T10" fmla="*/ 2 w 16"/>
                    <a:gd name="T11" fmla="*/ 5 h 21"/>
                    <a:gd name="T12" fmla="*/ 2 w 16"/>
                    <a:gd name="T13" fmla="*/ 8 h 21"/>
                    <a:gd name="T14" fmla="*/ 2 w 16"/>
                    <a:gd name="T15" fmla="*/ 9 h 21"/>
                    <a:gd name="T16" fmla="*/ 0 w 16"/>
                    <a:gd name="T17" fmla="*/ 17 h 21"/>
                    <a:gd name="T18" fmla="*/ 3 w 16"/>
                    <a:gd name="T19" fmla="*/ 21 h 21"/>
                    <a:gd name="T20" fmla="*/ 4 w 16"/>
                    <a:gd name="T21" fmla="*/ 21 h 21"/>
                    <a:gd name="T22" fmla="*/ 5 w 16"/>
                    <a:gd name="T23" fmla="*/ 21 h 21"/>
                    <a:gd name="T24" fmla="*/ 14 w 16"/>
                    <a:gd name="T25" fmla="*/ 17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6" h="21">
                      <a:moveTo>
                        <a:pt x="14" y="17"/>
                      </a:moveTo>
                      <a:cubicBezTo>
                        <a:pt x="14" y="15"/>
                        <a:pt x="16" y="13"/>
                        <a:pt x="16" y="12"/>
                      </a:cubicBezTo>
                      <a:cubicBezTo>
                        <a:pt x="16" y="11"/>
                        <a:pt x="12" y="7"/>
                        <a:pt x="11" y="5"/>
                      </a:cubicBezTo>
                      <a:cubicBezTo>
                        <a:pt x="11" y="3"/>
                        <a:pt x="8" y="0"/>
                        <a:pt x="5" y="0"/>
                      </a:cubicBezTo>
                      <a:cubicBezTo>
                        <a:pt x="4" y="0"/>
                        <a:pt x="3" y="3"/>
                        <a:pt x="2" y="4"/>
                      </a:cubicBezTo>
                      <a:cubicBezTo>
                        <a:pt x="2" y="5"/>
                        <a:pt x="2" y="5"/>
                        <a:pt x="2" y="5"/>
                      </a:cubicBezTo>
                      <a:cubicBezTo>
                        <a:pt x="2" y="8"/>
                        <a:pt x="2" y="8"/>
                        <a:pt x="2" y="8"/>
                      </a:cubicBezTo>
                      <a:cubicBezTo>
                        <a:pt x="2" y="9"/>
                        <a:pt x="2" y="9"/>
                        <a:pt x="2" y="9"/>
                      </a:cubicBezTo>
                      <a:cubicBezTo>
                        <a:pt x="1" y="11"/>
                        <a:pt x="0" y="14"/>
                        <a:pt x="0" y="17"/>
                      </a:cubicBezTo>
                      <a:cubicBezTo>
                        <a:pt x="0" y="19"/>
                        <a:pt x="1" y="20"/>
                        <a:pt x="3" y="21"/>
                      </a:cubicBezTo>
                      <a:cubicBezTo>
                        <a:pt x="4" y="21"/>
                        <a:pt x="4" y="21"/>
                        <a:pt x="4" y="21"/>
                      </a:cubicBezTo>
                      <a:cubicBezTo>
                        <a:pt x="5" y="21"/>
                        <a:pt x="5" y="21"/>
                        <a:pt x="5" y="21"/>
                      </a:cubicBezTo>
                      <a:cubicBezTo>
                        <a:pt x="7" y="21"/>
                        <a:pt x="11" y="17"/>
                        <a:pt x="14" y="17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1" name="îṧļîḓé"/>
                <p:cNvSpPr/>
                <p:nvPr/>
              </p:nvSpPr>
              <p:spPr bwMode="auto">
                <a:xfrm>
                  <a:off x="5319713" y="3133725"/>
                  <a:ext cx="222250" cy="500063"/>
                </a:xfrm>
                <a:custGeom>
                  <a:avLst/>
                  <a:gdLst>
                    <a:gd name="T0" fmla="*/ 47 w 67"/>
                    <a:gd name="T1" fmla="*/ 96 h 150"/>
                    <a:gd name="T2" fmla="*/ 51 w 67"/>
                    <a:gd name="T3" fmla="*/ 96 h 150"/>
                    <a:gd name="T4" fmla="*/ 46 w 67"/>
                    <a:gd name="T5" fmla="*/ 114 h 150"/>
                    <a:gd name="T6" fmla="*/ 42 w 67"/>
                    <a:gd name="T7" fmla="*/ 113 h 150"/>
                    <a:gd name="T8" fmla="*/ 39 w 67"/>
                    <a:gd name="T9" fmla="*/ 108 h 150"/>
                    <a:gd name="T10" fmla="*/ 21 w 67"/>
                    <a:gd name="T11" fmla="*/ 78 h 150"/>
                    <a:gd name="T12" fmla="*/ 29 w 67"/>
                    <a:gd name="T13" fmla="*/ 73 h 150"/>
                    <a:gd name="T14" fmla="*/ 32 w 67"/>
                    <a:gd name="T15" fmla="*/ 74 h 150"/>
                    <a:gd name="T16" fmla="*/ 32 w 67"/>
                    <a:gd name="T17" fmla="*/ 77 h 150"/>
                    <a:gd name="T18" fmla="*/ 32 w 67"/>
                    <a:gd name="T19" fmla="*/ 79 h 150"/>
                    <a:gd name="T20" fmla="*/ 21 w 67"/>
                    <a:gd name="T21" fmla="*/ 78 h 150"/>
                    <a:gd name="T22" fmla="*/ 53 w 67"/>
                    <a:gd name="T23" fmla="*/ 118 h 150"/>
                    <a:gd name="T24" fmla="*/ 66 w 67"/>
                    <a:gd name="T25" fmla="*/ 108 h 150"/>
                    <a:gd name="T26" fmla="*/ 60 w 67"/>
                    <a:gd name="T27" fmla="*/ 98 h 150"/>
                    <a:gd name="T28" fmla="*/ 51 w 67"/>
                    <a:gd name="T29" fmla="*/ 82 h 150"/>
                    <a:gd name="T30" fmla="*/ 47 w 67"/>
                    <a:gd name="T31" fmla="*/ 71 h 150"/>
                    <a:gd name="T32" fmla="*/ 60 w 67"/>
                    <a:gd name="T33" fmla="*/ 58 h 150"/>
                    <a:gd name="T34" fmla="*/ 53 w 67"/>
                    <a:gd name="T35" fmla="*/ 52 h 150"/>
                    <a:gd name="T36" fmla="*/ 44 w 67"/>
                    <a:gd name="T37" fmla="*/ 50 h 150"/>
                    <a:gd name="T38" fmla="*/ 48 w 67"/>
                    <a:gd name="T39" fmla="*/ 38 h 150"/>
                    <a:gd name="T40" fmla="*/ 66 w 67"/>
                    <a:gd name="T41" fmla="*/ 17 h 150"/>
                    <a:gd name="T42" fmla="*/ 66 w 67"/>
                    <a:gd name="T43" fmla="*/ 13 h 150"/>
                    <a:gd name="T44" fmla="*/ 56 w 67"/>
                    <a:gd name="T45" fmla="*/ 1 h 150"/>
                    <a:gd name="T46" fmla="*/ 55 w 67"/>
                    <a:gd name="T47" fmla="*/ 7 h 150"/>
                    <a:gd name="T48" fmla="*/ 50 w 67"/>
                    <a:gd name="T49" fmla="*/ 18 h 150"/>
                    <a:gd name="T50" fmla="*/ 42 w 67"/>
                    <a:gd name="T51" fmla="*/ 15 h 150"/>
                    <a:gd name="T52" fmla="*/ 40 w 67"/>
                    <a:gd name="T53" fmla="*/ 15 h 150"/>
                    <a:gd name="T54" fmla="*/ 41 w 67"/>
                    <a:gd name="T55" fmla="*/ 26 h 150"/>
                    <a:gd name="T56" fmla="*/ 41 w 67"/>
                    <a:gd name="T57" fmla="*/ 30 h 150"/>
                    <a:gd name="T58" fmla="*/ 37 w 67"/>
                    <a:gd name="T59" fmla="*/ 33 h 150"/>
                    <a:gd name="T60" fmla="*/ 30 w 67"/>
                    <a:gd name="T61" fmla="*/ 29 h 150"/>
                    <a:gd name="T62" fmla="*/ 9 w 67"/>
                    <a:gd name="T63" fmla="*/ 50 h 150"/>
                    <a:gd name="T64" fmla="*/ 4 w 67"/>
                    <a:gd name="T65" fmla="*/ 59 h 150"/>
                    <a:gd name="T66" fmla="*/ 23 w 67"/>
                    <a:gd name="T67" fmla="*/ 51 h 150"/>
                    <a:gd name="T68" fmla="*/ 30 w 67"/>
                    <a:gd name="T69" fmla="*/ 58 h 150"/>
                    <a:gd name="T70" fmla="*/ 26 w 67"/>
                    <a:gd name="T71" fmla="*/ 65 h 150"/>
                    <a:gd name="T72" fmla="*/ 19 w 67"/>
                    <a:gd name="T73" fmla="*/ 64 h 150"/>
                    <a:gd name="T74" fmla="*/ 16 w 67"/>
                    <a:gd name="T75" fmla="*/ 67 h 150"/>
                    <a:gd name="T76" fmla="*/ 16 w 67"/>
                    <a:gd name="T77" fmla="*/ 72 h 150"/>
                    <a:gd name="T78" fmla="*/ 3 w 67"/>
                    <a:gd name="T79" fmla="*/ 105 h 150"/>
                    <a:gd name="T80" fmla="*/ 6 w 67"/>
                    <a:gd name="T81" fmla="*/ 110 h 150"/>
                    <a:gd name="T82" fmla="*/ 9 w 67"/>
                    <a:gd name="T83" fmla="*/ 111 h 150"/>
                    <a:gd name="T84" fmla="*/ 24 w 67"/>
                    <a:gd name="T85" fmla="*/ 89 h 150"/>
                    <a:gd name="T86" fmla="*/ 32 w 67"/>
                    <a:gd name="T87" fmla="*/ 93 h 150"/>
                    <a:gd name="T88" fmla="*/ 32 w 67"/>
                    <a:gd name="T89" fmla="*/ 96 h 150"/>
                    <a:gd name="T90" fmla="*/ 29 w 67"/>
                    <a:gd name="T91" fmla="*/ 113 h 150"/>
                    <a:gd name="T92" fmla="*/ 29 w 67"/>
                    <a:gd name="T93" fmla="*/ 115 h 150"/>
                    <a:gd name="T94" fmla="*/ 22 w 67"/>
                    <a:gd name="T95" fmla="*/ 122 h 150"/>
                    <a:gd name="T96" fmla="*/ 10 w 67"/>
                    <a:gd name="T97" fmla="*/ 124 h 150"/>
                    <a:gd name="T98" fmla="*/ 15 w 67"/>
                    <a:gd name="T99" fmla="*/ 144 h 150"/>
                    <a:gd name="T100" fmla="*/ 17 w 67"/>
                    <a:gd name="T101" fmla="*/ 150 h 150"/>
                    <a:gd name="T102" fmla="*/ 38 w 67"/>
                    <a:gd name="T103" fmla="*/ 125 h 1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67" h="150">
                      <a:moveTo>
                        <a:pt x="39" y="107"/>
                      </a:moveTo>
                      <a:cubicBezTo>
                        <a:pt x="39" y="103"/>
                        <a:pt x="44" y="96"/>
                        <a:pt x="47" y="96"/>
                      </a:cubicBezTo>
                      <a:cubicBezTo>
                        <a:pt x="50" y="96"/>
                        <a:pt x="50" y="96"/>
                        <a:pt x="50" y="96"/>
                      </a:cubicBezTo>
                      <a:cubicBezTo>
                        <a:pt x="51" y="96"/>
                        <a:pt x="51" y="96"/>
                        <a:pt x="51" y="96"/>
                      </a:cubicBezTo>
                      <a:cubicBezTo>
                        <a:pt x="53" y="98"/>
                        <a:pt x="55" y="101"/>
                        <a:pt x="55" y="104"/>
                      </a:cubicBezTo>
                      <a:cubicBezTo>
                        <a:pt x="55" y="108"/>
                        <a:pt x="49" y="112"/>
                        <a:pt x="46" y="114"/>
                      </a:cubicBezTo>
                      <a:cubicBezTo>
                        <a:pt x="45" y="114"/>
                        <a:pt x="45" y="113"/>
                        <a:pt x="43" y="113"/>
                      </a:cubicBezTo>
                      <a:cubicBezTo>
                        <a:pt x="42" y="113"/>
                        <a:pt x="42" y="113"/>
                        <a:pt x="42" y="113"/>
                      </a:cubicBezTo>
                      <a:cubicBezTo>
                        <a:pt x="39" y="109"/>
                        <a:pt x="39" y="109"/>
                        <a:pt x="39" y="109"/>
                      </a:cubicBezTo>
                      <a:cubicBezTo>
                        <a:pt x="39" y="108"/>
                        <a:pt x="39" y="108"/>
                        <a:pt x="39" y="108"/>
                      </a:cubicBezTo>
                      <a:cubicBezTo>
                        <a:pt x="39" y="107"/>
                        <a:pt x="39" y="107"/>
                        <a:pt x="39" y="107"/>
                      </a:cubicBezTo>
                      <a:close/>
                      <a:moveTo>
                        <a:pt x="21" y="78"/>
                      </a:moveTo>
                      <a:cubicBezTo>
                        <a:pt x="21" y="77"/>
                        <a:pt x="25" y="73"/>
                        <a:pt x="26" y="73"/>
                      </a:cubicBezTo>
                      <a:cubicBezTo>
                        <a:pt x="27" y="73"/>
                        <a:pt x="27" y="73"/>
                        <a:pt x="29" y="73"/>
                      </a:cubicBezTo>
                      <a:cubicBezTo>
                        <a:pt x="30" y="73"/>
                        <a:pt x="30" y="73"/>
                        <a:pt x="30" y="73"/>
                      </a:cubicBezTo>
                      <a:cubicBezTo>
                        <a:pt x="32" y="74"/>
                        <a:pt x="32" y="74"/>
                        <a:pt x="32" y="74"/>
                      </a:cubicBezTo>
                      <a:cubicBezTo>
                        <a:pt x="32" y="76"/>
                        <a:pt x="32" y="76"/>
                        <a:pt x="32" y="76"/>
                      </a:cubicBezTo>
                      <a:cubicBezTo>
                        <a:pt x="32" y="77"/>
                        <a:pt x="32" y="77"/>
                        <a:pt x="32" y="77"/>
                      </a:cubicBezTo>
                      <a:cubicBezTo>
                        <a:pt x="32" y="78"/>
                        <a:pt x="32" y="78"/>
                        <a:pt x="32" y="78"/>
                      </a:cubicBezTo>
                      <a:cubicBezTo>
                        <a:pt x="32" y="79"/>
                        <a:pt x="32" y="79"/>
                        <a:pt x="32" y="79"/>
                      </a:cubicBezTo>
                      <a:cubicBezTo>
                        <a:pt x="31" y="82"/>
                        <a:pt x="29" y="83"/>
                        <a:pt x="25" y="83"/>
                      </a:cubicBezTo>
                      <a:cubicBezTo>
                        <a:pt x="23" y="83"/>
                        <a:pt x="21" y="81"/>
                        <a:pt x="21" y="78"/>
                      </a:cubicBezTo>
                      <a:close/>
                      <a:moveTo>
                        <a:pt x="38" y="125"/>
                      </a:moveTo>
                      <a:cubicBezTo>
                        <a:pt x="43" y="122"/>
                        <a:pt x="47" y="120"/>
                        <a:pt x="53" y="118"/>
                      </a:cubicBezTo>
                      <a:cubicBezTo>
                        <a:pt x="57" y="116"/>
                        <a:pt x="57" y="116"/>
                        <a:pt x="60" y="114"/>
                      </a:cubicBezTo>
                      <a:cubicBezTo>
                        <a:pt x="64" y="111"/>
                        <a:pt x="63" y="110"/>
                        <a:pt x="66" y="108"/>
                      </a:cubicBezTo>
                      <a:cubicBezTo>
                        <a:pt x="67" y="104"/>
                        <a:pt x="67" y="104"/>
                        <a:pt x="67" y="104"/>
                      </a:cubicBezTo>
                      <a:cubicBezTo>
                        <a:pt x="64" y="100"/>
                        <a:pt x="64" y="101"/>
                        <a:pt x="60" y="98"/>
                      </a:cubicBezTo>
                      <a:cubicBezTo>
                        <a:pt x="58" y="96"/>
                        <a:pt x="55" y="95"/>
                        <a:pt x="54" y="92"/>
                      </a:cubicBezTo>
                      <a:cubicBezTo>
                        <a:pt x="53" y="88"/>
                        <a:pt x="53" y="84"/>
                        <a:pt x="51" y="82"/>
                      </a:cubicBezTo>
                      <a:cubicBezTo>
                        <a:pt x="49" y="79"/>
                        <a:pt x="47" y="77"/>
                        <a:pt x="47" y="73"/>
                      </a:cubicBezTo>
                      <a:cubicBezTo>
                        <a:pt x="47" y="72"/>
                        <a:pt x="47" y="72"/>
                        <a:pt x="47" y="71"/>
                      </a:cubicBezTo>
                      <a:cubicBezTo>
                        <a:pt x="49" y="67"/>
                        <a:pt x="47" y="67"/>
                        <a:pt x="53" y="64"/>
                      </a:cubicBezTo>
                      <a:cubicBezTo>
                        <a:pt x="55" y="64"/>
                        <a:pt x="60" y="60"/>
                        <a:pt x="60" y="58"/>
                      </a:cubicBezTo>
                      <a:cubicBezTo>
                        <a:pt x="60" y="55"/>
                        <a:pt x="60" y="55"/>
                        <a:pt x="60" y="55"/>
                      </a:cubicBezTo>
                      <a:cubicBezTo>
                        <a:pt x="60" y="53"/>
                        <a:pt x="56" y="51"/>
                        <a:pt x="53" y="52"/>
                      </a:cubicBezTo>
                      <a:cubicBezTo>
                        <a:pt x="47" y="52"/>
                        <a:pt x="47" y="52"/>
                        <a:pt x="47" y="52"/>
                      </a:cubicBezTo>
                      <a:cubicBezTo>
                        <a:pt x="46" y="52"/>
                        <a:pt x="45" y="51"/>
                        <a:pt x="44" y="50"/>
                      </a:cubicBezTo>
                      <a:cubicBezTo>
                        <a:pt x="44" y="47"/>
                        <a:pt x="44" y="47"/>
                        <a:pt x="44" y="47"/>
                      </a:cubicBezTo>
                      <a:cubicBezTo>
                        <a:pt x="44" y="44"/>
                        <a:pt x="47" y="41"/>
                        <a:pt x="48" y="38"/>
                      </a:cubicBezTo>
                      <a:cubicBezTo>
                        <a:pt x="49" y="34"/>
                        <a:pt x="50" y="33"/>
                        <a:pt x="53" y="30"/>
                      </a:cubicBezTo>
                      <a:cubicBezTo>
                        <a:pt x="56" y="27"/>
                        <a:pt x="66" y="22"/>
                        <a:pt x="66" y="17"/>
                      </a:cubicBezTo>
                      <a:cubicBezTo>
                        <a:pt x="66" y="14"/>
                        <a:pt x="66" y="14"/>
                        <a:pt x="66" y="14"/>
                      </a:cubicBezTo>
                      <a:cubicBezTo>
                        <a:pt x="66" y="13"/>
                        <a:pt x="66" y="13"/>
                        <a:pt x="66" y="13"/>
                      </a:cubicBezTo>
                      <a:cubicBezTo>
                        <a:pt x="65" y="10"/>
                        <a:pt x="62" y="0"/>
                        <a:pt x="58" y="0"/>
                      </a:cubicBezTo>
                      <a:cubicBezTo>
                        <a:pt x="57" y="0"/>
                        <a:pt x="57" y="0"/>
                        <a:pt x="56" y="1"/>
                      </a:cubicBezTo>
                      <a:cubicBezTo>
                        <a:pt x="56" y="3"/>
                        <a:pt x="55" y="3"/>
                        <a:pt x="55" y="5"/>
                      </a:cubicBezTo>
                      <a:cubicBezTo>
                        <a:pt x="55" y="7"/>
                        <a:pt x="55" y="7"/>
                        <a:pt x="55" y="7"/>
                      </a:cubicBezTo>
                      <a:cubicBezTo>
                        <a:pt x="55" y="11"/>
                        <a:pt x="53" y="15"/>
                        <a:pt x="51" y="18"/>
                      </a:cubicBezTo>
                      <a:cubicBezTo>
                        <a:pt x="50" y="18"/>
                        <a:pt x="50" y="18"/>
                        <a:pt x="50" y="18"/>
                      </a:cubicBezTo>
                      <a:cubicBezTo>
                        <a:pt x="48" y="18"/>
                        <a:pt x="48" y="18"/>
                        <a:pt x="47" y="19"/>
                      </a:cubicBezTo>
                      <a:cubicBezTo>
                        <a:pt x="42" y="15"/>
                        <a:pt x="42" y="15"/>
                        <a:pt x="42" y="15"/>
                      </a:cubicBezTo>
                      <a:cubicBezTo>
                        <a:pt x="41" y="15"/>
                        <a:pt x="41" y="15"/>
                        <a:pt x="41" y="15"/>
                      </a:cubicBezTo>
                      <a:cubicBezTo>
                        <a:pt x="40" y="15"/>
                        <a:pt x="40" y="15"/>
                        <a:pt x="40" y="15"/>
                      </a:cubicBezTo>
                      <a:cubicBezTo>
                        <a:pt x="39" y="15"/>
                        <a:pt x="38" y="16"/>
                        <a:pt x="38" y="17"/>
                      </a:cubicBezTo>
                      <a:cubicBezTo>
                        <a:pt x="38" y="19"/>
                        <a:pt x="41" y="22"/>
                        <a:pt x="41" y="26"/>
                      </a:cubicBezTo>
                      <a:cubicBezTo>
                        <a:pt x="41" y="29"/>
                        <a:pt x="41" y="29"/>
                        <a:pt x="41" y="29"/>
                      </a:cubicBezTo>
                      <a:cubicBezTo>
                        <a:pt x="41" y="30"/>
                        <a:pt x="41" y="30"/>
                        <a:pt x="41" y="30"/>
                      </a:cubicBezTo>
                      <a:cubicBezTo>
                        <a:pt x="38" y="33"/>
                        <a:pt x="38" y="33"/>
                        <a:pt x="38" y="33"/>
                      </a:cubicBezTo>
                      <a:cubicBezTo>
                        <a:pt x="37" y="33"/>
                        <a:pt x="37" y="33"/>
                        <a:pt x="37" y="33"/>
                      </a:cubicBezTo>
                      <a:cubicBezTo>
                        <a:pt x="35" y="33"/>
                        <a:pt x="35" y="34"/>
                        <a:pt x="34" y="34"/>
                      </a:cubicBezTo>
                      <a:cubicBezTo>
                        <a:pt x="32" y="33"/>
                        <a:pt x="31" y="31"/>
                        <a:pt x="30" y="29"/>
                      </a:cubicBezTo>
                      <a:cubicBezTo>
                        <a:pt x="24" y="29"/>
                        <a:pt x="30" y="41"/>
                        <a:pt x="19" y="45"/>
                      </a:cubicBezTo>
                      <a:cubicBezTo>
                        <a:pt x="16" y="46"/>
                        <a:pt x="12" y="48"/>
                        <a:pt x="9" y="50"/>
                      </a:cubicBezTo>
                      <a:cubicBezTo>
                        <a:pt x="6" y="51"/>
                        <a:pt x="1" y="53"/>
                        <a:pt x="0" y="55"/>
                      </a:cubicBezTo>
                      <a:cubicBezTo>
                        <a:pt x="1" y="58"/>
                        <a:pt x="1" y="57"/>
                        <a:pt x="4" y="59"/>
                      </a:cubicBezTo>
                      <a:cubicBezTo>
                        <a:pt x="6" y="59"/>
                        <a:pt x="6" y="59"/>
                        <a:pt x="6" y="59"/>
                      </a:cubicBezTo>
                      <a:cubicBezTo>
                        <a:pt x="10" y="59"/>
                        <a:pt x="20" y="51"/>
                        <a:pt x="23" y="51"/>
                      </a:cubicBezTo>
                      <a:cubicBezTo>
                        <a:pt x="25" y="51"/>
                        <a:pt x="24" y="51"/>
                        <a:pt x="27" y="52"/>
                      </a:cubicBezTo>
                      <a:cubicBezTo>
                        <a:pt x="29" y="54"/>
                        <a:pt x="29" y="55"/>
                        <a:pt x="30" y="58"/>
                      </a:cubicBezTo>
                      <a:cubicBezTo>
                        <a:pt x="30" y="59"/>
                        <a:pt x="30" y="59"/>
                        <a:pt x="30" y="59"/>
                      </a:cubicBezTo>
                      <a:cubicBezTo>
                        <a:pt x="30" y="62"/>
                        <a:pt x="28" y="64"/>
                        <a:pt x="26" y="65"/>
                      </a:cubicBezTo>
                      <a:cubicBezTo>
                        <a:pt x="21" y="64"/>
                        <a:pt x="21" y="64"/>
                        <a:pt x="21" y="64"/>
                      </a:cubicBezTo>
                      <a:cubicBezTo>
                        <a:pt x="20" y="64"/>
                        <a:pt x="20" y="64"/>
                        <a:pt x="19" y="64"/>
                      </a:cubicBezTo>
                      <a:cubicBezTo>
                        <a:pt x="18" y="64"/>
                        <a:pt x="18" y="64"/>
                        <a:pt x="18" y="64"/>
                      </a:cubicBezTo>
                      <a:cubicBezTo>
                        <a:pt x="16" y="67"/>
                        <a:pt x="16" y="67"/>
                        <a:pt x="16" y="67"/>
                      </a:cubicBezTo>
                      <a:cubicBezTo>
                        <a:pt x="16" y="68"/>
                        <a:pt x="16" y="68"/>
                        <a:pt x="16" y="68"/>
                      </a:cubicBezTo>
                      <a:cubicBezTo>
                        <a:pt x="16" y="72"/>
                        <a:pt x="16" y="72"/>
                        <a:pt x="16" y="72"/>
                      </a:cubicBezTo>
                      <a:cubicBezTo>
                        <a:pt x="16" y="78"/>
                        <a:pt x="13" y="85"/>
                        <a:pt x="11" y="90"/>
                      </a:cubicBezTo>
                      <a:cubicBezTo>
                        <a:pt x="9" y="94"/>
                        <a:pt x="3" y="100"/>
                        <a:pt x="3" y="105"/>
                      </a:cubicBezTo>
                      <a:cubicBezTo>
                        <a:pt x="3" y="106"/>
                        <a:pt x="4" y="109"/>
                        <a:pt x="5" y="110"/>
                      </a:cubicBezTo>
                      <a:cubicBezTo>
                        <a:pt x="6" y="110"/>
                        <a:pt x="6" y="110"/>
                        <a:pt x="6" y="110"/>
                      </a:cubicBezTo>
                      <a:cubicBezTo>
                        <a:pt x="7" y="110"/>
                        <a:pt x="7" y="110"/>
                        <a:pt x="7" y="110"/>
                      </a:cubicBezTo>
                      <a:cubicBezTo>
                        <a:pt x="9" y="110"/>
                        <a:pt x="8" y="110"/>
                        <a:pt x="9" y="111"/>
                      </a:cubicBezTo>
                      <a:cubicBezTo>
                        <a:pt x="11" y="109"/>
                        <a:pt x="15" y="101"/>
                        <a:pt x="15" y="98"/>
                      </a:cubicBezTo>
                      <a:cubicBezTo>
                        <a:pt x="17" y="94"/>
                        <a:pt x="20" y="89"/>
                        <a:pt x="24" y="89"/>
                      </a:cubicBezTo>
                      <a:cubicBezTo>
                        <a:pt x="25" y="89"/>
                        <a:pt x="25" y="89"/>
                        <a:pt x="26" y="88"/>
                      </a:cubicBezTo>
                      <a:cubicBezTo>
                        <a:pt x="28" y="90"/>
                        <a:pt x="32" y="90"/>
                        <a:pt x="32" y="93"/>
                      </a:cubicBezTo>
                      <a:cubicBezTo>
                        <a:pt x="32" y="94"/>
                        <a:pt x="32" y="94"/>
                        <a:pt x="32" y="94"/>
                      </a:cubicBezTo>
                      <a:cubicBezTo>
                        <a:pt x="32" y="96"/>
                        <a:pt x="32" y="96"/>
                        <a:pt x="32" y="96"/>
                      </a:cubicBezTo>
                      <a:cubicBezTo>
                        <a:pt x="28" y="102"/>
                        <a:pt x="25" y="101"/>
                        <a:pt x="23" y="104"/>
                      </a:cubicBezTo>
                      <a:cubicBezTo>
                        <a:pt x="26" y="109"/>
                        <a:pt x="27" y="108"/>
                        <a:pt x="29" y="113"/>
                      </a:cubicBezTo>
                      <a:cubicBezTo>
                        <a:pt x="29" y="114"/>
                        <a:pt x="29" y="114"/>
                        <a:pt x="29" y="114"/>
                      </a:cubicBezTo>
                      <a:cubicBezTo>
                        <a:pt x="29" y="115"/>
                        <a:pt x="29" y="115"/>
                        <a:pt x="29" y="115"/>
                      </a:cubicBezTo>
                      <a:cubicBezTo>
                        <a:pt x="29" y="116"/>
                        <a:pt x="29" y="116"/>
                        <a:pt x="29" y="116"/>
                      </a:cubicBezTo>
                      <a:cubicBezTo>
                        <a:pt x="28" y="119"/>
                        <a:pt x="26" y="123"/>
                        <a:pt x="22" y="122"/>
                      </a:cubicBezTo>
                      <a:cubicBezTo>
                        <a:pt x="15" y="122"/>
                        <a:pt x="15" y="122"/>
                        <a:pt x="15" y="122"/>
                      </a:cubicBezTo>
                      <a:cubicBezTo>
                        <a:pt x="14" y="122"/>
                        <a:pt x="11" y="124"/>
                        <a:pt x="10" y="124"/>
                      </a:cubicBezTo>
                      <a:cubicBezTo>
                        <a:pt x="13" y="127"/>
                        <a:pt x="23" y="129"/>
                        <a:pt x="23" y="133"/>
                      </a:cubicBezTo>
                      <a:cubicBezTo>
                        <a:pt x="23" y="137"/>
                        <a:pt x="18" y="142"/>
                        <a:pt x="15" y="144"/>
                      </a:cubicBezTo>
                      <a:cubicBezTo>
                        <a:pt x="15" y="150"/>
                        <a:pt x="15" y="150"/>
                        <a:pt x="15" y="150"/>
                      </a:cubicBezTo>
                      <a:cubicBezTo>
                        <a:pt x="17" y="150"/>
                        <a:pt x="17" y="150"/>
                        <a:pt x="17" y="150"/>
                      </a:cubicBezTo>
                      <a:cubicBezTo>
                        <a:pt x="20" y="150"/>
                        <a:pt x="27" y="141"/>
                        <a:pt x="29" y="139"/>
                      </a:cubicBezTo>
                      <a:cubicBezTo>
                        <a:pt x="33" y="135"/>
                        <a:pt x="34" y="129"/>
                        <a:pt x="38" y="12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2" name="iSļïḑé"/>
                <p:cNvSpPr/>
                <p:nvPr/>
              </p:nvSpPr>
              <p:spPr bwMode="auto">
                <a:xfrm>
                  <a:off x="4422776" y="3106738"/>
                  <a:ext cx="412750" cy="596900"/>
                </a:xfrm>
                <a:custGeom>
                  <a:avLst/>
                  <a:gdLst>
                    <a:gd name="T0" fmla="*/ 63 w 125"/>
                    <a:gd name="T1" fmla="*/ 83 h 179"/>
                    <a:gd name="T2" fmla="*/ 69 w 125"/>
                    <a:gd name="T3" fmla="*/ 84 h 179"/>
                    <a:gd name="T4" fmla="*/ 71 w 125"/>
                    <a:gd name="T5" fmla="*/ 95 h 179"/>
                    <a:gd name="T6" fmla="*/ 56 w 125"/>
                    <a:gd name="T7" fmla="*/ 91 h 179"/>
                    <a:gd name="T8" fmla="*/ 77 w 125"/>
                    <a:gd name="T9" fmla="*/ 77 h 179"/>
                    <a:gd name="T10" fmla="*/ 90 w 125"/>
                    <a:gd name="T11" fmla="*/ 82 h 179"/>
                    <a:gd name="T12" fmla="*/ 93 w 125"/>
                    <a:gd name="T13" fmla="*/ 96 h 179"/>
                    <a:gd name="T14" fmla="*/ 88 w 125"/>
                    <a:gd name="T15" fmla="*/ 106 h 179"/>
                    <a:gd name="T16" fmla="*/ 75 w 125"/>
                    <a:gd name="T17" fmla="*/ 89 h 179"/>
                    <a:gd name="T18" fmla="*/ 91 w 125"/>
                    <a:gd name="T19" fmla="*/ 29 h 179"/>
                    <a:gd name="T20" fmla="*/ 95 w 125"/>
                    <a:gd name="T21" fmla="*/ 4 h 179"/>
                    <a:gd name="T22" fmla="*/ 92 w 125"/>
                    <a:gd name="T23" fmla="*/ 0 h 179"/>
                    <a:gd name="T24" fmla="*/ 86 w 125"/>
                    <a:gd name="T25" fmla="*/ 0 h 179"/>
                    <a:gd name="T26" fmla="*/ 80 w 125"/>
                    <a:gd name="T27" fmla="*/ 7 h 179"/>
                    <a:gd name="T28" fmla="*/ 83 w 125"/>
                    <a:gd name="T29" fmla="*/ 30 h 179"/>
                    <a:gd name="T30" fmla="*/ 86 w 125"/>
                    <a:gd name="T31" fmla="*/ 50 h 179"/>
                    <a:gd name="T32" fmla="*/ 46 w 125"/>
                    <a:gd name="T33" fmla="*/ 84 h 179"/>
                    <a:gd name="T34" fmla="*/ 0 w 125"/>
                    <a:gd name="T35" fmla="*/ 99 h 179"/>
                    <a:gd name="T36" fmla="*/ 13 w 125"/>
                    <a:gd name="T37" fmla="*/ 108 h 179"/>
                    <a:gd name="T38" fmla="*/ 30 w 125"/>
                    <a:gd name="T39" fmla="*/ 100 h 179"/>
                    <a:gd name="T40" fmla="*/ 47 w 125"/>
                    <a:gd name="T41" fmla="*/ 92 h 179"/>
                    <a:gd name="T42" fmla="*/ 51 w 125"/>
                    <a:gd name="T43" fmla="*/ 109 h 179"/>
                    <a:gd name="T44" fmla="*/ 50 w 125"/>
                    <a:gd name="T45" fmla="*/ 118 h 179"/>
                    <a:gd name="T46" fmla="*/ 54 w 125"/>
                    <a:gd name="T47" fmla="*/ 125 h 179"/>
                    <a:gd name="T48" fmla="*/ 62 w 125"/>
                    <a:gd name="T49" fmla="*/ 119 h 179"/>
                    <a:gd name="T50" fmla="*/ 62 w 125"/>
                    <a:gd name="T51" fmla="*/ 113 h 179"/>
                    <a:gd name="T52" fmla="*/ 78 w 125"/>
                    <a:gd name="T53" fmla="*/ 111 h 179"/>
                    <a:gd name="T54" fmla="*/ 78 w 125"/>
                    <a:gd name="T55" fmla="*/ 113 h 179"/>
                    <a:gd name="T56" fmla="*/ 78 w 125"/>
                    <a:gd name="T57" fmla="*/ 118 h 179"/>
                    <a:gd name="T58" fmla="*/ 46 w 125"/>
                    <a:gd name="T59" fmla="*/ 147 h 179"/>
                    <a:gd name="T60" fmla="*/ 28 w 125"/>
                    <a:gd name="T61" fmla="*/ 158 h 179"/>
                    <a:gd name="T62" fmla="*/ 1 w 125"/>
                    <a:gd name="T63" fmla="*/ 170 h 179"/>
                    <a:gd name="T64" fmla="*/ 14 w 125"/>
                    <a:gd name="T65" fmla="*/ 178 h 179"/>
                    <a:gd name="T66" fmla="*/ 20 w 125"/>
                    <a:gd name="T67" fmla="*/ 179 h 179"/>
                    <a:gd name="T68" fmla="*/ 22 w 125"/>
                    <a:gd name="T69" fmla="*/ 179 h 179"/>
                    <a:gd name="T70" fmla="*/ 38 w 125"/>
                    <a:gd name="T71" fmla="*/ 169 h 179"/>
                    <a:gd name="T72" fmla="*/ 61 w 125"/>
                    <a:gd name="T73" fmla="*/ 150 h 179"/>
                    <a:gd name="T74" fmla="*/ 79 w 125"/>
                    <a:gd name="T75" fmla="*/ 135 h 179"/>
                    <a:gd name="T76" fmla="*/ 96 w 125"/>
                    <a:gd name="T77" fmla="*/ 119 h 179"/>
                    <a:gd name="T78" fmla="*/ 106 w 125"/>
                    <a:gd name="T79" fmla="*/ 149 h 179"/>
                    <a:gd name="T80" fmla="*/ 125 w 125"/>
                    <a:gd name="T81" fmla="*/ 152 h 179"/>
                    <a:gd name="T82" fmla="*/ 116 w 125"/>
                    <a:gd name="T83" fmla="*/ 120 h 179"/>
                    <a:gd name="T84" fmla="*/ 115 w 125"/>
                    <a:gd name="T85" fmla="*/ 125 h 179"/>
                    <a:gd name="T86" fmla="*/ 109 w 125"/>
                    <a:gd name="T87" fmla="*/ 129 h 179"/>
                    <a:gd name="T88" fmla="*/ 97 w 125"/>
                    <a:gd name="T89" fmla="*/ 92 h 179"/>
                    <a:gd name="T90" fmla="*/ 94 w 125"/>
                    <a:gd name="T91" fmla="*/ 76 h 179"/>
                    <a:gd name="T92" fmla="*/ 110 w 125"/>
                    <a:gd name="T93" fmla="*/ 60 h 179"/>
                    <a:gd name="T94" fmla="*/ 105 w 125"/>
                    <a:gd name="T95" fmla="*/ 57 h 179"/>
                    <a:gd name="T96" fmla="*/ 101 w 125"/>
                    <a:gd name="T97" fmla="*/ 59 h 179"/>
                    <a:gd name="T98" fmla="*/ 91 w 125"/>
                    <a:gd name="T99" fmla="*/ 54 h 179"/>
                    <a:gd name="T100" fmla="*/ 91 w 125"/>
                    <a:gd name="T101" fmla="*/ 29 h 1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125" h="179">
                      <a:moveTo>
                        <a:pt x="56" y="91"/>
                      </a:moveTo>
                      <a:cubicBezTo>
                        <a:pt x="56" y="87"/>
                        <a:pt x="60" y="85"/>
                        <a:pt x="63" y="83"/>
                      </a:cubicBezTo>
                      <a:cubicBezTo>
                        <a:pt x="64" y="83"/>
                        <a:pt x="64" y="83"/>
                        <a:pt x="64" y="83"/>
                      </a:cubicBezTo>
                      <a:cubicBezTo>
                        <a:pt x="67" y="83"/>
                        <a:pt x="67" y="84"/>
                        <a:pt x="69" y="84"/>
                      </a:cubicBezTo>
                      <a:cubicBezTo>
                        <a:pt x="71" y="94"/>
                        <a:pt x="71" y="94"/>
                        <a:pt x="71" y="94"/>
                      </a:cubicBezTo>
                      <a:cubicBezTo>
                        <a:pt x="71" y="95"/>
                        <a:pt x="71" y="95"/>
                        <a:pt x="71" y="95"/>
                      </a:cubicBezTo>
                      <a:cubicBezTo>
                        <a:pt x="68" y="100"/>
                        <a:pt x="68" y="99"/>
                        <a:pt x="63" y="101"/>
                      </a:cubicBezTo>
                      <a:cubicBezTo>
                        <a:pt x="61" y="99"/>
                        <a:pt x="56" y="95"/>
                        <a:pt x="56" y="91"/>
                      </a:cubicBezTo>
                      <a:close/>
                      <a:moveTo>
                        <a:pt x="72" y="83"/>
                      </a:moveTo>
                      <a:cubicBezTo>
                        <a:pt x="74" y="79"/>
                        <a:pt x="73" y="79"/>
                        <a:pt x="77" y="77"/>
                      </a:cubicBezTo>
                      <a:cubicBezTo>
                        <a:pt x="79" y="75"/>
                        <a:pt x="82" y="75"/>
                        <a:pt x="83" y="73"/>
                      </a:cubicBezTo>
                      <a:cubicBezTo>
                        <a:pt x="88" y="76"/>
                        <a:pt x="89" y="76"/>
                        <a:pt x="90" y="82"/>
                      </a:cubicBezTo>
                      <a:cubicBezTo>
                        <a:pt x="92" y="95"/>
                        <a:pt x="92" y="95"/>
                        <a:pt x="92" y="95"/>
                      </a:cubicBezTo>
                      <a:cubicBezTo>
                        <a:pt x="93" y="96"/>
                        <a:pt x="93" y="96"/>
                        <a:pt x="93" y="96"/>
                      </a:cubicBezTo>
                      <a:cubicBezTo>
                        <a:pt x="94" y="99"/>
                        <a:pt x="94" y="99"/>
                        <a:pt x="94" y="99"/>
                      </a:cubicBezTo>
                      <a:cubicBezTo>
                        <a:pt x="91" y="105"/>
                        <a:pt x="93" y="103"/>
                        <a:pt x="88" y="106"/>
                      </a:cubicBezTo>
                      <a:cubicBezTo>
                        <a:pt x="83" y="101"/>
                        <a:pt x="82" y="101"/>
                        <a:pt x="79" y="95"/>
                      </a:cubicBezTo>
                      <a:cubicBezTo>
                        <a:pt x="77" y="93"/>
                        <a:pt x="77" y="91"/>
                        <a:pt x="75" y="89"/>
                      </a:cubicBezTo>
                      <a:cubicBezTo>
                        <a:pt x="73" y="87"/>
                        <a:pt x="73" y="86"/>
                        <a:pt x="72" y="83"/>
                      </a:cubicBezTo>
                      <a:close/>
                      <a:moveTo>
                        <a:pt x="91" y="29"/>
                      </a:moveTo>
                      <a:cubicBezTo>
                        <a:pt x="91" y="22"/>
                        <a:pt x="95" y="12"/>
                        <a:pt x="95" y="4"/>
                      </a:cubicBezTo>
                      <a:cubicBezTo>
                        <a:pt x="95" y="4"/>
                        <a:pt x="95" y="4"/>
                        <a:pt x="95" y="4"/>
                      </a:cubicBezTo>
                      <a:cubicBezTo>
                        <a:pt x="95" y="3"/>
                        <a:pt x="95" y="3"/>
                        <a:pt x="95" y="3"/>
                      </a:cubicBezTo>
                      <a:cubicBezTo>
                        <a:pt x="93" y="0"/>
                        <a:pt x="95" y="1"/>
                        <a:pt x="92" y="0"/>
                      </a:cubicBezTo>
                      <a:cubicBezTo>
                        <a:pt x="91" y="0"/>
                        <a:pt x="91" y="0"/>
                        <a:pt x="91" y="0"/>
                      </a:cubicBezTo>
                      <a:cubicBezTo>
                        <a:pt x="86" y="0"/>
                        <a:pt x="86" y="0"/>
                        <a:pt x="86" y="0"/>
                      </a:cubicBezTo>
                      <a:cubicBezTo>
                        <a:pt x="85" y="0"/>
                        <a:pt x="85" y="0"/>
                        <a:pt x="85" y="0"/>
                      </a:cubicBezTo>
                      <a:cubicBezTo>
                        <a:pt x="82" y="1"/>
                        <a:pt x="80" y="4"/>
                        <a:pt x="80" y="7"/>
                      </a:cubicBezTo>
                      <a:cubicBezTo>
                        <a:pt x="83" y="30"/>
                        <a:pt x="83" y="30"/>
                        <a:pt x="83" y="30"/>
                      </a:cubicBezTo>
                      <a:cubicBezTo>
                        <a:pt x="83" y="30"/>
                        <a:pt x="83" y="30"/>
                        <a:pt x="83" y="30"/>
                      </a:cubicBezTo>
                      <a:cubicBezTo>
                        <a:pt x="83" y="38"/>
                        <a:pt x="86" y="44"/>
                        <a:pt x="86" y="49"/>
                      </a:cubicBezTo>
                      <a:cubicBezTo>
                        <a:pt x="86" y="50"/>
                        <a:pt x="86" y="50"/>
                        <a:pt x="86" y="50"/>
                      </a:cubicBezTo>
                      <a:cubicBezTo>
                        <a:pt x="87" y="62"/>
                        <a:pt x="87" y="62"/>
                        <a:pt x="87" y="62"/>
                      </a:cubicBezTo>
                      <a:cubicBezTo>
                        <a:pt x="87" y="68"/>
                        <a:pt x="52" y="81"/>
                        <a:pt x="46" y="84"/>
                      </a:cubicBezTo>
                      <a:cubicBezTo>
                        <a:pt x="39" y="87"/>
                        <a:pt x="31" y="89"/>
                        <a:pt x="23" y="92"/>
                      </a:cubicBezTo>
                      <a:cubicBezTo>
                        <a:pt x="20" y="94"/>
                        <a:pt x="0" y="96"/>
                        <a:pt x="0" y="99"/>
                      </a:cubicBezTo>
                      <a:cubicBezTo>
                        <a:pt x="0" y="101"/>
                        <a:pt x="9" y="108"/>
                        <a:pt x="11" y="108"/>
                      </a:cubicBezTo>
                      <a:cubicBezTo>
                        <a:pt x="13" y="108"/>
                        <a:pt x="13" y="108"/>
                        <a:pt x="13" y="108"/>
                      </a:cubicBezTo>
                      <a:cubicBezTo>
                        <a:pt x="14" y="108"/>
                        <a:pt x="14" y="108"/>
                        <a:pt x="14" y="108"/>
                      </a:cubicBezTo>
                      <a:cubicBezTo>
                        <a:pt x="20" y="105"/>
                        <a:pt x="24" y="103"/>
                        <a:pt x="30" y="100"/>
                      </a:cubicBezTo>
                      <a:cubicBezTo>
                        <a:pt x="34" y="98"/>
                        <a:pt x="41" y="93"/>
                        <a:pt x="45" y="93"/>
                      </a:cubicBezTo>
                      <a:cubicBezTo>
                        <a:pt x="46" y="93"/>
                        <a:pt x="46" y="93"/>
                        <a:pt x="47" y="92"/>
                      </a:cubicBezTo>
                      <a:cubicBezTo>
                        <a:pt x="49" y="94"/>
                        <a:pt x="52" y="96"/>
                        <a:pt x="51" y="101"/>
                      </a:cubicBezTo>
                      <a:cubicBezTo>
                        <a:pt x="51" y="109"/>
                        <a:pt x="51" y="109"/>
                        <a:pt x="51" y="109"/>
                      </a:cubicBezTo>
                      <a:cubicBezTo>
                        <a:pt x="51" y="110"/>
                        <a:pt x="51" y="110"/>
                        <a:pt x="51" y="110"/>
                      </a:cubicBezTo>
                      <a:cubicBezTo>
                        <a:pt x="50" y="118"/>
                        <a:pt x="50" y="118"/>
                        <a:pt x="50" y="118"/>
                      </a:cubicBezTo>
                      <a:cubicBezTo>
                        <a:pt x="50" y="119"/>
                        <a:pt x="50" y="119"/>
                        <a:pt x="50" y="120"/>
                      </a:cubicBezTo>
                      <a:cubicBezTo>
                        <a:pt x="51" y="123"/>
                        <a:pt x="51" y="123"/>
                        <a:pt x="54" y="125"/>
                      </a:cubicBezTo>
                      <a:cubicBezTo>
                        <a:pt x="56" y="125"/>
                        <a:pt x="56" y="125"/>
                        <a:pt x="56" y="125"/>
                      </a:cubicBezTo>
                      <a:cubicBezTo>
                        <a:pt x="59" y="125"/>
                        <a:pt x="60" y="121"/>
                        <a:pt x="62" y="119"/>
                      </a:cubicBezTo>
                      <a:cubicBezTo>
                        <a:pt x="62" y="118"/>
                        <a:pt x="62" y="118"/>
                        <a:pt x="62" y="118"/>
                      </a:cubicBezTo>
                      <a:cubicBezTo>
                        <a:pt x="62" y="113"/>
                        <a:pt x="62" y="113"/>
                        <a:pt x="62" y="113"/>
                      </a:cubicBezTo>
                      <a:cubicBezTo>
                        <a:pt x="63" y="110"/>
                        <a:pt x="68" y="106"/>
                        <a:pt x="71" y="106"/>
                      </a:cubicBezTo>
                      <a:cubicBezTo>
                        <a:pt x="75" y="106"/>
                        <a:pt x="77" y="109"/>
                        <a:pt x="78" y="111"/>
                      </a:cubicBezTo>
                      <a:cubicBezTo>
                        <a:pt x="78" y="112"/>
                        <a:pt x="78" y="112"/>
                        <a:pt x="78" y="112"/>
                      </a:cubicBezTo>
                      <a:cubicBezTo>
                        <a:pt x="78" y="113"/>
                        <a:pt x="78" y="113"/>
                        <a:pt x="78" y="113"/>
                      </a:cubicBezTo>
                      <a:cubicBezTo>
                        <a:pt x="78" y="115"/>
                        <a:pt x="78" y="115"/>
                        <a:pt x="79" y="116"/>
                      </a:cubicBezTo>
                      <a:cubicBezTo>
                        <a:pt x="78" y="117"/>
                        <a:pt x="78" y="117"/>
                        <a:pt x="78" y="118"/>
                      </a:cubicBezTo>
                      <a:cubicBezTo>
                        <a:pt x="78" y="119"/>
                        <a:pt x="78" y="119"/>
                        <a:pt x="78" y="119"/>
                      </a:cubicBezTo>
                      <a:cubicBezTo>
                        <a:pt x="72" y="130"/>
                        <a:pt x="57" y="140"/>
                        <a:pt x="46" y="147"/>
                      </a:cubicBezTo>
                      <a:cubicBezTo>
                        <a:pt x="44" y="148"/>
                        <a:pt x="40" y="151"/>
                        <a:pt x="37" y="152"/>
                      </a:cubicBezTo>
                      <a:cubicBezTo>
                        <a:pt x="35" y="153"/>
                        <a:pt x="29" y="157"/>
                        <a:pt x="28" y="158"/>
                      </a:cubicBezTo>
                      <a:cubicBezTo>
                        <a:pt x="25" y="161"/>
                        <a:pt x="12" y="165"/>
                        <a:pt x="6" y="165"/>
                      </a:cubicBezTo>
                      <a:cubicBezTo>
                        <a:pt x="4" y="165"/>
                        <a:pt x="2" y="168"/>
                        <a:pt x="1" y="170"/>
                      </a:cubicBezTo>
                      <a:cubicBezTo>
                        <a:pt x="4" y="171"/>
                        <a:pt x="4" y="173"/>
                        <a:pt x="7" y="175"/>
                      </a:cubicBezTo>
                      <a:cubicBezTo>
                        <a:pt x="10" y="176"/>
                        <a:pt x="12" y="176"/>
                        <a:pt x="14" y="178"/>
                      </a:cubicBezTo>
                      <a:cubicBezTo>
                        <a:pt x="18" y="179"/>
                        <a:pt x="18" y="179"/>
                        <a:pt x="18" y="179"/>
                      </a:cubicBezTo>
                      <a:cubicBezTo>
                        <a:pt x="20" y="179"/>
                        <a:pt x="18" y="179"/>
                        <a:pt x="20" y="179"/>
                      </a:cubicBezTo>
                      <a:cubicBezTo>
                        <a:pt x="21" y="179"/>
                        <a:pt x="21" y="179"/>
                        <a:pt x="21" y="179"/>
                      </a:cubicBezTo>
                      <a:cubicBezTo>
                        <a:pt x="22" y="179"/>
                        <a:pt x="22" y="179"/>
                        <a:pt x="22" y="179"/>
                      </a:cubicBezTo>
                      <a:cubicBezTo>
                        <a:pt x="26" y="177"/>
                        <a:pt x="30" y="175"/>
                        <a:pt x="33" y="173"/>
                      </a:cubicBezTo>
                      <a:cubicBezTo>
                        <a:pt x="35" y="171"/>
                        <a:pt x="36" y="170"/>
                        <a:pt x="38" y="169"/>
                      </a:cubicBezTo>
                      <a:cubicBezTo>
                        <a:pt x="39" y="168"/>
                        <a:pt x="43" y="166"/>
                        <a:pt x="43" y="166"/>
                      </a:cubicBezTo>
                      <a:cubicBezTo>
                        <a:pt x="49" y="160"/>
                        <a:pt x="55" y="156"/>
                        <a:pt x="61" y="150"/>
                      </a:cubicBezTo>
                      <a:cubicBezTo>
                        <a:pt x="64" y="148"/>
                        <a:pt x="67" y="145"/>
                        <a:pt x="70" y="143"/>
                      </a:cubicBezTo>
                      <a:cubicBezTo>
                        <a:pt x="73" y="140"/>
                        <a:pt x="76" y="137"/>
                        <a:pt x="79" y="135"/>
                      </a:cubicBezTo>
                      <a:cubicBezTo>
                        <a:pt x="82" y="132"/>
                        <a:pt x="85" y="130"/>
                        <a:pt x="87" y="127"/>
                      </a:cubicBezTo>
                      <a:cubicBezTo>
                        <a:pt x="90" y="124"/>
                        <a:pt x="91" y="119"/>
                        <a:pt x="96" y="119"/>
                      </a:cubicBezTo>
                      <a:cubicBezTo>
                        <a:pt x="98" y="119"/>
                        <a:pt x="100" y="126"/>
                        <a:pt x="100" y="128"/>
                      </a:cubicBezTo>
                      <a:cubicBezTo>
                        <a:pt x="100" y="132"/>
                        <a:pt x="105" y="145"/>
                        <a:pt x="106" y="149"/>
                      </a:cubicBezTo>
                      <a:cubicBezTo>
                        <a:pt x="108" y="155"/>
                        <a:pt x="111" y="165"/>
                        <a:pt x="118" y="165"/>
                      </a:cubicBezTo>
                      <a:cubicBezTo>
                        <a:pt x="119" y="163"/>
                        <a:pt x="125" y="161"/>
                        <a:pt x="125" y="152"/>
                      </a:cubicBezTo>
                      <a:cubicBezTo>
                        <a:pt x="125" y="143"/>
                        <a:pt x="120" y="120"/>
                        <a:pt x="117" y="116"/>
                      </a:cubicBezTo>
                      <a:cubicBezTo>
                        <a:pt x="117" y="118"/>
                        <a:pt x="116" y="118"/>
                        <a:pt x="116" y="120"/>
                      </a:cubicBezTo>
                      <a:cubicBezTo>
                        <a:pt x="116" y="123"/>
                        <a:pt x="115" y="121"/>
                        <a:pt x="115" y="124"/>
                      </a:cubicBezTo>
                      <a:cubicBezTo>
                        <a:pt x="115" y="125"/>
                        <a:pt x="115" y="125"/>
                        <a:pt x="115" y="125"/>
                      </a:cubicBezTo>
                      <a:cubicBezTo>
                        <a:pt x="115" y="126"/>
                        <a:pt x="114" y="129"/>
                        <a:pt x="112" y="129"/>
                      </a:cubicBezTo>
                      <a:cubicBezTo>
                        <a:pt x="109" y="129"/>
                        <a:pt x="109" y="129"/>
                        <a:pt x="109" y="129"/>
                      </a:cubicBezTo>
                      <a:cubicBezTo>
                        <a:pt x="105" y="129"/>
                        <a:pt x="102" y="110"/>
                        <a:pt x="100" y="105"/>
                      </a:cubicBezTo>
                      <a:cubicBezTo>
                        <a:pt x="98" y="101"/>
                        <a:pt x="98" y="97"/>
                        <a:pt x="97" y="92"/>
                      </a:cubicBezTo>
                      <a:cubicBezTo>
                        <a:pt x="96" y="87"/>
                        <a:pt x="94" y="86"/>
                        <a:pt x="94" y="79"/>
                      </a:cubicBezTo>
                      <a:cubicBezTo>
                        <a:pt x="94" y="76"/>
                        <a:pt x="94" y="76"/>
                        <a:pt x="94" y="76"/>
                      </a:cubicBezTo>
                      <a:cubicBezTo>
                        <a:pt x="94" y="65"/>
                        <a:pt x="110" y="67"/>
                        <a:pt x="110" y="61"/>
                      </a:cubicBezTo>
                      <a:cubicBezTo>
                        <a:pt x="110" y="60"/>
                        <a:pt x="110" y="60"/>
                        <a:pt x="110" y="60"/>
                      </a:cubicBezTo>
                      <a:cubicBezTo>
                        <a:pt x="110" y="58"/>
                        <a:pt x="109" y="57"/>
                        <a:pt x="108" y="57"/>
                      </a:cubicBezTo>
                      <a:cubicBezTo>
                        <a:pt x="105" y="57"/>
                        <a:pt x="105" y="57"/>
                        <a:pt x="105" y="57"/>
                      </a:cubicBezTo>
                      <a:cubicBezTo>
                        <a:pt x="104" y="57"/>
                        <a:pt x="104" y="57"/>
                        <a:pt x="104" y="57"/>
                      </a:cubicBezTo>
                      <a:cubicBezTo>
                        <a:pt x="103" y="58"/>
                        <a:pt x="102" y="59"/>
                        <a:pt x="101" y="59"/>
                      </a:cubicBezTo>
                      <a:cubicBezTo>
                        <a:pt x="99" y="60"/>
                        <a:pt x="99" y="59"/>
                        <a:pt x="97" y="60"/>
                      </a:cubicBezTo>
                      <a:cubicBezTo>
                        <a:pt x="95" y="59"/>
                        <a:pt x="91" y="56"/>
                        <a:pt x="91" y="54"/>
                      </a:cubicBezTo>
                      <a:cubicBezTo>
                        <a:pt x="91" y="41"/>
                        <a:pt x="91" y="41"/>
                        <a:pt x="91" y="41"/>
                      </a:cubicBezTo>
                      <a:lnTo>
                        <a:pt x="91" y="29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3" name="íšlïďè"/>
                <p:cNvSpPr/>
                <p:nvPr/>
              </p:nvSpPr>
              <p:spPr bwMode="auto">
                <a:xfrm>
                  <a:off x="5478463" y="3581400"/>
                  <a:ext cx="46038" cy="76200"/>
                </a:xfrm>
                <a:custGeom>
                  <a:avLst/>
                  <a:gdLst>
                    <a:gd name="T0" fmla="*/ 14 w 14"/>
                    <a:gd name="T1" fmla="*/ 15 h 23"/>
                    <a:gd name="T2" fmla="*/ 10 w 14"/>
                    <a:gd name="T3" fmla="*/ 6 h 23"/>
                    <a:gd name="T4" fmla="*/ 3 w 14"/>
                    <a:gd name="T5" fmla="*/ 0 h 23"/>
                    <a:gd name="T6" fmla="*/ 0 w 14"/>
                    <a:gd name="T7" fmla="*/ 3 h 23"/>
                    <a:gd name="T8" fmla="*/ 5 w 14"/>
                    <a:gd name="T9" fmla="*/ 11 h 23"/>
                    <a:gd name="T10" fmla="*/ 5 w 14"/>
                    <a:gd name="T11" fmla="*/ 12 h 23"/>
                    <a:gd name="T12" fmla="*/ 5 w 14"/>
                    <a:gd name="T13" fmla="*/ 14 h 23"/>
                    <a:gd name="T14" fmla="*/ 5 w 14"/>
                    <a:gd name="T15" fmla="*/ 15 h 23"/>
                    <a:gd name="T16" fmla="*/ 2 w 14"/>
                    <a:gd name="T17" fmla="*/ 19 h 23"/>
                    <a:gd name="T18" fmla="*/ 2 w 14"/>
                    <a:gd name="T19" fmla="*/ 22 h 23"/>
                    <a:gd name="T20" fmla="*/ 5 w 14"/>
                    <a:gd name="T21" fmla="*/ 23 h 23"/>
                    <a:gd name="T22" fmla="*/ 6 w 14"/>
                    <a:gd name="T23" fmla="*/ 23 h 23"/>
                    <a:gd name="T24" fmla="*/ 11 w 14"/>
                    <a:gd name="T25" fmla="*/ 20 h 23"/>
                    <a:gd name="T26" fmla="*/ 14 w 14"/>
                    <a:gd name="T27" fmla="*/ 15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4" h="23">
                      <a:moveTo>
                        <a:pt x="14" y="15"/>
                      </a:moveTo>
                      <a:cubicBezTo>
                        <a:pt x="14" y="11"/>
                        <a:pt x="12" y="9"/>
                        <a:pt x="10" y="6"/>
                      </a:cubicBezTo>
                      <a:cubicBezTo>
                        <a:pt x="8" y="5"/>
                        <a:pt x="3" y="1"/>
                        <a:pt x="3" y="0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5" y="12"/>
                        <a:pt x="5" y="12"/>
                        <a:pt x="5" y="12"/>
                      </a:cubicBez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5" y="15"/>
                        <a:pt x="5" y="15"/>
                        <a:pt x="5" y="15"/>
                      </a:cubicBezTo>
                      <a:cubicBezTo>
                        <a:pt x="2" y="19"/>
                        <a:pt x="2" y="19"/>
                        <a:pt x="2" y="19"/>
                      </a:cubicBezTo>
                      <a:cubicBezTo>
                        <a:pt x="2" y="22"/>
                        <a:pt x="2" y="22"/>
                        <a:pt x="2" y="22"/>
                      </a:cubicBezTo>
                      <a:cubicBezTo>
                        <a:pt x="5" y="23"/>
                        <a:pt x="5" y="23"/>
                        <a:pt x="5" y="23"/>
                      </a:cubicBezTo>
                      <a:cubicBezTo>
                        <a:pt x="6" y="23"/>
                        <a:pt x="6" y="23"/>
                        <a:pt x="6" y="23"/>
                      </a:cubicBezTo>
                      <a:cubicBezTo>
                        <a:pt x="7" y="23"/>
                        <a:pt x="11" y="21"/>
                        <a:pt x="11" y="20"/>
                      </a:cubicBezTo>
                      <a:cubicBezTo>
                        <a:pt x="13" y="19"/>
                        <a:pt x="13" y="17"/>
                        <a:pt x="14" y="1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4" name="işḷîḑe"/>
                <p:cNvSpPr/>
                <p:nvPr/>
              </p:nvSpPr>
              <p:spPr bwMode="auto">
                <a:xfrm>
                  <a:off x="6310313" y="3136900"/>
                  <a:ext cx="406400" cy="554038"/>
                </a:xfrm>
                <a:custGeom>
                  <a:avLst/>
                  <a:gdLst>
                    <a:gd name="T0" fmla="*/ 101 w 123"/>
                    <a:gd name="T1" fmla="*/ 9 h 166"/>
                    <a:gd name="T2" fmla="*/ 96 w 123"/>
                    <a:gd name="T3" fmla="*/ 0 h 166"/>
                    <a:gd name="T4" fmla="*/ 76 w 123"/>
                    <a:gd name="T5" fmla="*/ 23 h 166"/>
                    <a:gd name="T6" fmla="*/ 66 w 123"/>
                    <a:gd name="T7" fmla="*/ 20 h 166"/>
                    <a:gd name="T8" fmla="*/ 69 w 123"/>
                    <a:gd name="T9" fmla="*/ 29 h 166"/>
                    <a:gd name="T10" fmla="*/ 64 w 123"/>
                    <a:gd name="T11" fmla="*/ 38 h 166"/>
                    <a:gd name="T12" fmla="*/ 71 w 123"/>
                    <a:gd name="T13" fmla="*/ 37 h 166"/>
                    <a:gd name="T14" fmla="*/ 78 w 123"/>
                    <a:gd name="T15" fmla="*/ 38 h 166"/>
                    <a:gd name="T16" fmla="*/ 104 w 123"/>
                    <a:gd name="T17" fmla="*/ 37 h 166"/>
                    <a:gd name="T18" fmla="*/ 97 w 123"/>
                    <a:gd name="T19" fmla="*/ 43 h 166"/>
                    <a:gd name="T20" fmla="*/ 85 w 123"/>
                    <a:gd name="T21" fmla="*/ 56 h 166"/>
                    <a:gd name="T22" fmla="*/ 78 w 123"/>
                    <a:gd name="T23" fmla="*/ 67 h 166"/>
                    <a:gd name="T24" fmla="*/ 72 w 123"/>
                    <a:gd name="T25" fmla="*/ 62 h 166"/>
                    <a:gd name="T26" fmla="*/ 72 w 123"/>
                    <a:gd name="T27" fmla="*/ 48 h 166"/>
                    <a:gd name="T28" fmla="*/ 63 w 123"/>
                    <a:gd name="T29" fmla="*/ 57 h 166"/>
                    <a:gd name="T30" fmla="*/ 56 w 123"/>
                    <a:gd name="T31" fmla="*/ 57 h 166"/>
                    <a:gd name="T32" fmla="*/ 61 w 123"/>
                    <a:gd name="T33" fmla="*/ 66 h 166"/>
                    <a:gd name="T34" fmla="*/ 59 w 123"/>
                    <a:gd name="T35" fmla="*/ 70 h 166"/>
                    <a:gd name="T36" fmla="*/ 68 w 123"/>
                    <a:gd name="T37" fmla="*/ 74 h 166"/>
                    <a:gd name="T38" fmla="*/ 68 w 123"/>
                    <a:gd name="T39" fmla="*/ 78 h 166"/>
                    <a:gd name="T40" fmla="*/ 40 w 123"/>
                    <a:gd name="T41" fmla="*/ 92 h 166"/>
                    <a:gd name="T42" fmla="*/ 24 w 123"/>
                    <a:gd name="T43" fmla="*/ 99 h 166"/>
                    <a:gd name="T44" fmla="*/ 3 w 123"/>
                    <a:gd name="T45" fmla="*/ 105 h 166"/>
                    <a:gd name="T46" fmla="*/ 2 w 123"/>
                    <a:gd name="T47" fmla="*/ 112 h 166"/>
                    <a:gd name="T48" fmla="*/ 14 w 123"/>
                    <a:gd name="T49" fmla="*/ 120 h 166"/>
                    <a:gd name="T50" fmla="*/ 32 w 123"/>
                    <a:gd name="T51" fmla="*/ 108 h 166"/>
                    <a:gd name="T52" fmla="*/ 55 w 123"/>
                    <a:gd name="T53" fmla="*/ 93 h 166"/>
                    <a:gd name="T54" fmla="*/ 63 w 123"/>
                    <a:gd name="T55" fmla="*/ 89 h 166"/>
                    <a:gd name="T56" fmla="*/ 82 w 123"/>
                    <a:gd name="T57" fmla="*/ 83 h 166"/>
                    <a:gd name="T58" fmla="*/ 82 w 123"/>
                    <a:gd name="T59" fmla="*/ 86 h 166"/>
                    <a:gd name="T60" fmla="*/ 74 w 123"/>
                    <a:gd name="T61" fmla="*/ 97 h 166"/>
                    <a:gd name="T62" fmla="*/ 61 w 123"/>
                    <a:gd name="T63" fmla="*/ 107 h 166"/>
                    <a:gd name="T64" fmla="*/ 64 w 123"/>
                    <a:gd name="T65" fmla="*/ 118 h 166"/>
                    <a:gd name="T66" fmla="*/ 55 w 123"/>
                    <a:gd name="T67" fmla="*/ 126 h 166"/>
                    <a:gd name="T68" fmla="*/ 40 w 123"/>
                    <a:gd name="T69" fmla="*/ 129 h 166"/>
                    <a:gd name="T70" fmla="*/ 30 w 123"/>
                    <a:gd name="T71" fmla="*/ 130 h 166"/>
                    <a:gd name="T72" fmla="*/ 35 w 123"/>
                    <a:gd name="T73" fmla="*/ 141 h 166"/>
                    <a:gd name="T74" fmla="*/ 38 w 123"/>
                    <a:gd name="T75" fmla="*/ 141 h 166"/>
                    <a:gd name="T76" fmla="*/ 56 w 123"/>
                    <a:gd name="T77" fmla="*/ 133 h 166"/>
                    <a:gd name="T78" fmla="*/ 63 w 123"/>
                    <a:gd name="T79" fmla="*/ 141 h 166"/>
                    <a:gd name="T80" fmla="*/ 56 w 123"/>
                    <a:gd name="T81" fmla="*/ 154 h 166"/>
                    <a:gd name="T82" fmla="*/ 53 w 123"/>
                    <a:gd name="T83" fmla="*/ 154 h 166"/>
                    <a:gd name="T84" fmla="*/ 49 w 123"/>
                    <a:gd name="T85" fmla="*/ 154 h 166"/>
                    <a:gd name="T86" fmla="*/ 46 w 123"/>
                    <a:gd name="T87" fmla="*/ 156 h 166"/>
                    <a:gd name="T88" fmla="*/ 56 w 123"/>
                    <a:gd name="T89" fmla="*/ 166 h 166"/>
                    <a:gd name="T90" fmla="*/ 71 w 123"/>
                    <a:gd name="T91" fmla="*/ 160 h 166"/>
                    <a:gd name="T92" fmla="*/ 75 w 123"/>
                    <a:gd name="T93" fmla="*/ 146 h 166"/>
                    <a:gd name="T94" fmla="*/ 80 w 123"/>
                    <a:gd name="T95" fmla="*/ 124 h 166"/>
                    <a:gd name="T96" fmla="*/ 94 w 123"/>
                    <a:gd name="T97" fmla="*/ 120 h 166"/>
                    <a:gd name="T98" fmla="*/ 81 w 123"/>
                    <a:gd name="T99" fmla="*/ 117 h 166"/>
                    <a:gd name="T100" fmla="*/ 72 w 123"/>
                    <a:gd name="T101" fmla="*/ 107 h 166"/>
                    <a:gd name="T102" fmla="*/ 78 w 123"/>
                    <a:gd name="T103" fmla="*/ 96 h 166"/>
                    <a:gd name="T104" fmla="*/ 92 w 123"/>
                    <a:gd name="T105" fmla="*/ 89 h 166"/>
                    <a:gd name="T106" fmla="*/ 102 w 123"/>
                    <a:gd name="T107" fmla="*/ 78 h 166"/>
                    <a:gd name="T108" fmla="*/ 95 w 123"/>
                    <a:gd name="T109" fmla="*/ 61 h 166"/>
                    <a:gd name="T110" fmla="*/ 109 w 123"/>
                    <a:gd name="T111" fmla="*/ 48 h 166"/>
                    <a:gd name="T112" fmla="*/ 116 w 123"/>
                    <a:gd name="T113" fmla="*/ 42 h 166"/>
                    <a:gd name="T114" fmla="*/ 121 w 123"/>
                    <a:gd name="T115" fmla="*/ 32 h 166"/>
                    <a:gd name="T116" fmla="*/ 116 w 123"/>
                    <a:gd name="T117" fmla="*/ 17 h 166"/>
                    <a:gd name="T118" fmla="*/ 104 w 123"/>
                    <a:gd name="T119" fmla="*/ 20 h 166"/>
                    <a:gd name="T120" fmla="*/ 93 w 123"/>
                    <a:gd name="T121" fmla="*/ 21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123" h="166">
                      <a:moveTo>
                        <a:pt x="93" y="21"/>
                      </a:moveTo>
                      <a:cubicBezTo>
                        <a:pt x="94" y="14"/>
                        <a:pt x="98" y="14"/>
                        <a:pt x="101" y="9"/>
                      </a:cubicBezTo>
                      <a:cubicBezTo>
                        <a:pt x="101" y="8"/>
                        <a:pt x="101" y="8"/>
                        <a:pt x="101" y="8"/>
                      </a:cubicBezTo>
                      <a:cubicBezTo>
                        <a:pt x="101" y="5"/>
                        <a:pt x="97" y="1"/>
                        <a:pt x="96" y="0"/>
                      </a:cubicBezTo>
                      <a:cubicBezTo>
                        <a:pt x="89" y="3"/>
                        <a:pt x="91" y="6"/>
                        <a:pt x="88" y="13"/>
                      </a:cubicBezTo>
                      <a:cubicBezTo>
                        <a:pt x="85" y="17"/>
                        <a:pt x="82" y="23"/>
                        <a:pt x="76" y="23"/>
                      </a:cubicBezTo>
                      <a:cubicBezTo>
                        <a:pt x="75" y="23"/>
                        <a:pt x="70" y="18"/>
                        <a:pt x="67" y="17"/>
                      </a:cubicBezTo>
                      <a:cubicBezTo>
                        <a:pt x="66" y="20"/>
                        <a:pt x="66" y="20"/>
                        <a:pt x="66" y="20"/>
                      </a:cubicBezTo>
                      <a:cubicBezTo>
                        <a:pt x="67" y="23"/>
                        <a:pt x="69" y="24"/>
                        <a:pt x="69" y="28"/>
                      </a:cubicBezTo>
                      <a:cubicBezTo>
                        <a:pt x="69" y="29"/>
                        <a:pt x="69" y="29"/>
                        <a:pt x="69" y="29"/>
                      </a:cubicBezTo>
                      <a:cubicBezTo>
                        <a:pt x="69" y="29"/>
                        <a:pt x="63" y="36"/>
                        <a:pt x="62" y="37"/>
                      </a:cubicBezTo>
                      <a:cubicBezTo>
                        <a:pt x="63" y="38"/>
                        <a:pt x="61" y="38"/>
                        <a:pt x="64" y="38"/>
                      </a:cubicBezTo>
                      <a:cubicBezTo>
                        <a:pt x="64" y="38"/>
                        <a:pt x="64" y="38"/>
                        <a:pt x="64" y="38"/>
                      </a:cubicBezTo>
                      <a:cubicBezTo>
                        <a:pt x="71" y="37"/>
                        <a:pt x="71" y="37"/>
                        <a:pt x="71" y="37"/>
                      </a:cubicBezTo>
                      <a:cubicBezTo>
                        <a:pt x="74" y="37"/>
                        <a:pt x="74" y="38"/>
                        <a:pt x="78" y="38"/>
                      </a:cubicBezTo>
                      <a:cubicBezTo>
                        <a:pt x="78" y="38"/>
                        <a:pt x="78" y="38"/>
                        <a:pt x="78" y="38"/>
                      </a:cubicBezTo>
                      <a:cubicBezTo>
                        <a:pt x="79" y="38"/>
                        <a:pt x="84" y="33"/>
                        <a:pt x="91" y="32"/>
                      </a:cubicBezTo>
                      <a:cubicBezTo>
                        <a:pt x="96" y="31"/>
                        <a:pt x="104" y="30"/>
                        <a:pt x="104" y="37"/>
                      </a:cubicBezTo>
                      <a:cubicBezTo>
                        <a:pt x="104" y="39"/>
                        <a:pt x="102" y="41"/>
                        <a:pt x="101" y="43"/>
                      </a:cubicBezTo>
                      <a:cubicBezTo>
                        <a:pt x="98" y="43"/>
                        <a:pt x="99" y="43"/>
                        <a:pt x="97" y="43"/>
                      </a:cubicBezTo>
                      <a:cubicBezTo>
                        <a:pt x="96" y="43"/>
                        <a:pt x="93" y="42"/>
                        <a:pt x="92" y="41"/>
                      </a:cubicBezTo>
                      <a:cubicBezTo>
                        <a:pt x="85" y="46"/>
                        <a:pt x="88" y="49"/>
                        <a:pt x="85" y="56"/>
                      </a:cubicBezTo>
                      <a:cubicBezTo>
                        <a:pt x="84" y="57"/>
                        <a:pt x="81" y="64"/>
                        <a:pt x="81" y="64"/>
                      </a:cubicBezTo>
                      <a:cubicBezTo>
                        <a:pt x="80" y="66"/>
                        <a:pt x="80" y="64"/>
                        <a:pt x="78" y="67"/>
                      </a:cubicBezTo>
                      <a:cubicBezTo>
                        <a:pt x="77" y="70"/>
                        <a:pt x="78" y="68"/>
                        <a:pt x="76" y="70"/>
                      </a:cubicBezTo>
                      <a:cubicBezTo>
                        <a:pt x="74" y="67"/>
                        <a:pt x="72" y="66"/>
                        <a:pt x="72" y="62"/>
                      </a:cubicBezTo>
                      <a:cubicBezTo>
                        <a:pt x="72" y="61"/>
                        <a:pt x="75" y="55"/>
                        <a:pt x="76" y="54"/>
                      </a:cubicBezTo>
                      <a:cubicBezTo>
                        <a:pt x="75" y="51"/>
                        <a:pt x="75" y="48"/>
                        <a:pt x="72" y="48"/>
                      </a:cubicBezTo>
                      <a:cubicBezTo>
                        <a:pt x="71" y="48"/>
                        <a:pt x="70" y="49"/>
                        <a:pt x="70" y="49"/>
                      </a:cubicBezTo>
                      <a:cubicBezTo>
                        <a:pt x="70" y="55"/>
                        <a:pt x="67" y="55"/>
                        <a:pt x="63" y="57"/>
                      </a:cubicBezTo>
                      <a:cubicBezTo>
                        <a:pt x="62" y="56"/>
                        <a:pt x="60" y="55"/>
                        <a:pt x="59" y="55"/>
                      </a:cubicBezTo>
                      <a:cubicBezTo>
                        <a:pt x="58" y="55"/>
                        <a:pt x="56" y="57"/>
                        <a:pt x="56" y="57"/>
                      </a:cubicBezTo>
                      <a:cubicBezTo>
                        <a:pt x="58" y="60"/>
                        <a:pt x="59" y="60"/>
                        <a:pt x="61" y="64"/>
                      </a:cubicBezTo>
                      <a:cubicBezTo>
                        <a:pt x="61" y="66"/>
                        <a:pt x="61" y="66"/>
                        <a:pt x="61" y="66"/>
                      </a:cubicBezTo>
                      <a:cubicBezTo>
                        <a:pt x="61" y="67"/>
                        <a:pt x="61" y="67"/>
                        <a:pt x="61" y="67"/>
                      </a:cubicBezTo>
                      <a:cubicBezTo>
                        <a:pt x="59" y="70"/>
                        <a:pt x="59" y="70"/>
                        <a:pt x="59" y="70"/>
                      </a:cubicBezTo>
                      <a:cubicBezTo>
                        <a:pt x="60" y="71"/>
                        <a:pt x="58" y="71"/>
                        <a:pt x="61" y="71"/>
                      </a:cubicBezTo>
                      <a:cubicBezTo>
                        <a:pt x="64" y="71"/>
                        <a:pt x="66" y="72"/>
                        <a:pt x="68" y="74"/>
                      </a:cubicBezTo>
                      <a:cubicBezTo>
                        <a:pt x="68" y="75"/>
                        <a:pt x="68" y="75"/>
                        <a:pt x="68" y="75"/>
                      </a:cubicBezTo>
                      <a:cubicBezTo>
                        <a:pt x="68" y="78"/>
                        <a:pt x="68" y="78"/>
                        <a:pt x="68" y="78"/>
                      </a:cubicBezTo>
                      <a:cubicBezTo>
                        <a:pt x="68" y="82"/>
                        <a:pt x="58" y="85"/>
                        <a:pt x="55" y="86"/>
                      </a:cubicBezTo>
                      <a:cubicBezTo>
                        <a:pt x="50" y="88"/>
                        <a:pt x="44" y="91"/>
                        <a:pt x="40" y="92"/>
                      </a:cubicBezTo>
                      <a:cubicBezTo>
                        <a:pt x="36" y="94"/>
                        <a:pt x="35" y="94"/>
                        <a:pt x="32" y="96"/>
                      </a:cubicBezTo>
                      <a:cubicBezTo>
                        <a:pt x="29" y="97"/>
                        <a:pt x="27" y="97"/>
                        <a:pt x="24" y="99"/>
                      </a:cubicBezTo>
                      <a:cubicBezTo>
                        <a:pt x="20" y="101"/>
                        <a:pt x="13" y="104"/>
                        <a:pt x="9" y="104"/>
                      </a:cubicBezTo>
                      <a:cubicBezTo>
                        <a:pt x="3" y="105"/>
                        <a:pt x="3" y="105"/>
                        <a:pt x="3" y="105"/>
                      </a:cubicBezTo>
                      <a:cubicBezTo>
                        <a:pt x="1" y="105"/>
                        <a:pt x="1" y="106"/>
                        <a:pt x="0" y="107"/>
                      </a:cubicBezTo>
                      <a:cubicBezTo>
                        <a:pt x="0" y="108"/>
                        <a:pt x="0" y="111"/>
                        <a:pt x="2" y="112"/>
                      </a:cubicBezTo>
                      <a:cubicBezTo>
                        <a:pt x="4" y="114"/>
                        <a:pt x="3" y="114"/>
                        <a:pt x="5" y="115"/>
                      </a:cubicBezTo>
                      <a:cubicBezTo>
                        <a:pt x="6" y="116"/>
                        <a:pt x="12" y="119"/>
                        <a:pt x="14" y="120"/>
                      </a:cubicBezTo>
                      <a:cubicBezTo>
                        <a:pt x="15" y="119"/>
                        <a:pt x="15" y="119"/>
                        <a:pt x="17" y="119"/>
                      </a:cubicBezTo>
                      <a:cubicBezTo>
                        <a:pt x="20" y="119"/>
                        <a:pt x="30" y="110"/>
                        <a:pt x="32" y="108"/>
                      </a:cubicBezTo>
                      <a:cubicBezTo>
                        <a:pt x="36" y="104"/>
                        <a:pt x="42" y="101"/>
                        <a:pt x="47" y="98"/>
                      </a:cubicBezTo>
                      <a:cubicBezTo>
                        <a:pt x="50" y="96"/>
                        <a:pt x="52" y="95"/>
                        <a:pt x="55" y="93"/>
                      </a:cubicBezTo>
                      <a:cubicBezTo>
                        <a:pt x="57" y="92"/>
                        <a:pt x="58" y="92"/>
                        <a:pt x="59" y="91"/>
                      </a:cubicBezTo>
                      <a:cubicBezTo>
                        <a:pt x="61" y="90"/>
                        <a:pt x="61" y="90"/>
                        <a:pt x="63" y="89"/>
                      </a:cubicBezTo>
                      <a:cubicBezTo>
                        <a:pt x="68" y="87"/>
                        <a:pt x="74" y="80"/>
                        <a:pt x="79" y="80"/>
                      </a:cubicBezTo>
                      <a:cubicBezTo>
                        <a:pt x="81" y="80"/>
                        <a:pt x="82" y="82"/>
                        <a:pt x="82" y="83"/>
                      </a:cubicBezTo>
                      <a:cubicBezTo>
                        <a:pt x="82" y="85"/>
                        <a:pt x="82" y="85"/>
                        <a:pt x="82" y="85"/>
                      </a:cubicBezTo>
                      <a:cubicBezTo>
                        <a:pt x="82" y="86"/>
                        <a:pt x="82" y="86"/>
                        <a:pt x="82" y="86"/>
                      </a:cubicBezTo>
                      <a:cubicBezTo>
                        <a:pt x="80" y="90"/>
                        <a:pt x="79" y="89"/>
                        <a:pt x="78" y="93"/>
                      </a:cubicBezTo>
                      <a:cubicBezTo>
                        <a:pt x="75" y="94"/>
                        <a:pt x="75" y="94"/>
                        <a:pt x="74" y="97"/>
                      </a:cubicBezTo>
                      <a:cubicBezTo>
                        <a:pt x="69" y="98"/>
                        <a:pt x="71" y="99"/>
                        <a:pt x="67" y="101"/>
                      </a:cubicBezTo>
                      <a:cubicBezTo>
                        <a:pt x="63" y="103"/>
                        <a:pt x="63" y="103"/>
                        <a:pt x="61" y="107"/>
                      </a:cubicBezTo>
                      <a:cubicBezTo>
                        <a:pt x="61" y="110"/>
                        <a:pt x="64" y="114"/>
                        <a:pt x="64" y="117"/>
                      </a:cubicBezTo>
                      <a:cubicBezTo>
                        <a:pt x="64" y="118"/>
                        <a:pt x="64" y="118"/>
                        <a:pt x="64" y="118"/>
                      </a:cubicBezTo>
                      <a:cubicBezTo>
                        <a:pt x="64" y="119"/>
                        <a:pt x="64" y="119"/>
                        <a:pt x="64" y="119"/>
                      </a:cubicBezTo>
                      <a:cubicBezTo>
                        <a:pt x="61" y="123"/>
                        <a:pt x="60" y="125"/>
                        <a:pt x="55" y="126"/>
                      </a:cubicBezTo>
                      <a:cubicBezTo>
                        <a:pt x="51" y="127"/>
                        <a:pt x="43" y="129"/>
                        <a:pt x="41" y="129"/>
                      </a:cubicBezTo>
                      <a:cubicBezTo>
                        <a:pt x="40" y="129"/>
                        <a:pt x="40" y="129"/>
                        <a:pt x="40" y="129"/>
                      </a:cubicBezTo>
                      <a:cubicBezTo>
                        <a:pt x="32" y="130"/>
                        <a:pt x="32" y="130"/>
                        <a:pt x="32" y="130"/>
                      </a:cubicBezTo>
                      <a:cubicBezTo>
                        <a:pt x="30" y="130"/>
                        <a:pt x="30" y="130"/>
                        <a:pt x="30" y="130"/>
                      </a:cubicBezTo>
                      <a:cubicBezTo>
                        <a:pt x="27" y="132"/>
                        <a:pt x="27" y="132"/>
                        <a:pt x="27" y="132"/>
                      </a:cubicBezTo>
                      <a:cubicBezTo>
                        <a:pt x="30" y="136"/>
                        <a:pt x="30" y="138"/>
                        <a:pt x="35" y="141"/>
                      </a:cubicBezTo>
                      <a:cubicBezTo>
                        <a:pt x="36" y="141"/>
                        <a:pt x="36" y="141"/>
                        <a:pt x="36" y="141"/>
                      </a:cubicBezTo>
                      <a:cubicBezTo>
                        <a:pt x="38" y="141"/>
                        <a:pt x="38" y="141"/>
                        <a:pt x="38" y="141"/>
                      </a:cubicBezTo>
                      <a:cubicBezTo>
                        <a:pt x="39" y="141"/>
                        <a:pt x="39" y="141"/>
                        <a:pt x="39" y="141"/>
                      </a:cubicBezTo>
                      <a:cubicBezTo>
                        <a:pt x="43" y="138"/>
                        <a:pt x="51" y="133"/>
                        <a:pt x="56" y="133"/>
                      </a:cubicBezTo>
                      <a:cubicBezTo>
                        <a:pt x="58" y="133"/>
                        <a:pt x="58" y="133"/>
                        <a:pt x="58" y="133"/>
                      </a:cubicBezTo>
                      <a:cubicBezTo>
                        <a:pt x="62" y="133"/>
                        <a:pt x="63" y="137"/>
                        <a:pt x="63" y="141"/>
                      </a:cubicBezTo>
                      <a:cubicBezTo>
                        <a:pt x="63" y="143"/>
                        <a:pt x="63" y="143"/>
                        <a:pt x="63" y="143"/>
                      </a:cubicBezTo>
                      <a:cubicBezTo>
                        <a:pt x="63" y="150"/>
                        <a:pt x="60" y="152"/>
                        <a:pt x="56" y="154"/>
                      </a:cubicBezTo>
                      <a:cubicBezTo>
                        <a:pt x="55" y="154"/>
                        <a:pt x="55" y="154"/>
                        <a:pt x="55" y="154"/>
                      </a:cubicBezTo>
                      <a:cubicBezTo>
                        <a:pt x="53" y="154"/>
                        <a:pt x="53" y="154"/>
                        <a:pt x="53" y="154"/>
                      </a:cubicBezTo>
                      <a:cubicBezTo>
                        <a:pt x="52" y="154"/>
                        <a:pt x="52" y="154"/>
                        <a:pt x="51" y="153"/>
                      </a:cubicBezTo>
                      <a:cubicBezTo>
                        <a:pt x="50" y="154"/>
                        <a:pt x="50" y="154"/>
                        <a:pt x="49" y="154"/>
                      </a:cubicBezTo>
                      <a:cubicBezTo>
                        <a:pt x="47" y="154"/>
                        <a:pt x="47" y="154"/>
                        <a:pt x="47" y="154"/>
                      </a:cubicBezTo>
                      <a:cubicBezTo>
                        <a:pt x="47" y="155"/>
                        <a:pt x="46" y="155"/>
                        <a:pt x="46" y="156"/>
                      </a:cubicBezTo>
                      <a:cubicBezTo>
                        <a:pt x="46" y="158"/>
                        <a:pt x="53" y="165"/>
                        <a:pt x="55" y="166"/>
                      </a:cubicBezTo>
                      <a:cubicBezTo>
                        <a:pt x="56" y="166"/>
                        <a:pt x="56" y="166"/>
                        <a:pt x="56" y="166"/>
                      </a:cubicBezTo>
                      <a:cubicBezTo>
                        <a:pt x="61" y="166"/>
                        <a:pt x="61" y="166"/>
                        <a:pt x="61" y="166"/>
                      </a:cubicBezTo>
                      <a:cubicBezTo>
                        <a:pt x="66" y="166"/>
                        <a:pt x="69" y="163"/>
                        <a:pt x="71" y="160"/>
                      </a:cubicBezTo>
                      <a:cubicBezTo>
                        <a:pt x="74" y="155"/>
                        <a:pt x="74" y="151"/>
                        <a:pt x="76" y="148"/>
                      </a:cubicBezTo>
                      <a:cubicBezTo>
                        <a:pt x="75" y="146"/>
                        <a:pt x="75" y="148"/>
                        <a:pt x="75" y="146"/>
                      </a:cubicBezTo>
                      <a:cubicBezTo>
                        <a:pt x="75" y="138"/>
                        <a:pt x="75" y="138"/>
                        <a:pt x="75" y="138"/>
                      </a:cubicBezTo>
                      <a:cubicBezTo>
                        <a:pt x="75" y="130"/>
                        <a:pt x="74" y="128"/>
                        <a:pt x="80" y="124"/>
                      </a:cubicBezTo>
                      <a:cubicBezTo>
                        <a:pt x="81" y="124"/>
                        <a:pt x="81" y="124"/>
                        <a:pt x="81" y="124"/>
                      </a:cubicBezTo>
                      <a:cubicBezTo>
                        <a:pt x="90" y="124"/>
                        <a:pt x="90" y="127"/>
                        <a:pt x="94" y="120"/>
                      </a:cubicBezTo>
                      <a:cubicBezTo>
                        <a:pt x="92" y="117"/>
                        <a:pt x="91" y="116"/>
                        <a:pt x="88" y="115"/>
                      </a:cubicBezTo>
                      <a:cubicBezTo>
                        <a:pt x="86" y="116"/>
                        <a:pt x="84" y="117"/>
                        <a:pt x="81" y="117"/>
                      </a:cubicBezTo>
                      <a:cubicBezTo>
                        <a:pt x="79" y="117"/>
                        <a:pt x="79" y="117"/>
                        <a:pt x="79" y="117"/>
                      </a:cubicBezTo>
                      <a:cubicBezTo>
                        <a:pt x="77" y="116"/>
                        <a:pt x="72" y="109"/>
                        <a:pt x="72" y="107"/>
                      </a:cubicBezTo>
                      <a:cubicBezTo>
                        <a:pt x="72" y="105"/>
                        <a:pt x="72" y="105"/>
                        <a:pt x="72" y="105"/>
                      </a:cubicBezTo>
                      <a:cubicBezTo>
                        <a:pt x="72" y="99"/>
                        <a:pt x="75" y="100"/>
                        <a:pt x="78" y="96"/>
                      </a:cubicBezTo>
                      <a:cubicBezTo>
                        <a:pt x="80" y="96"/>
                        <a:pt x="80" y="96"/>
                        <a:pt x="80" y="96"/>
                      </a:cubicBezTo>
                      <a:cubicBezTo>
                        <a:pt x="82" y="93"/>
                        <a:pt x="89" y="90"/>
                        <a:pt x="92" y="89"/>
                      </a:cubicBezTo>
                      <a:cubicBezTo>
                        <a:pt x="95" y="87"/>
                        <a:pt x="101" y="83"/>
                        <a:pt x="101" y="80"/>
                      </a:cubicBezTo>
                      <a:cubicBezTo>
                        <a:pt x="101" y="77"/>
                        <a:pt x="101" y="79"/>
                        <a:pt x="102" y="78"/>
                      </a:cubicBezTo>
                      <a:cubicBezTo>
                        <a:pt x="101" y="77"/>
                        <a:pt x="101" y="79"/>
                        <a:pt x="101" y="77"/>
                      </a:cubicBezTo>
                      <a:cubicBezTo>
                        <a:pt x="101" y="73"/>
                        <a:pt x="96" y="64"/>
                        <a:pt x="95" y="61"/>
                      </a:cubicBezTo>
                      <a:cubicBezTo>
                        <a:pt x="95" y="61"/>
                        <a:pt x="101" y="55"/>
                        <a:pt x="102" y="55"/>
                      </a:cubicBezTo>
                      <a:cubicBezTo>
                        <a:pt x="104" y="52"/>
                        <a:pt x="106" y="51"/>
                        <a:pt x="109" y="48"/>
                      </a:cubicBezTo>
                      <a:cubicBezTo>
                        <a:pt x="110" y="47"/>
                        <a:pt x="112" y="46"/>
                        <a:pt x="113" y="45"/>
                      </a:cubicBezTo>
                      <a:cubicBezTo>
                        <a:pt x="114" y="44"/>
                        <a:pt x="115" y="43"/>
                        <a:pt x="116" y="42"/>
                      </a:cubicBezTo>
                      <a:cubicBezTo>
                        <a:pt x="118" y="39"/>
                        <a:pt x="118" y="35"/>
                        <a:pt x="121" y="34"/>
                      </a:cubicBezTo>
                      <a:cubicBezTo>
                        <a:pt x="121" y="32"/>
                        <a:pt x="121" y="32"/>
                        <a:pt x="121" y="32"/>
                      </a:cubicBezTo>
                      <a:cubicBezTo>
                        <a:pt x="121" y="27"/>
                        <a:pt x="123" y="30"/>
                        <a:pt x="120" y="24"/>
                      </a:cubicBezTo>
                      <a:cubicBezTo>
                        <a:pt x="118" y="20"/>
                        <a:pt x="118" y="20"/>
                        <a:pt x="116" y="17"/>
                      </a:cubicBezTo>
                      <a:cubicBezTo>
                        <a:pt x="113" y="17"/>
                        <a:pt x="113" y="17"/>
                        <a:pt x="113" y="17"/>
                      </a:cubicBezTo>
                      <a:cubicBezTo>
                        <a:pt x="111" y="17"/>
                        <a:pt x="105" y="19"/>
                        <a:pt x="104" y="20"/>
                      </a:cubicBezTo>
                      <a:cubicBezTo>
                        <a:pt x="101" y="23"/>
                        <a:pt x="102" y="23"/>
                        <a:pt x="96" y="24"/>
                      </a:cubicBezTo>
                      <a:lnTo>
                        <a:pt x="93" y="2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5" name="íṥḻiďê"/>
                <p:cNvSpPr/>
                <p:nvPr/>
              </p:nvSpPr>
              <p:spPr bwMode="auto">
                <a:xfrm>
                  <a:off x="5159376" y="3357563"/>
                  <a:ext cx="117475" cy="366713"/>
                </a:xfrm>
                <a:custGeom>
                  <a:avLst/>
                  <a:gdLst>
                    <a:gd name="T0" fmla="*/ 23 w 36"/>
                    <a:gd name="T1" fmla="*/ 14 h 110"/>
                    <a:gd name="T2" fmla="*/ 23 w 36"/>
                    <a:gd name="T3" fmla="*/ 12 h 110"/>
                    <a:gd name="T4" fmla="*/ 18 w 36"/>
                    <a:gd name="T5" fmla="*/ 6 h 110"/>
                    <a:gd name="T6" fmla="*/ 13 w 36"/>
                    <a:gd name="T7" fmla="*/ 0 h 110"/>
                    <a:gd name="T8" fmla="*/ 11 w 36"/>
                    <a:gd name="T9" fmla="*/ 4 h 110"/>
                    <a:gd name="T10" fmla="*/ 13 w 36"/>
                    <a:gd name="T11" fmla="*/ 16 h 110"/>
                    <a:gd name="T12" fmla="*/ 12 w 36"/>
                    <a:gd name="T13" fmla="*/ 34 h 110"/>
                    <a:gd name="T14" fmla="*/ 7 w 36"/>
                    <a:gd name="T15" fmla="*/ 65 h 110"/>
                    <a:gd name="T16" fmla="*/ 3 w 36"/>
                    <a:gd name="T17" fmla="*/ 80 h 110"/>
                    <a:gd name="T18" fmla="*/ 0 w 36"/>
                    <a:gd name="T19" fmla="*/ 95 h 110"/>
                    <a:gd name="T20" fmla="*/ 0 w 36"/>
                    <a:gd name="T21" fmla="*/ 98 h 110"/>
                    <a:gd name="T22" fmla="*/ 0 w 36"/>
                    <a:gd name="T23" fmla="*/ 100 h 110"/>
                    <a:gd name="T24" fmla="*/ 4 w 36"/>
                    <a:gd name="T25" fmla="*/ 105 h 110"/>
                    <a:gd name="T26" fmla="*/ 9 w 36"/>
                    <a:gd name="T27" fmla="*/ 110 h 110"/>
                    <a:gd name="T28" fmla="*/ 15 w 36"/>
                    <a:gd name="T29" fmla="*/ 104 h 110"/>
                    <a:gd name="T30" fmla="*/ 18 w 36"/>
                    <a:gd name="T31" fmla="*/ 96 h 110"/>
                    <a:gd name="T32" fmla="*/ 18 w 36"/>
                    <a:gd name="T33" fmla="*/ 90 h 110"/>
                    <a:gd name="T34" fmla="*/ 21 w 36"/>
                    <a:gd name="T35" fmla="*/ 71 h 110"/>
                    <a:gd name="T36" fmla="*/ 25 w 36"/>
                    <a:gd name="T37" fmla="*/ 53 h 110"/>
                    <a:gd name="T38" fmla="*/ 30 w 36"/>
                    <a:gd name="T39" fmla="*/ 36 h 110"/>
                    <a:gd name="T40" fmla="*/ 35 w 36"/>
                    <a:gd name="T41" fmla="*/ 20 h 110"/>
                    <a:gd name="T42" fmla="*/ 33 w 36"/>
                    <a:gd name="T43" fmla="*/ 20 h 110"/>
                    <a:gd name="T44" fmla="*/ 30 w 36"/>
                    <a:gd name="T45" fmla="*/ 22 h 110"/>
                    <a:gd name="T46" fmla="*/ 23 w 36"/>
                    <a:gd name="T47" fmla="*/ 17 h 110"/>
                    <a:gd name="T48" fmla="*/ 23 w 36"/>
                    <a:gd name="T49" fmla="*/ 15 h 110"/>
                    <a:gd name="T50" fmla="*/ 23 w 36"/>
                    <a:gd name="T51" fmla="*/ 14 h 1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6" h="110">
                      <a:moveTo>
                        <a:pt x="23" y="14"/>
                      </a:moveTo>
                      <a:cubicBezTo>
                        <a:pt x="23" y="12"/>
                        <a:pt x="23" y="12"/>
                        <a:pt x="23" y="12"/>
                      </a:cubicBezTo>
                      <a:cubicBezTo>
                        <a:pt x="21" y="8"/>
                        <a:pt x="22" y="9"/>
                        <a:pt x="18" y="6"/>
                      </a:cubicBezTo>
                      <a:cubicBezTo>
                        <a:pt x="17" y="4"/>
                        <a:pt x="15" y="2"/>
                        <a:pt x="13" y="0"/>
                      </a:cubicBezTo>
                      <a:cubicBezTo>
                        <a:pt x="12" y="1"/>
                        <a:pt x="11" y="3"/>
                        <a:pt x="11" y="4"/>
                      </a:cubicBezTo>
                      <a:cubicBezTo>
                        <a:pt x="11" y="7"/>
                        <a:pt x="13" y="12"/>
                        <a:pt x="13" y="16"/>
                      </a:cubicBezTo>
                      <a:cubicBezTo>
                        <a:pt x="12" y="34"/>
                        <a:pt x="12" y="34"/>
                        <a:pt x="12" y="34"/>
                      </a:cubicBezTo>
                      <a:cubicBezTo>
                        <a:pt x="12" y="43"/>
                        <a:pt x="9" y="56"/>
                        <a:pt x="7" y="65"/>
                      </a:cubicBezTo>
                      <a:cubicBezTo>
                        <a:pt x="6" y="72"/>
                        <a:pt x="4" y="75"/>
                        <a:pt x="3" y="80"/>
                      </a:cubicBezTo>
                      <a:cubicBezTo>
                        <a:pt x="2" y="85"/>
                        <a:pt x="0" y="91"/>
                        <a:pt x="0" y="95"/>
                      </a:cubicBezTo>
                      <a:cubicBezTo>
                        <a:pt x="0" y="98"/>
                        <a:pt x="0" y="98"/>
                        <a:pt x="0" y="98"/>
                      </a:cubicBezTo>
                      <a:cubicBezTo>
                        <a:pt x="0" y="100"/>
                        <a:pt x="0" y="100"/>
                        <a:pt x="0" y="100"/>
                      </a:cubicBezTo>
                      <a:cubicBezTo>
                        <a:pt x="2" y="102"/>
                        <a:pt x="2" y="103"/>
                        <a:pt x="4" y="105"/>
                      </a:cubicBezTo>
                      <a:cubicBezTo>
                        <a:pt x="6" y="108"/>
                        <a:pt x="7" y="108"/>
                        <a:pt x="9" y="110"/>
                      </a:cubicBezTo>
                      <a:cubicBezTo>
                        <a:pt x="12" y="108"/>
                        <a:pt x="13" y="108"/>
                        <a:pt x="15" y="104"/>
                      </a:cubicBezTo>
                      <a:cubicBezTo>
                        <a:pt x="16" y="102"/>
                        <a:pt x="18" y="99"/>
                        <a:pt x="18" y="96"/>
                      </a:cubicBezTo>
                      <a:cubicBezTo>
                        <a:pt x="18" y="90"/>
                        <a:pt x="18" y="90"/>
                        <a:pt x="18" y="90"/>
                      </a:cubicBezTo>
                      <a:cubicBezTo>
                        <a:pt x="18" y="83"/>
                        <a:pt x="20" y="77"/>
                        <a:pt x="21" y="71"/>
                      </a:cubicBezTo>
                      <a:cubicBezTo>
                        <a:pt x="23" y="65"/>
                        <a:pt x="23" y="59"/>
                        <a:pt x="25" y="53"/>
                      </a:cubicBezTo>
                      <a:cubicBezTo>
                        <a:pt x="26" y="47"/>
                        <a:pt x="29" y="42"/>
                        <a:pt x="30" y="36"/>
                      </a:cubicBezTo>
                      <a:cubicBezTo>
                        <a:pt x="31" y="28"/>
                        <a:pt x="34" y="27"/>
                        <a:pt x="35" y="20"/>
                      </a:cubicBezTo>
                      <a:cubicBezTo>
                        <a:pt x="34" y="19"/>
                        <a:pt x="36" y="20"/>
                        <a:pt x="33" y="20"/>
                      </a:cubicBezTo>
                      <a:cubicBezTo>
                        <a:pt x="33" y="20"/>
                        <a:pt x="30" y="22"/>
                        <a:pt x="30" y="22"/>
                      </a:cubicBezTo>
                      <a:cubicBezTo>
                        <a:pt x="25" y="21"/>
                        <a:pt x="25" y="21"/>
                        <a:pt x="23" y="17"/>
                      </a:cubicBezTo>
                      <a:cubicBezTo>
                        <a:pt x="23" y="15"/>
                        <a:pt x="23" y="15"/>
                        <a:pt x="23" y="15"/>
                      </a:cubicBezTo>
                      <a:lnTo>
                        <a:pt x="23" y="14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grpSp>
            <p:nvGrpSpPr>
              <p:cNvPr id="249" name="ïšľîḍê"/>
              <p:cNvGrpSpPr/>
              <p:nvPr/>
            </p:nvGrpSpPr>
            <p:grpSpPr>
              <a:xfrm>
                <a:off x="4412452" y="3781425"/>
                <a:ext cx="2312689" cy="166461"/>
                <a:chOff x="6986588" y="3521075"/>
                <a:chExt cx="1654176" cy="119063"/>
              </a:xfrm>
            </p:grpSpPr>
            <p:sp>
              <p:nvSpPr>
                <p:cNvPr id="250" name="îṩľîḑê"/>
                <p:cNvSpPr/>
                <p:nvPr/>
              </p:nvSpPr>
              <p:spPr bwMode="auto">
                <a:xfrm>
                  <a:off x="6986588" y="3521075"/>
                  <a:ext cx="155575" cy="119063"/>
                </a:xfrm>
                <a:custGeom>
                  <a:avLst/>
                  <a:gdLst>
                    <a:gd name="T0" fmla="*/ 84 w 98"/>
                    <a:gd name="T1" fmla="*/ 0 h 75"/>
                    <a:gd name="T2" fmla="*/ 59 w 98"/>
                    <a:gd name="T3" fmla="*/ 52 h 75"/>
                    <a:gd name="T4" fmla="*/ 57 w 98"/>
                    <a:gd name="T5" fmla="*/ 0 h 75"/>
                    <a:gd name="T6" fmla="*/ 40 w 98"/>
                    <a:gd name="T7" fmla="*/ 0 h 75"/>
                    <a:gd name="T8" fmla="*/ 15 w 98"/>
                    <a:gd name="T9" fmla="*/ 52 h 75"/>
                    <a:gd name="T10" fmla="*/ 15 w 98"/>
                    <a:gd name="T11" fmla="*/ 0 h 75"/>
                    <a:gd name="T12" fmla="*/ 0 w 98"/>
                    <a:gd name="T13" fmla="*/ 0 h 75"/>
                    <a:gd name="T14" fmla="*/ 2 w 98"/>
                    <a:gd name="T15" fmla="*/ 75 h 75"/>
                    <a:gd name="T16" fmla="*/ 19 w 98"/>
                    <a:gd name="T17" fmla="*/ 75 h 75"/>
                    <a:gd name="T18" fmla="*/ 44 w 98"/>
                    <a:gd name="T19" fmla="*/ 21 h 75"/>
                    <a:gd name="T20" fmla="*/ 46 w 98"/>
                    <a:gd name="T21" fmla="*/ 75 h 75"/>
                    <a:gd name="T22" fmla="*/ 63 w 98"/>
                    <a:gd name="T23" fmla="*/ 75 h 75"/>
                    <a:gd name="T24" fmla="*/ 98 w 98"/>
                    <a:gd name="T25" fmla="*/ 0 h 75"/>
                    <a:gd name="T26" fmla="*/ 84 w 98"/>
                    <a:gd name="T27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98" h="75">
                      <a:moveTo>
                        <a:pt x="84" y="0"/>
                      </a:moveTo>
                      <a:lnTo>
                        <a:pt x="59" y="52"/>
                      </a:lnTo>
                      <a:lnTo>
                        <a:pt x="57" y="0"/>
                      </a:lnTo>
                      <a:lnTo>
                        <a:pt x="40" y="0"/>
                      </a:lnTo>
                      <a:lnTo>
                        <a:pt x="15" y="52"/>
                      </a:ln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2" y="75"/>
                      </a:lnTo>
                      <a:lnTo>
                        <a:pt x="19" y="75"/>
                      </a:lnTo>
                      <a:lnTo>
                        <a:pt x="44" y="21"/>
                      </a:lnTo>
                      <a:lnTo>
                        <a:pt x="46" y="75"/>
                      </a:lnTo>
                      <a:lnTo>
                        <a:pt x="63" y="75"/>
                      </a:lnTo>
                      <a:lnTo>
                        <a:pt x="98" y="0"/>
                      </a:lnTo>
                      <a:lnTo>
                        <a:pt x="8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1" name="îṩḷîde"/>
                <p:cNvSpPr/>
                <p:nvPr/>
              </p:nvSpPr>
              <p:spPr bwMode="auto">
                <a:xfrm>
                  <a:off x="7135813" y="3521075"/>
                  <a:ext cx="112713" cy="119063"/>
                </a:xfrm>
                <a:custGeom>
                  <a:avLst/>
                  <a:gdLst>
                    <a:gd name="T0" fmla="*/ 22 w 34"/>
                    <a:gd name="T1" fmla="*/ 20 h 36"/>
                    <a:gd name="T2" fmla="*/ 20 w 34"/>
                    <a:gd name="T3" fmla="*/ 26 h 36"/>
                    <a:gd name="T4" fmla="*/ 18 w 34"/>
                    <a:gd name="T5" fmla="*/ 29 h 36"/>
                    <a:gd name="T6" fmla="*/ 13 w 34"/>
                    <a:gd name="T7" fmla="*/ 30 h 36"/>
                    <a:gd name="T8" fmla="*/ 9 w 34"/>
                    <a:gd name="T9" fmla="*/ 29 h 36"/>
                    <a:gd name="T10" fmla="*/ 7 w 34"/>
                    <a:gd name="T11" fmla="*/ 25 h 36"/>
                    <a:gd name="T12" fmla="*/ 7 w 34"/>
                    <a:gd name="T13" fmla="*/ 24 h 36"/>
                    <a:gd name="T14" fmla="*/ 8 w 34"/>
                    <a:gd name="T15" fmla="*/ 19 h 36"/>
                    <a:gd name="T16" fmla="*/ 12 w 34"/>
                    <a:gd name="T17" fmla="*/ 0 h 36"/>
                    <a:gd name="T18" fmla="*/ 5 w 34"/>
                    <a:gd name="T19" fmla="*/ 0 h 36"/>
                    <a:gd name="T20" fmla="*/ 1 w 34"/>
                    <a:gd name="T21" fmla="*/ 19 h 36"/>
                    <a:gd name="T22" fmla="*/ 0 w 34"/>
                    <a:gd name="T23" fmla="*/ 23 h 36"/>
                    <a:gd name="T24" fmla="*/ 0 w 34"/>
                    <a:gd name="T25" fmla="*/ 25 h 36"/>
                    <a:gd name="T26" fmla="*/ 3 w 34"/>
                    <a:gd name="T27" fmla="*/ 33 h 36"/>
                    <a:gd name="T28" fmla="*/ 13 w 34"/>
                    <a:gd name="T29" fmla="*/ 36 h 36"/>
                    <a:gd name="T30" fmla="*/ 22 w 34"/>
                    <a:gd name="T31" fmla="*/ 34 h 36"/>
                    <a:gd name="T32" fmla="*/ 27 w 34"/>
                    <a:gd name="T33" fmla="*/ 29 h 36"/>
                    <a:gd name="T34" fmla="*/ 30 w 34"/>
                    <a:gd name="T35" fmla="*/ 20 h 36"/>
                    <a:gd name="T36" fmla="*/ 34 w 34"/>
                    <a:gd name="T37" fmla="*/ 0 h 36"/>
                    <a:gd name="T38" fmla="*/ 26 w 34"/>
                    <a:gd name="T39" fmla="*/ 0 h 36"/>
                    <a:gd name="T40" fmla="*/ 22 w 34"/>
                    <a:gd name="T41" fmla="*/ 2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34" h="36">
                      <a:moveTo>
                        <a:pt x="22" y="20"/>
                      </a:moveTo>
                      <a:cubicBezTo>
                        <a:pt x="22" y="23"/>
                        <a:pt x="21" y="25"/>
                        <a:pt x="20" y="26"/>
                      </a:cubicBezTo>
                      <a:cubicBezTo>
                        <a:pt x="20" y="28"/>
                        <a:pt x="19" y="29"/>
                        <a:pt x="18" y="29"/>
                      </a:cubicBezTo>
                      <a:cubicBezTo>
                        <a:pt x="17" y="30"/>
                        <a:pt x="15" y="30"/>
                        <a:pt x="13" y="30"/>
                      </a:cubicBezTo>
                      <a:cubicBezTo>
                        <a:pt x="11" y="30"/>
                        <a:pt x="10" y="30"/>
                        <a:pt x="9" y="29"/>
                      </a:cubicBezTo>
                      <a:cubicBezTo>
                        <a:pt x="8" y="28"/>
                        <a:pt x="7" y="27"/>
                        <a:pt x="7" y="25"/>
                      </a:cubicBezTo>
                      <a:cubicBezTo>
                        <a:pt x="7" y="25"/>
                        <a:pt x="7" y="25"/>
                        <a:pt x="7" y="24"/>
                      </a:cubicBezTo>
                      <a:cubicBezTo>
                        <a:pt x="8" y="19"/>
                        <a:pt x="8" y="19"/>
                        <a:pt x="8" y="19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1" y="19"/>
                        <a:pt x="1" y="19"/>
                        <a:pt x="1" y="19"/>
                      </a:cubicBezTo>
                      <a:cubicBezTo>
                        <a:pt x="1" y="21"/>
                        <a:pt x="0" y="23"/>
                        <a:pt x="0" y="23"/>
                      </a:cubicBezTo>
                      <a:cubicBezTo>
                        <a:pt x="0" y="24"/>
                        <a:pt x="0" y="25"/>
                        <a:pt x="0" y="25"/>
                      </a:cubicBezTo>
                      <a:cubicBezTo>
                        <a:pt x="0" y="29"/>
                        <a:pt x="1" y="31"/>
                        <a:pt x="3" y="33"/>
                      </a:cubicBezTo>
                      <a:cubicBezTo>
                        <a:pt x="6" y="35"/>
                        <a:pt x="9" y="36"/>
                        <a:pt x="13" y="36"/>
                      </a:cubicBezTo>
                      <a:cubicBezTo>
                        <a:pt x="16" y="36"/>
                        <a:pt x="19" y="36"/>
                        <a:pt x="22" y="34"/>
                      </a:cubicBezTo>
                      <a:cubicBezTo>
                        <a:pt x="24" y="33"/>
                        <a:pt x="25" y="31"/>
                        <a:pt x="27" y="29"/>
                      </a:cubicBezTo>
                      <a:cubicBezTo>
                        <a:pt x="28" y="27"/>
                        <a:pt x="29" y="24"/>
                        <a:pt x="30" y="20"/>
                      </a:cubicBezTo>
                      <a:cubicBezTo>
                        <a:pt x="34" y="0"/>
                        <a:pt x="34" y="0"/>
                        <a:pt x="34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lnTo>
                        <a:pt x="22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2" name="îṣḻîḑê"/>
                <p:cNvSpPr/>
                <p:nvPr/>
              </p:nvSpPr>
              <p:spPr bwMode="auto">
                <a:xfrm>
                  <a:off x="7248526" y="3521075"/>
                  <a:ext cx="114300" cy="119063"/>
                </a:xfrm>
                <a:custGeom>
                  <a:avLst/>
                  <a:gdLst>
                    <a:gd name="T0" fmla="*/ 58 w 72"/>
                    <a:gd name="T1" fmla="*/ 0 h 75"/>
                    <a:gd name="T2" fmla="*/ 52 w 72"/>
                    <a:gd name="T3" fmla="*/ 29 h 75"/>
                    <a:gd name="T4" fmla="*/ 22 w 72"/>
                    <a:gd name="T5" fmla="*/ 29 h 75"/>
                    <a:gd name="T6" fmla="*/ 29 w 72"/>
                    <a:gd name="T7" fmla="*/ 0 h 75"/>
                    <a:gd name="T8" fmla="*/ 14 w 72"/>
                    <a:gd name="T9" fmla="*/ 0 h 75"/>
                    <a:gd name="T10" fmla="*/ 0 w 72"/>
                    <a:gd name="T11" fmla="*/ 75 h 75"/>
                    <a:gd name="T12" fmla="*/ 14 w 72"/>
                    <a:gd name="T13" fmla="*/ 75 h 75"/>
                    <a:gd name="T14" fmla="*/ 20 w 72"/>
                    <a:gd name="T15" fmla="*/ 42 h 75"/>
                    <a:gd name="T16" fmla="*/ 50 w 72"/>
                    <a:gd name="T17" fmla="*/ 42 h 75"/>
                    <a:gd name="T18" fmla="*/ 43 w 72"/>
                    <a:gd name="T19" fmla="*/ 75 h 75"/>
                    <a:gd name="T20" fmla="*/ 58 w 72"/>
                    <a:gd name="T21" fmla="*/ 75 h 75"/>
                    <a:gd name="T22" fmla="*/ 72 w 72"/>
                    <a:gd name="T23" fmla="*/ 0 h 75"/>
                    <a:gd name="T24" fmla="*/ 58 w 72"/>
                    <a:gd name="T25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2" h="75">
                      <a:moveTo>
                        <a:pt x="58" y="0"/>
                      </a:moveTo>
                      <a:lnTo>
                        <a:pt x="52" y="29"/>
                      </a:lnTo>
                      <a:lnTo>
                        <a:pt x="22" y="29"/>
                      </a:lnTo>
                      <a:lnTo>
                        <a:pt x="29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lnTo>
                        <a:pt x="14" y="75"/>
                      </a:lnTo>
                      <a:lnTo>
                        <a:pt x="20" y="42"/>
                      </a:lnTo>
                      <a:lnTo>
                        <a:pt x="50" y="42"/>
                      </a:lnTo>
                      <a:lnTo>
                        <a:pt x="43" y="75"/>
                      </a:lnTo>
                      <a:lnTo>
                        <a:pt x="58" y="75"/>
                      </a:lnTo>
                      <a:lnTo>
                        <a:pt x="72" y="0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3" name="ïṥlíḑê"/>
                <p:cNvSpPr/>
                <p:nvPr/>
              </p:nvSpPr>
              <p:spPr bwMode="auto">
                <a:xfrm>
                  <a:off x="7356476" y="3521075"/>
                  <a:ext cx="112713" cy="119063"/>
                </a:xfrm>
                <a:custGeom>
                  <a:avLst/>
                  <a:gdLst>
                    <a:gd name="T0" fmla="*/ 42 w 71"/>
                    <a:gd name="T1" fmla="*/ 0 h 75"/>
                    <a:gd name="T2" fmla="*/ 0 w 71"/>
                    <a:gd name="T3" fmla="*/ 75 h 75"/>
                    <a:gd name="T4" fmla="*/ 15 w 71"/>
                    <a:gd name="T5" fmla="*/ 75 h 75"/>
                    <a:gd name="T6" fmla="*/ 23 w 71"/>
                    <a:gd name="T7" fmla="*/ 59 h 75"/>
                    <a:gd name="T8" fmla="*/ 54 w 71"/>
                    <a:gd name="T9" fmla="*/ 59 h 75"/>
                    <a:gd name="T10" fmla="*/ 56 w 71"/>
                    <a:gd name="T11" fmla="*/ 75 h 75"/>
                    <a:gd name="T12" fmla="*/ 71 w 71"/>
                    <a:gd name="T13" fmla="*/ 75 h 75"/>
                    <a:gd name="T14" fmla="*/ 58 w 71"/>
                    <a:gd name="T15" fmla="*/ 0 h 75"/>
                    <a:gd name="T16" fmla="*/ 42 w 71"/>
                    <a:gd name="T17" fmla="*/ 0 h 75"/>
                    <a:gd name="T18" fmla="*/ 29 w 71"/>
                    <a:gd name="T19" fmla="*/ 46 h 75"/>
                    <a:gd name="T20" fmla="*/ 48 w 71"/>
                    <a:gd name="T21" fmla="*/ 17 h 75"/>
                    <a:gd name="T22" fmla="*/ 52 w 71"/>
                    <a:gd name="T23" fmla="*/ 46 h 75"/>
                    <a:gd name="T24" fmla="*/ 29 w 71"/>
                    <a:gd name="T25" fmla="*/ 46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1" h="75">
                      <a:moveTo>
                        <a:pt x="42" y="0"/>
                      </a:moveTo>
                      <a:lnTo>
                        <a:pt x="0" y="75"/>
                      </a:lnTo>
                      <a:lnTo>
                        <a:pt x="15" y="75"/>
                      </a:lnTo>
                      <a:lnTo>
                        <a:pt x="23" y="59"/>
                      </a:lnTo>
                      <a:lnTo>
                        <a:pt x="54" y="59"/>
                      </a:lnTo>
                      <a:lnTo>
                        <a:pt x="56" y="75"/>
                      </a:lnTo>
                      <a:lnTo>
                        <a:pt x="71" y="75"/>
                      </a:lnTo>
                      <a:lnTo>
                        <a:pt x="58" y="0"/>
                      </a:lnTo>
                      <a:lnTo>
                        <a:pt x="42" y="0"/>
                      </a:lnTo>
                      <a:close/>
                      <a:moveTo>
                        <a:pt x="29" y="46"/>
                      </a:moveTo>
                      <a:lnTo>
                        <a:pt x="48" y="17"/>
                      </a:lnTo>
                      <a:lnTo>
                        <a:pt x="52" y="46"/>
                      </a:lnTo>
                      <a:lnTo>
                        <a:pt x="29" y="4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4" name="îş1íḋe"/>
                <p:cNvSpPr/>
                <p:nvPr/>
              </p:nvSpPr>
              <p:spPr bwMode="auto">
                <a:xfrm>
                  <a:off x="7481888" y="3521075"/>
                  <a:ext cx="119063" cy="119063"/>
                </a:xfrm>
                <a:custGeom>
                  <a:avLst/>
                  <a:gdLst>
                    <a:gd name="T0" fmla="*/ 50 w 75"/>
                    <a:gd name="T1" fmla="*/ 50 h 75"/>
                    <a:gd name="T2" fmla="*/ 31 w 75"/>
                    <a:gd name="T3" fmla="*/ 0 h 75"/>
                    <a:gd name="T4" fmla="*/ 17 w 75"/>
                    <a:gd name="T5" fmla="*/ 0 h 75"/>
                    <a:gd name="T6" fmla="*/ 0 w 75"/>
                    <a:gd name="T7" fmla="*/ 75 h 75"/>
                    <a:gd name="T8" fmla="*/ 15 w 75"/>
                    <a:gd name="T9" fmla="*/ 75 h 75"/>
                    <a:gd name="T10" fmla="*/ 25 w 75"/>
                    <a:gd name="T11" fmla="*/ 25 h 75"/>
                    <a:gd name="T12" fmla="*/ 46 w 75"/>
                    <a:gd name="T13" fmla="*/ 75 h 75"/>
                    <a:gd name="T14" fmla="*/ 58 w 75"/>
                    <a:gd name="T15" fmla="*/ 75 h 75"/>
                    <a:gd name="T16" fmla="*/ 75 w 75"/>
                    <a:gd name="T17" fmla="*/ 0 h 75"/>
                    <a:gd name="T18" fmla="*/ 61 w 75"/>
                    <a:gd name="T19" fmla="*/ 0 h 75"/>
                    <a:gd name="T20" fmla="*/ 50 w 75"/>
                    <a:gd name="T21" fmla="*/ 5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5" h="75">
                      <a:moveTo>
                        <a:pt x="50" y="50"/>
                      </a:moveTo>
                      <a:lnTo>
                        <a:pt x="31" y="0"/>
                      </a:lnTo>
                      <a:lnTo>
                        <a:pt x="17" y="0"/>
                      </a:lnTo>
                      <a:lnTo>
                        <a:pt x="0" y="75"/>
                      </a:lnTo>
                      <a:lnTo>
                        <a:pt x="15" y="75"/>
                      </a:lnTo>
                      <a:lnTo>
                        <a:pt x="25" y="25"/>
                      </a:lnTo>
                      <a:lnTo>
                        <a:pt x="46" y="75"/>
                      </a:lnTo>
                      <a:lnTo>
                        <a:pt x="58" y="75"/>
                      </a:lnTo>
                      <a:lnTo>
                        <a:pt x="75" y="0"/>
                      </a:lnTo>
                      <a:lnTo>
                        <a:pt x="61" y="0"/>
                      </a:lnTo>
                      <a:lnTo>
                        <a:pt x="50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5" name="îş1ïḋe"/>
                <p:cNvSpPr/>
                <p:nvPr/>
              </p:nvSpPr>
              <p:spPr bwMode="auto">
                <a:xfrm>
                  <a:off x="7653338" y="3521075"/>
                  <a:ext cx="112713" cy="119063"/>
                </a:xfrm>
                <a:custGeom>
                  <a:avLst/>
                  <a:gdLst>
                    <a:gd name="T0" fmla="*/ 22 w 34"/>
                    <a:gd name="T1" fmla="*/ 20 h 36"/>
                    <a:gd name="T2" fmla="*/ 20 w 34"/>
                    <a:gd name="T3" fmla="*/ 26 h 36"/>
                    <a:gd name="T4" fmla="*/ 18 w 34"/>
                    <a:gd name="T5" fmla="*/ 29 h 36"/>
                    <a:gd name="T6" fmla="*/ 13 w 34"/>
                    <a:gd name="T7" fmla="*/ 30 h 36"/>
                    <a:gd name="T8" fmla="*/ 9 w 34"/>
                    <a:gd name="T9" fmla="*/ 29 h 36"/>
                    <a:gd name="T10" fmla="*/ 7 w 34"/>
                    <a:gd name="T11" fmla="*/ 25 h 36"/>
                    <a:gd name="T12" fmla="*/ 7 w 34"/>
                    <a:gd name="T13" fmla="*/ 24 h 36"/>
                    <a:gd name="T14" fmla="*/ 8 w 34"/>
                    <a:gd name="T15" fmla="*/ 19 h 36"/>
                    <a:gd name="T16" fmla="*/ 12 w 34"/>
                    <a:gd name="T17" fmla="*/ 0 h 36"/>
                    <a:gd name="T18" fmla="*/ 5 w 34"/>
                    <a:gd name="T19" fmla="*/ 0 h 36"/>
                    <a:gd name="T20" fmla="*/ 1 w 34"/>
                    <a:gd name="T21" fmla="*/ 19 h 36"/>
                    <a:gd name="T22" fmla="*/ 0 w 34"/>
                    <a:gd name="T23" fmla="*/ 23 h 36"/>
                    <a:gd name="T24" fmla="*/ 0 w 34"/>
                    <a:gd name="T25" fmla="*/ 25 h 36"/>
                    <a:gd name="T26" fmla="*/ 3 w 34"/>
                    <a:gd name="T27" fmla="*/ 33 h 36"/>
                    <a:gd name="T28" fmla="*/ 13 w 34"/>
                    <a:gd name="T29" fmla="*/ 36 h 36"/>
                    <a:gd name="T30" fmla="*/ 22 w 34"/>
                    <a:gd name="T31" fmla="*/ 34 h 36"/>
                    <a:gd name="T32" fmla="*/ 27 w 34"/>
                    <a:gd name="T33" fmla="*/ 29 h 36"/>
                    <a:gd name="T34" fmla="*/ 30 w 34"/>
                    <a:gd name="T35" fmla="*/ 20 h 36"/>
                    <a:gd name="T36" fmla="*/ 34 w 34"/>
                    <a:gd name="T37" fmla="*/ 0 h 36"/>
                    <a:gd name="T38" fmla="*/ 26 w 34"/>
                    <a:gd name="T39" fmla="*/ 0 h 36"/>
                    <a:gd name="T40" fmla="*/ 22 w 34"/>
                    <a:gd name="T41" fmla="*/ 2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34" h="36">
                      <a:moveTo>
                        <a:pt x="22" y="20"/>
                      </a:moveTo>
                      <a:cubicBezTo>
                        <a:pt x="22" y="23"/>
                        <a:pt x="21" y="25"/>
                        <a:pt x="20" y="26"/>
                      </a:cubicBezTo>
                      <a:cubicBezTo>
                        <a:pt x="20" y="28"/>
                        <a:pt x="19" y="29"/>
                        <a:pt x="18" y="29"/>
                      </a:cubicBezTo>
                      <a:cubicBezTo>
                        <a:pt x="17" y="30"/>
                        <a:pt x="15" y="30"/>
                        <a:pt x="13" y="30"/>
                      </a:cubicBezTo>
                      <a:cubicBezTo>
                        <a:pt x="11" y="30"/>
                        <a:pt x="10" y="30"/>
                        <a:pt x="9" y="29"/>
                      </a:cubicBezTo>
                      <a:cubicBezTo>
                        <a:pt x="8" y="28"/>
                        <a:pt x="7" y="27"/>
                        <a:pt x="7" y="25"/>
                      </a:cubicBezTo>
                      <a:cubicBezTo>
                        <a:pt x="7" y="25"/>
                        <a:pt x="7" y="25"/>
                        <a:pt x="7" y="24"/>
                      </a:cubicBezTo>
                      <a:cubicBezTo>
                        <a:pt x="8" y="19"/>
                        <a:pt x="8" y="19"/>
                        <a:pt x="8" y="19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1" y="19"/>
                        <a:pt x="1" y="19"/>
                        <a:pt x="1" y="19"/>
                      </a:cubicBezTo>
                      <a:cubicBezTo>
                        <a:pt x="1" y="21"/>
                        <a:pt x="0" y="23"/>
                        <a:pt x="0" y="23"/>
                      </a:cubicBezTo>
                      <a:cubicBezTo>
                        <a:pt x="0" y="24"/>
                        <a:pt x="0" y="25"/>
                        <a:pt x="0" y="25"/>
                      </a:cubicBezTo>
                      <a:cubicBezTo>
                        <a:pt x="0" y="29"/>
                        <a:pt x="1" y="31"/>
                        <a:pt x="3" y="33"/>
                      </a:cubicBezTo>
                      <a:cubicBezTo>
                        <a:pt x="6" y="35"/>
                        <a:pt x="9" y="36"/>
                        <a:pt x="13" y="36"/>
                      </a:cubicBezTo>
                      <a:cubicBezTo>
                        <a:pt x="16" y="36"/>
                        <a:pt x="19" y="36"/>
                        <a:pt x="22" y="34"/>
                      </a:cubicBezTo>
                      <a:cubicBezTo>
                        <a:pt x="24" y="33"/>
                        <a:pt x="25" y="31"/>
                        <a:pt x="27" y="29"/>
                      </a:cubicBezTo>
                      <a:cubicBezTo>
                        <a:pt x="28" y="27"/>
                        <a:pt x="29" y="24"/>
                        <a:pt x="30" y="20"/>
                      </a:cubicBezTo>
                      <a:cubicBezTo>
                        <a:pt x="34" y="0"/>
                        <a:pt x="34" y="0"/>
                        <a:pt x="34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lnTo>
                        <a:pt x="22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6" name="íšlídè"/>
                <p:cNvSpPr/>
                <p:nvPr/>
              </p:nvSpPr>
              <p:spPr bwMode="auto">
                <a:xfrm>
                  <a:off x="7766051" y="3521075"/>
                  <a:ext cx="115888" cy="119063"/>
                </a:xfrm>
                <a:custGeom>
                  <a:avLst/>
                  <a:gdLst>
                    <a:gd name="T0" fmla="*/ 58 w 73"/>
                    <a:gd name="T1" fmla="*/ 0 h 75"/>
                    <a:gd name="T2" fmla="*/ 50 w 73"/>
                    <a:gd name="T3" fmla="*/ 50 h 75"/>
                    <a:gd name="T4" fmla="*/ 29 w 73"/>
                    <a:gd name="T5" fmla="*/ 0 h 75"/>
                    <a:gd name="T6" fmla="*/ 15 w 73"/>
                    <a:gd name="T7" fmla="*/ 0 h 75"/>
                    <a:gd name="T8" fmla="*/ 0 w 73"/>
                    <a:gd name="T9" fmla="*/ 75 h 75"/>
                    <a:gd name="T10" fmla="*/ 13 w 73"/>
                    <a:gd name="T11" fmla="*/ 75 h 75"/>
                    <a:gd name="T12" fmla="*/ 23 w 73"/>
                    <a:gd name="T13" fmla="*/ 25 h 75"/>
                    <a:gd name="T14" fmla="*/ 44 w 73"/>
                    <a:gd name="T15" fmla="*/ 75 h 75"/>
                    <a:gd name="T16" fmla="*/ 58 w 73"/>
                    <a:gd name="T17" fmla="*/ 75 h 75"/>
                    <a:gd name="T18" fmla="*/ 73 w 73"/>
                    <a:gd name="T19" fmla="*/ 0 h 75"/>
                    <a:gd name="T20" fmla="*/ 58 w 73"/>
                    <a:gd name="T21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3" h="75">
                      <a:moveTo>
                        <a:pt x="58" y="0"/>
                      </a:moveTo>
                      <a:lnTo>
                        <a:pt x="50" y="50"/>
                      </a:lnTo>
                      <a:lnTo>
                        <a:pt x="29" y="0"/>
                      </a:lnTo>
                      <a:lnTo>
                        <a:pt x="15" y="0"/>
                      </a:lnTo>
                      <a:lnTo>
                        <a:pt x="0" y="75"/>
                      </a:lnTo>
                      <a:lnTo>
                        <a:pt x="13" y="75"/>
                      </a:lnTo>
                      <a:lnTo>
                        <a:pt x="23" y="25"/>
                      </a:lnTo>
                      <a:lnTo>
                        <a:pt x="44" y="75"/>
                      </a:lnTo>
                      <a:lnTo>
                        <a:pt x="58" y="75"/>
                      </a:lnTo>
                      <a:lnTo>
                        <a:pt x="73" y="0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7" name="îṣḻîďe"/>
                <p:cNvSpPr/>
                <p:nvPr/>
              </p:nvSpPr>
              <p:spPr bwMode="auto">
                <a:xfrm>
                  <a:off x="7881938" y="3521075"/>
                  <a:ext cx="49213" cy="119063"/>
                </a:xfrm>
                <a:custGeom>
                  <a:avLst/>
                  <a:gdLst>
                    <a:gd name="T0" fmla="*/ 0 w 31"/>
                    <a:gd name="T1" fmla="*/ 75 h 75"/>
                    <a:gd name="T2" fmla="*/ 14 w 31"/>
                    <a:gd name="T3" fmla="*/ 75 h 75"/>
                    <a:gd name="T4" fmla="*/ 31 w 31"/>
                    <a:gd name="T5" fmla="*/ 0 h 75"/>
                    <a:gd name="T6" fmla="*/ 14 w 31"/>
                    <a:gd name="T7" fmla="*/ 0 h 75"/>
                    <a:gd name="T8" fmla="*/ 0 w 31"/>
                    <a:gd name="T9" fmla="*/ 75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75">
                      <a:moveTo>
                        <a:pt x="0" y="75"/>
                      </a:moveTo>
                      <a:lnTo>
                        <a:pt x="14" y="75"/>
                      </a:lnTo>
                      <a:lnTo>
                        <a:pt x="31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8" name="íŝḻiḋè"/>
                <p:cNvSpPr/>
                <p:nvPr/>
              </p:nvSpPr>
              <p:spPr bwMode="auto">
                <a:xfrm>
                  <a:off x="7940676" y="3521075"/>
                  <a:ext cx="109538" cy="119063"/>
                </a:xfrm>
                <a:custGeom>
                  <a:avLst/>
                  <a:gdLst>
                    <a:gd name="T0" fmla="*/ 54 w 69"/>
                    <a:gd name="T1" fmla="*/ 0 h 75"/>
                    <a:gd name="T2" fmla="*/ 23 w 69"/>
                    <a:gd name="T3" fmla="*/ 57 h 75"/>
                    <a:gd name="T4" fmla="*/ 15 w 69"/>
                    <a:gd name="T5" fmla="*/ 0 h 75"/>
                    <a:gd name="T6" fmla="*/ 0 w 69"/>
                    <a:gd name="T7" fmla="*/ 0 h 75"/>
                    <a:gd name="T8" fmla="*/ 13 w 69"/>
                    <a:gd name="T9" fmla="*/ 75 h 75"/>
                    <a:gd name="T10" fmla="*/ 29 w 69"/>
                    <a:gd name="T11" fmla="*/ 75 h 75"/>
                    <a:gd name="T12" fmla="*/ 69 w 69"/>
                    <a:gd name="T13" fmla="*/ 0 h 75"/>
                    <a:gd name="T14" fmla="*/ 54 w 69"/>
                    <a:gd name="T15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69" h="75">
                      <a:moveTo>
                        <a:pt x="54" y="0"/>
                      </a:moveTo>
                      <a:lnTo>
                        <a:pt x="23" y="57"/>
                      </a:ln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13" y="75"/>
                      </a:lnTo>
                      <a:lnTo>
                        <a:pt x="29" y="75"/>
                      </a:lnTo>
                      <a:lnTo>
                        <a:pt x="69" y="0"/>
                      </a:lnTo>
                      <a:lnTo>
                        <a:pt x="5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9" name="î$ḷíďé"/>
                <p:cNvSpPr/>
                <p:nvPr/>
              </p:nvSpPr>
              <p:spPr bwMode="auto">
                <a:xfrm>
                  <a:off x="8037513" y="3521075"/>
                  <a:ext cx="111125" cy="119063"/>
                </a:xfrm>
                <a:custGeom>
                  <a:avLst/>
                  <a:gdLst>
                    <a:gd name="T0" fmla="*/ 68 w 70"/>
                    <a:gd name="T1" fmla="*/ 12 h 75"/>
                    <a:gd name="T2" fmla="*/ 70 w 70"/>
                    <a:gd name="T3" fmla="*/ 0 h 75"/>
                    <a:gd name="T4" fmla="*/ 16 w 70"/>
                    <a:gd name="T5" fmla="*/ 0 h 75"/>
                    <a:gd name="T6" fmla="*/ 0 w 70"/>
                    <a:gd name="T7" fmla="*/ 75 h 75"/>
                    <a:gd name="T8" fmla="*/ 58 w 70"/>
                    <a:gd name="T9" fmla="*/ 75 h 75"/>
                    <a:gd name="T10" fmla="*/ 60 w 70"/>
                    <a:gd name="T11" fmla="*/ 63 h 75"/>
                    <a:gd name="T12" fmla="*/ 16 w 70"/>
                    <a:gd name="T13" fmla="*/ 63 h 75"/>
                    <a:gd name="T14" fmla="*/ 22 w 70"/>
                    <a:gd name="T15" fmla="*/ 42 h 75"/>
                    <a:gd name="T16" fmla="*/ 60 w 70"/>
                    <a:gd name="T17" fmla="*/ 42 h 75"/>
                    <a:gd name="T18" fmla="*/ 62 w 70"/>
                    <a:gd name="T19" fmla="*/ 29 h 75"/>
                    <a:gd name="T20" fmla="*/ 24 w 70"/>
                    <a:gd name="T21" fmla="*/ 29 h 75"/>
                    <a:gd name="T22" fmla="*/ 29 w 70"/>
                    <a:gd name="T23" fmla="*/ 12 h 75"/>
                    <a:gd name="T24" fmla="*/ 68 w 70"/>
                    <a:gd name="T25" fmla="*/ 12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0" h="75">
                      <a:moveTo>
                        <a:pt x="68" y="12"/>
                      </a:moveTo>
                      <a:lnTo>
                        <a:pt x="70" y="0"/>
                      </a:lnTo>
                      <a:lnTo>
                        <a:pt x="16" y="0"/>
                      </a:lnTo>
                      <a:lnTo>
                        <a:pt x="0" y="75"/>
                      </a:lnTo>
                      <a:lnTo>
                        <a:pt x="58" y="75"/>
                      </a:lnTo>
                      <a:lnTo>
                        <a:pt x="60" y="63"/>
                      </a:lnTo>
                      <a:lnTo>
                        <a:pt x="16" y="63"/>
                      </a:lnTo>
                      <a:lnTo>
                        <a:pt x="22" y="42"/>
                      </a:lnTo>
                      <a:lnTo>
                        <a:pt x="60" y="42"/>
                      </a:lnTo>
                      <a:lnTo>
                        <a:pt x="62" y="29"/>
                      </a:lnTo>
                      <a:lnTo>
                        <a:pt x="24" y="29"/>
                      </a:lnTo>
                      <a:lnTo>
                        <a:pt x="29" y="12"/>
                      </a:lnTo>
                      <a:lnTo>
                        <a:pt x="68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0" name="îṡlîďe"/>
                <p:cNvSpPr/>
                <p:nvPr/>
              </p:nvSpPr>
              <p:spPr bwMode="auto">
                <a:xfrm>
                  <a:off x="8145463" y="3521075"/>
                  <a:ext cx="115888" cy="119063"/>
                </a:xfrm>
                <a:custGeom>
                  <a:avLst/>
                  <a:gdLst>
                    <a:gd name="T0" fmla="*/ 30 w 35"/>
                    <a:gd name="T1" fmla="*/ 1 h 36"/>
                    <a:gd name="T2" fmla="*/ 24 w 35"/>
                    <a:gd name="T3" fmla="*/ 0 h 36"/>
                    <a:gd name="T4" fmla="*/ 8 w 35"/>
                    <a:gd name="T5" fmla="*/ 0 h 36"/>
                    <a:gd name="T6" fmla="*/ 0 w 35"/>
                    <a:gd name="T7" fmla="*/ 36 h 36"/>
                    <a:gd name="T8" fmla="*/ 8 w 35"/>
                    <a:gd name="T9" fmla="*/ 36 h 36"/>
                    <a:gd name="T10" fmla="*/ 11 w 35"/>
                    <a:gd name="T11" fmla="*/ 21 h 36"/>
                    <a:gd name="T12" fmla="*/ 14 w 35"/>
                    <a:gd name="T13" fmla="*/ 21 h 36"/>
                    <a:gd name="T14" fmla="*/ 17 w 35"/>
                    <a:gd name="T15" fmla="*/ 22 h 36"/>
                    <a:gd name="T16" fmla="*/ 21 w 35"/>
                    <a:gd name="T17" fmla="*/ 26 h 36"/>
                    <a:gd name="T18" fmla="*/ 24 w 35"/>
                    <a:gd name="T19" fmla="*/ 36 h 36"/>
                    <a:gd name="T20" fmla="*/ 32 w 35"/>
                    <a:gd name="T21" fmla="*/ 36 h 36"/>
                    <a:gd name="T22" fmla="*/ 27 w 35"/>
                    <a:gd name="T23" fmla="*/ 24 h 36"/>
                    <a:gd name="T24" fmla="*/ 24 w 35"/>
                    <a:gd name="T25" fmla="*/ 21 h 36"/>
                    <a:gd name="T26" fmla="*/ 32 w 35"/>
                    <a:gd name="T27" fmla="*/ 17 h 36"/>
                    <a:gd name="T28" fmla="*/ 35 w 35"/>
                    <a:gd name="T29" fmla="*/ 9 h 36"/>
                    <a:gd name="T30" fmla="*/ 34 w 35"/>
                    <a:gd name="T31" fmla="*/ 4 h 36"/>
                    <a:gd name="T32" fmla="*/ 30 w 35"/>
                    <a:gd name="T33" fmla="*/ 1 h 36"/>
                    <a:gd name="T34" fmla="*/ 27 w 35"/>
                    <a:gd name="T35" fmla="*/ 13 h 36"/>
                    <a:gd name="T36" fmla="*/ 24 w 35"/>
                    <a:gd name="T37" fmla="*/ 15 h 36"/>
                    <a:gd name="T38" fmla="*/ 16 w 35"/>
                    <a:gd name="T39" fmla="*/ 16 h 36"/>
                    <a:gd name="T40" fmla="*/ 12 w 35"/>
                    <a:gd name="T41" fmla="*/ 16 h 36"/>
                    <a:gd name="T42" fmla="*/ 14 w 35"/>
                    <a:gd name="T43" fmla="*/ 6 h 36"/>
                    <a:gd name="T44" fmla="*/ 22 w 35"/>
                    <a:gd name="T45" fmla="*/ 6 h 36"/>
                    <a:gd name="T46" fmla="*/ 26 w 35"/>
                    <a:gd name="T47" fmla="*/ 7 h 36"/>
                    <a:gd name="T48" fmla="*/ 28 w 35"/>
                    <a:gd name="T49" fmla="*/ 10 h 36"/>
                    <a:gd name="T50" fmla="*/ 27 w 35"/>
                    <a:gd name="T51" fmla="*/ 13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5" h="36">
                      <a:moveTo>
                        <a:pt x="30" y="1"/>
                      </a:moveTo>
                      <a:cubicBezTo>
                        <a:pt x="28" y="0"/>
                        <a:pt x="26" y="0"/>
                        <a:pt x="24" y="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8" y="36"/>
                        <a:pt x="8" y="36"/>
                        <a:pt x="8" y="36"/>
                      </a:cubicBezTo>
                      <a:cubicBezTo>
                        <a:pt x="11" y="21"/>
                        <a:pt x="11" y="21"/>
                        <a:pt x="11" y="21"/>
                      </a:cubicBezTo>
                      <a:cubicBezTo>
                        <a:pt x="14" y="21"/>
                        <a:pt x="14" y="21"/>
                        <a:pt x="14" y="21"/>
                      </a:cubicBezTo>
                      <a:cubicBezTo>
                        <a:pt x="15" y="21"/>
                        <a:pt x="17" y="21"/>
                        <a:pt x="17" y="22"/>
                      </a:cubicBezTo>
                      <a:cubicBezTo>
                        <a:pt x="18" y="22"/>
                        <a:pt x="20" y="24"/>
                        <a:pt x="21" y="26"/>
                      </a:cubicBezTo>
                      <a:cubicBezTo>
                        <a:pt x="22" y="31"/>
                        <a:pt x="24" y="34"/>
                        <a:pt x="24" y="36"/>
                      </a:cubicBezTo>
                      <a:cubicBezTo>
                        <a:pt x="32" y="36"/>
                        <a:pt x="32" y="36"/>
                        <a:pt x="32" y="36"/>
                      </a:cubicBezTo>
                      <a:cubicBezTo>
                        <a:pt x="30" y="31"/>
                        <a:pt x="28" y="27"/>
                        <a:pt x="27" y="24"/>
                      </a:cubicBezTo>
                      <a:cubicBezTo>
                        <a:pt x="26" y="23"/>
                        <a:pt x="25" y="21"/>
                        <a:pt x="24" y="21"/>
                      </a:cubicBezTo>
                      <a:cubicBezTo>
                        <a:pt x="28" y="20"/>
                        <a:pt x="30" y="19"/>
                        <a:pt x="32" y="17"/>
                      </a:cubicBezTo>
                      <a:cubicBezTo>
                        <a:pt x="34" y="15"/>
                        <a:pt x="35" y="13"/>
                        <a:pt x="35" y="9"/>
                      </a:cubicBezTo>
                      <a:cubicBezTo>
                        <a:pt x="35" y="7"/>
                        <a:pt x="34" y="6"/>
                        <a:pt x="34" y="4"/>
                      </a:cubicBezTo>
                      <a:cubicBezTo>
                        <a:pt x="33" y="3"/>
                        <a:pt x="31" y="2"/>
                        <a:pt x="30" y="1"/>
                      </a:cubicBezTo>
                      <a:close/>
                      <a:moveTo>
                        <a:pt x="27" y="13"/>
                      </a:moveTo>
                      <a:cubicBezTo>
                        <a:pt x="26" y="14"/>
                        <a:pt x="25" y="14"/>
                        <a:pt x="24" y="15"/>
                      </a:cubicBezTo>
                      <a:cubicBezTo>
                        <a:pt x="22" y="15"/>
                        <a:pt x="20" y="16"/>
                        <a:pt x="16" y="16"/>
                      </a:cubicBezTo>
                      <a:cubicBezTo>
                        <a:pt x="12" y="16"/>
                        <a:pt x="12" y="16"/>
                        <a:pt x="12" y="16"/>
                      </a:cubicBezTo>
                      <a:cubicBezTo>
                        <a:pt x="14" y="6"/>
                        <a:pt x="14" y="6"/>
                        <a:pt x="14" y="6"/>
                      </a:cubicBezTo>
                      <a:cubicBezTo>
                        <a:pt x="22" y="6"/>
                        <a:pt x="22" y="6"/>
                        <a:pt x="22" y="6"/>
                      </a:cubicBezTo>
                      <a:cubicBezTo>
                        <a:pt x="24" y="6"/>
                        <a:pt x="25" y="6"/>
                        <a:pt x="26" y="7"/>
                      </a:cubicBezTo>
                      <a:cubicBezTo>
                        <a:pt x="27" y="7"/>
                        <a:pt x="28" y="8"/>
                        <a:pt x="28" y="10"/>
                      </a:cubicBezTo>
                      <a:cubicBezTo>
                        <a:pt x="28" y="11"/>
                        <a:pt x="27" y="12"/>
                        <a:pt x="27" y="1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1" name="ïşľîḍé"/>
                <p:cNvSpPr/>
                <p:nvPr/>
              </p:nvSpPr>
              <p:spPr bwMode="auto">
                <a:xfrm>
                  <a:off x="8267701" y="3521075"/>
                  <a:ext cx="98425" cy="119063"/>
                </a:xfrm>
                <a:custGeom>
                  <a:avLst/>
                  <a:gdLst>
                    <a:gd name="T0" fmla="*/ 17 w 30"/>
                    <a:gd name="T1" fmla="*/ 5 h 36"/>
                    <a:gd name="T2" fmla="*/ 22 w 30"/>
                    <a:gd name="T3" fmla="*/ 7 h 36"/>
                    <a:gd name="T4" fmla="*/ 23 w 30"/>
                    <a:gd name="T5" fmla="*/ 11 h 36"/>
                    <a:gd name="T6" fmla="*/ 30 w 30"/>
                    <a:gd name="T7" fmla="*/ 10 h 36"/>
                    <a:gd name="T8" fmla="*/ 27 w 30"/>
                    <a:gd name="T9" fmla="*/ 3 h 36"/>
                    <a:gd name="T10" fmla="*/ 17 w 30"/>
                    <a:gd name="T11" fmla="*/ 0 h 36"/>
                    <a:gd name="T12" fmla="*/ 8 w 30"/>
                    <a:gd name="T13" fmla="*/ 3 h 36"/>
                    <a:gd name="T14" fmla="*/ 4 w 30"/>
                    <a:gd name="T15" fmla="*/ 10 h 36"/>
                    <a:gd name="T16" fmla="*/ 6 w 30"/>
                    <a:gd name="T17" fmla="*/ 14 h 36"/>
                    <a:gd name="T18" fmla="*/ 8 w 30"/>
                    <a:gd name="T19" fmla="*/ 18 h 36"/>
                    <a:gd name="T20" fmla="*/ 15 w 30"/>
                    <a:gd name="T21" fmla="*/ 21 h 36"/>
                    <a:gd name="T22" fmla="*/ 20 w 30"/>
                    <a:gd name="T23" fmla="*/ 23 h 36"/>
                    <a:gd name="T24" fmla="*/ 21 w 30"/>
                    <a:gd name="T25" fmla="*/ 26 h 36"/>
                    <a:gd name="T26" fmla="*/ 19 w 30"/>
                    <a:gd name="T27" fmla="*/ 29 h 36"/>
                    <a:gd name="T28" fmla="*/ 14 w 30"/>
                    <a:gd name="T29" fmla="*/ 30 h 36"/>
                    <a:gd name="T30" fmla="*/ 8 w 30"/>
                    <a:gd name="T31" fmla="*/ 28 h 36"/>
                    <a:gd name="T32" fmla="*/ 7 w 30"/>
                    <a:gd name="T33" fmla="*/ 24 h 36"/>
                    <a:gd name="T34" fmla="*/ 0 w 30"/>
                    <a:gd name="T35" fmla="*/ 24 h 36"/>
                    <a:gd name="T36" fmla="*/ 1 w 30"/>
                    <a:gd name="T37" fmla="*/ 30 h 36"/>
                    <a:gd name="T38" fmla="*/ 6 w 30"/>
                    <a:gd name="T39" fmla="*/ 35 h 36"/>
                    <a:gd name="T40" fmla="*/ 14 w 30"/>
                    <a:gd name="T41" fmla="*/ 36 h 36"/>
                    <a:gd name="T42" fmla="*/ 24 w 30"/>
                    <a:gd name="T43" fmla="*/ 33 h 36"/>
                    <a:gd name="T44" fmla="*/ 28 w 30"/>
                    <a:gd name="T45" fmla="*/ 25 h 36"/>
                    <a:gd name="T46" fmla="*/ 26 w 30"/>
                    <a:gd name="T47" fmla="*/ 19 h 36"/>
                    <a:gd name="T48" fmla="*/ 18 w 30"/>
                    <a:gd name="T49" fmla="*/ 14 h 36"/>
                    <a:gd name="T50" fmla="*/ 13 w 30"/>
                    <a:gd name="T51" fmla="*/ 12 h 36"/>
                    <a:gd name="T52" fmla="*/ 11 w 30"/>
                    <a:gd name="T53" fmla="*/ 9 h 36"/>
                    <a:gd name="T54" fmla="*/ 13 w 30"/>
                    <a:gd name="T55" fmla="*/ 6 h 36"/>
                    <a:gd name="T56" fmla="*/ 17 w 30"/>
                    <a:gd name="T57" fmla="*/ 5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30" h="36">
                      <a:moveTo>
                        <a:pt x="17" y="5"/>
                      </a:moveTo>
                      <a:cubicBezTo>
                        <a:pt x="19" y="5"/>
                        <a:pt x="21" y="6"/>
                        <a:pt x="22" y="7"/>
                      </a:cubicBezTo>
                      <a:cubicBezTo>
                        <a:pt x="23" y="8"/>
                        <a:pt x="23" y="9"/>
                        <a:pt x="23" y="11"/>
                      </a:cubicBezTo>
                      <a:cubicBezTo>
                        <a:pt x="30" y="10"/>
                        <a:pt x="30" y="10"/>
                        <a:pt x="30" y="10"/>
                      </a:cubicBezTo>
                      <a:cubicBezTo>
                        <a:pt x="30" y="7"/>
                        <a:pt x="29" y="4"/>
                        <a:pt x="27" y="3"/>
                      </a:cubicBezTo>
                      <a:cubicBezTo>
                        <a:pt x="24" y="1"/>
                        <a:pt x="21" y="0"/>
                        <a:pt x="17" y="0"/>
                      </a:cubicBezTo>
                      <a:cubicBezTo>
                        <a:pt x="13" y="0"/>
                        <a:pt x="10" y="1"/>
                        <a:pt x="8" y="3"/>
                      </a:cubicBezTo>
                      <a:cubicBezTo>
                        <a:pt x="5" y="5"/>
                        <a:pt x="4" y="7"/>
                        <a:pt x="4" y="10"/>
                      </a:cubicBezTo>
                      <a:cubicBezTo>
                        <a:pt x="4" y="12"/>
                        <a:pt x="5" y="13"/>
                        <a:pt x="6" y="14"/>
                      </a:cubicBezTo>
                      <a:cubicBezTo>
                        <a:pt x="6" y="16"/>
                        <a:pt x="7" y="17"/>
                        <a:pt x="8" y="18"/>
                      </a:cubicBezTo>
                      <a:cubicBezTo>
                        <a:pt x="10" y="18"/>
                        <a:pt x="12" y="19"/>
                        <a:pt x="15" y="21"/>
                      </a:cubicBezTo>
                      <a:cubicBezTo>
                        <a:pt x="17" y="22"/>
                        <a:pt x="19" y="23"/>
                        <a:pt x="20" y="23"/>
                      </a:cubicBezTo>
                      <a:cubicBezTo>
                        <a:pt x="20" y="24"/>
                        <a:pt x="21" y="25"/>
                        <a:pt x="21" y="26"/>
                      </a:cubicBezTo>
                      <a:cubicBezTo>
                        <a:pt x="21" y="27"/>
                        <a:pt x="20" y="28"/>
                        <a:pt x="19" y="29"/>
                      </a:cubicBezTo>
                      <a:cubicBezTo>
                        <a:pt x="18" y="30"/>
                        <a:pt x="16" y="30"/>
                        <a:pt x="14" y="30"/>
                      </a:cubicBezTo>
                      <a:cubicBezTo>
                        <a:pt x="11" y="30"/>
                        <a:pt x="9" y="30"/>
                        <a:pt x="8" y="28"/>
                      </a:cubicBezTo>
                      <a:cubicBezTo>
                        <a:pt x="8" y="28"/>
                        <a:pt x="7" y="26"/>
                        <a:pt x="7" y="24"/>
                      </a:cubicBezTo>
                      <a:cubicBezTo>
                        <a:pt x="0" y="24"/>
                        <a:pt x="0" y="24"/>
                        <a:pt x="0" y="24"/>
                      </a:cubicBezTo>
                      <a:cubicBezTo>
                        <a:pt x="0" y="27"/>
                        <a:pt x="0" y="29"/>
                        <a:pt x="1" y="30"/>
                      </a:cubicBezTo>
                      <a:cubicBezTo>
                        <a:pt x="2" y="32"/>
                        <a:pt x="4" y="34"/>
                        <a:pt x="6" y="35"/>
                      </a:cubicBezTo>
                      <a:cubicBezTo>
                        <a:pt x="8" y="36"/>
                        <a:pt x="11" y="36"/>
                        <a:pt x="14" y="36"/>
                      </a:cubicBezTo>
                      <a:cubicBezTo>
                        <a:pt x="18" y="36"/>
                        <a:pt x="22" y="35"/>
                        <a:pt x="24" y="33"/>
                      </a:cubicBezTo>
                      <a:cubicBezTo>
                        <a:pt x="27" y="31"/>
                        <a:pt x="28" y="28"/>
                        <a:pt x="28" y="25"/>
                      </a:cubicBezTo>
                      <a:cubicBezTo>
                        <a:pt x="28" y="22"/>
                        <a:pt x="27" y="20"/>
                        <a:pt x="26" y="19"/>
                      </a:cubicBezTo>
                      <a:cubicBezTo>
                        <a:pt x="25" y="18"/>
                        <a:pt x="22" y="16"/>
                        <a:pt x="18" y="14"/>
                      </a:cubicBezTo>
                      <a:cubicBezTo>
                        <a:pt x="15" y="13"/>
                        <a:pt x="13" y="12"/>
                        <a:pt x="13" y="12"/>
                      </a:cubicBezTo>
                      <a:cubicBezTo>
                        <a:pt x="12" y="11"/>
                        <a:pt x="11" y="10"/>
                        <a:pt x="11" y="9"/>
                      </a:cubicBezTo>
                      <a:cubicBezTo>
                        <a:pt x="11" y="8"/>
                        <a:pt x="12" y="7"/>
                        <a:pt x="13" y="6"/>
                      </a:cubicBezTo>
                      <a:cubicBezTo>
                        <a:pt x="14" y="6"/>
                        <a:pt x="15" y="5"/>
                        <a:pt x="17" y="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2" name="îṩľîďe"/>
                <p:cNvSpPr/>
                <p:nvPr/>
              </p:nvSpPr>
              <p:spPr bwMode="auto">
                <a:xfrm>
                  <a:off x="8374063" y="3521075"/>
                  <a:ext cx="46038" cy="119063"/>
                </a:xfrm>
                <a:custGeom>
                  <a:avLst/>
                  <a:gdLst>
                    <a:gd name="T0" fmla="*/ 0 w 29"/>
                    <a:gd name="T1" fmla="*/ 75 h 75"/>
                    <a:gd name="T2" fmla="*/ 14 w 29"/>
                    <a:gd name="T3" fmla="*/ 75 h 75"/>
                    <a:gd name="T4" fmla="*/ 29 w 29"/>
                    <a:gd name="T5" fmla="*/ 0 h 75"/>
                    <a:gd name="T6" fmla="*/ 14 w 29"/>
                    <a:gd name="T7" fmla="*/ 0 h 75"/>
                    <a:gd name="T8" fmla="*/ 0 w 29"/>
                    <a:gd name="T9" fmla="*/ 75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75">
                      <a:moveTo>
                        <a:pt x="0" y="75"/>
                      </a:moveTo>
                      <a:lnTo>
                        <a:pt x="14" y="75"/>
                      </a:lnTo>
                      <a:lnTo>
                        <a:pt x="29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3" name="iS1idè"/>
                <p:cNvSpPr/>
                <p:nvPr/>
              </p:nvSpPr>
              <p:spPr bwMode="auto">
                <a:xfrm>
                  <a:off x="8432801" y="3521075"/>
                  <a:ext cx="95250" cy="119063"/>
                </a:xfrm>
                <a:custGeom>
                  <a:avLst/>
                  <a:gdLst>
                    <a:gd name="T0" fmla="*/ 0 w 60"/>
                    <a:gd name="T1" fmla="*/ 12 h 75"/>
                    <a:gd name="T2" fmla="*/ 21 w 60"/>
                    <a:gd name="T3" fmla="*/ 12 h 75"/>
                    <a:gd name="T4" fmla="*/ 8 w 60"/>
                    <a:gd name="T5" fmla="*/ 75 h 75"/>
                    <a:gd name="T6" fmla="*/ 23 w 60"/>
                    <a:gd name="T7" fmla="*/ 75 h 75"/>
                    <a:gd name="T8" fmla="*/ 35 w 60"/>
                    <a:gd name="T9" fmla="*/ 12 h 75"/>
                    <a:gd name="T10" fmla="*/ 58 w 60"/>
                    <a:gd name="T11" fmla="*/ 12 h 75"/>
                    <a:gd name="T12" fmla="*/ 60 w 60"/>
                    <a:gd name="T13" fmla="*/ 0 h 75"/>
                    <a:gd name="T14" fmla="*/ 2 w 60"/>
                    <a:gd name="T15" fmla="*/ 0 h 75"/>
                    <a:gd name="T16" fmla="*/ 0 w 60"/>
                    <a:gd name="T17" fmla="*/ 12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0" h="75">
                      <a:moveTo>
                        <a:pt x="0" y="12"/>
                      </a:moveTo>
                      <a:lnTo>
                        <a:pt x="21" y="12"/>
                      </a:lnTo>
                      <a:lnTo>
                        <a:pt x="8" y="75"/>
                      </a:lnTo>
                      <a:lnTo>
                        <a:pt x="23" y="75"/>
                      </a:lnTo>
                      <a:lnTo>
                        <a:pt x="35" y="12"/>
                      </a:lnTo>
                      <a:lnTo>
                        <a:pt x="58" y="12"/>
                      </a:lnTo>
                      <a:lnTo>
                        <a:pt x="60" y="0"/>
                      </a:lnTo>
                      <a:lnTo>
                        <a:pt x="2" y="0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4" name="iṣḷîḋe"/>
                <p:cNvSpPr/>
                <p:nvPr/>
              </p:nvSpPr>
              <p:spPr bwMode="auto">
                <a:xfrm>
                  <a:off x="8531226" y="3521075"/>
                  <a:ext cx="109538" cy="119063"/>
                </a:xfrm>
                <a:custGeom>
                  <a:avLst/>
                  <a:gdLst>
                    <a:gd name="T0" fmla="*/ 25 w 33"/>
                    <a:gd name="T1" fmla="*/ 0 h 36"/>
                    <a:gd name="T2" fmla="*/ 19 w 33"/>
                    <a:gd name="T3" fmla="*/ 7 h 36"/>
                    <a:gd name="T4" fmla="*/ 16 w 33"/>
                    <a:gd name="T5" fmla="*/ 12 h 36"/>
                    <a:gd name="T6" fmla="*/ 14 w 33"/>
                    <a:gd name="T7" fmla="*/ 15 h 36"/>
                    <a:gd name="T8" fmla="*/ 12 w 33"/>
                    <a:gd name="T9" fmla="*/ 10 h 36"/>
                    <a:gd name="T10" fmla="*/ 8 w 33"/>
                    <a:gd name="T11" fmla="*/ 0 h 36"/>
                    <a:gd name="T12" fmla="*/ 0 w 33"/>
                    <a:gd name="T13" fmla="*/ 0 h 36"/>
                    <a:gd name="T14" fmla="*/ 10 w 33"/>
                    <a:gd name="T15" fmla="*/ 22 h 36"/>
                    <a:gd name="T16" fmla="*/ 7 w 33"/>
                    <a:gd name="T17" fmla="*/ 36 h 36"/>
                    <a:gd name="T18" fmla="*/ 14 w 33"/>
                    <a:gd name="T19" fmla="*/ 36 h 36"/>
                    <a:gd name="T20" fmla="*/ 17 w 33"/>
                    <a:gd name="T21" fmla="*/ 23 h 36"/>
                    <a:gd name="T22" fmla="*/ 33 w 33"/>
                    <a:gd name="T23" fmla="*/ 0 h 36"/>
                    <a:gd name="T24" fmla="*/ 25 w 33"/>
                    <a:gd name="T25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33" h="36">
                      <a:moveTo>
                        <a:pt x="25" y="0"/>
                      </a:moveTo>
                      <a:cubicBezTo>
                        <a:pt x="19" y="7"/>
                        <a:pt x="19" y="7"/>
                        <a:pt x="19" y="7"/>
                      </a:cubicBezTo>
                      <a:cubicBezTo>
                        <a:pt x="16" y="12"/>
                        <a:pt x="16" y="12"/>
                        <a:pt x="16" y="12"/>
                      </a:cubicBezTo>
                      <a:cubicBezTo>
                        <a:pt x="15" y="13"/>
                        <a:pt x="15" y="14"/>
                        <a:pt x="14" y="15"/>
                      </a:cubicBezTo>
                      <a:cubicBezTo>
                        <a:pt x="14" y="14"/>
                        <a:pt x="13" y="13"/>
                        <a:pt x="12" y="1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0" y="22"/>
                        <a:pt x="10" y="22"/>
                        <a:pt x="10" y="22"/>
                      </a:cubicBezTo>
                      <a:cubicBezTo>
                        <a:pt x="7" y="36"/>
                        <a:pt x="7" y="36"/>
                        <a:pt x="7" y="36"/>
                      </a:cubicBezTo>
                      <a:cubicBezTo>
                        <a:pt x="14" y="36"/>
                        <a:pt x="14" y="36"/>
                        <a:pt x="14" y="36"/>
                      </a:cubicBezTo>
                      <a:cubicBezTo>
                        <a:pt x="17" y="23"/>
                        <a:pt x="17" y="23"/>
                        <a:pt x="17" y="23"/>
                      </a:cubicBezTo>
                      <a:cubicBezTo>
                        <a:pt x="33" y="0"/>
                        <a:pt x="33" y="0"/>
                        <a:pt x="33" y="0"/>
                      </a:cubicBezTo>
                      <a:lnTo>
                        <a:pt x="2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</p:grpSp>
      </p:grpSp>
      <p:cxnSp>
        <p:nvCxnSpPr>
          <p:cNvPr id="4" name="直线连接符 3"/>
          <p:cNvCxnSpPr/>
          <p:nvPr userDrawn="1"/>
        </p:nvCxnSpPr>
        <p:spPr>
          <a:xfrm>
            <a:off x="0" y="1016000"/>
            <a:ext cx="12192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0" name="图片 109" descr="图片包含 天空, 户外, 建筑物, 日落&#10;&#10;描述已自动生成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9500" l="10000" r="98000">
                        <a14:foregroundMark x1="45583" y1="28625" x2="72750" y2="47875"/>
                        <a14:foregroundMark x1="72750" y1="47875" x2="79000" y2="48875"/>
                        <a14:foregroundMark x1="79000" y1="48875" x2="87083" y2="44750"/>
                        <a14:foregroundMark x1="87083" y1="44750" x2="89333" y2="42875"/>
                        <a14:foregroundMark x1="49697" y1="28104" x2="51500" y2="30625"/>
                        <a14:foregroundMark x1="46583" y1="23750" x2="49595" y2="27961"/>
                        <a14:foregroundMark x1="46917" y1="21000" x2="48333" y2="17125"/>
                        <a14:foregroundMark x1="62917" y1="48125" x2="65250" y2="51750"/>
                        <a14:foregroundMark x1="65250" y1="51750" x2="86750" y2="67750"/>
                        <a14:foregroundMark x1="94417" y1="36500" x2="92917" y2="90875"/>
                        <a14:foregroundMark x1="98000" y1="30875" x2="91667" y2="84250"/>
                        <a14:foregroundMark x1="91667" y1="84250" x2="91333" y2="85500"/>
                        <a14:foregroundMark x1="70000" y1="67000" x2="89333" y2="84250"/>
                        <a14:foregroundMark x1="89333" y1="84250" x2="89333" y2="84250"/>
                        <a14:foregroundMark x1="70500" y1="67000" x2="66333" y2="64125"/>
                        <a14:foregroundMark x1="66333" y1="64125" x2="59333" y2="53500"/>
                        <a14:foregroundMark x1="79333" y1="90625" x2="80167" y2="96250"/>
                        <a14:foregroundMark x1="80167" y1="96250" x2="85167" y2="96625"/>
                        <a14:foregroundMark x1="85167" y1="96625" x2="88083" y2="94625"/>
                        <a14:foregroundMark x1="88083" y1="94625" x2="88167" y2="94625"/>
                        <a14:foregroundMark x1="96750" y1="97500" x2="76750" y2="99500"/>
                        <a14:foregroundMark x1="77799" y1="89875" x2="77667" y2="86250"/>
                        <a14:foregroundMark x1="77984" y1="94938" x2="77927" y2="93375"/>
                        <a14:foregroundMark x1="78000" y1="95375" x2="78056" y2="96909"/>
                        <a14:foregroundMark x1="68667" y1="40875" x2="68417" y2="41125"/>
                        <a14:backgroundMark x1="77667" y1="89875" x2="77667" y2="93375"/>
                        <a14:backgroundMark x1="77833" y1="95625" x2="78167" y2="90625"/>
                        <a14:backgroundMark x1="78500" y1="96125" x2="79000" y2="90375"/>
                        <a14:backgroundMark x1="19833" y1="30625" x2="46417" y2="71000"/>
                        <a14:backgroundMark x1="46417" y1="71000" x2="46417" y2="71000"/>
                        <a14:backgroundMark x1="17000" y1="72500" x2="23583" y2="72625"/>
                        <a14:backgroundMark x1="23583" y1="72625" x2="37833" y2="71875"/>
                        <a14:backgroundMark x1="37833" y1="71875" x2="57167" y2="75375"/>
                        <a14:backgroundMark x1="61667" y1="37000" x2="62000" y2="37375"/>
                        <a14:backgroundMark x1="66667" y1="39375" x2="66917" y2="39750"/>
                        <a14:backgroundMark x1="50917" y1="27125" x2="51000" y2="27625"/>
                      </a14:backgroundRemoval>
                    </a14:imgEffect>
                    <a14:imgEffect>
                      <a14:brightnessContrast bright="72000"/>
                    </a14:imgEffect>
                    <a14:imgEffect>
                      <a14:colorTemperature colorTemp="9660"/>
                    </a14:imgEffect>
                    <a14:imgEffect>
                      <a14:saturation sat="11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8743" t="8413"/>
          <a:stretch>
            <a:fillRect/>
          </a:stretch>
        </p:blipFill>
        <p:spPr>
          <a:xfrm flipH="1">
            <a:off x="-1" y="60500"/>
            <a:ext cx="958611" cy="955500"/>
          </a:xfrm>
          <a:prstGeom prst="rect">
            <a:avLst/>
          </a:prstGeom>
        </p:spPr>
      </p:pic>
      <p:sp>
        <p:nvSpPr>
          <p:cNvPr id="113" name="图片占位符 4"/>
          <p:cNvSpPr>
            <a:spLocks noGrp="1"/>
          </p:cNvSpPr>
          <p:nvPr>
            <p:ph type="pic" sz="quarter" idx="10"/>
          </p:nvPr>
        </p:nvSpPr>
        <p:spPr>
          <a:xfrm>
            <a:off x="803275" y="1255713"/>
            <a:ext cx="3344863" cy="3084512"/>
          </a:xfrm>
          <a:prstGeom prst="rect">
            <a:avLst/>
          </a:prstGeom>
        </p:spPr>
        <p:txBody>
          <a:bodyPr/>
          <a:lstStyle/>
          <a:p>
            <a:endParaRPr kumimoji="1" lang="zh-CN" altLang="en-US" dirty="0"/>
          </a:p>
        </p:txBody>
      </p:sp>
      <p:sp>
        <p:nvSpPr>
          <p:cNvPr id="120" name="图片占位符 4"/>
          <p:cNvSpPr>
            <a:spLocks noGrp="1"/>
          </p:cNvSpPr>
          <p:nvPr>
            <p:ph type="pic" sz="quarter" idx="11"/>
          </p:nvPr>
        </p:nvSpPr>
        <p:spPr>
          <a:xfrm>
            <a:off x="4423568" y="1255713"/>
            <a:ext cx="3344863" cy="3084512"/>
          </a:xfrm>
          <a:prstGeom prst="rect">
            <a:avLst/>
          </a:prstGeom>
        </p:spPr>
        <p:txBody>
          <a:bodyPr/>
          <a:lstStyle/>
          <a:p>
            <a:endParaRPr kumimoji="1" lang="zh-CN" altLang="en-US" dirty="0"/>
          </a:p>
        </p:txBody>
      </p:sp>
      <p:sp>
        <p:nvSpPr>
          <p:cNvPr id="121" name="图片占位符 4"/>
          <p:cNvSpPr>
            <a:spLocks noGrp="1"/>
          </p:cNvSpPr>
          <p:nvPr>
            <p:ph type="pic" sz="quarter" idx="12"/>
          </p:nvPr>
        </p:nvSpPr>
        <p:spPr>
          <a:xfrm>
            <a:off x="8043861" y="1255713"/>
            <a:ext cx="3344863" cy="3084512"/>
          </a:xfrm>
          <a:prstGeom prst="rect">
            <a:avLst/>
          </a:prstGeom>
        </p:spPr>
        <p:txBody>
          <a:bodyPr/>
          <a:lstStyle/>
          <a:p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四张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组合 110"/>
          <p:cNvGrpSpPr/>
          <p:nvPr userDrawn="1"/>
        </p:nvGrpSpPr>
        <p:grpSpPr>
          <a:xfrm flipH="1">
            <a:off x="5208336" y="4040440"/>
            <a:ext cx="804808" cy="2020022"/>
            <a:chOff x="803275" y="1324069"/>
            <a:chExt cx="804808" cy="2020022"/>
          </a:xfrm>
        </p:grpSpPr>
        <p:sp>
          <p:nvSpPr>
            <p:cNvPr id="112" name="矩形 111"/>
            <p:cNvSpPr/>
            <p:nvPr/>
          </p:nvSpPr>
          <p:spPr>
            <a:xfrm>
              <a:off x="803275" y="1324069"/>
              <a:ext cx="804808" cy="2020022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/>
            </a:bodyPr>
            <a:lstStyle/>
            <a:p>
              <a:pPr algn="l">
                <a:lnSpc>
                  <a:spcPct val="130000"/>
                </a:lnSpc>
              </a:pPr>
              <a:endPara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113" name="直线连接符 112"/>
            <p:cNvCxnSpPr/>
            <p:nvPr/>
          </p:nvCxnSpPr>
          <p:spPr>
            <a:xfrm>
              <a:off x="806746" y="1375471"/>
              <a:ext cx="684965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线连接符 116"/>
            <p:cNvCxnSpPr/>
            <p:nvPr/>
          </p:nvCxnSpPr>
          <p:spPr>
            <a:xfrm>
              <a:off x="806746" y="3293388"/>
              <a:ext cx="684965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线连接符 117"/>
            <p:cNvCxnSpPr/>
            <p:nvPr/>
          </p:nvCxnSpPr>
          <p:spPr>
            <a:xfrm>
              <a:off x="857416" y="1324069"/>
              <a:ext cx="0" cy="2020022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9" name="组合 118"/>
          <p:cNvGrpSpPr/>
          <p:nvPr userDrawn="1"/>
        </p:nvGrpSpPr>
        <p:grpSpPr>
          <a:xfrm flipH="1">
            <a:off x="10599834" y="4040440"/>
            <a:ext cx="804808" cy="2020022"/>
            <a:chOff x="803275" y="1324069"/>
            <a:chExt cx="804808" cy="2020022"/>
          </a:xfrm>
        </p:grpSpPr>
        <p:sp>
          <p:nvSpPr>
            <p:cNvPr id="120" name="矩形 119"/>
            <p:cNvSpPr/>
            <p:nvPr/>
          </p:nvSpPr>
          <p:spPr>
            <a:xfrm>
              <a:off x="803275" y="1324069"/>
              <a:ext cx="804808" cy="2020022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/>
            </a:bodyPr>
            <a:lstStyle/>
            <a:p>
              <a:pPr algn="l">
                <a:lnSpc>
                  <a:spcPct val="130000"/>
                </a:lnSpc>
              </a:pPr>
              <a:endPara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121" name="直线连接符 120"/>
            <p:cNvCxnSpPr/>
            <p:nvPr/>
          </p:nvCxnSpPr>
          <p:spPr>
            <a:xfrm>
              <a:off x="806746" y="1375471"/>
              <a:ext cx="684965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线连接符 121"/>
            <p:cNvCxnSpPr/>
            <p:nvPr/>
          </p:nvCxnSpPr>
          <p:spPr>
            <a:xfrm>
              <a:off x="806746" y="3293388"/>
              <a:ext cx="684965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线连接符 122"/>
            <p:cNvCxnSpPr/>
            <p:nvPr/>
          </p:nvCxnSpPr>
          <p:spPr>
            <a:xfrm>
              <a:off x="857416" y="1324069"/>
              <a:ext cx="0" cy="2020022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4" name="组合 123"/>
          <p:cNvGrpSpPr/>
          <p:nvPr userDrawn="1"/>
        </p:nvGrpSpPr>
        <p:grpSpPr>
          <a:xfrm>
            <a:off x="6187279" y="1324069"/>
            <a:ext cx="804808" cy="2020022"/>
            <a:chOff x="803275" y="1324069"/>
            <a:chExt cx="804808" cy="2020022"/>
          </a:xfrm>
        </p:grpSpPr>
        <p:sp>
          <p:nvSpPr>
            <p:cNvPr id="125" name="矩形 124"/>
            <p:cNvSpPr/>
            <p:nvPr/>
          </p:nvSpPr>
          <p:spPr>
            <a:xfrm>
              <a:off x="803275" y="1324069"/>
              <a:ext cx="804808" cy="2020022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/>
            </a:bodyPr>
            <a:lstStyle/>
            <a:p>
              <a:pPr algn="l">
                <a:lnSpc>
                  <a:spcPct val="130000"/>
                </a:lnSpc>
              </a:pPr>
              <a:endPara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126" name="直线连接符 125"/>
            <p:cNvCxnSpPr/>
            <p:nvPr/>
          </p:nvCxnSpPr>
          <p:spPr>
            <a:xfrm>
              <a:off x="806746" y="1375471"/>
              <a:ext cx="684965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线连接符 126"/>
            <p:cNvCxnSpPr/>
            <p:nvPr/>
          </p:nvCxnSpPr>
          <p:spPr>
            <a:xfrm>
              <a:off x="806746" y="3293388"/>
              <a:ext cx="684965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线连接符 127"/>
            <p:cNvCxnSpPr/>
            <p:nvPr/>
          </p:nvCxnSpPr>
          <p:spPr>
            <a:xfrm>
              <a:off x="857416" y="1324069"/>
              <a:ext cx="0" cy="2020022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9" name="组合 128"/>
          <p:cNvGrpSpPr/>
          <p:nvPr userDrawn="1"/>
        </p:nvGrpSpPr>
        <p:grpSpPr>
          <a:xfrm>
            <a:off x="795392" y="1324069"/>
            <a:ext cx="804808" cy="2020022"/>
            <a:chOff x="803275" y="1324069"/>
            <a:chExt cx="804808" cy="2020022"/>
          </a:xfrm>
        </p:grpSpPr>
        <p:sp>
          <p:nvSpPr>
            <p:cNvPr id="130" name="矩形 129"/>
            <p:cNvSpPr/>
            <p:nvPr/>
          </p:nvSpPr>
          <p:spPr>
            <a:xfrm>
              <a:off x="803275" y="1324069"/>
              <a:ext cx="804808" cy="2020022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/>
            </a:bodyPr>
            <a:lstStyle/>
            <a:p>
              <a:pPr algn="l">
                <a:lnSpc>
                  <a:spcPct val="130000"/>
                </a:lnSpc>
              </a:pPr>
              <a:endPara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131" name="直线连接符 130"/>
            <p:cNvCxnSpPr/>
            <p:nvPr/>
          </p:nvCxnSpPr>
          <p:spPr>
            <a:xfrm>
              <a:off x="806746" y="1375471"/>
              <a:ext cx="684965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线连接符 131"/>
            <p:cNvCxnSpPr/>
            <p:nvPr/>
          </p:nvCxnSpPr>
          <p:spPr>
            <a:xfrm>
              <a:off x="806746" y="3293388"/>
              <a:ext cx="684965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线连接符 132"/>
            <p:cNvCxnSpPr/>
            <p:nvPr/>
          </p:nvCxnSpPr>
          <p:spPr>
            <a:xfrm>
              <a:off x="857416" y="1324069"/>
              <a:ext cx="0" cy="2020022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3275" y="393486"/>
            <a:ext cx="8970989" cy="663575"/>
          </a:xfrm>
          <a:prstGeom prst="rect">
            <a:avLst/>
          </a:prstGeom>
        </p:spPr>
        <p:txBody>
          <a:bodyPr lIns="0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245" name="组合 244"/>
          <p:cNvGrpSpPr/>
          <p:nvPr userDrawn="1"/>
        </p:nvGrpSpPr>
        <p:grpSpPr>
          <a:xfrm>
            <a:off x="9895088" y="468793"/>
            <a:ext cx="1480571" cy="458860"/>
            <a:chOff x="2558030" y="228446"/>
            <a:chExt cx="6774643" cy="2099603"/>
          </a:xfrm>
        </p:grpSpPr>
        <p:grpSp>
          <p:nvGrpSpPr>
            <p:cNvPr id="246" name="íšḻîďê"/>
            <p:cNvGrpSpPr/>
            <p:nvPr userDrawn="1"/>
          </p:nvGrpSpPr>
          <p:grpSpPr>
            <a:xfrm>
              <a:off x="2558030" y="228446"/>
              <a:ext cx="2085857" cy="2099603"/>
              <a:chOff x="3551238" y="3067050"/>
              <a:chExt cx="722313" cy="727075"/>
            </a:xfrm>
          </p:grpSpPr>
          <p:sp>
            <p:nvSpPr>
              <p:cNvPr id="276" name="ïş1íḍê"/>
              <p:cNvSpPr/>
              <p:nvPr/>
            </p:nvSpPr>
            <p:spPr bwMode="auto">
              <a:xfrm>
                <a:off x="3575051" y="3087688"/>
                <a:ext cx="673100" cy="679450"/>
              </a:xfrm>
              <a:custGeom>
                <a:avLst/>
                <a:gdLst>
                  <a:gd name="T0" fmla="*/ 102 w 204"/>
                  <a:gd name="T1" fmla="*/ 0 h 204"/>
                  <a:gd name="T2" fmla="*/ 204 w 204"/>
                  <a:gd name="T3" fmla="*/ 102 h 204"/>
                  <a:gd name="T4" fmla="*/ 102 w 204"/>
                  <a:gd name="T5" fmla="*/ 204 h 204"/>
                  <a:gd name="T6" fmla="*/ 0 w 204"/>
                  <a:gd name="T7" fmla="*/ 102 h 204"/>
                  <a:gd name="T8" fmla="*/ 102 w 204"/>
                  <a:gd name="T9" fmla="*/ 0 h 204"/>
                  <a:gd name="T10" fmla="*/ 102 w 204"/>
                  <a:gd name="T11" fmla="*/ 25 h 204"/>
                  <a:gd name="T12" fmla="*/ 24 w 204"/>
                  <a:gd name="T13" fmla="*/ 103 h 204"/>
                  <a:gd name="T14" fmla="*/ 102 w 204"/>
                  <a:gd name="T15" fmla="*/ 181 h 204"/>
                  <a:gd name="T16" fmla="*/ 180 w 204"/>
                  <a:gd name="T17" fmla="*/ 103 h 204"/>
                  <a:gd name="T18" fmla="*/ 102 w 204"/>
                  <a:gd name="T19" fmla="*/ 25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4" h="204">
                    <a:moveTo>
                      <a:pt x="102" y="0"/>
                    </a:moveTo>
                    <a:cubicBezTo>
                      <a:pt x="159" y="0"/>
                      <a:pt x="204" y="46"/>
                      <a:pt x="204" y="102"/>
                    </a:cubicBezTo>
                    <a:cubicBezTo>
                      <a:pt x="204" y="158"/>
                      <a:pt x="159" y="204"/>
                      <a:pt x="102" y="204"/>
                    </a:cubicBezTo>
                    <a:cubicBezTo>
                      <a:pt x="46" y="204"/>
                      <a:pt x="0" y="158"/>
                      <a:pt x="0" y="102"/>
                    </a:cubicBezTo>
                    <a:cubicBezTo>
                      <a:pt x="0" y="46"/>
                      <a:pt x="46" y="0"/>
                      <a:pt x="102" y="0"/>
                    </a:cubicBezTo>
                    <a:close/>
                    <a:moveTo>
                      <a:pt x="102" y="25"/>
                    </a:moveTo>
                    <a:cubicBezTo>
                      <a:pt x="59" y="25"/>
                      <a:pt x="24" y="60"/>
                      <a:pt x="24" y="103"/>
                    </a:cubicBezTo>
                    <a:cubicBezTo>
                      <a:pt x="24" y="146"/>
                      <a:pt x="59" y="181"/>
                      <a:pt x="102" y="181"/>
                    </a:cubicBezTo>
                    <a:cubicBezTo>
                      <a:pt x="145" y="181"/>
                      <a:pt x="180" y="146"/>
                      <a:pt x="180" y="103"/>
                    </a:cubicBezTo>
                    <a:cubicBezTo>
                      <a:pt x="180" y="60"/>
                      <a:pt x="145" y="25"/>
                      <a:pt x="102" y="25"/>
                    </a:cubicBezTo>
                    <a:close/>
                  </a:path>
                </a:pathLst>
              </a:custGeom>
              <a:solidFill>
                <a:srgbClr val="0052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7" name="íšḻïḍè"/>
              <p:cNvSpPr/>
              <p:nvPr/>
            </p:nvSpPr>
            <p:spPr bwMode="auto">
              <a:xfrm>
                <a:off x="3621088" y="3103563"/>
                <a:ext cx="584200" cy="203200"/>
              </a:xfrm>
              <a:custGeom>
                <a:avLst/>
                <a:gdLst>
                  <a:gd name="T0" fmla="*/ 8 w 177"/>
                  <a:gd name="T1" fmla="*/ 53 h 61"/>
                  <a:gd name="T2" fmla="*/ 0 w 177"/>
                  <a:gd name="T3" fmla="*/ 56 h 61"/>
                  <a:gd name="T4" fmla="*/ 5 w 177"/>
                  <a:gd name="T5" fmla="*/ 52 h 61"/>
                  <a:gd name="T6" fmla="*/ 4 w 177"/>
                  <a:gd name="T7" fmla="*/ 50 h 61"/>
                  <a:gd name="T8" fmla="*/ 5 w 177"/>
                  <a:gd name="T9" fmla="*/ 48 h 61"/>
                  <a:gd name="T10" fmla="*/ 10 w 177"/>
                  <a:gd name="T11" fmla="*/ 41 h 61"/>
                  <a:gd name="T12" fmla="*/ 17 w 177"/>
                  <a:gd name="T13" fmla="*/ 50 h 61"/>
                  <a:gd name="T14" fmla="*/ 14 w 177"/>
                  <a:gd name="T15" fmla="*/ 35 h 61"/>
                  <a:gd name="T16" fmla="*/ 23 w 177"/>
                  <a:gd name="T17" fmla="*/ 46 h 61"/>
                  <a:gd name="T18" fmla="*/ 31 w 177"/>
                  <a:gd name="T19" fmla="*/ 38 h 61"/>
                  <a:gd name="T20" fmla="*/ 29 w 177"/>
                  <a:gd name="T21" fmla="*/ 40 h 61"/>
                  <a:gd name="T22" fmla="*/ 18 w 177"/>
                  <a:gd name="T23" fmla="*/ 32 h 61"/>
                  <a:gd name="T24" fmla="*/ 19 w 177"/>
                  <a:gd name="T25" fmla="*/ 30 h 61"/>
                  <a:gd name="T26" fmla="*/ 21 w 177"/>
                  <a:gd name="T27" fmla="*/ 27 h 61"/>
                  <a:gd name="T28" fmla="*/ 41 w 177"/>
                  <a:gd name="T29" fmla="*/ 29 h 61"/>
                  <a:gd name="T30" fmla="*/ 43 w 177"/>
                  <a:gd name="T31" fmla="*/ 29 h 61"/>
                  <a:gd name="T32" fmla="*/ 35 w 177"/>
                  <a:gd name="T33" fmla="*/ 35 h 61"/>
                  <a:gd name="T34" fmla="*/ 31 w 177"/>
                  <a:gd name="T35" fmla="*/ 21 h 61"/>
                  <a:gd name="T36" fmla="*/ 46 w 177"/>
                  <a:gd name="T37" fmla="*/ 11 h 61"/>
                  <a:gd name="T38" fmla="*/ 47 w 177"/>
                  <a:gd name="T39" fmla="*/ 11 h 61"/>
                  <a:gd name="T40" fmla="*/ 47 w 177"/>
                  <a:gd name="T41" fmla="*/ 26 h 61"/>
                  <a:gd name="T42" fmla="*/ 39 w 177"/>
                  <a:gd name="T43" fmla="*/ 15 h 61"/>
                  <a:gd name="T44" fmla="*/ 72 w 177"/>
                  <a:gd name="T45" fmla="*/ 16 h 61"/>
                  <a:gd name="T46" fmla="*/ 71 w 177"/>
                  <a:gd name="T47" fmla="*/ 2 h 61"/>
                  <a:gd name="T48" fmla="*/ 65 w 177"/>
                  <a:gd name="T49" fmla="*/ 15 h 61"/>
                  <a:gd name="T50" fmla="*/ 64 w 177"/>
                  <a:gd name="T51" fmla="*/ 4 h 61"/>
                  <a:gd name="T52" fmla="*/ 84 w 177"/>
                  <a:gd name="T53" fmla="*/ 1 h 61"/>
                  <a:gd name="T54" fmla="*/ 84 w 177"/>
                  <a:gd name="T55" fmla="*/ 1 h 61"/>
                  <a:gd name="T56" fmla="*/ 78 w 177"/>
                  <a:gd name="T57" fmla="*/ 16 h 61"/>
                  <a:gd name="T58" fmla="*/ 77 w 177"/>
                  <a:gd name="T59" fmla="*/ 15 h 61"/>
                  <a:gd name="T60" fmla="*/ 90 w 177"/>
                  <a:gd name="T61" fmla="*/ 1 h 61"/>
                  <a:gd name="T62" fmla="*/ 94 w 177"/>
                  <a:gd name="T63" fmla="*/ 15 h 61"/>
                  <a:gd name="T64" fmla="*/ 92 w 177"/>
                  <a:gd name="T65" fmla="*/ 15 h 61"/>
                  <a:gd name="T66" fmla="*/ 113 w 177"/>
                  <a:gd name="T67" fmla="*/ 3 h 61"/>
                  <a:gd name="T68" fmla="*/ 102 w 177"/>
                  <a:gd name="T69" fmla="*/ 2 h 61"/>
                  <a:gd name="T70" fmla="*/ 105 w 177"/>
                  <a:gd name="T71" fmla="*/ 14 h 61"/>
                  <a:gd name="T72" fmla="*/ 117 w 177"/>
                  <a:gd name="T73" fmla="*/ 5 h 61"/>
                  <a:gd name="T74" fmla="*/ 122 w 177"/>
                  <a:gd name="T75" fmla="*/ 19 h 61"/>
                  <a:gd name="T76" fmla="*/ 119 w 177"/>
                  <a:gd name="T77" fmla="*/ 13 h 61"/>
                  <a:gd name="T78" fmla="*/ 121 w 177"/>
                  <a:gd name="T79" fmla="*/ 12 h 61"/>
                  <a:gd name="T80" fmla="*/ 124 w 177"/>
                  <a:gd name="T81" fmla="*/ 10 h 61"/>
                  <a:gd name="T82" fmla="*/ 131 w 177"/>
                  <a:gd name="T83" fmla="*/ 26 h 61"/>
                  <a:gd name="T84" fmla="*/ 126 w 177"/>
                  <a:gd name="T85" fmla="*/ 23 h 61"/>
                  <a:gd name="T86" fmla="*/ 124 w 177"/>
                  <a:gd name="T87" fmla="*/ 23 h 61"/>
                  <a:gd name="T88" fmla="*/ 137 w 177"/>
                  <a:gd name="T89" fmla="*/ 14 h 61"/>
                  <a:gd name="T90" fmla="*/ 133 w 177"/>
                  <a:gd name="T91" fmla="*/ 11 h 61"/>
                  <a:gd name="T92" fmla="*/ 137 w 177"/>
                  <a:gd name="T93" fmla="*/ 32 h 61"/>
                  <a:gd name="T94" fmla="*/ 137 w 177"/>
                  <a:gd name="T95" fmla="*/ 32 h 61"/>
                  <a:gd name="T96" fmla="*/ 145 w 177"/>
                  <a:gd name="T97" fmla="*/ 19 h 61"/>
                  <a:gd name="T98" fmla="*/ 146 w 177"/>
                  <a:gd name="T99" fmla="*/ 19 h 61"/>
                  <a:gd name="T100" fmla="*/ 159 w 177"/>
                  <a:gd name="T101" fmla="*/ 31 h 61"/>
                  <a:gd name="T102" fmla="*/ 149 w 177"/>
                  <a:gd name="T103" fmla="*/ 42 h 61"/>
                  <a:gd name="T104" fmla="*/ 155 w 177"/>
                  <a:gd name="T105" fmla="*/ 27 h 61"/>
                  <a:gd name="T106" fmla="*/ 166 w 177"/>
                  <a:gd name="T107" fmla="*/ 40 h 61"/>
                  <a:gd name="T108" fmla="*/ 160 w 177"/>
                  <a:gd name="T109" fmla="*/ 37 h 61"/>
                  <a:gd name="T110" fmla="*/ 153 w 177"/>
                  <a:gd name="T111" fmla="*/ 46 h 61"/>
                  <a:gd name="T112" fmla="*/ 177 w 177"/>
                  <a:gd name="T113" fmla="*/ 55 h 61"/>
                  <a:gd name="T114" fmla="*/ 162 w 177"/>
                  <a:gd name="T115" fmla="*/ 60 h 61"/>
                  <a:gd name="T116" fmla="*/ 165 w 177"/>
                  <a:gd name="T117" fmla="*/ 55 h 61"/>
                  <a:gd name="T118" fmla="*/ 173 w 177"/>
                  <a:gd name="T119" fmla="*/ 49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77" h="61">
                    <a:moveTo>
                      <a:pt x="6" y="46"/>
                    </a:moveTo>
                    <a:cubicBezTo>
                      <a:pt x="6" y="46"/>
                      <a:pt x="6" y="46"/>
                      <a:pt x="6" y="46"/>
                    </a:cubicBezTo>
                    <a:cubicBezTo>
                      <a:pt x="6" y="46"/>
                      <a:pt x="6" y="46"/>
                      <a:pt x="6" y="46"/>
                    </a:cubicBezTo>
                    <a:cubicBezTo>
                      <a:pt x="6" y="46"/>
                      <a:pt x="6" y="47"/>
                      <a:pt x="6" y="47"/>
                    </a:cubicBezTo>
                    <a:cubicBezTo>
                      <a:pt x="6" y="47"/>
                      <a:pt x="6" y="47"/>
                      <a:pt x="6" y="47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8" y="53"/>
                      <a:pt x="8" y="53"/>
                      <a:pt x="8" y="53"/>
                    </a:cubicBezTo>
                    <a:cubicBezTo>
                      <a:pt x="8" y="54"/>
                      <a:pt x="8" y="54"/>
                      <a:pt x="8" y="54"/>
                    </a:cubicBezTo>
                    <a:cubicBezTo>
                      <a:pt x="15" y="60"/>
                      <a:pt x="15" y="60"/>
                      <a:pt x="15" y="60"/>
                    </a:cubicBezTo>
                    <a:cubicBezTo>
                      <a:pt x="15" y="61"/>
                      <a:pt x="15" y="61"/>
                      <a:pt x="15" y="61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4"/>
                      <a:pt x="2" y="54"/>
                    </a:cubicBezTo>
                    <a:cubicBezTo>
                      <a:pt x="2" y="54"/>
                      <a:pt x="2" y="54"/>
                      <a:pt x="2" y="54"/>
                    </a:cubicBezTo>
                    <a:cubicBezTo>
                      <a:pt x="11" y="58"/>
                      <a:pt x="11" y="58"/>
                      <a:pt x="11" y="58"/>
                    </a:cubicBezTo>
                    <a:cubicBezTo>
                      <a:pt x="12" y="58"/>
                      <a:pt x="12" y="58"/>
                      <a:pt x="12" y="58"/>
                    </a:cubicBezTo>
                    <a:cubicBezTo>
                      <a:pt x="5" y="52"/>
                      <a:pt x="5" y="52"/>
                      <a:pt x="5" y="52"/>
                    </a:cubicBezTo>
                    <a:cubicBezTo>
                      <a:pt x="4" y="52"/>
                      <a:pt x="4" y="52"/>
                      <a:pt x="4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2" y="52"/>
                      <a:pt x="2" y="52"/>
                      <a:pt x="2" y="52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4" y="50"/>
                      <a:pt x="4" y="50"/>
                      <a:pt x="4" y="50"/>
                    </a:cubicBezTo>
                    <a:cubicBezTo>
                      <a:pt x="4" y="50"/>
                      <a:pt x="4" y="50"/>
                      <a:pt x="4" y="50"/>
                    </a:cubicBezTo>
                    <a:cubicBezTo>
                      <a:pt x="4" y="50"/>
                      <a:pt x="4" y="50"/>
                      <a:pt x="4" y="51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6" y="48"/>
                      <a:pt x="6" y="48"/>
                      <a:pt x="6" y="48"/>
                    </a:cubicBezTo>
                    <a:cubicBezTo>
                      <a:pt x="6" y="48"/>
                      <a:pt x="6" y="48"/>
                      <a:pt x="5" y="48"/>
                    </a:cubicBezTo>
                    <a:cubicBezTo>
                      <a:pt x="5" y="48"/>
                      <a:pt x="5" y="48"/>
                      <a:pt x="5" y="48"/>
                    </a:cubicBezTo>
                    <a:cubicBezTo>
                      <a:pt x="5" y="48"/>
                      <a:pt x="5" y="48"/>
                      <a:pt x="5" y="48"/>
                    </a:cubicBezTo>
                    <a:cubicBezTo>
                      <a:pt x="4" y="48"/>
                      <a:pt x="4" y="48"/>
                      <a:pt x="4" y="48"/>
                    </a:cubicBezTo>
                    <a:cubicBezTo>
                      <a:pt x="6" y="46"/>
                      <a:pt x="6" y="46"/>
                      <a:pt x="6" y="46"/>
                    </a:cubicBezTo>
                    <a:close/>
                    <a:moveTo>
                      <a:pt x="22" y="48"/>
                    </a:moveTo>
                    <a:cubicBezTo>
                      <a:pt x="22" y="49"/>
                      <a:pt x="21" y="49"/>
                      <a:pt x="21" y="49"/>
                    </a:cubicBezTo>
                    <a:cubicBezTo>
                      <a:pt x="20" y="50"/>
                      <a:pt x="19" y="49"/>
                      <a:pt x="18" y="48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1"/>
                      <a:pt x="10" y="41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7" y="43"/>
                      <a:pt x="7" y="43"/>
                      <a:pt x="7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9" y="43"/>
                      <a:pt x="9" y="43"/>
                      <a:pt x="9" y="43"/>
                    </a:cubicBezTo>
                    <a:cubicBezTo>
                      <a:pt x="17" y="50"/>
                      <a:pt x="17" y="50"/>
                      <a:pt x="17" y="50"/>
                    </a:cubicBezTo>
                    <a:cubicBezTo>
                      <a:pt x="18" y="50"/>
                      <a:pt x="19" y="51"/>
                      <a:pt x="20" y="50"/>
                    </a:cubicBezTo>
                    <a:cubicBezTo>
                      <a:pt x="21" y="50"/>
                      <a:pt x="22" y="50"/>
                      <a:pt x="23" y="49"/>
                    </a:cubicBezTo>
                    <a:cubicBezTo>
                      <a:pt x="24" y="48"/>
                      <a:pt x="24" y="47"/>
                      <a:pt x="24" y="46"/>
                    </a:cubicBezTo>
                    <a:cubicBezTo>
                      <a:pt x="24" y="45"/>
                      <a:pt x="23" y="44"/>
                      <a:pt x="22" y="43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4" y="35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2" y="38"/>
                      <a:pt x="12" y="38"/>
                      <a:pt x="12" y="38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3" y="37"/>
                      <a:pt x="14" y="37"/>
                      <a:pt x="14" y="37"/>
                    </a:cubicBezTo>
                    <a:cubicBezTo>
                      <a:pt x="22" y="44"/>
                      <a:pt x="22" y="44"/>
                      <a:pt x="22" y="44"/>
                    </a:cubicBezTo>
                    <a:cubicBezTo>
                      <a:pt x="23" y="44"/>
                      <a:pt x="23" y="45"/>
                      <a:pt x="23" y="46"/>
                    </a:cubicBezTo>
                    <a:cubicBezTo>
                      <a:pt x="23" y="47"/>
                      <a:pt x="23" y="47"/>
                      <a:pt x="22" y="48"/>
                    </a:cubicBezTo>
                    <a:close/>
                    <a:moveTo>
                      <a:pt x="33" y="36"/>
                    </a:moveTo>
                    <a:cubicBezTo>
                      <a:pt x="33" y="36"/>
                      <a:pt x="33" y="36"/>
                      <a:pt x="33" y="36"/>
                    </a:cubicBezTo>
                    <a:cubicBezTo>
                      <a:pt x="33" y="36"/>
                      <a:pt x="34" y="36"/>
                      <a:pt x="34" y="36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32" y="39"/>
                      <a:pt x="32" y="39"/>
                      <a:pt x="32" y="39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2" y="38"/>
                      <a:pt x="32" y="37"/>
                      <a:pt x="32" y="37"/>
                    </a:cubicBezTo>
                    <a:cubicBezTo>
                      <a:pt x="32" y="37"/>
                      <a:pt x="32" y="37"/>
                      <a:pt x="32" y="37"/>
                    </a:cubicBezTo>
                    <a:cubicBezTo>
                      <a:pt x="27" y="32"/>
                      <a:pt x="27" y="32"/>
                      <a:pt x="27" y="32"/>
                    </a:cubicBezTo>
                    <a:cubicBezTo>
                      <a:pt x="23" y="36"/>
                      <a:pt x="23" y="36"/>
                      <a:pt x="23" y="36"/>
                    </a:cubicBezTo>
                    <a:cubicBezTo>
                      <a:pt x="28" y="40"/>
                      <a:pt x="28" y="40"/>
                      <a:pt x="28" y="40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8" y="41"/>
                      <a:pt x="29" y="41"/>
                      <a:pt x="29" y="40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30" y="41"/>
                      <a:pt x="30" y="41"/>
                      <a:pt x="30" y="41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2"/>
                      <a:pt x="27" y="42"/>
                      <a:pt x="27" y="42"/>
                    </a:cubicBezTo>
                    <a:cubicBezTo>
                      <a:pt x="27" y="42"/>
                      <a:pt x="27" y="42"/>
                      <a:pt x="27" y="41"/>
                    </a:cubicBezTo>
                    <a:cubicBezTo>
                      <a:pt x="18" y="32"/>
                      <a:pt x="18" y="32"/>
                      <a:pt x="18" y="32"/>
                    </a:cubicBezTo>
                    <a:cubicBezTo>
                      <a:pt x="18" y="32"/>
                      <a:pt x="17" y="32"/>
                      <a:pt x="17" y="32"/>
                    </a:cubicBezTo>
                    <a:cubicBezTo>
                      <a:pt x="17" y="32"/>
                      <a:pt x="17" y="32"/>
                      <a:pt x="17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1"/>
                      <a:pt x="19" y="31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7" y="31"/>
                      <a:pt x="27" y="31"/>
                      <a:pt x="27" y="31"/>
                    </a:cubicBezTo>
                    <a:cubicBezTo>
                      <a:pt x="23" y="27"/>
                      <a:pt x="23" y="27"/>
                      <a:pt x="23" y="27"/>
                    </a:cubicBezTo>
                    <a:cubicBezTo>
                      <a:pt x="23" y="27"/>
                      <a:pt x="22" y="27"/>
                      <a:pt x="22" y="27"/>
                    </a:cubicBezTo>
                    <a:cubicBezTo>
                      <a:pt x="22" y="27"/>
                      <a:pt x="22" y="27"/>
                      <a:pt x="22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6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33" y="36"/>
                      <a:pt x="33" y="36"/>
                      <a:pt x="33" y="36"/>
                    </a:cubicBezTo>
                    <a:close/>
                    <a:moveTo>
                      <a:pt x="38" y="26"/>
                    </a:moveTo>
                    <a:cubicBezTo>
                      <a:pt x="41" y="29"/>
                      <a:pt x="41" y="29"/>
                      <a:pt x="41" y="29"/>
                    </a:cubicBezTo>
                    <a:cubicBezTo>
                      <a:pt x="41" y="29"/>
                      <a:pt x="41" y="30"/>
                      <a:pt x="41" y="30"/>
                    </a:cubicBezTo>
                    <a:cubicBezTo>
                      <a:pt x="41" y="30"/>
                      <a:pt x="41" y="30"/>
                      <a:pt x="41" y="30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3" y="29"/>
                      <a:pt x="42" y="29"/>
                      <a:pt x="42" y="28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5" y="33"/>
                      <a:pt x="35" y="33"/>
                      <a:pt x="35" y="33"/>
                    </a:cubicBezTo>
                    <a:cubicBezTo>
                      <a:pt x="35" y="33"/>
                      <a:pt x="35" y="34"/>
                      <a:pt x="35" y="34"/>
                    </a:cubicBezTo>
                    <a:cubicBezTo>
                      <a:pt x="35" y="34"/>
                      <a:pt x="35" y="34"/>
                      <a:pt x="35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7" y="33"/>
                      <a:pt x="37" y="33"/>
                      <a:pt x="37" y="33"/>
                    </a:cubicBezTo>
                    <a:cubicBezTo>
                      <a:pt x="37" y="33"/>
                      <a:pt x="37" y="33"/>
                      <a:pt x="36" y="33"/>
                    </a:cubicBezTo>
                    <a:cubicBezTo>
                      <a:pt x="36" y="33"/>
                      <a:pt x="36" y="32"/>
                      <a:pt x="36" y="32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8" y="26"/>
                      <a:pt x="38" y="26"/>
                      <a:pt x="38" y="26"/>
                    </a:cubicBezTo>
                    <a:close/>
                    <a:moveTo>
                      <a:pt x="31" y="21"/>
                    </a:moveTo>
                    <a:cubicBezTo>
                      <a:pt x="31" y="21"/>
                      <a:pt x="31" y="21"/>
                      <a:pt x="31" y="21"/>
                    </a:cubicBezTo>
                    <a:cubicBezTo>
                      <a:pt x="34" y="28"/>
                      <a:pt x="34" y="28"/>
                      <a:pt x="34" y="28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1" y="21"/>
                      <a:pt x="31" y="21"/>
                      <a:pt x="31" y="21"/>
                    </a:cubicBezTo>
                    <a:close/>
                    <a:moveTo>
                      <a:pt x="51" y="21"/>
                    </a:moveTo>
                    <a:cubicBezTo>
                      <a:pt x="51" y="21"/>
                      <a:pt x="51" y="21"/>
                      <a:pt x="51" y="2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6" y="11"/>
                      <a:pt x="45" y="11"/>
                    </a:cubicBezTo>
                    <a:cubicBezTo>
                      <a:pt x="45" y="11"/>
                      <a:pt x="45" y="11"/>
                      <a:pt x="45" y="11"/>
                    </a:cubicBezTo>
                    <a:cubicBezTo>
                      <a:pt x="44" y="11"/>
                      <a:pt x="44" y="11"/>
                      <a:pt x="44" y="11"/>
                    </a:cubicBezTo>
                    <a:cubicBezTo>
                      <a:pt x="48" y="9"/>
                      <a:pt x="48" y="9"/>
                      <a:pt x="48" y="9"/>
                    </a:cubicBezTo>
                    <a:cubicBezTo>
                      <a:pt x="48" y="10"/>
                      <a:pt x="48" y="10"/>
                      <a:pt x="48" y="1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47" y="10"/>
                      <a:pt x="47" y="11"/>
                      <a:pt x="47" y="11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7" y="26"/>
                      <a:pt x="47" y="26"/>
                      <a:pt x="47" y="26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5" y="28"/>
                      <a:pt x="45" y="28"/>
                      <a:pt x="45" y="28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6" y="27"/>
                      <a:pt x="46" y="26"/>
                      <a:pt x="45" y="26"/>
                    </a:cubicBezTo>
                    <a:cubicBezTo>
                      <a:pt x="39" y="15"/>
                      <a:pt x="39" y="15"/>
                      <a:pt x="39" y="15"/>
                    </a:cubicBezTo>
                    <a:cubicBezTo>
                      <a:pt x="39" y="14"/>
                      <a:pt x="39" y="14"/>
                      <a:pt x="39" y="14"/>
                    </a:cubicBezTo>
                    <a:cubicBezTo>
                      <a:pt x="39" y="14"/>
                      <a:pt x="39" y="14"/>
                      <a:pt x="38" y="14"/>
                    </a:cubicBezTo>
                    <a:cubicBezTo>
                      <a:pt x="38" y="15"/>
                      <a:pt x="38" y="15"/>
                      <a:pt x="38" y="15"/>
                    </a:cubicBezTo>
                    <a:cubicBezTo>
                      <a:pt x="37" y="14"/>
                      <a:pt x="37" y="14"/>
                      <a:pt x="37" y="14"/>
                    </a:cubicBezTo>
                    <a:cubicBezTo>
                      <a:pt x="40" y="13"/>
                      <a:pt x="40" y="13"/>
                      <a:pt x="40" y="13"/>
                    </a:cubicBezTo>
                    <a:cubicBezTo>
                      <a:pt x="51" y="21"/>
                      <a:pt x="51" y="21"/>
                      <a:pt x="51" y="21"/>
                    </a:cubicBezTo>
                    <a:close/>
                    <a:moveTo>
                      <a:pt x="70" y="17"/>
                    </a:moveTo>
                    <a:cubicBezTo>
                      <a:pt x="70" y="17"/>
                      <a:pt x="71" y="17"/>
                      <a:pt x="72" y="16"/>
                    </a:cubicBezTo>
                    <a:cubicBezTo>
                      <a:pt x="72" y="15"/>
                      <a:pt x="72" y="14"/>
                      <a:pt x="72" y="14"/>
                    </a:cubicBezTo>
                    <a:cubicBezTo>
                      <a:pt x="70" y="3"/>
                      <a:pt x="70" y="3"/>
                      <a:pt x="70" y="3"/>
                    </a:cubicBezTo>
                    <a:cubicBezTo>
                      <a:pt x="70" y="3"/>
                      <a:pt x="69" y="3"/>
                      <a:pt x="69" y="3"/>
                    </a:cubicBezTo>
                    <a:cubicBezTo>
                      <a:pt x="69" y="3"/>
                      <a:pt x="69" y="3"/>
                      <a:pt x="69" y="3"/>
                    </a:cubicBezTo>
                    <a:cubicBezTo>
                      <a:pt x="68" y="3"/>
                      <a:pt x="68" y="3"/>
                      <a:pt x="68" y="3"/>
                    </a:cubicBezTo>
                    <a:cubicBezTo>
                      <a:pt x="68" y="2"/>
                      <a:pt x="68" y="2"/>
                      <a:pt x="68" y="2"/>
                    </a:cubicBezTo>
                    <a:cubicBezTo>
                      <a:pt x="71" y="1"/>
                      <a:pt x="71" y="1"/>
                      <a:pt x="71" y="1"/>
                    </a:cubicBezTo>
                    <a:cubicBezTo>
                      <a:pt x="71" y="2"/>
                      <a:pt x="71" y="2"/>
                      <a:pt x="71" y="2"/>
                    </a:cubicBezTo>
                    <a:cubicBezTo>
                      <a:pt x="71" y="2"/>
                      <a:pt x="71" y="2"/>
                      <a:pt x="71" y="2"/>
                    </a:cubicBezTo>
                    <a:cubicBezTo>
                      <a:pt x="71" y="2"/>
                      <a:pt x="70" y="2"/>
                      <a:pt x="70" y="2"/>
                    </a:cubicBezTo>
                    <a:cubicBezTo>
                      <a:pt x="70" y="3"/>
                      <a:pt x="70" y="3"/>
                      <a:pt x="70" y="3"/>
                    </a:cubicBezTo>
                    <a:cubicBezTo>
                      <a:pt x="73" y="13"/>
                      <a:pt x="73" y="13"/>
                      <a:pt x="73" y="13"/>
                    </a:cubicBezTo>
                    <a:cubicBezTo>
                      <a:pt x="73" y="15"/>
                      <a:pt x="73" y="16"/>
                      <a:pt x="72" y="16"/>
                    </a:cubicBezTo>
                    <a:cubicBezTo>
                      <a:pt x="71" y="17"/>
                      <a:pt x="71" y="18"/>
                      <a:pt x="70" y="18"/>
                    </a:cubicBezTo>
                    <a:cubicBezTo>
                      <a:pt x="68" y="18"/>
                      <a:pt x="67" y="18"/>
                      <a:pt x="66" y="18"/>
                    </a:cubicBezTo>
                    <a:cubicBezTo>
                      <a:pt x="66" y="17"/>
                      <a:pt x="65" y="17"/>
                      <a:pt x="65" y="15"/>
                    </a:cubicBezTo>
                    <a:cubicBezTo>
                      <a:pt x="62" y="5"/>
                      <a:pt x="62" y="5"/>
                      <a:pt x="62" y="5"/>
                    </a:cubicBezTo>
                    <a:cubicBezTo>
                      <a:pt x="62" y="5"/>
                      <a:pt x="62" y="4"/>
                      <a:pt x="62" y="4"/>
                    </a:cubicBezTo>
                    <a:cubicBezTo>
                      <a:pt x="62" y="4"/>
                      <a:pt x="62" y="4"/>
                      <a:pt x="61" y="4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5" y="3"/>
                      <a:pt x="65" y="3"/>
                      <a:pt x="65" y="3"/>
                    </a:cubicBezTo>
                    <a:cubicBezTo>
                      <a:pt x="65" y="4"/>
                      <a:pt x="65" y="4"/>
                      <a:pt x="65" y="4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4"/>
                      <a:pt x="64" y="4"/>
                      <a:pt x="64" y="5"/>
                    </a:cubicBezTo>
                    <a:cubicBezTo>
                      <a:pt x="66" y="15"/>
                      <a:pt x="66" y="15"/>
                      <a:pt x="66" y="15"/>
                    </a:cubicBezTo>
                    <a:cubicBezTo>
                      <a:pt x="66" y="16"/>
                      <a:pt x="67" y="17"/>
                      <a:pt x="67" y="17"/>
                    </a:cubicBezTo>
                    <a:cubicBezTo>
                      <a:pt x="68" y="18"/>
                      <a:pt x="69" y="18"/>
                      <a:pt x="70" y="17"/>
                    </a:cubicBezTo>
                    <a:close/>
                    <a:moveTo>
                      <a:pt x="84" y="12"/>
                    </a:moveTo>
                    <a:cubicBezTo>
                      <a:pt x="84" y="12"/>
                      <a:pt x="84" y="12"/>
                      <a:pt x="84" y="12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4" y="1"/>
                      <a:pt x="84" y="1"/>
                      <a:pt x="83" y="1"/>
                    </a:cubicBezTo>
                    <a:cubicBezTo>
                      <a:pt x="83" y="1"/>
                      <a:pt x="83" y="1"/>
                      <a:pt x="83" y="1"/>
                    </a:cubicBezTo>
                    <a:cubicBezTo>
                      <a:pt x="82" y="1"/>
                      <a:pt x="82" y="1"/>
                      <a:pt x="82" y="1"/>
                    </a:cubicBezTo>
                    <a:cubicBezTo>
                      <a:pt x="82" y="0"/>
                      <a:pt x="82" y="0"/>
                      <a:pt x="82" y="0"/>
                    </a:cubicBezTo>
                    <a:cubicBezTo>
                      <a:pt x="86" y="0"/>
                      <a:pt x="86" y="0"/>
                      <a:pt x="86" y="0"/>
                    </a:cubicBezTo>
                    <a:cubicBezTo>
                      <a:pt x="86" y="1"/>
                      <a:pt x="86" y="1"/>
                      <a:pt x="86" y="1"/>
                    </a:cubicBezTo>
                    <a:cubicBezTo>
                      <a:pt x="85" y="1"/>
                      <a:pt x="85" y="1"/>
                      <a:pt x="85" y="1"/>
                    </a:cubicBezTo>
                    <a:cubicBezTo>
                      <a:pt x="85" y="1"/>
                      <a:pt x="85" y="1"/>
                      <a:pt x="84" y="1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77" y="3"/>
                      <a:pt x="77" y="3"/>
                      <a:pt x="77" y="3"/>
                    </a:cubicBezTo>
                    <a:cubicBezTo>
                      <a:pt x="77" y="3"/>
                      <a:pt x="77" y="3"/>
                      <a:pt x="77" y="3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77" y="15"/>
                      <a:pt x="78" y="15"/>
                      <a:pt x="78" y="16"/>
                    </a:cubicBezTo>
                    <a:cubicBezTo>
                      <a:pt x="78" y="16"/>
                      <a:pt x="78" y="16"/>
                      <a:pt x="78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76" y="16"/>
                      <a:pt x="76" y="16"/>
                      <a:pt x="76" y="16"/>
                    </a:cubicBezTo>
                    <a:cubicBezTo>
                      <a:pt x="76" y="16"/>
                      <a:pt x="77" y="16"/>
                      <a:pt x="77" y="16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76" y="2"/>
                      <a:pt x="76" y="2"/>
                      <a:pt x="76" y="2"/>
                    </a:cubicBezTo>
                    <a:cubicBezTo>
                      <a:pt x="76" y="2"/>
                      <a:pt x="76" y="2"/>
                      <a:pt x="76" y="1"/>
                    </a:cubicBezTo>
                    <a:cubicBezTo>
                      <a:pt x="76" y="1"/>
                      <a:pt x="75" y="1"/>
                      <a:pt x="75" y="1"/>
                    </a:cubicBezTo>
                    <a:cubicBezTo>
                      <a:pt x="74" y="1"/>
                      <a:pt x="74" y="1"/>
                      <a:pt x="74" y="1"/>
                    </a:cubicBezTo>
                    <a:cubicBezTo>
                      <a:pt x="74" y="1"/>
                      <a:pt x="74" y="1"/>
                      <a:pt x="74" y="1"/>
                    </a:cubicBezTo>
                    <a:cubicBezTo>
                      <a:pt x="77" y="1"/>
                      <a:pt x="77" y="1"/>
                      <a:pt x="77" y="1"/>
                    </a:cubicBezTo>
                    <a:cubicBezTo>
                      <a:pt x="84" y="12"/>
                      <a:pt x="84" y="12"/>
                      <a:pt x="84" y="12"/>
                    </a:cubicBezTo>
                    <a:close/>
                    <a:moveTo>
                      <a:pt x="90" y="1"/>
                    </a:moveTo>
                    <a:cubicBezTo>
                      <a:pt x="90" y="0"/>
                      <a:pt x="90" y="0"/>
                      <a:pt x="90" y="0"/>
                    </a:cubicBezTo>
                    <a:cubicBezTo>
                      <a:pt x="98" y="1"/>
                      <a:pt x="98" y="1"/>
                      <a:pt x="98" y="1"/>
                    </a:cubicBezTo>
                    <a:cubicBezTo>
                      <a:pt x="98" y="1"/>
                      <a:pt x="98" y="1"/>
                      <a:pt x="98" y="1"/>
                    </a:cubicBezTo>
                    <a:cubicBezTo>
                      <a:pt x="96" y="1"/>
                      <a:pt x="96" y="1"/>
                      <a:pt x="96" y="1"/>
                    </a:cubicBezTo>
                    <a:cubicBezTo>
                      <a:pt x="95" y="1"/>
                      <a:pt x="95" y="1"/>
                      <a:pt x="95" y="1"/>
                    </a:cubicBezTo>
                    <a:cubicBezTo>
                      <a:pt x="95" y="1"/>
                      <a:pt x="95" y="1"/>
                      <a:pt x="95" y="2"/>
                    </a:cubicBezTo>
                    <a:cubicBezTo>
                      <a:pt x="94" y="15"/>
                      <a:pt x="94" y="15"/>
                      <a:pt x="94" y="15"/>
                    </a:cubicBezTo>
                    <a:cubicBezTo>
                      <a:pt x="94" y="15"/>
                      <a:pt x="94" y="15"/>
                      <a:pt x="94" y="15"/>
                    </a:cubicBezTo>
                    <a:cubicBezTo>
                      <a:pt x="94" y="15"/>
                      <a:pt x="94" y="15"/>
                      <a:pt x="95" y="15"/>
                    </a:cubicBezTo>
                    <a:cubicBezTo>
                      <a:pt x="97" y="16"/>
                      <a:pt x="97" y="16"/>
                      <a:pt x="97" y="16"/>
                    </a:cubicBezTo>
                    <a:cubicBezTo>
                      <a:pt x="97" y="16"/>
                      <a:pt x="97" y="16"/>
                      <a:pt x="97" y="16"/>
                    </a:cubicBezTo>
                    <a:cubicBezTo>
                      <a:pt x="89" y="16"/>
                      <a:pt x="89" y="16"/>
                      <a:pt x="89" y="16"/>
                    </a:cubicBezTo>
                    <a:cubicBezTo>
                      <a:pt x="89" y="15"/>
                      <a:pt x="89" y="15"/>
                      <a:pt x="89" y="15"/>
                    </a:cubicBezTo>
                    <a:cubicBezTo>
                      <a:pt x="91" y="15"/>
                      <a:pt x="91" y="15"/>
                      <a:pt x="91" y="15"/>
                    </a:cubicBezTo>
                    <a:cubicBezTo>
                      <a:pt x="92" y="15"/>
                      <a:pt x="92" y="15"/>
                      <a:pt x="92" y="15"/>
                    </a:cubicBezTo>
                    <a:cubicBezTo>
                      <a:pt x="92" y="15"/>
                      <a:pt x="92" y="15"/>
                      <a:pt x="92" y="15"/>
                    </a:cubicBezTo>
                    <a:cubicBezTo>
                      <a:pt x="93" y="2"/>
                      <a:pt x="93" y="2"/>
                      <a:pt x="93" y="2"/>
                    </a:cubicBezTo>
                    <a:cubicBezTo>
                      <a:pt x="93" y="1"/>
                      <a:pt x="93" y="1"/>
                      <a:pt x="93" y="1"/>
                    </a:cubicBezTo>
                    <a:cubicBezTo>
                      <a:pt x="93" y="1"/>
                      <a:pt x="93" y="1"/>
                      <a:pt x="92" y="1"/>
                    </a:cubicBezTo>
                    <a:cubicBezTo>
                      <a:pt x="90" y="1"/>
                      <a:pt x="90" y="1"/>
                      <a:pt x="90" y="1"/>
                    </a:cubicBezTo>
                    <a:close/>
                    <a:moveTo>
                      <a:pt x="109" y="3"/>
                    </a:moveTo>
                    <a:cubicBezTo>
                      <a:pt x="109" y="2"/>
                      <a:pt x="109" y="2"/>
                      <a:pt x="109" y="2"/>
                    </a:cubicBezTo>
                    <a:cubicBezTo>
                      <a:pt x="113" y="3"/>
                      <a:pt x="113" y="3"/>
                      <a:pt x="113" y="3"/>
                    </a:cubicBezTo>
                    <a:cubicBezTo>
                      <a:pt x="113" y="3"/>
                      <a:pt x="113" y="3"/>
                      <a:pt x="113" y="3"/>
                    </a:cubicBezTo>
                    <a:cubicBezTo>
                      <a:pt x="112" y="3"/>
                      <a:pt x="112" y="3"/>
                      <a:pt x="112" y="3"/>
                    </a:cubicBezTo>
                    <a:cubicBezTo>
                      <a:pt x="112" y="3"/>
                      <a:pt x="112" y="3"/>
                      <a:pt x="111" y="4"/>
                    </a:cubicBezTo>
                    <a:cubicBezTo>
                      <a:pt x="111" y="4"/>
                      <a:pt x="111" y="4"/>
                      <a:pt x="111" y="4"/>
                    </a:cubicBezTo>
                    <a:cubicBezTo>
                      <a:pt x="105" y="17"/>
                      <a:pt x="105" y="17"/>
                      <a:pt x="105" y="17"/>
                    </a:cubicBezTo>
                    <a:cubicBezTo>
                      <a:pt x="104" y="17"/>
                      <a:pt x="104" y="17"/>
                      <a:pt x="104" y="17"/>
                    </a:cubicBezTo>
                    <a:cubicBezTo>
                      <a:pt x="103" y="3"/>
                      <a:pt x="103" y="3"/>
                      <a:pt x="103" y="3"/>
                    </a:cubicBezTo>
                    <a:cubicBezTo>
                      <a:pt x="103" y="3"/>
                      <a:pt x="103" y="2"/>
                      <a:pt x="103" y="2"/>
                    </a:cubicBezTo>
                    <a:cubicBezTo>
                      <a:pt x="103" y="2"/>
                      <a:pt x="103" y="2"/>
                      <a:pt x="102" y="2"/>
                    </a:cubicBezTo>
                    <a:cubicBezTo>
                      <a:pt x="102" y="2"/>
                      <a:pt x="102" y="2"/>
                      <a:pt x="102" y="2"/>
                    </a:cubicBezTo>
                    <a:cubicBezTo>
                      <a:pt x="102" y="1"/>
                      <a:pt x="102" y="1"/>
                      <a:pt x="102" y="1"/>
                    </a:cubicBezTo>
                    <a:cubicBezTo>
                      <a:pt x="106" y="2"/>
                      <a:pt x="106" y="2"/>
                      <a:pt x="106" y="2"/>
                    </a:cubicBezTo>
                    <a:cubicBezTo>
                      <a:pt x="106" y="2"/>
                      <a:pt x="106" y="2"/>
                      <a:pt x="106" y="2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5" y="3"/>
                      <a:pt x="105" y="3"/>
                      <a:pt x="105" y="3"/>
                    </a:cubicBezTo>
                    <a:cubicBezTo>
                      <a:pt x="105" y="14"/>
                      <a:pt x="105" y="14"/>
                      <a:pt x="105" y="14"/>
                    </a:cubicBezTo>
                    <a:cubicBezTo>
                      <a:pt x="106" y="14"/>
                      <a:pt x="106" y="14"/>
                      <a:pt x="106" y="14"/>
                    </a:cubicBezTo>
                    <a:cubicBezTo>
                      <a:pt x="110" y="4"/>
                      <a:pt x="110" y="4"/>
                      <a:pt x="110" y="4"/>
                    </a:cubicBezTo>
                    <a:cubicBezTo>
                      <a:pt x="110" y="4"/>
                      <a:pt x="110" y="4"/>
                      <a:pt x="110" y="3"/>
                    </a:cubicBezTo>
                    <a:cubicBezTo>
                      <a:pt x="110" y="3"/>
                      <a:pt x="110" y="3"/>
                      <a:pt x="110" y="3"/>
                    </a:cubicBezTo>
                    <a:cubicBezTo>
                      <a:pt x="109" y="3"/>
                      <a:pt x="109" y="3"/>
                      <a:pt x="109" y="3"/>
                    </a:cubicBezTo>
                    <a:close/>
                    <a:moveTo>
                      <a:pt x="116" y="5"/>
                    </a:moveTo>
                    <a:cubicBezTo>
                      <a:pt x="116" y="5"/>
                      <a:pt x="116" y="5"/>
                      <a:pt x="116" y="5"/>
                    </a:cubicBezTo>
                    <a:cubicBezTo>
                      <a:pt x="117" y="5"/>
                      <a:pt x="117" y="5"/>
                      <a:pt x="117" y="5"/>
                    </a:cubicBezTo>
                    <a:cubicBezTo>
                      <a:pt x="117" y="5"/>
                      <a:pt x="117" y="6"/>
                      <a:pt x="117" y="6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9"/>
                      <a:pt x="113" y="19"/>
                    </a:cubicBezTo>
                    <a:cubicBezTo>
                      <a:pt x="112" y="19"/>
                      <a:pt x="112" y="19"/>
                      <a:pt x="112" y="19"/>
                    </a:cubicBezTo>
                    <a:cubicBezTo>
                      <a:pt x="111" y="18"/>
                      <a:pt x="111" y="18"/>
                      <a:pt x="111" y="18"/>
                    </a:cubicBezTo>
                    <a:cubicBezTo>
                      <a:pt x="111" y="19"/>
                      <a:pt x="111" y="19"/>
                      <a:pt x="111" y="19"/>
                    </a:cubicBezTo>
                    <a:cubicBezTo>
                      <a:pt x="120" y="22"/>
                      <a:pt x="120" y="22"/>
                      <a:pt x="120" y="22"/>
                    </a:cubicBezTo>
                    <a:cubicBezTo>
                      <a:pt x="122" y="19"/>
                      <a:pt x="122" y="19"/>
                      <a:pt x="122" y="19"/>
                    </a:cubicBezTo>
                    <a:cubicBezTo>
                      <a:pt x="122" y="18"/>
                      <a:pt x="122" y="18"/>
                      <a:pt x="122" y="18"/>
                    </a:cubicBezTo>
                    <a:cubicBezTo>
                      <a:pt x="121" y="19"/>
                      <a:pt x="120" y="20"/>
                      <a:pt x="120" y="20"/>
                    </a:cubicBezTo>
                    <a:cubicBezTo>
                      <a:pt x="119" y="21"/>
                      <a:pt x="118" y="21"/>
                      <a:pt x="117" y="20"/>
                    </a:cubicBezTo>
                    <a:cubicBezTo>
                      <a:pt x="115" y="20"/>
                      <a:pt x="115" y="20"/>
                      <a:pt x="115" y="20"/>
                    </a:cubicBezTo>
                    <a:cubicBezTo>
                      <a:pt x="115" y="20"/>
                      <a:pt x="114" y="19"/>
                      <a:pt x="114" y="19"/>
                    </a:cubicBezTo>
                    <a:cubicBezTo>
                      <a:pt x="114" y="19"/>
                      <a:pt x="114" y="19"/>
                      <a:pt x="114" y="19"/>
                    </a:cubicBezTo>
                    <a:cubicBezTo>
                      <a:pt x="116" y="12"/>
                      <a:pt x="116" y="12"/>
                      <a:pt x="116" y="12"/>
                    </a:cubicBezTo>
                    <a:cubicBezTo>
                      <a:pt x="119" y="13"/>
                      <a:pt x="119" y="13"/>
                      <a:pt x="119" y="13"/>
                    </a:cubicBezTo>
                    <a:cubicBezTo>
                      <a:pt x="120" y="13"/>
                      <a:pt x="120" y="13"/>
                      <a:pt x="120" y="14"/>
                    </a:cubicBezTo>
                    <a:cubicBezTo>
                      <a:pt x="120" y="14"/>
                      <a:pt x="120" y="15"/>
                      <a:pt x="120" y="15"/>
                    </a:cubicBezTo>
                    <a:cubicBezTo>
                      <a:pt x="120" y="16"/>
                      <a:pt x="120" y="16"/>
                      <a:pt x="120" y="16"/>
                    </a:cubicBezTo>
                    <a:cubicBezTo>
                      <a:pt x="120" y="16"/>
                      <a:pt x="120" y="16"/>
                      <a:pt x="120" y="16"/>
                    </a:cubicBezTo>
                    <a:cubicBezTo>
                      <a:pt x="122" y="11"/>
                      <a:pt x="122" y="11"/>
                      <a:pt x="122" y="11"/>
                    </a:cubicBezTo>
                    <a:cubicBezTo>
                      <a:pt x="122" y="11"/>
                      <a:pt x="122" y="11"/>
                      <a:pt x="122" y="11"/>
                    </a:cubicBezTo>
                    <a:cubicBezTo>
                      <a:pt x="121" y="11"/>
                      <a:pt x="121" y="11"/>
                      <a:pt x="121" y="11"/>
                    </a:cubicBezTo>
                    <a:cubicBezTo>
                      <a:pt x="121" y="12"/>
                      <a:pt x="121" y="12"/>
                      <a:pt x="121" y="12"/>
                    </a:cubicBezTo>
                    <a:cubicBezTo>
                      <a:pt x="120" y="13"/>
                      <a:pt x="120" y="13"/>
                      <a:pt x="119" y="12"/>
                    </a:cubicBezTo>
                    <a:cubicBezTo>
                      <a:pt x="117" y="12"/>
                      <a:pt x="117" y="12"/>
                      <a:pt x="117" y="12"/>
                    </a:cubicBezTo>
                    <a:cubicBezTo>
                      <a:pt x="118" y="6"/>
                      <a:pt x="118" y="6"/>
                      <a:pt x="118" y="6"/>
                    </a:cubicBezTo>
                    <a:cubicBezTo>
                      <a:pt x="118" y="6"/>
                      <a:pt x="119" y="6"/>
                      <a:pt x="119" y="6"/>
                    </a:cubicBezTo>
                    <a:cubicBezTo>
                      <a:pt x="119" y="6"/>
                      <a:pt x="119" y="6"/>
                      <a:pt x="119" y="6"/>
                    </a:cubicBezTo>
                    <a:cubicBezTo>
                      <a:pt x="122" y="7"/>
                      <a:pt x="122" y="7"/>
                      <a:pt x="122" y="7"/>
                    </a:cubicBezTo>
                    <a:cubicBezTo>
                      <a:pt x="122" y="7"/>
                      <a:pt x="123" y="7"/>
                      <a:pt x="123" y="8"/>
                    </a:cubicBezTo>
                    <a:cubicBezTo>
                      <a:pt x="124" y="8"/>
                      <a:pt x="124" y="9"/>
                      <a:pt x="124" y="10"/>
                    </a:cubicBezTo>
                    <a:cubicBezTo>
                      <a:pt x="125" y="10"/>
                      <a:pt x="125" y="10"/>
                      <a:pt x="125" y="10"/>
                    </a:cubicBezTo>
                    <a:cubicBezTo>
                      <a:pt x="125" y="7"/>
                      <a:pt x="125" y="7"/>
                      <a:pt x="125" y="7"/>
                    </a:cubicBezTo>
                    <a:cubicBezTo>
                      <a:pt x="116" y="4"/>
                      <a:pt x="116" y="4"/>
                      <a:pt x="116" y="4"/>
                    </a:cubicBezTo>
                    <a:cubicBezTo>
                      <a:pt x="116" y="5"/>
                      <a:pt x="116" y="5"/>
                      <a:pt x="116" y="5"/>
                    </a:cubicBezTo>
                    <a:close/>
                    <a:moveTo>
                      <a:pt x="136" y="17"/>
                    </a:moveTo>
                    <a:cubicBezTo>
                      <a:pt x="136" y="18"/>
                      <a:pt x="135" y="19"/>
                      <a:pt x="134" y="19"/>
                    </a:cubicBezTo>
                    <a:cubicBezTo>
                      <a:pt x="133" y="19"/>
                      <a:pt x="133" y="19"/>
                      <a:pt x="132" y="19"/>
                    </a:cubicBezTo>
                    <a:cubicBezTo>
                      <a:pt x="131" y="26"/>
                      <a:pt x="131" y="26"/>
                      <a:pt x="131" y="26"/>
                    </a:cubicBezTo>
                    <a:cubicBezTo>
                      <a:pt x="131" y="26"/>
                      <a:pt x="131" y="27"/>
                      <a:pt x="131" y="27"/>
                    </a:cubicBezTo>
                    <a:cubicBezTo>
                      <a:pt x="131" y="27"/>
                      <a:pt x="131" y="27"/>
                      <a:pt x="132" y="27"/>
                    </a:cubicBezTo>
                    <a:cubicBezTo>
                      <a:pt x="132" y="27"/>
                      <a:pt x="132" y="27"/>
                      <a:pt x="132" y="27"/>
                    </a:cubicBezTo>
                    <a:cubicBezTo>
                      <a:pt x="132" y="28"/>
                      <a:pt x="132" y="28"/>
                      <a:pt x="132" y="28"/>
                    </a:cubicBezTo>
                    <a:cubicBezTo>
                      <a:pt x="130" y="27"/>
                      <a:pt x="130" y="27"/>
                      <a:pt x="130" y="27"/>
                    </a:cubicBezTo>
                    <a:cubicBezTo>
                      <a:pt x="130" y="18"/>
                      <a:pt x="130" y="18"/>
                      <a:pt x="130" y="18"/>
                    </a:cubicBezTo>
                    <a:cubicBezTo>
                      <a:pt x="129" y="17"/>
                      <a:pt x="129" y="17"/>
                      <a:pt x="129" y="17"/>
                    </a:cubicBezTo>
                    <a:cubicBezTo>
                      <a:pt x="126" y="23"/>
                      <a:pt x="126" y="23"/>
                      <a:pt x="126" y="23"/>
                    </a:cubicBezTo>
                    <a:cubicBezTo>
                      <a:pt x="125" y="24"/>
                      <a:pt x="125" y="24"/>
                      <a:pt x="126" y="24"/>
                    </a:cubicBezTo>
                    <a:cubicBezTo>
                      <a:pt x="126" y="24"/>
                      <a:pt x="126" y="24"/>
                      <a:pt x="126" y="24"/>
                    </a:cubicBezTo>
                    <a:cubicBezTo>
                      <a:pt x="126" y="25"/>
                      <a:pt x="126" y="25"/>
                      <a:pt x="126" y="25"/>
                    </a:cubicBezTo>
                    <a:cubicBezTo>
                      <a:pt x="126" y="25"/>
                      <a:pt x="126" y="25"/>
                      <a:pt x="126" y="25"/>
                    </a:cubicBezTo>
                    <a:cubicBezTo>
                      <a:pt x="122" y="23"/>
                      <a:pt x="122" y="23"/>
                      <a:pt x="122" y="23"/>
                    </a:cubicBezTo>
                    <a:cubicBezTo>
                      <a:pt x="123" y="23"/>
                      <a:pt x="123" y="23"/>
                      <a:pt x="123" y="23"/>
                    </a:cubicBezTo>
                    <a:cubicBezTo>
                      <a:pt x="123" y="23"/>
                      <a:pt x="123" y="23"/>
                      <a:pt x="123" y="23"/>
                    </a:cubicBezTo>
                    <a:cubicBezTo>
                      <a:pt x="123" y="23"/>
                      <a:pt x="124" y="23"/>
                      <a:pt x="124" y="23"/>
                    </a:cubicBezTo>
                    <a:cubicBezTo>
                      <a:pt x="124" y="23"/>
                      <a:pt x="124" y="23"/>
                      <a:pt x="124" y="23"/>
                    </a:cubicBezTo>
                    <a:cubicBezTo>
                      <a:pt x="130" y="11"/>
                      <a:pt x="130" y="11"/>
                      <a:pt x="130" y="11"/>
                    </a:cubicBezTo>
                    <a:cubicBezTo>
                      <a:pt x="130" y="11"/>
                      <a:pt x="130" y="11"/>
                      <a:pt x="130" y="10"/>
                    </a:cubicBezTo>
                    <a:cubicBezTo>
                      <a:pt x="130" y="10"/>
                      <a:pt x="130" y="10"/>
                      <a:pt x="130" y="10"/>
                    </a:cubicBezTo>
                    <a:cubicBezTo>
                      <a:pt x="129" y="10"/>
                      <a:pt x="129" y="10"/>
                      <a:pt x="129" y="10"/>
                    </a:cubicBezTo>
                    <a:cubicBezTo>
                      <a:pt x="130" y="9"/>
                      <a:pt x="130" y="9"/>
                      <a:pt x="130" y="9"/>
                    </a:cubicBezTo>
                    <a:cubicBezTo>
                      <a:pt x="134" y="12"/>
                      <a:pt x="134" y="12"/>
                      <a:pt x="134" y="12"/>
                    </a:cubicBezTo>
                    <a:cubicBezTo>
                      <a:pt x="135" y="12"/>
                      <a:pt x="136" y="13"/>
                      <a:pt x="137" y="14"/>
                    </a:cubicBezTo>
                    <a:cubicBezTo>
                      <a:pt x="137" y="15"/>
                      <a:pt x="137" y="16"/>
                      <a:pt x="136" y="17"/>
                    </a:cubicBezTo>
                    <a:close/>
                    <a:moveTo>
                      <a:pt x="129" y="17"/>
                    </a:moveTo>
                    <a:cubicBezTo>
                      <a:pt x="131" y="18"/>
                      <a:pt x="131" y="18"/>
                      <a:pt x="131" y="18"/>
                    </a:cubicBezTo>
                    <a:cubicBezTo>
                      <a:pt x="131" y="18"/>
                      <a:pt x="132" y="18"/>
                      <a:pt x="133" y="18"/>
                    </a:cubicBezTo>
                    <a:cubicBezTo>
                      <a:pt x="134" y="18"/>
                      <a:pt x="134" y="17"/>
                      <a:pt x="135" y="16"/>
                    </a:cubicBezTo>
                    <a:cubicBezTo>
                      <a:pt x="135" y="15"/>
                      <a:pt x="136" y="15"/>
                      <a:pt x="135" y="14"/>
                    </a:cubicBezTo>
                    <a:cubicBezTo>
                      <a:pt x="135" y="13"/>
                      <a:pt x="135" y="12"/>
                      <a:pt x="133" y="12"/>
                    </a:cubicBezTo>
                    <a:cubicBezTo>
                      <a:pt x="133" y="11"/>
                      <a:pt x="133" y="11"/>
                      <a:pt x="133" y="11"/>
                    </a:cubicBezTo>
                    <a:cubicBezTo>
                      <a:pt x="132" y="11"/>
                      <a:pt x="132" y="11"/>
                      <a:pt x="132" y="11"/>
                    </a:cubicBezTo>
                    <a:cubicBezTo>
                      <a:pt x="132" y="11"/>
                      <a:pt x="132" y="11"/>
                      <a:pt x="132" y="12"/>
                    </a:cubicBezTo>
                    <a:cubicBezTo>
                      <a:pt x="129" y="17"/>
                      <a:pt x="129" y="17"/>
                      <a:pt x="129" y="17"/>
                    </a:cubicBezTo>
                    <a:close/>
                    <a:moveTo>
                      <a:pt x="141" y="25"/>
                    </a:moveTo>
                    <a:cubicBezTo>
                      <a:pt x="142" y="27"/>
                      <a:pt x="142" y="28"/>
                      <a:pt x="142" y="28"/>
                    </a:cubicBezTo>
                    <a:cubicBezTo>
                      <a:pt x="142" y="29"/>
                      <a:pt x="142" y="30"/>
                      <a:pt x="142" y="30"/>
                    </a:cubicBezTo>
                    <a:cubicBezTo>
                      <a:pt x="141" y="31"/>
                      <a:pt x="141" y="32"/>
                      <a:pt x="140" y="32"/>
                    </a:cubicBezTo>
                    <a:cubicBezTo>
                      <a:pt x="139" y="32"/>
                      <a:pt x="138" y="32"/>
                      <a:pt x="137" y="32"/>
                    </a:cubicBezTo>
                    <a:cubicBezTo>
                      <a:pt x="137" y="31"/>
                      <a:pt x="136" y="30"/>
                      <a:pt x="136" y="29"/>
                    </a:cubicBezTo>
                    <a:cubicBezTo>
                      <a:pt x="135" y="28"/>
                      <a:pt x="136" y="27"/>
                      <a:pt x="136" y="26"/>
                    </a:cubicBezTo>
                    <a:cubicBezTo>
                      <a:pt x="136" y="26"/>
                      <a:pt x="136" y="26"/>
                      <a:pt x="136" y="26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5" y="30"/>
                      <a:pt x="135" y="30"/>
                      <a:pt x="135" y="30"/>
                    </a:cubicBezTo>
                    <a:cubicBezTo>
                      <a:pt x="135" y="30"/>
                      <a:pt x="135" y="30"/>
                      <a:pt x="136" y="31"/>
                    </a:cubicBezTo>
                    <a:cubicBezTo>
                      <a:pt x="136" y="31"/>
                      <a:pt x="136" y="32"/>
                      <a:pt x="137" y="32"/>
                    </a:cubicBezTo>
                    <a:cubicBezTo>
                      <a:pt x="138" y="33"/>
                      <a:pt x="139" y="33"/>
                      <a:pt x="140" y="33"/>
                    </a:cubicBezTo>
                    <a:cubicBezTo>
                      <a:pt x="142" y="33"/>
                      <a:pt x="142" y="32"/>
                      <a:pt x="143" y="31"/>
                    </a:cubicBezTo>
                    <a:cubicBezTo>
                      <a:pt x="144" y="30"/>
                      <a:pt x="144" y="29"/>
                      <a:pt x="144" y="28"/>
                    </a:cubicBezTo>
                    <a:cubicBezTo>
                      <a:pt x="144" y="27"/>
                      <a:pt x="143" y="26"/>
                      <a:pt x="142" y="25"/>
                    </a:cubicBezTo>
                    <a:cubicBezTo>
                      <a:pt x="141" y="23"/>
                      <a:pt x="141" y="22"/>
                      <a:pt x="141" y="22"/>
                    </a:cubicBezTo>
                    <a:cubicBezTo>
                      <a:pt x="141" y="21"/>
                      <a:pt x="141" y="20"/>
                      <a:pt x="141" y="20"/>
                    </a:cubicBezTo>
                    <a:cubicBezTo>
                      <a:pt x="142" y="19"/>
                      <a:pt x="142" y="19"/>
                      <a:pt x="143" y="19"/>
                    </a:cubicBezTo>
                    <a:cubicBezTo>
                      <a:pt x="144" y="18"/>
                      <a:pt x="144" y="18"/>
                      <a:pt x="145" y="19"/>
                    </a:cubicBezTo>
                    <a:cubicBezTo>
                      <a:pt x="146" y="20"/>
                      <a:pt x="147" y="20"/>
                      <a:pt x="147" y="21"/>
                    </a:cubicBezTo>
                    <a:cubicBezTo>
                      <a:pt x="147" y="22"/>
                      <a:pt x="147" y="23"/>
                      <a:pt x="147" y="24"/>
                    </a:cubicBezTo>
                    <a:cubicBezTo>
                      <a:pt x="147" y="24"/>
                      <a:pt x="147" y="24"/>
                      <a:pt x="147" y="24"/>
                    </a:cubicBezTo>
                    <a:cubicBezTo>
                      <a:pt x="149" y="21"/>
                      <a:pt x="149" y="21"/>
                      <a:pt x="149" y="21"/>
                    </a:cubicBezTo>
                    <a:cubicBezTo>
                      <a:pt x="149" y="21"/>
                      <a:pt x="149" y="21"/>
                      <a:pt x="148" y="21"/>
                    </a:cubicBezTo>
                    <a:cubicBezTo>
                      <a:pt x="148" y="21"/>
                      <a:pt x="148" y="21"/>
                      <a:pt x="148" y="21"/>
                    </a:cubicBezTo>
                    <a:cubicBezTo>
                      <a:pt x="148" y="21"/>
                      <a:pt x="147" y="20"/>
                      <a:pt x="147" y="20"/>
                    </a:cubicBezTo>
                    <a:cubicBezTo>
                      <a:pt x="147" y="19"/>
                      <a:pt x="146" y="19"/>
                      <a:pt x="146" y="19"/>
                    </a:cubicBezTo>
                    <a:cubicBezTo>
                      <a:pt x="145" y="18"/>
                      <a:pt x="144" y="18"/>
                      <a:pt x="143" y="18"/>
                    </a:cubicBezTo>
                    <a:cubicBezTo>
                      <a:pt x="141" y="18"/>
                      <a:pt x="141" y="19"/>
                      <a:pt x="140" y="19"/>
                    </a:cubicBezTo>
                    <a:cubicBezTo>
                      <a:pt x="139" y="20"/>
                      <a:pt x="139" y="21"/>
                      <a:pt x="139" y="22"/>
                    </a:cubicBezTo>
                    <a:cubicBezTo>
                      <a:pt x="140" y="23"/>
                      <a:pt x="140" y="24"/>
                      <a:pt x="141" y="25"/>
                    </a:cubicBezTo>
                    <a:close/>
                    <a:moveTo>
                      <a:pt x="154" y="26"/>
                    </a:moveTo>
                    <a:cubicBezTo>
                      <a:pt x="154" y="26"/>
                      <a:pt x="154" y="26"/>
                      <a:pt x="154" y="26"/>
                    </a:cubicBezTo>
                    <a:cubicBezTo>
                      <a:pt x="159" y="31"/>
                      <a:pt x="159" y="31"/>
                      <a:pt x="159" y="31"/>
                    </a:cubicBezTo>
                    <a:cubicBezTo>
                      <a:pt x="159" y="31"/>
                      <a:pt x="159" y="31"/>
                      <a:pt x="159" y="31"/>
                    </a:cubicBezTo>
                    <a:cubicBezTo>
                      <a:pt x="158" y="30"/>
                      <a:pt x="158" y="30"/>
                      <a:pt x="158" y="30"/>
                    </a:cubicBezTo>
                    <a:cubicBezTo>
                      <a:pt x="157" y="29"/>
                      <a:pt x="157" y="29"/>
                      <a:pt x="157" y="29"/>
                    </a:cubicBezTo>
                    <a:cubicBezTo>
                      <a:pt x="157" y="29"/>
                      <a:pt x="157" y="29"/>
                      <a:pt x="156" y="30"/>
                    </a:cubicBezTo>
                    <a:cubicBezTo>
                      <a:pt x="147" y="39"/>
                      <a:pt x="147" y="39"/>
                      <a:pt x="147" y="39"/>
                    </a:cubicBezTo>
                    <a:cubicBezTo>
                      <a:pt x="147" y="39"/>
                      <a:pt x="147" y="39"/>
                      <a:pt x="147" y="40"/>
                    </a:cubicBezTo>
                    <a:cubicBezTo>
                      <a:pt x="147" y="40"/>
                      <a:pt x="147" y="40"/>
                      <a:pt x="148" y="40"/>
                    </a:cubicBezTo>
                    <a:cubicBezTo>
                      <a:pt x="149" y="42"/>
                      <a:pt x="149" y="42"/>
                      <a:pt x="149" y="42"/>
                    </a:cubicBezTo>
                    <a:cubicBezTo>
                      <a:pt x="149" y="42"/>
                      <a:pt x="149" y="42"/>
                      <a:pt x="149" y="42"/>
                    </a:cubicBezTo>
                    <a:cubicBezTo>
                      <a:pt x="143" y="37"/>
                      <a:pt x="143" y="37"/>
                      <a:pt x="143" y="37"/>
                    </a:cubicBezTo>
                    <a:cubicBezTo>
                      <a:pt x="144" y="37"/>
                      <a:pt x="144" y="37"/>
                      <a:pt x="144" y="37"/>
                    </a:cubicBezTo>
                    <a:cubicBezTo>
                      <a:pt x="145" y="38"/>
                      <a:pt x="145" y="38"/>
                      <a:pt x="145" y="38"/>
                    </a:cubicBezTo>
                    <a:cubicBezTo>
                      <a:pt x="146" y="38"/>
                      <a:pt x="146" y="38"/>
                      <a:pt x="146" y="38"/>
                    </a:cubicBezTo>
                    <a:cubicBezTo>
                      <a:pt x="146" y="38"/>
                      <a:pt x="146" y="38"/>
                      <a:pt x="146" y="38"/>
                    </a:cubicBezTo>
                    <a:cubicBezTo>
                      <a:pt x="155" y="29"/>
                      <a:pt x="155" y="29"/>
                      <a:pt x="155" y="29"/>
                    </a:cubicBezTo>
                    <a:cubicBezTo>
                      <a:pt x="155" y="28"/>
                      <a:pt x="156" y="28"/>
                      <a:pt x="156" y="28"/>
                    </a:cubicBezTo>
                    <a:cubicBezTo>
                      <a:pt x="156" y="28"/>
                      <a:pt x="155" y="28"/>
                      <a:pt x="155" y="27"/>
                    </a:cubicBezTo>
                    <a:cubicBezTo>
                      <a:pt x="154" y="26"/>
                      <a:pt x="154" y="26"/>
                      <a:pt x="154" y="26"/>
                    </a:cubicBezTo>
                    <a:close/>
                    <a:moveTo>
                      <a:pt x="155" y="50"/>
                    </a:moveTo>
                    <a:cubicBezTo>
                      <a:pt x="156" y="50"/>
                      <a:pt x="156" y="50"/>
                      <a:pt x="156" y="50"/>
                    </a:cubicBezTo>
                    <a:cubicBezTo>
                      <a:pt x="155" y="49"/>
                      <a:pt x="155" y="49"/>
                      <a:pt x="155" y="49"/>
                    </a:cubicBezTo>
                    <a:cubicBezTo>
                      <a:pt x="155" y="49"/>
                      <a:pt x="155" y="49"/>
                      <a:pt x="155" y="49"/>
                    </a:cubicBezTo>
                    <a:cubicBezTo>
                      <a:pt x="155" y="49"/>
                      <a:pt x="155" y="48"/>
                      <a:pt x="155" y="48"/>
                    </a:cubicBezTo>
                    <a:cubicBezTo>
                      <a:pt x="165" y="40"/>
                      <a:pt x="165" y="40"/>
                      <a:pt x="165" y="40"/>
                    </a:cubicBezTo>
                    <a:cubicBezTo>
                      <a:pt x="166" y="40"/>
                      <a:pt x="166" y="40"/>
                      <a:pt x="166" y="40"/>
                    </a:cubicBezTo>
                    <a:cubicBezTo>
                      <a:pt x="166" y="40"/>
                      <a:pt x="166" y="40"/>
                      <a:pt x="167" y="40"/>
                    </a:cubicBezTo>
                    <a:cubicBezTo>
                      <a:pt x="167" y="41"/>
                      <a:pt x="167" y="42"/>
                      <a:pt x="167" y="42"/>
                    </a:cubicBezTo>
                    <a:cubicBezTo>
                      <a:pt x="167" y="43"/>
                      <a:pt x="167" y="43"/>
                      <a:pt x="166" y="45"/>
                    </a:cubicBezTo>
                    <a:cubicBezTo>
                      <a:pt x="166" y="45"/>
                      <a:pt x="166" y="45"/>
                      <a:pt x="166" y="45"/>
                    </a:cubicBezTo>
                    <a:cubicBezTo>
                      <a:pt x="169" y="42"/>
                      <a:pt x="169" y="42"/>
                      <a:pt x="169" y="42"/>
                    </a:cubicBezTo>
                    <a:cubicBezTo>
                      <a:pt x="163" y="35"/>
                      <a:pt x="163" y="35"/>
                      <a:pt x="163" y="35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62" y="37"/>
                      <a:pt x="163" y="37"/>
                      <a:pt x="163" y="37"/>
                    </a:cubicBezTo>
                    <a:cubicBezTo>
                      <a:pt x="163" y="37"/>
                      <a:pt x="164" y="37"/>
                      <a:pt x="164" y="38"/>
                    </a:cubicBezTo>
                    <a:cubicBezTo>
                      <a:pt x="165" y="38"/>
                      <a:pt x="165" y="38"/>
                      <a:pt x="165" y="38"/>
                    </a:cubicBezTo>
                    <a:cubicBezTo>
                      <a:pt x="165" y="39"/>
                      <a:pt x="165" y="39"/>
                      <a:pt x="164" y="39"/>
                    </a:cubicBezTo>
                    <a:cubicBezTo>
                      <a:pt x="154" y="47"/>
                      <a:pt x="154" y="47"/>
                      <a:pt x="154" y="47"/>
                    </a:cubicBezTo>
                    <a:cubicBezTo>
                      <a:pt x="154" y="47"/>
                      <a:pt x="154" y="47"/>
                      <a:pt x="154" y="47"/>
                    </a:cubicBezTo>
                    <a:cubicBezTo>
                      <a:pt x="154" y="47"/>
                      <a:pt x="153" y="47"/>
                      <a:pt x="153" y="47"/>
                    </a:cubicBezTo>
                    <a:cubicBezTo>
                      <a:pt x="153" y="46"/>
                      <a:pt x="153" y="46"/>
                      <a:pt x="153" y="46"/>
                    </a:cubicBezTo>
                    <a:cubicBezTo>
                      <a:pt x="152" y="47"/>
                      <a:pt x="152" y="47"/>
                      <a:pt x="152" y="47"/>
                    </a:cubicBezTo>
                    <a:cubicBezTo>
                      <a:pt x="155" y="50"/>
                      <a:pt x="155" y="50"/>
                      <a:pt x="155" y="50"/>
                    </a:cubicBezTo>
                    <a:close/>
                    <a:moveTo>
                      <a:pt x="174" y="54"/>
                    </a:moveTo>
                    <a:cubicBezTo>
                      <a:pt x="174" y="54"/>
                      <a:pt x="175" y="54"/>
                      <a:pt x="175" y="53"/>
                    </a:cubicBezTo>
                    <a:cubicBezTo>
                      <a:pt x="175" y="53"/>
                      <a:pt x="175" y="53"/>
                      <a:pt x="174" y="53"/>
                    </a:cubicBezTo>
                    <a:cubicBezTo>
                      <a:pt x="174" y="52"/>
                      <a:pt x="174" y="52"/>
                      <a:pt x="174" y="52"/>
                    </a:cubicBezTo>
                    <a:cubicBezTo>
                      <a:pt x="175" y="52"/>
                      <a:pt x="175" y="52"/>
                      <a:pt x="175" y="52"/>
                    </a:cubicBezTo>
                    <a:cubicBezTo>
                      <a:pt x="177" y="55"/>
                      <a:pt x="177" y="55"/>
                      <a:pt x="177" y="55"/>
                    </a:cubicBezTo>
                    <a:cubicBezTo>
                      <a:pt x="176" y="55"/>
                      <a:pt x="176" y="55"/>
                      <a:pt x="176" y="55"/>
                    </a:cubicBezTo>
                    <a:cubicBezTo>
                      <a:pt x="176" y="55"/>
                      <a:pt x="176" y="55"/>
                      <a:pt x="176" y="55"/>
                    </a:cubicBezTo>
                    <a:cubicBezTo>
                      <a:pt x="176" y="55"/>
                      <a:pt x="176" y="55"/>
                      <a:pt x="175" y="55"/>
                    </a:cubicBezTo>
                    <a:cubicBezTo>
                      <a:pt x="175" y="55"/>
                      <a:pt x="175" y="55"/>
                      <a:pt x="174" y="55"/>
                    </a:cubicBezTo>
                    <a:cubicBezTo>
                      <a:pt x="166" y="56"/>
                      <a:pt x="166" y="56"/>
                      <a:pt x="166" y="56"/>
                    </a:cubicBezTo>
                    <a:cubicBezTo>
                      <a:pt x="162" y="58"/>
                      <a:pt x="162" y="58"/>
                      <a:pt x="162" y="58"/>
                    </a:cubicBezTo>
                    <a:cubicBezTo>
                      <a:pt x="162" y="59"/>
                      <a:pt x="162" y="59"/>
                      <a:pt x="162" y="59"/>
                    </a:cubicBezTo>
                    <a:cubicBezTo>
                      <a:pt x="161" y="59"/>
                      <a:pt x="162" y="59"/>
                      <a:pt x="162" y="60"/>
                    </a:cubicBezTo>
                    <a:cubicBezTo>
                      <a:pt x="162" y="60"/>
                      <a:pt x="162" y="60"/>
                      <a:pt x="162" y="60"/>
                    </a:cubicBezTo>
                    <a:cubicBezTo>
                      <a:pt x="162" y="61"/>
                      <a:pt x="162" y="61"/>
                      <a:pt x="162" y="61"/>
                    </a:cubicBezTo>
                    <a:cubicBezTo>
                      <a:pt x="159" y="56"/>
                      <a:pt x="159" y="56"/>
                      <a:pt x="159" y="56"/>
                    </a:cubicBezTo>
                    <a:cubicBezTo>
                      <a:pt x="160" y="56"/>
                      <a:pt x="160" y="56"/>
                      <a:pt x="160" y="56"/>
                    </a:cubicBezTo>
                    <a:cubicBezTo>
                      <a:pt x="160" y="57"/>
                      <a:pt x="160" y="57"/>
                      <a:pt x="160" y="57"/>
                    </a:cubicBezTo>
                    <a:cubicBezTo>
                      <a:pt x="160" y="57"/>
                      <a:pt x="160" y="57"/>
                      <a:pt x="161" y="57"/>
                    </a:cubicBezTo>
                    <a:cubicBezTo>
                      <a:pt x="161" y="57"/>
                      <a:pt x="161" y="57"/>
                      <a:pt x="161" y="57"/>
                    </a:cubicBezTo>
                    <a:cubicBezTo>
                      <a:pt x="165" y="55"/>
                      <a:pt x="165" y="55"/>
                      <a:pt x="165" y="55"/>
                    </a:cubicBezTo>
                    <a:cubicBezTo>
                      <a:pt x="171" y="48"/>
                      <a:pt x="171" y="48"/>
                      <a:pt x="171" y="48"/>
                    </a:cubicBezTo>
                    <a:cubicBezTo>
                      <a:pt x="171" y="48"/>
                      <a:pt x="171" y="48"/>
                      <a:pt x="171" y="47"/>
                    </a:cubicBezTo>
                    <a:cubicBezTo>
                      <a:pt x="171" y="47"/>
                      <a:pt x="171" y="47"/>
                      <a:pt x="171" y="47"/>
                    </a:cubicBezTo>
                    <a:cubicBezTo>
                      <a:pt x="171" y="46"/>
                      <a:pt x="171" y="46"/>
                      <a:pt x="171" y="46"/>
                    </a:cubicBezTo>
                    <a:cubicBezTo>
                      <a:pt x="171" y="46"/>
                      <a:pt x="171" y="46"/>
                      <a:pt x="171" y="46"/>
                    </a:cubicBezTo>
                    <a:cubicBezTo>
                      <a:pt x="173" y="50"/>
                      <a:pt x="173" y="50"/>
                      <a:pt x="173" y="50"/>
                    </a:cubicBezTo>
                    <a:cubicBezTo>
                      <a:pt x="173" y="50"/>
                      <a:pt x="173" y="50"/>
                      <a:pt x="173" y="50"/>
                    </a:cubicBezTo>
                    <a:cubicBezTo>
                      <a:pt x="173" y="49"/>
                      <a:pt x="173" y="49"/>
                      <a:pt x="173" y="49"/>
                    </a:cubicBezTo>
                    <a:cubicBezTo>
                      <a:pt x="172" y="49"/>
                      <a:pt x="172" y="49"/>
                      <a:pt x="172" y="49"/>
                    </a:cubicBezTo>
                    <a:cubicBezTo>
                      <a:pt x="172" y="49"/>
                      <a:pt x="172" y="49"/>
                      <a:pt x="171" y="49"/>
                    </a:cubicBezTo>
                    <a:cubicBezTo>
                      <a:pt x="167" y="55"/>
                      <a:pt x="167" y="55"/>
                      <a:pt x="167" y="55"/>
                    </a:cubicBezTo>
                    <a:cubicBezTo>
                      <a:pt x="167" y="55"/>
                      <a:pt x="167" y="55"/>
                      <a:pt x="167" y="55"/>
                    </a:cubicBezTo>
                    <a:lnTo>
                      <a:pt x="174" y="54"/>
                    </a:lnTo>
                    <a:close/>
                  </a:path>
                </a:pathLst>
              </a:custGeom>
              <a:solidFill>
                <a:srgbClr val="FFFFFF"/>
              </a:solidFill>
              <a:ln w="3175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8" name="ïśľíḓé"/>
              <p:cNvSpPr/>
              <p:nvPr/>
            </p:nvSpPr>
            <p:spPr bwMode="auto">
              <a:xfrm>
                <a:off x="3667126" y="3184525"/>
                <a:ext cx="492125" cy="496888"/>
              </a:xfrm>
              <a:custGeom>
                <a:avLst/>
                <a:gdLst>
                  <a:gd name="T0" fmla="*/ 74 w 149"/>
                  <a:gd name="T1" fmla="*/ 0 h 149"/>
                  <a:gd name="T2" fmla="*/ 149 w 149"/>
                  <a:gd name="T3" fmla="*/ 74 h 149"/>
                  <a:gd name="T4" fmla="*/ 74 w 149"/>
                  <a:gd name="T5" fmla="*/ 149 h 149"/>
                  <a:gd name="T6" fmla="*/ 0 w 149"/>
                  <a:gd name="T7" fmla="*/ 74 h 149"/>
                  <a:gd name="T8" fmla="*/ 74 w 149"/>
                  <a:gd name="T9" fmla="*/ 0 h 149"/>
                  <a:gd name="T10" fmla="*/ 74 w 149"/>
                  <a:gd name="T11" fmla="*/ 2 h 149"/>
                  <a:gd name="T12" fmla="*/ 2 w 149"/>
                  <a:gd name="T13" fmla="*/ 74 h 149"/>
                  <a:gd name="T14" fmla="*/ 74 w 149"/>
                  <a:gd name="T15" fmla="*/ 146 h 149"/>
                  <a:gd name="T16" fmla="*/ 146 w 149"/>
                  <a:gd name="T17" fmla="*/ 74 h 149"/>
                  <a:gd name="T18" fmla="*/ 74 w 149"/>
                  <a:gd name="T19" fmla="*/ 2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9" h="149">
                    <a:moveTo>
                      <a:pt x="74" y="0"/>
                    </a:moveTo>
                    <a:cubicBezTo>
                      <a:pt x="115" y="0"/>
                      <a:pt x="149" y="33"/>
                      <a:pt x="149" y="74"/>
                    </a:cubicBezTo>
                    <a:cubicBezTo>
                      <a:pt x="149" y="115"/>
                      <a:pt x="115" y="149"/>
                      <a:pt x="74" y="149"/>
                    </a:cubicBezTo>
                    <a:cubicBezTo>
                      <a:pt x="33" y="149"/>
                      <a:pt x="0" y="115"/>
                      <a:pt x="0" y="74"/>
                    </a:cubicBezTo>
                    <a:cubicBezTo>
                      <a:pt x="0" y="33"/>
                      <a:pt x="33" y="0"/>
                      <a:pt x="74" y="0"/>
                    </a:cubicBezTo>
                    <a:close/>
                    <a:moveTo>
                      <a:pt x="74" y="2"/>
                    </a:moveTo>
                    <a:cubicBezTo>
                      <a:pt x="35" y="2"/>
                      <a:pt x="2" y="34"/>
                      <a:pt x="2" y="74"/>
                    </a:cubicBezTo>
                    <a:cubicBezTo>
                      <a:pt x="2" y="114"/>
                      <a:pt x="35" y="146"/>
                      <a:pt x="74" y="146"/>
                    </a:cubicBezTo>
                    <a:cubicBezTo>
                      <a:pt x="114" y="146"/>
                      <a:pt x="146" y="114"/>
                      <a:pt x="146" y="74"/>
                    </a:cubicBezTo>
                    <a:cubicBezTo>
                      <a:pt x="146" y="34"/>
                      <a:pt x="114" y="2"/>
                      <a:pt x="74" y="2"/>
                    </a:cubicBezTo>
                    <a:close/>
                  </a:path>
                </a:pathLst>
              </a:custGeom>
              <a:solidFill>
                <a:srgbClr val="0052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9" name="ïslíḍê"/>
              <p:cNvSpPr/>
              <p:nvPr/>
            </p:nvSpPr>
            <p:spPr bwMode="auto">
              <a:xfrm>
                <a:off x="3775076" y="3248025"/>
                <a:ext cx="274638" cy="146050"/>
              </a:xfrm>
              <a:custGeom>
                <a:avLst/>
                <a:gdLst>
                  <a:gd name="T0" fmla="*/ 10 w 83"/>
                  <a:gd name="T1" fmla="*/ 43 h 44"/>
                  <a:gd name="T2" fmla="*/ 18 w 83"/>
                  <a:gd name="T3" fmla="*/ 39 h 44"/>
                  <a:gd name="T4" fmla="*/ 67 w 83"/>
                  <a:gd name="T5" fmla="*/ 39 h 44"/>
                  <a:gd name="T6" fmla="*/ 73 w 83"/>
                  <a:gd name="T7" fmla="*/ 42 h 44"/>
                  <a:gd name="T8" fmla="*/ 76 w 83"/>
                  <a:gd name="T9" fmla="*/ 43 h 44"/>
                  <a:gd name="T10" fmla="*/ 83 w 83"/>
                  <a:gd name="T11" fmla="*/ 35 h 44"/>
                  <a:gd name="T12" fmla="*/ 76 w 83"/>
                  <a:gd name="T13" fmla="*/ 37 h 44"/>
                  <a:gd name="T14" fmla="*/ 69 w 83"/>
                  <a:gd name="T15" fmla="*/ 33 h 44"/>
                  <a:gd name="T16" fmla="*/ 70 w 83"/>
                  <a:gd name="T17" fmla="*/ 26 h 44"/>
                  <a:gd name="T18" fmla="*/ 64 w 83"/>
                  <a:gd name="T19" fmla="*/ 30 h 44"/>
                  <a:gd name="T20" fmla="*/ 59 w 83"/>
                  <a:gd name="T21" fmla="*/ 31 h 44"/>
                  <a:gd name="T22" fmla="*/ 56 w 83"/>
                  <a:gd name="T23" fmla="*/ 29 h 44"/>
                  <a:gd name="T24" fmla="*/ 56 w 83"/>
                  <a:gd name="T25" fmla="*/ 24 h 44"/>
                  <a:gd name="T26" fmla="*/ 58 w 83"/>
                  <a:gd name="T27" fmla="*/ 23 h 44"/>
                  <a:gd name="T28" fmla="*/ 58 w 83"/>
                  <a:gd name="T29" fmla="*/ 19 h 44"/>
                  <a:gd name="T30" fmla="*/ 54 w 83"/>
                  <a:gd name="T31" fmla="*/ 19 h 44"/>
                  <a:gd name="T32" fmla="*/ 53 w 83"/>
                  <a:gd name="T33" fmla="*/ 21 h 44"/>
                  <a:gd name="T34" fmla="*/ 44 w 83"/>
                  <a:gd name="T35" fmla="*/ 21 h 44"/>
                  <a:gd name="T36" fmla="*/ 43 w 83"/>
                  <a:gd name="T37" fmla="*/ 18 h 44"/>
                  <a:gd name="T38" fmla="*/ 44 w 83"/>
                  <a:gd name="T39" fmla="*/ 13 h 44"/>
                  <a:gd name="T40" fmla="*/ 43 w 83"/>
                  <a:gd name="T41" fmla="*/ 8 h 44"/>
                  <a:gd name="T42" fmla="*/ 43 w 83"/>
                  <a:gd name="T43" fmla="*/ 6 h 44"/>
                  <a:gd name="T44" fmla="*/ 43 w 83"/>
                  <a:gd name="T45" fmla="*/ 2 h 44"/>
                  <a:gd name="T46" fmla="*/ 43 w 83"/>
                  <a:gd name="T47" fmla="*/ 0 h 44"/>
                  <a:gd name="T48" fmla="*/ 40 w 83"/>
                  <a:gd name="T49" fmla="*/ 0 h 44"/>
                  <a:gd name="T50" fmla="*/ 39 w 83"/>
                  <a:gd name="T51" fmla="*/ 2 h 44"/>
                  <a:gd name="T52" fmla="*/ 39 w 83"/>
                  <a:gd name="T53" fmla="*/ 6 h 44"/>
                  <a:gd name="T54" fmla="*/ 39 w 83"/>
                  <a:gd name="T55" fmla="*/ 8 h 44"/>
                  <a:gd name="T56" fmla="*/ 38 w 83"/>
                  <a:gd name="T57" fmla="*/ 13 h 44"/>
                  <a:gd name="T58" fmla="*/ 38 w 83"/>
                  <a:gd name="T59" fmla="*/ 18 h 44"/>
                  <a:gd name="T60" fmla="*/ 38 w 83"/>
                  <a:gd name="T61" fmla="*/ 21 h 44"/>
                  <a:gd name="T62" fmla="*/ 30 w 83"/>
                  <a:gd name="T63" fmla="*/ 21 h 44"/>
                  <a:gd name="T64" fmla="*/ 29 w 83"/>
                  <a:gd name="T65" fmla="*/ 19 h 44"/>
                  <a:gd name="T66" fmla="*/ 25 w 83"/>
                  <a:gd name="T67" fmla="*/ 19 h 44"/>
                  <a:gd name="T68" fmla="*/ 25 w 83"/>
                  <a:gd name="T69" fmla="*/ 23 h 44"/>
                  <a:gd name="T70" fmla="*/ 26 w 83"/>
                  <a:gd name="T71" fmla="*/ 24 h 44"/>
                  <a:gd name="T72" fmla="*/ 27 w 83"/>
                  <a:gd name="T73" fmla="*/ 29 h 44"/>
                  <a:gd name="T74" fmla="*/ 22 w 83"/>
                  <a:gd name="T75" fmla="*/ 31 h 44"/>
                  <a:gd name="T76" fmla="*/ 13 w 83"/>
                  <a:gd name="T77" fmla="*/ 26 h 44"/>
                  <a:gd name="T78" fmla="*/ 13 w 83"/>
                  <a:gd name="T79" fmla="*/ 35 h 44"/>
                  <a:gd name="T80" fmla="*/ 7 w 83"/>
                  <a:gd name="T81" fmla="*/ 37 h 44"/>
                  <a:gd name="T82" fmla="*/ 0 w 83"/>
                  <a:gd name="T83" fmla="*/ 34 h 44"/>
                  <a:gd name="T84" fmla="*/ 5 w 83"/>
                  <a:gd name="T85" fmla="*/ 42 h 44"/>
                  <a:gd name="T86" fmla="*/ 10 w 83"/>
                  <a:gd name="T87" fmla="*/ 43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83" h="44">
                    <a:moveTo>
                      <a:pt x="10" y="43"/>
                    </a:moveTo>
                    <a:cubicBezTo>
                      <a:pt x="18" y="39"/>
                      <a:pt x="18" y="39"/>
                      <a:pt x="18" y="39"/>
                    </a:cubicBezTo>
                    <a:cubicBezTo>
                      <a:pt x="67" y="39"/>
                      <a:pt x="67" y="39"/>
                      <a:pt x="67" y="39"/>
                    </a:cubicBezTo>
                    <a:cubicBezTo>
                      <a:pt x="73" y="42"/>
                      <a:pt x="73" y="42"/>
                      <a:pt x="73" y="42"/>
                    </a:cubicBezTo>
                    <a:cubicBezTo>
                      <a:pt x="74" y="43"/>
                      <a:pt x="75" y="43"/>
                      <a:pt x="76" y="43"/>
                    </a:cubicBezTo>
                    <a:cubicBezTo>
                      <a:pt x="80" y="42"/>
                      <a:pt x="83" y="35"/>
                      <a:pt x="83" y="35"/>
                    </a:cubicBezTo>
                    <a:cubicBezTo>
                      <a:pt x="83" y="35"/>
                      <a:pt x="79" y="38"/>
                      <a:pt x="76" y="37"/>
                    </a:cubicBezTo>
                    <a:cubicBezTo>
                      <a:pt x="73" y="37"/>
                      <a:pt x="69" y="36"/>
                      <a:pt x="69" y="33"/>
                    </a:cubicBezTo>
                    <a:cubicBezTo>
                      <a:pt x="69" y="30"/>
                      <a:pt x="70" y="27"/>
                      <a:pt x="70" y="26"/>
                    </a:cubicBezTo>
                    <a:cubicBezTo>
                      <a:pt x="70" y="26"/>
                      <a:pt x="67" y="29"/>
                      <a:pt x="64" y="30"/>
                    </a:cubicBezTo>
                    <a:cubicBezTo>
                      <a:pt x="61" y="32"/>
                      <a:pt x="60" y="31"/>
                      <a:pt x="59" y="31"/>
                    </a:cubicBezTo>
                    <a:cubicBezTo>
                      <a:pt x="57" y="30"/>
                      <a:pt x="56" y="29"/>
                      <a:pt x="56" y="29"/>
                    </a:cubicBezTo>
                    <a:cubicBezTo>
                      <a:pt x="56" y="24"/>
                      <a:pt x="56" y="24"/>
                      <a:pt x="56" y="24"/>
                    </a:cubicBezTo>
                    <a:cubicBezTo>
                      <a:pt x="58" y="23"/>
                      <a:pt x="58" y="23"/>
                      <a:pt x="58" y="23"/>
                    </a:cubicBezTo>
                    <a:cubicBezTo>
                      <a:pt x="58" y="19"/>
                      <a:pt x="58" y="19"/>
                      <a:pt x="58" y="19"/>
                    </a:cubicBezTo>
                    <a:cubicBezTo>
                      <a:pt x="54" y="19"/>
                      <a:pt x="54" y="19"/>
                      <a:pt x="54" y="19"/>
                    </a:cubicBezTo>
                    <a:cubicBezTo>
                      <a:pt x="54" y="19"/>
                      <a:pt x="54" y="21"/>
                      <a:pt x="53" y="21"/>
                    </a:cubicBezTo>
                    <a:cubicBezTo>
                      <a:pt x="52" y="21"/>
                      <a:pt x="44" y="21"/>
                      <a:pt x="44" y="21"/>
                    </a:cubicBezTo>
                    <a:cubicBezTo>
                      <a:pt x="44" y="21"/>
                      <a:pt x="43" y="20"/>
                      <a:pt x="43" y="18"/>
                    </a:cubicBezTo>
                    <a:cubicBezTo>
                      <a:pt x="44" y="17"/>
                      <a:pt x="44" y="17"/>
                      <a:pt x="44" y="13"/>
                    </a:cubicBezTo>
                    <a:cubicBezTo>
                      <a:pt x="44" y="10"/>
                      <a:pt x="44" y="9"/>
                      <a:pt x="43" y="8"/>
                    </a:cubicBezTo>
                    <a:cubicBezTo>
                      <a:pt x="43" y="7"/>
                      <a:pt x="42" y="7"/>
                      <a:pt x="43" y="6"/>
                    </a:cubicBezTo>
                    <a:cubicBezTo>
                      <a:pt x="44" y="5"/>
                      <a:pt x="44" y="4"/>
                      <a:pt x="43" y="2"/>
                    </a:cubicBezTo>
                    <a:cubicBezTo>
                      <a:pt x="42" y="1"/>
                      <a:pt x="43" y="2"/>
                      <a:pt x="43" y="0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39" y="0"/>
                      <a:pt x="40" y="1"/>
                      <a:pt x="39" y="2"/>
                    </a:cubicBezTo>
                    <a:cubicBezTo>
                      <a:pt x="38" y="3"/>
                      <a:pt x="38" y="5"/>
                      <a:pt x="39" y="6"/>
                    </a:cubicBezTo>
                    <a:cubicBezTo>
                      <a:pt x="39" y="7"/>
                      <a:pt x="40" y="7"/>
                      <a:pt x="39" y="8"/>
                    </a:cubicBezTo>
                    <a:cubicBezTo>
                      <a:pt x="38" y="9"/>
                      <a:pt x="38" y="10"/>
                      <a:pt x="38" y="13"/>
                    </a:cubicBezTo>
                    <a:cubicBezTo>
                      <a:pt x="38" y="16"/>
                      <a:pt x="38" y="17"/>
                      <a:pt x="38" y="18"/>
                    </a:cubicBezTo>
                    <a:cubicBezTo>
                      <a:pt x="39" y="20"/>
                      <a:pt x="38" y="21"/>
                      <a:pt x="38" y="21"/>
                    </a:cubicBezTo>
                    <a:cubicBezTo>
                      <a:pt x="37" y="21"/>
                      <a:pt x="30" y="21"/>
                      <a:pt x="30" y="21"/>
                    </a:cubicBezTo>
                    <a:cubicBezTo>
                      <a:pt x="30" y="21"/>
                      <a:pt x="29" y="20"/>
                      <a:pt x="29" y="19"/>
                    </a:cubicBezTo>
                    <a:cubicBezTo>
                      <a:pt x="25" y="19"/>
                      <a:pt x="25" y="19"/>
                      <a:pt x="25" y="19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7" y="29"/>
                      <a:pt x="24" y="31"/>
                      <a:pt x="22" y="31"/>
                    </a:cubicBezTo>
                    <a:cubicBezTo>
                      <a:pt x="19" y="31"/>
                      <a:pt x="13" y="26"/>
                      <a:pt x="13" y="26"/>
                    </a:cubicBezTo>
                    <a:cubicBezTo>
                      <a:pt x="13" y="26"/>
                      <a:pt x="14" y="33"/>
                      <a:pt x="13" y="35"/>
                    </a:cubicBezTo>
                    <a:cubicBezTo>
                      <a:pt x="13" y="37"/>
                      <a:pt x="10" y="37"/>
                      <a:pt x="7" y="37"/>
                    </a:cubicBezTo>
                    <a:cubicBezTo>
                      <a:pt x="4" y="37"/>
                      <a:pt x="0" y="35"/>
                      <a:pt x="0" y="34"/>
                    </a:cubicBezTo>
                    <a:cubicBezTo>
                      <a:pt x="0" y="34"/>
                      <a:pt x="3" y="40"/>
                      <a:pt x="5" y="42"/>
                    </a:cubicBezTo>
                    <a:cubicBezTo>
                      <a:pt x="7" y="44"/>
                      <a:pt x="10" y="43"/>
                      <a:pt x="10" y="43"/>
                    </a:cubicBez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0" name="íṡļïdê"/>
              <p:cNvSpPr/>
              <p:nvPr/>
            </p:nvSpPr>
            <p:spPr bwMode="auto">
              <a:xfrm>
                <a:off x="3614738" y="3370263"/>
                <a:ext cx="596900" cy="241300"/>
              </a:xfrm>
              <a:custGeom>
                <a:avLst/>
                <a:gdLst>
                  <a:gd name="T0" fmla="*/ 58 w 181"/>
                  <a:gd name="T1" fmla="*/ 72 h 72"/>
                  <a:gd name="T2" fmla="*/ 8 w 181"/>
                  <a:gd name="T3" fmla="*/ 72 h 72"/>
                  <a:gd name="T4" fmla="*/ 3 w 181"/>
                  <a:gd name="T5" fmla="*/ 63 h 72"/>
                  <a:gd name="T6" fmla="*/ 6 w 181"/>
                  <a:gd name="T7" fmla="*/ 63 h 72"/>
                  <a:gd name="T8" fmla="*/ 11 w 181"/>
                  <a:gd name="T9" fmla="*/ 55 h 72"/>
                  <a:gd name="T10" fmla="*/ 14 w 181"/>
                  <a:gd name="T11" fmla="*/ 55 h 72"/>
                  <a:gd name="T12" fmla="*/ 14 w 181"/>
                  <a:gd name="T13" fmla="*/ 29 h 72"/>
                  <a:gd name="T14" fmla="*/ 0 w 181"/>
                  <a:gd name="T15" fmla="*/ 4 h 72"/>
                  <a:gd name="T16" fmla="*/ 30 w 181"/>
                  <a:gd name="T17" fmla="*/ 0 h 72"/>
                  <a:gd name="T18" fmla="*/ 58 w 181"/>
                  <a:gd name="T19" fmla="*/ 8 h 72"/>
                  <a:gd name="T20" fmla="*/ 51 w 181"/>
                  <a:gd name="T21" fmla="*/ 25 h 72"/>
                  <a:gd name="T22" fmla="*/ 131 w 181"/>
                  <a:gd name="T23" fmla="*/ 25 h 72"/>
                  <a:gd name="T24" fmla="*/ 122 w 181"/>
                  <a:gd name="T25" fmla="*/ 8 h 72"/>
                  <a:gd name="T26" fmla="*/ 150 w 181"/>
                  <a:gd name="T27" fmla="*/ 0 h 72"/>
                  <a:gd name="T28" fmla="*/ 181 w 181"/>
                  <a:gd name="T29" fmla="*/ 5 h 72"/>
                  <a:gd name="T30" fmla="*/ 166 w 181"/>
                  <a:gd name="T31" fmla="*/ 28 h 72"/>
                  <a:gd name="T32" fmla="*/ 166 w 181"/>
                  <a:gd name="T33" fmla="*/ 55 h 72"/>
                  <a:gd name="T34" fmla="*/ 171 w 181"/>
                  <a:gd name="T35" fmla="*/ 55 h 72"/>
                  <a:gd name="T36" fmla="*/ 178 w 181"/>
                  <a:gd name="T37" fmla="*/ 65 h 72"/>
                  <a:gd name="T38" fmla="*/ 174 w 181"/>
                  <a:gd name="T39" fmla="*/ 72 h 72"/>
                  <a:gd name="T40" fmla="*/ 58 w 181"/>
                  <a:gd name="T41" fmla="*/ 7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81" h="72">
                    <a:moveTo>
                      <a:pt x="58" y="72"/>
                    </a:moveTo>
                    <a:cubicBezTo>
                      <a:pt x="8" y="72"/>
                      <a:pt x="8" y="72"/>
                      <a:pt x="8" y="72"/>
                    </a:cubicBezTo>
                    <a:cubicBezTo>
                      <a:pt x="3" y="63"/>
                      <a:pt x="3" y="63"/>
                      <a:pt x="3" y="63"/>
                    </a:cubicBezTo>
                    <a:cubicBezTo>
                      <a:pt x="6" y="63"/>
                      <a:pt x="6" y="63"/>
                      <a:pt x="6" y="63"/>
                    </a:cubicBezTo>
                    <a:cubicBezTo>
                      <a:pt x="7" y="61"/>
                      <a:pt x="10" y="57"/>
                      <a:pt x="11" y="55"/>
                    </a:cubicBezTo>
                    <a:cubicBezTo>
                      <a:pt x="12" y="55"/>
                      <a:pt x="13" y="55"/>
                      <a:pt x="14" y="55"/>
                    </a:cubicBezTo>
                    <a:cubicBezTo>
                      <a:pt x="14" y="45"/>
                      <a:pt x="14" y="39"/>
                      <a:pt x="14" y="29"/>
                    </a:cubicBezTo>
                    <a:cubicBezTo>
                      <a:pt x="6" y="25"/>
                      <a:pt x="0" y="19"/>
                      <a:pt x="0" y="4"/>
                    </a:cubicBezTo>
                    <a:cubicBezTo>
                      <a:pt x="13" y="19"/>
                      <a:pt x="25" y="20"/>
                      <a:pt x="30" y="0"/>
                    </a:cubicBezTo>
                    <a:cubicBezTo>
                      <a:pt x="40" y="22"/>
                      <a:pt x="50" y="16"/>
                      <a:pt x="58" y="8"/>
                    </a:cubicBezTo>
                    <a:cubicBezTo>
                      <a:pt x="59" y="17"/>
                      <a:pt x="51" y="24"/>
                      <a:pt x="51" y="25"/>
                    </a:cubicBezTo>
                    <a:cubicBezTo>
                      <a:pt x="131" y="25"/>
                      <a:pt x="131" y="25"/>
                      <a:pt x="131" y="25"/>
                    </a:cubicBezTo>
                    <a:cubicBezTo>
                      <a:pt x="128" y="21"/>
                      <a:pt x="123" y="15"/>
                      <a:pt x="122" y="8"/>
                    </a:cubicBezTo>
                    <a:cubicBezTo>
                      <a:pt x="131" y="18"/>
                      <a:pt x="141" y="23"/>
                      <a:pt x="150" y="0"/>
                    </a:cubicBezTo>
                    <a:cubicBezTo>
                      <a:pt x="160" y="23"/>
                      <a:pt x="169" y="16"/>
                      <a:pt x="181" y="5"/>
                    </a:cubicBezTo>
                    <a:cubicBezTo>
                      <a:pt x="178" y="23"/>
                      <a:pt x="174" y="23"/>
                      <a:pt x="166" y="28"/>
                    </a:cubicBezTo>
                    <a:cubicBezTo>
                      <a:pt x="166" y="38"/>
                      <a:pt x="166" y="45"/>
                      <a:pt x="166" y="55"/>
                    </a:cubicBezTo>
                    <a:cubicBezTo>
                      <a:pt x="168" y="55"/>
                      <a:pt x="169" y="55"/>
                      <a:pt x="171" y="55"/>
                    </a:cubicBezTo>
                    <a:cubicBezTo>
                      <a:pt x="178" y="65"/>
                      <a:pt x="178" y="65"/>
                      <a:pt x="178" y="65"/>
                    </a:cubicBezTo>
                    <a:cubicBezTo>
                      <a:pt x="174" y="72"/>
                      <a:pt x="174" y="72"/>
                      <a:pt x="174" y="72"/>
                    </a:cubicBezTo>
                    <a:lnTo>
                      <a:pt x="58" y="7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1" name="iş1ïďe"/>
              <p:cNvSpPr/>
              <p:nvPr/>
            </p:nvSpPr>
            <p:spPr bwMode="auto">
              <a:xfrm>
                <a:off x="3624263" y="3381375"/>
                <a:ext cx="577850" cy="200025"/>
              </a:xfrm>
              <a:custGeom>
                <a:avLst/>
                <a:gdLst>
                  <a:gd name="T0" fmla="*/ 130 w 175"/>
                  <a:gd name="T1" fmla="*/ 51 h 60"/>
                  <a:gd name="T2" fmla="*/ 130 w 175"/>
                  <a:gd name="T3" fmla="*/ 50 h 60"/>
                  <a:gd name="T4" fmla="*/ 48 w 175"/>
                  <a:gd name="T5" fmla="*/ 50 h 60"/>
                  <a:gd name="T6" fmla="*/ 48 w 175"/>
                  <a:gd name="T7" fmla="*/ 51 h 60"/>
                  <a:gd name="T8" fmla="*/ 52 w 175"/>
                  <a:gd name="T9" fmla="*/ 51 h 60"/>
                  <a:gd name="T10" fmla="*/ 48 w 175"/>
                  <a:gd name="T11" fmla="*/ 60 h 60"/>
                  <a:gd name="T12" fmla="*/ 7 w 175"/>
                  <a:gd name="T13" fmla="*/ 60 h 60"/>
                  <a:gd name="T14" fmla="*/ 10 w 175"/>
                  <a:gd name="T15" fmla="*/ 54 h 60"/>
                  <a:gd name="T16" fmla="*/ 14 w 175"/>
                  <a:gd name="T17" fmla="*/ 54 h 60"/>
                  <a:gd name="T18" fmla="*/ 13 w 175"/>
                  <a:gd name="T19" fmla="*/ 25 h 60"/>
                  <a:gd name="T20" fmla="*/ 0 w 175"/>
                  <a:gd name="T21" fmla="*/ 7 h 60"/>
                  <a:gd name="T22" fmla="*/ 28 w 175"/>
                  <a:gd name="T23" fmla="*/ 0 h 60"/>
                  <a:gd name="T24" fmla="*/ 55 w 175"/>
                  <a:gd name="T25" fmla="*/ 7 h 60"/>
                  <a:gd name="T26" fmla="*/ 48 w 175"/>
                  <a:gd name="T27" fmla="*/ 22 h 60"/>
                  <a:gd name="T28" fmla="*/ 127 w 175"/>
                  <a:gd name="T29" fmla="*/ 22 h 60"/>
                  <a:gd name="T30" fmla="*/ 119 w 175"/>
                  <a:gd name="T31" fmla="*/ 7 h 60"/>
                  <a:gd name="T32" fmla="*/ 147 w 175"/>
                  <a:gd name="T33" fmla="*/ 0 h 60"/>
                  <a:gd name="T34" fmla="*/ 175 w 175"/>
                  <a:gd name="T35" fmla="*/ 7 h 60"/>
                  <a:gd name="T36" fmla="*/ 161 w 175"/>
                  <a:gd name="T37" fmla="*/ 24 h 60"/>
                  <a:gd name="T38" fmla="*/ 161 w 175"/>
                  <a:gd name="T39" fmla="*/ 53 h 60"/>
                  <a:gd name="T40" fmla="*/ 165 w 175"/>
                  <a:gd name="T41" fmla="*/ 53 h 60"/>
                  <a:gd name="T42" fmla="*/ 169 w 175"/>
                  <a:gd name="T43" fmla="*/ 60 h 60"/>
                  <a:gd name="T44" fmla="*/ 128 w 175"/>
                  <a:gd name="T45" fmla="*/ 60 h 60"/>
                  <a:gd name="T46" fmla="*/ 124 w 175"/>
                  <a:gd name="T47" fmla="*/ 51 h 60"/>
                  <a:gd name="T48" fmla="*/ 130 w 175"/>
                  <a:gd name="T49" fmla="*/ 51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75" h="60">
                    <a:moveTo>
                      <a:pt x="130" y="51"/>
                    </a:moveTo>
                    <a:cubicBezTo>
                      <a:pt x="130" y="50"/>
                      <a:pt x="130" y="50"/>
                      <a:pt x="130" y="50"/>
                    </a:cubicBezTo>
                    <a:cubicBezTo>
                      <a:pt x="48" y="50"/>
                      <a:pt x="48" y="50"/>
                      <a:pt x="48" y="50"/>
                    </a:cubicBezTo>
                    <a:cubicBezTo>
                      <a:pt x="48" y="51"/>
                      <a:pt x="48" y="51"/>
                      <a:pt x="48" y="51"/>
                    </a:cubicBezTo>
                    <a:cubicBezTo>
                      <a:pt x="52" y="51"/>
                      <a:pt x="52" y="51"/>
                      <a:pt x="52" y="51"/>
                    </a:cubicBezTo>
                    <a:cubicBezTo>
                      <a:pt x="48" y="60"/>
                      <a:pt x="48" y="60"/>
                      <a:pt x="48" y="60"/>
                    </a:cubicBezTo>
                    <a:cubicBezTo>
                      <a:pt x="34" y="60"/>
                      <a:pt x="20" y="60"/>
                      <a:pt x="7" y="60"/>
                    </a:cubicBezTo>
                    <a:cubicBezTo>
                      <a:pt x="8" y="58"/>
                      <a:pt x="9" y="56"/>
                      <a:pt x="10" y="54"/>
                    </a:cubicBezTo>
                    <a:cubicBezTo>
                      <a:pt x="11" y="54"/>
                      <a:pt x="12" y="54"/>
                      <a:pt x="14" y="54"/>
                    </a:cubicBezTo>
                    <a:cubicBezTo>
                      <a:pt x="14" y="44"/>
                      <a:pt x="13" y="34"/>
                      <a:pt x="13" y="25"/>
                    </a:cubicBezTo>
                    <a:cubicBezTo>
                      <a:pt x="5" y="20"/>
                      <a:pt x="1" y="14"/>
                      <a:pt x="0" y="7"/>
                    </a:cubicBezTo>
                    <a:cubicBezTo>
                      <a:pt x="12" y="18"/>
                      <a:pt x="22" y="17"/>
                      <a:pt x="28" y="0"/>
                    </a:cubicBezTo>
                    <a:cubicBezTo>
                      <a:pt x="37" y="22"/>
                      <a:pt x="47" y="15"/>
                      <a:pt x="55" y="7"/>
                    </a:cubicBezTo>
                    <a:cubicBezTo>
                      <a:pt x="55" y="14"/>
                      <a:pt x="50" y="17"/>
                      <a:pt x="48" y="22"/>
                    </a:cubicBezTo>
                    <a:cubicBezTo>
                      <a:pt x="127" y="22"/>
                      <a:pt x="127" y="22"/>
                      <a:pt x="127" y="22"/>
                    </a:cubicBezTo>
                    <a:cubicBezTo>
                      <a:pt x="125" y="18"/>
                      <a:pt x="120" y="14"/>
                      <a:pt x="119" y="7"/>
                    </a:cubicBezTo>
                    <a:cubicBezTo>
                      <a:pt x="127" y="15"/>
                      <a:pt x="137" y="22"/>
                      <a:pt x="147" y="0"/>
                    </a:cubicBezTo>
                    <a:cubicBezTo>
                      <a:pt x="153" y="17"/>
                      <a:pt x="163" y="18"/>
                      <a:pt x="175" y="7"/>
                    </a:cubicBezTo>
                    <a:cubicBezTo>
                      <a:pt x="173" y="14"/>
                      <a:pt x="169" y="19"/>
                      <a:pt x="161" y="24"/>
                    </a:cubicBezTo>
                    <a:cubicBezTo>
                      <a:pt x="161" y="34"/>
                      <a:pt x="161" y="44"/>
                      <a:pt x="161" y="53"/>
                    </a:cubicBezTo>
                    <a:cubicBezTo>
                      <a:pt x="162" y="53"/>
                      <a:pt x="164" y="53"/>
                      <a:pt x="165" y="53"/>
                    </a:cubicBezTo>
                    <a:cubicBezTo>
                      <a:pt x="166" y="55"/>
                      <a:pt x="167" y="58"/>
                      <a:pt x="169" y="60"/>
                    </a:cubicBezTo>
                    <a:cubicBezTo>
                      <a:pt x="155" y="60"/>
                      <a:pt x="142" y="60"/>
                      <a:pt x="128" y="60"/>
                    </a:cubicBezTo>
                    <a:cubicBezTo>
                      <a:pt x="124" y="51"/>
                      <a:pt x="124" y="51"/>
                      <a:pt x="124" y="51"/>
                    </a:cubicBezTo>
                    <a:lnTo>
                      <a:pt x="130" y="51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2" name="ïṩḷíḍé"/>
              <p:cNvSpPr/>
              <p:nvPr/>
            </p:nvSpPr>
            <p:spPr bwMode="auto">
              <a:xfrm>
                <a:off x="4065588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3" name="ïśľíḍè"/>
              <p:cNvSpPr/>
              <p:nvPr/>
            </p:nvSpPr>
            <p:spPr bwMode="auto">
              <a:xfrm>
                <a:off x="3740151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4" name="í$ḻîḋè"/>
              <p:cNvSpPr/>
              <p:nvPr/>
            </p:nvSpPr>
            <p:spPr bwMode="auto">
              <a:xfrm>
                <a:off x="4125913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5" name="iṣļíḋe"/>
              <p:cNvSpPr/>
              <p:nvPr/>
            </p:nvSpPr>
            <p:spPr bwMode="auto">
              <a:xfrm>
                <a:off x="3709988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6" name="iṩḷiḓé"/>
              <p:cNvSpPr/>
              <p:nvPr/>
            </p:nvSpPr>
            <p:spPr bwMode="auto">
              <a:xfrm>
                <a:off x="4095751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7" name="iSľiḍè"/>
              <p:cNvSpPr/>
              <p:nvPr/>
            </p:nvSpPr>
            <p:spPr bwMode="auto">
              <a:xfrm>
                <a:off x="3663951" y="3460750"/>
                <a:ext cx="495300" cy="31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8" name="ïṩḷîḍe"/>
              <p:cNvSpPr/>
              <p:nvPr/>
            </p:nvSpPr>
            <p:spPr bwMode="auto">
              <a:xfrm>
                <a:off x="3663951" y="3473450"/>
                <a:ext cx="115888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9" name="íšḻiḑê"/>
              <p:cNvSpPr/>
              <p:nvPr/>
            </p:nvSpPr>
            <p:spPr bwMode="auto">
              <a:xfrm>
                <a:off x="3789363" y="3473450"/>
                <a:ext cx="428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0" name="ïṩļïďè"/>
              <p:cNvSpPr/>
              <p:nvPr/>
            </p:nvSpPr>
            <p:spPr bwMode="auto">
              <a:xfrm>
                <a:off x="3851276" y="3473450"/>
                <a:ext cx="57150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1" name="îṥlïḋê"/>
              <p:cNvSpPr/>
              <p:nvPr/>
            </p:nvSpPr>
            <p:spPr bwMode="auto">
              <a:xfrm>
                <a:off x="3917951" y="3473450"/>
                <a:ext cx="555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2" name="îṧľïdè"/>
              <p:cNvSpPr/>
              <p:nvPr/>
            </p:nvSpPr>
            <p:spPr bwMode="auto">
              <a:xfrm>
                <a:off x="3994151" y="3473450"/>
                <a:ext cx="428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3" name="iSḷîḓê"/>
              <p:cNvSpPr/>
              <p:nvPr/>
            </p:nvSpPr>
            <p:spPr bwMode="auto">
              <a:xfrm>
                <a:off x="4046538" y="3473450"/>
                <a:ext cx="11271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4" name="îślíďè"/>
              <p:cNvSpPr/>
              <p:nvPr/>
            </p:nvSpPr>
            <p:spPr bwMode="auto">
              <a:xfrm>
                <a:off x="3979863" y="3473450"/>
                <a:ext cx="7938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5" name="iSḻïḍè"/>
              <p:cNvSpPr/>
              <p:nvPr/>
            </p:nvSpPr>
            <p:spPr bwMode="auto">
              <a:xfrm>
                <a:off x="3838576" y="3473450"/>
                <a:ext cx="6350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6" name="ïṡliḑê"/>
              <p:cNvSpPr/>
              <p:nvPr/>
            </p:nvSpPr>
            <p:spPr bwMode="auto">
              <a:xfrm>
                <a:off x="3851276" y="3384550"/>
                <a:ext cx="26988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7" name="islïďé"/>
              <p:cNvSpPr/>
              <p:nvPr/>
            </p:nvSpPr>
            <p:spPr bwMode="auto">
              <a:xfrm>
                <a:off x="3817938" y="3384550"/>
                <a:ext cx="26988" cy="15875"/>
              </a:xfrm>
              <a:custGeom>
                <a:avLst/>
                <a:gdLst>
                  <a:gd name="T0" fmla="*/ 7 w 8"/>
                  <a:gd name="T1" fmla="*/ 0 h 5"/>
                  <a:gd name="T2" fmla="*/ 8 w 8"/>
                  <a:gd name="T3" fmla="*/ 2 h 5"/>
                  <a:gd name="T4" fmla="*/ 1 w 8"/>
                  <a:gd name="T5" fmla="*/ 5 h 5"/>
                  <a:gd name="T6" fmla="*/ 7 w 8"/>
                  <a:gd name="T7" fmla="*/ 0 h 5"/>
                  <a:gd name="T8" fmla="*/ 7 w 8"/>
                  <a:gd name="T9" fmla="*/ 0 h 5"/>
                  <a:gd name="T10" fmla="*/ 7 w 8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5">
                    <a:moveTo>
                      <a:pt x="7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0" y="2"/>
                      <a:pt x="7" y="0"/>
                    </a:cubicBezTo>
                    <a:close/>
                    <a:moveTo>
                      <a:pt x="7" y="0"/>
                    </a:moveTo>
                    <a:cubicBezTo>
                      <a:pt x="7" y="0"/>
                      <a:pt x="7" y="0"/>
                      <a:pt x="7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8" name="îṥḷîdé"/>
              <p:cNvSpPr/>
              <p:nvPr/>
            </p:nvSpPr>
            <p:spPr bwMode="auto">
              <a:xfrm>
                <a:off x="3983038" y="3384550"/>
                <a:ext cx="26988" cy="15875"/>
              </a:xfrm>
              <a:custGeom>
                <a:avLst/>
                <a:gdLst>
                  <a:gd name="T0" fmla="*/ 1 w 8"/>
                  <a:gd name="T1" fmla="*/ 0 h 5"/>
                  <a:gd name="T2" fmla="*/ 0 w 8"/>
                  <a:gd name="T3" fmla="*/ 2 h 5"/>
                  <a:gd name="T4" fmla="*/ 7 w 8"/>
                  <a:gd name="T5" fmla="*/ 5 h 5"/>
                  <a:gd name="T6" fmla="*/ 1 w 8"/>
                  <a:gd name="T7" fmla="*/ 0 h 5"/>
                  <a:gd name="T8" fmla="*/ 1 w 8"/>
                  <a:gd name="T9" fmla="*/ 0 h 5"/>
                  <a:gd name="T10" fmla="*/ 1 w 8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5">
                    <a:moveTo>
                      <a:pt x="1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7" y="5"/>
                      <a:pt x="7" y="5"/>
                      <a:pt x="7" y="5"/>
                    </a:cubicBezTo>
                    <a:cubicBezTo>
                      <a:pt x="7" y="5"/>
                      <a:pt x="8" y="2"/>
                      <a:pt x="1" y="0"/>
                    </a:cubicBezTo>
                    <a:close/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9" name="isḷîḋé"/>
              <p:cNvSpPr/>
              <p:nvPr/>
            </p:nvSpPr>
            <p:spPr bwMode="auto">
              <a:xfrm>
                <a:off x="3884613" y="3384550"/>
                <a:ext cx="26988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0" name="iśḷïḑè"/>
              <p:cNvSpPr/>
              <p:nvPr/>
            </p:nvSpPr>
            <p:spPr bwMode="auto">
              <a:xfrm>
                <a:off x="3917951" y="3384550"/>
                <a:ext cx="25400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1" name="iṧľiďé"/>
              <p:cNvSpPr/>
              <p:nvPr/>
            </p:nvSpPr>
            <p:spPr bwMode="auto">
              <a:xfrm>
                <a:off x="3951288" y="3384550"/>
                <a:ext cx="25400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2" name="išľïḍé"/>
              <p:cNvSpPr/>
              <p:nvPr/>
            </p:nvSpPr>
            <p:spPr bwMode="auto">
              <a:xfrm>
                <a:off x="3771901" y="3484563"/>
                <a:ext cx="7938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3" name="îŝlîḑè"/>
              <p:cNvSpPr/>
              <p:nvPr/>
            </p:nvSpPr>
            <p:spPr bwMode="auto">
              <a:xfrm>
                <a:off x="3786188" y="3484563"/>
                <a:ext cx="46038" cy="60325"/>
              </a:xfrm>
              <a:custGeom>
                <a:avLst/>
                <a:gdLst>
                  <a:gd name="T0" fmla="*/ 8 w 29"/>
                  <a:gd name="T1" fmla="*/ 0 h 38"/>
                  <a:gd name="T2" fmla="*/ 20 w 29"/>
                  <a:gd name="T3" fmla="*/ 0 h 38"/>
                  <a:gd name="T4" fmla="*/ 29 w 29"/>
                  <a:gd name="T5" fmla="*/ 8 h 38"/>
                  <a:gd name="T6" fmla="*/ 29 w 29"/>
                  <a:gd name="T7" fmla="*/ 38 h 38"/>
                  <a:gd name="T8" fmla="*/ 0 w 29"/>
                  <a:gd name="T9" fmla="*/ 38 h 38"/>
                  <a:gd name="T10" fmla="*/ 0 w 29"/>
                  <a:gd name="T11" fmla="*/ 8 h 38"/>
                  <a:gd name="T12" fmla="*/ 8 w 29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8">
                    <a:moveTo>
                      <a:pt x="8" y="0"/>
                    </a:moveTo>
                    <a:lnTo>
                      <a:pt x="20" y="0"/>
                    </a:lnTo>
                    <a:lnTo>
                      <a:pt x="29" y="8"/>
                    </a:lnTo>
                    <a:lnTo>
                      <a:pt x="29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4" name="îṩḻíḓe"/>
              <p:cNvSpPr/>
              <p:nvPr/>
            </p:nvSpPr>
            <p:spPr bwMode="auto">
              <a:xfrm>
                <a:off x="3994151" y="3484563"/>
                <a:ext cx="46038" cy="60325"/>
              </a:xfrm>
              <a:custGeom>
                <a:avLst/>
                <a:gdLst>
                  <a:gd name="T0" fmla="*/ 8 w 29"/>
                  <a:gd name="T1" fmla="*/ 0 h 38"/>
                  <a:gd name="T2" fmla="*/ 18 w 29"/>
                  <a:gd name="T3" fmla="*/ 0 h 38"/>
                  <a:gd name="T4" fmla="*/ 29 w 29"/>
                  <a:gd name="T5" fmla="*/ 8 h 38"/>
                  <a:gd name="T6" fmla="*/ 29 w 29"/>
                  <a:gd name="T7" fmla="*/ 38 h 38"/>
                  <a:gd name="T8" fmla="*/ 0 w 29"/>
                  <a:gd name="T9" fmla="*/ 38 h 38"/>
                  <a:gd name="T10" fmla="*/ 0 w 29"/>
                  <a:gd name="T11" fmla="*/ 8 h 38"/>
                  <a:gd name="T12" fmla="*/ 8 w 29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8">
                    <a:moveTo>
                      <a:pt x="8" y="0"/>
                    </a:moveTo>
                    <a:lnTo>
                      <a:pt x="18" y="0"/>
                    </a:lnTo>
                    <a:lnTo>
                      <a:pt x="29" y="8"/>
                    </a:lnTo>
                    <a:lnTo>
                      <a:pt x="29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5" name="î$1îdè"/>
              <p:cNvSpPr/>
              <p:nvPr/>
            </p:nvSpPr>
            <p:spPr bwMode="auto">
              <a:xfrm>
                <a:off x="3851276" y="3484563"/>
                <a:ext cx="122238" cy="60325"/>
              </a:xfrm>
              <a:custGeom>
                <a:avLst/>
                <a:gdLst>
                  <a:gd name="T0" fmla="*/ 9 w 77"/>
                  <a:gd name="T1" fmla="*/ 0 h 38"/>
                  <a:gd name="T2" fmla="*/ 69 w 77"/>
                  <a:gd name="T3" fmla="*/ 0 h 38"/>
                  <a:gd name="T4" fmla="*/ 77 w 77"/>
                  <a:gd name="T5" fmla="*/ 8 h 38"/>
                  <a:gd name="T6" fmla="*/ 77 w 77"/>
                  <a:gd name="T7" fmla="*/ 38 h 38"/>
                  <a:gd name="T8" fmla="*/ 0 w 77"/>
                  <a:gd name="T9" fmla="*/ 38 h 38"/>
                  <a:gd name="T10" fmla="*/ 0 w 77"/>
                  <a:gd name="T11" fmla="*/ 8 h 38"/>
                  <a:gd name="T12" fmla="*/ 9 w 77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7" h="38">
                    <a:moveTo>
                      <a:pt x="9" y="0"/>
                    </a:moveTo>
                    <a:lnTo>
                      <a:pt x="69" y="0"/>
                    </a:lnTo>
                    <a:lnTo>
                      <a:pt x="77" y="8"/>
                    </a:lnTo>
                    <a:lnTo>
                      <a:pt x="77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6" name="iśľïḓe"/>
              <p:cNvSpPr/>
              <p:nvPr/>
            </p:nvSpPr>
            <p:spPr bwMode="auto">
              <a:xfrm>
                <a:off x="4046538" y="3484563"/>
                <a:ext cx="6350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7" name="iṣļïḑè"/>
              <p:cNvSpPr/>
              <p:nvPr/>
            </p:nvSpPr>
            <p:spPr bwMode="auto">
              <a:xfrm>
                <a:off x="3838576" y="3484563"/>
                <a:ext cx="6350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8" name="iṡḷidé"/>
              <p:cNvSpPr/>
              <p:nvPr/>
            </p:nvSpPr>
            <p:spPr bwMode="auto">
              <a:xfrm>
                <a:off x="3979863" y="3484563"/>
                <a:ext cx="3175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9" name="íṡḷíḋe"/>
              <p:cNvSpPr/>
              <p:nvPr/>
            </p:nvSpPr>
            <p:spPr bwMode="auto">
              <a:xfrm>
                <a:off x="3811588" y="3551238"/>
                <a:ext cx="20478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0" name="íŝ1iḑê"/>
              <p:cNvSpPr/>
              <p:nvPr/>
            </p:nvSpPr>
            <p:spPr bwMode="auto">
              <a:xfrm>
                <a:off x="3805238" y="3557588"/>
                <a:ext cx="214313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1" name="îṩḷiḑe"/>
              <p:cNvSpPr/>
              <p:nvPr/>
            </p:nvSpPr>
            <p:spPr bwMode="auto">
              <a:xfrm>
                <a:off x="3802063" y="3567113"/>
                <a:ext cx="220663" cy="1588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2" name="iṧḻiḑê"/>
              <p:cNvSpPr/>
              <p:nvPr/>
            </p:nvSpPr>
            <p:spPr bwMode="auto">
              <a:xfrm>
                <a:off x="3802063" y="3570288"/>
                <a:ext cx="22383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3" name="ïṣḻîḋè"/>
              <p:cNvSpPr/>
              <p:nvPr/>
            </p:nvSpPr>
            <p:spPr bwMode="auto">
              <a:xfrm>
                <a:off x="3795713" y="3581400"/>
                <a:ext cx="234950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4" name="îṡ1îḍé"/>
              <p:cNvSpPr/>
              <p:nvPr/>
            </p:nvSpPr>
            <p:spPr bwMode="auto">
              <a:xfrm>
                <a:off x="3633788" y="3587750"/>
                <a:ext cx="560388" cy="6350"/>
              </a:xfrm>
              <a:custGeom>
                <a:avLst/>
                <a:gdLst>
                  <a:gd name="T0" fmla="*/ 0 w 353"/>
                  <a:gd name="T1" fmla="*/ 0 h 4"/>
                  <a:gd name="T2" fmla="*/ 353 w 353"/>
                  <a:gd name="T3" fmla="*/ 0 h 4"/>
                  <a:gd name="T4" fmla="*/ 351 w 353"/>
                  <a:gd name="T5" fmla="*/ 4 h 4"/>
                  <a:gd name="T6" fmla="*/ 2 w 353"/>
                  <a:gd name="T7" fmla="*/ 4 h 4"/>
                  <a:gd name="T8" fmla="*/ 0 w 353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3" h="4">
                    <a:moveTo>
                      <a:pt x="0" y="0"/>
                    </a:moveTo>
                    <a:lnTo>
                      <a:pt x="353" y="0"/>
                    </a:lnTo>
                    <a:lnTo>
                      <a:pt x="351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5" name="îš1íḑe"/>
              <p:cNvSpPr/>
              <p:nvPr/>
            </p:nvSpPr>
            <p:spPr bwMode="auto">
              <a:xfrm>
                <a:off x="3640138" y="3600450"/>
                <a:ext cx="547688" cy="6350"/>
              </a:xfrm>
              <a:custGeom>
                <a:avLst/>
                <a:gdLst>
                  <a:gd name="T0" fmla="*/ 0 w 345"/>
                  <a:gd name="T1" fmla="*/ 0 h 4"/>
                  <a:gd name="T2" fmla="*/ 345 w 345"/>
                  <a:gd name="T3" fmla="*/ 0 h 4"/>
                  <a:gd name="T4" fmla="*/ 343 w 345"/>
                  <a:gd name="T5" fmla="*/ 4 h 4"/>
                  <a:gd name="T6" fmla="*/ 2 w 345"/>
                  <a:gd name="T7" fmla="*/ 4 h 4"/>
                  <a:gd name="T8" fmla="*/ 0 w 345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5" h="4">
                    <a:moveTo>
                      <a:pt x="0" y="0"/>
                    </a:moveTo>
                    <a:lnTo>
                      <a:pt x="345" y="0"/>
                    </a:lnTo>
                    <a:lnTo>
                      <a:pt x="343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6" name="iš1ïḍe"/>
              <p:cNvSpPr/>
              <p:nvPr/>
            </p:nvSpPr>
            <p:spPr bwMode="auto">
              <a:xfrm>
                <a:off x="3736976" y="3406775"/>
                <a:ext cx="352425" cy="4763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7" name="îSḻîde"/>
              <p:cNvSpPr/>
              <p:nvPr/>
            </p:nvSpPr>
            <p:spPr bwMode="auto">
              <a:xfrm>
                <a:off x="3746501" y="3417888"/>
                <a:ext cx="3333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" name="î$ḻîḑé"/>
              <p:cNvSpPr/>
              <p:nvPr/>
            </p:nvSpPr>
            <p:spPr bwMode="auto">
              <a:xfrm>
                <a:off x="3805238" y="3417888"/>
                <a:ext cx="211138" cy="1588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" name="íŝļïḓe"/>
              <p:cNvSpPr/>
              <p:nvPr/>
            </p:nvSpPr>
            <p:spPr bwMode="auto">
              <a:xfrm>
                <a:off x="3811588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" name="îS1iḍé"/>
              <p:cNvSpPr/>
              <p:nvPr/>
            </p:nvSpPr>
            <p:spPr bwMode="auto">
              <a:xfrm>
                <a:off x="3802063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" name="išlïdé"/>
              <p:cNvSpPr/>
              <p:nvPr/>
            </p:nvSpPr>
            <p:spPr bwMode="auto">
              <a:xfrm>
                <a:off x="3789363" y="3421063"/>
                <a:ext cx="6350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" name="ïSlïde"/>
              <p:cNvSpPr/>
              <p:nvPr/>
            </p:nvSpPr>
            <p:spPr bwMode="auto">
              <a:xfrm>
                <a:off x="3822701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" name="îşľïďe"/>
              <p:cNvSpPr/>
              <p:nvPr/>
            </p:nvSpPr>
            <p:spPr bwMode="auto">
              <a:xfrm>
                <a:off x="3832226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" name="ïşľíďê"/>
              <p:cNvSpPr/>
              <p:nvPr/>
            </p:nvSpPr>
            <p:spPr bwMode="auto">
              <a:xfrm>
                <a:off x="38449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" name="íś1ïdè"/>
              <p:cNvSpPr/>
              <p:nvPr/>
            </p:nvSpPr>
            <p:spPr bwMode="auto">
              <a:xfrm>
                <a:off x="3854451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6" name="iṩḷiḍe"/>
              <p:cNvSpPr/>
              <p:nvPr/>
            </p:nvSpPr>
            <p:spPr bwMode="auto">
              <a:xfrm>
                <a:off x="3865563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7" name="ïŝ1iďè"/>
              <p:cNvSpPr/>
              <p:nvPr/>
            </p:nvSpPr>
            <p:spPr bwMode="auto">
              <a:xfrm>
                <a:off x="3878263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8" name="íṩļíḋê"/>
              <p:cNvSpPr/>
              <p:nvPr/>
            </p:nvSpPr>
            <p:spPr bwMode="auto">
              <a:xfrm>
                <a:off x="3887788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9" name="ïṧ1ïdè"/>
              <p:cNvSpPr/>
              <p:nvPr/>
            </p:nvSpPr>
            <p:spPr bwMode="auto">
              <a:xfrm>
                <a:off x="3897313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0" name="íŝḻîḍé"/>
              <p:cNvSpPr/>
              <p:nvPr/>
            </p:nvSpPr>
            <p:spPr bwMode="auto">
              <a:xfrm>
                <a:off x="3908426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1" name="îşḻïḓé"/>
              <p:cNvSpPr/>
              <p:nvPr/>
            </p:nvSpPr>
            <p:spPr bwMode="auto">
              <a:xfrm>
                <a:off x="39211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2" name="íśļíďè"/>
              <p:cNvSpPr/>
              <p:nvPr/>
            </p:nvSpPr>
            <p:spPr bwMode="auto">
              <a:xfrm>
                <a:off x="3930651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3" name="iŝ1ïdé"/>
              <p:cNvSpPr/>
              <p:nvPr/>
            </p:nvSpPr>
            <p:spPr bwMode="auto">
              <a:xfrm>
                <a:off x="3940176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4" name="is1ídè"/>
              <p:cNvSpPr/>
              <p:nvPr/>
            </p:nvSpPr>
            <p:spPr bwMode="auto">
              <a:xfrm>
                <a:off x="3951288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2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5" name="islíďê"/>
              <p:cNvSpPr/>
              <p:nvPr/>
            </p:nvSpPr>
            <p:spPr bwMode="auto">
              <a:xfrm>
                <a:off x="3963988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6" name="iṩlíḑê"/>
              <p:cNvSpPr/>
              <p:nvPr/>
            </p:nvSpPr>
            <p:spPr bwMode="auto">
              <a:xfrm>
                <a:off x="3973513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7" name="îṥḷïďê"/>
              <p:cNvSpPr/>
              <p:nvPr/>
            </p:nvSpPr>
            <p:spPr bwMode="auto">
              <a:xfrm>
                <a:off x="3983038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8" name="íṥḻïďè"/>
              <p:cNvSpPr/>
              <p:nvPr/>
            </p:nvSpPr>
            <p:spPr bwMode="auto">
              <a:xfrm>
                <a:off x="39973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9" name="íṡḷíḍè"/>
              <p:cNvSpPr/>
              <p:nvPr/>
            </p:nvSpPr>
            <p:spPr bwMode="auto">
              <a:xfrm>
                <a:off x="4006851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0" name="î$ḷîḑé"/>
              <p:cNvSpPr/>
              <p:nvPr/>
            </p:nvSpPr>
            <p:spPr bwMode="auto">
              <a:xfrm>
                <a:off x="4016376" y="3421063"/>
                <a:ext cx="6350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1" name="í$ľîdè"/>
              <p:cNvSpPr/>
              <p:nvPr/>
            </p:nvSpPr>
            <p:spPr bwMode="auto">
              <a:xfrm>
                <a:off x="4025901" y="3421063"/>
                <a:ext cx="7938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2" name="iṥ1iḍè"/>
              <p:cNvSpPr/>
              <p:nvPr/>
            </p:nvSpPr>
            <p:spPr bwMode="auto">
              <a:xfrm>
                <a:off x="4040188" y="3417888"/>
                <a:ext cx="3968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3" name="ïslidé"/>
              <p:cNvSpPr/>
              <p:nvPr/>
            </p:nvSpPr>
            <p:spPr bwMode="auto">
              <a:xfrm>
                <a:off x="3679826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4" name="íṡlïďè"/>
              <p:cNvSpPr/>
              <p:nvPr/>
            </p:nvSpPr>
            <p:spPr bwMode="auto">
              <a:xfrm>
                <a:off x="3884613" y="3490913"/>
                <a:ext cx="55563" cy="53975"/>
              </a:xfrm>
              <a:custGeom>
                <a:avLst/>
                <a:gdLst>
                  <a:gd name="T0" fmla="*/ 0 w 35"/>
                  <a:gd name="T1" fmla="*/ 0 h 34"/>
                  <a:gd name="T2" fmla="*/ 35 w 35"/>
                  <a:gd name="T3" fmla="*/ 0 h 34"/>
                  <a:gd name="T4" fmla="*/ 35 w 35"/>
                  <a:gd name="T5" fmla="*/ 34 h 34"/>
                  <a:gd name="T6" fmla="*/ 0 w 35"/>
                  <a:gd name="T7" fmla="*/ 34 h 34"/>
                  <a:gd name="T8" fmla="*/ 0 w 35"/>
                  <a:gd name="T9" fmla="*/ 0 h 34"/>
                  <a:gd name="T10" fmla="*/ 0 w 35"/>
                  <a:gd name="T11" fmla="*/ 0 h 34"/>
                  <a:gd name="T12" fmla="*/ 4 w 35"/>
                  <a:gd name="T13" fmla="*/ 8 h 34"/>
                  <a:gd name="T14" fmla="*/ 4 w 35"/>
                  <a:gd name="T15" fmla="*/ 27 h 34"/>
                  <a:gd name="T16" fmla="*/ 8 w 35"/>
                  <a:gd name="T17" fmla="*/ 27 h 34"/>
                  <a:gd name="T18" fmla="*/ 8 w 35"/>
                  <a:gd name="T19" fmla="*/ 8 h 34"/>
                  <a:gd name="T20" fmla="*/ 4 w 35"/>
                  <a:gd name="T21" fmla="*/ 8 h 34"/>
                  <a:gd name="T22" fmla="*/ 4 w 35"/>
                  <a:gd name="T23" fmla="*/ 8 h 34"/>
                  <a:gd name="T24" fmla="*/ 29 w 35"/>
                  <a:gd name="T25" fmla="*/ 8 h 34"/>
                  <a:gd name="T26" fmla="*/ 29 w 35"/>
                  <a:gd name="T27" fmla="*/ 27 h 34"/>
                  <a:gd name="T28" fmla="*/ 31 w 35"/>
                  <a:gd name="T29" fmla="*/ 27 h 34"/>
                  <a:gd name="T30" fmla="*/ 31 w 35"/>
                  <a:gd name="T31" fmla="*/ 8 h 34"/>
                  <a:gd name="T32" fmla="*/ 29 w 35"/>
                  <a:gd name="T33" fmla="*/ 8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5" h="34">
                    <a:moveTo>
                      <a:pt x="0" y="0"/>
                    </a:moveTo>
                    <a:lnTo>
                      <a:pt x="35" y="0"/>
                    </a:lnTo>
                    <a:lnTo>
                      <a:pt x="35" y="34"/>
                    </a:lnTo>
                    <a:lnTo>
                      <a:pt x="0" y="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4" y="8"/>
                    </a:moveTo>
                    <a:lnTo>
                      <a:pt x="4" y="27"/>
                    </a:lnTo>
                    <a:lnTo>
                      <a:pt x="8" y="27"/>
                    </a:lnTo>
                    <a:lnTo>
                      <a:pt x="8" y="8"/>
                    </a:lnTo>
                    <a:lnTo>
                      <a:pt x="4" y="8"/>
                    </a:lnTo>
                    <a:lnTo>
                      <a:pt x="4" y="8"/>
                    </a:lnTo>
                    <a:close/>
                    <a:moveTo>
                      <a:pt x="29" y="8"/>
                    </a:moveTo>
                    <a:lnTo>
                      <a:pt x="29" y="27"/>
                    </a:lnTo>
                    <a:lnTo>
                      <a:pt x="31" y="27"/>
                    </a:lnTo>
                    <a:lnTo>
                      <a:pt x="31" y="8"/>
                    </a:lnTo>
                    <a:lnTo>
                      <a:pt x="29" y="8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5" name="iṧ1ïḓè"/>
              <p:cNvSpPr/>
              <p:nvPr/>
            </p:nvSpPr>
            <p:spPr bwMode="auto">
              <a:xfrm>
                <a:off x="3551238" y="3067050"/>
                <a:ext cx="722313" cy="727075"/>
              </a:xfrm>
              <a:custGeom>
                <a:avLst/>
                <a:gdLst>
                  <a:gd name="T0" fmla="*/ 109 w 219"/>
                  <a:gd name="T1" fmla="*/ 0 h 218"/>
                  <a:gd name="T2" fmla="*/ 219 w 219"/>
                  <a:gd name="T3" fmla="*/ 109 h 218"/>
                  <a:gd name="T4" fmla="*/ 109 w 219"/>
                  <a:gd name="T5" fmla="*/ 218 h 218"/>
                  <a:gd name="T6" fmla="*/ 0 w 219"/>
                  <a:gd name="T7" fmla="*/ 109 h 218"/>
                  <a:gd name="T8" fmla="*/ 109 w 219"/>
                  <a:gd name="T9" fmla="*/ 0 h 218"/>
                  <a:gd name="T10" fmla="*/ 109 w 219"/>
                  <a:gd name="T11" fmla="*/ 3 h 218"/>
                  <a:gd name="T12" fmla="*/ 4 w 219"/>
                  <a:gd name="T13" fmla="*/ 109 h 218"/>
                  <a:gd name="T14" fmla="*/ 109 w 219"/>
                  <a:gd name="T15" fmla="*/ 215 h 218"/>
                  <a:gd name="T16" fmla="*/ 215 w 219"/>
                  <a:gd name="T17" fmla="*/ 109 h 218"/>
                  <a:gd name="T18" fmla="*/ 109 w 219"/>
                  <a:gd name="T19" fmla="*/ 3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9" h="218">
                    <a:moveTo>
                      <a:pt x="109" y="0"/>
                    </a:moveTo>
                    <a:cubicBezTo>
                      <a:pt x="170" y="0"/>
                      <a:pt x="219" y="49"/>
                      <a:pt x="219" y="109"/>
                    </a:cubicBezTo>
                    <a:cubicBezTo>
                      <a:pt x="219" y="169"/>
                      <a:pt x="170" y="218"/>
                      <a:pt x="109" y="218"/>
                    </a:cubicBezTo>
                    <a:cubicBezTo>
                      <a:pt x="49" y="218"/>
                      <a:pt x="0" y="169"/>
                      <a:pt x="0" y="109"/>
                    </a:cubicBezTo>
                    <a:cubicBezTo>
                      <a:pt x="0" y="49"/>
                      <a:pt x="49" y="0"/>
                      <a:pt x="109" y="0"/>
                    </a:cubicBezTo>
                    <a:close/>
                    <a:moveTo>
                      <a:pt x="109" y="3"/>
                    </a:moveTo>
                    <a:cubicBezTo>
                      <a:pt x="51" y="3"/>
                      <a:pt x="4" y="51"/>
                      <a:pt x="4" y="109"/>
                    </a:cubicBezTo>
                    <a:cubicBezTo>
                      <a:pt x="4" y="167"/>
                      <a:pt x="51" y="215"/>
                      <a:pt x="109" y="215"/>
                    </a:cubicBezTo>
                    <a:cubicBezTo>
                      <a:pt x="168" y="215"/>
                      <a:pt x="215" y="167"/>
                      <a:pt x="215" y="109"/>
                    </a:cubicBezTo>
                    <a:cubicBezTo>
                      <a:pt x="215" y="51"/>
                      <a:pt x="168" y="3"/>
                      <a:pt x="109" y="3"/>
                    </a:cubicBez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47" name="íşḷïḑe"/>
            <p:cNvGrpSpPr/>
            <p:nvPr userDrawn="1"/>
          </p:nvGrpSpPr>
          <p:grpSpPr>
            <a:xfrm>
              <a:off x="4894762" y="471192"/>
              <a:ext cx="4437911" cy="1614111"/>
              <a:chOff x="4412452" y="3106738"/>
              <a:chExt cx="2312689" cy="841148"/>
            </a:xfrm>
          </p:grpSpPr>
          <p:grpSp>
            <p:nvGrpSpPr>
              <p:cNvPr id="248" name="îṥľíḑé"/>
              <p:cNvGrpSpPr/>
              <p:nvPr/>
            </p:nvGrpSpPr>
            <p:grpSpPr>
              <a:xfrm>
                <a:off x="4422776" y="3106738"/>
                <a:ext cx="2293937" cy="617538"/>
                <a:chOff x="4422776" y="3106738"/>
                <a:chExt cx="2293937" cy="617538"/>
              </a:xfrm>
            </p:grpSpPr>
            <p:sp>
              <p:nvSpPr>
                <p:cNvPr id="265" name="išḻiḑé"/>
                <p:cNvSpPr/>
                <p:nvPr/>
              </p:nvSpPr>
              <p:spPr bwMode="auto">
                <a:xfrm>
                  <a:off x="4811713" y="3200400"/>
                  <a:ext cx="49213" cy="100013"/>
                </a:xfrm>
                <a:custGeom>
                  <a:avLst/>
                  <a:gdLst>
                    <a:gd name="T0" fmla="*/ 0 w 15"/>
                    <a:gd name="T1" fmla="*/ 1 h 30"/>
                    <a:gd name="T2" fmla="*/ 1 w 15"/>
                    <a:gd name="T3" fmla="*/ 12 h 30"/>
                    <a:gd name="T4" fmla="*/ 0 w 15"/>
                    <a:gd name="T5" fmla="*/ 21 h 30"/>
                    <a:gd name="T6" fmla="*/ 2 w 15"/>
                    <a:gd name="T7" fmla="*/ 28 h 30"/>
                    <a:gd name="T8" fmla="*/ 7 w 15"/>
                    <a:gd name="T9" fmla="*/ 30 h 30"/>
                    <a:gd name="T10" fmla="*/ 12 w 15"/>
                    <a:gd name="T11" fmla="*/ 26 h 30"/>
                    <a:gd name="T12" fmla="*/ 15 w 15"/>
                    <a:gd name="T13" fmla="*/ 18 h 30"/>
                    <a:gd name="T14" fmla="*/ 3 w 15"/>
                    <a:gd name="T15" fmla="*/ 0 h 30"/>
                    <a:gd name="T16" fmla="*/ 0 w 15"/>
                    <a:gd name="T17" fmla="*/ 1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30">
                      <a:moveTo>
                        <a:pt x="0" y="1"/>
                      </a:moveTo>
                      <a:cubicBezTo>
                        <a:pt x="1" y="12"/>
                        <a:pt x="1" y="12"/>
                        <a:pt x="1" y="12"/>
                      </a:cubicBezTo>
                      <a:cubicBezTo>
                        <a:pt x="1" y="13"/>
                        <a:pt x="0" y="18"/>
                        <a:pt x="0" y="21"/>
                      </a:cubicBezTo>
                      <a:cubicBezTo>
                        <a:pt x="0" y="24"/>
                        <a:pt x="2" y="25"/>
                        <a:pt x="2" y="28"/>
                      </a:cubicBezTo>
                      <a:cubicBezTo>
                        <a:pt x="7" y="30"/>
                        <a:pt x="7" y="30"/>
                        <a:pt x="7" y="30"/>
                      </a:cubicBezTo>
                      <a:cubicBezTo>
                        <a:pt x="9" y="27"/>
                        <a:pt x="10" y="29"/>
                        <a:pt x="12" y="26"/>
                      </a:cubicBezTo>
                      <a:cubicBezTo>
                        <a:pt x="14" y="23"/>
                        <a:pt x="14" y="21"/>
                        <a:pt x="15" y="18"/>
                      </a:cubicBezTo>
                      <a:cubicBezTo>
                        <a:pt x="12" y="7"/>
                        <a:pt x="13" y="5"/>
                        <a:pt x="3" y="0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6" name="íṥľíďè"/>
                <p:cNvSpPr/>
                <p:nvPr/>
              </p:nvSpPr>
              <p:spPr bwMode="auto">
                <a:xfrm>
                  <a:off x="5221288" y="3184525"/>
                  <a:ext cx="36513" cy="122238"/>
                </a:xfrm>
                <a:custGeom>
                  <a:avLst/>
                  <a:gdLst>
                    <a:gd name="T0" fmla="*/ 0 w 11"/>
                    <a:gd name="T1" fmla="*/ 3 h 37"/>
                    <a:gd name="T2" fmla="*/ 2 w 11"/>
                    <a:gd name="T3" fmla="*/ 14 h 37"/>
                    <a:gd name="T4" fmla="*/ 0 w 11"/>
                    <a:gd name="T5" fmla="*/ 33 h 37"/>
                    <a:gd name="T6" fmla="*/ 0 w 11"/>
                    <a:gd name="T7" fmla="*/ 36 h 37"/>
                    <a:gd name="T8" fmla="*/ 2 w 11"/>
                    <a:gd name="T9" fmla="*/ 37 h 37"/>
                    <a:gd name="T10" fmla="*/ 8 w 11"/>
                    <a:gd name="T11" fmla="*/ 27 h 37"/>
                    <a:gd name="T12" fmla="*/ 11 w 11"/>
                    <a:gd name="T13" fmla="*/ 17 h 37"/>
                    <a:gd name="T14" fmla="*/ 11 w 11"/>
                    <a:gd name="T15" fmla="*/ 15 h 37"/>
                    <a:gd name="T16" fmla="*/ 7 w 11"/>
                    <a:gd name="T17" fmla="*/ 2 h 37"/>
                    <a:gd name="T18" fmla="*/ 2 w 11"/>
                    <a:gd name="T19" fmla="*/ 0 h 37"/>
                    <a:gd name="T20" fmla="*/ 0 w 11"/>
                    <a:gd name="T21" fmla="*/ 3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1" h="37">
                      <a:moveTo>
                        <a:pt x="0" y="3"/>
                      </a:moveTo>
                      <a:cubicBezTo>
                        <a:pt x="2" y="14"/>
                        <a:pt x="2" y="14"/>
                        <a:pt x="2" y="14"/>
                      </a:cubicBezTo>
                      <a:cubicBezTo>
                        <a:pt x="2" y="19"/>
                        <a:pt x="0" y="27"/>
                        <a:pt x="0" y="33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2" y="36"/>
                        <a:pt x="1" y="37"/>
                        <a:pt x="2" y="37"/>
                      </a:cubicBezTo>
                      <a:cubicBezTo>
                        <a:pt x="3" y="37"/>
                        <a:pt x="7" y="28"/>
                        <a:pt x="8" y="27"/>
                      </a:cubicBezTo>
                      <a:cubicBezTo>
                        <a:pt x="9" y="24"/>
                        <a:pt x="11" y="21"/>
                        <a:pt x="11" y="17"/>
                      </a:cubicBezTo>
                      <a:cubicBezTo>
                        <a:pt x="11" y="15"/>
                        <a:pt x="11" y="15"/>
                        <a:pt x="11" y="15"/>
                      </a:cubicBezTo>
                      <a:cubicBezTo>
                        <a:pt x="11" y="7"/>
                        <a:pt x="8" y="7"/>
                        <a:pt x="7" y="2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1"/>
                        <a:pt x="0" y="1"/>
                        <a:pt x="0" y="3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7" name="íś1iḑe"/>
                <p:cNvSpPr/>
                <p:nvPr/>
              </p:nvSpPr>
              <p:spPr bwMode="auto">
                <a:xfrm>
                  <a:off x="4554538" y="3251200"/>
                  <a:ext cx="119063" cy="58738"/>
                </a:xfrm>
                <a:custGeom>
                  <a:avLst/>
                  <a:gdLst>
                    <a:gd name="T0" fmla="*/ 0 w 36"/>
                    <a:gd name="T1" fmla="*/ 15 h 18"/>
                    <a:gd name="T2" fmla="*/ 2 w 36"/>
                    <a:gd name="T3" fmla="*/ 16 h 18"/>
                    <a:gd name="T4" fmla="*/ 13 w 36"/>
                    <a:gd name="T5" fmla="*/ 18 h 18"/>
                    <a:gd name="T6" fmla="*/ 16 w 36"/>
                    <a:gd name="T7" fmla="*/ 18 h 18"/>
                    <a:gd name="T8" fmla="*/ 22 w 36"/>
                    <a:gd name="T9" fmla="*/ 17 h 18"/>
                    <a:gd name="T10" fmla="*/ 23 w 36"/>
                    <a:gd name="T11" fmla="*/ 17 h 18"/>
                    <a:gd name="T12" fmla="*/ 30 w 36"/>
                    <a:gd name="T13" fmla="*/ 13 h 18"/>
                    <a:gd name="T14" fmla="*/ 36 w 36"/>
                    <a:gd name="T15" fmla="*/ 8 h 18"/>
                    <a:gd name="T16" fmla="*/ 36 w 36"/>
                    <a:gd name="T17" fmla="*/ 7 h 18"/>
                    <a:gd name="T18" fmla="*/ 36 w 36"/>
                    <a:gd name="T19" fmla="*/ 4 h 18"/>
                    <a:gd name="T20" fmla="*/ 32 w 36"/>
                    <a:gd name="T21" fmla="*/ 0 h 18"/>
                    <a:gd name="T22" fmla="*/ 24 w 36"/>
                    <a:gd name="T23" fmla="*/ 3 h 18"/>
                    <a:gd name="T24" fmla="*/ 16 w 36"/>
                    <a:gd name="T25" fmla="*/ 7 h 18"/>
                    <a:gd name="T26" fmla="*/ 0 w 36"/>
                    <a:gd name="T27" fmla="*/ 15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6" h="18">
                      <a:moveTo>
                        <a:pt x="0" y="15"/>
                      </a:moveTo>
                      <a:cubicBezTo>
                        <a:pt x="1" y="16"/>
                        <a:pt x="1" y="16"/>
                        <a:pt x="2" y="16"/>
                      </a:cubicBezTo>
                      <a:cubicBezTo>
                        <a:pt x="6" y="16"/>
                        <a:pt x="9" y="18"/>
                        <a:pt x="13" y="18"/>
                      </a:cubicBezTo>
                      <a:cubicBezTo>
                        <a:pt x="16" y="18"/>
                        <a:pt x="16" y="18"/>
                        <a:pt x="16" y="18"/>
                      </a:cubicBezTo>
                      <a:cubicBezTo>
                        <a:pt x="22" y="17"/>
                        <a:pt x="22" y="17"/>
                        <a:pt x="22" y="17"/>
                      </a:cubicBezTo>
                      <a:cubicBezTo>
                        <a:pt x="23" y="17"/>
                        <a:pt x="23" y="17"/>
                        <a:pt x="23" y="17"/>
                      </a:cubicBezTo>
                      <a:cubicBezTo>
                        <a:pt x="26" y="16"/>
                        <a:pt x="28" y="14"/>
                        <a:pt x="30" y="13"/>
                      </a:cubicBezTo>
                      <a:cubicBezTo>
                        <a:pt x="34" y="11"/>
                        <a:pt x="33" y="10"/>
                        <a:pt x="36" y="8"/>
                      </a:cubicBezTo>
                      <a:cubicBezTo>
                        <a:pt x="36" y="7"/>
                        <a:pt x="36" y="7"/>
                        <a:pt x="36" y="7"/>
                      </a:cubicBezTo>
                      <a:cubicBezTo>
                        <a:pt x="36" y="4"/>
                        <a:pt x="36" y="4"/>
                        <a:pt x="36" y="4"/>
                      </a:cubicBezTo>
                      <a:cubicBezTo>
                        <a:pt x="36" y="1"/>
                        <a:pt x="33" y="2"/>
                        <a:pt x="32" y="0"/>
                      </a:cubicBezTo>
                      <a:cubicBezTo>
                        <a:pt x="29" y="1"/>
                        <a:pt x="27" y="1"/>
                        <a:pt x="24" y="3"/>
                      </a:cubicBezTo>
                      <a:cubicBezTo>
                        <a:pt x="21" y="4"/>
                        <a:pt x="19" y="6"/>
                        <a:pt x="16" y="7"/>
                      </a:cubicBezTo>
                      <a:cubicBezTo>
                        <a:pt x="11" y="11"/>
                        <a:pt x="4" y="10"/>
                        <a:pt x="0" y="1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8" name="iṩ1iḋè"/>
                <p:cNvSpPr/>
                <p:nvPr/>
              </p:nvSpPr>
              <p:spPr bwMode="auto">
                <a:xfrm>
                  <a:off x="6359526" y="3263900"/>
                  <a:ext cx="93663" cy="139700"/>
                </a:xfrm>
                <a:custGeom>
                  <a:avLst/>
                  <a:gdLst>
                    <a:gd name="T0" fmla="*/ 15 w 28"/>
                    <a:gd name="T1" fmla="*/ 1 h 42"/>
                    <a:gd name="T2" fmla="*/ 6 w 28"/>
                    <a:gd name="T3" fmla="*/ 11 h 42"/>
                    <a:gd name="T4" fmla="*/ 6 w 28"/>
                    <a:gd name="T5" fmla="*/ 13 h 42"/>
                    <a:gd name="T6" fmla="*/ 5 w 28"/>
                    <a:gd name="T7" fmla="*/ 16 h 42"/>
                    <a:gd name="T8" fmla="*/ 6 w 28"/>
                    <a:gd name="T9" fmla="*/ 20 h 42"/>
                    <a:gd name="T10" fmla="*/ 6 w 28"/>
                    <a:gd name="T11" fmla="*/ 21 h 42"/>
                    <a:gd name="T12" fmla="*/ 0 w 28"/>
                    <a:gd name="T13" fmla="*/ 38 h 42"/>
                    <a:gd name="T14" fmla="*/ 0 w 28"/>
                    <a:gd name="T15" fmla="*/ 41 h 42"/>
                    <a:gd name="T16" fmla="*/ 3 w 28"/>
                    <a:gd name="T17" fmla="*/ 42 h 42"/>
                    <a:gd name="T18" fmla="*/ 9 w 28"/>
                    <a:gd name="T19" fmla="*/ 32 h 42"/>
                    <a:gd name="T20" fmla="*/ 12 w 28"/>
                    <a:gd name="T21" fmla="*/ 26 h 42"/>
                    <a:gd name="T22" fmla="*/ 14 w 28"/>
                    <a:gd name="T23" fmla="*/ 26 h 42"/>
                    <a:gd name="T24" fmla="*/ 20 w 28"/>
                    <a:gd name="T25" fmla="*/ 26 h 42"/>
                    <a:gd name="T26" fmla="*/ 28 w 28"/>
                    <a:gd name="T27" fmla="*/ 14 h 42"/>
                    <a:gd name="T28" fmla="*/ 28 w 28"/>
                    <a:gd name="T29" fmla="*/ 6 h 42"/>
                    <a:gd name="T30" fmla="*/ 28 w 28"/>
                    <a:gd name="T31" fmla="*/ 5 h 42"/>
                    <a:gd name="T32" fmla="*/ 27 w 28"/>
                    <a:gd name="T33" fmla="*/ 3 h 42"/>
                    <a:gd name="T34" fmla="*/ 26 w 28"/>
                    <a:gd name="T35" fmla="*/ 3 h 42"/>
                    <a:gd name="T36" fmla="*/ 24 w 28"/>
                    <a:gd name="T37" fmla="*/ 3 h 42"/>
                    <a:gd name="T38" fmla="*/ 23 w 28"/>
                    <a:gd name="T39" fmla="*/ 3 h 42"/>
                    <a:gd name="T40" fmla="*/ 20 w 28"/>
                    <a:gd name="T41" fmla="*/ 0 h 42"/>
                    <a:gd name="T42" fmla="*/ 15 w 28"/>
                    <a:gd name="T43" fmla="*/ 1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28" h="42">
                      <a:moveTo>
                        <a:pt x="15" y="1"/>
                      </a:moveTo>
                      <a:cubicBezTo>
                        <a:pt x="15" y="10"/>
                        <a:pt x="8" y="6"/>
                        <a:pt x="6" y="11"/>
                      </a:cubicBezTo>
                      <a:cubicBezTo>
                        <a:pt x="6" y="13"/>
                        <a:pt x="6" y="13"/>
                        <a:pt x="6" y="13"/>
                      </a:cubicBezTo>
                      <a:cubicBezTo>
                        <a:pt x="6" y="14"/>
                        <a:pt x="5" y="14"/>
                        <a:pt x="5" y="16"/>
                      </a:cubicBezTo>
                      <a:cubicBezTo>
                        <a:pt x="6" y="20"/>
                        <a:pt x="6" y="20"/>
                        <a:pt x="6" y="20"/>
                      </a:cubicBezTo>
                      <a:cubicBezTo>
                        <a:pt x="6" y="21"/>
                        <a:pt x="6" y="21"/>
                        <a:pt x="6" y="21"/>
                      </a:cubicBezTo>
                      <a:cubicBezTo>
                        <a:pt x="6" y="29"/>
                        <a:pt x="0" y="31"/>
                        <a:pt x="0" y="3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2" y="42"/>
                        <a:pt x="2" y="42"/>
                        <a:pt x="3" y="42"/>
                      </a:cubicBezTo>
                      <a:cubicBezTo>
                        <a:pt x="7" y="42"/>
                        <a:pt x="9" y="36"/>
                        <a:pt x="9" y="32"/>
                      </a:cubicBezTo>
                      <a:cubicBezTo>
                        <a:pt x="9" y="29"/>
                        <a:pt x="10" y="26"/>
                        <a:pt x="12" y="26"/>
                      </a:cubicBezTo>
                      <a:cubicBezTo>
                        <a:pt x="14" y="26"/>
                        <a:pt x="14" y="26"/>
                        <a:pt x="14" y="26"/>
                      </a:cubicBezTo>
                      <a:cubicBezTo>
                        <a:pt x="20" y="26"/>
                        <a:pt x="20" y="26"/>
                        <a:pt x="20" y="26"/>
                      </a:cubicBezTo>
                      <a:cubicBezTo>
                        <a:pt x="24" y="24"/>
                        <a:pt x="28" y="21"/>
                        <a:pt x="28" y="14"/>
                      </a:cubicBezTo>
                      <a:cubicBezTo>
                        <a:pt x="28" y="6"/>
                        <a:pt x="28" y="6"/>
                        <a:pt x="28" y="6"/>
                      </a:cubicBezTo>
                      <a:cubicBezTo>
                        <a:pt x="28" y="5"/>
                        <a:pt x="28" y="5"/>
                        <a:pt x="28" y="5"/>
                      </a:cubicBezTo>
                      <a:cubicBezTo>
                        <a:pt x="27" y="3"/>
                        <a:pt x="27" y="3"/>
                        <a:pt x="27" y="3"/>
                      </a:cubicBezTo>
                      <a:cubicBezTo>
                        <a:pt x="26" y="3"/>
                        <a:pt x="26" y="3"/>
                        <a:pt x="26" y="3"/>
                      </a:cubicBezTo>
                      <a:cubicBezTo>
                        <a:pt x="24" y="3"/>
                        <a:pt x="24" y="3"/>
                        <a:pt x="24" y="3"/>
                      </a:cubicBezTo>
                      <a:cubicBezTo>
                        <a:pt x="23" y="3"/>
                        <a:pt x="23" y="3"/>
                        <a:pt x="23" y="3"/>
                      </a:cubicBezTo>
                      <a:cubicBezTo>
                        <a:pt x="20" y="0"/>
                        <a:pt x="20" y="0"/>
                        <a:pt x="20" y="0"/>
                      </a:cubicBezTo>
                      <a:lnTo>
                        <a:pt x="15" y="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9" name="íṩlïḓè"/>
                <p:cNvSpPr/>
                <p:nvPr/>
              </p:nvSpPr>
              <p:spPr bwMode="auto">
                <a:xfrm>
                  <a:off x="5826126" y="3273425"/>
                  <a:ext cx="223838" cy="293688"/>
                </a:xfrm>
                <a:custGeom>
                  <a:avLst/>
                  <a:gdLst>
                    <a:gd name="T0" fmla="*/ 38 w 68"/>
                    <a:gd name="T1" fmla="*/ 16 h 88"/>
                    <a:gd name="T2" fmla="*/ 40 w 68"/>
                    <a:gd name="T3" fmla="*/ 5 h 88"/>
                    <a:gd name="T4" fmla="*/ 36 w 68"/>
                    <a:gd name="T5" fmla="*/ 1 h 88"/>
                    <a:gd name="T6" fmla="*/ 36 w 68"/>
                    <a:gd name="T7" fmla="*/ 1 h 88"/>
                    <a:gd name="T8" fmla="*/ 33 w 68"/>
                    <a:gd name="T9" fmla="*/ 0 h 88"/>
                    <a:gd name="T10" fmla="*/ 24 w 68"/>
                    <a:gd name="T11" fmla="*/ 7 h 88"/>
                    <a:gd name="T12" fmla="*/ 24 w 68"/>
                    <a:gd name="T13" fmla="*/ 8 h 88"/>
                    <a:gd name="T14" fmla="*/ 26 w 68"/>
                    <a:gd name="T15" fmla="*/ 18 h 88"/>
                    <a:gd name="T16" fmla="*/ 27 w 68"/>
                    <a:gd name="T17" fmla="*/ 28 h 88"/>
                    <a:gd name="T18" fmla="*/ 27 w 68"/>
                    <a:gd name="T19" fmla="*/ 39 h 88"/>
                    <a:gd name="T20" fmla="*/ 16 w 68"/>
                    <a:gd name="T21" fmla="*/ 48 h 88"/>
                    <a:gd name="T22" fmla="*/ 7 w 68"/>
                    <a:gd name="T23" fmla="*/ 49 h 88"/>
                    <a:gd name="T24" fmla="*/ 5 w 68"/>
                    <a:gd name="T25" fmla="*/ 49 h 88"/>
                    <a:gd name="T26" fmla="*/ 4 w 68"/>
                    <a:gd name="T27" fmla="*/ 49 h 88"/>
                    <a:gd name="T28" fmla="*/ 0 w 68"/>
                    <a:gd name="T29" fmla="*/ 54 h 88"/>
                    <a:gd name="T30" fmla="*/ 5 w 68"/>
                    <a:gd name="T31" fmla="*/ 60 h 88"/>
                    <a:gd name="T32" fmla="*/ 11 w 68"/>
                    <a:gd name="T33" fmla="*/ 60 h 88"/>
                    <a:gd name="T34" fmla="*/ 13 w 68"/>
                    <a:gd name="T35" fmla="*/ 59 h 88"/>
                    <a:gd name="T36" fmla="*/ 20 w 68"/>
                    <a:gd name="T37" fmla="*/ 66 h 88"/>
                    <a:gd name="T38" fmla="*/ 17 w 68"/>
                    <a:gd name="T39" fmla="*/ 72 h 88"/>
                    <a:gd name="T40" fmla="*/ 13 w 68"/>
                    <a:gd name="T41" fmla="*/ 76 h 88"/>
                    <a:gd name="T42" fmla="*/ 2 w 68"/>
                    <a:gd name="T43" fmla="*/ 82 h 88"/>
                    <a:gd name="T44" fmla="*/ 2 w 68"/>
                    <a:gd name="T45" fmla="*/ 83 h 88"/>
                    <a:gd name="T46" fmla="*/ 2 w 68"/>
                    <a:gd name="T47" fmla="*/ 87 h 88"/>
                    <a:gd name="T48" fmla="*/ 4 w 68"/>
                    <a:gd name="T49" fmla="*/ 88 h 88"/>
                    <a:gd name="T50" fmla="*/ 25 w 68"/>
                    <a:gd name="T51" fmla="*/ 77 h 88"/>
                    <a:gd name="T52" fmla="*/ 31 w 68"/>
                    <a:gd name="T53" fmla="*/ 69 h 88"/>
                    <a:gd name="T54" fmla="*/ 40 w 68"/>
                    <a:gd name="T55" fmla="*/ 63 h 88"/>
                    <a:gd name="T56" fmla="*/ 52 w 68"/>
                    <a:gd name="T57" fmla="*/ 70 h 88"/>
                    <a:gd name="T58" fmla="*/ 48 w 68"/>
                    <a:gd name="T59" fmla="*/ 79 h 88"/>
                    <a:gd name="T60" fmla="*/ 59 w 68"/>
                    <a:gd name="T61" fmla="*/ 81 h 88"/>
                    <a:gd name="T62" fmla="*/ 68 w 68"/>
                    <a:gd name="T63" fmla="*/ 71 h 88"/>
                    <a:gd name="T64" fmla="*/ 59 w 68"/>
                    <a:gd name="T65" fmla="*/ 62 h 88"/>
                    <a:gd name="T66" fmla="*/ 44 w 68"/>
                    <a:gd name="T67" fmla="*/ 60 h 88"/>
                    <a:gd name="T68" fmla="*/ 42 w 68"/>
                    <a:gd name="T69" fmla="*/ 60 h 88"/>
                    <a:gd name="T70" fmla="*/ 36 w 68"/>
                    <a:gd name="T71" fmla="*/ 53 h 88"/>
                    <a:gd name="T72" fmla="*/ 48 w 68"/>
                    <a:gd name="T73" fmla="*/ 42 h 88"/>
                    <a:gd name="T74" fmla="*/ 59 w 68"/>
                    <a:gd name="T75" fmla="*/ 32 h 88"/>
                    <a:gd name="T76" fmla="*/ 59 w 68"/>
                    <a:gd name="T77" fmla="*/ 30 h 88"/>
                    <a:gd name="T78" fmla="*/ 59 w 68"/>
                    <a:gd name="T79" fmla="*/ 29 h 88"/>
                    <a:gd name="T80" fmla="*/ 54 w 68"/>
                    <a:gd name="T81" fmla="*/ 26 h 88"/>
                    <a:gd name="T82" fmla="*/ 51 w 68"/>
                    <a:gd name="T83" fmla="*/ 27 h 88"/>
                    <a:gd name="T84" fmla="*/ 50 w 68"/>
                    <a:gd name="T85" fmla="*/ 27 h 88"/>
                    <a:gd name="T86" fmla="*/ 41 w 68"/>
                    <a:gd name="T87" fmla="*/ 33 h 88"/>
                    <a:gd name="T88" fmla="*/ 38 w 68"/>
                    <a:gd name="T89" fmla="*/ 28 h 88"/>
                    <a:gd name="T90" fmla="*/ 38 w 68"/>
                    <a:gd name="T91" fmla="*/ 27 h 88"/>
                    <a:gd name="T92" fmla="*/ 38 w 68"/>
                    <a:gd name="T93" fmla="*/ 16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68" h="88">
                      <a:moveTo>
                        <a:pt x="38" y="16"/>
                      </a:moveTo>
                      <a:cubicBezTo>
                        <a:pt x="39" y="11"/>
                        <a:pt x="40" y="9"/>
                        <a:pt x="40" y="5"/>
                      </a:cubicBezTo>
                      <a:cubicBezTo>
                        <a:pt x="40" y="3"/>
                        <a:pt x="38" y="1"/>
                        <a:pt x="36" y="1"/>
                      </a:cubicBezTo>
                      <a:cubicBezTo>
                        <a:pt x="36" y="1"/>
                        <a:pt x="36" y="1"/>
                        <a:pt x="36" y="1"/>
                      </a:cubicBezTo>
                      <a:cubicBezTo>
                        <a:pt x="34" y="1"/>
                        <a:pt x="34" y="1"/>
                        <a:pt x="33" y="0"/>
                      </a:cubicBezTo>
                      <a:cubicBezTo>
                        <a:pt x="28" y="3"/>
                        <a:pt x="28" y="1"/>
                        <a:pt x="24" y="7"/>
                      </a:cubicBezTo>
                      <a:cubicBezTo>
                        <a:pt x="24" y="8"/>
                        <a:pt x="24" y="8"/>
                        <a:pt x="24" y="8"/>
                      </a:cubicBezTo>
                      <a:cubicBezTo>
                        <a:pt x="24" y="12"/>
                        <a:pt x="26" y="14"/>
                        <a:pt x="26" y="18"/>
                      </a:cubicBezTo>
                      <a:cubicBezTo>
                        <a:pt x="27" y="28"/>
                        <a:pt x="27" y="28"/>
                        <a:pt x="27" y="28"/>
                      </a:cubicBezTo>
                      <a:cubicBezTo>
                        <a:pt x="27" y="39"/>
                        <a:pt x="27" y="39"/>
                        <a:pt x="27" y="39"/>
                      </a:cubicBezTo>
                      <a:cubicBezTo>
                        <a:pt x="28" y="45"/>
                        <a:pt x="22" y="48"/>
                        <a:pt x="16" y="48"/>
                      </a:cubicBezTo>
                      <a:cubicBezTo>
                        <a:pt x="7" y="49"/>
                        <a:pt x="7" y="49"/>
                        <a:pt x="7" y="49"/>
                      </a:cubicBezTo>
                      <a:cubicBezTo>
                        <a:pt x="5" y="49"/>
                        <a:pt x="5" y="49"/>
                        <a:pt x="5" y="49"/>
                      </a:cubicBezTo>
                      <a:cubicBezTo>
                        <a:pt x="4" y="49"/>
                        <a:pt x="4" y="49"/>
                        <a:pt x="4" y="49"/>
                      </a:cubicBezTo>
                      <a:cubicBezTo>
                        <a:pt x="2" y="50"/>
                        <a:pt x="0" y="51"/>
                        <a:pt x="0" y="54"/>
                      </a:cubicBezTo>
                      <a:cubicBezTo>
                        <a:pt x="0" y="56"/>
                        <a:pt x="3" y="60"/>
                        <a:pt x="5" y="60"/>
                      </a:cubicBezTo>
                      <a:cubicBezTo>
                        <a:pt x="11" y="60"/>
                        <a:pt x="11" y="60"/>
                        <a:pt x="11" y="60"/>
                      </a:cubicBezTo>
                      <a:cubicBezTo>
                        <a:pt x="12" y="60"/>
                        <a:pt x="12" y="60"/>
                        <a:pt x="13" y="59"/>
                      </a:cubicBezTo>
                      <a:cubicBezTo>
                        <a:pt x="17" y="62"/>
                        <a:pt x="17" y="60"/>
                        <a:pt x="20" y="66"/>
                      </a:cubicBezTo>
                      <a:cubicBezTo>
                        <a:pt x="18" y="69"/>
                        <a:pt x="20" y="68"/>
                        <a:pt x="17" y="72"/>
                      </a:cubicBezTo>
                      <a:cubicBezTo>
                        <a:pt x="15" y="73"/>
                        <a:pt x="15" y="75"/>
                        <a:pt x="13" y="76"/>
                      </a:cubicBezTo>
                      <a:cubicBezTo>
                        <a:pt x="8" y="79"/>
                        <a:pt x="7" y="80"/>
                        <a:pt x="2" y="82"/>
                      </a:cubicBezTo>
                      <a:cubicBezTo>
                        <a:pt x="2" y="83"/>
                        <a:pt x="2" y="83"/>
                        <a:pt x="2" y="83"/>
                      </a:cubicBezTo>
                      <a:cubicBezTo>
                        <a:pt x="2" y="87"/>
                        <a:pt x="2" y="87"/>
                        <a:pt x="2" y="87"/>
                      </a:cubicBezTo>
                      <a:cubicBezTo>
                        <a:pt x="4" y="87"/>
                        <a:pt x="3" y="88"/>
                        <a:pt x="4" y="88"/>
                      </a:cubicBezTo>
                      <a:cubicBezTo>
                        <a:pt x="13" y="88"/>
                        <a:pt x="20" y="82"/>
                        <a:pt x="25" y="77"/>
                      </a:cubicBezTo>
                      <a:cubicBezTo>
                        <a:pt x="26" y="76"/>
                        <a:pt x="30" y="71"/>
                        <a:pt x="31" y="69"/>
                      </a:cubicBezTo>
                      <a:cubicBezTo>
                        <a:pt x="33" y="65"/>
                        <a:pt x="35" y="63"/>
                        <a:pt x="40" y="63"/>
                      </a:cubicBezTo>
                      <a:cubicBezTo>
                        <a:pt x="45" y="63"/>
                        <a:pt x="49" y="67"/>
                        <a:pt x="52" y="70"/>
                      </a:cubicBezTo>
                      <a:cubicBezTo>
                        <a:pt x="48" y="79"/>
                        <a:pt x="48" y="79"/>
                        <a:pt x="48" y="79"/>
                      </a:cubicBezTo>
                      <a:cubicBezTo>
                        <a:pt x="50" y="79"/>
                        <a:pt x="58" y="81"/>
                        <a:pt x="59" y="81"/>
                      </a:cubicBezTo>
                      <a:cubicBezTo>
                        <a:pt x="65" y="81"/>
                        <a:pt x="67" y="76"/>
                        <a:pt x="68" y="71"/>
                      </a:cubicBezTo>
                      <a:cubicBezTo>
                        <a:pt x="67" y="65"/>
                        <a:pt x="63" y="64"/>
                        <a:pt x="59" y="62"/>
                      </a:cubicBezTo>
                      <a:cubicBezTo>
                        <a:pt x="53" y="59"/>
                        <a:pt x="51" y="60"/>
                        <a:pt x="44" y="60"/>
                      </a:cubicBezTo>
                      <a:cubicBezTo>
                        <a:pt x="43" y="60"/>
                        <a:pt x="43" y="60"/>
                        <a:pt x="42" y="60"/>
                      </a:cubicBezTo>
                      <a:cubicBezTo>
                        <a:pt x="40" y="59"/>
                        <a:pt x="36" y="56"/>
                        <a:pt x="36" y="53"/>
                      </a:cubicBezTo>
                      <a:cubicBezTo>
                        <a:pt x="36" y="51"/>
                        <a:pt x="45" y="44"/>
                        <a:pt x="48" y="42"/>
                      </a:cubicBezTo>
                      <a:cubicBezTo>
                        <a:pt x="50" y="41"/>
                        <a:pt x="59" y="34"/>
                        <a:pt x="59" y="32"/>
                      </a:cubicBezTo>
                      <a:cubicBezTo>
                        <a:pt x="59" y="30"/>
                        <a:pt x="59" y="30"/>
                        <a:pt x="59" y="30"/>
                      </a:cubicBezTo>
                      <a:cubicBezTo>
                        <a:pt x="59" y="29"/>
                        <a:pt x="59" y="29"/>
                        <a:pt x="59" y="29"/>
                      </a:cubicBezTo>
                      <a:cubicBezTo>
                        <a:pt x="54" y="26"/>
                        <a:pt x="54" y="26"/>
                        <a:pt x="54" y="26"/>
                      </a:cubicBezTo>
                      <a:cubicBezTo>
                        <a:pt x="53" y="27"/>
                        <a:pt x="53" y="27"/>
                        <a:pt x="51" y="27"/>
                      </a:cubicBezTo>
                      <a:cubicBezTo>
                        <a:pt x="50" y="27"/>
                        <a:pt x="50" y="27"/>
                        <a:pt x="50" y="27"/>
                      </a:cubicBezTo>
                      <a:cubicBezTo>
                        <a:pt x="46" y="32"/>
                        <a:pt x="46" y="30"/>
                        <a:pt x="41" y="33"/>
                      </a:cubicBezTo>
                      <a:cubicBezTo>
                        <a:pt x="40" y="31"/>
                        <a:pt x="39" y="30"/>
                        <a:pt x="38" y="28"/>
                      </a:cubicBezTo>
                      <a:cubicBezTo>
                        <a:pt x="38" y="27"/>
                        <a:pt x="38" y="27"/>
                        <a:pt x="38" y="27"/>
                      </a:cubicBezTo>
                      <a:lnTo>
                        <a:pt x="38" y="16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0" name="ísḷïďè"/>
                <p:cNvSpPr/>
                <p:nvPr/>
              </p:nvSpPr>
              <p:spPr bwMode="auto">
                <a:xfrm>
                  <a:off x="4518026" y="3506788"/>
                  <a:ext cx="53975" cy="71438"/>
                </a:xfrm>
                <a:custGeom>
                  <a:avLst/>
                  <a:gdLst>
                    <a:gd name="T0" fmla="*/ 14 w 16"/>
                    <a:gd name="T1" fmla="*/ 17 h 21"/>
                    <a:gd name="T2" fmla="*/ 16 w 16"/>
                    <a:gd name="T3" fmla="*/ 12 h 21"/>
                    <a:gd name="T4" fmla="*/ 11 w 16"/>
                    <a:gd name="T5" fmla="*/ 5 h 21"/>
                    <a:gd name="T6" fmla="*/ 5 w 16"/>
                    <a:gd name="T7" fmla="*/ 0 h 21"/>
                    <a:gd name="T8" fmla="*/ 2 w 16"/>
                    <a:gd name="T9" fmla="*/ 4 h 21"/>
                    <a:gd name="T10" fmla="*/ 2 w 16"/>
                    <a:gd name="T11" fmla="*/ 5 h 21"/>
                    <a:gd name="T12" fmla="*/ 2 w 16"/>
                    <a:gd name="T13" fmla="*/ 8 h 21"/>
                    <a:gd name="T14" fmla="*/ 2 w 16"/>
                    <a:gd name="T15" fmla="*/ 9 h 21"/>
                    <a:gd name="T16" fmla="*/ 0 w 16"/>
                    <a:gd name="T17" fmla="*/ 17 h 21"/>
                    <a:gd name="T18" fmla="*/ 3 w 16"/>
                    <a:gd name="T19" fmla="*/ 21 h 21"/>
                    <a:gd name="T20" fmla="*/ 4 w 16"/>
                    <a:gd name="T21" fmla="*/ 21 h 21"/>
                    <a:gd name="T22" fmla="*/ 5 w 16"/>
                    <a:gd name="T23" fmla="*/ 21 h 21"/>
                    <a:gd name="T24" fmla="*/ 14 w 16"/>
                    <a:gd name="T25" fmla="*/ 17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6" h="21">
                      <a:moveTo>
                        <a:pt x="14" y="17"/>
                      </a:moveTo>
                      <a:cubicBezTo>
                        <a:pt x="14" y="15"/>
                        <a:pt x="16" y="13"/>
                        <a:pt x="16" y="12"/>
                      </a:cubicBezTo>
                      <a:cubicBezTo>
                        <a:pt x="16" y="11"/>
                        <a:pt x="12" y="7"/>
                        <a:pt x="11" y="5"/>
                      </a:cubicBezTo>
                      <a:cubicBezTo>
                        <a:pt x="11" y="3"/>
                        <a:pt x="8" y="0"/>
                        <a:pt x="5" y="0"/>
                      </a:cubicBezTo>
                      <a:cubicBezTo>
                        <a:pt x="4" y="0"/>
                        <a:pt x="3" y="3"/>
                        <a:pt x="2" y="4"/>
                      </a:cubicBezTo>
                      <a:cubicBezTo>
                        <a:pt x="2" y="5"/>
                        <a:pt x="2" y="5"/>
                        <a:pt x="2" y="5"/>
                      </a:cubicBezTo>
                      <a:cubicBezTo>
                        <a:pt x="2" y="8"/>
                        <a:pt x="2" y="8"/>
                        <a:pt x="2" y="8"/>
                      </a:cubicBezTo>
                      <a:cubicBezTo>
                        <a:pt x="2" y="9"/>
                        <a:pt x="2" y="9"/>
                        <a:pt x="2" y="9"/>
                      </a:cubicBezTo>
                      <a:cubicBezTo>
                        <a:pt x="1" y="11"/>
                        <a:pt x="0" y="14"/>
                        <a:pt x="0" y="17"/>
                      </a:cubicBezTo>
                      <a:cubicBezTo>
                        <a:pt x="0" y="19"/>
                        <a:pt x="1" y="20"/>
                        <a:pt x="3" y="21"/>
                      </a:cubicBezTo>
                      <a:cubicBezTo>
                        <a:pt x="4" y="21"/>
                        <a:pt x="4" y="21"/>
                        <a:pt x="4" y="21"/>
                      </a:cubicBezTo>
                      <a:cubicBezTo>
                        <a:pt x="5" y="21"/>
                        <a:pt x="5" y="21"/>
                        <a:pt x="5" y="21"/>
                      </a:cubicBezTo>
                      <a:cubicBezTo>
                        <a:pt x="7" y="21"/>
                        <a:pt x="11" y="17"/>
                        <a:pt x="14" y="17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1" name="îṧļîḓé"/>
                <p:cNvSpPr/>
                <p:nvPr/>
              </p:nvSpPr>
              <p:spPr bwMode="auto">
                <a:xfrm>
                  <a:off x="5319713" y="3133725"/>
                  <a:ext cx="222250" cy="500063"/>
                </a:xfrm>
                <a:custGeom>
                  <a:avLst/>
                  <a:gdLst>
                    <a:gd name="T0" fmla="*/ 47 w 67"/>
                    <a:gd name="T1" fmla="*/ 96 h 150"/>
                    <a:gd name="T2" fmla="*/ 51 w 67"/>
                    <a:gd name="T3" fmla="*/ 96 h 150"/>
                    <a:gd name="T4" fmla="*/ 46 w 67"/>
                    <a:gd name="T5" fmla="*/ 114 h 150"/>
                    <a:gd name="T6" fmla="*/ 42 w 67"/>
                    <a:gd name="T7" fmla="*/ 113 h 150"/>
                    <a:gd name="T8" fmla="*/ 39 w 67"/>
                    <a:gd name="T9" fmla="*/ 108 h 150"/>
                    <a:gd name="T10" fmla="*/ 21 w 67"/>
                    <a:gd name="T11" fmla="*/ 78 h 150"/>
                    <a:gd name="T12" fmla="*/ 29 w 67"/>
                    <a:gd name="T13" fmla="*/ 73 h 150"/>
                    <a:gd name="T14" fmla="*/ 32 w 67"/>
                    <a:gd name="T15" fmla="*/ 74 h 150"/>
                    <a:gd name="T16" fmla="*/ 32 w 67"/>
                    <a:gd name="T17" fmla="*/ 77 h 150"/>
                    <a:gd name="T18" fmla="*/ 32 w 67"/>
                    <a:gd name="T19" fmla="*/ 79 h 150"/>
                    <a:gd name="T20" fmla="*/ 21 w 67"/>
                    <a:gd name="T21" fmla="*/ 78 h 150"/>
                    <a:gd name="T22" fmla="*/ 53 w 67"/>
                    <a:gd name="T23" fmla="*/ 118 h 150"/>
                    <a:gd name="T24" fmla="*/ 66 w 67"/>
                    <a:gd name="T25" fmla="*/ 108 h 150"/>
                    <a:gd name="T26" fmla="*/ 60 w 67"/>
                    <a:gd name="T27" fmla="*/ 98 h 150"/>
                    <a:gd name="T28" fmla="*/ 51 w 67"/>
                    <a:gd name="T29" fmla="*/ 82 h 150"/>
                    <a:gd name="T30" fmla="*/ 47 w 67"/>
                    <a:gd name="T31" fmla="*/ 71 h 150"/>
                    <a:gd name="T32" fmla="*/ 60 w 67"/>
                    <a:gd name="T33" fmla="*/ 58 h 150"/>
                    <a:gd name="T34" fmla="*/ 53 w 67"/>
                    <a:gd name="T35" fmla="*/ 52 h 150"/>
                    <a:gd name="T36" fmla="*/ 44 w 67"/>
                    <a:gd name="T37" fmla="*/ 50 h 150"/>
                    <a:gd name="T38" fmla="*/ 48 w 67"/>
                    <a:gd name="T39" fmla="*/ 38 h 150"/>
                    <a:gd name="T40" fmla="*/ 66 w 67"/>
                    <a:gd name="T41" fmla="*/ 17 h 150"/>
                    <a:gd name="T42" fmla="*/ 66 w 67"/>
                    <a:gd name="T43" fmla="*/ 13 h 150"/>
                    <a:gd name="T44" fmla="*/ 56 w 67"/>
                    <a:gd name="T45" fmla="*/ 1 h 150"/>
                    <a:gd name="T46" fmla="*/ 55 w 67"/>
                    <a:gd name="T47" fmla="*/ 7 h 150"/>
                    <a:gd name="T48" fmla="*/ 50 w 67"/>
                    <a:gd name="T49" fmla="*/ 18 h 150"/>
                    <a:gd name="T50" fmla="*/ 42 w 67"/>
                    <a:gd name="T51" fmla="*/ 15 h 150"/>
                    <a:gd name="T52" fmla="*/ 40 w 67"/>
                    <a:gd name="T53" fmla="*/ 15 h 150"/>
                    <a:gd name="T54" fmla="*/ 41 w 67"/>
                    <a:gd name="T55" fmla="*/ 26 h 150"/>
                    <a:gd name="T56" fmla="*/ 41 w 67"/>
                    <a:gd name="T57" fmla="*/ 30 h 150"/>
                    <a:gd name="T58" fmla="*/ 37 w 67"/>
                    <a:gd name="T59" fmla="*/ 33 h 150"/>
                    <a:gd name="T60" fmla="*/ 30 w 67"/>
                    <a:gd name="T61" fmla="*/ 29 h 150"/>
                    <a:gd name="T62" fmla="*/ 9 w 67"/>
                    <a:gd name="T63" fmla="*/ 50 h 150"/>
                    <a:gd name="T64" fmla="*/ 4 w 67"/>
                    <a:gd name="T65" fmla="*/ 59 h 150"/>
                    <a:gd name="T66" fmla="*/ 23 w 67"/>
                    <a:gd name="T67" fmla="*/ 51 h 150"/>
                    <a:gd name="T68" fmla="*/ 30 w 67"/>
                    <a:gd name="T69" fmla="*/ 58 h 150"/>
                    <a:gd name="T70" fmla="*/ 26 w 67"/>
                    <a:gd name="T71" fmla="*/ 65 h 150"/>
                    <a:gd name="T72" fmla="*/ 19 w 67"/>
                    <a:gd name="T73" fmla="*/ 64 h 150"/>
                    <a:gd name="T74" fmla="*/ 16 w 67"/>
                    <a:gd name="T75" fmla="*/ 67 h 150"/>
                    <a:gd name="T76" fmla="*/ 16 w 67"/>
                    <a:gd name="T77" fmla="*/ 72 h 150"/>
                    <a:gd name="T78" fmla="*/ 3 w 67"/>
                    <a:gd name="T79" fmla="*/ 105 h 150"/>
                    <a:gd name="T80" fmla="*/ 6 w 67"/>
                    <a:gd name="T81" fmla="*/ 110 h 150"/>
                    <a:gd name="T82" fmla="*/ 9 w 67"/>
                    <a:gd name="T83" fmla="*/ 111 h 150"/>
                    <a:gd name="T84" fmla="*/ 24 w 67"/>
                    <a:gd name="T85" fmla="*/ 89 h 150"/>
                    <a:gd name="T86" fmla="*/ 32 w 67"/>
                    <a:gd name="T87" fmla="*/ 93 h 150"/>
                    <a:gd name="T88" fmla="*/ 32 w 67"/>
                    <a:gd name="T89" fmla="*/ 96 h 150"/>
                    <a:gd name="T90" fmla="*/ 29 w 67"/>
                    <a:gd name="T91" fmla="*/ 113 h 150"/>
                    <a:gd name="T92" fmla="*/ 29 w 67"/>
                    <a:gd name="T93" fmla="*/ 115 h 150"/>
                    <a:gd name="T94" fmla="*/ 22 w 67"/>
                    <a:gd name="T95" fmla="*/ 122 h 150"/>
                    <a:gd name="T96" fmla="*/ 10 w 67"/>
                    <a:gd name="T97" fmla="*/ 124 h 150"/>
                    <a:gd name="T98" fmla="*/ 15 w 67"/>
                    <a:gd name="T99" fmla="*/ 144 h 150"/>
                    <a:gd name="T100" fmla="*/ 17 w 67"/>
                    <a:gd name="T101" fmla="*/ 150 h 150"/>
                    <a:gd name="T102" fmla="*/ 38 w 67"/>
                    <a:gd name="T103" fmla="*/ 125 h 1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67" h="150">
                      <a:moveTo>
                        <a:pt x="39" y="107"/>
                      </a:moveTo>
                      <a:cubicBezTo>
                        <a:pt x="39" y="103"/>
                        <a:pt x="44" y="96"/>
                        <a:pt x="47" y="96"/>
                      </a:cubicBezTo>
                      <a:cubicBezTo>
                        <a:pt x="50" y="96"/>
                        <a:pt x="50" y="96"/>
                        <a:pt x="50" y="96"/>
                      </a:cubicBezTo>
                      <a:cubicBezTo>
                        <a:pt x="51" y="96"/>
                        <a:pt x="51" y="96"/>
                        <a:pt x="51" y="96"/>
                      </a:cubicBezTo>
                      <a:cubicBezTo>
                        <a:pt x="53" y="98"/>
                        <a:pt x="55" y="101"/>
                        <a:pt x="55" y="104"/>
                      </a:cubicBezTo>
                      <a:cubicBezTo>
                        <a:pt x="55" y="108"/>
                        <a:pt x="49" y="112"/>
                        <a:pt x="46" y="114"/>
                      </a:cubicBezTo>
                      <a:cubicBezTo>
                        <a:pt x="45" y="114"/>
                        <a:pt x="45" y="113"/>
                        <a:pt x="43" y="113"/>
                      </a:cubicBezTo>
                      <a:cubicBezTo>
                        <a:pt x="42" y="113"/>
                        <a:pt x="42" y="113"/>
                        <a:pt x="42" y="113"/>
                      </a:cubicBezTo>
                      <a:cubicBezTo>
                        <a:pt x="39" y="109"/>
                        <a:pt x="39" y="109"/>
                        <a:pt x="39" y="109"/>
                      </a:cubicBezTo>
                      <a:cubicBezTo>
                        <a:pt x="39" y="108"/>
                        <a:pt x="39" y="108"/>
                        <a:pt x="39" y="108"/>
                      </a:cubicBezTo>
                      <a:cubicBezTo>
                        <a:pt x="39" y="107"/>
                        <a:pt x="39" y="107"/>
                        <a:pt x="39" y="107"/>
                      </a:cubicBezTo>
                      <a:close/>
                      <a:moveTo>
                        <a:pt x="21" y="78"/>
                      </a:moveTo>
                      <a:cubicBezTo>
                        <a:pt x="21" y="77"/>
                        <a:pt x="25" y="73"/>
                        <a:pt x="26" y="73"/>
                      </a:cubicBezTo>
                      <a:cubicBezTo>
                        <a:pt x="27" y="73"/>
                        <a:pt x="27" y="73"/>
                        <a:pt x="29" y="73"/>
                      </a:cubicBezTo>
                      <a:cubicBezTo>
                        <a:pt x="30" y="73"/>
                        <a:pt x="30" y="73"/>
                        <a:pt x="30" y="73"/>
                      </a:cubicBezTo>
                      <a:cubicBezTo>
                        <a:pt x="32" y="74"/>
                        <a:pt x="32" y="74"/>
                        <a:pt x="32" y="74"/>
                      </a:cubicBezTo>
                      <a:cubicBezTo>
                        <a:pt x="32" y="76"/>
                        <a:pt x="32" y="76"/>
                        <a:pt x="32" y="76"/>
                      </a:cubicBezTo>
                      <a:cubicBezTo>
                        <a:pt x="32" y="77"/>
                        <a:pt x="32" y="77"/>
                        <a:pt x="32" y="77"/>
                      </a:cubicBezTo>
                      <a:cubicBezTo>
                        <a:pt x="32" y="78"/>
                        <a:pt x="32" y="78"/>
                        <a:pt x="32" y="78"/>
                      </a:cubicBezTo>
                      <a:cubicBezTo>
                        <a:pt x="32" y="79"/>
                        <a:pt x="32" y="79"/>
                        <a:pt x="32" y="79"/>
                      </a:cubicBezTo>
                      <a:cubicBezTo>
                        <a:pt x="31" y="82"/>
                        <a:pt x="29" y="83"/>
                        <a:pt x="25" y="83"/>
                      </a:cubicBezTo>
                      <a:cubicBezTo>
                        <a:pt x="23" y="83"/>
                        <a:pt x="21" y="81"/>
                        <a:pt x="21" y="78"/>
                      </a:cubicBezTo>
                      <a:close/>
                      <a:moveTo>
                        <a:pt x="38" y="125"/>
                      </a:moveTo>
                      <a:cubicBezTo>
                        <a:pt x="43" y="122"/>
                        <a:pt x="47" y="120"/>
                        <a:pt x="53" y="118"/>
                      </a:cubicBezTo>
                      <a:cubicBezTo>
                        <a:pt x="57" y="116"/>
                        <a:pt x="57" y="116"/>
                        <a:pt x="60" y="114"/>
                      </a:cubicBezTo>
                      <a:cubicBezTo>
                        <a:pt x="64" y="111"/>
                        <a:pt x="63" y="110"/>
                        <a:pt x="66" y="108"/>
                      </a:cubicBezTo>
                      <a:cubicBezTo>
                        <a:pt x="67" y="104"/>
                        <a:pt x="67" y="104"/>
                        <a:pt x="67" y="104"/>
                      </a:cubicBezTo>
                      <a:cubicBezTo>
                        <a:pt x="64" y="100"/>
                        <a:pt x="64" y="101"/>
                        <a:pt x="60" y="98"/>
                      </a:cubicBezTo>
                      <a:cubicBezTo>
                        <a:pt x="58" y="96"/>
                        <a:pt x="55" y="95"/>
                        <a:pt x="54" y="92"/>
                      </a:cubicBezTo>
                      <a:cubicBezTo>
                        <a:pt x="53" y="88"/>
                        <a:pt x="53" y="84"/>
                        <a:pt x="51" y="82"/>
                      </a:cubicBezTo>
                      <a:cubicBezTo>
                        <a:pt x="49" y="79"/>
                        <a:pt x="47" y="77"/>
                        <a:pt x="47" y="73"/>
                      </a:cubicBezTo>
                      <a:cubicBezTo>
                        <a:pt x="47" y="72"/>
                        <a:pt x="47" y="72"/>
                        <a:pt x="47" y="71"/>
                      </a:cubicBezTo>
                      <a:cubicBezTo>
                        <a:pt x="49" y="67"/>
                        <a:pt x="47" y="67"/>
                        <a:pt x="53" y="64"/>
                      </a:cubicBezTo>
                      <a:cubicBezTo>
                        <a:pt x="55" y="64"/>
                        <a:pt x="60" y="60"/>
                        <a:pt x="60" y="58"/>
                      </a:cubicBezTo>
                      <a:cubicBezTo>
                        <a:pt x="60" y="55"/>
                        <a:pt x="60" y="55"/>
                        <a:pt x="60" y="55"/>
                      </a:cubicBezTo>
                      <a:cubicBezTo>
                        <a:pt x="60" y="53"/>
                        <a:pt x="56" y="51"/>
                        <a:pt x="53" y="52"/>
                      </a:cubicBezTo>
                      <a:cubicBezTo>
                        <a:pt x="47" y="52"/>
                        <a:pt x="47" y="52"/>
                        <a:pt x="47" y="52"/>
                      </a:cubicBezTo>
                      <a:cubicBezTo>
                        <a:pt x="46" y="52"/>
                        <a:pt x="45" y="51"/>
                        <a:pt x="44" y="50"/>
                      </a:cubicBezTo>
                      <a:cubicBezTo>
                        <a:pt x="44" y="47"/>
                        <a:pt x="44" y="47"/>
                        <a:pt x="44" y="47"/>
                      </a:cubicBezTo>
                      <a:cubicBezTo>
                        <a:pt x="44" y="44"/>
                        <a:pt x="47" y="41"/>
                        <a:pt x="48" y="38"/>
                      </a:cubicBezTo>
                      <a:cubicBezTo>
                        <a:pt x="49" y="34"/>
                        <a:pt x="50" y="33"/>
                        <a:pt x="53" y="30"/>
                      </a:cubicBezTo>
                      <a:cubicBezTo>
                        <a:pt x="56" y="27"/>
                        <a:pt x="66" y="22"/>
                        <a:pt x="66" y="17"/>
                      </a:cubicBezTo>
                      <a:cubicBezTo>
                        <a:pt x="66" y="14"/>
                        <a:pt x="66" y="14"/>
                        <a:pt x="66" y="14"/>
                      </a:cubicBezTo>
                      <a:cubicBezTo>
                        <a:pt x="66" y="13"/>
                        <a:pt x="66" y="13"/>
                        <a:pt x="66" y="13"/>
                      </a:cubicBezTo>
                      <a:cubicBezTo>
                        <a:pt x="65" y="10"/>
                        <a:pt x="62" y="0"/>
                        <a:pt x="58" y="0"/>
                      </a:cubicBezTo>
                      <a:cubicBezTo>
                        <a:pt x="57" y="0"/>
                        <a:pt x="57" y="0"/>
                        <a:pt x="56" y="1"/>
                      </a:cubicBezTo>
                      <a:cubicBezTo>
                        <a:pt x="56" y="3"/>
                        <a:pt x="55" y="3"/>
                        <a:pt x="55" y="5"/>
                      </a:cubicBezTo>
                      <a:cubicBezTo>
                        <a:pt x="55" y="7"/>
                        <a:pt x="55" y="7"/>
                        <a:pt x="55" y="7"/>
                      </a:cubicBezTo>
                      <a:cubicBezTo>
                        <a:pt x="55" y="11"/>
                        <a:pt x="53" y="15"/>
                        <a:pt x="51" y="18"/>
                      </a:cubicBezTo>
                      <a:cubicBezTo>
                        <a:pt x="50" y="18"/>
                        <a:pt x="50" y="18"/>
                        <a:pt x="50" y="18"/>
                      </a:cubicBezTo>
                      <a:cubicBezTo>
                        <a:pt x="48" y="18"/>
                        <a:pt x="48" y="18"/>
                        <a:pt x="47" y="19"/>
                      </a:cubicBezTo>
                      <a:cubicBezTo>
                        <a:pt x="42" y="15"/>
                        <a:pt x="42" y="15"/>
                        <a:pt x="42" y="15"/>
                      </a:cubicBezTo>
                      <a:cubicBezTo>
                        <a:pt x="41" y="15"/>
                        <a:pt x="41" y="15"/>
                        <a:pt x="41" y="15"/>
                      </a:cubicBezTo>
                      <a:cubicBezTo>
                        <a:pt x="40" y="15"/>
                        <a:pt x="40" y="15"/>
                        <a:pt x="40" y="15"/>
                      </a:cubicBezTo>
                      <a:cubicBezTo>
                        <a:pt x="39" y="15"/>
                        <a:pt x="38" y="16"/>
                        <a:pt x="38" y="17"/>
                      </a:cubicBezTo>
                      <a:cubicBezTo>
                        <a:pt x="38" y="19"/>
                        <a:pt x="41" y="22"/>
                        <a:pt x="41" y="26"/>
                      </a:cubicBezTo>
                      <a:cubicBezTo>
                        <a:pt x="41" y="29"/>
                        <a:pt x="41" y="29"/>
                        <a:pt x="41" y="29"/>
                      </a:cubicBezTo>
                      <a:cubicBezTo>
                        <a:pt x="41" y="30"/>
                        <a:pt x="41" y="30"/>
                        <a:pt x="41" y="30"/>
                      </a:cubicBezTo>
                      <a:cubicBezTo>
                        <a:pt x="38" y="33"/>
                        <a:pt x="38" y="33"/>
                        <a:pt x="38" y="33"/>
                      </a:cubicBezTo>
                      <a:cubicBezTo>
                        <a:pt x="37" y="33"/>
                        <a:pt x="37" y="33"/>
                        <a:pt x="37" y="33"/>
                      </a:cubicBezTo>
                      <a:cubicBezTo>
                        <a:pt x="35" y="33"/>
                        <a:pt x="35" y="34"/>
                        <a:pt x="34" y="34"/>
                      </a:cubicBezTo>
                      <a:cubicBezTo>
                        <a:pt x="32" y="33"/>
                        <a:pt x="31" y="31"/>
                        <a:pt x="30" y="29"/>
                      </a:cubicBezTo>
                      <a:cubicBezTo>
                        <a:pt x="24" y="29"/>
                        <a:pt x="30" y="41"/>
                        <a:pt x="19" y="45"/>
                      </a:cubicBezTo>
                      <a:cubicBezTo>
                        <a:pt x="16" y="46"/>
                        <a:pt x="12" y="48"/>
                        <a:pt x="9" y="50"/>
                      </a:cubicBezTo>
                      <a:cubicBezTo>
                        <a:pt x="6" y="51"/>
                        <a:pt x="1" y="53"/>
                        <a:pt x="0" y="55"/>
                      </a:cubicBezTo>
                      <a:cubicBezTo>
                        <a:pt x="1" y="58"/>
                        <a:pt x="1" y="57"/>
                        <a:pt x="4" y="59"/>
                      </a:cubicBezTo>
                      <a:cubicBezTo>
                        <a:pt x="6" y="59"/>
                        <a:pt x="6" y="59"/>
                        <a:pt x="6" y="59"/>
                      </a:cubicBezTo>
                      <a:cubicBezTo>
                        <a:pt x="10" y="59"/>
                        <a:pt x="20" y="51"/>
                        <a:pt x="23" y="51"/>
                      </a:cubicBezTo>
                      <a:cubicBezTo>
                        <a:pt x="25" y="51"/>
                        <a:pt x="24" y="51"/>
                        <a:pt x="27" y="52"/>
                      </a:cubicBezTo>
                      <a:cubicBezTo>
                        <a:pt x="29" y="54"/>
                        <a:pt x="29" y="55"/>
                        <a:pt x="30" y="58"/>
                      </a:cubicBezTo>
                      <a:cubicBezTo>
                        <a:pt x="30" y="59"/>
                        <a:pt x="30" y="59"/>
                        <a:pt x="30" y="59"/>
                      </a:cubicBezTo>
                      <a:cubicBezTo>
                        <a:pt x="30" y="62"/>
                        <a:pt x="28" y="64"/>
                        <a:pt x="26" y="65"/>
                      </a:cubicBezTo>
                      <a:cubicBezTo>
                        <a:pt x="21" y="64"/>
                        <a:pt x="21" y="64"/>
                        <a:pt x="21" y="64"/>
                      </a:cubicBezTo>
                      <a:cubicBezTo>
                        <a:pt x="20" y="64"/>
                        <a:pt x="20" y="64"/>
                        <a:pt x="19" y="64"/>
                      </a:cubicBezTo>
                      <a:cubicBezTo>
                        <a:pt x="18" y="64"/>
                        <a:pt x="18" y="64"/>
                        <a:pt x="18" y="64"/>
                      </a:cubicBezTo>
                      <a:cubicBezTo>
                        <a:pt x="16" y="67"/>
                        <a:pt x="16" y="67"/>
                        <a:pt x="16" y="67"/>
                      </a:cubicBezTo>
                      <a:cubicBezTo>
                        <a:pt x="16" y="68"/>
                        <a:pt x="16" y="68"/>
                        <a:pt x="16" y="68"/>
                      </a:cubicBezTo>
                      <a:cubicBezTo>
                        <a:pt x="16" y="72"/>
                        <a:pt x="16" y="72"/>
                        <a:pt x="16" y="72"/>
                      </a:cubicBezTo>
                      <a:cubicBezTo>
                        <a:pt x="16" y="78"/>
                        <a:pt x="13" y="85"/>
                        <a:pt x="11" y="90"/>
                      </a:cubicBezTo>
                      <a:cubicBezTo>
                        <a:pt x="9" y="94"/>
                        <a:pt x="3" y="100"/>
                        <a:pt x="3" y="105"/>
                      </a:cubicBezTo>
                      <a:cubicBezTo>
                        <a:pt x="3" y="106"/>
                        <a:pt x="4" y="109"/>
                        <a:pt x="5" y="110"/>
                      </a:cubicBezTo>
                      <a:cubicBezTo>
                        <a:pt x="6" y="110"/>
                        <a:pt x="6" y="110"/>
                        <a:pt x="6" y="110"/>
                      </a:cubicBezTo>
                      <a:cubicBezTo>
                        <a:pt x="7" y="110"/>
                        <a:pt x="7" y="110"/>
                        <a:pt x="7" y="110"/>
                      </a:cubicBezTo>
                      <a:cubicBezTo>
                        <a:pt x="9" y="110"/>
                        <a:pt x="8" y="110"/>
                        <a:pt x="9" y="111"/>
                      </a:cubicBezTo>
                      <a:cubicBezTo>
                        <a:pt x="11" y="109"/>
                        <a:pt x="15" y="101"/>
                        <a:pt x="15" y="98"/>
                      </a:cubicBezTo>
                      <a:cubicBezTo>
                        <a:pt x="17" y="94"/>
                        <a:pt x="20" y="89"/>
                        <a:pt x="24" y="89"/>
                      </a:cubicBezTo>
                      <a:cubicBezTo>
                        <a:pt x="25" y="89"/>
                        <a:pt x="25" y="89"/>
                        <a:pt x="26" y="88"/>
                      </a:cubicBezTo>
                      <a:cubicBezTo>
                        <a:pt x="28" y="90"/>
                        <a:pt x="32" y="90"/>
                        <a:pt x="32" y="93"/>
                      </a:cubicBezTo>
                      <a:cubicBezTo>
                        <a:pt x="32" y="94"/>
                        <a:pt x="32" y="94"/>
                        <a:pt x="32" y="94"/>
                      </a:cubicBezTo>
                      <a:cubicBezTo>
                        <a:pt x="32" y="96"/>
                        <a:pt x="32" y="96"/>
                        <a:pt x="32" y="96"/>
                      </a:cubicBezTo>
                      <a:cubicBezTo>
                        <a:pt x="28" y="102"/>
                        <a:pt x="25" y="101"/>
                        <a:pt x="23" y="104"/>
                      </a:cubicBezTo>
                      <a:cubicBezTo>
                        <a:pt x="26" y="109"/>
                        <a:pt x="27" y="108"/>
                        <a:pt x="29" y="113"/>
                      </a:cubicBezTo>
                      <a:cubicBezTo>
                        <a:pt x="29" y="114"/>
                        <a:pt x="29" y="114"/>
                        <a:pt x="29" y="114"/>
                      </a:cubicBezTo>
                      <a:cubicBezTo>
                        <a:pt x="29" y="115"/>
                        <a:pt x="29" y="115"/>
                        <a:pt x="29" y="115"/>
                      </a:cubicBezTo>
                      <a:cubicBezTo>
                        <a:pt x="29" y="116"/>
                        <a:pt x="29" y="116"/>
                        <a:pt x="29" y="116"/>
                      </a:cubicBezTo>
                      <a:cubicBezTo>
                        <a:pt x="28" y="119"/>
                        <a:pt x="26" y="123"/>
                        <a:pt x="22" y="122"/>
                      </a:cubicBezTo>
                      <a:cubicBezTo>
                        <a:pt x="15" y="122"/>
                        <a:pt x="15" y="122"/>
                        <a:pt x="15" y="122"/>
                      </a:cubicBezTo>
                      <a:cubicBezTo>
                        <a:pt x="14" y="122"/>
                        <a:pt x="11" y="124"/>
                        <a:pt x="10" y="124"/>
                      </a:cubicBezTo>
                      <a:cubicBezTo>
                        <a:pt x="13" y="127"/>
                        <a:pt x="23" y="129"/>
                        <a:pt x="23" y="133"/>
                      </a:cubicBezTo>
                      <a:cubicBezTo>
                        <a:pt x="23" y="137"/>
                        <a:pt x="18" y="142"/>
                        <a:pt x="15" y="144"/>
                      </a:cubicBezTo>
                      <a:cubicBezTo>
                        <a:pt x="15" y="150"/>
                        <a:pt x="15" y="150"/>
                        <a:pt x="15" y="150"/>
                      </a:cubicBezTo>
                      <a:cubicBezTo>
                        <a:pt x="17" y="150"/>
                        <a:pt x="17" y="150"/>
                        <a:pt x="17" y="150"/>
                      </a:cubicBezTo>
                      <a:cubicBezTo>
                        <a:pt x="20" y="150"/>
                        <a:pt x="27" y="141"/>
                        <a:pt x="29" y="139"/>
                      </a:cubicBezTo>
                      <a:cubicBezTo>
                        <a:pt x="33" y="135"/>
                        <a:pt x="34" y="129"/>
                        <a:pt x="38" y="12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2" name="iSļïḑé"/>
                <p:cNvSpPr/>
                <p:nvPr/>
              </p:nvSpPr>
              <p:spPr bwMode="auto">
                <a:xfrm>
                  <a:off x="4422776" y="3106738"/>
                  <a:ext cx="412750" cy="596900"/>
                </a:xfrm>
                <a:custGeom>
                  <a:avLst/>
                  <a:gdLst>
                    <a:gd name="T0" fmla="*/ 63 w 125"/>
                    <a:gd name="T1" fmla="*/ 83 h 179"/>
                    <a:gd name="T2" fmla="*/ 69 w 125"/>
                    <a:gd name="T3" fmla="*/ 84 h 179"/>
                    <a:gd name="T4" fmla="*/ 71 w 125"/>
                    <a:gd name="T5" fmla="*/ 95 h 179"/>
                    <a:gd name="T6" fmla="*/ 56 w 125"/>
                    <a:gd name="T7" fmla="*/ 91 h 179"/>
                    <a:gd name="T8" fmla="*/ 77 w 125"/>
                    <a:gd name="T9" fmla="*/ 77 h 179"/>
                    <a:gd name="T10" fmla="*/ 90 w 125"/>
                    <a:gd name="T11" fmla="*/ 82 h 179"/>
                    <a:gd name="T12" fmla="*/ 93 w 125"/>
                    <a:gd name="T13" fmla="*/ 96 h 179"/>
                    <a:gd name="T14" fmla="*/ 88 w 125"/>
                    <a:gd name="T15" fmla="*/ 106 h 179"/>
                    <a:gd name="T16" fmla="*/ 75 w 125"/>
                    <a:gd name="T17" fmla="*/ 89 h 179"/>
                    <a:gd name="T18" fmla="*/ 91 w 125"/>
                    <a:gd name="T19" fmla="*/ 29 h 179"/>
                    <a:gd name="T20" fmla="*/ 95 w 125"/>
                    <a:gd name="T21" fmla="*/ 4 h 179"/>
                    <a:gd name="T22" fmla="*/ 92 w 125"/>
                    <a:gd name="T23" fmla="*/ 0 h 179"/>
                    <a:gd name="T24" fmla="*/ 86 w 125"/>
                    <a:gd name="T25" fmla="*/ 0 h 179"/>
                    <a:gd name="T26" fmla="*/ 80 w 125"/>
                    <a:gd name="T27" fmla="*/ 7 h 179"/>
                    <a:gd name="T28" fmla="*/ 83 w 125"/>
                    <a:gd name="T29" fmla="*/ 30 h 179"/>
                    <a:gd name="T30" fmla="*/ 86 w 125"/>
                    <a:gd name="T31" fmla="*/ 50 h 179"/>
                    <a:gd name="T32" fmla="*/ 46 w 125"/>
                    <a:gd name="T33" fmla="*/ 84 h 179"/>
                    <a:gd name="T34" fmla="*/ 0 w 125"/>
                    <a:gd name="T35" fmla="*/ 99 h 179"/>
                    <a:gd name="T36" fmla="*/ 13 w 125"/>
                    <a:gd name="T37" fmla="*/ 108 h 179"/>
                    <a:gd name="T38" fmla="*/ 30 w 125"/>
                    <a:gd name="T39" fmla="*/ 100 h 179"/>
                    <a:gd name="T40" fmla="*/ 47 w 125"/>
                    <a:gd name="T41" fmla="*/ 92 h 179"/>
                    <a:gd name="T42" fmla="*/ 51 w 125"/>
                    <a:gd name="T43" fmla="*/ 109 h 179"/>
                    <a:gd name="T44" fmla="*/ 50 w 125"/>
                    <a:gd name="T45" fmla="*/ 118 h 179"/>
                    <a:gd name="T46" fmla="*/ 54 w 125"/>
                    <a:gd name="T47" fmla="*/ 125 h 179"/>
                    <a:gd name="T48" fmla="*/ 62 w 125"/>
                    <a:gd name="T49" fmla="*/ 119 h 179"/>
                    <a:gd name="T50" fmla="*/ 62 w 125"/>
                    <a:gd name="T51" fmla="*/ 113 h 179"/>
                    <a:gd name="T52" fmla="*/ 78 w 125"/>
                    <a:gd name="T53" fmla="*/ 111 h 179"/>
                    <a:gd name="T54" fmla="*/ 78 w 125"/>
                    <a:gd name="T55" fmla="*/ 113 h 179"/>
                    <a:gd name="T56" fmla="*/ 78 w 125"/>
                    <a:gd name="T57" fmla="*/ 118 h 179"/>
                    <a:gd name="T58" fmla="*/ 46 w 125"/>
                    <a:gd name="T59" fmla="*/ 147 h 179"/>
                    <a:gd name="T60" fmla="*/ 28 w 125"/>
                    <a:gd name="T61" fmla="*/ 158 h 179"/>
                    <a:gd name="T62" fmla="*/ 1 w 125"/>
                    <a:gd name="T63" fmla="*/ 170 h 179"/>
                    <a:gd name="T64" fmla="*/ 14 w 125"/>
                    <a:gd name="T65" fmla="*/ 178 h 179"/>
                    <a:gd name="T66" fmla="*/ 20 w 125"/>
                    <a:gd name="T67" fmla="*/ 179 h 179"/>
                    <a:gd name="T68" fmla="*/ 22 w 125"/>
                    <a:gd name="T69" fmla="*/ 179 h 179"/>
                    <a:gd name="T70" fmla="*/ 38 w 125"/>
                    <a:gd name="T71" fmla="*/ 169 h 179"/>
                    <a:gd name="T72" fmla="*/ 61 w 125"/>
                    <a:gd name="T73" fmla="*/ 150 h 179"/>
                    <a:gd name="T74" fmla="*/ 79 w 125"/>
                    <a:gd name="T75" fmla="*/ 135 h 179"/>
                    <a:gd name="T76" fmla="*/ 96 w 125"/>
                    <a:gd name="T77" fmla="*/ 119 h 179"/>
                    <a:gd name="T78" fmla="*/ 106 w 125"/>
                    <a:gd name="T79" fmla="*/ 149 h 179"/>
                    <a:gd name="T80" fmla="*/ 125 w 125"/>
                    <a:gd name="T81" fmla="*/ 152 h 179"/>
                    <a:gd name="T82" fmla="*/ 116 w 125"/>
                    <a:gd name="T83" fmla="*/ 120 h 179"/>
                    <a:gd name="T84" fmla="*/ 115 w 125"/>
                    <a:gd name="T85" fmla="*/ 125 h 179"/>
                    <a:gd name="T86" fmla="*/ 109 w 125"/>
                    <a:gd name="T87" fmla="*/ 129 h 179"/>
                    <a:gd name="T88" fmla="*/ 97 w 125"/>
                    <a:gd name="T89" fmla="*/ 92 h 179"/>
                    <a:gd name="T90" fmla="*/ 94 w 125"/>
                    <a:gd name="T91" fmla="*/ 76 h 179"/>
                    <a:gd name="T92" fmla="*/ 110 w 125"/>
                    <a:gd name="T93" fmla="*/ 60 h 179"/>
                    <a:gd name="T94" fmla="*/ 105 w 125"/>
                    <a:gd name="T95" fmla="*/ 57 h 179"/>
                    <a:gd name="T96" fmla="*/ 101 w 125"/>
                    <a:gd name="T97" fmla="*/ 59 h 179"/>
                    <a:gd name="T98" fmla="*/ 91 w 125"/>
                    <a:gd name="T99" fmla="*/ 54 h 179"/>
                    <a:gd name="T100" fmla="*/ 91 w 125"/>
                    <a:gd name="T101" fmla="*/ 29 h 1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125" h="179">
                      <a:moveTo>
                        <a:pt x="56" y="91"/>
                      </a:moveTo>
                      <a:cubicBezTo>
                        <a:pt x="56" y="87"/>
                        <a:pt x="60" y="85"/>
                        <a:pt x="63" y="83"/>
                      </a:cubicBezTo>
                      <a:cubicBezTo>
                        <a:pt x="64" y="83"/>
                        <a:pt x="64" y="83"/>
                        <a:pt x="64" y="83"/>
                      </a:cubicBezTo>
                      <a:cubicBezTo>
                        <a:pt x="67" y="83"/>
                        <a:pt x="67" y="84"/>
                        <a:pt x="69" y="84"/>
                      </a:cubicBezTo>
                      <a:cubicBezTo>
                        <a:pt x="71" y="94"/>
                        <a:pt x="71" y="94"/>
                        <a:pt x="71" y="94"/>
                      </a:cubicBezTo>
                      <a:cubicBezTo>
                        <a:pt x="71" y="95"/>
                        <a:pt x="71" y="95"/>
                        <a:pt x="71" y="95"/>
                      </a:cubicBezTo>
                      <a:cubicBezTo>
                        <a:pt x="68" y="100"/>
                        <a:pt x="68" y="99"/>
                        <a:pt x="63" y="101"/>
                      </a:cubicBezTo>
                      <a:cubicBezTo>
                        <a:pt x="61" y="99"/>
                        <a:pt x="56" y="95"/>
                        <a:pt x="56" y="91"/>
                      </a:cubicBezTo>
                      <a:close/>
                      <a:moveTo>
                        <a:pt x="72" y="83"/>
                      </a:moveTo>
                      <a:cubicBezTo>
                        <a:pt x="74" y="79"/>
                        <a:pt x="73" y="79"/>
                        <a:pt x="77" y="77"/>
                      </a:cubicBezTo>
                      <a:cubicBezTo>
                        <a:pt x="79" y="75"/>
                        <a:pt x="82" y="75"/>
                        <a:pt x="83" y="73"/>
                      </a:cubicBezTo>
                      <a:cubicBezTo>
                        <a:pt x="88" y="76"/>
                        <a:pt x="89" y="76"/>
                        <a:pt x="90" y="82"/>
                      </a:cubicBezTo>
                      <a:cubicBezTo>
                        <a:pt x="92" y="95"/>
                        <a:pt x="92" y="95"/>
                        <a:pt x="92" y="95"/>
                      </a:cubicBezTo>
                      <a:cubicBezTo>
                        <a:pt x="93" y="96"/>
                        <a:pt x="93" y="96"/>
                        <a:pt x="93" y="96"/>
                      </a:cubicBezTo>
                      <a:cubicBezTo>
                        <a:pt x="94" y="99"/>
                        <a:pt x="94" y="99"/>
                        <a:pt x="94" y="99"/>
                      </a:cubicBezTo>
                      <a:cubicBezTo>
                        <a:pt x="91" y="105"/>
                        <a:pt x="93" y="103"/>
                        <a:pt x="88" y="106"/>
                      </a:cubicBezTo>
                      <a:cubicBezTo>
                        <a:pt x="83" y="101"/>
                        <a:pt x="82" y="101"/>
                        <a:pt x="79" y="95"/>
                      </a:cubicBezTo>
                      <a:cubicBezTo>
                        <a:pt x="77" y="93"/>
                        <a:pt x="77" y="91"/>
                        <a:pt x="75" y="89"/>
                      </a:cubicBezTo>
                      <a:cubicBezTo>
                        <a:pt x="73" y="87"/>
                        <a:pt x="73" y="86"/>
                        <a:pt x="72" y="83"/>
                      </a:cubicBezTo>
                      <a:close/>
                      <a:moveTo>
                        <a:pt x="91" y="29"/>
                      </a:moveTo>
                      <a:cubicBezTo>
                        <a:pt x="91" y="22"/>
                        <a:pt x="95" y="12"/>
                        <a:pt x="95" y="4"/>
                      </a:cubicBezTo>
                      <a:cubicBezTo>
                        <a:pt x="95" y="4"/>
                        <a:pt x="95" y="4"/>
                        <a:pt x="95" y="4"/>
                      </a:cubicBezTo>
                      <a:cubicBezTo>
                        <a:pt x="95" y="3"/>
                        <a:pt x="95" y="3"/>
                        <a:pt x="95" y="3"/>
                      </a:cubicBezTo>
                      <a:cubicBezTo>
                        <a:pt x="93" y="0"/>
                        <a:pt x="95" y="1"/>
                        <a:pt x="92" y="0"/>
                      </a:cubicBezTo>
                      <a:cubicBezTo>
                        <a:pt x="91" y="0"/>
                        <a:pt x="91" y="0"/>
                        <a:pt x="91" y="0"/>
                      </a:cubicBezTo>
                      <a:cubicBezTo>
                        <a:pt x="86" y="0"/>
                        <a:pt x="86" y="0"/>
                        <a:pt x="86" y="0"/>
                      </a:cubicBezTo>
                      <a:cubicBezTo>
                        <a:pt x="85" y="0"/>
                        <a:pt x="85" y="0"/>
                        <a:pt x="85" y="0"/>
                      </a:cubicBezTo>
                      <a:cubicBezTo>
                        <a:pt x="82" y="1"/>
                        <a:pt x="80" y="4"/>
                        <a:pt x="80" y="7"/>
                      </a:cubicBezTo>
                      <a:cubicBezTo>
                        <a:pt x="83" y="30"/>
                        <a:pt x="83" y="30"/>
                        <a:pt x="83" y="30"/>
                      </a:cubicBezTo>
                      <a:cubicBezTo>
                        <a:pt x="83" y="30"/>
                        <a:pt x="83" y="30"/>
                        <a:pt x="83" y="30"/>
                      </a:cubicBezTo>
                      <a:cubicBezTo>
                        <a:pt x="83" y="38"/>
                        <a:pt x="86" y="44"/>
                        <a:pt x="86" y="49"/>
                      </a:cubicBezTo>
                      <a:cubicBezTo>
                        <a:pt x="86" y="50"/>
                        <a:pt x="86" y="50"/>
                        <a:pt x="86" y="50"/>
                      </a:cubicBezTo>
                      <a:cubicBezTo>
                        <a:pt x="87" y="62"/>
                        <a:pt x="87" y="62"/>
                        <a:pt x="87" y="62"/>
                      </a:cubicBezTo>
                      <a:cubicBezTo>
                        <a:pt x="87" y="68"/>
                        <a:pt x="52" y="81"/>
                        <a:pt x="46" y="84"/>
                      </a:cubicBezTo>
                      <a:cubicBezTo>
                        <a:pt x="39" y="87"/>
                        <a:pt x="31" y="89"/>
                        <a:pt x="23" y="92"/>
                      </a:cubicBezTo>
                      <a:cubicBezTo>
                        <a:pt x="20" y="94"/>
                        <a:pt x="0" y="96"/>
                        <a:pt x="0" y="99"/>
                      </a:cubicBezTo>
                      <a:cubicBezTo>
                        <a:pt x="0" y="101"/>
                        <a:pt x="9" y="108"/>
                        <a:pt x="11" y="108"/>
                      </a:cubicBezTo>
                      <a:cubicBezTo>
                        <a:pt x="13" y="108"/>
                        <a:pt x="13" y="108"/>
                        <a:pt x="13" y="108"/>
                      </a:cubicBezTo>
                      <a:cubicBezTo>
                        <a:pt x="14" y="108"/>
                        <a:pt x="14" y="108"/>
                        <a:pt x="14" y="108"/>
                      </a:cubicBezTo>
                      <a:cubicBezTo>
                        <a:pt x="20" y="105"/>
                        <a:pt x="24" y="103"/>
                        <a:pt x="30" y="100"/>
                      </a:cubicBezTo>
                      <a:cubicBezTo>
                        <a:pt x="34" y="98"/>
                        <a:pt x="41" y="93"/>
                        <a:pt x="45" y="93"/>
                      </a:cubicBezTo>
                      <a:cubicBezTo>
                        <a:pt x="46" y="93"/>
                        <a:pt x="46" y="93"/>
                        <a:pt x="47" y="92"/>
                      </a:cubicBezTo>
                      <a:cubicBezTo>
                        <a:pt x="49" y="94"/>
                        <a:pt x="52" y="96"/>
                        <a:pt x="51" y="101"/>
                      </a:cubicBezTo>
                      <a:cubicBezTo>
                        <a:pt x="51" y="109"/>
                        <a:pt x="51" y="109"/>
                        <a:pt x="51" y="109"/>
                      </a:cubicBezTo>
                      <a:cubicBezTo>
                        <a:pt x="51" y="110"/>
                        <a:pt x="51" y="110"/>
                        <a:pt x="51" y="110"/>
                      </a:cubicBezTo>
                      <a:cubicBezTo>
                        <a:pt x="50" y="118"/>
                        <a:pt x="50" y="118"/>
                        <a:pt x="50" y="118"/>
                      </a:cubicBezTo>
                      <a:cubicBezTo>
                        <a:pt x="50" y="119"/>
                        <a:pt x="50" y="119"/>
                        <a:pt x="50" y="120"/>
                      </a:cubicBezTo>
                      <a:cubicBezTo>
                        <a:pt x="51" y="123"/>
                        <a:pt x="51" y="123"/>
                        <a:pt x="54" y="125"/>
                      </a:cubicBezTo>
                      <a:cubicBezTo>
                        <a:pt x="56" y="125"/>
                        <a:pt x="56" y="125"/>
                        <a:pt x="56" y="125"/>
                      </a:cubicBezTo>
                      <a:cubicBezTo>
                        <a:pt x="59" y="125"/>
                        <a:pt x="60" y="121"/>
                        <a:pt x="62" y="119"/>
                      </a:cubicBezTo>
                      <a:cubicBezTo>
                        <a:pt x="62" y="118"/>
                        <a:pt x="62" y="118"/>
                        <a:pt x="62" y="118"/>
                      </a:cubicBezTo>
                      <a:cubicBezTo>
                        <a:pt x="62" y="113"/>
                        <a:pt x="62" y="113"/>
                        <a:pt x="62" y="113"/>
                      </a:cubicBezTo>
                      <a:cubicBezTo>
                        <a:pt x="63" y="110"/>
                        <a:pt x="68" y="106"/>
                        <a:pt x="71" y="106"/>
                      </a:cubicBezTo>
                      <a:cubicBezTo>
                        <a:pt x="75" y="106"/>
                        <a:pt x="77" y="109"/>
                        <a:pt x="78" y="111"/>
                      </a:cubicBezTo>
                      <a:cubicBezTo>
                        <a:pt x="78" y="112"/>
                        <a:pt x="78" y="112"/>
                        <a:pt x="78" y="112"/>
                      </a:cubicBezTo>
                      <a:cubicBezTo>
                        <a:pt x="78" y="113"/>
                        <a:pt x="78" y="113"/>
                        <a:pt x="78" y="113"/>
                      </a:cubicBezTo>
                      <a:cubicBezTo>
                        <a:pt x="78" y="115"/>
                        <a:pt x="78" y="115"/>
                        <a:pt x="79" y="116"/>
                      </a:cubicBezTo>
                      <a:cubicBezTo>
                        <a:pt x="78" y="117"/>
                        <a:pt x="78" y="117"/>
                        <a:pt x="78" y="118"/>
                      </a:cubicBezTo>
                      <a:cubicBezTo>
                        <a:pt x="78" y="119"/>
                        <a:pt x="78" y="119"/>
                        <a:pt x="78" y="119"/>
                      </a:cubicBezTo>
                      <a:cubicBezTo>
                        <a:pt x="72" y="130"/>
                        <a:pt x="57" y="140"/>
                        <a:pt x="46" y="147"/>
                      </a:cubicBezTo>
                      <a:cubicBezTo>
                        <a:pt x="44" y="148"/>
                        <a:pt x="40" y="151"/>
                        <a:pt x="37" y="152"/>
                      </a:cubicBezTo>
                      <a:cubicBezTo>
                        <a:pt x="35" y="153"/>
                        <a:pt x="29" y="157"/>
                        <a:pt x="28" y="158"/>
                      </a:cubicBezTo>
                      <a:cubicBezTo>
                        <a:pt x="25" y="161"/>
                        <a:pt x="12" y="165"/>
                        <a:pt x="6" y="165"/>
                      </a:cubicBezTo>
                      <a:cubicBezTo>
                        <a:pt x="4" y="165"/>
                        <a:pt x="2" y="168"/>
                        <a:pt x="1" y="170"/>
                      </a:cubicBezTo>
                      <a:cubicBezTo>
                        <a:pt x="4" y="171"/>
                        <a:pt x="4" y="173"/>
                        <a:pt x="7" y="175"/>
                      </a:cubicBezTo>
                      <a:cubicBezTo>
                        <a:pt x="10" y="176"/>
                        <a:pt x="12" y="176"/>
                        <a:pt x="14" y="178"/>
                      </a:cubicBezTo>
                      <a:cubicBezTo>
                        <a:pt x="18" y="179"/>
                        <a:pt x="18" y="179"/>
                        <a:pt x="18" y="179"/>
                      </a:cubicBezTo>
                      <a:cubicBezTo>
                        <a:pt x="20" y="179"/>
                        <a:pt x="18" y="179"/>
                        <a:pt x="20" y="179"/>
                      </a:cubicBezTo>
                      <a:cubicBezTo>
                        <a:pt x="21" y="179"/>
                        <a:pt x="21" y="179"/>
                        <a:pt x="21" y="179"/>
                      </a:cubicBezTo>
                      <a:cubicBezTo>
                        <a:pt x="22" y="179"/>
                        <a:pt x="22" y="179"/>
                        <a:pt x="22" y="179"/>
                      </a:cubicBezTo>
                      <a:cubicBezTo>
                        <a:pt x="26" y="177"/>
                        <a:pt x="30" y="175"/>
                        <a:pt x="33" y="173"/>
                      </a:cubicBezTo>
                      <a:cubicBezTo>
                        <a:pt x="35" y="171"/>
                        <a:pt x="36" y="170"/>
                        <a:pt x="38" y="169"/>
                      </a:cubicBezTo>
                      <a:cubicBezTo>
                        <a:pt x="39" y="168"/>
                        <a:pt x="43" y="166"/>
                        <a:pt x="43" y="166"/>
                      </a:cubicBezTo>
                      <a:cubicBezTo>
                        <a:pt x="49" y="160"/>
                        <a:pt x="55" y="156"/>
                        <a:pt x="61" y="150"/>
                      </a:cubicBezTo>
                      <a:cubicBezTo>
                        <a:pt x="64" y="148"/>
                        <a:pt x="67" y="145"/>
                        <a:pt x="70" y="143"/>
                      </a:cubicBezTo>
                      <a:cubicBezTo>
                        <a:pt x="73" y="140"/>
                        <a:pt x="76" y="137"/>
                        <a:pt x="79" y="135"/>
                      </a:cubicBezTo>
                      <a:cubicBezTo>
                        <a:pt x="82" y="132"/>
                        <a:pt x="85" y="130"/>
                        <a:pt x="87" y="127"/>
                      </a:cubicBezTo>
                      <a:cubicBezTo>
                        <a:pt x="90" y="124"/>
                        <a:pt x="91" y="119"/>
                        <a:pt x="96" y="119"/>
                      </a:cubicBezTo>
                      <a:cubicBezTo>
                        <a:pt x="98" y="119"/>
                        <a:pt x="100" y="126"/>
                        <a:pt x="100" y="128"/>
                      </a:cubicBezTo>
                      <a:cubicBezTo>
                        <a:pt x="100" y="132"/>
                        <a:pt x="105" y="145"/>
                        <a:pt x="106" y="149"/>
                      </a:cubicBezTo>
                      <a:cubicBezTo>
                        <a:pt x="108" y="155"/>
                        <a:pt x="111" y="165"/>
                        <a:pt x="118" y="165"/>
                      </a:cubicBezTo>
                      <a:cubicBezTo>
                        <a:pt x="119" y="163"/>
                        <a:pt x="125" y="161"/>
                        <a:pt x="125" y="152"/>
                      </a:cubicBezTo>
                      <a:cubicBezTo>
                        <a:pt x="125" y="143"/>
                        <a:pt x="120" y="120"/>
                        <a:pt x="117" y="116"/>
                      </a:cubicBezTo>
                      <a:cubicBezTo>
                        <a:pt x="117" y="118"/>
                        <a:pt x="116" y="118"/>
                        <a:pt x="116" y="120"/>
                      </a:cubicBezTo>
                      <a:cubicBezTo>
                        <a:pt x="116" y="123"/>
                        <a:pt x="115" y="121"/>
                        <a:pt x="115" y="124"/>
                      </a:cubicBezTo>
                      <a:cubicBezTo>
                        <a:pt x="115" y="125"/>
                        <a:pt x="115" y="125"/>
                        <a:pt x="115" y="125"/>
                      </a:cubicBezTo>
                      <a:cubicBezTo>
                        <a:pt x="115" y="126"/>
                        <a:pt x="114" y="129"/>
                        <a:pt x="112" y="129"/>
                      </a:cubicBezTo>
                      <a:cubicBezTo>
                        <a:pt x="109" y="129"/>
                        <a:pt x="109" y="129"/>
                        <a:pt x="109" y="129"/>
                      </a:cubicBezTo>
                      <a:cubicBezTo>
                        <a:pt x="105" y="129"/>
                        <a:pt x="102" y="110"/>
                        <a:pt x="100" y="105"/>
                      </a:cubicBezTo>
                      <a:cubicBezTo>
                        <a:pt x="98" y="101"/>
                        <a:pt x="98" y="97"/>
                        <a:pt x="97" y="92"/>
                      </a:cubicBezTo>
                      <a:cubicBezTo>
                        <a:pt x="96" y="87"/>
                        <a:pt x="94" y="86"/>
                        <a:pt x="94" y="79"/>
                      </a:cubicBezTo>
                      <a:cubicBezTo>
                        <a:pt x="94" y="76"/>
                        <a:pt x="94" y="76"/>
                        <a:pt x="94" y="76"/>
                      </a:cubicBezTo>
                      <a:cubicBezTo>
                        <a:pt x="94" y="65"/>
                        <a:pt x="110" y="67"/>
                        <a:pt x="110" y="61"/>
                      </a:cubicBezTo>
                      <a:cubicBezTo>
                        <a:pt x="110" y="60"/>
                        <a:pt x="110" y="60"/>
                        <a:pt x="110" y="60"/>
                      </a:cubicBezTo>
                      <a:cubicBezTo>
                        <a:pt x="110" y="58"/>
                        <a:pt x="109" y="57"/>
                        <a:pt x="108" y="57"/>
                      </a:cubicBezTo>
                      <a:cubicBezTo>
                        <a:pt x="105" y="57"/>
                        <a:pt x="105" y="57"/>
                        <a:pt x="105" y="57"/>
                      </a:cubicBezTo>
                      <a:cubicBezTo>
                        <a:pt x="104" y="57"/>
                        <a:pt x="104" y="57"/>
                        <a:pt x="104" y="57"/>
                      </a:cubicBezTo>
                      <a:cubicBezTo>
                        <a:pt x="103" y="58"/>
                        <a:pt x="102" y="59"/>
                        <a:pt x="101" y="59"/>
                      </a:cubicBezTo>
                      <a:cubicBezTo>
                        <a:pt x="99" y="60"/>
                        <a:pt x="99" y="59"/>
                        <a:pt x="97" y="60"/>
                      </a:cubicBezTo>
                      <a:cubicBezTo>
                        <a:pt x="95" y="59"/>
                        <a:pt x="91" y="56"/>
                        <a:pt x="91" y="54"/>
                      </a:cubicBezTo>
                      <a:cubicBezTo>
                        <a:pt x="91" y="41"/>
                        <a:pt x="91" y="41"/>
                        <a:pt x="91" y="41"/>
                      </a:cubicBezTo>
                      <a:lnTo>
                        <a:pt x="91" y="29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3" name="íšlïďè"/>
                <p:cNvSpPr/>
                <p:nvPr/>
              </p:nvSpPr>
              <p:spPr bwMode="auto">
                <a:xfrm>
                  <a:off x="5478463" y="3581400"/>
                  <a:ext cx="46038" cy="76200"/>
                </a:xfrm>
                <a:custGeom>
                  <a:avLst/>
                  <a:gdLst>
                    <a:gd name="T0" fmla="*/ 14 w 14"/>
                    <a:gd name="T1" fmla="*/ 15 h 23"/>
                    <a:gd name="T2" fmla="*/ 10 w 14"/>
                    <a:gd name="T3" fmla="*/ 6 h 23"/>
                    <a:gd name="T4" fmla="*/ 3 w 14"/>
                    <a:gd name="T5" fmla="*/ 0 h 23"/>
                    <a:gd name="T6" fmla="*/ 0 w 14"/>
                    <a:gd name="T7" fmla="*/ 3 h 23"/>
                    <a:gd name="T8" fmla="*/ 5 w 14"/>
                    <a:gd name="T9" fmla="*/ 11 h 23"/>
                    <a:gd name="T10" fmla="*/ 5 w 14"/>
                    <a:gd name="T11" fmla="*/ 12 h 23"/>
                    <a:gd name="T12" fmla="*/ 5 w 14"/>
                    <a:gd name="T13" fmla="*/ 14 h 23"/>
                    <a:gd name="T14" fmla="*/ 5 w 14"/>
                    <a:gd name="T15" fmla="*/ 15 h 23"/>
                    <a:gd name="T16" fmla="*/ 2 w 14"/>
                    <a:gd name="T17" fmla="*/ 19 h 23"/>
                    <a:gd name="T18" fmla="*/ 2 w 14"/>
                    <a:gd name="T19" fmla="*/ 22 h 23"/>
                    <a:gd name="T20" fmla="*/ 5 w 14"/>
                    <a:gd name="T21" fmla="*/ 23 h 23"/>
                    <a:gd name="T22" fmla="*/ 6 w 14"/>
                    <a:gd name="T23" fmla="*/ 23 h 23"/>
                    <a:gd name="T24" fmla="*/ 11 w 14"/>
                    <a:gd name="T25" fmla="*/ 20 h 23"/>
                    <a:gd name="T26" fmla="*/ 14 w 14"/>
                    <a:gd name="T27" fmla="*/ 15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4" h="23">
                      <a:moveTo>
                        <a:pt x="14" y="15"/>
                      </a:moveTo>
                      <a:cubicBezTo>
                        <a:pt x="14" y="11"/>
                        <a:pt x="12" y="9"/>
                        <a:pt x="10" y="6"/>
                      </a:cubicBezTo>
                      <a:cubicBezTo>
                        <a:pt x="8" y="5"/>
                        <a:pt x="3" y="1"/>
                        <a:pt x="3" y="0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5" y="12"/>
                        <a:pt x="5" y="12"/>
                        <a:pt x="5" y="12"/>
                      </a:cubicBez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5" y="15"/>
                        <a:pt x="5" y="15"/>
                        <a:pt x="5" y="15"/>
                      </a:cubicBezTo>
                      <a:cubicBezTo>
                        <a:pt x="2" y="19"/>
                        <a:pt x="2" y="19"/>
                        <a:pt x="2" y="19"/>
                      </a:cubicBezTo>
                      <a:cubicBezTo>
                        <a:pt x="2" y="22"/>
                        <a:pt x="2" y="22"/>
                        <a:pt x="2" y="22"/>
                      </a:cubicBezTo>
                      <a:cubicBezTo>
                        <a:pt x="5" y="23"/>
                        <a:pt x="5" y="23"/>
                        <a:pt x="5" y="23"/>
                      </a:cubicBezTo>
                      <a:cubicBezTo>
                        <a:pt x="6" y="23"/>
                        <a:pt x="6" y="23"/>
                        <a:pt x="6" y="23"/>
                      </a:cubicBezTo>
                      <a:cubicBezTo>
                        <a:pt x="7" y="23"/>
                        <a:pt x="11" y="21"/>
                        <a:pt x="11" y="20"/>
                      </a:cubicBezTo>
                      <a:cubicBezTo>
                        <a:pt x="13" y="19"/>
                        <a:pt x="13" y="17"/>
                        <a:pt x="14" y="1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4" name="işḷîḑe"/>
                <p:cNvSpPr/>
                <p:nvPr/>
              </p:nvSpPr>
              <p:spPr bwMode="auto">
                <a:xfrm>
                  <a:off x="6310313" y="3136900"/>
                  <a:ext cx="406400" cy="554038"/>
                </a:xfrm>
                <a:custGeom>
                  <a:avLst/>
                  <a:gdLst>
                    <a:gd name="T0" fmla="*/ 101 w 123"/>
                    <a:gd name="T1" fmla="*/ 9 h 166"/>
                    <a:gd name="T2" fmla="*/ 96 w 123"/>
                    <a:gd name="T3" fmla="*/ 0 h 166"/>
                    <a:gd name="T4" fmla="*/ 76 w 123"/>
                    <a:gd name="T5" fmla="*/ 23 h 166"/>
                    <a:gd name="T6" fmla="*/ 66 w 123"/>
                    <a:gd name="T7" fmla="*/ 20 h 166"/>
                    <a:gd name="T8" fmla="*/ 69 w 123"/>
                    <a:gd name="T9" fmla="*/ 29 h 166"/>
                    <a:gd name="T10" fmla="*/ 64 w 123"/>
                    <a:gd name="T11" fmla="*/ 38 h 166"/>
                    <a:gd name="T12" fmla="*/ 71 w 123"/>
                    <a:gd name="T13" fmla="*/ 37 h 166"/>
                    <a:gd name="T14" fmla="*/ 78 w 123"/>
                    <a:gd name="T15" fmla="*/ 38 h 166"/>
                    <a:gd name="T16" fmla="*/ 104 w 123"/>
                    <a:gd name="T17" fmla="*/ 37 h 166"/>
                    <a:gd name="T18" fmla="*/ 97 w 123"/>
                    <a:gd name="T19" fmla="*/ 43 h 166"/>
                    <a:gd name="T20" fmla="*/ 85 w 123"/>
                    <a:gd name="T21" fmla="*/ 56 h 166"/>
                    <a:gd name="T22" fmla="*/ 78 w 123"/>
                    <a:gd name="T23" fmla="*/ 67 h 166"/>
                    <a:gd name="T24" fmla="*/ 72 w 123"/>
                    <a:gd name="T25" fmla="*/ 62 h 166"/>
                    <a:gd name="T26" fmla="*/ 72 w 123"/>
                    <a:gd name="T27" fmla="*/ 48 h 166"/>
                    <a:gd name="T28" fmla="*/ 63 w 123"/>
                    <a:gd name="T29" fmla="*/ 57 h 166"/>
                    <a:gd name="T30" fmla="*/ 56 w 123"/>
                    <a:gd name="T31" fmla="*/ 57 h 166"/>
                    <a:gd name="T32" fmla="*/ 61 w 123"/>
                    <a:gd name="T33" fmla="*/ 66 h 166"/>
                    <a:gd name="T34" fmla="*/ 59 w 123"/>
                    <a:gd name="T35" fmla="*/ 70 h 166"/>
                    <a:gd name="T36" fmla="*/ 68 w 123"/>
                    <a:gd name="T37" fmla="*/ 74 h 166"/>
                    <a:gd name="T38" fmla="*/ 68 w 123"/>
                    <a:gd name="T39" fmla="*/ 78 h 166"/>
                    <a:gd name="T40" fmla="*/ 40 w 123"/>
                    <a:gd name="T41" fmla="*/ 92 h 166"/>
                    <a:gd name="T42" fmla="*/ 24 w 123"/>
                    <a:gd name="T43" fmla="*/ 99 h 166"/>
                    <a:gd name="T44" fmla="*/ 3 w 123"/>
                    <a:gd name="T45" fmla="*/ 105 h 166"/>
                    <a:gd name="T46" fmla="*/ 2 w 123"/>
                    <a:gd name="T47" fmla="*/ 112 h 166"/>
                    <a:gd name="T48" fmla="*/ 14 w 123"/>
                    <a:gd name="T49" fmla="*/ 120 h 166"/>
                    <a:gd name="T50" fmla="*/ 32 w 123"/>
                    <a:gd name="T51" fmla="*/ 108 h 166"/>
                    <a:gd name="T52" fmla="*/ 55 w 123"/>
                    <a:gd name="T53" fmla="*/ 93 h 166"/>
                    <a:gd name="T54" fmla="*/ 63 w 123"/>
                    <a:gd name="T55" fmla="*/ 89 h 166"/>
                    <a:gd name="T56" fmla="*/ 82 w 123"/>
                    <a:gd name="T57" fmla="*/ 83 h 166"/>
                    <a:gd name="T58" fmla="*/ 82 w 123"/>
                    <a:gd name="T59" fmla="*/ 86 h 166"/>
                    <a:gd name="T60" fmla="*/ 74 w 123"/>
                    <a:gd name="T61" fmla="*/ 97 h 166"/>
                    <a:gd name="T62" fmla="*/ 61 w 123"/>
                    <a:gd name="T63" fmla="*/ 107 h 166"/>
                    <a:gd name="T64" fmla="*/ 64 w 123"/>
                    <a:gd name="T65" fmla="*/ 118 h 166"/>
                    <a:gd name="T66" fmla="*/ 55 w 123"/>
                    <a:gd name="T67" fmla="*/ 126 h 166"/>
                    <a:gd name="T68" fmla="*/ 40 w 123"/>
                    <a:gd name="T69" fmla="*/ 129 h 166"/>
                    <a:gd name="T70" fmla="*/ 30 w 123"/>
                    <a:gd name="T71" fmla="*/ 130 h 166"/>
                    <a:gd name="T72" fmla="*/ 35 w 123"/>
                    <a:gd name="T73" fmla="*/ 141 h 166"/>
                    <a:gd name="T74" fmla="*/ 38 w 123"/>
                    <a:gd name="T75" fmla="*/ 141 h 166"/>
                    <a:gd name="T76" fmla="*/ 56 w 123"/>
                    <a:gd name="T77" fmla="*/ 133 h 166"/>
                    <a:gd name="T78" fmla="*/ 63 w 123"/>
                    <a:gd name="T79" fmla="*/ 141 h 166"/>
                    <a:gd name="T80" fmla="*/ 56 w 123"/>
                    <a:gd name="T81" fmla="*/ 154 h 166"/>
                    <a:gd name="T82" fmla="*/ 53 w 123"/>
                    <a:gd name="T83" fmla="*/ 154 h 166"/>
                    <a:gd name="T84" fmla="*/ 49 w 123"/>
                    <a:gd name="T85" fmla="*/ 154 h 166"/>
                    <a:gd name="T86" fmla="*/ 46 w 123"/>
                    <a:gd name="T87" fmla="*/ 156 h 166"/>
                    <a:gd name="T88" fmla="*/ 56 w 123"/>
                    <a:gd name="T89" fmla="*/ 166 h 166"/>
                    <a:gd name="T90" fmla="*/ 71 w 123"/>
                    <a:gd name="T91" fmla="*/ 160 h 166"/>
                    <a:gd name="T92" fmla="*/ 75 w 123"/>
                    <a:gd name="T93" fmla="*/ 146 h 166"/>
                    <a:gd name="T94" fmla="*/ 80 w 123"/>
                    <a:gd name="T95" fmla="*/ 124 h 166"/>
                    <a:gd name="T96" fmla="*/ 94 w 123"/>
                    <a:gd name="T97" fmla="*/ 120 h 166"/>
                    <a:gd name="T98" fmla="*/ 81 w 123"/>
                    <a:gd name="T99" fmla="*/ 117 h 166"/>
                    <a:gd name="T100" fmla="*/ 72 w 123"/>
                    <a:gd name="T101" fmla="*/ 107 h 166"/>
                    <a:gd name="T102" fmla="*/ 78 w 123"/>
                    <a:gd name="T103" fmla="*/ 96 h 166"/>
                    <a:gd name="T104" fmla="*/ 92 w 123"/>
                    <a:gd name="T105" fmla="*/ 89 h 166"/>
                    <a:gd name="T106" fmla="*/ 102 w 123"/>
                    <a:gd name="T107" fmla="*/ 78 h 166"/>
                    <a:gd name="T108" fmla="*/ 95 w 123"/>
                    <a:gd name="T109" fmla="*/ 61 h 166"/>
                    <a:gd name="T110" fmla="*/ 109 w 123"/>
                    <a:gd name="T111" fmla="*/ 48 h 166"/>
                    <a:gd name="T112" fmla="*/ 116 w 123"/>
                    <a:gd name="T113" fmla="*/ 42 h 166"/>
                    <a:gd name="T114" fmla="*/ 121 w 123"/>
                    <a:gd name="T115" fmla="*/ 32 h 166"/>
                    <a:gd name="T116" fmla="*/ 116 w 123"/>
                    <a:gd name="T117" fmla="*/ 17 h 166"/>
                    <a:gd name="T118" fmla="*/ 104 w 123"/>
                    <a:gd name="T119" fmla="*/ 20 h 166"/>
                    <a:gd name="T120" fmla="*/ 93 w 123"/>
                    <a:gd name="T121" fmla="*/ 21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123" h="166">
                      <a:moveTo>
                        <a:pt x="93" y="21"/>
                      </a:moveTo>
                      <a:cubicBezTo>
                        <a:pt x="94" y="14"/>
                        <a:pt x="98" y="14"/>
                        <a:pt x="101" y="9"/>
                      </a:cubicBezTo>
                      <a:cubicBezTo>
                        <a:pt x="101" y="8"/>
                        <a:pt x="101" y="8"/>
                        <a:pt x="101" y="8"/>
                      </a:cubicBezTo>
                      <a:cubicBezTo>
                        <a:pt x="101" y="5"/>
                        <a:pt x="97" y="1"/>
                        <a:pt x="96" y="0"/>
                      </a:cubicBezTo>
                      <a:cubicBezTo>
                        <a:pt x="89" y="3"/>
                        <a:pt x="91" y="6"/>
                        <a:pt x="88" y="13"/>
                      </a:cubicBezTo>
                      <a:cubicBezTo>
                        <a:pt x="85" y="17"/>
                        <a:pt x="82" y="23"/>
                        <a:pt x="76" y="23"/>
                      </a:cubicBezTo>
                      <a:cubicBezTo>
                        <a:pt x="75" y="23"/>
                        <a:pt x="70" y="18"/>
                        <a:pt x="67" y="17"/>
                      </a:cubicBezTo>
                      <a:cubicBezTo>
                        <a:pt x="66" y="20"/>
                        <a:pt x="66" y="20"/>
                        <a:pt x="66" y="20"/>
                      </a:cubicBezTo>
                      <a:cubicBezTo>
                        <a:pt x="67" y="23"/>
                        <a:pt x="69" y="24"/>
                        <a:pt x="69" y="28"/>
                      </a:cubicBezTo>
                      <a:cubicBezTo>
                        <a:pt x="69" y="29"/>
                        <a:pt x="69" y="29"/>
                        <a:pt x="69" y="29"/>
                      </a:cubicBezTo>
                      <a:cubicBezTo>
                        <a:pt x="69" y="29"/>
                        <a:pt x="63" y="36"/>
                        <a:pt x="62" y="37"/>
                      </a:cubicBezTo>
                      <a:cubicBezTo>
                        <a:pt x="63" y="38"/>
                        <a:pt x="61" y="38"/>
                        <a:pt x="64" y="38"/>
                      </a:cubicBezTo>
                      <a:cubicBezTo>
                        <a:pt x="64" y="38"/>
                        <a:pt x="64" y="38"/>
                        <a:pt x="64" y="38"/>
                      </a:cubicBezTo>
                      <a:cubicBezTo>
                        <a:pt x="71" y="37"/>
                        <a:pt x="71" y="37"/>
                        <a:pt x="71" y="37"/>
                      </a:cubicBezTo>
                      <a:cubicBezTo>
                        <a:pt x="74" y="37"/>
                        <a:pt x="74" y="38"/>
                        <a:pt x="78" y="38"/>
                      </a:cubicBezTo>
                      <a:cubicBezTo>
                        <a:pt x="78" y="38"/>
                        <a:pt x="78" y="38"/>
                        <a:pt x="78" y="38"/>
                      </a:cubicBezTo>
                      <a:cubicBezTo>
                        <a:pt x="79" y="38"/>
                        <a:pt x="84" y="33"/>
                        <a:pt x="91" y="32"/>
                      </a:cubicBezTo>
                      <a:cubicBezTo>
                        <a:pt x="96" y="31"/>
                        <a:pt x="104" y="30"/>
                        <a:pt x="104" y="37"/>
                      </a:cubicBezTo>
                      <a:cubicBezTo>
                        <a:pt x="104" y="39"/>
                        <a:pt x="102" y="41"/>
                        <a:pt x="101" y="43"/>
                      </a:cubicBezTo>
                      <a:cubicBezTo>
                        <a:pt x="98" y="43"/>
                        <a:pt x="99" y="43"/>
                        <a:pt x="97" y="43"/>
                      </a:cubicBezTo>
                      <a:cubicBezTo>
                        <a:pt x="96" y="43"/>
                        <a:pt x="93" y="42"/>
                        <a:pt x="92" y="41"/>
                      </a:cubicBezTo>
                      <a:cubicBezTo>
                        <a:pt x="85" y="46"/>
                        <a:pt x="88" y="49"/>
                        <a:pt x="85" y="56"/>
                      </a:cubicBezTo>
                      <a:cubicBezTo>
                        <a:pt x="84" y="57"/>
                        <a:pt x="81" y="64"/>
                        <a:pt x="81" y="64"/>
                      </a:cubicBezTo>
                      <a:cubicBezTo>
                        <a:pt x="80" y="66"/>
                        <a:pt x="80" y="64"/>
                        <a:pt x="78" y="67"/>
                      </a:cubicBezTo>
                      <a:cubicBezTo>
                        <a:pt x="77" y="70"/>
                        <a:pt x="78" y="68"/>
                        <a:pt x="76" y="70"/>
                      </a:cubicBezTo>
                      <a:cubicBezTo>
                        <a:pt x="74" y="67"/>
                        <a:pt x="72" y="66"/>
                        <a:pt x="72" y="62"/>
                      </a:cubicBezTo>
                      <a:cubicBezTo>
                        <a:pt x="72" y="61"/>
                        <a:pt x="75" y="55"/>
                        <a:pt x="76" y="54"/>
                      </a:cubicBezTo>
                      <a:cubicBezTo>
                        <a:pt x="75" y="51"/>
                        <a:pt x="75" y="48"/>
                        <a:pt x="72" y="48"/>
                      </a:cubicBezTo>
                      <a:cubicBezTo>
                        <a:pt x="71" y="48"/>
                        <a:pt x="70" y="49"/>
                        <a:pt x="70" y="49"/>
                      </a:cubicBezTo>
                      <a:cubicBezTo>
                        <a:pt x="70" y="55"/>
                        <a:pt x="67" y="55"/>
                        <a:pt x="63" y="57"/>
                      </a:cubicBezTo>
                      <a:cubicBezTo>
                        <a:pt x="62" y="56"/>
                        <a:pt x="60" y="55"/>
                        <a:pt x="59" y="55"/>
                      </a:cubicBezTo>
                      <a:cubicBezTo>
                        <a:pt x="58" y="55"/>
                        <a:pt x="56" y="57"/>
                        <a:pt x="56" y="57"/>
                      </a:cubicBezTo>
                      <a:cubicBezTo>
                        <a:pt x="58" y="60"/>
                        <a:pt x="59" y="60"/>
                        <a:pt x="61" y="64"/>
                      </a:cubicBezTo>
                      <a:cubicBezTo>
                        <a:pt x="61" y="66"/>
                        <a:pt x="61" y="66"/>
                        <a:pt x="61" y="66"/>
                      </a:cubicBezTo>
                      <a:cubicBezTo>
                        <a:pt x="61" y="67"/>
                        <a:pt x="61" y="67"/>
                        <a:pt x="61" y="67"/>
                      </a:cubicBezTo>
                      <a:cubicBezTo>
                        <a:pt x="59" y="70"/>
                        <a:pt x="59" y="70"/>
                        <a:pt x="59" y="70"/>
                      </a:cubicBezTo>
                      <a:cubicBezTo>
                        <a:pt x="60" y="71"/>
                        <a:pt x="58" y="71"/>
                        <a:pt x="61" y="71"/>
                      </a:cubicBezTo>
                      <a:cubicBezTo>
                        <a:pt x="64" y="71"/>
                        <a:pt x="66" y="72"/>
                        <a:pt x="68" y="74"/>
                      </a:cubicBezTo>
                      <a:cubicBezTo>
                        <a:pt x="68" y="75"/>
                        <a:pt x="68" y="75"/>
                        <a:pt x="68" y="75"/>
                      </a:cubicBezTo>
                      <a:cubicBezTo>
                        <a:pt x="68" y="78"/>
                        <a:pt x="68" y="78"/>
                        <a:pt x="68" y="78"/>
                      </a:cubicBezTo>
                      <a:cubicBezTo>
                        <a:pt x="68" y="82"/>
                        <a:pt x="58" y="85"/>
                        <a:pt x="55" y="86"/>
                      </a:cubicBezTo>
                      <a:cubicBezTo>
                        <a:pt x="50" y="88"/>
                        <a:pt x="44" y="91"/>
                        <a:pt x="40" y="92"/>
                      </a:cubicBezTo>
                      <a:cubicBezTo>
                        <a:pt x="36" y="94"/>
                        <a:pt x="35" y="94"/>
                        <a:pt x="32" y="96"/>
                      </a:cubicBezTo>
                      <a:cubicBezTo>
                        <a:pt x="29" y="97"/>
                        <a:pt x="27" y="97"/>
                        <a:pt x="24" y="99"/>
                      </a:cubicBezTo>
                      <a:cubicBezTo>
                        <a:pt x="20" y="101"/>
                        <a:pt x="13" y="104"/>
                        <a:pt x="9" y="104"/>
                      </a:cubicBezTo>
                      <a:cubicBezTo>
                        <a:pt x="3" y="105"/>
                        <a:pt x="3" y="105"/>
                        <a:pt x="3" y="105"/>
                      </a:cubicBezTo>
                      <a:cubicBezTo>
                        <a:pt x="1" y="105"/>
                        <a:pt x="1" y="106"/>
                        <a:pt x="0" y="107"/>
                      </a:cubicBezTo>
                      <a:cubicBezTo>
                        <a:pt x="0" y="108"/>
                        <a:pt x="0" y="111"/>
                        <a:pt x="2" y="112"/>
                      </a:cubicBezTo>
                      <a:cubicBezTo>
                        <a:pt x="4" y="114"/>
                        <a:pt x="3" y="114"/>
                        <a:pt x="5" y="115"/>
                      </a:cubicBezTo>
                      <a:cubicBezTo>
                        <a:pt x="6" y="116"/>
                        <a:pt x="12" y="119"/>
                        <a:pt x="14" y="120"/>
                      </a:cubicBezTo>
                      <a:cubicBezTo>
                        <a:pt x="15" y="119"/>
                        <a:pt x="15" y="119"/>
                        <a:pt x="17" y="119"/>
                      </a:cubicBezTo>
                      <a:cubicBezTo>
                        <a:pt x="20" y="119"/>
                        <a:pt x="30" y="110"/>
                        <a:pt x="32" y="108"/>
                      </a:cubicBezTo>
                      <a:cubicBezTo>
                        <a:pt x="36" y="104"/>
                        <a:pt x="42" y="101"/>
                        <a:pt x="47" y="98"/>
                      </a:cubicBezTo>
                      <a:cubicBezTo>
                        <a:pt x="50" y="96"/>
                        <a:pt x="52" y="95"/>
                        <a:pt x="55" y="93"/>
                      </a:cubicBezTo>
                      <a:cubicBezTo>
                        <a:pt x="57" y="92"/>
                        <a:pt x="58" y="92"/>
                        <a:pt x="59" y="91"/>
                      </a:cubicBezTo>
                      <a:cubicBezTo>
                        <a:pt x="61" y="90"/>
                        <a:pt x="61" y="90"/>
                        <a:pt x="63" y="89"/>
                      </a:cubicBezTo>
                      <a:cubicBezTo>
                        <a:pt x="68" y="87"/>
                        <a:pt x="74" y="80"/>
                        <a:pt x="79" y="80"/>
                      </a:cubicBezTo>
                      <a:cubicBezTo>
                        <a:pt x="81" y="80"/>
                        <a:pt x="82" y="82"/>
                        <a:pt x="82" y="83"/>
                      </a:cubicBezTo>
                      <a:cubicBezTo>
                        <a:pt x="82" y="85"/>
                        <a:pt x="82" y="85"/>
                        <a:pt x="82" y="85"/>
                      </a:cubicBezTo>
                      <a:cubicBezTo>
                        <a:pt x="82" y="86"/>
                        <a:pt x="82" y="86"/>
                        <a:pt x="82" y="86"/>
                      </a:cubicBezTo>
                      <a:cubicBezTo>
                        <a:pt x="80" y="90"/>
                        <a:pt x="79" y="89"/>
                        <a:pt x="78" y="93"/>
                      </a:cubicBezTo>
                      <a:cubicBezTo>
                        <a:pt x="75" y="94"/>
                        <a:pt x="75" y="94"/>
                        <a:pt x="74" y="97"/>
                      </a:cubicBezTo>
                      <a:cubicBezTo>
                        <a:pt x="69" y="98"/>
                        <a:pt x="71" y="99"/>
                        <a:pt x="67" y="101"/>
                      </a:cubicBezTo>
                      <a:cubicBezTo>
                        <a:pt x="63" y="103"/>
                        <a:pt x="63" y="103"/>
                        <a:pt x="61" y="107"/>
                      </a:cubicBezTo>
                      <a:cubicBezTo>
                        <a:pt x="61" y="110"/>
                        <a:pt x="64" y="114"/>
                        <a:pt x="64" y="117"/>
                      </a:cubicBezTo>
                      <a:cubicBezTo>
                        <a:pt x="64" y="118"/>
                        <a:pt x="64" y="118"/>
                        <a:pt x="64" y="118"/>
                      </a:cubicBezTo>
                      <a:cubicBezTo>
                        <a:pt x="64" y="119"/>
                        <a:pt x="64" y="119"/>
                        <a:pt x="64" y="119"/>
                      </a:cubicBezTo>
                      <a:cubicBezTo>
                        <a:pt x="61" y="123"/>
                        <a:pt x="60" y="125"/>
                        <a:pt x="55" y="126"/>
                      </a:cubicBezTo>
                      <a:cubicBezTo>
                        <a:pt x="51" y="127"/>
                        <a:pt x="43" y="129"/>
                        <a:pt x="41" y="129"/>
                      </a:cubicBezTo>
                      <a:cubicBezTo>
                        <a:pt x="40" y="129"/>
                        <a:pt x="40" y="129"/>
                        <a:pt x="40" y="129"/>
                      </a:cubicBezTo>
                      <a:cubicBezTo>
                        <a:pt x="32" y="130"/>
                        <a:pt x="32" y="130"/>
                        <a:pt x="32" y="130"/>
                      </a:cubicBezTo>
                      <a:cubicBezTo>
                        <a:pt x="30" y="130"/>
                        <a:pt x="30" y="130"/>
                        <a:pt x="30" y="130"/>
                      </a:cubicBezTo>
                      <a:cubicBezTo>
                        <a:pt x="27" y="132"/>
                        <a:pt x="27" y="132"/>
                        <a:pt x="27" y="132"/>
                      </a:cubicBezTo>
                      <a:cubicBezTo>
                        <a:pt x="30" y="136"/>
                        <a:pt x="30" y="138"/>
                        <a:pt x="35" y="141"/>
                      </a:cubicBezTo>
                      <a:cubicBezTo>
                        <a:pt x="36" y="141"/>
                        <a:pt x="36" y="141"/>
                        <a:pt x="36" y="141"/>
                      </a:cubicBezTo>
                      <a:cubicBezTo>
                        <a:pt x="38" y="141"/>
                        <a:pt x="38" y="141"/>
                        <a:pt x="38" y="141"/>
                      </a:cubicBezTo>
                      <a:cubicBezTo>
                        <a:pt x="39" y="141"/>
                        <a:pt x="39" y="141"/>
                        <a:pt x="39" y="141"/>
                      </a:cubicBezTo>
                      <a:cubicBezTo>
                        <a:pt x="43" y="138"/>
                        <a:pt x="51" y="133"/>
                        <a:pt x="56" y="133"/>
                      </a:cubicBezTo>
                      <a:cubicBezTo>
                        <a:pt x="58" y="133"/>
                        <a:pt x="58" y="133"/>
                        <a:pt x="58" y="133"/>
                      </a:cubicBezTo>
                      <a:cubicBezTo>
                        <a:pt x="62" y="133"/>
                        <a:pt x="63" y="137"/>
                        <a:pt x="63" y="141"/>
                      </a:cubicBezTo>
                      <a:cubicBezTo>
                        <a:pt x="63" y="143"/>
                        <a:pt x="63" y="143"/>
                        <a:pt x="63" y="143"/>
                      </a:cubicBezTo>
                      <a:cubicBezTo>
                        <a:pt x="63" y="150"/>
                        <a:pt x="60" y="152"/>
                        <a:pt x="56" y="154"/>
                      </a:cubicBezTo>
                      <a:cubicBezTo>
                        <a:pt x="55" y="154"/>
                        <a:pt x="55" y="154"/>
                        <a:pt x="55" y="154"/>
                      </a:cubicBezTo>
                      <a:cubicBezTo>
                        <a:pt x="53" y="154"/>
                        <a:pt x="53" y="154"/>
                        <a:pt x="53" y="154"/>
                      </a:cubicBezTo>
                      <a:cubicBezTo>
                        <a:pt x="52" y="154"/>
                        <a:pt x="52" y="154"/>
                        <a:pt x="51" y="153"/>
                      </a:cubicBezTo>
                      <a:cubicBezTo>
                        <a:pt x="50" y="154"/>
                        <a:pt x="50" y="154"/>
                        <a:pt x="49" y="154"/>
                      </a:cubicBezTo>
                      <a:cubicBezTo>
                        <a:pt x="47" y="154"/>
                        <a:pt x="47" y="154"/>
                        <a:pt x="47" y="154"/>
                      </a:cubicBezTo>
                      <a:cubicBezTo>
                        <a:pt x="47" y="155"/>
                        <a:pt x="46" y="155"/>
                        <a:pt x="46" y="156"/>
                      </a:cubicBezTo>
                      <a:cubicBezTo>
                        <a:pt x="46" y="158"/>
                        <a:pt x="53" y="165"/>
                        <a:pt x="55" y="166"/>
                      </a:cubicBezTo>
                      <a:cubicBezTo>
                        <a:pt x="56" y="166"/>
                        <a:pt x="56" y="166"/>
                        <a:pt x="56" y="166"/>
                      </a:cubicBezTo>
                      <a:cubicBezTo>
                        <a:pt x="61" y="166"/>
                        <a:pt x="61" y="166"/>
                        <a:pt x="61" y="166"/>
                      </a:cubicBezTo>
                      <a:cubicBezTo>
                        <a:pt x="66" y="166"/>
                        <a:pt x="69" y="163"/>
                        <a:pt x="71" y="160"/>
                      </a:cubicBezTo>
                      <a:cubicBezTo>
                        <a:pt x="74" y="155"/>
                        <a:pt x="74" y="151"/>
                        <a:pt x="76" y="148"/>
                      </a:cubicBezTo>
                      <a:cubicBezTo>
                        <a:pt x="75" y="146"/>
                        <a:pt x="75" y="148"/>
                        <a:pt x="75" y="146"/>
                      </a:cubicBezTo>
                      <a:cubicBezTo>
                        <a:pt x="75" y="138"/>
                        <a:pt x="75" y="138"/>
                        <a:pt x="75" y="138"/>
                      </a:cubicBezTo>
                      <a:cubicBezTo>
                        <a:pt x="75" y="130"/>
                        <a:pt x="74" y="128"/>
                        <a:pt x="80" y="124"/>
                      </a:cubicBezTo>
                      <a:cubicBezTo>
                        <a:pt x="81" y="124"/>
                        <a:pt x="81" y="124"/>
                        <a:pt x="81" y="124"/>
                      </a:cubicBezTo>
                      <a:cubicBezTo>
                        <a:pt x="90" y="124"/>
                        <a:pt x="90" y="127"/>
                        <a:pt x="94" y="120"/>
                      </a:cubicBezTo>
                      <a:cubicBezTo>
                        <a:pt x="92" y="117"/>
                        <a:pt x="91" y="116"/>
                        <a:pt x="88" y="115"/>
                      </a:cubicBezTo>
                      <a:cubicBezTo>
                        <a:pt x="86" y="116"/>
                        <a:pt x="84" y="117"/>
                        <a:pt x="81" y="117"/>
                      </a:cubicBezTo>
                      <a:cubicBezTo>
                        <a:pt x="79" y="117"/>
                        <a:pt x="79" y="117"/>
                        <a:pt x="79" y="117"/>
                      </a:cubicBezTo>
                      <a:cubicBezTo>
                        <a:pt x="77" y="116"/>
                        <a:pt x="72" y="109"/>
                        <a:pt x="72" y="107"/>
                      </a:cubicBezTo>
                      <a:cubicBezTo>
                        <a:pt x="72" y="105"/>
                        <a:pt x="72" y="105"/>
                        <a:pt x="72" y="105"/>
                      </a:cubicBezTo>
                      <a:cubicBezTo>
                        <a:pt x="72" y="99"/>
                        <a:pt x="75" y="100"/>
                        <a:pt x="78" y="96"/>
                      </a:cubicBezTo>
                      <a:cubicBezTo>
                        <a:pt x="80" y="96"/>
                        <a:pt x="80" y="96"/>
                        <a:pt x="80" y="96"/>
                      </a:cubicBezTo>
                      <a:cubicBezTo>
                        <a:pt x="82" y="93"/>
                        <a:pt x="89" y="90"/>
                        <a:pt x="92" y="89"/>
                      </a:cubicBezTo>
                      <a:cubicBezTo>
                        <a:pt x="95" y="87"/>
                        <a:pt x="101" y="83"/>
                        <a:pt x="101" y="80"/>
                      </a:cubicBezTo>
                      <a:cubicBezTo>
                        <a:pt x="101" y="77"/>
                        <a:pt x="101" y="79"/>
                        <a:pt x="102" y="78"/>
                      </a:cubicBezTo>
                      <a:cubicBezTo>
                        <a:pt x="101" y="77"/>
                        <a:pt x="101" y="79"/>
                        <a:pt x="101" y="77"/>
                      </a:cubicBezTo>
                      <a:cubicBezTo>
                        <a:pt x="101" y="73"/>
                        <a:pt x="96" y="64"/>
                        <a:pt x="95" y="61"/>
                      </a:cubicBezTo>
                      <a:cubicBezTo>
                        <a:pt x="95" y="61"/>
                        <a:pt x="101" y="55"/>
                        <a:pt x="102" y="55"/>
                      </a:cubicBezTo>
                      <a:cubicBezTo>
                        <a:pt x="104" y="52"/>
                        <a:pt x="106" y="51"/>
                        <a:pt x="109" y="48"/>
                      </a:cubicBezTo>
                      <a:cubicBezTo>
                        <a:pt x="110" y="47"/>
                        <a:pt x="112" y="46"/>
                        <a:pt x="113" y="45"/>
                      </a:cubicBezTo>
                      <a:cubicBezTo>
                        <a:pt x="114" y="44"/>
                        <a:pt x="115" y="43"/>
                        <a:pt x="116" y="42"/>
                      </a:cubicBezTo>
                      <a:cubicBezTo>
                        <a:pt x="118" y="39"/>
                        <a:pt x="118" y="35"/>
                        <a:pt x="121" y="34"/>
                      </a:cubicBezTo>
                      <a:cubicBezTo>
                        <a:pt x="121" y="32"/>
                        <a:pt x="121" y="32"/>
                        <a:pt x="121" y="32"/>
                      </a:cubicBezTo>
                      <a:cubicBezTo>
                        <a:pt x="121" y="27"/>
                        <a:pt x="123" y="30"/>
                        <a:pt x="120" y="24"/>
                      </a:cubicBezTo>
                      <a:cubicBezTo>
                        <a:pt x="118" y="20"/>
                        <a:pt x="118" y="20"/>
                        <a:pt x="116" y="17"/>
                      </a:cubicBezTo>
                      <a:cubicBezTo>
                        <a:pt x="113" y="17"/>
                        <a:pt x="113" y="17"/>
                        <a:pt x="113" y="17"/>
                      </a:cubicBezTo>
                      <a:cubicBezTo>
                        <a:pt x="111" y="17"/>
                        <a:pt x="105" y="19"/>
                        <a:pt x="104" y="20"/>
                      </a:cubicBezTo>
                      <a:cubicBezTo>
                        <a:pt x="101" y="23"/>
                        <a:pt x="102" y="23"/>
                        <a:pt x="96" y="24"/>
                      </a:cubicBezTo>
                      <a:lnTo>
                        <a:pt x="93" y="2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5" name="íṥḻiďê"/>
                <p:cNvSpPr/>
                <p:nvPr/>
              </p:nvSpPr>
              <p:spPr bwMode="auto">
                <a:xfrm>
                  <a:off x="5159376" y="3357563"/>
                  <a:ext cx="117475" cy="366713"/>
                </a:xfrm>
                <a:custGeom>
                  <a:avLst/>
                  <a:gdLst>
                    <a:gd name="T0" fmla="*/ 23 w 36"/>
                    <a:gd name="T1" fmla="*/ 14 h 110"/>
                    <a:gd name="T2" fmla="*/ 23 w 36"/>
                    <a:gd name="T3" fmla="*/ 12 h 110"/>
                    <a:gd name="T4" fmla="*/ 18 w 36"/>
                    <a:gd name="T5" fmla="*/ 6 h 110"/>
                    <a:gd name="T6" fmla="*/ 13 w 36"/>
                    <a:gd name="T7" fmla="*/ 0 h 110"/>
                    <a:gd name="T8" fmla="*/ 11 w 36"/>
                    <a:gd name="T9" fmla="*/ 4 h 110"/>
                    <a:gd name="T10" fmla="*/ 13 w 36"/>
                    <a:gd name="T11" fmla="*/ 16 h 110"/>
                    <a:gd name="T12" fmla="*/ 12 w 36"/>
                    <a:gd name="T13" fmla="*/ 34 h 110"/>
                    <a:gd name="T14" fmla="*/ 7 w 36"/>
                    <a:gd name="T15" fmla="*/ 65 h 110"/>
                    <a:gd name="T16" fmla="*/ 3 w 36"/>
                    <a:gd name="T17" fmla="*/ 80 h 110"/>
                    <a:gd name="T18" fmla="*/ 0 w 36"/>
                    <a:gd name="T19" fmla="*/ 95 h 110"/>
                    <a:gd name="T20" fmla="*/ 0 w 36"/>
                    <a:gd name="T21" fmla="*/ 98 h 110"/>
                    <a:gd name="T22" fmla="*/ 0 w 36"/>
                    <a:gd name="T23" fmla="*/ 100 h 110"/>
                    <a:gd name="T24" fmla="*/ 4 w 36"/>
                    <a:gd name="T25" fmla="*/ 105 h 110"/>
                    <a:gd name="T26" fmla="*/ 9 w 36"/>
                    <a:gd name="T27" fmla="*/ 110 h 110"/>
                    <a:gd name="T28" fmla="*/ 15 w 36"/>
                    <a:gd name="T29" fmla="*/ 104 h 110"/>
                    <a:gd name="T30" fmla="*/ 18 w 36"/>
                    <a:gd name="T31" fmla="*/ 96 h 110"/>
                    <a:gd name="T32" fmla="*/ 18 w 36"/>
                    <a:gd name="T33" fmla="*/ 90 h 110"/>
                    <a:gd name="T34" fmla="*/ 21 w 36"/>
                    <a:gd name="T35" fmla="*/ 71 h 110"/>
                    <a:gd name="T36" fmla="*/ 25 w 36"/>
                    <a:gd name="T37" fmla="*/ 53 h 110"/>
                    <a:gd name="T38" fmla="*/ 30 w 36"/>
                    <a:gd name="T39" fmla="*/ 36 h 110"/>
                    <a:gd name="T40" fmla="*/ 35 w 36"/>
                    <a:gd name="T41" fmla="*/ 20 h 110"/>
                    <a:gd name="T42" fmla="*/ 33 w 36"/>
                    <a:gd name="T43" fmla="*/ 20 h 110"/>
                    <a:gd name="T44" fmla="*/ 30 w 36"/>
                    <a:gd name="T45" fmla="*/ 22 h 110"/>
                    <a:gd name="T46" fmla="*/ 23 w 36"/>
                    <a:gd name="T47" fmla="*/ 17 h 110"/>
                    <a:gd name="T48" fmla="*/ 23 w 36"/>
                    <a:gd name="T49" fmla="*/ 15 h 110"/>
                    <a:gd name="T50" fmla="*/ 23 w 36"/>
                    <a:gd name="T51" fmla="*/ 14 h 1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6" h="110">
                      <a:moveTo>
                        <a:pt x="23" y="14"/>
                      </a:moveTo>
                      <a:cubicBezTo>
                        <a:pt x="23" y="12"/>
                        <a:pt x="23" y="12"/>
                        <a:pt x="23" y="12"/>
                      </a:cubicBezTo>
                      <a:cubicBezTo>
                        <a:pt x="21" y="8"/>
                        <a:pt x="22" y="9"/>
                        <a:pt x="18" y="6"/>
                      </a:cubicBezTo>
                      <a:cubicBezTo>
                        <a:pt x="17" y="4"/>
                        <a:pt x="15" y="2"/>
                        <a:pt x="13" y="0"/>
                      </a:cubicBezTo>
                      <a:cubicBezTo>
                        <a:pt x="12" y="1"/>
                        <a:pt x="11" y="3"/>
                        <a:pt x="11" y="4"/>
                      </a:cubicBezTo>
                      <a:cubicBezTo>
                        <a:pt x="11" y="7"/>
                        <a:pt x="13" y="12"/>
                        <a:pt x="13" y="16"/>
                      </a:cubicBezTo>
                      <a:cubicBezTo>
                        <a:pt x="12" y="34"/>
                        <a:pt x="12" y="34"/>
                        <a:pt x="12" y="34"/>
                      </a:cubicBezTo>
                      <a:cubicBezTo>
                        <a:pt x="12" y="43"/>
                        <a:pt x="9" y="56"/>
                        <a:pt x="7" y="65"/>
                      </a:cubicBezTo>
                      <a:cubicBezTo>
                        <a:pt x="6" y="72"/>
                        <a:pt x="4" y="75"/>
                        <a:pt x="3" y="80"/>
                      </a:cubicBezTo>
                      <a:cubicBezTo>
                        <a:pt x="2" y="85"/>
                        <a:pt x="0" y="91"/>
                        <a:pt x="0" y="95"/>
                      </a:cubicBezTo>
                      <a:cubicBezTo>
                        <a:pt x="0" y="98"/>
                        <a:pt x="0" y="98"/>
                        <a:pt x="0" y="98"/>
                      </a:cubicBezTo>
                      <a:cubicBezTo>
                        <a:pt x="0" y="100"/>
                        <a:pt x="0" y="100"/>
                        <a:pt x="0" y="100"/>
                      </a:cubicBezTo>
                      <a:cubicBezTo>
                        <a:pt x="2" y="102"/>
                        <a:pt x="2" y="103"/>
                        <a:pt x="4" y="105"/>
                      </a:cubicBezTo>
                      <a:cubicBezTo>
                        <a:pt x="6" y="108"/>
                        <a:pt x="7" y="108"/>
                        <a:pt x="9" y="110"/>
                      </a:cubicBezTo>
                      <a:cubicBezTo>
                        <a:pt x="12" y="108"/>
                        <a:pt x="13" y="108"/>
                        <a:pt x="15" y="104"/>
                      </a:cubicBezTo>
                      <a:cubicBezTo>
                        <a:pt x="16" y="102"/>
                        <a:pt x="18" y="99"/>
                        <a:pt x="18" y="96"/>
                      </a:cubicBezTo>
                      <a:cubicBezTo>
                        <a:pt x="18" y="90"/>
                        <a:pt x="18" y="90"/>
                        <a:pt x="18" y="90"/>
                      </a:cubicBezTo>
                      <a:cubicBezTo>
                        <a:pt x="18" y="83"/>
                        <a:pt x="20" y="77"/>
                        <a:pt x="21" y="71"/>
                      </a:cubicBezTo>
                      <a:cubicBezTo>
                        <a:pt x="23" y="65"/>
                        <a:pt x="23" y="59"/>
                        <a:pt x="25" y="53"/>
                      </a:cubicBezTo>
                      <a:cubicBezTo>
                        <a:pt x="26" y="47"/>
                        <a:pt x="29" y="42"/>
                        <a:pt x="30" y="36"/>
                      </a:cubicBezTo>
                      <a:cubicBezTo>
                        <a:pt x="31" y="28"/>
                        <a:pt x="34" y="27"/>
                        <a:pt x="35" y="20"/>
                      </a:cubicBezTo>
                      <a:cubicBezTo>
                        <a:pt x="34" y="19"/>
                        <a:pt x="36" y="20"/>
                        <a:pt x="33" y="20"/>
                      </a:cubicBezTo>
                      <a:cubicBezTo>
                        <a:pt x="33" y="20"/>
                        <a:pt x="30" y="22"/>
                        <a:pt x="30" y="22"/>
                      </a:cubicBezTo>
                      <a:cubicBezTo>
                        <a:pt x="25" y="21"/>
                        <a:pt x="25" y="21"/>
                        <a:pt x="23" y="17"/>
                      </a:cubicBezTo>
                      <a:cubicBezTo>
                        <a:pt x="23" y="15"/>
                        <a:pt x="23" y="15"/>
                        <a:pt x="23" y="15"/>
                      </a:cubicBezTo>
                      <a:lnTo>
                        <a:pt x="23" y="14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grpSp>
            <p:nvGrpSpPr>
              <p:cNvPr id="249" name="ïšľîḍê"/>
              <p:cNvGrpSpPr/>
              <p:nvPr/>
            </p:nvGrpSpPr>
            <p:grpSpPr>
              <a:xfrm>
                <a:off x="4412452" y="3781425"/>
                <a:ext cx="2312689" cy="166461"/>
                <a:chOff x="6986588" y="3521075"/>
                <a:chExt cx="1654176" cy="119063"/>
              </a:xfrm>
            </p:grpSpPr>
            <p:sp>
              <p:nvSpPr>
                <p:cNvPr id="250" name="îṩľîḑê"/>
                <p:cNvSpPr/>
                <p:nvPr/>
              </p:nvSpPr>
              <p:spPr bwMode="auto">
                <a:xfrm>
                  <a:off x="6986588" y="3521075"/>
                  <a:ext cx="155575" cy="119063"/>
                </a:xfrm>
                <a:custGeom>
                  <a:avLst/>
                  <a:gdLst>
                    <a:gd name="T0" fmla="*/ 84 w 98"/>
                    <a:gd name="T1" fmla="*/ 0 h 75"/>
                    <a:gd name="T2" fmla="*/ 59 w 98"/>
                    <a:gd name="T3" fmla="*/ 52 h 75"/>
                    <a:gd name="T4" fmla="*/ 57 w 98"/>
                    <a:gd name="T5" fmla="*/ 0 h 75"/>
                    <a:gd name="T6" fmla="*/ 40 w 98"/>
                    <a:gd name="T7" fmla="*/ 0 h 75"/>
                    <a:gd name="T8" fmla="*/ 15 w 98"/>
                    <a:gd name="T9" fmla="*/ 52 h 75"/>
                    <a:gd name="T10" fmla="*/ 15 w 98"/>
                    <a:gd name="T11" fmla="*/ 0 h 75"/>
                    <a:gd name="T12" fmla="*/ 0 w 98"/>
                    <a:gd name="T13" fmla="*/ 0 h 75"/>
                    <a:gd name="T14" fmla="*/ 2 w 98"/>
                    <a:gd name="T15" fmla="*/ 75 h 75"/>
                    <a:gd name="T16" fmla="*/ 19 w 98"/>
                    <a:gd name="T17" fmla="*/ 75 h 75"/>
                    <a:gd name="T18" fmla="*/ 44 w 98"/>
                    <a:gd name="T19" fmla="*/ 21 h 75"/>
                    <a:gd name="T20" fmla="*/ 46 w 98"/>
                    <a:gd name="T21" fmla="*/ 75 h 75"/>
                    <a:gd name="T22" fmla="*/ 63 w 98"/>
                    <a:gd name="T23" fmla="*/ 75 h 75"/>
                    <a:gd name="T24" fmla="*/ 98 w 98"/>
                    <a:gd name="T25" fmla="*/ 0 h 75"/>
                    <a:gd name="T26" fmla="*/ 84 w 98"/>
                    <a:gd name="T27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98" h="75">
                      <a:moveTo>
                        <a:pt x="84" y="0"/>
                      </a:moveTo>
                      <a:lnTo>
                        <a:pt x="59" y="52"/>
                      </a:lnTo>
                      <a:lnTo>
                        <a:pt x="57" y="0"/>
                      </a:lnTo>
                      <a:lnTo>
                        <a:pt x="40" y="0"/>
                      </a:lnTo>
                      <a:lnTo>
                        <a:pt x="15" y="52"/>
                      </a:ln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2" y="75"/>
                      </a:lnTo>
                      <a:lnTo>
                        <a:pt x="19" y="75"/>
                      </a:lnTo>
                      <a:lnTo>
                        <a:pt x="44" y="21"/>
                      </a:lnTo>
                      <a:lnTo>
                        <a:pt x="46" y="75"/>
                      </a:lnTo>
                      <a:lnTo>
                        <a:pt x="63" y="75"/>
                      </a:lnTo>
                      <a:lnTo>
                        <a:pt x="98" y="0"/>
                      </a:lnTo>
                      <a:lnTo>
                        <a:pt x="8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1" name="îṩḷîde"/>
                <p:cNvSpPr/>
                <p:nvPr/>
              </p:nvSpPr>
              <p:spPr bwMode="auto">
                <a:xfrm>
                  <a:off x="7135813" y="3521075"/>
                  <a:ext cx="112713" cy="119063"/>
                </a:xfrm>
                <a:custGeom>
                  <a:avLst/>
                  <a:gdLst>
                    <a:gd name="T0" fmla="*/ 22 w 34"/>
                    <a:gd name="T1" fmla="*/ 20 h 36"/>
                    <a:gd name="T2" fmla="*/ 20 w 34"/>
                    <a:gd name="T3" fmla="*/ 26 h 36"/>
                    <a:gd name="T4" fmla="*/ 18 w 34"/>
                    <a:gd name="T5" fmla="*/ 29 h 36"/>
                    <a:gd name="T6" fmla="*/ 13 w 34"/>
                    <a:gd name="T7" fmla="*/ 30 h 36"/>
                    <a:gd name="T8" fmla="*/ 9 w 34"/>
                    <a:gd name="T9" fmla="*/ 29 h 36"/>
                    <a:gd name="T10" fmla="*/ 7 w 34"/>
                    <a:gd name="T11" fmla="*/ 25 h 36"/>
                    <a:gd name="T12" fmla="*/ 7 w 34"/>
                    <a:gd name="T13" fmla="*/ 24 h 36"/>
                    <a:gd name="T14" fmla="*/ 8 w 34"/>
                    <a:gd name="T15" fmla="*/ 19 h 36"/>
                    <a:gd name="T16" fmla="*/ 12 w 34"/>
                    <a:gd name="T17" fmla="*/ 0 h 36"/>
                    <a:gd name="T18" fmla="*/ 5 w 34"/>
                    <a:gd name="T19" fmla="*/ 0 h 36"/>
                    <a:gd name="T20" fmla="*/ 1 w 34"/>
                    <a:gd name="T21" fmla="*/ 19 h 36"/>
                    <a:gd name="T22" fmla="*/ 0 w 34"/>
                    <a:gd name="T23" fmla="*/ 23 h 36"/>
                    <a:gd name="T24" fmla="*/ 0 w 34"/>
                    <a:gd name="T25" fmla="*/ 25 h 36"/>
                    <a:gd name="T26" fmla="*/ 3 w 34"/>
                    <a:gd name="T27" fmla="*/ 33 h 36"/>
                    <a:gd name="T28" fmla="*/ 13 w 34"/>
                    <a:gd name="T29" fmla="*/ 36 h 36"/>
                    <a:gd name="T30" fmla="*/ 22 w 34"/>
                    <a:gd name="T31" fmla="*/ 34 h 36"/>
                    <a:gd name="T32" fmla="*/ 27 w 34"/>
                    <a:gd name="T33" fmla="*/ 29 h 36"/>
                    <a:gd name="T34" fmla="*/ 30 w 34"/>
                    <a:gd name="T35" fmla="*/ 20 h 36"/>
                    <a:gd name="T36" fmla="*/ 34 w 34"/>
                    <a:gd name="T37" fmla="*/ 0 h 36"/>
                    <a:gd name="T38" fmla="*/ 26 w 34"/>
                    <a:gd name="T39" fmla="*/ 0 h 36"/>
                    <a:gd name="T40" fmla="*/ 22 w 34"/>
                    <a:gd name="T41" fmla="*/ 2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34" h="36">
                      <a:moveTo>
                        <a:pt x="22" y="20"/>
                      </a:moveTo>
                      <a:cubicBezTo>
                        <a:pt x="22" y="23"/>
                        <a:pt x="21" y="25"/>
                        <a:pt x="20" y="26"/>
                      </a:cubicBezTo>
                      <a:cubicBezTo>
                        <a:pt x="20" y="28"/>
                        <a:pt x="19" y="29"/>
                        <a:pt x="18" y="29"/>
                      </a:cubicBezTo>
                      <a:cubicBezTo>
                        <a:pt x="17" y="30"/>
                        <a:pt x="15" y="30"/>
                        <a:pt x="13" y="30"/>
                      </a:cubicBezTo>
                      <a:cubicBezTo>
                        <a:pt x="11" y="30"/>
                        <a:pt x="10" y="30"/>
                        <a:pt x="9" y="29"/>
                      </a:cubicBezTo>
                      <a:cubicBezTo>
                        <a:pt x="8" y="28"/>
                        <a:pt x="7" y="27"/>
                        <a:pt x="7" y="25"/>
                      </a:cubicBezTo>
                      <a:cubicBezTo>
                        <a:pt x="7" y="25"/>
                        <a:pt x="7" y="25"/>
                        <a:pt x="7" y="24"/>
                      </a:cubicBezTo>
                      <a:cubicBezTo>
                        <a:pt x="8" y="19"/>
                        <a:pt x="8" y="19"/>
                        <a:pt x="8" y="19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1" y="19"/>
                        <a:pt x="1" y="19"/>
                        <a:pt x="1" y="19"/>
                      </a:cubicBezTo>
                      <a:cubicBezTo>
                        <a:pt x="1" y="21"/>
                        <a:pt x="0" y="23"/>
                        <a:pt x="0" y="23"/>
                      </a:cubicBezTo>
                      <a:cubicBezTo>
                        <a:pt x="0" y="24"/>
                        <a:pt x="0" y="25"/>
                        <a:pt x="0" y="25"/>
                      </a:cubicBezTo>
                      <a:cubicBezTo>
                        <a:pt x="0" y="29"/>
                        <a:pt x="1" y="31"/>
                        <a:pt x="3" y="33"/>
                      </a:cubicBezTo>
                      <a:cubicBezTo>
                        <a:pt x="6" y="35"/>
                        <a:pt x="9" y="36"/>
                        <a:pt x="13" y="36"/>
                      </a:cubicBezTo>
                      <a:cubicBezTo>
                        <a:pt x="16" y="36"/>
                        <a:pt x="19" y="36"/>
                        <a:pt x="22" y="34"/>
                      </a:cubicBezTo>
                      <a:cubicBezTo>
                        <a:pt x="24" y="33"/>
                        <a:pt x="25" y="31"/>
                        <a:pt x="27" y="29"/>
                      </a:cubicBezTo>
                      <a:cubicBezTo>
                        <a:pt x="28" y="27"/>
                        <a:pt x="29" y="24"/>
                        <a:pt x="30" y="20"/>
                      </a:cubicBezTo>
                      <a:cubicBezTo>
                        <a:pt x="34" y="0"/>
                        <a:pt x="34" y="0"/>
                        <a:pt x="34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lnTo>
                        <a:pt x="22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2" name="îṣḻîḑê"/>
                <p:cNvSpPr/>
                <p:nvPr/>
              </p:nvSpPr>
              <p:spPr bwMode="auto">
                <a:xfrm>
                  <a:off x="7248526" y="3521075"/>
                  <a:ext cx="114300" cy="119063"/>
                </a:xfrm>
                <a:custGeom>
                  <a:avLst/>
                  <a:gdLst>
                    <a:gd name="T0" fmla="*/ 58 w 72"/>
                    <a:gd name="T1" fmla="*/ 0 h 75"/>
                    <a:gd name="T2" fmla="*/ 52 w 72"/>
                    <a:gd name="T3" fmla="*/ 29 h 75"/>
                    <a:gd name="T4" fmla="*/ 22 w 72"/>
                    <a:gd name="T5" fmla="*/ 29 h 75"/>
                    <a:gd name="T6" fmla="*/ 29 w 72"/>
                    <a:gd name="T7" fmla="*/ 0 h 75"/>
                    <a:gd name="T8" fmla="*/ 14 w 72"/>
                    <a:gd name="T9" fmla="*/ 0 h 75"/>
                    <a:gd name="T10" fmla="*/ 0 w 72"/>
                    <a:gd name="T11" fmla="*/ 75 h 75"/>
                    <a:gd name="T12" fmla="*/ 14 w 72"/>
                    <a:gd name="T13" fmla="*/ 75 h 75"/>
                    <a:gd name="T14" fmla="*/ 20 w 72"/>
                    <a:gd name="T15" fmla="*/ 42 h 75"/>
                    <a:gd name="T16" fmla="*/ 50 w 72"/>
                    <a:gd name="T17" fmla="*/ 42 h 75"/>
                    <a:gd name="T18" fmla="*/ 43 w 72"/>
                    <a:gd name="T19" fmla="*/ 75 h 75"/>
                    <a:gd name="T20" fmla="*/ 58 w 72"/>
                    <a:gd name="T21" fmla="*/ 75 h 75"/>
                    <a:gd name="T22" fmla="*/ 72 w 72"/>
                    <a:gd name="T23" fmla="*/ 0 h 75"/>
                    <a:gd name="T24" fmla="*/ 58 w 72"/>
                    <a:gd name="T25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2" h="75">
                      <a:moveTo>
                        <a:pt x="58" y="0"/>
                      </a:moveTo>
                      <a:lnTo>
                        <a:pt x="52" y="29"/>
                      </a:lnTo>
                      <a:lnTo>
                        <a:pt x="22" y="29"/>
                      </a:lnTo>
                      <a:lnTo>
                        <a:pt x="29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lnTo>
                        <a:pt x="14" y="75"/>
                      </a:lnTo>
                      <a:lnTo>
                        <a:pt x="20" y="42"/>
                      </a:lnTo>
                      <a:lnTo>
                        <a:pt x="50" y="42"/>
                      </a:lnTo>
                      <a:lnTo>
                        <a:pt x="43" y="75"/>
                      </a:lnTo>
                      <a:lnTo>
                        <a:pt x="58" y="75"/>
                      </a:lnTo>
                      <a:lnTo>
                        <a:pt x="72" y="0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3" name="ïṥlíḑê"/>
                <p:cNvSpPr/>
                <p:nvPr/>
              </p:nvSpPr>
              <p:spPr bwMode="auto">
                <a:xfrm>
                  <a:off x="7356476" y="3521075"/>
                  <a:ext cx="112713" cy="119063"/>
                </a:xfrm>
                <a:custGeom>
                  <a:avLst/>
                  <a:gdLst>
                    <a:gd name="T0" fmla="*/ 42 w 71"/>
                    <a:gd name="T1" fmla="*/ 0 h 75"/>
                    <a:gd name="T2" fmla="*/ 0 w 71"/>
                    <a:gd name="T3" fmla="*/ 75 h 75"/>
                    <a:gd name="T4" fmla="*/ 15 w 71"/>
                    <a:gd name="T5" fmla="*/ 75 h 75"/>
                    <a:gd name="T6" fmla="*/ 23 w 71"/>
                    <a:gd name="T7" fmla="*/ 59 h 75"/>
                    <a:gd name="T8" fmla="*/ 54 w 71"/>
                    <a:gd name="T9" fmla="*/ 59 h 75"/>
                    <a:gd name="T10" fmla="*/ 56 w 71"/>
                    <a:gd name="T11" fmla="*/ 75 h 75"/>
                    <a:gd name="T12" fmla="*/ 71 w 71"/>
                    <a:gd name="T13" fmla="*/ 75 h 75"/>
                    <a:gd name="T14" fmla="*/ 58 w 71"/>
                    <a:gd name="T15" fmla="*/ 0 h 75"/>
                    <a:gd name="T16" fmla="*/ 42 w 71"/>
                    <a:gd name="T17" fmla="*/ 0 h 75"/>
                    <a:gd name="T18" fmla="*/ 29 w 71"/>
                    <a:gd name="T19" fmla="*/ 46 h 75"/>
                    <a:gd name="T20" fmla="*/ 48 w 71"/>
                    <a:gd name="T21" fmla="*/ 17 h 75"/>
                    <a:gd name="T22" fmla="*/ 52 w 71"/>
                    <a:gd name="T23" fmla="*/ 46 h 75"/>
                    <a:gd name="T24" fmla="*/ 29 w 71"/>
                    <a:gd name="T25" fmla="*/ 46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1" h="75">
                      <a:moveTo>
                        <a:pt x="42" y="0"/>
                      </a:moveTo>
                      <a:lnTo>
                        <a:pt x="0" y="75"/>
                      </a:lnTo>
                      <a:lnTo>
                        <a:pt x="15" y="75"/>
                      </a:lnTo>
                      <a:lnTo>
                        <a:pt x="23" y="59"/>
                      </a:lnTo>
                      <a:lnTo>
                        <a:pt x="54" y="59"/>
                      </a:lnTo>
                      <a:lnTo>
                        <a:pt x="56" y="75"/>
                      </a:lnTo>
                      <a:lnTo>
                        <a:pt x="71" y="75"/>
                      </a:lnTo>
                      <a:lnTo>
                        <a:pt x="58" y="0"/>
                      </a:lnTo>
                      <a:lnTo>
                        <a:pt x="42" y="0"/>
                      </a:lnTo>
                      <a:close/>
                      <a:moveTo>
                        <a:pt x="29" y="46"/>
                      </a:moveTo>
                      <a:lnTo>
                        <a:pt x="48" y="17"/>
                      </a:lnTo>
                      <a:lnTo>
                        <a:pt x="52" y="46"/>
                      </a:lnTo>
                      <a:lnTo>
                        <a:pt x="29" y="4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4" name="îş1íḋe"/>
                <p:cNvSpPr/>
                <p:nvPr/>
              </p:nvSpPr>
              <p:spPr bwMode="auto">
                <a:xfrm>
                  <a:off x="7481888" y="3521075"/>
                  <a:ext cx="119063" cy="119063"/>
                </a:xfrm>
                <a:custGeom>
                  <a:avLst/>
                  <a:gdLst>
                    <a:gd name="T0" fmla="*/ 50 w 75"/>
                    <a:gd name="T1" fmla="*/ 50 h 75"/>
                    <a:gd name="T2" fmla="*/ 31 w 75"/>
                    <a:gd name="T3" fmla="*/ 0 h 75"/>
                    <a:gd name="T4" fmla="*/ 17 w 75"/>
                    <a:gd name="T5" fmla="*/ 0 h 75"/>
                    <a:gd name="T6" fmla="*/ 0 w 75"/>
                    <a:gd name="T7" fmla="*/ 75 h 75"/>
                    <a:gd name="T8" fmla="*/ 15 w 75"/>
                    <a:gd name="T9" fmla="*/ 75 h 75"/>
                    <a:gd name="T10" fmla="*/ 25 w 75"/>
                    <a:gd name="T11" fmla="*/ 25 h 75"/>
                    <a:gd name="T12" fmla="*/ 46 w 75"/>
                    <a:gd name="T13" fmla="*/ 75 h 75"/>
                    <a:gd name="T14" fmla="*/ 58 w 75"/>
                    <a:gd name="T15" fmla="*/ 75 h 75"/>
                    <a:gd name="T16" fmla="*/ 75 w 75"/>
                    <a:gd name="T17" fmla="*/ 0 h 75"/>
                    <a:gd name="T18" fmla="*/ 61 w 75"/>
                    <a:gd name="T19" fmla="*/ 0 h 75"/>
                    <a:gd name="T20" fmla="*/ 50 w 75"/>
                    <a:gd name="T21" fmla="*/ 5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5" h="75">
                      <a:moveTo>
                        <a:pt x="50" y="50"/>
                      </a:moveTo>
                      <a:lnTo>
                        <a:pt x="31" y="0"/>
                      </a:lnTo>
                      <a:lnTo>
                        <a:pt x="17" y="0"/>
                      </a:lnTo>
                      <a:lnTo>
                        <a:pt x="0" y="75"/>
                      </a:lnTo>
                      <a:lnTo>
                        <a:pt x="15" y="75"/>
                      </a:lnTo>
                      <a:lnTo>
                        <a:pt x="25" y="25"/>
                      </a:lnTo>
                      <a:lnTo>
                        <a:pt x="46" y="75"/>
                      </a:lnTo>
                      <a:lnTo>
                        <a:pt x="58" y="75"/>
                      </a:lnTo>
                      <a:lnTo>
                        <a:pt x="75" y="0"/>
                      </a:lnTo>
                      <a:lnTo>
                        <a:pt x="61" y="0"/>
                      </a:lnTo>
                      <a:lnTo>
                        <a:pt x="50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5" name="îş1ïḋe"/>
                <p:cNvSpPr/>
                <p:nvPr/>
              </p:nvSpPr>
              <p:spPr bwMode="auto">
                <a:xfrm>
                  <a:off x="7653338" y="3521075"/>
                  <a:ext cx="112713" cy="119063"/>
                </a:xfrm>
                <a:custGeom>
                  <a:avLst/>
                  <a:gdLst>
                    <a:gd name="T0" fmla="*/ 22 w 34"/>
                    <a:gd name="T1" fmla="*/ 20 h 36"/>
                    <a:gd name="T2" fmla="*/ 20 w 34"/>
                    <a:gd name="T3" fmla="*/ 26 h 36"/>
                    <a:gd name="T4" fmla="*/ 18 w 34"/>
                    <a:gd name="T5" fmla="*/ 29 h 36"/>
                    <a:gd name="T6" fmla="*/ 13 w 34"/>
                    <a:gd name="T7" fmla="*/ 30 h 36"/>
                    <a:gd name="T8" fmla="*/ 9 w 34"/>
                    <a:gd name="T9" fmla="*/ 29 h 36"/>
                    <a:gd name="T10" fmla="*/ 7 w 34"/>
                    <a:gd name="T11" fmla="*/ 25 h 36"/>
                    <a:gd name="T12" fmla="*/ 7 w 34"/>
                    <a:gd name="T13" fmla="*/ 24 h 36"/>
                    <a:gd name="T14" fmla="*/ 8 w 34"/>
                    <a:gd name="T15" fmla="*/ 19 h 36"/>
                    <a:gd name="T16" fmla="*/ 12 w 34"/>
                    <a:gd name="T17" fmla="*/ 0 h 36"/>
                    <a:gd name="T18" fmla="*/ 5 w 34"/>
                    <a:gd name="T19" fmla="*/ 0 h 36"/>
                    <a:gd name="T20" fmla="*/ 1 w 34"/>
                    <a:gd name="T21" fmla="*/ 19 h 36"/>
                    <a:gd name="T22" fmla="*/ 0 w 34"/>
                    <a:gd name="T23" fmla="*/ 23 h 36"/>
                    <a:gd name="T24" fmla="*/ 0 w 34"/>
                    <a:gd name="T25" fmla="*/ 25 h 36"/>
                    <a:gd name="T26" fmla="*/ 3 w 34"/>
                    <a:gd name="T27" fmla="*/ 33 h 36"/>
                    <a:gd name="T28" fmla="*/ 13 w 34"/>
                    <a:gd name="T29" fmla="*/ 36 h 36"/>
                    <a:gd name="T30" fmla="*/ 22 w 34"/>
                    <a:gd name="T31" fmla="*/ 34 h 36"/>
                    <a:gd name="T32" fmla="*/ 27 w 34"/>
                    <a:gd name="T33" fmla="*/ 29 h 36"/>
                    <a:gd name="T34" fmla="*/ 30 w 34"/>
                    <a:gd name="T35" fmla="*/ 20 h 36"/>
                    <a:gd name="T36" fmla="*/ 34 w 34"/>
                    <a:gd name="T37" fmla="*/ 0 h 36"/>
                    <a:gd name="T38" fmla="*/ 26 w 34"/>
                    <a:gd name="T39" fmla="*/ 0 h 36"/>
                    <a:gd name="T40" fmla="*/ 22 w 34"/>
                    <a:gd name="T41" fmla="*/ 2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34" h="36">
                      <a:moveTo>
                        <a:pt x="22" y="20"/>
                      </a:moveTo>
                      <a:cubicBezTo>
                        <a:pt x="22" y="23"/>
                        <a:pt x="21" y="25"/>
                        <a:pt x="20" y="26"/>
                      </a:cubicBezTo>
                      <a:cubicBezTo>
                        <a:pt x="20" y="28"/>
                        <a:pt x="19" y="29"/>
                        <a:pt x="18" y="29"/>
                      </a:cubicBezTo>
                      <a:cubicBezTo>
                        <a:pt x="17" y="30"/>
                        <a:pt x="15" y="30"/>
                        <a:pt x="13" y="30"/>
                      </a:cubicBezTo>
                      <a:cubicBezTo>
                        <a:pt x="11" y="30"/>
                        <a:pt x="10" y="30"/>
                        <a:pt x="9" y="29"/>
                      </a:cubicBezTo>
                      <a:cubicBezTo>
                        <a:pt x="8" y="28"/>
                        <a:pt x="7" y="27"/>
                        <a:pt x="7" y="25"/>
                      </a:cubicBezTo>
                      <a:cubicBezTo>
                        <a:pt x="7" y="25"/>
                        <a:pt x="7" y="25"/>
                        <a:pt x="7" y="24"/>
                      </a:cubicBezTo>
                      <a:cubicBezTo>
                        <a:pt x="8" y="19"/>
                        <a:pt x="8" y="19"/>
                        <a:pt x="8" y="19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1" y="19"/>
                        <a:pt x="1" y="19"/>
                        <a:pt x="1" y="19"/>
                      </a:cubicBezTo>
                      <a:cubicBezTo>
                        <a:pt x="1" y="21"/>
                        <a:pt x="0" y="23"/>
                        <a:pt x="0" y="23"/>
                      </a:cubicBezTo>
                      <a:cubicBezTo>
                        <a:pt x="0" y="24"/>
                        <a:pt x="0" y="25"/>
                        <a:pt x="0" y="25"/>
                      </a:cubicBezTo>
                      <a:cubicBezTo>
                        <a:pt x="0" y="29"/>
                        <a:pt x="1" y="31"/>
                        <a:pt x="3" y="33"/>
                      </a:cubicBezTo>
                      <a:cubicBezTo>
                        <a:pt x="6" y="35"/>
                        <a:pt x="9" y="36"/>
                        <a:pt x="13" y="36"/>
                      </a:cubicBezTo>
                      <a:cubicBezTo>
                        <a:pt x="16" y="36"/>
                        <a:pt x="19" y="36"/>
                        <a:pt x="22" y="34"/>
                      </a:cubicBezTo>
                      <a:cubicBezTo>
                        <a:pt x="24" y="33"/>
                        <a:pt x="25" y="31"/>
                        <a:pt x="27" y="29"/>
                      </a:cubicBezTo>
                      <a:cubicBezTo>
                        <a:pt x="28" y="27"/>
                        <a:pt x="29" y="24"/>
                        <a:pt x="30" y="20"/>
                      </a:cubicBezTo>
                      <a:cubicBezTo>
                        <a:pt x="34" y="0"/>
                        <a:pt x="34" y="0"/>
                        <a:pt x="34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lnTo>
                        <a:pt x="22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6" name="íšlídè"/>
                <p:cNvSpPr/>
                <p:nvPr/>
              </p:nvSpPr>
              <p:spPr bwMode="auto">
                <a:xfrm>
                  <a:off x="7766051" y="3521075"/>
                  <a:ext cx="115888" cy="119063"/>
                </a:xfrm>
                <a:custGeom>
                  <a:avLst/>
                  <a:gdLst>
                    <a:gd name="T0" fmla="*/ 58 w 73"/>
                    <a:gd name="T1" fmla="*/ 0 h 75"/>
                    <a:gd name="T2" fmla="*/ 50 w 73"/>
                    <a:gd name="T3" fmla="*/ 50 h 75"/>
                    <a:gd name="T4" fmla="*/ 29 w 73"/>
                    <a:gd name="T5" fmla="*/ 0 h 75"/>
                    <a:gd name="T6" fmla="*/ 15 w 73"/>
                    <a:gd name="T7" fmla="*/ 0 h 75"/>
                    <a:gd name="T8" fmla="*/ 0 w 73"/>
                    <a:gd name="T9" fmla="*/ 75 h 75"/>
                    <a:gd name="T10" fmla="*/ 13 w 73"/>
                    <a:gd name="T11" fmla="*/ 75 h 75"/>
                    <a:gd name="T12" fmla="*/ 23 w 73"/>
                    <a:gd name="T13" fmla="*/ 25 h 75"/>
                    <a:gd name="T14" fmla="*/ 44 w 73"/>
                    <a:gd name="T15" fmla="*/ 75 h 75"/>
                    <a:gd name="T16" fmla="*/ 58 w 73"/>
                    <a:gd name="T17" fmla="*/ 75 h 75"/>
                    <a:gd name="T18" fmla="*/ 73 w 73"/>
                    <a:gd name="T19" fmla="*/ 0 h 75"/>
                    <a:gd name="T20" fmla="*/ 58 w 73"/>
                    <a:gd name="T21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3" h="75">
                      <a:moveTo>
                        <a:pt x="58" y="0"/>
                      </a:moveTo>
                      <a:lnTo>
                        <a:pt x="50" y="50"/>
                      </a:lnTo>
                      <a:lnTo>
                        <a:pt x="29" y="0"/>
                      </a:lnTo>
                      <a:lnTo>
                        <a:pt x="15" y="0"/>
                      </a:lnTo>
                      <a:lnTo>
                        <a:pt x="0" y="75"/>
                      </a:lnTo>
                      <a:lnTo>
                        <a:pt x="13" y="75"/>
                      </a:lnTo>
                      <a:lnTo>
                        <a:pt x="23" y="25"/>
                      </a:lnTo>
                      <a:lnTo>
                        <a:pt x="44" y="75"/>
                      </a:lnTo>
                      <a:lnTo>
                        <a:pt x="58" y="75"/>
                      </a:lnTo>
                      <a:lnTo>
                        <a:pt x="73" y="0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7" name="îṣḻîďe"/>
                <p:cNvSpPr/>
                <p:nvPr/>
              </p:nvSpPr>
              <p:spPr bwMode="auto">
                <a:xfrm>
                  <a:off x="7881938" y="3521075"/>
                  <a:ext cx="49213" cy="119063"/>
                </a:xfrm>
                <a:custGeom>
                  <a:avLst/>
                  <a:gdLst>
                    <a:gd name="T0" fmla="*/ 0 w 31"/>
                    <a:gd name="T1" fmla="*/ 75 h 75"/>
                    <a:gd name="T2" fmla="*/ 14 w 31"/>
                    <a:gd name="T3" fmla="*/ 75 h 75"/>
                    <a:gd name="T4" fmla="*/ 31 w 31"/>
                    <a:gd name="T5" fmla="*/ 0 h 75"/>
                    <a:gd name="T6" fmla="*/ 14 w 31"/>
                    <a:gd name="T7" fmla="*/ 0 h 75"/>
                    <a:gd name="T8" fmla="*/ 0 w 31"/>
                    <a:gd name="T9" fmla="*/ 75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75">
                      <a:moveTo>
                        <a:pt x="0" y="75"/>
                      </a:moveTo>
                      <a:lnTo>
                        <a:pt x="14" y="75"/>
                      </a:lnTo>
                      <a:lnTo>
                        <a:pt x="31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8" name="íŝḻiḋè"/>
                <p:cNvSpPr/>
                <p:nvPr/>
              </p:nvSpPr>
              <p:spPr bwMode="auto">
                <a:xfrm>
                  <a:off x="7940676" y="3521075"/>
                  <a:ext cx="109538" cy="119063"/>
                </a:xfrm>
                <a:custGeom>
                  <a:avLst/>
                  <a:gdLst>
                    <a:gd name="T0" fmla="*/ 54 w 69"/>
                    <a:gd name="T1" fmla="*/ 0 h 75"/>
                    <a:gd name="T2" fmla="*/ 23 w 69"/>
                    <a:gd name="T3" fmla="*/ 57 h 75"/>
                    <a:gd name="T4" fmla="*/ 15 w 69"/>
                    <a:gd name="T5" fmla="*/ 0 h 75"/>
                    <a:gd name="T6" fmla="*/ 0 w 69"/>
                    <a:gd name="T7" fmla="*/ 0 h 75"/>
                    <a:gd name="T8" fmla="*/ 13 w 69"/>
                    <a:gd name="T9" fmla="*/ 75 h 75"/>
                    <a:gd name="T10" fmla="*/ 29 w 69"/>
                    <a:gd name="T11" fmla="*/ 75 h 75"/>
                    <a:gd name="T12" fmla="*/ 69 w 69"/>
                    <a:gd name="T13" fmla="*/ 0 h 75"/>
                    <a:gd name="T14" fmla="*/ 54 w 69"/>
                    <a:gd name="T15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69" h="75">
                      <a:moveTo>
                        <a:pt x="54" y="0"/>
                      </a:moveTo>
                      <a:lnTo>
                        <a:pt x="23" y="57"/>
                      </a:ln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13" y="75"/>
                      </a:lnTo>
                      <a:lnTo>
                        <a:pt x="29" y="75"/>
                      </a:lnTo>
                      <a:lnTo>
                        <a:pt x="69" y="0"/>
                      </a:lnTo>
                      <a:lnTo>
                        <a:pt x="5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9" name="î$ḷíďé"/>
                <p:cNvSpPr/>
                <p:nvPr/>
              </p:nvSpPr>
              <p:spPr bwMode="auto">
                <a:xfrm>
                  <a:off x="8037513" y="3521075"/>
                  <a:ext cx="111125" cy="119063"/>
                </a:xfrm>
                <a:custGeom>
                  <a:avLst/>
                  <a:gdLst>
                    <a:gd name="T0" fmla="*/ 68 w 70"/>
                    <a:gd name="T1" fmla="*/ 12 h 75"/>
                    <a:gd name="T2" fmla="*/ 70 w 70"/>
                    <a:gd name="T3" fmla="*/ 0 h 75"/>
                    <a:gd name="T4" fmla="*/ 16 w 70"/>
                    <a:gd name="T5" fmla="*/ 0 h 75"/>
                    <a:gd name="T6" fmla="*/ 0 w 70"/>
                    <a:gd name="T7" fmla="*/ 75 h 75"/>
                    <a:gd name="T8" fmla="*/ 58 w 70"/>
                    <a:gd name="T9" fmla="*/ 75 h 75"/>
                    <a:gd name="T10" fmla="*/ 60 w 70"/>
                    <a:gd name="T11" fmla="*/ 63 h 75"/>
                    <a:gd name="T12" fmla="*/ 16 w 70"/>
                    <a:gd name="T13" fmla="*/ 63 h 75"/>
                    <a:gd name="T14" fmla="*/ 22 w 70"/>
                    <a:gd name="T15" fmla="*/ 42 h 75"/>
                    <a:gd name="T16" fmla="*/ 60 w 70"/>
                    <a:gd name="T17" fmla="*/ 42 h 75"/>
                    <a:gd name="T18" fmla="*/ 62 w 70"/>
                    <a:gd name="T19" fmla="*/ 29 h 75"/>
                    <a:gd name="T20" fmla="*/ 24 w 70"/>
                    <a:gd name="T21" fmla="*/ 29 h 75"/>
                    <a:gd name="T22" fmla="*/ 29 w 70"/>
                    <a:gd name="T23" fmla="*/ 12 h 75"/>
                    <a:gd name="T24" fmla="*/ 68 w 70"/>
                    <a:gd name="T25" fmla="*/ 12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0" h="75">
                      <a:moveTo>
                        <a:pt x="68" y="12"/>
                      </a:moveTo>
                      <a:lnTo>
                        <a:pt x="70" y="0"/>
                      </a:lnTo>
                      <a:lnTo>
                        <a:pt x="16" y="0"/>
                      </a:lnTo>
                      <a:lnTo>
                        <a:pt x="0" y="75"/>
                      </a:lnTo>
                      <a:lnTo>
                        <a:pt x="58" y="75"/>
                      </a:lnTo>
                      <a:lnTo>
                        <a:pt x="60" y="63"/>
                      </a:lnTo>
                      <a:lnTo>
                        <a:pt x="16" y="63"/>
                      </a:lnTo>
                      <a:lnTo>
                        <a:pt x="22" y="42"/>
                      </a:lnTo>
                      <a:lnTo>
                        <a:pt x="60" y="42"/>
                      </a:lnTo>
                      <a:lnTo>
                        <a:pt x="62" y="29"/>
                      </a:lnTo>
                      <a:lnTo>
                        <a:pt x="24" y="29"/>
                      </a:lnTo>
                      <a:lnTo>
                        <a:pt x="29" y="12"/>
                      </a:lnTo>
                      <a:lnTo>
                        <a:pt x="68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0" name="îṡlîďe"/>
                <p:cNvSpPr/>
                <p:nvPr/>
              </p:nvSpPr>
              <p:spPr bwMode="auto">
                <a:xfrm>
                  <a:off x="8145463" y="3521075"/>
                  <a:ext cx="115888" cy="119063"/>
                </a:xfrm>
                <a:custGeom>
                  <a:avLst/>
                  <a:gdLst>
                    <a:gd name="T0" fmla="*/ 30 w 35"/>
                    <a:gd name="T1" fmla="*/ 1 h 36"/>
                    <a:gd name="T2" fmla="*/ 24 w 35"/>
                    <a:gd name="T3" fmla="*/ 0 h 36"/>
                    <a:gd name="T4" fmla="*/ 8 w 35"/>
                    <a:gd name="T5" fmla="*/ 0 h 36"/>
                    <a:gd name="T6" fmla="*/ 0 w 35"/>
                    <a:gd name="T7" fmla="*/ 36 h 36"/>
                    <a:gd name="T8" fmla="*/ 8 w 35"/>
                    <a:gd name="T9" fmla="*/ 36 h 36"/>
                    <a:gd name="T10" fmla="*/ 11 w 35"/>
                    <a:gd name="T11" fmla="*/ 21 h 36"/>
                    <a:gd name="T12" fmla="*/ 14 w 35"/>
                    <a:gd name="T13" fmla="*/ 21 h 36"/>
                    <a:gd name="T14" fmla="*/ 17 w 35"/>
                    <a:gd name="T15" fmla="*/ 22 h 36"/>
                    <a:gd name="T16" fmla="*/ 21 w 35"/>
                    <a:gd name="T17" fmla="*/ 26 h 36"/>
                    <a:gd name="T18" fmla="*/ 24 w 35"/>
                    <a:gd name="T19" fmla="*/ 36 h 36"/>
                    <a:gd name="T20" fmla="*/ 32 w 35"/>
                    <a:gd name="T21" fmla="*/ 36 h 36"/>
                    <a:gd name="T22" fmla="*/ 27 w 35"/>
                    <a:gd name="T23" fmla="*/ 24 h 36"/>
                    <a:gd name="T24" fmla="*/ 24 w 35"/>
                    <a:gd name="T25" fmla="*/ 21 h 36"/>
                    <a:gd name="T26" fmla="*/ 32 w 35"/>
                    <a:gd name="T27" fmla="*/ 17 h 36"/>
                    <a:gd name="T28" fmla="*/ 35 w 35"/>
                    <a:gd name="T29" fmla="*/ 9 h 36"/>
                    <a:gd name="T30" fmla="*/ 34 w 35"/>
                    <a:gd name="T31" fmla="*/ 4 h 36"/>
                    <a:gd name="T32" fmla="*/ 30 w 35"/>
                    <a:gd name="T33" fmla="*/ 1 h 36"/>
                    <a:gd name="T34" fmla="*/ 27 w 35"/>
                    <a:gd name="T35" fmla="*/ 13 h 36"/>
                    <a:gd name="T36" fmla="*/ 24 w 35"/>
                    <a:gd name="T37" fmla="*/ 15 h 36"/>
                    <a:gd name="T38" fmla="*/ 16 w 35"/>
                    <a:gd name="T39" fmla="*/ 16 h 36"/>
                    <a:gd name="T40" fmla="*/ 12 w 35"/>
                    <a:gd name="T41" fmla="*/ 16 h 36"/>
                    <a:gd name="T42" fmla="*/ 14 w 35"/>
                    <a:gd name="T43" fmla="*/ 6 h 36"/>
                    <a:gd name="T44" fmla="*/ 22 w 35"/>
                    <a:gd name="T45" fmla="*/ 6 h 36"/>
                    <a:gd name="T46" fmla="*/ 26 w 35"/>
                    <a:gd name="T47" fmla="*/ 7 h 36"/>
                    <a:gd name="T48" fmla="*/ 28 w 35"/>
                    <a:gd name="T49" fmla="*/ 10 h 36"/>
                    <a:gd name="T50" fmla="*/ 27 w 35"/>
                    <a:gd name="T51" fmla="*/ 13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5" h="36">
                      <a:moveTo>
                        <a:pt x="30" y="1"/>
                      </a:moveTo>
                      <a:cubicBezTo>
                        <a:pt x="28" y="0"/>
                        <a:pt x="26" y="0"/>
                        <a:pt x="24" y="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8" y="36"/>
                        <a:pt x="8" y="36"/>
                        <a:pt x="8" y="36"/>
                      </a:cubicBezTo>
                      <a:cubicBezTo>
                        <a:pt x="11" y="21"/>
                        <a:pt x="11" y="21"/>
                        <a:pt x="11" y="21"/>
                      </a:cubicBezTo>
                      <a:cubicBezTo>
                        <a:pt x="14" y="21"/>
                        <a:pt x="14" y="21"/>
                        <a:pt x="14" y="21"/>
                      </a:cubicBezTo>
                      <a:cubicBezTo>
                        <a:pt x="15" y="21"/>
                        <a:pt x="17" y="21"/>
                        <a:pt x="17" y="22"/>
                      </a:cubicBezTo>
                      <a:cubicBezTo>
                        <a:pt x="18" y="22"/>
                        <a:pt x="20" y="24"/>
                        <a:pt x="21" y="26"/>
                      </a:cubicBezTo>
                      <a:cubicBezTo>
                        <a:pt x="22" y="31"/>
                        <a:pt x="24" y="34"/>
                        <a:pt x="24" y="36"/>
                      </a:cubicBezTo>
                      <a:cubicBezTo>
                        <a:pt x="32" y="36"/>
                        <a:pt x="32" y="36"/>
                        <a:pt x="32" y="36"/>
                      </a:cubicBezTo>
                      <a:cubicBezTo>
                        <a:pt x="30" y="31"/>
                        <a:pt x="28" y="27"/>
                        <a:pt x="27" y="24"/>
                      </a:cubicBezTo>
                      <a:cubicBezTo>
                        <a:pt x="26" y="23"/>
                        <a:pt x="25" y="21"/>
                        <a:pt x="24" y="21"/>
                      </a:cubicBezTo>
                      <a:cubicBezTo>
                        <a:pt x="28" y="20"/>
                        <a:pt x="30" y="19"/>
                        <a:pt x="32" y="17"/>
                      </a:cubicBezTo>
                      <a:cubicBezTo>
                        <a:pt x="34" y="15"/>
                        <a:pt x="35" y="13"/>
                        <a:pt x="35" y="9"/>
                      </a:cubicBezTo>
                      <a:cubicBezTo>
                        <a:pt x="35" y="7"/>
                        <a:pt x="34" y="6"/>
                        <a:pt x="34" y="4"/>
                      </a:cubicBezTo>
                      <a:cubicBezTo>
                        <a:pt x="33" y="3"/>
                        <a:pt x="31" y="2"/>
                        <a:pt x="30" y="1"/>
                      </a:cubicBezTo>
                      <a:close/>
                      <a:moveTo>
                        <a:pt x="27" y="13"/>
                      </a:moveTo>
                      <a:cubicBezTo>
                        <a:pt x="26" y="14"/>
                        <a:pt x="25" y="14"/>
                        <a:pt x="24" y="15"/>
                      </a:cubicBezTo>
                      <a:cubicBezTo>
                        <a:pt x="22" y="15"/>
                        <a:pt x="20" y="16"/>
                        <a:pt x="16" y="16"/>
                      </a:cubicBezTo>
                      <a:cubicBezTo>
                        <a:pt x="12" y="16"/>
                        <a:pt x="12" y="16"/>
                        <a:pt x="12" y="16"/>
                      </a:cubicBezTo>
                      <a:cubicBezTo>
                        <a:pt x="14" y="6"/>
                        <a:pt x="14" y="6"/>
                        <a:pt x="14" y="6"/>
                      </a:cubicBezTo>
                      <a:cubicBezTo>
                        <a:pt x="22" y="6"/>
                        <a:pt x="22" y="6"/>
                        <a:pt x="22" y="6"/>
                      </a:cubicBezTo>
                      <a:cubicBezTo>
                        <a:pt x="24" y="6"/>
                        <a:pt x="25" y="6"/>
                        <a:pt x="26" y="7"/>
                      </a:cubicBezTo>
                      <a:cubicBezTo>
                        <a:pt x="27" y="7"/>
                        <a:pt x="28" y="8"/>
                        <a:pt x="28" y="10"/>
                      </a:cubicBezTo>
                      <a:cubicBezTo>
                        <a:pt x="28" y="11"/>
                        <a:pt x="27" y="12"/>
                        <a:pt x="27" y="1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1" name="ïşľîḍé"/>
                <p:cNvSpPr/>
                <p:nvPr/>
              </p:nvSpPr>
              <p:spPr bwMode="auto">
                <a:xfrm>
                  <a:off x="8267701" y="3521075"/>
                  <a:ext cx="98425" cy="119063"/>
                </a:xfrm>
                <a:custGeom>
                  <a:avLst/>
                  <a:gdLst>
                    <a:gd name="T0" fmla="*/ 17 w 30"/>
                    <a:gd name="T1" fmla="*/ 5 h 36"/>
                    <a:gd name="T2" fmla="*/ 22 w 30"/>
                    <a:gd name="T3" fmla="*/ 7 h 36"/>
                    <a:gd name="T4" fmla="*/ 23 w 30"/>
                    <a:gd name="T5" fmla="*/ 11 h 36"/>
                    <a:gd name="T6" fmla="*/ 30 w 30"/>
                    <a:gd name="T7" fmla="*/ 10 h 36"/>
                    <a:gd name="T8" fmla="*/ 27 w 30"/>
                    <a:gd name="T9" fmla="*/ 3 h 36"/>
                    <a:gd name="T10" fmla="*/ 17 w 30"/>
                    <a:gd name="T11" fmla="*/ 0 h 36"/>
                    <a:gd name="T12" fmla="*/ 8 w 30"/>
                    <a:gd name="T13" fmla="*/ 3 h 36"/>
                    <a:gd name="T14" fmla="*/ 4 w 30"/>
                    <a:gd name="T15" fmla="*/ 10 h 36"/>
                    <a:gd name="T16" fmla="*/ 6 w 30"/>
                    <a:gd name="T17" fmla="*/ 14 h 36"/>
                    <a:gd name="T18" fmla="*/ 8 w 30"/>
                    <a:gd name="T19" fmla="*/ 18 h 36"/>
                    <a:gd name="T20" fmla="*/ 15 w 30"/>
                    <a:gd name="T21" fmla="*/ 21 h 36"/>
                    <a:gd name="T22" fmla="*/ 20 w 30"/>
                    <a:gd name="T23" fmla="*/ 23 h 36"/>
                    <a:gd name="T24" fmla="*/ 21 w 30"/>
                    <a:gd name="T25" fmla="*/ 26 h 36"/>
                    <a:gd name="T26" fmla="*/ 19 w 30"/>
                    <a:gd name="T27" fmla="*/ 29 h 36"/>
                    <a:gd name="T28" fmla="*/ 14 w 30"/>
                    <a:gd name="T29" fmla="*/ 30 h 36"/>
                    <a:gd name="T30" fmla="*/ 8 w 30"/>
                    <a:gd name="T31" fmla="*/ 28 h 36"/>
                    <a:gd name="T32" fmla="*/ 7 w 30"/>
                    <a:gd name="T33" fmla="*/ 24 h 36"/>
                    <a:gd name="T34" fmla="*/ 0 w 30"/>
                    <a:gd name="T35" fmla="*/ 24 h 36"/>
                    <a:gd name="T36" fmla="*/ 1 w 30"/>
                    <a:gd name="T37" fmla="*/ 30 h 36"/>
                    <a:gd name="T38" fmla="*/ 6 w 30"/>
                    <a:gd name="T39" fmla="*/ 35 h 36"/>
                    <a:gd name="T40" fmla="*/ 14 w 30"/>
                    <a:gd name="T41" fmla="*/ 36 h 36"/>
                    <a:gd name="T42" fmla="*/ 24 w 30"/>
                    <a:gd name="T43" fmla="*/ 33 h 36"/>
                    <a:gd name="T44" fmla="*/ 28 w 30"/>
                    <a:gd name="T45" fmla="*/ 25 h 36"/>
                    <a:gd name="T46" fmla="*/ 26 w 30"/>
                    <a:gd name="T47" fmla="*/ 19 h 36"/>
                    <a:gd name="T48" fmla="*/ 18 w 30"/>
                    <a:gd name="T49" fmla="*/ 14 h 36"/>
                    <a:gd name="T50" fmla="*/ 13 w 30"/>
                    <a:gd name="T51" fmla="*/ 12 h 36"/>
                    <a:gd name="T52" fmla="*/ 11 w 30"/>
                    <a:gd name="T53" fmla="*/ 9 h 36"/>
                    <a:gd name="T54" fmla="*/ 13 w 30"/>
                    <a:gd name="T55" fmla="*/ 6 h 36"/>
                    <a:gd name="T56" fmla="*/ 17 w 30"/>
                    <a:gd name="T57" fmla="*/ 5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30" h="36">
                      <a:moveTo>
                        <a:pt x="17" y="5"/>
                      </a:moveTo>
                      <a:cubicBezTo>
                        <a:pt x="19" y="5"/>
                        <a:pt x="21" y="6"/>
                        <a:pt x="22" y="7"/>
                      </a:cubicBezTo>
                      <a:cubicBezTo>
                        <a:pt x="23" y="8"/>
                        <a:pt x="23" y="9"/>
                        <a:pt x="23" y="11"/>
                      </a:cubicBezTo>
                      <a:cubicBezTo>
                        <a:pt x="30" y="10"/>
                        <a:pt x="30" y="10"/>
                        <a:pt x="30" y="10"/>
                      </a:cubicBezTo>
                      <a:cubicBezTo>
                        <a:pt x="30" y="7"/>
                        <a:pt x="29" y="4"/>
                        <a:pt x="27" y="3"/>
                      </a:cubicBezTo>
                      <a:cubicBezTo>
                        <a:pt x="24" y="1"/>
                        <a:pt x="21" y="0"/>
                        <a:pt x="17" y="0"/>
                      </a:cubicBezTo>
                      <a:cubicBezTo>
                        <a:pt x="13" y="0"/>
                        <a:pt x="10" y="1"/>
                        <a:pt x="8" y="3"/>
                      </a:cubicBezTo>
                      <a:cubicBezTo>
                        <a:pt x="5" y="5"/>
                        <a:pt x="4" y="7"/>
                        <a:pt x="4" y="10"/>
                      </a:cubicBezTo>
                      <a:cubicBezTo>
                        <a:pt x="4" y="12"/>
                        <a:pt x="5" y="13"/>
                        <a:pt x="6" y="14"/>
                      </a:cubicBezTo>
                      <a:cubicBezTo>
                        <a:pt x="6" y="16"/>
                        <a:pt x="7" y="17"/>
                        <a:pt x="8" y="18"/>
                      </a:cubicBezTo>
                      <a:cubicBezTo>
                        <a:pt x="10" y="18"/>
                        <a:pt x="12" y="19"/>
                        <a:pt x="15" y="21"/>
                      </a:cubicBezTo>
                      <a:cubicBezTo>
                        <a:pt x="17" y="22"/>
                        <a:pt x="19" y="23"/>
                        <a:pt x="20" y="23"/>
                      </a:cubicBezTo>
                      <a:cubicBezTo>
                        <a:pt x="20" y="24"/>
                        <a:pt x="21" y="25"/>
                        <a:pt x="21" y="26"/>
                      </a:cubicBezTo>
                      <a:cubicBezTo>
                        <a:pt x="21" y="27"/>
                        <a:pt x="20" y="28"/>
                        <a:pt x="19" y="29"/>
                      </a:cubicBezTo>
                      <a:cubicBezTo>
                        <a:pt x="18" y="30"/>
                        <a:pt x="16" y="30"/>
                        <a:pt x="14" y="30"/>
                      </a:cubicBezTo>
                      <a:cubicBezTo>
                        <a:pt x="11" y="30"/>
                        <a:pt x="9" y="30"/>
                        <a:pt x="8" y="28"/>
                      </a:cubicBezTo>
                      <a:cubicBezTo>
                        <a:pt x="8" y="28"/>
                        <a:pt x="7" y="26"/>
                        <a:pt x="7" y="24"/>
                      </a:cubicBezTo>
                      <a:cubicBezTo>
                        <a:pt x="0" y="24"/>
                        <a:pt x="0" y="24"/>
                        <a:pt x="0" y="24"/>
                      </a:cubicBezTo>
                      <a:cubicBezTo>
                        <a:pt x="0" y="27"/>
                        <a:pt x="0" y="29"/>
                        <a:pt x="1" y="30"/>
                      </a:cubicBezTo>
                      <a:cubicBezTo>
                        <a:pt x="2" y="32"/>
                        <a:pt x="4" y="34"/>
                        <a:pt x="6" y="35"/>
                      </a:cubicBezTo>
                      <a:cubicBezTo>
                        <a:pt x="8" y="36"/>
                        <a:pt x="11" y="36"/>
                        <a:pt x="14" y="36"/>
                      </a:cubicBezTo>
                      <a:cubicBezTo>
                        <a:pt x="18" y="36"/>
                        <a:pt x="22" y="35"/>
                        <a:pt x="24" y="33"/>
                      </a:cubicBezTo>
                      <a:cubicBezTo>
                        <a:pt x="27" y="31"/>
                        <a:pt x="28" y="28"/>
                        <a:pt x="28" y="25"/>
                      </a:cubicBezTo>
                      <a:cubicBezTo>
                        <a:pt x="28" y="22"/>
                        <a:pt x="27" y="20"/>
                        <a:pt x="26" y="19"/>
                      </a:cubicBezTo>
                      <a:cubicBezTo>
                        <a:pt x="25" y="18"/>
                        <a:pt x="22" y="16"/>
                        <a:pt x="18" y="14"/>
                      </a:cubicBezTo>
                      <a:cubicBezTo>
                        <a:pt x="15" y="13"/>
                        <a:pt x="13" y="12"/>
                        <a:pt x="13" y="12"/>
                      </a:cubicBezTo>
                      <a:cubicBezTo>
                        <a:pt x="12" y="11"/>
                        <a:pt x="11" y="10"/>
                        <a:pt x="11" y="9"/>
                      </a:cubicBezTo>
                      <a:cubicBezTo>
                        <a:pt x="11" y="8"/>
                        <a:pt x="12" y="7"/>
                        <a:pt x="13" y="6"/>
                      </a:cubicBezTo>
                      <a:cubicBezTo>
                        <a:pt x="14" y="6"/>
                        <a:pt x="15" y="5"/>
                        <a:pt x="17" y="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2" name="îṩľîďe"/>
                <p:cNvSpPr/>
                <p:nvPr/>
              </p:nvSpPr>
              <p:spPr bwMode="auto">
                <a:xfrm>
                  <a:off x="8374063" y="3521075"/>
                  <a:ext cx="46038" cy="119063"/>
                </a:xfrm>
                <a:custGeom>
                  <a:avLst/>
                  <a:gdLst>
                    <a:gd name="T0" fmla="*/ 0 w 29"/>
                    <a:gd name="T1" fmla="*/ 75 h 75"/>
                    <a:gd name="T2" fmla="*/ 14 w 29"/>
                    <a:gd name="T3" fmla="*/ 75 h 75"/>
                    <a:gd name="T4" fmla="*/ 29 w 29"/>
                    <a:gd name="T5" fmla="*/ 0 h 75"/>
                    <a:gd name="T6" fmla="*/ 14 w 29"/>
                    <a:gd name="T7" fmla="*/ 0 h 75"/>
                    <a:gd name="T8" fmla="*/ 0 w 29"/>
                    <a:gd name="T9" fmla="*/ 75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75">
                      <a:moveTo>
                        <a:pt x="0" y="75"/>
                      </a:moveTo>
                      <a:lnTo>
                        <a:pt x="14" y="75"/>
                      </a:lnTo>
                      <a:lnTo>
                        <a:pt x="29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3" name="iS1idè"/>
                <p:cNvSpPr/>
                <p:nvPr/>
              </p:nvSpPr>
              <p:spPr bwMode="auto">
                <a:xfrm>
                  <a:off x="8432801" y="3521075"/>
                  <a:ext cx="95250" cy="119063"/>
                </a:xfrm>
                <a:custGeom>
                  <a:avLst/>
                  <a:gdLst>
                    <a:gd name="T0" fmla="*/ 0 w 60"/>
                    <a:gd name="T1" fmla="*/ 12 h 75"/>
                    <a:gd name="T2" fmla="*/ 21 w 60"/>
                    <a:gd name="T3" fmla="*/ 12 h 75"/>
                    <a:gd name="T4" fmla="*/ 8 w 60"/>
                    <a:gd name="T5" fmla="*/ 75 h 75"/>
                    <a:gd name="T6" fmla="*/ 23 w 60"/>
                    <a:gd name="T7" fmla="*/ 75 h 75"/>
                    <a:gd name="T8" fmla="*/ 35 w 60"/>
                    <a:gd name="T9" fmla="*/ 12 h 75"/>
                    <a:gd name="T10" fmla="*/ 58 w 60"/>
                    <a:gd name="T11" fmla="*/ 12 h 75"/>
                    <a:gd name="T12" fmla="*/ 60 w 60"/>
                    <a:gd name="T13" fmla="*/ 0 h 75"/>
                    <a:gd name="T14" fmla="*/ 2 w 60"/>
                    <a:gd name="T15" fmla="*/ 0 h 75"/>
                    <a:gd name="T16" fmla="*/ 0 w 60"/>
                    <a:gd name="T17" fmla="*/ 12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0" h="75">
                      <a:moveTo>
                        <a:pt x="0" y="12"/>
                      </a:moveTo>
                      <a:lnTo>
                        <a:pt x="21" y="12"/>
                      </a:lnTo>
                      <a:lnTo>
                        <a:pt x="8" y="75"/>
                      </a:lnTo>
                      <a:lnTo>
                        <a:pt x="23" y="75"/>
                      </a:lnTo>
                      <a:lnTo>
                        <a:pt x="35" y="12"/>
                      </a:lnTo>
                      <a:lnTo>
                        <a:pt x="58" y="12"/>
                      </a:lnTo>
                      <a:lnTo>
                        <a:pt x="60" y="0"/>
                      </a:lnTo>
                      <a:lnTo>
                        <a:pt x="2" y="0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4" name="iṣḷîḋe"/>
                <p:cNvSpPr/>
                <p:nvPr/>
              </p:nvSpPr>
              <p:spPr bwMode="auto">
                <a:xfrm>
                  <a:off x="8531226" y="3521075"/>
                  <a:ext cx="109538" cy="119063"/>
                </a:xfrm>
                <a:custGeom>
                  <a:avLst/>
                  <a:gdLst>
                    <a:gd name="T0" fmla="*/ 25 w 33"/>
                    <a:gd name="T1" fmla="*/ 0 h 36"/>
                    <a:gd name="T2" fmla="*/ 19 w 33"/>
                    <a:gd name="T3" fmla="*/ 7 h 36"/>
                    <a:gd name="T4" fmla="*/ 16 w 33"/>
                    <a:gd name="T5" fmla="*/ 12 h 36"/>
                    <a:gd name="T6" fmla="*/ 14 w 33"/>
                    <a:gd name="T7" fmla="*/ 15 h 36"/>
                    <a:gd name="T8" fmla="*/ 12 w 33"/>
                    <a:gd name="T9" fmla="*/ 10 h 36"/>
                    <a:gd name="T10" fmla="*/ 8 w 33"/>
                    <a:gd name="T11" fmla="*/ 0 h 36"/>
                    <a:gd name="T12" fmla="*/ 0 w 33"/>
                    <a:gd name="T13" fmla="*/ 0 h 36"/>
                    <a:gd name="T14" fmla="*/ 10 w 33"/>
                    <a:gd name="T15" fmla="*/ 22 h 36"/>
                    <a:gd name="T16" fmla="*/ 7 w 33"/>
                    <a:gd name="T17" fmla="*/ 36 h 36"/>
                    <a:gd name="T18" fmla="*/ 14 w 33"/>
                    <a:gd name="T19" fmla="*/ 36 h 36"/>
                    <a:gd name="T20" fmla="*/ 17 w 33"/>
                    <a:gd name="T21" fmla="*/ 23 h 36"/>
                    <a:gd name="T22" fmla="*/ 33 w 33"/>
                    <a:gd name="T23" fmla="*/ 0 h 36"/>
                    <a:gd name="T24" fmla="*/ 25 w 33"/>
                    <a:gd name="T25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33" h="36">
                      <a:moveTo>
                        <a:pt x="25" y="0"/>
                      </a:moveTo>
                      <a:cubicBezTo>
                        <a:pt x="19" y="7"/>
                        <a:pt x="19" y="7"/>
                        <a:pt x="19" y="7"/>
                      </a:cubicBezTo>
                      <a:cubicBezTo>
                        <a:pt x="16" y="12"/>
                        <a:pt x="16" y="12"/>
                        <a:pt x="16" y="12"/>
                      </a:cubicBezTo>
                      <a:cubicBezTo>
                        <a:pt x="15" y="13"/>
                        <a:pt x="15" y="14"/>
                        <a:pt x="14" y="15"/>
                      </a:cubicBezTo>
                      <a:cubicBezTo>
                        <a:pt x="14" y="14"/>
                        <a:pt x="13" y="13"/>
                        <a:pt x="12" y="1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0" y="22"/>
                        <a:pt x="10" y="22"/>
                        <a:pt x="10" y="22"/>
                      </a:cubicBezTo>
                      <a:cubicBezTo>
                        <a:pt x="7" y="36"/>
                        <a:pt x="7" y="36"/>
                        <a:pt x="7" y="36"/>
                      </a:cubicBezTo>
                      <a:cubicBezTo>
                        <a:pt x="14" y="36"/>
                        <a:pt x="14" y="36"/>
                        <a:pt x="14" y="36"/>
                      </a:cubicBezTo>
                      <a:cubicBezTo>
                        <a:pt x="17" y="23"/>
                        <a:pt x="17" y="23"/>
                        <a:pt x="17" y="23"/>
                      </a:cubicBezTo>
                      <a:cubicBezTo>
                        <a:pt x="33" y="0"/>
                        <a:pt x="33" y="0"/>
                        <a:pt x="33" y="0"/>
                      </a:cubicBezTo>
                      <a:lnTo>
                        <a:pt x="2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</p:grpSp>
      </p:grpSp>
      <p:cxnSp>
        <p:nvCxnSpPr>
          <p:cNvPr id="4" name="直线连接符 3"/>
          <p:cNvCxnSpPr/>
          <p:nvPr userDrawn="1"/>
        </p:nvCxnSpPr>
        <p:spPr>
          <a:xfrm>
            <a:off x="0" y="1016000"/>
            <a:ext cx="12192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0" name="图片 109" descr="图片包含 天空, 户外, 建筑物, 日落&#10;&#10;描述已自动生成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9500" l="10000" r="98000">
                        <a14:foregroundMark x1="45583" y1="28625" x2="72750" y2="47875"/>
                        <a14:foregroundMark x1="72750" y1="47875" x2="79000" y2="48875"/>
                        <a14:foregroundMark x1="79000" y1="48875" x2="87083" y2="44750"/>
                        <a14:foregroundMark x1="87083" y1="44750" x2="89333" y2="42875"/>
                        <a14:foregroundMark x1="49697" y1="28104" x2="51500" y2="30625"/>
                        <a14:foregroundMark x1="46583" y1="23750" x2="49595" y2="27961"/>
                        <a14:foregroundMark x1="46917" y1="21000" x2="48333" y2="17125"/>
                        <a14:foregroundMark x1="62917" y1="48125" x2="65250" y2="51750"/>
                        <a14:foregroundMark x1="65250" y1="51750" x2="86750" y2="67750"/>
                        <a14:foregroundMark x1="94417" y1="36500" x2="92917" y2="90875"/>
                        <a14:foregroundMark x1="98000" y1="30875" x2="91667" y2="84250"/>
                        <a14:foregroundMark x1="91667" y1="84250" x2="91333" y2="85500"/>
                        <a14:foregroundMark x1="70000" y1="67000" x2="89333" y2="84250"/>
                        <a14:foregroundMark x1="89333" y1="84250" x2="89333" y2="84250"/>
                        <a14:foregroundMark x1="70500" y1="67000" x2="66333" y2="64125"/>
                        <a14:foregroundMark x1="66333" y1="64125" x2="59333" y2="53500"/>
                        <a14:foregroundMark x1="79333" y1="90625" x2="80167" y2="96250"/>
                        <a14:foregroundMark x1="80167" y1="96250" x2="85167" y2="96625"/>
                        <a14:foregroundMark x1="85167" y1="96625" x2="88083" y2="94625"/>
                        <a14:foregroundMark x1="88083" y1="94625" x2="88167" y2="94625"/>
                        <a14:foregroundMark x1="96750" y1="97500" x2="76750" y2="99500"/>
                        <a14:foregroundMark x1="77799" y1="89875" x2="77667" y2="86250"/>
                        <a14:foregroundMark x1="77984" y1="94938" x2="77927" y2="93375"/>
                        <a14:foregroundMark x1="78000" y1="95375" x2="78056" y2="96909"/>
                        <a14:foregroundMark x1="68667" y1="40875" x2="68417" y2="41125"/>
                        <a14:backgroundMark x1="77667" y1="89875" x2="77667" y2="93375"/>
                        <a14:backgroundMark x1="77833" y1="95625" x2="78167" y2="90625"/>
                        <a14:backgroundMark x1="78500" y1="96125" x2="79000" y2="90375"/>
                        <a14:backgroundMark x1="19833" y1="30625" x2="46417" y2="71000"/>
                        <a14:backgroundMark x1="46417" y1="71000" x2="46417" y2="71000"/>
                        <a14:backgroundMark x1="17000" y1="72500" x2="23583" y2="72625"/>
                        <a14:backgroundMark x1="23583" y1="72625" x2="37833" y2="71875"/>
                        <a14:backgroundMark x1="37833" y1="71875" x2="57167" y2="75375"/>
                        <a14:backgroundMark x1="61667" y1="37000" x2="62000" y2="37375"/>
                        <a14:backgroundMark x1="66667" y1="39375" x2="66917" y2="39750"/>
                        <a14:backgroundMark x1="50917" y1="27125" x2="51000" y2="27625"/>
                      </a14:backgroundRemoval>
                    </a14:imgEffect>
                    <a14:imgEffect>
                      <a14:brightnessContrast bright="72000"/>
                    </a14:imgEffect>
                    <a14:imgEffect>
                      <a14:colorTemperature colorTemp="9660"/>
                    </a14:imgEffect>
                    <a14:imgEffect>
                      <a14:saturation sat="11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8743" t="8413"/>
          <a:stretch>
            <a:fillRect/>
          </a:stretch>
        </p:blipFill>
        <p:spPr>
          <a:xfrm flipH="1">
            <a:off x="-1" y="60500"/>
            <a:ext cx="958611" cy="955500"/>
          </a:xfrm>
          <a:prstGeom prst="rect">
            <a:avLst/>
          </a:prstGeom>
        </p:spPr>
      </p:pic>
      <p:sp>
        <p:nvSpPr>
          <p:cNvPr id="6" name="图片占位符 5"/>
          <p:cNvSpPr>
            <a:spLocks noGrp="1"/>
          </p:cNvSpPr>
          <p:nvPr>
            <p:ph type="pic" sz="quarter" idx="10"/>
          </p:nvPr>
        </p:nvSpPr>
        <p:spPr>
          <a:xfrm>
            <a:off x="1424066" y="1160463"/>
            <a:ext cx="4557008" cy="234723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114" name="图片占位符 5"/>
          <p:cNvSpPr>
            <a:spLocks noGrp="1"/>
          </p:cNvSpPr>
          <p:nvPr>
            <p:ph type="pic" sz="quarter" idx="11"/>
          </p:nvPr>
        </p:nvSpPr>
        <p:spPr>
          <a:xfrm>
            <a:off x="6831717" y="1160463"/>
            <a:ext cx="4557008" cy="234723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115" name="图片占位符 5"/>
          <p:cNvSpPr>
            <a:spLocks noGrp="1"/>
          </p:cNvSpPr>
          <p:nvPr>
            <p:ph type="pic" sz="quarter" idx="12"/>
          </p:nvPr>
        </p:nvSpPr>
        <p:spPr>
          <a:xfrm>
            <a:off x="810621" y="3890053"/>
            <a:ext cx="4557008" cy="234723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116" name="图片占位符 5"/>
          <p:cNvSpPr>
            <a:spLocks noGrp="1"/>
          </p:cNvSpPr>
          <p:nvPr>
            <p:ph type="pic" sz="quarter" idx="13"/>
          </p:nvPr>
        </p:nvSpPr>
        <p:spPr>
          <a:xfrm>
            <a:off x="6218272" y="3890053"/>
            <a:ext cx="4557008" cy="234723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60400" y="6235700"/>
            <a:ext cx="2921000" cy="365125"/>
          </a:xfrm>
          <a:prstGeom prst="rect">
            <a:avLst/>
          </a:prstGeom>
        </p:spPr>
        <p:txBody>
          <a:bodyPr/>
          <a:lstStyle/>
          <a:p>
            <a:fld id="{D6478642-F5CF-47BB-99CE-6B8ED7A71BD2}" type="datetimeFigureOut">
              <a:rPr lang="zh-CN" altLang="en-US" smtClean="0"/>
              <a:t>2025/8/21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23570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235700"/>
            <a:ext cx="2905340" cy="365125"/>
          </a:xfrm>
          <a:prstGeom prst="rect">
            <a:avLst/>
          </a:prstGeom>
        </p:spPr>
        <p:txBody>
          <a:bodyPr/>
          <a:lstStyle/>
          <a:p>
            <a:fld id="{DA0C4C2A-0013-4D0D-BA0B-DE308E42093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17123" y="1130301"/>
            <a:ext cx="7112161" cy="2177314"/>
          </a:xfrm>
          <a:prstGeom prst="rect">
            <a:avLst/>
          </a:prstGeom>
        </p:spPr>
        <p:txBody>
          <a:bodyPr lIns="0" anchor="b">
            <a:normAutofit/>
          </a:bodyPr>
          <a:lstStyle>
            <a:lvl1pPr algn="l">
              <a:lnSpc>
                <a:spcPct val="120000"/>
              </a:lnSpc>
              <a:defRPr sz="4400" b="1">
                <a:solidFill>
                  <a:schemeClr val="accent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03275" y="3307615"/>
            <a:ext cx="7126010" cy="508452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 algn="l">
              <a:lnSpc>
                <a:spcPct val="120000"/>
              </a:lnSpc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14" name="文本占位符 113"/>
          <p:cNvSpPr>
            <a:spLocks noGrp="1"/>
          </p:cNvSpPr>
          <p:nvPr>
            <p:ph type="body" sz="quarter" idx="14"/>
          </p:nvPr>
        </p:nvSpPr>
        <p:spPr>
          <a:xfrm>
            <a:off x="803275" y="4102632"/>
            <a:ext cx="7092950" cy="2031468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  <p:sp>
        <p:nvSpPr>
          <p:cNvPr id="117" name="矩形 116"/>
          <p:cNvSpPr/>
          <p:nvPr userDrawn="1"/>
        </p:nvSpPr>
        <p:spPr>
          <a:xfrm>
            <a:off x="12014027" y="0"/>
            <a:ext cx="17797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0" name="日期占位符 3"/>
          <p:cNvSpPr txBox="1"/>
          <p:nvPr userDrawn="1"/>
        </p:nvSpPr>
        <p:spPr>
          <a:xfrm>
            <a:off x="802095" y="6250105"/>
            <a:ext cx="29210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自强、弘毅、求是、拓新</a:t>
            </a:r>
          </a:p>
        </p:txBody>
      </p:sp>
      <p:grpSp>
        <p:nvGrpSpPr>
          <p:cNvPr id="121" name="组合 120"/>
          <p:cNvGrpSpPr/>
          <p:nvPr userDrawn="1"/>
        </p:nvGrpSpPr>
        <p:grpSpPr>
          <a:xfrm>
            <a:off x="817123" y="468793"/>
            <a:ext cx="1480571" cy="458860"/>
            <a:chOff x="2558030" y="228446"/>
            <a:chExt cx="6774643" cy="2099603"/>
          </a:xfrm>
        </p:grpSpPr>
        <p:grpSp>
          <p:nvGrpSpPr>
            <p:cNvPr id="122" name="íšḻîďê"/>
            <p:cNvGrpSpPr/>
            <p:nvPr userDrawn="1"/>
          </p:nvGrpSpPr>
          <p:grpSpPr>
            <a:xfrm>
              <a:off x="2558030" y="228446"/>
              <a:ext cx="2085857" cy="2099603"/>
              <a:chOff x="3551238" y="3067050"/>
              <a:chExt cx="722313" cy="727075"/>
            </a:xfrm>
          </p:grpSpPr>
          <p:sp>
            <p:nvSpPr>
              <p:cNvPr id="152" name="ïş1íḍê"/>
              <p:cNvSpPr/>
              <p:nvPr/>
            </p:nvSpPr>
            <p:spPr bwMode="auto">
              <a:xfrm>
                <a:off x="3575051" y="3087688"/>
                <a:ext cx="673100" cy="679450"/>
              </a:xfrm>
              <a:custGeom>
                <a:avLst/>
                <a:gdLst>
                  <a:gd name="T0" fmla="*/ 102 w 204"/>
                  <a:gd name="T1" fmla="*/ 0 h 204"/>
                  <a:gd name="T2" fmla="*/ 204 w 204"/>
                  <a:gd name="T3" fmla="*/ 102 h 204"/>
                  <a:gd name="T4" fmla="*/ 102 w 204"/>
                  <a:gd name="T5" fmla="*/ 204 h 204"/>
                  <a:gd name="T6" fmla="*/ 0 w 204"/>
                  <a:gd name="T7" fmla="*/ 102 h 204"/>
                  <a:gd name="T8" fmla="*/ 102 w 204"/>
                  <a:gd name="T9" fmla="*/ 0 h 204"/>
                  <a:gd name="T10" fmla="*/ 102 w 204"/>
                  <a:gd name="T11" fmla="*/ 25 h 204"/>
                  <a:gd name="T12" fmla="*/ 24 w 204"/>
                  <a:gd name="T13" fmla="*/ 103 h 204"/>
                  <a:gd name="T14" fmla="*/ 102 w 204"/>
                  <a:gd name="T15" fmla="*/ 181 h 204"/>
                  <a:gd name="T16" fmla="*/ 180 w 204"/>
                  <a:gd name="T17" fmla="*/ 103 h 204"/>
                  <a:gd name="T18" fmla="*/ 102 w 204"/>
                  <a:gd name="T19" fmla="*/ 25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4" h="204">
                    <a:moveTo>
                      <a:pt x="102" y="0"/>
                    </a:moveTo>
                    <a:cubicBezTo>
                      <a:pt x="159" y="0"/>
                      <a:pt x="204" y="46"/>
                      <a:pt x="204" y="102"/>
                    </a:cubicBezTo>
                    <a:cubicBezTo>
                      <a:pt x="204" y="158"/>
                      <a:pt x="159" y="204"/>
                      <a:pt x="102" y="204"/>
                    </a:cubicBezTo>
                    <a:cubicBezTo>
                      <a:pt x="46" y="204"/>
                      <a:pt x="0" y="158"/>
                      <a:pt x="0" y="102"/>
                    </a:cubicBezTo>
                    <a:cubicBezTo>
                      <a:pt x="0" y="46"/>
                      <a:pt x="46" y="0"/>
                      <a:pt x="102" y="0"/>
                    </a:cubicBezTo>
                    <a:close/>
                    <a:moveTo>
                      <a:pt x="102" y="25"/>
                    </a:moveTo>
                    <a:cubicBezTo>
                      <a:pt x="59" y="25"/>
                      <a:pt x="24" y="60"/>
                      <a:pt x="24" y="103"/>
                    </a:cubicBezTo>
                    <a:cubicBezTo>
                      <a:pt x="24" y="146"/>
                      <a:pt x="59" y="181"/>
                      <a:pt x="102" y="181"/>
                    </a:cubicBezTo>
                    <a:cubicBezTo>
                      <a:pt x="145" y="181"/>
                      <a:pt x="180" y="146"/>
                      <a:pt x="180" y="103"/>
                    </a:cubicBezTo>
                    <a:cubicBezTo>
                      <a:pt x="180" y="60"/>
                      <a:pt x="145" y="25"/>
                      <a:pt x="102" y="25"/>
                    </a:cubicBezTo>
                    <a:close/>
                  </a:path>
                </a:pathLst>
              </a:custGeom>
              <a:solidFill>
                <a:srgbClr val="0052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3" name="íšḻïḍè"/>
              <p:cNvSpPr/>
              <p:nvPr/>
            </p:nvSpPr>
            <p:spPr bwMode="auto">
              <a:xfrm>
                <a:off x="3621088" y="3103563"/>
                <a:ext cx="584200" cy="203200"/>
              </a:xfrm>
              <a:custGeom>
                <a:avLst/>
                <a:gdLst>
                  <a:gd name="T0" fmla="*/ 8 w 177"/>
                  <a:gd name="T1" fmla="*/ 53 h 61"/>
                  <a:gd name="T2" fmla="*/ 0 w 177"/>
                  <a:gd name="T3" fmla="*/ 56 h 61"/>
                  <a:gd name="T4" fmla="*/ 5 w 177"/>
                  <a:gd name="T5" fmla="*/ 52 h 61"/>
                  <a:gd name="T6" fmla="*/ 4 w 177"/>
                  <a:gd name="T7" fmla="*/ 50 h 61"/>
                  <a:gd name="T8" fmla="*/ 5 w 177"/>
                  <a:gd name="T9" fmla="*/ 48 h 61"/>
                  <a:gd name="T10" fmla="*/ 10 w 177"/>
                  <a:gd name="T11" fmla="*/ 41 h 61"/>
                  <a:gd name="T12" fmla="*/ 17 w 177"/>
                  <a:gd name="T13" fmla="*/ 50 h 61"/>
                  <a:gd name="T14" fmla="*/ 14 w 177"/>
                  <a:gd name="T15" fmla="*/ 35 h 61"/>
                  <a:gd name="T16" fmla="*/ 23 w 177"/>
                  <a:gd name="T17" fmla="*/ 46 h 61"/>
                  <a:gd name="T18" fmla="*/ 31 w 177"/>
                  <a:gd name="T19" fmla="*/ 38 h 61"/>
                  <a:gd name="T20" fmla="*/ 29 w 177"/>
                  <a:gd name="T21" fmla="*/ 40 h 61"/>
                  <a:gd name="T22" fmla="*/ 18 w 177"/>
                  <a:gd name="T23" fmla="*/ 32 h 61"/>
                  <a:gd name="T24" fmla="*/ 19 w 177"/>
                  <a:gd name="T25" fmla="*/ 30 h 61"/>
                  <a:gd name="T26" fmla="*/ 21 w 177"/>
                  <a:gd name="T27" fmla="*/ 27 h 61"/>
                  <a:gd name="T28" fmla="*/ 41 w 177"/>
                  <a:gd name="T29" fmla="*/ 29 h 61"/>
                  <a:gd name="T30" fmla="*/ 43 w 177"/>
                  <a:gd name="T31" fmla="*/ 29 h 61"/>
                  <a:gd name="T32" fmla="*/ 35 w 177"/>
                  <a:gd name="T33" fmla="*/ 35 h 61"/>
                  <a:gd name="T34" fmla="*/ 31 w 177"/>
                  <a:gd name="T35" fmla="*/ 21 h 61"/>
                  <a:gd name="T36" fmla="*/ 46 w 177"/>
                  <a:gd name="T37" fmla="*/ 11 h 61"/>
                  <a:gd name="T38" fmla="*/ 47 w 177"/>
                  <a:gd name="T39" fmla="*/ 11 h 61"/>
                  <a:gd name="T40" fmla="*/ 47 w 177"/>
                  <a:gd name="T41" fmla="*/ 26 h 61"/>
                  <a:gd name="T42" fmla="*/ 39 w 177"/>
                  <a:gd name="T43" fmla="*/ 15 h 61"/>
                  <a:gd name="T44" fmla="*/ 72 w 177"/>
                  <a:gd name="T45" fmla="*/ 16 h 61"/>
                  <a:gd name="T46" fmla="*/ 71 w 177"/>
                  <a:gd name="T47" fmla="*/ 2 h 61"/>
                  <a:gd name="T48" fmla="*/ 65 w 177"/>
                  <a:gd name="T49" fmla="*/ 15 h 61"/>
                  <a:gd name="T50" fmla="*/ 64 w 177"/>
                  <a:gd name="T51" fmla="*/ 4 h 61"/>
                  <a:gd name="T52" fmla="*/ 84 w 177"/>
                  <a:gd name="T53" fmla="*/ 1 h 61"/>
                  <a:gd name="T54" fmla="*/ 84 w 177"/>
                  <a:gd name="T55" fmla="*/ 1 h 61"/>
                  <a:gd name="T56" fmla="*/ 78 w 177"/>
                  <a:gd name="T57" fmla="*/ 16 h 61"/>
                  <a:gd name="T58" fmla="*/ 77 w 177"/>
                  <a:gd name="T59" fmla="*/ 15 h 61"/>
                  <a:gd name="T60" fmla="*/ 90 w 177"/>
                  <a:gd name="T61" fmla="*/ 1 h 61"/>
                  <a:gd name="T62" fmla="*/ 94 w 177"/>
                  <a:gd name="T63" fmla="*/ 15 h 61"/>
                  <a:gd name="T64" fmla="*/ 92 w 177"/>
                  <a:gd name="T65" fmla="*/ 15 h 61"/>
                  <a:gd name="T66" fmla="*/ 113 w 177"/>
                  <a:gd name="T67" fmla="*/ 3 h 61"/>
                  <a:gd name="T68" fmla="*/ 102 w 177"/>
                  <a:gd name="T69" fmla="*/ 2 h 61"/>
                  <a:gd name="T70" fmla="*/ 105 w 177"/>
                  <a:gd name="T71" fmla="*/ 14 h 61"/>
                  <a:gd name="T72" fmla="*/ 117 w 177"/>
                  <a:gd name="T73" fmla="*/ 5 h 61"/>
                  <a:gd name="T74" fmla="*/ 122 w 177"/>
                  <a:gd name="T75" fmla="*/ 19 h 61"/>
                  <a:gd name="T76" fmla="*/ 119 w 177"/>
                  <a:gd name="T77" fmla="*/ 13 h 61"/>
                  <a:gd name="T78" fmla="*/ 121 w 177"/>
                  <a:gd name="T79" fmla="*/ 12 h 61"/>
                  <a:gd name="T80" fmla="*/ 124 w 177"/>
                  <a:gd name="T81" fmla="*/ 10 h 61"/>
                  <a:gd name="T82" fmla="*/ 131 w 177"/>
                  <a:gd name="T83" fmla="*/ 26 h 61"/>
                  <a:gd name="T84" fmla="*/ 126 w 177"/>
                  <a:gd name="T85" fmla="*/ 23 h 61"/>
                  <a:gd name="T86" fmla="*/ 124 w 177"/>
                  <a:gd name="T87" fmla="*/ 23 h 61"/>
                  <a:gd name="T88" fmla="*/ 137 w 177"/>
                  <a:gd name="T89" fmla="*/ 14 h 61"/>
                  <a:gd name="T90" fmla="*/ 133 w 177"/>
                  <a:gd name="T91" fmla="*/ 11 h 61"/>
                  <a:gd name="T92" fmla="*/ 137 w 177"/>
                  <a:gd name="T93" fmla="*/ 32 h 61"/>
                  <a:gd name="T94" fmla="*/ 137 w 177"/>
                  <a:gd name="T95" fmla="*/ 32 h 61"/>
                  <a:gd name="T96" fmla="*/ 145 w 177"/>
                  <a:gd name="T97" fmla="*/ 19 h 61"/>
                  <a:gd name="T98" fmla="*/ 146 w 177"/>
                  <a:gd name="T99" fmla="*/ 19 h 61"/>
                  <a:gd name="T100" fmla="*/ 159 w 177"/>
                  <a:gd name="T101" fmla="*/ 31 h 61"/>
                  <a:gd name="T102" fmla="*/ 149 w 177"/>
                  <a:gd name="T103" fmla="*/ 42 h 61"/>
                  <a:gd name="T104" fmla="*/ 155 w 177"/>
                  <a:gd name="T105" fmla="*/ 27 h 61"/>
                  <a:gd name="T106" fmla="*/ 166 w 177"/>
                  <a:gd name="T107" fmla="*/ 40 h 61"/>
                  <a:gd name="T108" fmla="*/ 160 w 177"/>
                  <a:gd name="T109" fmla="*/ 37 h 61"/>
                  <a:gd name="T110" fmla="*/ 153 w 177"/>
                  <a:gd name="T111" fmla="*/ 46 h 61"/>
                  <a:gd name="T112" fmla="*/ 177 w 177"/>
                  <a:gd name="T113" fmla="*/ 55 h 61"/>
                  <a:gd name="T114" fmla="*/ 162 w 177"/>
                  <a:gd name="T115" fmla="*/ 60 h 61"/>
                  <a:gd name="T116" fmla="*/ 165 w 177"/>
                  <a:gd name="T117" fmla="*/ 55 h 61"/>
                  <a:gd name="T118" fmla="*/ 173 w 177"/>
                  <a:gd name="T119" fmla="*/ 49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77" h="61">
                    <a:moveTo>
                      <a:pt x="6" y="46"/>
                    </a:moveTo>
                    <a:cubicBezTo>
                      <a:pt x="6" y="46"/>
                      <a:pt x="6" y="46"/>
                      <a:pt x="6" y="46"/>
                    </a:cubicBezTo>
                    <a:cubicBezTo>
                      <a:pt x="6" y="46"/>
                      <a:pt x="6" y="46"/>
                      <a:pt x="6" y="46"/>
                    </a:cubicBezTo>
                    <a:cubicBezTo>
                      <a:pt x="6" y="46"/>
                      <a:pt x="6" y="47"/>
                      <a:pt x="6" y="47"/>
                    </a:cubicBezTo>
                    <a:cubicBezTo>
                      <a:pt x="6" y="47"/>
                      <a:pt x="6" y="47"/>
                      <a:pt x="6" y="47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8" y="53"/>
                      <a:pt x="8" y="53"/>
                      <a:pt x="8" y="53"/>
                    </a:cubicBezTo>
                    <a:cubicBezTo>
                      <a:pt x="8" y="54"/>
                      <a:pt x="8" y="54"/>
                      <a:pt x="8" y="54"/>
                    </a:cubicBezTo>
                    <a:cubicBezTo>
                      <a:pt x="15" y="60"/>
                      <a:pt x="15" y="60"/>
                      <a:pt x="15" y="60"/>
                    </a:cubicBezTo>
                    <a:cubicBezTo>
                      <a:pt x="15" y="61"/>
                      <a:pt x="15" y="61"/>
                      <a:pt x="15" y="61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4"/>
                      <a:pt x="2" y="54"/>
                    </a:cubicBezTo>
                    <a:cubicBezTo>
                      <a:pt x="2" y="54"/>
                      <a:pt x="2" y="54"/>
                      <a:pt x="2" y="54"/>
                    </a:cubicBezTo>
                    <a:cubicBezTo>
                      <a:pt x="11" y="58"/>
                      <a:pt x="11" y="58"/>
                      <a:pt x="11" y="58"/>
                    </a:cubicBezTo>
                    <a:cubicBezTo>
                      <a:pt x="12" y="58"/>
                      <a:pt x="12" y="58"/>
                      <a:pt x="12" y="58"/>
                    </a:cubicBezTo>
                    <a:cubicBezTo>
                      <a:pt x="5" y="52"/>
                      <a:pt x="5" y="52"/>
                      <a:pt x="5" y="52"/>
                    </a:cubicBezTo>
                    <a:cubicBezTo>
                      <a:pt x="4" y="52"/>
                      <a:pt x="4" y="52"/>
                      <a:pt x="4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2" y="52"/>
                      <a:pt x="2" y="52"/>
                      <a:pt x="2" y="52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4" y="50"/>
                      <a:pt x="4" y="50"/>
                      <a:pt x="4" y="50"/>
                    </a:cubicBezTo>
                    <a:cubicBezTo>
                      <a:pt x="4" y="50"/>
                      <a:pt x="4" y="50"/>
                      <a:pt x="4" y="50"/>
                    </a:cubicBezTo>
                    <a:cubicBezTo>
                      <a:pt x="4" y="50"/>
                      <a:pt x="4" y="50"/>
                      <a:pt x="4" y="51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6" y="48"/>
                      <a:pt x="6" y="48"/>
                      <a:pt x="6" y="48"/>
                    </a:cubicBezTo>
                    <a:cubicBezTo>
                      <a:pt x="6" y="48"/>
                      <a:pt x="6" y="48"/>
                      <a:pt x="5" y="48"/>
                    </a:cubicBezTo>
                    <a:cubicBezTo>
                      <a:pt x="5" y="48"/>
                      <a:pt x="5" y="48"/>
                      <a:pt x="5" y="48"/>
                    </a:cubicBezTo>
                    <a:cubicBezTo>
                      <a:pt x="5" y="48"/>
                      <a:pt x="5" y="48"/>
                      <a:pt x="5" y="48"/>
                    </a:cubicBezTo>
                    <a:cubicBezTo>
                      <a:pt x="4" y="48"/>
                      <a:pt x="4" y="48"/>
                      <a:pt x="4" y="48"/>
                    </a:cubicBezTo>
                    <a:cubicBezTo>
                      <a:pt x="6" y="46"/>
                      <a:pt x="6" y="46"/>
                      <a:pt x="6" y="46"/>
                    </a:cubicBezTo>
                    <a:close/>
                    <a:moveTo>
                      <a:pt x="22" y="48"/>
                    </a:moveTo>
                    <a:cubicBezTo>
                      <a:pt x="22" y="49"/>
                      <a:pt x="21" y="49"/>
                      <a:pt x="21" y="49"/>
                    </a:cubicBezTo>
                    <a:cubicBezTo>
                      <a:pt x="20" y="50"/>
                      <a:pt x="19" y="49"/>
                      <a:pt x="18" y="48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1"/>
                      <a:pt x="10" y="41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7" y="43"/>
                      <a:pt x="7" y="43"/>
                      <a:pt x="7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9" y="43"/>
                      <a:pt x="9" y="43"/>
                      <a:pt x="9" y="43"/>
                    </a:cubicBezTo>
                    <a:cubicBezTo>
                      <a:pt x="17" y="50"/>
                      <a:pt x="17" y="50"/>
                      <a:pt x="17" y="50"/>
                    </a:cubicBezTo>
                    <a:cubicBezTo>
                      <a:pt x="18" y="50"/>
                      <a:pt x="19" y="51"/>
                      <a:pt x="20" y="50"/>
                    </a:cubicBezTo>
                    <a:cubicBezTo>
                      <a:pt x="21" y="50"/>
                      <a:pt x="22" y="50"/>
                      <a:pt x="23" y="49"/>
                    </a:cubicBezTo>
                    <a:cubicBezTo>
                      <a:pt x="24" y="48"/>
                      <a:pt x="24" y="47"/>
                      <a:pt x="24" y="46"/>
                    </a:cubicBezTo>
                    <a:cubicBezTo>
                      <a:pt x="24" y="45"/>
                      <a:pt x="23" y="44"/>
                      <a:pt x="22" y="43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4" y="35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2" y="38"/>
                      <a:pt x="12" y="38"/>
                      <a:pt x="12" y="38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3" y="37"/>
                      <a:pt x="14" y="37"/>
                      <a:pt x="14" y="37"/>
                    </a:cubicBezTo>
                    <a:cubicBezTo>
                      <a:pt x="22" y="44"/>
                      <a:pt x="22" y="44"/>
                      <a:pt x="22" y="44"/>
                    </a:cubicBezTo>
                    <a:cubicBezTo>
                      <a:pt x="23" y="44"/>
                      <a:pt x="23" y="45"/>
                      <a:pt x="23" y="46"/>
                    </a:cubicBezTo>
                    <a:cubicBezTo>
                      <a:pt x="23" y="47"/>
                      <a:pt x="23" y="47"/>
                      <a:pt x="22" y="48"/>
                    </a:cubicBezTo>
                    <a:close/>
                    <a:moveTo>
                      <a:pt x="33" y="36"/>
                    </a:moveTo>
                    <a:cubicBezTo>
                      <a:pt x="33" y="36"/>
                      <a:pt x="33" y="36"/>
                      <a:pt x="33" y="36"/>
                    </a:cubicBezTo>
                    <a:cubicBezTo>
                      <a:pt x="33" y="36"/>
                      <a:pt x="34" y="36"/>
                      <a:pt x="34" y="36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32" y="39"/>
                      <a:pt x="32" y="39"/>
                      <a:pt x="32" y="39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2" y="38"/>
                      <a:pt x="32" y="37"/>
                      <a:pt x="32" y="37"/>
                    </a:cubicBezTo>
                    <a:cubicBezTo>
                      <a:pt x="32" y="37"/>
                      <a:pt x="32" y="37"/>
                      <a:pt x="32" y="37"/>
                    </a:cubicBezTo>
                    <a:cubicBezTo>
                      <a:pt x="27" y="32"/>
                      <a:pt x="27" y="32"/>
                      <a:pt x="27" y="32"/>
                    </a:cubicBezTo>
                    <a:cubicBezTo>
                      <a:pt x="23" y="36"/>
                      <a:pt x="23" y="36"/>
                      <a:pt x="23" y="36"/>
                    </a:cubicBezTo>
                    <a:cubicBezTo>
                      <a:pt x="28" y="40"/>
                      <a:pt x="28" y="40"/>
                      <a:pt x="28" y="40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8" y="41"/>
                      <a:pt x="29" y="41"/>
                      <a:pt x="29" y="40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30" y="41"/>
                      <a:pt x="30" y="41"/>
                      <a:pt x="30" y="41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2"/>
                      <a:pt x="27" y="42"/>
                      <a:pt x="27" y="42"/>
                    </a:cubicBezTo>
                    <a:cubicBezTo>
                      <a:pt x="27" y="42"/>
                      <a:pt x="27" y="42"/>
                      <a:pt x="27" y="41"/>
                    </a:cubicBezTo>
                    <a:cubicBezTo>
                      <a:pt x="18" y="32"/>
                      <a:pt x="18" y="32"/>
                      <a:pt x="18" y="32"/>
                    </a:cubicBezTo>
                    <a:cubicBezTo>
                      <a:pt x="18" y="32"/>
                      <a:pt x="17" y="32"/>
                      <a:pt x="17" y="32"/>
                    </a:cubicBezTo>
                    <a:cubicBezTo>
                      <a:pt x="17" y="32"/>
                      <a:pt x="17" y="32"/>
                      <a:pt x="17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1"/>
                      <a:pt x="19" y="31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7" y="31"/>
                      <a:pt x="27" y="31"/>
                      <a:pt x="27" y="31"/>
                    </a:cubicBezTo>
                    <a:cubicBezTo>
                      <a:pt x="23" y="27"/>
                      <a:pt x="23" y="27"/>
                      <a:pt x="23" y="27"/>
                    </a:cubicBezTo>
                    <a:cubicBezTo>
                      <a:pt x="23" y="27"/>
                      <a:pt x="22" y="27"/>
                      <a:pt x="22" y="27"/>
                    </a:cubicBezTo>
                    <a:cubicBezTo>
                      <a:pt x="22" y="27"/>
                      <a:pt x="22" y="27"/>
                      <a:pt x="22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6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33" y="36"/>
                      <a:pt x="33" y="36"/>
                      <a:pt x="33" y="36"/>
                    </a:cubicBezTo>
                    <a:close/>
                    <a:moveTo>
                      <a:pt x="38" y="26"/>
                    </a:moveTo>
                    <a:cubicBezTo>
                      <a:pt x="41" y="29"/>
                      <a:pt x="41" y="29"/>
                      <a:pt x="41" y="29"/>
                    </a:cubicBezTo>
                    <a:cubicBezTo>
                      <a:pt x="41" y="29"/>
                      <a:pt x="41" y="30"/>
                      <a:pt x="41" y="30"/>
                    </a:cubicBezTo>
                    <a:cubicBezTo>
                      <a:pt x="41" y="30"/>
                      <a:pt x="41" y="30"/>
                      <a:pt x="41" y="30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3" y="29"/>
                      <a:pt x="42" y="29"/>
                      <a:pt x="42" y="28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5" y="33"/>
                      <a:pt x="35" y="33"/>
                      <a:pt x="35" y="33"/>
                    </a:cubicBezTo>
                    <a:cubicBezTo>
                      <a:pt x="35" y="33"/>
                      <a:pt x="35" y="34"/>
                      <a:pt x="35" y="34"/>
                    </a:cubicBezTo>
                    <a:cubicBezTo>
                      <a:pt x="35" y="34"/>
                      <a:pt x="35" y="34"/>
                      <a:pt x="35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7" y="33"/>
                      <a:pt x="37" y="33"/>
                      <a:pt x="37" y="33"/>
                    </a:cubicBezTo>
                    <a:cubicBezTo>
                      <a:pt x="37" y="33"/>
                      <a:pt x="37" y="33"/>
                      <a:pt x="36" y="33"/>
                    </a:cubicBezTo>
                    <a:cubicBezTo>
                      <a:pt x="36" y="33"/>
                      <a:pt x="36" y="32"/>
                      <a:pt x="36" y="32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8" y="26"/>
                      <a:pt x="38" y="26"/>
                      <a:pt x="38" y="26"/>
                    </a:cubicBezTo>
                    <a:close/>
                    <a:moveTo>
                      <a:pt x="31" y="21"/>
                    </a:moveTo>
                    <a:cubicBezTo>
                      <a:pt x="31" y="21"/>
                      <a:pt x="31" y="21"/>
                      <a:pt x="31" y="21"/>
                    </a:cubicBezTo>
                    <a:cubicBezTo>
                      <a:pt x="34" y="28"/>
                      <a:pt x="34" y="28"/>
                      <a:pt x="34" y="28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1" y="21"/>
                      <a:pt x="31" y="21"/>
                      <a:pt x="31" y="21"/>
                    </a:cubicBezTo>
                    <a:close/>
                    <a:moveTo>
                      <a:pt x="51" y="21"/>
                    </a:moveTo>
                    <a:cubicBezTo>
                      <a:pt x="51" y="21"/>
                      <a:pt x="51" y="21"/>
                      <a:pt x="51" y="2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6" y="11"/>
                      <a:pt x="45" y="11"/>
                    </a:cubicBezTo>
                    <a:cubicBezTo>
                      <a:pt x="45" y="11"/>
                      <a:pt x="45" y="11"/>
                      <a:pt x="45" y="11"/>
                    </a:cubicBezTo>
                    <a:cubicBezTo>
                      <a:pt x="44" y="11"/>
                      <a:pt x="44" y="11"/>
                      <a:pt x="44" y="11"/>
                    </a:cubicBezTo>
                    <a:cubicBezTo>
                      <a:pt x="48" y="9"/>
                      <a:pt x="48" y="9"/>
                      <a:pt x="48" y="9"/>
                    </a:cubicBezTo>
                    <a:cubicBezTo>
                      <a:pt x="48" y="10"/>
                      <a:pt x="48" y="10"/>
                      <a:pt x="48" y="1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47" y="10"/>
                      <a:pt x="47" y="11"/>
                      <a:pt x="47" y="11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7" y="26"/>
                      <a:pt x="47" y="26"/>
                      <a:pt x="47" y="26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5" y="28"/>
                      <a:pt x="45" y="28"/>
                      <a:pt x="45" y="28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6" y="27"/>
                      <a:pt x="46" y="26"/>
                      <a:pt x="45" y="26"/>
                    </a:cubicBezTo>
                    <a:cubicBezTo>
                      <a:pt x="39" y="15"/>
                      <a:pt x="39" y="15"/>
                      <a:pt x="39" y="15"/>
                    </a:cubicBezTo>
                    <a:cubicBezTo>
                      <a:pt x="39" y="14"/>
                      <a:pt x="39" y="14"/>
                      <a:pt x="39" y="14"/>
                    </a:cubicBezTo>
                    <a:cubicBezTo>
                      <a:pt x="39" y="14"/>
                      <a:pt x="39" y="14"/>
                      <a:pt x="38" y="14"/>
                    </a:cubicBezTo>
                    <a:cubicBezTo>
                      <a:pt x="38" y="15"/>
                      <a:pt x="38" y="15"/>
                      <a:pt x="38" y="15"/>
                    </a:cubicBezTo>
                    <a:cubicBezTo>
                      <a:pt x="37" y="14"/>
                      <a:pt x="37" y="14"/>
                      <a:pt x="37" y="14"/>
                    </a:cubicBezTo>
                    <a:cubicBezTo>
                      <a:pt x="40" y="13"/>
                      <a:pt x="40" y="13"/>
                      <a:pt x="40" y="13"/>
                    </a:cubicBezTo>
                    <a:cubicBezTo>
                      <a:pt x="51" y="21"/>
                      <a:pt x="51" y="21"/>
                      <a:pt x="51" y="21"/>
                    </a:cubicBezTo>
                    <a:close/>
                    <a:moveTo>
                      <a:pt x="70" y="17"/>
                    </a:moveTo>
                    <a:cubicBezTo>
                      <a:pt x="70" y="17"/>
                      <a:pt x="71" y="17"/>
                      <a:pt x="72" y="16"/>
                    </a:cubicBezTo>
                    <a:cubicBezTo>
                      <a:pt x="72" y="15"/>
                      <a:pt x="72" y="14"/>
                      <a:pt x="72" y="14"/>
                    </a:cubicBezTo>
                    <a:cubicBezTo>
                      <a:pt x="70" y="3"/>
                      <a:pt x="70" y="3"/>
                      <a:pt x="70" y="3"/>
                    </a:cubicBezTo>
                    <a:cubicBezTo>
                      <a:pt x="70" y="3"/>
                      <a:pt x="69" y="3"/>
                      <a:pt x="69" y="3"/>
                    </a:cubicBezTo>
                    <a:cubicBezTo>
                      <a:pt x="69" y="3"/>
                      <a:pt x="69" y="3"/>
                      <a:pt x="69" y="3"/>
                    </a:cubicBezTo>
                    <a:cubicBezTo>
                      <a:pt x="68" y="3"/>
                      <a:pt x="68" y="3"/>
                      <a:pt x="68" y="3"/>
                    </a:cubicBezTo>
                    <a:cubicBezTo>
                      <a:pt x="68" y="2"/>
                      <a:pt x="68" y="2"/>
                      <a:pt x="68" y="2"/>
                    </a:cubicBezTo>
                    <a:cubicBezTo>
                      <a:pt x="71" y="1"/>
                      <a:pt x="71" y="1"/>
                      <a:pt x="71" y="1"/>
                    </a:cubicBezTo>
                    <a:cubicBezTo>
                      <a:pt x="71" y="2"/>
                      <a:pt x="71" y="2"/>
                      <a:pt x="71" y="2"/>
                    </a:cubicBezTo>
                    <a:cubicBezTo>
                      <a:pt x="71" y="2"/>
                      <a:pt x="71" y="2"/>
                      <a:pt x="71" y="2"/>
                    </a:cubicBezTo>
                    <a:cubicBezTo>
                      <a:pt x="71" y="2"/>
                      <a:pt x="70" y="2"/>
                      <a:pt x="70" y="2"/>
                    </a:cubicBezTo>
                    <a:cubicBezTo>
                      <a:pt x="70" y="3"/>
                      <a:pt x="70" y="3"/>
                      <a:pt x="70" y="3"/>
                    </a:cubicBezTo>
                    <a:cubicBezTo>
                      <a:pt x="73" y="13"/>
                      <a:pt x="73" y="13"/>
                      <a:pt x="73" y="13"/>
                    </a:cubicBezTo>
                    <a:cubicBezTo>
                      <a:pt x="73" y="15"/>
                      <a:pt x="73" y="16"/>
                      <a:pt x="72" y="16"/>
                    </a:cubicBezTo>
                    <a:cubicBezTo>
                      <a:pt x="71" y="17"/>
                      <a:pt x="71" y="18"/>
                      <a:pt x="70" y="18"/>
                    </a:cubicBezTo>
                    <a:cubicBezTo>
                      <a:pt x="68" y="18"/>
                      <a:pt x="67" y="18"/>
                      <a:pt x="66" y="18"/>
                    </a:cubicBezTo>
                    <a:cubicBezTo>
                      <a:pt x="66" y="17"/>
                      <a:pt x="65" y="17"/>
                      <a:pt x="65" y="15"/>
                    </a:cubicBezTo>
                    <a:cubicBezTo>
                      <a:pt x="62" y="5"/>
                      <a:pt x="62" y="5"/>
                      <a:pt x="62" y="5"/>
                    </a:cubicBezTo>
                    <a:cubicBezTo>
                      <a:pt x="62" y="5"/>
                      <a:pt x="62" y="4"/>
                      <a:pt x="62" y="4"/>
                    </a:cubicBezTo>
                    <a:cubicBezTo>
                      <a:pt x="62" y="4"/>
                      <a:pt x="62" y="4"/>
                      <a:pt x="61" y="4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5" y="3"/>
                      <a:pt x="65" y="3"/>
                      <a:pt x="65" y="3"/>
                    </a:cubicBezTo>
                    <a:cubicBezTo>
                      <a:pt x="65" y="4"/>
                      <a:pt x="65" y="4"/>
                      <a:pt x="65" y="4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4"/>
                      <a:pt x="64" y="4"/>
                      <a:pt x="64" y="5"/>
                    </a:cubicBezTo>
                    <a:cubicBezTo>
                      <a:pt x="66" y="15"/>
                      <a:pt x="66" y="15"/>
                      <a:pt x="66" y="15"/>
                    </a:cubicBezTo>
                    <a:cubicBezTo>
                      <a:pt x="66" y="16"/>
                      <a:pt x="67" y="17"/>
                      <a:pt x="67" y="17"/>
                    </a:cubicBezTo>
                    <a:cubicBezTo>
                      <a:pt x="68" y="18"/>
                      <a:pt x="69" y="18"/>
                      <a:pt x="70" y="17"/>
                    </a:cubicBezTo>
                    <a:close/>
                    <a:moveTo>
                      <a:pt x="84" y="12"/>
                    </a:moveTo>
                    <a:cubicBezTo>
                      <a:pt x="84" y="12"/>
                      <a:pt x="84" y="12"/>
                      <a:pt x="84" y="12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4" y="1"/>
                      <a:pt x="84" y="1"/>
                      <a:pt x="83" y="1"/>
                    </a:cubicBezTo>
                    <a:cubicBezTo>
                      <a:pt x="83" y="1"/>
                      <a:pt x="83" y="1"/>
                      <a:pt x="83" y="1"/>
                    </a:cubicBezTo>
                    <a:cubicBezTo>
                      <a:pt x="82" y="1"/>
                      <a:pt x="82" y="1"/>
                      <a:pt x="82" y="1"/>
                    </a:cubicBezTo>
                    <a:cubicBezTo>
                      <a:pt x="82" y="0"/>
                      <a:pt x="82" y="0"/>
                      <a:pt x="82" y="0"/>
                    </a:cubicBezTo>
                    <a:cubicBezTo>
                      <a:pt x="86" y="0"/>
                      <a:pt x="86" y="0"/>
                      <a:pt x="86" y="0"/>
                    </a:cubicBezTo>
                    <a:cubicBezTo>
                      <a:pt x="86" y="1"/>
                      <a:pt x="86" y="1"/>
                      <a:pt x="86" y="1"/>
                    </a:cubicBezTo>
                    <a:cubicBezTo>
                      <a:pt x="85" y="1"/>
                      <a:pt x="85" y="1"/>
                      <a:pt x="85" y="1"/>
                    </a:cubicBezTo>
                    <a:cubicBezTo>
                      <a:pt x="85" y="1"/>
                      <a:pt x="85" y="1"/>
                      <a:pt x="84" y="1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77" y="3"/>
                      <a:pt x="77" y="3"/>
                      <a:pt x="77" y="3"/>
                    </a:cubicBezTo>
                    <a:cubicBezTo>
                      <a:pt x="77" y="3"/>
                      <a:pt x="77" y="3"/>
                      <a:pt x="77" y="3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77" y="15"/>
                      <a:pt x="78" y="15"/>
                      <a:pt x="78" y="16"/>
                    </a:cubicBezTo>
                    <a:cubicBezTo>
                      <a:pt x="78" y="16"/>
                      <a:pt x="78" y="16"/>
                      <a:pt x="78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76" y="16"/>
                      <a:pt x="76" y="16"/>
                      <a:pt x="76" y="16"/>
                    </a:cubicBezTo>
                    <a:cubicBezTo>
                      <a:pt x="76" y="16"/>
                      <a:pt x="77" y="16"/>
                      <a:pt x="77" y="16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76" y="2"/>
                      <a:pt x="76" y="2"/>
                      <a:pt x="76" y="2"/>
                    </a:cubicBezTo>
                    <a:cubicBezTo>
                      <a:pt x="76" y="2"/>
                      <a:pt x="76" y="2"/>
                      <a:pt x="76" y="1"/>
                    </a:cubicBezTo>
                    <a:cubicBezTo>
                      <a:pt x="76" y="1"/>
                      <a:pt x="75" y="1"/>
                      <a:pt x="75" y="1"/>
                    </a:cubicBezTo>
                    <a:cubicBezTo>
                      <a:pt x="74" y="1"/>
                      <a:pt x="74" y="1"/>
                      <a:pt x="74" y="1"/>
                    </a:cubicBezTo>
                    <a:cubicBezTo>
                      <a:pt x="74" y="1"/>
                      <a:pt x="74" y="1"/>
                      <a:pt x="74" y="1"/>
                    </a:cubicBezTo>
                    <a:cubicBezTo>
                      <a:pt x="77" y="1"/>
                      <a:pt x="77" y="1"/>
                      <a:pt x="77" y="1"/>
                    </a:cubicBezTo>
                    <a:cubicBezTo>
                      <a:pt x="84" y="12"/>
                      <a:pt x="84" y="12"/>
                      <a:pt x="84" y="12"/>
                    </a:cubicBezTo>
                    <a:close/>
                    <a:moveTo>
                      <a:pt x="90" y="1"/>
                    </a:moveTo>
                    <a:cubicBezTo>
                      <a:pt x="90" y="0"/>
                      <a:pt x="90" y="0"/>
                      <a:pt x="90" y="0"/>
                    </a:cubicBezTo>
                    <a:cubicBezTo>
                      <a:pt x="98" y="1"/>
                      <a:pt x="98" y="1"/>
                      <a:pt x="98" y="1"/>
                    </a:cubicBezTo>
                    <a:cubicBezTo>
                      <a:pt x="98" y="1"/>
                      <a:pt x="98" y="1"/>
                      <a:pt x="98" y="1"/>
                    </a:cubicBezTo>
                    <a:cubicBezTo>
                      <a:pt x="96" y="1"/>
                      <a:pt x="96" y="1"/>
                      <a:pt x="96" y="1"/>
                    </a:cubicBezTo>
                    <a:cubicBezTo>
                      <a:pt x="95" y="1"/>
                      <a:pt x="95" y="1"/>
                      <a:pt x="95" y="1"/>
                    </a:cubicBezTo>
                    <a:cubicBezTo>
                      <a:pt x="95" y="1"/>
                      <a:pt x="95" y="1"/>
                      <a:pt x="95" y="2"/>
                    </a:cubicBezTo>
                    <a:cubicBezTo>
                      <a:pt x="94" y="15"/>
                      <a:pt x="94" y="15"/>
                      <a:pt x="94" y="15"/>
                    </a:cubicBezTo>
                    <a:cubicBezTo>
                      <a:pt x="94" y="15"/>
                      <a:pt x="94" y="15"/>
                      <a:pt x="94" y="15"/>
                    </a:cubicBezTo>
                    <a:cubicBezTo>
                      <a:pt x="94" y="15"/>
                      <a:pt x="94" y="15"/>
                      <a:pt x="95" y="15"/>
                    </a:cubicBezTo>
                    <a:cubicBezTo>
                      <a:pt x="97" y="16"/>
                      <a:pt x="97" y="16"/>
                      <a:pt x="97" y="16"/>
                    </a:cubicBezTo>
                    <a:cubicBezTo>
                      <a:pt x="97" y="16"/>
                      <a:pt x="97" y="16"/>
                      <a:pt x="97" y="16"/>
                    </a:cubicBezTo>
                    <a:cubicBezTo>
                      <a:pt x="89" y="16"/>
                      <a:pt x="89" y="16"/>
                      <a:pt x="89" y="16"/>
                    </a:cubicBezTo>
                    <a:cubicBezTo>
                      <a:pt x="89" y="15"/>
                      <a:pt x="89" y="15"/>
                      <a:pt x="89" y="15"/>
                    </a:cubicBezTo>
                    <a:cubicBezTo>
                      <a:pt x="91" y="15"/>
                      <a:pt x="91" y="15"/>
                      <a:pt x="91" y="15"/>
                    </a:cubicBezTo>
                    <a:cubicBezTo>
                      <a:pt x="92" y="15"/>
                      <a:pt x="92" y="15"/>
                      <a:pt x="92" y="15"/>
                    </a:cubicBezTo>
                    <a:cubicBezTo>
                      <a:pt x="92" y="15"/>
                      <a:pt x="92" y="15"/>
                      <a:pt x="92" y="15"/>
                    </a:cubicBezTo>
                    <a:cubicBezTo>
                      <a:pt x="93" y="2"/>
                      <a:pt x="93" y="2"/>
                      <a:pt x="93" y="2"/>
                    </a:cubicBezTo>
                    <a:cubicBezTo>
                      <a:pt x="93" y="1"/>
                      <a:pt x="93" y="1"/>
                      <a:pt x="93" y="1"/>
                    </a:cubicBezTo>
                    <a:cubicBezTo>
                      <a:pt x="93" y="1"/>
                      <a:pt x="93" y="1"/>
                      <a:pt x="92" y="1"/>
                    </a:cubicBezTo>
                    <a:cubicBezTo>
                      <a:pt x="90" y="1"/>
                      <a:pt x="90" y="1"/>
                      <a:pt x="90" y="1"/>
                    </a:cubicBezTo>
                    <a:close/>
                    <a:moveTo>
                      <a:pt x="109" y="3"/>
                    </a:moveTo>
                    <a:cubicBezTo>
                      <a:pt x="109" y="2"/>
                      <a:pt x="109" y="2"/>
                      <a:pt x="109" y="2"/>
                    </a:cubicBezTo>
                    <a:cubicBezTo>
                      <a:pt x="113" y="3"/>
                      <a:pt x="113" y="3"/>
                      <a:pt x="113" y="3"/>
                    </a:cubicBezTo>
                    <a:cubicBezTo>
                      <a:pt x="113" y="3"/>
                      <a:pt x="113" y="3"/>
                      <a:pt x="113" y="3"/>
                    </a:cubicBezTo>
                    <a:cubicBezTo>
                      <a:pt x="112" y="3"/>
                      <a:pt x="112" y="3"/>
                      <a:pt x="112" y="3"/>
                    </a:cubicBezTo>
                    <a:cubicBezTo>
                      <a:pt x="112" y="3"/>
                      <a:pt x="112" y="3"/>
                      <a:pt x="111" y="4"/>
                    </a:cubicBezTo>
                    <a:cubicBezTo>
                      <a:pt x="111" y="4"/>
                      <a:pt x="111" y="4"/>
                      <a:pt x="111" y="4"/>
                    </a:cubicBezTo>
                    <a:cubicBezTo>
                      <a:pt x="105" y="17"/>
                      <a:pt x="105" y="17"/>
                      <a:pt x="105" y="17"/>
                    </a:cubicBezTo>
                    <a:cubicBezTo>
                      <a:pt x="104" y="17"/>
                      <a:pt x="104" y="17"/>
                      <a:pt x="104" y="17"/>
                    </a:cubicBezTo>
                    <a:cubicBezTo>
                      <a:pt x="103" y="3"/>
                      <a:pt x="103" y="3"/>
                      <a:pt x="103" y="3"/>
                    </a:cubicBezTo>
                    <a:cubicBezTo>
                      <a:pt x="103" y="3"/>
                      <a:pt x="103" y="2"/>
                      <a:pt x="103" y="2"/>
                    </a:cubicBezTo>
                    <a:cubicBezTo>
                      <a:pt x="103" y="2"/>
                      <a:pt x="103" y="2"/>
                      <a:pt x="102" y="2"/>
                    </a:cubicBezTo>
                    <a:cubicBezTo>
                      <a:pt x="102" y="2"/>
                      <a:pt x="102" y="2"/>
                      <a:pt x="102" y="2"/>
                    </a:cubicBezTo>
                    <a:cubicBezTo>
                      <a:pt x="102" y="1"/>
                      <a:pt x="102" y="1"/>
                      <a:pt x="102" y="1"/>
                    </a:cubicBezTo>
                    <a:cubicBezTo>
                      <a:pt x="106" y="2"/>
                      <a:pt x="106" y="2"/>
                      <a:pt x="106" y="2"/>
                    </a:cubicBezTo>
                    <a:cubicBezTo>
                      <a:pt x="106" y="2"/>
                      <a:pt x="106" y="2"/>
                      <a:pt x="106" y="2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5" y="3"/>
                      <a:pt x="105" y="3"/>
                      <a:pt x="105" y="3"/>
                    </a:cubicBezTo>
                    <a:cubicBezTo>
                      <a:pt x="105" y="14"/>
                      <a:pt x="105" y="14"/>
                      <a:pt x="105" y="14"/>
                    </a:cubicBezTo>
                    <a:cubicBezTo>
                      <a:pt x="106" y="14"/>
                      <a:pt x="106" y="14"/>
                      <a:pt x="106" y="14"/>
                    </a:cubicBezTo>
                    <a:cubicBezTo>
                      <a:pt x="110" y="4"/>
                      <a:pt x="110" y="4"/>
                      <a:pt x="110" y="4"/>
                    </a:cubicBezTo>
                    <a:cubicBezTo>
                      <a:pt x="110" y="4"/>
                      <a:pt x="110" y="4"/>
                      <a:pt x="110" y="3"/>
                    </a:cubicBezTo>
                    <a:cubicBezTo>
                      <a:pt x="110" y="3"/>
                      <a:pt x="110" y="3"/>
                      <a:pt x="110" y="3"/>
                    </a:cubicBezTo>
                    <a:cubicBezTo>
                      <a:pt x="109" y="3"/>
                      <a:pt x="109" y="3"/>
                      <a:pt x="109" y="3"/>
                    </a:cubicBezTo>
                    <a:close/>
                    <a:moveTo>
                      <a:pt x="116" y="5"/>
                    </a:moveTo>
                    <a:cubicBezTo>
                      <a:pt x="116" y="5"/>
                      <a:pt x="116" y="5"/>
                      <a:pt x="116" y="5"/>
                    </a:cubicBezTo>
                    <a:cubicBezTo>
                      <a:pt x="117" y="5"/>
                      <a:pt x="117" y="5"/>
                      <a:pt x="117" y="5"/>
                    </a:cubicBezTo>
                    <a:cubicBezTo>
                      <a:pt x="117" y="5"/>
                      <a:pt x="117" y="6"/>
                      <a:pt x="117" y="6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9"/>
                      <a:pt x="113" y="19"/>
                    </a:cubicBezTo>
                    <a:cubicBezTo>
                      <a:pt x="112" y="19"/>
                      <a:pt x="112" y="19"/>
                      <a:pt x="112" y="19"/>
                    </a:cubicBezTo>
                    <a:cubicBezTo>
                      <a:pt x="111" y="18"/>
                      <a:pt x="111" y="18"/>
                      <a:pt x="111" y="18"/>
                    </a:cubicBezTo>
                    <a:cubicBezTo>
                      <a:pt x="111" y="19"/>
                      <a:pt x="111" y="19"/>
                      <a:pt x="111" y="19"/>
                    </a:cubicBezTo>
                    <a:cubicBezTo>
                      <a:pt x="120" y="22"/>
                      <a:pt x="120" y="22"/>
                      <a:pt x="120" y="22"/>
                    </a:cubicBezTo>
                    <a:cubicBezTo>
                      <a:pt x="122" y="19"/>
                      <a:pt x="122" y="19"/>
                      <a:pt x="122" y="19"/>
                    </a:cubicBezTo>
                    <a:cubicBezTo>
                      <a:pt x="122" y="18"/>
                      <a:pt x="122" y="18"/>
                      <a:pt x="122" y="18"/>
                    </a:cubicBezTo>
                    <a:cubicBezTo>
                      <a:pt x="121" y="19"/>
                      <a:pt x="120" y="20"/>
                      <a:pt x="120" y="20"/>
                    </a:cubicBezTo>
                    <a:cubicBezTo>
                      <a:pt x="119" y="21"/>
                      <a:pt x="118" y="21"/>
                      <a:pt x="117" y="20"/>
                    </a:cubicBezTo>
                    <a:cubicBezTo>
                      <a:pt x="115" y="20"/>
                      <a:pt x="115" y="20"/>
                      <a:pt x="115" y="20"/>
                    </a:cubicBezTo>
                    <a:cubicBezTo>
                      <a:pt x="115" y="20"/>
                      <a:pt x="114" y="19"/>
                      <a:pt x="114" y="19"/>
                    </a:cubicBezTo>
                    <a:cubicBezTo>
                      <a:pt x="114" y="19"/>
                      <a:pt x="114" y="19"/>
                      <a:pt x="114" y="19"/>
                    </a:cubicBezTo>
                    <a:cubicBezTo>
                      <a:pt x="116" y="12"/>
                      <a:pt x="116" y="12"/>
                      <a:pt x="116" y="12"/>
                    </a:cubicBezTo>
                    <a:cubicBezTo>
                      <a:pt x="119" y="13"/>
                      <a:pt x="119" y="13"/>
                      <a:pt x="119" y="13"/>
                    </a:cubicBezTo>
                    <a:cubicBezTo>
                      <a:pt x="120" y="13"/>
                      <a:pt x="120" y="13"/>
                      <a:pt x="120" y="14"/>
                    </a:cubicBezTo>
                    <a:cubicBezTo>
                      <a:pt x="120" y="14"/>
                      <a:pt x="120" y="15"/>
                      <a:pt x="120" y="15"/>
                    </a:cubicBezTo>
                    <a:cubicBezTo>
                      <a:pt x="120" y="16"/>
                      <a:pt x="120" y="16"/>
                      <a:pt x="120" y="16"/>
                    </a:cubicBezTo>
                    <a:cubicBezTo>
                      <a:pt x="120" y="16"/>
                      <a:pt x="120" y="16"/>
                      <a:pt x="120" y="16"/>
                    </a:cubicBezTo>
                    <a:cubicBezTo>
                      <a:pt x="122" y="11"/>
                      <a:pt x="122" y="11"/>
                      <a:pt x="122" y="11"/>
                    </a:cubicBezTo>
                    <a:cubicBezTo>
                      <a:pt x="122" y="11"/>
                      <a:pt x="122" y="11"/>
                      <a:pt x="122" y="11"/>
                    </a:cubicBezTo>
                    <a:cubicBezTo>
                      <a:pt x="121" y="11"/>
                      <a:pt x="121" y="11"/>
                      <a:pt x="121" y="11"/>
                    </a:cubicBezTo>
                    <a:cubicBezTo>
                      <a:pt x="121" y="12"/>
                      <a:pt x="121" y="12"/>
                      <a:pt x="121" y="12"/>
                    </a:cubicBezTo>
                    <a:cubicBezTo>
                      <a:pt x="120" y="13"/>
                      <a:pt x="120" y="13"/>
                      <a:pt x="119" y="12"/>
                    </a:cubicBezTo>
                    <a:cubicBezTo>
                      <a:pt x="117" y="12"/>
                      <a:pt x="117" y="12"/>
                      <a:pt x="117" y="12"/>
                    </a:cubicBezTo>
                    <a:cubicBezTo>
                      <a:pt x="118" y="6"/>
                      <a:pt x="118" y="6"/>
                      <a:pt x="118" y="6"/>
                    </a:cubicBezTo>
                    <a:cubicBezTo>
                      <a:pt x="118" y="6"/>
                      <a:pt x="119" y="6"/>
                      <a:pt x="119" y="6"/>
                    </a:cubicBezTo>
                    <a:cubicBezTo>
                      <a:pt x="119" y="6"/>
                      <a:pt x="119" y="6"/>
                      <a:pt x="119" y="6"/>
                    </a:cubicBezTo>
                    <a:cubicBezTo>
                      <a:pt x="122" y="7"/>
                      <a:pt x="122" y="7"/>
                      <a:pt x="122" y="7"/>
                    </a:cubicBezTo>
                    <a:cubicBezTo>
                      <a:pt x="122" y="7"/>
                      <a:pt x="123" y="7"/>
                      <a:pt x="123" y="8"/>
                    </a:cubicBezTo>
                    <a:cubicBezTo>
                      <a:pt x="124" y="8"/>
                      <a:pt x="124" y="9"/>
                      <a:pt x="124" y="10"/>
                    </a:cubicBezTo>
                    <a:cubicBezTo>
                      <a:pt x="125" y="10"/>
                      <a:pt x="125" y="10"/>
                      <a:pt x="125" y="10"/>
                    </a:cubicBezTo>
                    <a:cubicBezTo>
                      <a:pt x="125" y="7"/>
                      <a:pt x="125" y="7"/>
                      <a:pt x="125" y="7"/>
                    </a:cubicBezTo>
                    <a:cubicBezTo>
                      <a:pt x="116" y="4"/>
                      <a:pt x="116" y="4"/>
                      <a:pt x="116" y="4"/>
                    </a:cubicBezTo>
                    <a:cubicBezTo>
                      <a:pt x="116" y="5"/>
                      <a:pt x="116" y="5"/>
                      <a:pt x="116" y="5"/>
                    </a:cubicBezTo>
                    <a:close/>
                    <a:moveTo>
                      <a:pt x="136" y="17"/>
                    </a:moveTo>
                    <a:cubicBezTo>
                      <a:pt x="136" y="18"/>
                      <a:pt x="135" y="19"/>
                      <a:pt x="134" y="19"/>
                    </a:cubicBezTo>
                    <a:cubicBezTo>
                      <a:pt x="133" y="19"/>
                      <a:pt x="133" y="19"/>
                      <a:pt x="132" y="19"/>
                    </a:cubicBezTo>
                    <a:cubicBezTo>
                      <a:pt x="131" y="26"/>
                      <a:pt x="131" y="26"/>
                      <a:pt x="131" y="26"/>
                    </a:cubicBezTo>
                    <a:cubicBezTo>
                      <a:pt x="131" y="26"/>
                      <a:pt x="131" y="27"/>
                      <a:pt x="131" y="27"/>
                    </a:cubicBezTo>
                    <a:cubicBezTo>
                      <a:pt x="131" y="27"/>
                      <a:pt x="131" y="27"/>
                      <a:pt x="132" y="27"/>
                    </a:cubicBezTo>
                    <a:cubicBezTo>
                      <a:pt x="132" y="27"/>
                      <a:pt x="132" y="27"/>
                      <a:pt x="132" y="27"/>
                    </a:cubicBezTo>
                    <a:cubicBezTo>
                      <a:pt x="132" y="28"/>
                      <a:pt x="132" y="28"/>
                      <a:pt x="132" y="28"/>
                    </a:cubicBezTo>
                    <a:cubicBezTo>
                      <a:pt x="130" y="27"/>
                      <a:pt x="130" y="27"/>
                      <a:pt x="130" y="27"/>
                    </a:cubicBezTo>
                    <a:cubicBezTo>
                      <a:pt x="130" y="18"/>
                      <a:pt x="130" y="18"/>
                      <a:pt x="130" y="18"/>
                    </a:cubicBezTo>
                    <a:cubicBezTo>
                      <a:pt x="129" y="17"/>
                      <a:pt x="129" y="17"/>
                      <a:pt x="129" y="17"/>
                    </a:cubicBezTo>
                    <a:cubicBezTo>
                      <a:pt x="126" y="23"/>
                      <a:pt x="126" y="23"/>
                      <a:pt x="126" y="23"/>
                    </a:cubicBezTo>
                    <a:cubicBezTo>
                      <a:pt x="125" y="24"/>
                      <a:pt x="125" y="24"/>
                      <a:pt x="126" y="24"/>
                    </a:cubicBezTo>
                    <a:cubicBezTo>
                      <a:pt x="126" y="24"/>
                      <a:pt x="126" y="24"/>
                      <a:pt x="126" y="24"/>
                    </a:cubicBezTo>
                    <a:cubicBezTo>
                      <a:pt x="126" y="25"/>
                      <a:pt x="126" y="25"/>
                      <a:pt x="126" y="25"/>
                    </a:cubicBezTo>
                    <a:cubicBezTo>
                      <a:pt x="126" y="25"/>
                      <a:pt x="126" y="25"/>
                      <a:pt x="126" y="25"/>
                    </a:cubicBezTo>
                    <a:cubicBezTo>
                      <a:pt x="122" y="23"/>
                      <a:pt x="122" y="23"/>
                      <a:pt x="122" y="23"/>
                    </a:cubicBezTo>
                    <a:cubicBezTo>
                      <a:pt x="123" y="23"/>
                      <a:pt x="123" y="23"/>
                      <a:pt x="123" y="23"/>
                    </a:cubicBezTo>
                    <a:cubicBezTo>
                      <a:pt x="123" y="23"/>
                      <a:pt x="123" y="23"/>
                      <a:pt x="123" y="23"/>
                    </a:cubicBezTo>
                    <a:cubicBezTo>
                      <a:pt x="123" y="23"/>
                      <a:pt x="124" y="23"/>
                      <a:pt x="124" y="23"/>
                    </a:cubicBezTo>
                    <a:cubicBezTo>
                      <a:pt x="124" y="23"/>
                      <a:pt x="124" y="23"/>
                      <a:pt x="124" y="23"/>
                    </a:cubicBezTo>
                    <a:cubicBezTo>
                      <a:pt x="130" y="11"/>
                      <a:pt x="130" y="11"/>
                      <a:pt x="130" y="11"/>
                    </a:cubicBezTo>
                    <a:cubicBezTo>
                      <a:pt x="130" y="11"/>
                      <a:pt x="130" y="11"/>
                      <a:pt x="130" y="10"/>
                    </a:cubicBezTo>
                    <a:cubicBezTo>
                      <a:pt x="130" y="10"/>
                      <a:pt x="130" y="10"/>
                      <a:pt x="130" y="10"/>
                    </a:cubicBezTo>
                    <a:cubicBezTo>
                      <a:pt x="129" y="10"/>
                      <a:pt x="129" y="10"/>
                      <a:pt x="129" y="10"/>
                    </a:cubicBezTo>
                    <a:cubicBezTo>
                      <a:pt x="130" y="9"/>
                      <a:pt x="130" y="9"/>
                      <a:pt x="130" y="9"/>
                    </a:cubicBezTo>
                    <a:cubicBezTo>
                      <a:pt x="134" y="12"/>
                      <a:pt x="134" y="12"/>
                      <a:pt x="134" y="12"/>
                    </a:cubicBezTo>
                    <a:cubicBezTo>
                      <a:pt x="135" y="12"/>
                      <a:pt x="136" y="13"/>
                      <a:pt x="137" y="14"/>
                    </a:cubicBezTo>
                    <a:cubicBezTo>
                      <a:pt x="137" y="15"/>
                      <a:pt x="137" y="16"/>
                      <a:pt x="136" y="17"/>
                    </a:cubicBezTo>
                    <a:close/>
                    <a:moveTo>
                      <a:pt x="129" y="17"/>
                    </a:moveTo>
                    <a:cubicBezTo>
                      <a:pt x="131" y="18"/>
                      <a:pt x="131" y="18"/>
                      <a:pt x="131" y="18"/>
                    </a:cubicBezTo>
                    <a:cubicBezTo>
                      <a:pt x="131" y="18"/>
                      <a:pt x="132" y="18"/>
                      <a:pt x="133" y="18"/>
                    </a:cubicBezTo>
                    <a:cubicBezTo>
                      <a:pt x="134" y="18"/>
                      <a:pt x="134" y="17"/>
                      <a:pt x="135" y="16"/>
                    </a:cubicBezTo>
                    <a:cubicBezTo>
                      <a:pt x="135" y="15"/>
                      <a:pt x="136" y="15"/>
                      <a:pt x="135" y="14"/>
                    </a:cubicBezTo>
                    <a:cubicBezTo>
                      <a:pt x="135" y="13"/>
                      <a:pt x="135" y="12"/>
                      <a:pt x="133" y="12"/>
                    </a:cubicBezTo>
                    <a:cubicBezTo>
                      <a:pt x="133" y="11"/>
                      <a:pt x="133" y="11"/>
                      <a:pt x="133" y="11"/>
                    </a:cubicBezTo>
                    <a:cubicBezTo>
                      <a:pt x="132" y="11"/>
                      <a:pt x="132" y="11"/>
                      <a:pt x="132" y="11"/>
                    </a:cubicBezTo>
                    <a:cubicBezTo>
                      <a:pt x="132" y="11"/>
                      <a:pt x="132" y="11"/>
                      <a:pt x="132" y="12"/>
                    </a:cubicBezTo>
                    <a:cubicBezTo>
                      <a:pt x="129" y="17"/>
                      <a:pt x="129" y="17"/>
                      <a:pt x="129" y="17"/>
                    </a:cubicBezTo>
                    <a:close/>
                    <a:moveTo>
                      <a:pt x="141" y="25"/>
                    </a:moveTo>
                    <a:cubicBezTo>
                      <a:pt x="142" y="27"/>
                      <a:pt x="142" y="28"/>
                      <a:pt x="142" y="28"/>
                    </a:cubicBezTo>
                    <a:cubicBezTo>
                      <a:pt x="142" y="29"/>
                      <a:pt x="142" y="30"/>
                      <a:pt x="142" y="30"/>
                    </a:cubicBezTo>
                    <a:cubicBezTo>
                      <a:pt x="141" y="31"/>
                      <a:pt x="141" y="32"/>
                      <a:pt x="140" y="32"/>
                    </a:cubicBezTo>
                    <a:cubicBezTo>
                      <a:pt x="139" y="32"/>
                      <a:pt x="138" y="32"/>
                      <a:pt x="137" y="32"/>
                    </a:cubicBezTo>
                    <a:cubicBezTo>
                      <a:pt x="137" y="31"/>
                      <a:pt x="136" y="30"/>
                      <a:pt x="136" y="29"/>
                    </a:cubicBezTo>
                    <a:cubicBezTo>
                      <a:pt x="135" y="28"/>
                      <a:pt x="136" y="27"/>
                      <a:pt x="136" y="26"/>
                    </a:cubicBezTo>
                    <a:cubicBezTo>
                      <a:pt x="136" y="26"/>
                      <a:pt x="136" y="26"/>
                      <a:pt x="136" y="26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5" y="30"/>
                      <a:pt x="135" y="30"/>
                      <a:pt x="135" y="30"/>
                    </a:cubicBezTo>
                    <a:cubicBezTo>
                      <a:pt x="135" y="30"/>
                      <a:pt x="135" y="30"/>
                      <a:pt x="136" y="31"/>
                    </a:cubicBezTo>
                    <a:cubicBezTo>
                      <a:pt x="136" y="31"/>
                      <a:pt x="136" y="32"/>
                      <a:pt x="137" y="32"/>
                    </a:cubicBezTo>
                    <a:cubicBezTo>
                      <a:pt x="138" y="33"/>
                      <a:pt x="139" y="33"/>
                      <a:pt x="140" y="33"/>
                    </a:cubicBezTo>
                    <a:cubicBezTo>
                      <a:pt x="142" y="33"/>
                      <a:pt x="142" y="32"/>
                      <a:pt x="143" y="31"/>
                    </a:cubicBezTo>
                    <a:cubicBezTo>
                      <a:pt x="144" y="30"/>
                      <a:pt x="144" y="29"/>
                      <a:pt x="144" y="28"/>
                    </a:cubicBezTo>
                    <a:cubicBezTo>
                      <a:pt x="144" y="27"/>
                      <a:pt x="143" y="26"/>
                      <a:pt x="142" y="25"/>
                    </a:cubicBezTo>
                    <a:cubicBezTo>
                      <a:pt x="141" y="23"/>
                      <a:pt x="141" y="22"/>
                      <a:pt x="141" y="22"/>
                    </a:cubicBezTo>
                    <a:cubicBezTo>
                      <a:pt x="141" y="21"/>
                      <a:pt x="141" y="20"/>
                      <a:pt x="141" y="20"/>
                    </a:cubicBezTo>
                    <a:cubicBezTo>
                      <a:pt x="142" y="19"/>
                      <a:pt x="142" y="19"/>
                      <a:pt x="143" y="19"/>
                    </a:cubicBezTo>
                    <a:cubicBezTo>
                      <a:pt x="144" y="18"/>
                      <a:pt x="144" y="18"/>
                      <a:pt x="145" y="19"/>
                    </a:cubicBezTo>
                    <a:cubicBezTo>
                      <a:pt x="146" y="20"/>
                      <a:pt x="147" y="20"/>
                      <a:pt x="147" y="21"/>
                    </a:cubicBezTo>
                    <a:cubicBezTo>
                      <a:pt x="147" y="22"/>
                      <a:pt x="147" y="23"/>
                      <a:pt x="147" y="24"/>
                    </a:cubicBezTo>
                    <a:cubicBezTo>
                      <a:pt x="147" y="24"/>
                      <a:pt x="147" y="24"/>
                      <a:pt x="147" y="24"/>
                    </a:cubicBezTo>
                    <a:cubicBezTo>
                      <a:pt x="149" y="21"/>
                      <a:pt x="149" y="21"/>
                      <a:pt x="149" y="21"/>
                    </a:cubicBezTo>
                    <a:cubicBezTo>
                      <a:pt x="149" y="21"/>
                      <a:pt x="149" y="21"/>
                      <a:pt x="148" y="21"/>
                    </a:cubicBezTo>
                    <a:cubicBezTo>
                      <a:pt x="148" y="21"/>
                      <a:pt x="148" y="21"/>
                      <a:pt x="148" y="21"/>
                    </a:cubicBezTo>
                    <a:cubicBezTo>
                      <a:pt x="148" y="21"/>
                      <a:pt x="147" y="20"/>
                      <a:pt x="147" y="20"/>
                    </a:cubicBezTo>
                    <a:cubicBezTo>
                      <a:pt x="147" y="19"/>
                      <a:pt x="146" y="19"/>
                      <a:pt x="146" y="19"/>
                    </a:cubicBezTo>
                    <a:cubicBezTo>
                      <a:pt x="145" y="18"/>
                      <a:pt x="144" y="18"/>
                      <a:pt x="143" y="18"/>
                    </a:cubicBezTo>
                    <a:cubicBezTo>
                      <a:pt x="141" y="18"/>
                      <a:pt x="141" y="19"/>
                      <a:pt x="140" y="19"/>
                    </a:cubicBezTo>
                    <a:cubicBezTo>
                      <a:pt x="139" y="20"/>
                      <a:pt x="139" y="21"/>
                      <a:pt x="139" y="22"/>
                    </a:cubicBezTo>
                    <a:cubicBezTo>
                      <a:pt x="140" y="23"/>
                      <a:pt x="140" y="24"/>
                      <a:pt x="141" y="25"/>
                    </a:cubicBezTo>
                    <a:close/>
                    <a:moveTo>
                      <a:pt x="154" y="26"/>
                    </a:moveTo>
                    <a:cubicBezTo>
                      <a:pt x="154" y="26"/>
                      <a:pt x="154" y="26"/>
                      <a:pt x="154" y="26"/>
                    </a:cubicBezTo>
                    <a:cubicBezTo>
                      <a:pt x="159" y="31"/>
                      <a:pt x="159" y="31"/>
                      <a:pt x="159" y="31"/>
                    </a:cubicBezTo>
                    <a:cubicBezTo>
                      <a:pt x="159" y="31"/>
                      <a:pt x="159" y="31"/>
                      <a:pt x="159" y="31"/>
                    </a:cubicBezTo>
                    <a:cubicBezTo>
                      <a:pt x="158" y="30"/>
                      <a:pt x="158" y="30"/>
                      <a:pt x="158" y="30"/>
                    </a:cubicBezTo>
                    <a:cubicBezTo>
                      <a:pt x="157" y="29"/>
                      <a:pt x="157" y="29"/>
                      <a:pt x="157" y="29"/>
                    </a:cubicBezTo>
                    <a:cubicBezTo>
                      <a:pt x="157" y="29"/>
                      <a:pt x="157" y="29"/>
                      <a:pt x="156" y="30"/>
                    </a:cubicBezTo>
                    <a:cubicBezTo>
                      <a:pt x="147" y="39"/>
                      <a:pt x="147" y="39"/>
                      <a:pt x="147" y="39"/>
                    </a:cubicBezTo>
                    <a:cubicBezTo>
                      <a:pt x="147" y="39"/>
                      <a:pt x="147" y="39"/>
                      <a:pt x="147" y="40"/>
                    </a:cubicBezTo>
                    <a:cubicBezTo>
                      <a:pt x="147" y="40"/>
                      <a:pt x="147" y="40"/>
                      <a:pt x="148" y="40"/>
                    </a:cubicBezTo>
                    <a:cubicBezTo>
                      <a:pt x="149" y="42"/>
                      <a:pt x="149" y="42"/>
                      <a:pt x="149" y="42"/>
                    </a:cubicBezTo>
                    <a:cubicBezTo>
                      <a:pt x="149" y="42"/>
                      <a:pt x="149" y="42"/>
                      <a:pt x="149" y="42"/>
                    </a:cubicBezTo>
                    <a:cubicBezTo>
                      <a:pt x="143" y="37"/>
                      <a:pt x="143" y="37"/>
                      <a:pt x="143" y="37"/>
                    </a:cubicBezTo>
                    <a:cubicBezTo>
                      <a:pt x="144" y="37"/>
                      <a:pt x="144" y="37"/>
                      <a:pt x="144" y="37"/>
                    </a:cubicBezTo>
                    <a:cubicBezTo>
                      <a:pt x="145" y="38"/>
                      <a:pt x="145" y="38"/>
                      <a:pt x="145" y="38"/>
                    </a:cubicBezTo>
                    <a:cubicBezTo>
                      <a:pt x="146" y="38"/>
                      <a:pt x="146" y="38"/>
                      <a:pt x="146" y="38"/>
                    </a:cubicBezTo>
                    <a:cubicBezTo>
                      <a:pt x="146" y="38"/>
                      <a:pt x="146" y="38"/>
                      <a:pt x="146" y="38"/>
                    </a:cubicBezTo>
                    <a:cubicBezTo>
                      <a:pt x="155" y="29"/>
                      <a:pt x="155" y="29"/>
                      <a:pt x="155" y="29"/>
                    </a:cubicBezTo>
                    <a:cubicBezTo>
                      <a:pt x="155" y="28"/>
                      <a:pt x="156" y="28"/>
                      <a:pt x="156" y="28"/>
                    </a:cubicBezTo>
                    <a:cubicBezTo>
                      <a:pt x="156" y="28"/>
                      <a:pt x="155" y="28"/>
                      <a:pt x="155" y="27"/>
                    </a:cubicBezTo>
                    <a:cubicBezTo>
                      <a:pt x="154" y="26"/>
                      <a:pt x="154" y="26"/>
                      <a:pt x="154" y="26"/>
                    </a:cubicBezTo>
                    <a:close/>
                    <a:moveTo>
                      <a:pt x="155" y="50"/>
                    </a:moveTo>
                    <a:cubicBezTo>
                      <a:pt x="156" y="50"/>
                      <a:pt x="156" y="50"/>
                      <a:pt x="156" y="50"/>
                    </a:cubicBezTo>
                    <a:cubicBezTo>
                      <a:pt x="155" y="49"/>
                      <a:pt x="155" y="49"/>
                      <a:pt x="155" y="49"/>
                    </a:cubicBezTo>
                    <a:cubicBezTo>
                      <a:pt x="155" y="49"/>
                      <a:pt x="155" y="49"/>
                      <a:pt x="155" y="49"/>
                    </a:cubicBezTo>
                    <a:cubicBezTo>
                      <a:pt x="155" y="49"/>
                      <a:pt x="155" y="48"/>
                      <a:pt x="155" y="48"/>
                    </a:cubicBezTo>
                    <a:cubicBezTo>
                      <a:pt x="165" y="40"/>
                      <a:pt x="165" y="40"/>
                      <a:pt x="165" y="40"/>
                    </a:cubicBezTo>
                    <a:cubicBezTo>
                      <a:pt x="166" y="40"/>
                      <a:pt x="166" y="40"/>
                      <a:pt x="166" y="40"/>
                    </a:cubicBezTo>
                    <a:cubicBezTo>
                      <a:pt x="166" y="40"/>
                      <a:pt x="166" y="40"/>
                      <a:pt x="167" y="40"/>
                    </a:cubicBezTo>
                    <a:cubicBezTo>
                      <a:pt x="167" y="41"/>
                      <a:pt x="167" y="42"/>
                      <a:pt x="167" y="42"/>
                    </a:cubicBezTo>
                    <a:cubicBezTo>
                      <a:pt x="167" y="43"/>
                      <a:pt x="167" y="43"/>
                      <a:pt x="166" y="45"/>
                    </a:cubicBezTo>
                    <a:cubicBezTo>
                      <a:pt x="166" y="45"/>
                      <a:pt x="166" y="45"/>
                      <a:pt x="166" y="45"/>
                    </a:cubicBezTo>
                    <a:cubicBezTo>
                      <a:pt x="169" y="42"/>
                      <a:pt x="169" y="42"/>
                      <a:pt x="169" y="42"/>
                    </a:cubicBezTo>
                    <a:cubicBezTo>
                      <a:pt x="163" y="35"/>
                      <a:pt x="163" y="35"/>
                      <a:pt x="163" y="35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62" y="37"/>
                      <a:pt x="163" y="37"/>
                      <a:pt x="163" y="37"/>
                    </a:cubicBezTo>
                    <a:cubicBezTo>
                      <a:pt x="163" y="37"/>
                      <a:pt x="164" y="37"/>
                      <a:pt x="164" y="38"/>
                    </a:cubicBezTo>
                    <a:cubicBezTo>
                      <a:pt x="165" y="38"/>
                      <a:pt x="165" y="38"/>
                      <a:pt x="165" y="38"/>
                    </a:cubicBezTo>
                    <a:cubicBezTo>
                      <a:pt x="165" y="39"/>
                      <a:pt x="165" y="39"/>
                      <a:pt x="164" y="39"/>
                    </a:cubicBezTo>
                    <a:cubicBezTo>
                      <a:pt x="154" y="47"/>
                      <a:pt x="154" y="47"/>
                      <a:pt x="154" y="47"/>
                    </a:cubicBezTo>
                    <a:cubicBezTo>
                      <a:pt x="154" y="47"/>
                      <a:pt x="154" y="47"/>
                      <a:pt x="154" y="47"/>
                    </a:cubicBezTo>
                    <a:cubicBezTo>
                      <a:pt x="154" y="47"/>
                      <a:pt x="153" y="47"/>
                      <a:pt x="153" y="47"/>
                    </a:cubicBezTo>
                    <a:cubicBezTo>
                      <a:pt x="153" y="46"/>
                      <a:pt x="153" y="46"/>
                      <a:pt x="153" y="46"/>
                    </a:cubicBezTo>
                    <a:cubicBezTo>
                      <a:pt x="152" y="47"/>
                      <a:pt x="152" y="47"/>
                      <a:pt x="152" y="47"/>
                    </a:cubicBezTo>
                    <a:cubicBezTo>
                      <a:pt x="155" y="50"/>
                      <a:pt x="155" y="50"/>
                      <a:pt x="155" y="50"/>
                    </a:cubicBezTo>
                    <a:close/>
                    <a:moveTo>
                      <a:pt x="174" y="54"/>
                    </a:moveTo>
                    <a:cubicBezTo>
                      <a:pt x="174" y="54"/>
                      <a:pt x="175" y="54"/>
                      <a:pt x="175" y="53"/>
                    </a:cubicBezTo>
                    <a:cubicBezTo>
                      <a:pt x="175" y="53"/>
                      <a:pt x="175" y="53"/>
                      <a:pt x="174" y="53"/>
                    </a:cubicBezTo>
                    <a:cubicBezTo>
                      <a:pt x="174" y="52"/>
                      <a:pt x="174" y="52"/>
                      <a:pt x="174" y="52"/>
                    </a:cubicBezTo>
                    <a:cubicBezTo>
                      <a:pt x="175" y="52"/>
                      <a:pt x="175" y="52"/>
                      <a:pt x="175" y="52"/>
                    </a:cubicBezTo>
                    <a:cubicBezTo>
                      <a:pt x="177" y="55"/>
                      <a:pt x="177" y="55"/>
                      <a:pt x="177" y="55"/>
                    </a:cubicBezTo>
                    <a:cubicBezTo>
                      <a:pt x="176" y="55"/>
                      <a:pt x="176" y="55"/>
                      <a:pt x="176" y="55"/>
                    </a:cubicBezTo>
                    <a:cubicBezTo>
                      <a:pt x="176" y="55"/>
                      <a:pt x="176" y="55"/>
                      <a:pt x="176" y="55"/>
                    </a:cubicBezTo>
                    <a:cubicBezTo>
                      <a:pt x="176" y="55"/>
                      <a:pt x="176" y="55"/>
                      <a:pt x="175" y="55"/>
                    </a:cubicBezTo>
                    <a:cubicBezTo>
                      <a:pt x="175" y="55"/>
                      <a:pt x="175" y="55"/>
                      <a:pt x="174" y="55"/>
                    </a:cubicBezTo>
                    <a:cubicBezTo>
                      <a:pt x="166" y="56"/>
                      <a:pt x="166" y="56"/>
                      <a:pt x="166" y="56"/>
                    </a:cubicBezTo>
                    <a:cubicBezTo>
                      <a:pt x="162" y="58"/>
                      <a:pt x="162" y="58"/>
                      <a:pt x="162" y="58"/>
                    </a:cubicBezTo>
                    <a:cubicBezTo>
                      <a:pt x="162" y="59"/>
                      <a:pt x="162" y="59"/>
                      <a:pt x="162" y="59"/>
                    </a:cubicBezTo>
                    <a:cubicBezTo>
                      <a:pt x="161" y="59"/>
                      <a:pt x="162" y="59"/>
                      <a:pt x="162" y="60"/>
                    </a:cubicBezTo>
                    <a:cubicBezTo>
                      <a:pt x="162" y="60"/>
                      <a:pt x="162" y="60"/>
                      <a:pt x="162" y="60"/>
                    </a:cubicBezTo>
                    <a:cubicBezTo>
                      <a:pt x="162" y="61"/>
                      <a:pt x="162" y="61"/>
                      <a:pt x="162" y="61"/>
                    </a:cubicBezTo>
                    <a:cubicBezTo>
                      <a:pt x="159" y="56"/>
                      <a:pt x="159" y="56"/>
                      <a:pt x="159" y="56"/>
                    </a:cubicBezTo>
                    <a:cubicBezTo>
                      <a:pt x="160" y="56"/>
                      <a:pt x="160" y="56"/>
                      <a:pt x="160" y="56"/>
                    </a:cubicBezTo>
                    <a:cubicBezTo>
                      <a:pt x="160" y="57"/>
                      <a:pt x="160" y="57"/>
                      <a:pt x="160" y="57"/>
                    </a:cubicBezTo>
                    <a:cubicBezTo>
                      <a:pt x="160" y="57"/>
                      <a:pt x="160" y="57"/>
                      <a:pt x="161" y="57"/>
                    </a:cubicBezTo>
                    <a:cubicBezTo>
                      <a:pt x="161" y="57"/>
                      <a:pt x="161" y="57"/>
                      <a:pt x="161" y="57"/>
                    </a:cubicBezTo>
                    <a:cubicBezTo>
                      <a:pt x="165" y="55"/>
                      <a:pt x="165" y="55"/>
                      <a:pt x="165" y="55"/>
                    </a:cubicBezTo>
                    <a:cubicBezTo>
                      <a:pt x="171" y="48"/>
                      <a:pt x="171" y="48"/>
                      <a:pt x="171" y="48"/>
                    </a:cubicBezTo>
                    <a:cubicBezTo>
                      <a:pt x="171" y="48"/>
                      <a:pt x="171" y="48"/>
                      <a:pt x="171" y="47"/>
                    </a:cubicBezTo>
                    <a:cubicBezTo>
                      <a:pt x="171" y="47"/>
                      <a:pt x="171" y="47"/>
                      <a:pt x="171" y="47"/>
                    </a:cubicBezTo>
                    <a:cubicBezTo>
                      <a:pt x="171" y="46"/>
                      <a:pt x="171" y="46"/>
                      <a:pt x="171" y="46"/>
                    </a:cubicBezTo>
                    <a:cubicBezTo>
                      <a:pt x="171" y="46"/>
                      <a:pt x="171" y="46"/>
                      <a:pt x="171" y="46"/>
                    </a:cubicBezTo>
                    <a:cubicBezTo>
                      <a:pt x="173" y="50"/>
                      <a:pt x="173" y="50"/>
                      <a:pt x="173" y="50"/>
                    </a:cubicBezTo>
                    <a:cubicBezTo>
                      <a:pt x="173" y="50"/>
                      <a:pt x="173" y="50"/>
                      <a:pt x="173" y="50"/>
                    </a:cubicBezTo>
                    <a:cubicBezTo>
                      <a:pt x="173" y="49"/>
                      <a:pt x="173" y="49"/>
                      <a:pt x="173" y="49"/>
                    </a:cubicBezTo>
                    <a:cubicBezTo>
                      <a:pt x="172" y="49"/>
                      <a:pt x="172" y="49"/>
                      <a:pt x="172" y="49"/>
                    </a:cubicBezTo>
                    <a:cubicBezTo>
                      <a:pt x="172" y="49"/>
                      <a:pt x="172" y="49"/>
                      <a:pt x="171" y="49"/>
                    </a:cubicBezTo>
                    <a:cubicBezTo>
                      <a:pt x="167" y="55"/>
                      <a:pt x="167" y="55"/>
                      <a:pt x="167" y="55"/>
                    </a:cubicBezTo>
                    <a:cubicBezTo>
                      <a:pt x="167" y="55"/>
                      <a:pt x="167" y="55"/>
                      <a:pt x="167" y="55"/>
                    </a:cubicBezTo>
                    <a:lnTo>
                      <a:pt x="174" y="54"/>
                    </a:lnTo>
                    <a:close/>
                  </a:path>
                </a:pathLst>
              </a:custGeom>
              <a:solidFill>
                <a:srgbClr val="FFFFFF"/>
              </a:solidFill>
              <a:ln w="3175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4" name="ïśľíḓé"/>
              <p:cNvSpPr/>
              <p:nvPr/>
            </p:nvSpPr>
            <p:spPr bwMode="auto">
              <a:xfrm>
                <a:off x="3667126" y="3184525"/>
                <a:ext cx="492125" cy="496888"/>
              </a:xfrm>
              <a:custGeom>
                <a:avLst/>
                <a:gdLst>
                  <a:gd name="T0" fmla="*/ 74 w 149"/>
                  <a:gd name="T1" fmla="*/ 0 h 149"/>
                  <a:gd name="T2" fmla="*/ 149 w 149"/>
                  <a:gd name="T3" fmla="*/ 74 h 149"/>
                  <a:gd name="T4" fmla="*/ 74 w 149"/>
                  <a:gd name="T5" fmla="*/ 149 h 149"/>
                  <a:gd name="T6" fmla="*/ 0 w 149"/>
                  <a:gd name="T7" fmla="*/ 74 h 149"/>
                  <a:gd name="T8" fmla="*/ 74 w 149"/>
                  <a:gd name="T9" fmla="*/ 0 h 149"/>
                  <a:gd name="T10" fmla="*/ 74 w 149"/>
                  <a:gd name="T11" fmla="*/ 2 h 149"/>
                  <a:gd name="T12" fmla="*/ 2 w 149"/>
                  <a:gd name="T13" fmla="*/ 74 h 149"/>
                  <a:gd name="T14" fmla="*/ 74 w 149"/>
                  <a:gd name="T15" fmla="*/ 146 h 149"/>
                  <a:gd name="T16" fmla="*/ 146 w 149"/>
                  <a:gd name="T17" fmla="*/ 74 h 149"/>
                  <a:gd name="T18" fmla="*/ 74 w 149"/>
                  <a:gd name="T19" fmla="*/ 2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9" h="149">
                    <a:moveTo>
                      <a:pt x="74" y="0"/>
                    </a:moveTo>
                    <a:cubicBezTo>
                      <a:pt x="115" y="0"/>
                      <a:pt x="149" y="33"/>
                      <a:pt x="149" y="74"/>
                    </a:cubicBezTo>
                    <a:cubicBezTo>
                      <a:pt x="149" y="115"/>
                      <a:pt x="115" y="149"/>
                      <a:pt x="74" y="149"/>
                    </a:cubicBezTo>
                    <a:cubicBezTo>
                      <a:pt x="33" y="149"/>
                      <a:pt x="0" y="115"/>
                      <a:pt x="0" y="74"/>
                    </a:cubicBezTo>
                    <a:cubicBezTo>
                      <a:pt x="0" y="33"/>
                      <a:pt x="33" y="0"/>
                      <a:pt x="74" y="0"/>
                    </a:cubicBezTo>
                    <a:close/>
                    <a:moveTo>
                      <a:pt x="74" y="2"/>
                    </a:moveTo>
                    <a:cubicBezTo>
                      <a:pt x="35" y="2"/>
                      <a:pt x="2" y="34"/>
                      <a:pt x="2" y="74"/>
                    </a:cubicBezTo>
                    <a:cubicBezTo>
                      <a:pt x="2" y="114"/>
                      <a:pt x="35" y="146"/>
                      <a:pt x="74" y="146"/>
                    </a:cubicBezTo>
                    <a:cubicBezTo>
                      <a:pt x="114" y="146"/>
                      <a:pt x="146" y="114"/>
                      <a:pt x="146" y="74"/>
                    </a:cubicBezTo>
                    <a:cubicBezTo>
                      <a:pt x="146" y="34"/>
                      <a:pt x="114" y="2"/>
                      <a:pt x="74" y="2"/>
                    </a:cubicBezTo>
                    <a:close/>
                  </a:path>
                </a:pathLst>
              </a:custGeom>
              <a:solidFill>
                <a:srgbClr val="0052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5" name="ïslíḍê"/>
              <p:cNvSpPr/>
              <p:nvPr/>
            </p:nvSpPr>
            <p:spPr bwMode="auto">
              <a:xfrm>
                <a:off x="3775076" y="3248025"/>
                <a:ext cx="274638" cy="146050"/>
              </a:xfrm>
              <a:custGeom>
                <a:avLst/>
                <a:gdLst>
                  <a:gd name="T0" fmla="*/ 10 w 83"/>
                  <a:gd name="T1" fmla="*/ 43 h 44"/>
                  <a:gd name="T2" fmla="*/ 18 w 83"/>
                  <a:gd name="T3" fmla="*/ 39 h 44"/>
                  <a:gd name="T4" fmla="*/ 67 w 83"/>
                  <a:gd name="T5" fmla="*/ 39 h 44"/>
                  <a:gd name="T6" fmla="*/ 73 w 83"/>
                  <a:gd name="T7" fmla="*/ 42 h 44"/>
                  <a:gd name="T8" fmla="*/ 76 w 83"/>
                  <a:gd name="T9" fmla="*/ 43 h 44"/>
                  <a:gd name="T10" fmla="*/ 83 w 83"/>
                  <a:gd name="T11" fmla="*/ 35 h 44"/>
                  <a:gd name="T12" fmla="*/ 76 w 83"/>
                  <a:gd name="T13" fmla="*/ 37 h 44"/>
                  <a:gd name="T14" fmla="*/ 69 w 83"/>
                  <a:gd name="T15" fmla="*/ 33 h 44"/>
                  <a:gd name="T16" fmla="*/ 70 w 83"/>
                  <a:gd name="T17" fmla="*/ 26 h 44"/>
                  <a:gd name="T18" fmla="*/ 64 w 83"/>
                  <a:gd name="T19" fmla="*/ 30 h 44"/>
                  <a:gd name="T20" fmla="*/ 59 w 83"/>
                  <a:gd name="T21" fmla="*/ 31 h 44"/>
                  <a:gd name="T22" fmla="*/ 56 w 83"/>
                  <a:gd name="T23" fmla="*/ 29 h 44"/>
                  <a:gd name="T24" fmla="*/ 56 w 83"/>
                  <a:gd name="T25" fmla="*/ 24 h 44"/>
                  <a:gd name="T26" fmla="*/ 58 w 83"/>
                  <a:gd name="T27" fmla="*/ 23 h 44"/>
                  <a:gd name="T28" fmla="*/ 58 w 83"/>
                  <a:gd name="T29" fmla="*/ 19 h 44"/>
                  <a:gd name="T30" fmla="*/ 54 w 83"/>
                  <a:gd name="T31" fmla="*/ 19 h 44"/>
                  <a:gd name="T32" fmla="*/ 53 w 83"/>
                  <a:gd name="T33" fmla="*/ 21 h 44"/>
                  <a:gd name="T34" fmla="*/ 44 w 83"/>
                  <a:gd name="T35" fmla="*/ 21 h 44"/>
                  <a:gd name="T36" fmla="*/ 43 w 83"/>
                  <a:gd name="T37" fmla="*/ 18 h 44"/>
                  <a:gd name="T38" fmla="*/ 44 w 83"/>
                  <a:gd name="T39" fmla="*/ 13 h 44"/>
                  <a:gd name="T40" fmla="*/ 43 w 83"/>
                  <a:gd name="T41" fmla="*/ 8 h 44"/>
                  <a:gd name="T42" fmla="*/ 43 w 83"/>
                  <a:gd name="T43" fmla="*/ 6 h 44"/>
                  <a:gd name="T44" fmla="*/ 43 w 83"/>
                  <a:gd name="T45" fmla="*/ 2 h 44"/>
                  <a:gd name="T46" fmla="*/ 43 w 83"/>
                  <a:gd name="T47" fmla="*/ 0 h 44"/>
                  <a:gd name="T48" fmla="*/ 40 w 83"/>
                  <a:gd name="T49" fmla="*/ 0 h 44"/>
                  <a:gd name="T50" fmla="*/ 39 w 83"/>
                  <a:gd name="T51" fmla="*/ 2 h 44"/>
                  <a:gd name="T52" fmla="*/ 39 w 83"/>
                  <a:gd name="T53" fmla="*/ 6 h 44"/>
                  <a:gd name="T54" fmla="*/ 39 w 83"/>
                  <a:gd name="T55" fmla="*/ 8 h 44"/>
                  <a:gd name="T56" fmla="*/ 38 w 83"/>
                  <a:gd name="T57" fmla="*/ 13 h 44"/>
                  <a:gd name="T58" fmla="*/ 38 w 83"/>
                  <a:gd name="T59" fmla="*/ 18 h 44"/>
                  <a:gd name="T60" fmla="*/ 38 w 83"/>
                  <a:gd name="T61" fmla="*/ 21 h 44"/>
                  <a:gd name="T62" fmla="*/ 30 w 83"/>
                  <a:gd name="T63" fmla="*/ 21 h 44"/>
                  <a:gd name="T64" fmla="*/ 29 w 83"/>
                  <a:gd name="T65" fmla="*/ 19 h 44"/>
                  <a:gd name="T66" fmla="*/ 25 w 83"/>
                  <a:gd name="T67" fmla="*/ 19 h 44"/>
                  <a:gd name="T68" fmla="*/ 25 w 83"/>
                  <a:gd name="T69" fmla="*/ 23 h 44"/>
                  <a:gd name="T70" fmla="*/ 26 w 83"/>
                  <a:gd name="T71" fmla="*/ 24 h 44"/>
                  <a:gd name="T72" fmla="*/ 27 w 83"/>
                  <a:gd name="T73" fmla="*/ 29 h 44"/>
                  <a:gd name="T74" fmla="*/ 22 w 83"/>
                  <a:gd name="T75" fmla="*/ 31 h 44"/>
                  <a:gd name="T76" fmla="*/ 13 w 83"/>
                  <a:gd name="T77" fmla="*/ 26 h 44"/>
                  <a:gd name="T78" fmla="*/ 13 w 83"/>
                  <a:gd name="T79" fmla="*/ 35 h 44"/>
                  <a:gd name="T80" fmla="*/ 7 w 83"/>
                  <a:gd name="T81" fmla="*/ 37 h 44"/>
                  <a:gd name="T82" fmla="*/ 0 w 83"/>
                  <a:gd name="T83" fmla="*/ 34 h 44"/>
                  <a:gd name="T84" fmla="*/ 5 w 83"/>
                  <a:gd name="T85" fmla="*/ 42 h 44"/>
                  <a:gd name="T86" fmla="*/ 10 w 83"/>
                  <a:gd name="T87" fmla="*/ 43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83" h="44">
                    <a:moveTo>
                      <a:pt x="10" y="43"/>
                    </a:moveTo>
                    <a:cubicBezTo>
                      <a:pt x="18" y="39"/>
                      <a:pt x="18" y="39"/>
                      <a:pt x="18" y="39"/>
                    </a:cubicBezTo>
                    <a:cubicBezTo>
                      <a:pt x="67" y="39"/>
                      <a:pt x="67" y="39"/>
                      <a:pt x="67" y="39"/>
                    </a:cubicBezTo>
                    <a:cubicBezTo>
                      <a:pt x="73" y="42"/>
                      <a:pt x="73" y="42"/>
                      <a:pt x="73" y="42"/>
                    </a:cubicBezTo>
                    <a:cubicBezTo>
                      <a:pt x="74" y="43"/>
                      <a:pt x="75" y="43"/>
                      <a:pt x="76" y="43"/>
                    </a:cubicBezTo>
                    <a:cubicBezTo>
                      <a:pt x="80" y="42"/>
                      <a:pt x="83" y="35"/>
                      <a:pt x="83" y="35"/>
                    </a:cubicBezTo>
                    <a:cubicBezTo>
                      <a:pt x="83" y="35"/>
                      <a:pt x="79" y="38"/>
                      <a:pt x="76" y="37"/>
                    </a:cubicBezTo>
                    <a:cubicBezTo>
                      <a:pt x="73" y="37"/>
                      <a:pt x="69" y="36"/>
                      <a:pt x="69" y="33"/>
                    </a:cubicBezTo>
                    <a:cubicBezTo>
                      <a:pt x="69" y="30"/>
                      <a:pt x="70" y="27"/>
                      <a:pt x="70" y="26"/>
                    </a:cubicBezTo>
                    <a:cubicBezTo>
                      <a:pt x="70" y="26"/>
                      <a:pt x="67" y="29"/>
                      <a:pt x="64" y="30"/>
                    </a:cubicBezTo>
                    <a:cubicBezTo>
                      <a:pt x="61" y="32"/>
                      <a:pt x="60" y="31"/>
                      <a:pt x="59" y="31"/>
                    </a:cubicBezTo>
                    <a:cubicBezTo>
                      <a:pt x="57" y="30"/>
                      <a:pt x="56" y="29"/>
                      <a:pt x="56" y="29"/>
                    </a:cubicBezTo>
                    <a:cubicBezTo>
                      <a:pt x="56" y="24"/>
                      <a:pt x="56" y="24"/>
                      <a:pt x="56" y="24"/>
                    </a:cubicBezTo>
                    <a:cubicBezTo>
                      <a:pt x="58" y="23"/>
                      <a:pt x="58" y="23"/>
                      <a:pt x="58" y="23"/>
                    </a:cubicBezTo>
                    <a:cubicBezTo>
                      <a:pt x="58" y="19"/>
                      <a:pt x="58" y="19"/>
                      <a:pt x="58" y="19"/>
                    </a:cubicBezTo>
                    <a:cubicBezTo>
                      <a:pt x="54" y="19"/>
                      <a:pt x="54" y="19"/>
                      <a:pt x="54" y="19"/>
                    </a:cubicBezTo>
                    <a:cubicBezTo>
                      <a:pt x="54" y="19"/>
                      <a:pt x="54" y="21"/>
                      <a:pt x="53" y="21"/>
                    </a:cubicBezTo>
                    <a:cubicBezTo>
                      <a:pt x="52" y="21"/>
                      <a:pt x="44" y="21"/>
                      <a:pt x="44" y="21"/>
                    </a:cubicBezTo>
                    <a:cubicBezTo>
                      <a:pt x="44" y="21"/>
                      <a:pt x="43" y="20"/>
                      <a:pt x="43" y="18"/>
                    </a:cubicBezTo>
                    <a:cubicBezTo>
                      <a:pt x="44" y="17"/>
                      <a:pt x="44" y="17"/>
                      <a:pt x="44" y="13"/>
                    </a:cubicBezTo>
                    <a:cubicBezTo>
                      <a:pt x="44" y="10"/>
                      <a:pt x="44" y="9"/>
                      <a:pt x="43" y="8"/>
                    </a:cubicBezTo>
                    <a:cubicBezTo>
                      <a:pt x="43" y="7"/>
                      <a:pt x="42" y="7"/>
                      <a:pt x="43" y="6"/>
                    </a:cubicBezTo>
                    <a:cubicBezTo>
                      <a:pt x="44" y="5"/>
                      <a:pt x="44" y="4"/>
                      <a:pt x="43" y="2"/>
                    </a:cubicBezTo>
                    <a:cubicBezTo>
                      <a:pt x="42" y="1"/>
                      <a:pt x="43" y="2"/>
                      <a:pt x="43" y="0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39" y="0"/>
                      <a:pt x="40" y="1"/>
                      <a:pt x="39" y="2"/>
                    </a:cubicBezTo>
                    <a:cubicBezTo>
                      <a:pt x="38" y="3"/>
                      <a:pt x="38" y="5"/>
                      <a:pt x="39" y="6"/>
                    </a:cubicBezTo>
                    <a:cubicBezTo>
                      <a:pt x="39" y="7"/>
                      <a:pt x="40" y="7"/>
                      <a:pt x="39" y="8"/>
                    </a:cubicBezTo>
                    <a:cubicBezTo>
                      <a:pt x="38" y="9"/>
                      <a:pt x="38" y="10"/>
                      <a:pt x="38" y="13"/>
                    </a:cubicBezTo>
                    <a:cubicBezTo>
                      <a:pt x="38" y="16"/>
                      <a:pt x="38" y="17"/>
                      <a:pt x="38" y="18"/>
                    </a:cubicBezTo>
                    <a:cubicBezTo>
                      <a:pt x="39" y="20"/>
                      <a:pt x="38" y="21"/>
                      <a:pt x="38" y="21"/>
                    </a:cubicBezTo>
                    <a:cubicBezTo>
                      <a:pt x="37" y="21"/>
                      <a:pt x="30" y="21"/>
                      <a:pt x="30" y="21"/>
                    </a:cubicBezTo>
                    <a:cubicBezTo>
                      <a:pt x="30" y="21"/>
                      <a:pt x="29" y="20"/>
                      <a:pt x="29" y="19"/>
                    </a:cubicBezTo>
                    <a:cubicBezTo>
                      <a:pt x="25" y="19"/>
                      <a:pt x="25" y="19"/>
                      <a:pt x="25" y="19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7" y="29"/>
                      <a:pt x="24" y="31"/>
                      <a:pt x="22" y="31"/>
                    </a:cubicBezTo>
                    <a:cubicBezTo>
                      <a:pt x="19" y="31"/>
                      <a:pt x="13" y="26"/>
                      <a:pt x="13" y="26"/>
                    </a:cubicBezTo>
                    <a:cubicBezTo>
                      <a:pt x="13" y="26"/>
                      <a:pt x="14" y="33"/>
                      <a:pt x="13" y="35"/>
                    </a:cubicBezTo>
                    <a:cubicBezTo>
                      <a:pt x="13" y="37"/>
                      <a:pt x="10" y="37"/>
                      <a:pt x="7" y="37"/>
                    </a:cubicBezTo>
                    <a:cubicBezTo>
                      <a:pt x="4" y="37"/>
                      <a:pt x="0" y="35"/>
                      <a:pt x="0" y="34"/>
                    </a:cubicBezTo>
                    <a:cubicBezTo>
                      <a:pt x="0" y="34"/>
                      <a:pt x="3" y="40"/>
                      <a:pt x="5" y="42"/>
                    </a:cubicBezTo>
                    <a:cubicBezTo>
                      <a:pt x="7" y="44"/>
                      <a:pt x="10" y="43"/>
                      <a:pt x="10" y="43"/>
                    </a:cubicBez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6" name="íṡļïdê"/>
              <p:cNvSpPr/>
              <p:nvPr/>
            </p:nvSpPr>
            <p:spPr bwMode="auto">
              <a:xfrm>
                <a:off x="3614738" y="3370263"/>
                <a:ext cx="596900" cy="241300"/>
              </a:xfrm>
              <a:custGeom>
                <a:avLst/>
                <a:gdLst>
                  <a:gd name="T0" fmla="*/ 58 w 181"/>
                  <a:gd name="T1" fmla="*/ 72 h 72"/>
                  <a:gd name="T2" fmla="*/ 8 w 181"/>
                  <a:gd name="T3" fmla="*/ 72 h 72"/>
                  <a:gd name="T4" fmla="*/ 3 w 181"/>
                  <a:gd name="T5" fmla="*/ 63 h 72"/>
                  <a:gd name="T6" fmla="*/ 6 w 181"/>
                  <a:gd name="T7" fmla="*/ 63 h 72"/>
                  <a:gd name="T8" fmla="*/ 11 w 181"/>
                  <a:gd name="T9" fmla="*/ 55 h 72"/>
                  <a:gd name="T10" fmla="*/ 14 w 181"/>
                  <a:gd name="T11" fmla="*/ 55 h 72"/>
                  <a:gd name="T12" fmla="*/ 14 w 181"/>
                  <a:gd name="T13" fmla="*/ 29 h 72"/>
                  <a:gd name="T14" fmla="*/ 0 w 181"/>
                  <a:gd name="T15" fmla="*/ 4 h 72"/>
                  <a:gd name="T16" fmla="*/ 30 w 181"/>
                  <a:gd name="T17" fmla="*/ 0 h 72"/>
                  <a:gd name="T18" fmla="*/ 58 w 181"/>
                  <a:gd name="T19" fmla="*/ 8 h 72"/>
                  <a:gd name="T20" fmla="*/ 51 w 181"/>
                  <a:gd name="T21" fmla="*/ 25 h 72"/>
                  <a:gd name="T22" fmla="*/ 131 w 181"/>
                  <a:gd name="T23" fmla="*/ 25 h 72"/>
                  <a:gd name="T24" fmla="*/ 122 w 181"/>
                  <a:gd name="T25" fmla="*/ 8 h 72"/>
                  <a:gd name="T26" fmla="*/ 150 w 181"/>
                  <a:gd name="T27" fmla="*/ 0 h 72"/>
                  <a:gd name="T28" fmla="*/ 181 w 181"/>
                  <a:gd name="T29" fmla="*/ 5 h 72"/>
                  <a:gd name="T30" fmla="*/ 166 w 181"/>
                  <a:gd name="T31" fmla="*/ 28 h 72"/>
                  <a:gd name="T32" fmla="*/ 166 w 181"/>
                  <a:gd name="T33" fmla="*/ 55 h 72"/>
                  <a:gd name="T34" fmla="*/ 171 w 181"/>
                  <a:gd name="T35" fmla="*/ 55 h 72"/>
                  <a:gd name="T36" fmla="*/ 178 w 181"/>
                  <a:gd name="T37" fmla="*/ 65 h 72"/>
                  <a:gd name="T38" fmla="*/ 174 w 181"/>
                  <a:gd name="T39" fmla="*/ 72 h 72"/>
                  <a:gd name="T40" fmla="*/ 58 w 181"/>
                  <a:gd name="T41" fmla="*/ 7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81" h="72">
                    <a:moveTo>
                      <a:pt x="58" y="72"/>
                    </a:moveTo>
                    <a:cubicBezTo>
                      <a:pt x="8" y="72"/>
                      <a:pt x="8" y="72"/>
                      <a:pt x="8" y="72"/>
                    </a:cubicBezTo>
                    <a:cubicBezTo>
                      <a:pt x="3" y="63"/>
                      <a:pt x="3" y="63"/>
                      <a:pt x="3" y="63"/>
                    </a:cubicBezTo>
                    <a:cubicBezTo>
                      <a:pt x="6" y="63"/>
                      <a:pt x="6" y="63"/>
                      <a:pt x="6" y="63"/>
                    </a:cubicBezTo>
                    <a:cubicBezTo>
                      <a:pt x="7" y="61"/>
                      <a:pt x="10" y="57"/>
                      <a:pt x="11" y="55"/>
                    </a:cubicBezTo>
                    <a:cubicBezTo>
                      <a:pt x="12" y="55"/>
                      <a:pt x="13" y="55"/>
                      <a:pt x="14" y="55"/>
                    </a:cubicBezTo>
                    <a:cubicBezTo>
                      <a:pt x="14" y="45"/>
                      <a:pt x="14" y="39"/>
                      <a:pt x="14" y="29"/>
                    </a:cubicBezTo>
                    <a:cubicBezTo>
                      <a:pt x="6" y="25"/>
                      <a:pt x="0" y="19"/>
                      <a:pt x="0" y="4"/>
                    </a:cubicBezTo>
                    <a:cubicBezTo>
                      <a:pt x="13" y="19"/>
                      <a:pt x="25" y="20"/>
                      <a:pt x="30" y="0"/>
                    </a:cubicBezTo>
                    <a:cubicBezTo>
                      <a:pt x="40" y="22"/>
                      <a:pt x="50" y="16"/>
                      <a:pt x="58" y="8"/>
                    </a:cubicBezTo>
                    <a:cubicBezTo>
                      <a:pt x="59" y="17"/>
                      <a:pt x="51" y="24"/>
                      <a:pt x="51" y="25"/>
                    </a:cubicBezTo>
                    <a:cubicBezTo>
                      <a:pt x="131" y="25"/>
                      <a:pt x="131" y="25"/>
                      <a:pt x="131" y="25"/>
                    </a:cubicBezTo>
                    <a:cubicBezTo>
                      <a:pt x="128" y="21"/>
                      <a:pt x="123" y="15"/>
                      <a:pt x="122" y="8"/>
                    </a:cubicBezTo>
                    <a:cubicBezTo>
                      <a:pt x="131" y="18"/>
                      <a:pt x="141" y="23"/>
                      <a:pt x="150" y="0"/>
                    </a:cubicBezTo>
                    <a:cubicBezTo>
                      <a:pt x="160" y="23"/>
                      <a:pt x="169" y="16"/>
                      <a:pt x="181" y="5"/>
                    </a:cubicBezTo>
                    <a:cubicBezTo>
                      <a:pt x="178" y="23"/>
                      <a:pt x="174" y="23"/>
                      <a:pt x="166" y="28"/>
                    </a:cubicBezTo>
                    <a:cubicBezTo>
                      <a:pt x="166" y="38"/>
                      <a:pt x="166" y="45"/>
                      <a:pt x="166" y="55"/>
                    </a:cubicBezTo>
                    <a:cubicBezTo>
                      <a:pt x="168" y="55"/>
                      <a:pt x="169" y="55"/>
                      <a:pt x="171" y="55"/>
                    </a:cubicBezTo>
                    <a:cubicBezTo>
                      <a:pt x="178" y="65"/>
                      <a:pt x="178" y="65"/>
                      <a:pt x="178" y="65"/>
                    </a:cubicBezTo>
                    <a:cubicBezTo>
                      <a:pt x="174" y="72"/>
                      <a:pt x="174" y="72"/>
                      <a:pt x="174" y="72"/>
                    </a:cubicBezTo>
                    <a:lnTo>
                      <a:pt x="58" y="7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7" name="iş1ïďe"/>
              <p:cNvSpPr/>
              <p:nvPr/>
            </p:nvSpPr>
            <p:spPr bwMode="auto">
              <a:xfrm>
                <a:off x="3624263" y="3381375"/>
                <a:ext cx="577850" cy="200025"/>
              </a:xfrm>
              <a:custGeom>
                <a:avLst/>
                <a:gdLst>
                  <a:gd name="T0" fmla="*/ 130 w 175"/>
                  <a:gd name="T1" fmla="*/ 51 h 60"/>
                  <a:gd name="T2" fmla="*/ 130 w 175"/>
                  <a:gd name="T3" fmla="*/ 50 h 60"/>
                  <a:gd name="T4" fmla="*/ 48 w 175"/>
                  <a:gd name="T5" fmla="*/ 50 h 60"/>
                  <a:gd name="T6" fmla="*/ 48 w 175"/>
                  <a:gd name="T7" fmla="*/ 51 h 60"/>
                  <a:gd name="T8" fmla="*/ 52 w 175"/>
                  <a:gd name="T9" fmla="*/ 51 h 60"/>
                  <a:gd name="T10" fmla="*/ 48 w 175"/>
                  <a:gd name="T11" fmla="*/ 60 h 60"/>
                  <a:gd name="T12" fmla="*/ 7 w 175"/>
                  <a:gd name="T13" fmla="*/ 60 h 60"/>
                  <a:gd name="T14" fmla="*/ 10 w 175"/>
                  <a:gd name="T15" fmla="*/ 54 h 60"/>
                  <a:gd name="T16" fmla="*/ 14 w 175"/>
                  <a:gd name="T17" fmla="*/ 54 h 60"/>
                  <a:gd name="T18" fmla="*/ 13 w 175"/>
                  <a:gd name="T19" fmla="*/ 25 h 60"/>
                  <a:gd name="T20" fmla="*/ 0 w 175"/>
                  <a:gd name="T21" fmla="*/ 7 h 60"/>
                  <a:gd name="T22" fmla="*/ 28 w 175"/>
                  <a:gd name="T23" fmla="*/ 0 h 60"/>
                  <a:gd name="T24" fmla="*/ 55 w 175"/>
                  <a:gd name="T25" fmla="*/ 7 h 60"/>
                  <a:gd name="T26" fmla="*/ 48 w 175"/>
                  <a:gd name="T27" fmla="*/ 22 h 60"/>
                  <a:gd name="T28" fmla="*/ 127 w 175"/>
                  <a:gd name="T29" fmla="*/ 22 h 60"/>
                  <a:gd name="T30" fmla="*/ 119 w 175"/>
                  <a:gd name="T31" fmla="*/ 7 h 60"/>
                  <a:gd name="T32" fmla="*/ 147 w 175"/>
                  <a:gd name="T33" fmla="*/ 0 h 60"/>
                  <a:gd name="T34" fmla="*/ 175 w 175"/>
                  <a:gd name="T35" fmla="*/ 7 h 60"/>
                  <a:gd name="T36" fmla="*/ 161 w 175"/>
                  <a:gd name="T37" fmla="*/ 24 h 60"/>
                  <a:gd name="T38" fmla="*/ 161 w 175"/>
                  <a:gd name="T39" fmla="*/ 53 h 60"/>
                  <a:gd name="T40" fmla="*/ 165 w 175"/>
                  <a:gd name="T41" fmla="*/ 53 h 60"/>
                  <a:gd name="T42" fmla="*/ 169 w 175"/>
                  <a:gd name="T43" fmla="*/ 60 h 60"/>
                  <a:gd name="T44" fmla="*/ 128 w 175"/>
                  <a:gd name="T45" fmla="*/ 60 h 60"/>
                  <a:gd name="T46" fmla="*/ 124 w 175"/>
                  <a:gd name="T47" fmla="*/ 51 h 60"/>
                  <a:gd name="T48" fmla="*/ 130 w 175"/>
                  <a:gd name="T49" fmla="*/ 51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75" h="60">
                    <a:moveTo>
                      <a:pt x="130" y="51"/>
                    </a:moveTo>
                    <a:cubicBezTo>
                      <a:pt x="130" y="50"/>
                      <a:pt x="130" y="50"/>
                      <a:pt x="130" y="50"/>
                    </a:cubicBezTo>
                    <a:cubicBezTo>
                      <a:pt x="48" y="50"/>
                      <a:pt x="48" y="50"/>
                      <a:pt x="48" y="50"/>
                    </a:cubicBezTo>
                    <a:cubicBezTo>
                      <a:pt x="48" y="51"/>
                      <a:pt x="48" y="51"/>
                      <a:pt x="48" y="51"/>
                    </a:cubicBezTo>
                    <a:cubicBezTo>
                      <a:pt x="52" y="51"/>
                      <a:pt x="52" y="51"/>
                      <a:pt x="52" y="51"/>
                    </a:cubicBezTo>
                    <a:cubicBezTo>
                      <a:pt x="48" y="60"/>
                      <a:pt x="48" y="60"/>
                      <a:pt x="48" y="60"/>
                    </a:cubicBezTo>
                    <a:cubicBezTo>
                      <a:pt x="34" y="60"/>
                      <a:pt x="20" y="60"/>
                      <a:pt x="7" y="60"/>
                    </a:cubicBezTo>
                    <a:cubicBezTo>
                      <a:pt x="8" y="58"/>
                      <a:pt x="9" y="56"/>
                      <a:pt x="10" y="54"/>
                    </a:cubicBezTo>
                    <a:cubicBezTo>
                      <a:pt x="11" y="54"/>
                      <a:pt x="12" y="54"/>
                      <a:pt x="14" y="54"/>
                    </a:cubicBezTo>
                    <a:cubicBezTo>
                      <a:pt x="14" y="44"/>
                      <a:pt x="13" y="34"/>
                      <a:pt x="13" y="25"/>
                    </a:cubicBezTo>
                    <a:cubicBezTo>
                      <a:pt x="5" y="20"/>
                      <a:pt x="1" y="14"/>
                      <a:pt x="0" y="7"/>
                    </a:cubicBezTo>
                    <a:cubicBezTo>
                      <a:pt x="12" y="18"/>
                      <a:pt x="22" y="17"/>
                      <a:pt x="28" y="0"/>
                    </a:cubicBezTo>
                    <a:cubicBezTo>
                      <a:pt x="37" y="22"/>
                      <a:pt x="47" y="15"/>
                      <a:pt x="55" y="7"/>
                    </a:cubicBezTo>
                    <a:cubicBezTo>
                      <a:pt x="55" y="14"/>
                      <a:pt x="50" y="17"/>
                      <a:pt x="48" y="22"/>
                    </a:cubicBezTo>
                    <a:cubicBezTo>
                      <a:pt x="127" y="22"/>
                      <a:pt x="127" y="22"/>
                      <a:pt x="127" y="22"/>
                    </a:cubicBezTo>
                    <a:cubicBezTo>
                      <a:pt x="125" y="18"/>
                      <a:pt x="120" y="14"/>
                      <a:pt x="119" y="7"/>
                    </a:cubicBezTo>
                    <a:cubicBezTo>
                      <a:pt x="127" y="15"/>
                      <a:pt x="137" y="22"/>
                      <a:pt x="147" y="0"/>
                    </a:cubicBezTo>
                    <a:cubicBezTo>
                      <a:pt x="153" y="17"/>
                      <a:pt x="163" y="18"/>
                      <a:pt x="175" y="7"/>
                    </a:cubicBezTo>
                    <a:cubicBezTo>
                      <a:pt x="173" y="14"/>
                      <a:pt x="169" y="19"/>
                      <a:pt x="161" y="24"/>
                    </a:cubicBezTo>
                    <a:cubicBezTo>
                      <a:pt x="161" y="34"/>
                      <a:pt x="161" y="44"/>
                      <a:pt x="161" y="53"/>
                    </a:cubicBezTo>
                    <a:cubicBezTo>
                      <a:pt x="162" y="53"/>
                      <a:pt x="164" y="53"/>
                      <a:pt x="165" y="53"/>
                    </a:cubicBezTo>
                    <a:cubicBezTo>
                      <a:pt x="166" y="55"/>
                      <a:pt x="167" y="58"/>
                      <a:pt x="169" y="60"/>
                    </a:cubicBezTo>
                    <a:cubicBezTo>
                      <a:pt x="155" y="60"/>
                      <a:pt x="142" y="60"/>
                      <a:pt x="128" y="60"/>
                    </a:cubicBezTo>
                    <a:cubicBezTo>
                      <a:pt x="124" y="51"/>
                      <a:pt x="124" y="51"/>
                      <a:pt x="124" y="51"/>
                    </a:cubicBezTo>
                    <a:lnTo>
                      <a:pt x="130" y="51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8" name="ïṩḷíḍé"/>
              <p:cNvSpPr/>
              <p:nvPr/>
            </p:nvSpPr>
            <p:spPr bwMode="auto">
              <a:xfrm>
                <a:off x="4065588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9" name="ïśľíḍè"/>
              <p:cNvSpPr/>
              <p:nvPr/>
            </p:nvSpPr>
            <p:spPr bwMode="auto">
              <a:xfrm>
                <a:off x="3740151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0" name="í$ḻîḋè"/>
              <p:cNvSpPr/>
              <p:nvPr/>
            </p:nvSpPr>
            <p:spPr bwMode="auto">
              <a:xfrm>
                <a:off x="4125913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1" name="iṣļíḋe"/>
              <p:cNvSpPr/>
              <p:nvPr/>
            </p:nvSpPr>
            <p:spPr bwMode="auto">
              <a:xfrm>
                <a:off x="3709988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2" name="iṩḷiḓé"/>
              <p:cNvSpPr/>
              <p:nvPr/>
            </p:nvSpPr>
            <p:spPr bwMode="auto">
              <a:xfrm>
                <a:off x="4095751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3" name="iSľiḍè"/>
              <p:cNvSpPr/>
              <p:nvPr/>
            </p:nvSpPr>
            <p:spPr bwMode="auto">
              <a:xfrm>
                <a:off x="3663951" y="3460750"/>
                <a:ext cx="495300" cy="31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4" name="ïṩḷîḍe"/>
              <p:cNvSpPr/>
              <p:nvPr/>
            </p:nvSpPr>
            <p:spPr bwMode="auto">
              <a:xfrm>
                <a:off x="3663951" y="3473450"/>
                <a:ext cx="115888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5" name="íšḻiḑê"/>
              <p:cNvSpPr/>
              <p:nvPr/>
            </p:nvSpPr>
            <p:spPr bwMode="auto">
              <a:xfrm>
                <a:off x="3789363" y="3473450"/>
                <a:ext cx="428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6" name="ïṩļïďè"/>
              <p:cNvSpPr/>
              <p:nvPr/>
            </p:nvSpPr>
            <p:spPr bwMode="auto">
              <a:xfrm>
                <a:off x="3851276" y="3473450"/>
                <a:ext cx="57150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7" name="îṥlïḋê"/>
              <p:cNvSpPr/>
              <p:nvPr/>
            </p:nvSpPr>
            <p:spPr bwMode="auto">
              <a:xfrm>
                <a:off x="3917951" y="3473450"/>
                <a:ext cx="555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8" name="îṧľïdè"/>
              <p:cNvSpPr/>
              <p:nvPr/>
            </p:nvSpPr>
            <p:spPr bwMode="auto">
              <a:xfrm>
                <a:off x="3994151" y="3473450"/>
                <a:ext cx="428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9" name="iSḷîḓê"/>
              <p:cNvSpPr/>
              <p:nvPr/>
            </p:nvSpPr>
            <p:spPr bwMode="auto">
              <a:xfrm>
                <a:off x="4046538" y="3473450"/>
                <a:ext cx="11271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0" name="îślíďè"/>
              <p:cNvSpPr/>
              <p:nvPr/>
            </p:nvSpPr>
            <p:spPr bwMode="auto">
              <a:xfrm>
                <a:off x="3979863" y="3473450"/>
                <a:ext cx="7938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1" name="iSḻïḍè"/>
              <p:cNvSpPr/>
              <p:nvPr/>
            </p:nvSpPr>
            <p:spPr bwMode="auto">
              <a:xfrm>
                <a:off x="3838576" y="3473450"/>
                <a:ext cx="6350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" name="ïṡliḑê"/>
              <p:cNvSpPr/>
              <p:nvPr/>
            </p:nvSpPr>
            <p:spPr bwMode="auto">
              <a:xfrm>
                <a:off x="3851276" y="3384550"/>
                <a:ext cx="26988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" name="islïďé"/>
              <p:cNvSpPr/>
              <p:nvPr/>
            </p:nvSpPr>
            <p:spPr bwMode="auto">
              <a:xfrm>
                <a:off x="3817938" y="3384550"/>
                <a:ext cx="26988" cy="15875"/>
              </a:xfrm>
              <a:custGeom>
                <a:avLst/>
                <a:gdLst>
                  <a:gd name="T0" fmla="*/ 7 w 8"/>
                  <a:gd name="T1" fmla="*/ 0 h 5"/>
                  <a:gd name="T2" fmla="*/ 8 w 8"/>
                  <a:gd name="T3" fmla="*/ 2 h 5"/>
                  <a:gd name="T4" fmla="*/ 1 w 8"/>
                  <a:gd name="T5" fmla="*/ 5 h 5"/>
                  <a:gd name="T6" fmla="*/ 7 w 8"/>
                  <a:gd name="T7" fmla="*/ 0 h 5"/>
                  <a:gd name="T8" fmla="*/ 7 w 8"/>
                  <a:gd name="T9" fmla="*/ 0 h 5"/>
                  <a:gd name="T10" fmla="*/ 7 w 8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5">
                    <a:moveTo>
                      <a:pt x="7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0" y="2"/>
                      <a:pt x="7" y="0"/>
                    </a:cubicBezTo>
                    <a:close/>
                    <a:moveTo>
                      <a:pt x="7" y="0"/>
                    </a:moveTo>
                    <a:cubicBezTo>
                      <a:pt x="7" y="0"/>
                      <a:pt x="7" y="0"/>
                      <a:pt x="7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" name="îṥḷîdé"/>
              <p:cNvSpPr/>
              <p:nvPr/>
            </p:nvSpPr>
            <p:spPr bwMode="auto">
              <a:xfrm>
                <a:off x="3983038" y="3384550"/>
                <a:ext cx="26988" cy="15875"/>
              </a:xfrm>
              <a:custGeom>
                <a:avLst/>
                <a:gdLst>
                  <a:gd name="T0" fmla="*/ 1 w 8"/>
                  <a:gd name="T1" fmla="*/ 0 h 5"/>
                  <a:gd name="T2" fmla="*/ 0 w 8"/>
                  <a:gd name="T3" fmla="*/ 2 h 5"/>
                  <a:gd name="T4" fmla="*/ 7 w 8"/>
                  <a:gd name="T5" fmla="*/ 5 h 5"/>
                  <a:gd name="T6" fmla="*/ 1 w 8"/>
                  <a:gd name="T7" fmla="*/ 0 h 5"/>
                  <a:gd name="T8" fmla="*/ 1 w 8"/>
                  <a:gd name="T9" fmla="*/ 0 h 5"/>
                  <a:gd name="T10" fmla="*/ 1 w 8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5">
                    <a:moveTo>
                      <a:pt x="1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7" y="5"/>
                      <a:pt x="7" y="5"/>
                      <a:pt x="7" y="5"/>
                    </a:cubicBezTo>
                    <a:cubicBezTo>
                      <a:pt x="7" y="5"/>
                      <a:pt x="8" y="2"/>
                      <a:pt x="1" y="0"/>
                    </a:cubicBezTo>
                    <a:close/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" name="isḷîḋé"/>
              <p:cNvSpPr/>
              <p:nvPr/>
            </p:nvSpPr>
            <p:spPr bwMode="auto">
              <a:xfrm>
                <a:off x="3884613" y="3384550"/>
                <a:ext cx="26988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" name="iśḷïḑè"/>
              <p:cNvSpPr/>
              <p:nvPr/>
            </p:nvSpPr>
            <p:spPr bwMode="auto">
              <a:xfrm>
                <a:off x="3917951" y="3384550"/>
                <a:ext cx="25400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" name="iṧľiďé"/>
              <p:cNvSpPr/>
              <p:nvPr/>
            </p:nvSpPr>
            <p:spPr bwMode="auto">
              <a:xfrm>
                <a:off x="3951288" y="3384550"/>
                <a:ext cx="25400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" name="išľïḍé"/>
              <p:cNvSpPr/>
              <p:nvPr/>
            </p:nvSpPr>
            <p:spPr bwMode="auto">
              <a:xfrm>
                <a:off x="3771901" y="3484563"/>
                <a:ext cx="7938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" name="îŝlîḑè"/>
              <p:cNvSpPr/>
              <p:nvPr/>
            </p:nvSpPr>
            <p:spPr bwMode="auto">
              <a:xfrm>
                <a:off x="3786188" y="3484563"/>
                <a:ext cx="46038" cy="60325"/>
              </a:xfrm>
              <a:custGeom>
                <a:avLst/>
                <a:gdLst>
                  <a:gd name="T0" fmla="*/ 8 w 29"/>
                  <a:gd name="T1" fmla="*/ 0 h 38"/>
                  <a:gd name="T2" fmla="*/ 20 w 29"/>
                  <a:gd name="T3" fmla="*/ 0 h 38"/>
                  <a:gd name="T4" fmla="*/ 29 w 29"/>
                  <a:gd name="T5" fmla="*/ 8 h 38"/>
                  <a:gd name="T6" fmla="*/ 29 w 29"/>
                  <a:gd name="T7" fmla="*/ 38 h 38"/>
                  <a:gd name="T8" fmla="*/ 0 w 29"/>
                  <a:gd name="T9" fmla="*/ 38 h 38"/>
                  <a:gd name="T10" fmla="*/ 0 w 29"/>
                  <a:gd name="T11" fmla="*/ 8 h 38"/>
                  <a:gd name="T12" fmla="*/ 8 w 29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8">
                    <a:moveTo>
                      <a:pt x="8" y="0"/>
                    </a:moveTo>
                    <a:lnTo>
                      <a:pt x="20" y="0"/>
                    </a:lnTo>
                    <a:lnTo>
                      <a:pt x="29" y="8"/>
                    </a:lnTo>
                    <a:lnTo>
                      <a:pt x="29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0" name="îṩḻíḓe"/>
              <p:cNvSpPr/>
              <p:nvPr/>
            </p:nvSpPr>
            <p:spPr bwMode="auto">
              <a:xfrm>
                <a:off x="3994151" y="3484563"/>
                <a:ext cx="46038" cy="60325"/>
              </a:xfrm>
              <a:custGeom>
                <a:avLst/>
                <a:gdLst>
                  <a:gd name="T0" fmla="*/ 8 w 29"/>
                  <a:gd name="T1" fmla="*/ 0 h 38"/>
                  <a:gd name="T2" fmla="*/ 18 w 29"/>
                  <a:gd name="T3" fmla="*/ 0 h 38"/>
                  <a:gd name="T4" fmla="*/ 29 w 29"/>
                  <a:gd name="T5" fmla="*/ 8 h 38"/>
                  <a:gd name="T6" fmla="*/ 29 w 29"/>
                  <a:gd name="T7" fmla="*/ 38 h 38"/>
                  <a:gd name="T8" fmla="*/ 0 w 29"/>
                  <a:gd name="T9" fmla="*/ 38 h 38"/>
                  <a:gd name="T10" fmla="*/ 0 w 29"/>
                  <a:gd name="T11" fmla="*/ 8 h 38"/>
                  <a:gd name="T12" fmla="*/ 8 w 29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8">
                    <a:moveTo>
                      <a:pt x="8" y="0"/>
                    </a:moveTo>
                    <a:lnTo>
                      <a:pt x="18" y="0"/>
                    </a:lnTo>
                    <a:lnTo>
                      <a:pt x="29" y="8"/>
                    </a:lnTo>
                    <a:lnTo>
                      <a:pt x="29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1" name="î$1îdè"/>
              <p:cNvSpPr/>
              <p:nvPr/>
            </p:nvSpPr>
            <p:spPr bwMode="auto">
              <a:xfrm>
                <a:off x="3851276" y="3484563"/>
                <a:ext cx="122238" cy="60325"/>
              </a:xfrm>
              <a:custGeom>
                <a:avLst/>
                <a:gdLst>
                  <a:gd name="T0" fmla="*/ 9 w 77"/>
                  <a:gd name="T1" fmla="*/ 0 h 38"/>
                  <a:gd name="T2" fmla="*/ 69 w 77"/>
                  <a:gd name="T3" fmla="*/ 0 h 38"/>
                  <a:gd name="T4" fmla="*/ 77 w 77"/>
                  <a:gd name="T5" fmla="*/ 8 h 38"/>
                  <a:gd name="T6" fmla="*/ 77 w 77"/>
                  <a:gd name="T7" fmla="*/ 38 h 38"/>
                  <a:gd name="T8" fmla="*/ 0 w 77"/>
                  <a:gd name="T9" fmla="*/ 38 h 38"/>
                  <a:gd name="T10" fmla="*/ 0 w 77"/>
                  <a:gd name="T11" fmla="*/ 8 h 38"/>
                  <a:gd name="T12" fmla="*/ 9 w 77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7" h="38">
                    <a:moveTo>
                      <a:pt x="9" y="0"/>
                    </a:moveTo>
                    <a:lnTo>
                      <a:pt x="69" y="0"/>
                    </a:lnTo>
                    <a:lnTo>
                      <a:pt x="77" y="8"/>
                    </a:lnTo>
                    <a:lnTo>
                      <a:pt x="77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2" name="iśľïḓe"/>
              <p:cNvSpPr/>
              <p:nvPr/>
            </p:nvSpPr>
            <p:spPr bwMode="auto">
              <a:xfrm>
                <a:off x="4046538" y="3484563"/>
                <a:ext cx="6350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3" name="iṣļïḑè"/>
              <p:cNvSpPr/>
              <p:nvPr/>
            </p:nvSpPr>
            <p:spPr bwMode="auto">
              <a:xfrm>
                <a:off x="3838576" y="3484563"/>
                <a:ext cx="6350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4" name="iṡḷidé"/>
              <p:cNvSpPr/>
              <p:nvPr/>
            </p:nvSpPr>
            <p:spPr bwMode="auto">
              <a:xfrm>
                <a:off x="3979863" y="3484563"/>
                <a:ext cx="3175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5" name="íṡḷíḋe"/>
              <p:cNvSpPr/>
              <p:nvPr/>
            </p:nvSpPr>
            <p:spPr bwMode="auto">
              <a:xfrm>
                <a:off x="3811588" y="3551238"/>
                <a:ext cx="20478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6" name="íŝ1iḑê"/>
              <p:cNvSpPr/>
              <p:nvPr/>
            </p:nvSpPr>
            <p:spPr bwMode="auto">
              <a:xfrm>
                <a:off x="3805238" y="3557588"/>
                <a:ext cx="214313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7" name="îṩḷiḑe"/>
              <p:cNvSpPr/>
              <p:nvPr/>
            </p:nvSpPr>
            <p:spPr bwMode="auto">
              <a:xfrm>
                <a:off x="3802063" y="3567113"/>
                <a:ext cx="220663" cy="1588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8" name="iṧḻiḑê"/>
              <p:cNvSpPr/>
              <p:nvPr/>
            </p:nvSpPr>
            <p:spPr bwMode="auto">
              <a:xfrm>
                <a:off x="3802063" y="3570288"/>
                <a:ext cx="22383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9" name="ïṣḻîḋè"/>
              <p:cNvSpPr/>
              <p:nvPr/>
            </p:nvSpPr>
            <p:spPr bwMode="auto">
              <a:xfrm>
                <a:off x="3795713" y="3581400"/>
                <a:ext cx="234950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0" name="îṡ1îḍé"/>
              <p:cNvSpPr/>
              <p:nvPr/>
            </p:nvSpPr>
            <p:spPr bwMode="auto">
              <a:xfrm>
                <a:off x="3633788" y="3587750"/>
                <a:ext cx="560388" cy="6350"/>
              </a:xfrm>
              <a:custGeom>
                <a:avLst/>
                <a:gdLst>
                  <a:gd name="T0" fmla="*/ 0 w 353"/>
                  <a:gd name="T1" fmla="*/ 0 h 4"/>
                  <a:gd name="T2" fmla="*/ 353 w 353"/>
                  <a:gd name="T3" fmla="*/ 0 h 4"/>
                  <a:gd name="T4" fmla="*/ 351 w 353"/>
                  <a:gd name="T5" fmla="*/ 4 h 4"/>
                  <a:gd name="T6" fmla="*/ 2 w 353"/>
                  <a:gd name="T7" fmla="*/ 4 h 4"/>
                  <a:gd name="T8" fmla="*/ 0 w 353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3" h="4">
                    <a:moveTo>
                      <a:pt x="0" y="0"/>
                    </a:moveTo>
                    <a:lnTo>
                      <a:pt x="353" y="0"/>
                    </a:lnTo>
                    <a:lnTo>
                      <a:pt x="351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1" name="îš1íḑe"/>
              <p:cNvSpPr/>
              <p:nvPr/>
            </p:nvSpPr>
            <p:spPr bwMode="auto">
              <a:xfrm>
                <a:off x="3640138" y="3600450"/>
                <a:ext cx="547688" cy="6350"/>
              </a:xfrm>
              <a:custGeom>
                <a:avLst/>
                <a:gdLst>
                  <a:gd name="T0" fmla="*/ 0 w 345"/>
                  <a:gd name="T1" fmla="*/ 0 h 4"/>
                  <a:gd name="T2" fmla="*/ 345 w 345"/>
                  <a:gd name="T3" fmla="*/ 0 h 4"/>
                  <a:gd name="T4" fmla="*/ 343 w 345"/>
                  <a:gd name="T5" fmla="*/ 4 h 4"/>
                  <a:gd name="T6" fmla="*/ 2 w 345"/>
                  <a:gd name="T7" fmla="*/ 4 h 4"/>
                  <a:gd name="T8" fmla="*/ 0 w 345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5" h="4">
                    <a:moveTo>
                      <a:pt x="0" y="0"/>
                    </a:moveTo>
                    <a:lnTo>
                      <a:pt x="345" y="0"/>
                    </a:lnTo>
                    <a:lnTo>
                      <a:pt x="343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2" name="iš1ïḍe"/>
              <p:cNvSpPr/>
              <p:nvPr/>
            </p:nvSpPr>
            <p:spPr bwMode="auto">
              <a:xfrm>
                <a:off x="3736976" y="3406775"/>
                <a:ext cx="352425" cy="4763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3" name="îSḻîde"/>
              <p:cNvSpPr/>
              <p:nvPr/>
            </p:nvSpPr>
            <p:spPr bwMode="auto">
              <a:xfrm>
                <a:off x="3746501" y="3417888"/>
                <a:ext cx="3333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4" name="î$ḻîḑé"/>
              <p:cNvSpPr/>
              <p:nvPr/>
            </p:nvSpPr>
            <p:spPr bwMode="auto">
              <a:xfrm>
                <a:off x="3805238" y="3417888"/>
                <a:ext cx="211138" cy="1588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5" name="íŝļïḓe"/>
              <p:cNvSpPr/>
              <p:nvPr/>
            </p:nvSpPr>
            <p:spPr bwMode="auto">
              <a:xfrm>
                <a:off x="3811588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6" name="îS1iḍé"/>
              <p:cNvSpPr/>
              <p:nvPr/>
            </p:nvSpPr>
            <p:spPr bwMode="auto">
              <a:xfrm>
                <a:off x="3802063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7" name="išlïdé"/>
              <p:cNvSpPr/>
              <p:nvPr/>
            </p:nvSpPr>
            <p:spPr bwMode="auto">
              <a:xfrm>
                <a:off x="3789363" y="3421063"/>
                <a:ext cx="6350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8" name="ïSlïde"/>
              <p:cNvSpPr/>
              <p:nvPr/>
            </p:nvSpPr>
            <p:spPr bwMode="auto">
              <a:xfrm>
                <a:off x="3822701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9" name="îşľïďe"/>
              <p:cNvSpPr/>
              <p:nvPr/>
            </p:nvSpPr>
            <p:spPr bwMode="auto">
              <a:xfrm>
                <a:off x="3832226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0" name="ïşľíďê"/>
              <p:cNvSpPr/>
              <p:nvPr/>
            </p:nvSpPr>
            <p:spPr bwMode="auto">
              <a:xfrm>
                <a:off x="38449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1" name="íś1ïdè"/>
              <p:cNvSpPr/>
              <p:nvPr/>
            </p:nvSpPr>
            <p:spPr bwMode="auto">
              <a:xfrm>
                <a:off x="3854451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2" name="iṩḷiḍe"/>
              <p:cNvSpPr/>
              <p:nvPr/>
            </p:nvSpPr>
            <p:spPr bwMode="auto">
              <a:xfrm>
                <a:off x="3865563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3" name="ïŝ1iďè"/>
              <p:cNvSpPr/>
              <p:nvPr/>
            </p:nvSpPr>
            <p:spPr bwMode="auto">
              <a:xfrm>
                <a:off x="3878263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4" name="íṩļíḋê"/>
              <p:cNvSpPr/>
              <p:nvPr/>
            </p:nvSpPr>
            <p:spPr bwMode="auto">
              <a:xfrm>
                <a:off x="3887788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5" name="ïṧ1ïdè"/>
              <p:cNvSpPr/>
              <p:nvPr/>
            </p:nvSpPr>
            <p:spPr bwMode="auto">
              <a:xfrm>
                <a:off x="3897313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6" name="íŝḻîḍé"/>
              <p:cNvSpPr/>
              <p:nvPr/>
            </p:nvSpPr>
            <p:spPr bwMode="auto">
              <a:xfrm>
                <a:off x="3908426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7" name="îşḻïḓé"/>
              <p:cNvSpPr/>
              <p:nvPr/>
            </p:nvSpPr>
            <p:spPr bwMode="auto">
              <a:xfrm>
                <a:off x="39211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8" name="íśļíďè"/>
              <p:cNvSpPr/>
              <p:nvPr/>
            </p:nvSpPr>
            <p:spPr bwMode="auto">
              <a:xfrm>
                <a:off x="3930651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9" name="iŝ1ïdé"/>
              <p:cNvSpPr/>
              <p:nvPr/>
            </p:nvSpPr>
            <p:spPr bwMode="auto">
              <a:xfrm>
                <a:off x="3940176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0" name="is1ídè"/>
              <p:cNvSpPr/>
              <p:nvPr/>
            </p:nvSpPr>
            <p:spPr bwMode="auto">
              <a:xfrm>
                <a:off x="3951288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2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1" name="islíďê"/>
              <p:cNvSpPr/>
              <p:nvPr/>
            </p:nvSpPr>
            <p:spPr bwMode="auto">
              <a:xfrm>
                <a:off x="3963988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2" name="iṩlíḑê"/>
              <p:cNvSpPr/>
              <p:nvPr/>
            </p:nvSpPr>
            <p:spPr bwMode="auto">
              <a:xfrm>
                <a:off x="3973513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3" name="îṥḷïďê"/>
              <p:cNvSpPr/>
              <p:nvPr/>
            </p:nvSpPr>
            <p:spPr bwMode="auto">
              <a:xfrm>
                <a:off x="3983038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4" name="íṥḻïďè"/>
              <p:cNvSpPr/>
              <p:nvPr/>
            </p:nvSpPr>
            <p:spPr bwMode="auto">
              <a:xfrm>
                <a:off x="39973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5" name="íṡḷíḍè"/>
              <p:cNvSpPr/>
              <p:nvPr/>
            </p:nvSpPr>
            <p:spPr bwMode="auto">
              <a:xfrm>
                <a:off x="4006851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6" name="î$ḷîḑé"/>
              <p:cNvSpPr/>
              <p:nvPr/>
            </p:nvSpPr>
            <p:spPr bwMode="auto">
              <a:xfrm>
                <a:off x="4016376" y="3421063"/>
                <a:ext cx="6350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7" name="í$ľîdè"/>
              <p:cNvSpPr/>
              <p:nvPr/>
            </p:nvSpPr>
            <p:spPr bwMode="auto">
              <a:xfrm>
                <a:off x="4025901" y="3421063"/>
                <a:ext cx="7938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8" name="iṥ1iḍè"/>
              <p:cNvSpPr/>
              <p:nvPr/>
            </p:nvSpPr>
            <p:spPr bwMode="auto">
              <a:xfrm>
                <a:off x="4040188" y="3417888"/>
                <a:ext cx="3968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9" name="ïslidé"/>
              <p:cNvSpPr/>
              <p:nvPr/>
            </p:nvSpPr>
            <p:spPr bwMode="auto">
              <a:xfrm>
                <a:off x="3679826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20" name="íṡlïďè"/>
              <p:cNvSpPr/>
              <p:nvPr/>
            </p:nvSpPr>
            <p:spPr bwMode="auto">
              <a:xfrm>
                <a:off x="3884613" y="3490913"/>
                <a:ext cx="55563" cy="53975"/>
              </a:xfrm>
              <a:custGeom>
                <a:avLst/>
                <a:gdLst>
                  <a:gd name="T0" fmla="*/ 0 w 35"/>
                  <a:gd name="T1" fmla="*/ 0 h 34"/>
                  <a:gd name="T2" fmla="*/ 35 w 35"/>
                  <a:gd name="T3" fmla="*/ 0 h 34"/>
                  <a:gd name="T4" fmla="*/ 35 w 35"/>
                  <a:gd name="T5" fmla="*/ 34 h 34"/>
                  <a:gd name="T6" fmla="*/ 0 w 35"/>
                  <a:gd name="T7" fmla="*/ 34 h 34"/>
                  <a:gd name="T8" fmla="*/ 0 w 35"/>
                  <a:gd name="T9" fmla="*/ 0 h 34"/>
                  <a:gd name="T10" fmla="*/ 0 w 35"/>
                  <a:gd name="T11" fmla="*/ 0 h 34"/>
                  <a:gd name="T12" fmla="*/ 4 w 35"/>
                  <a:gd name="T13" fmla="*/ 8 h 34"/>
                  <a:gd name="T14" fmla="*/ 4 w 35"/>
                  <a:gd name="T15" fmla="*/ 27 h 34"/>
                  <a:gd name="T16" fmla="*/ 8 w 35"/>
                  <a:gd name="T17" fmla="*/ 27 h 34"/>
                  <a:gd name="T18" fmla="*/ 8 w 35"/>
                  <a:gd name="T19" fmla="*/ 8 h 34"/>
                  <a:gd name="T20" fmla="*/ 4 w 35"/>
                  <a:gd name="T21" fmla="*/ 8 h 34"/>
                  <a:gd name="T22" fmla="*/ 4 w 35"/>
                  <a:gd name="T23" fmla="*/ 8 h 34"/>
                  <a:gd name="T24" fmla="*/ 29 w 35"/>
                  <a:gd name="T25" fmla="*/ 8 h 34"/>
                  <a:gd name="T26" fmla="*/ 29 w 35"/>
                  <a:gd name="T27" fmla="*/ 27 h 34"/>
                  <a:gd name="T28" fmla="*/ 31 w 35"/>
                  <a:gd name="T29" fmla="*/ 27 h 34"/>
                  <a:gd name="T30" fmla="*/ 31 w 35"/>
                  <a:gd name="T31" fmla="*/ 8 h 34"/>
                  <a:gd name="T32" fmla="*/ 29 w 35"/>
                  <a:gd name="T33" fmla="*/ 8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5" h="34">
                    <a:moveTo>
                      <a:pt x="0" y="0"/>
                    </a:moveTo>
                    <a:lnTo>
                      <a:pt x="35" y="0"/>
                    </a:lnTo>
                    <a:lnTo>
                      <a:pt x="35" y="34"/>
                    </a:lnTo>
                    <a:lnTo>
                      <a:pt x="0" y="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4" y="8"/>
                    </a:moveTo>
                    <a:lnTo>
                      <a:pt x="4" y="27"/>
                    </a:lnTo>
                    <a:lnTo>
                      <a:pt x="8" y="27"/>
                    </a:lnTo>
                    <a:lnTo>
                      <a:pt x="8" y="8"/>
                    </a:lnTo>
                    <a:lnTo>
                      <a:pt x="4" y="8"/>
                    </a:lnTo>
                    <a:lnTo>
                      <a:pt x="4" y="8"/>
                    </a:lnTo>
                    <a:close/>
                    <a:moveTo>
                      <a:pt x="29" y="8"/>
                    </a:moveTo>
                    <a:lnTo>
                      <a:pt x="29" y="27"/>
                    </a:lnTo>
                    <a:lnTo>
                      <a:pt x="31" y="27"/>
                    </a:lnTo>
                    <a:lnTo>
                      <a:pt x="31" y="8"/>
                    </a:lnTo>
                    <a:lnTo>
                      <a:pt x="29" y="8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21" name="iṧ1ïḓè"/>
              <p:cNvSpPr/>
              <p:nvPr/>
            </p:nvSpPr>
            <p:spPr bwMode="auto">
              <a:xfrm>
                <a:off x="3551238" y="3067050"/>
                <a:ext cx="722313" cy="727075"/>
              </a:xfrm>
              <a:custGeom>
                <a:avLst/>
                <a:gdLst>
                  <a:gd name="T0" fmla="*/ 109 w 219"/>
                  <a:gd name="T1" fmla="*/ 0 h 218"/>
                  <a:gd name="T2" fmla="*/ 219 w 219"/>
                  <a:gd name="T3" fmla="*/ 109 h 218"/>
                  <a:gd name="T4" fmla="*/ 109 w 219"/>
                  <a:gd name="T5" fmla="*/ 218 h 218"/>
                  <a:gd name="T6" fmla="*/ 0 w 219"/>
                  <a:gd name="T7" fmla="*/ 109 h 218"/>
                  <a:gd name="T8" fmla="*/ 109 w 219"/>
                  <a:gd name="T9" fmla="*/ 0 h 218"/>
                  <a:gd name="T10" fmla="*/ 109 w 219"/>
                  <a:gd name="T11" fmla="*/ 3 h 218"/>
                  <a:gd name="T12" fmla="*/ 4 w 219"/>
                  <a:gd name="T13" fmla="*/ 109 h 218"/>
                  <a:gd name="T14" fmla="*/ 109 w 219"/>
                  <a:gd name="T15" fmla="*/ 215 h 218"/>
                  <a:gd name="T16" fmla="*/ 215 w 219"/>
                  <a:gd name="T17" fmla="*/ 109 h 218"/>
                  <a:gd name="T18" fmla="*/ 109 w 219"/>
                  <a:gd name="T19" fmla="*/ 3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9" h="218">
                    <a:moveTo>
                      <a:pt x="109" y="0"/>
                    </a:moveTo>
                    <a:cubicBezTo>
                      <a:pt x="170" y="0"/>
                      <a:pt x="219" y="49"/>
                      <a:pt x="219" y="109"/>
                    </a:cubicBezTo>
                    <a:cubicBezTo>
                      <a:pt x="219" y="169"/>
                      <a:pt x="170" y="218"/>
                      <a:pt x="109" y="218"/>
                    </a:cubicBezTo>
                    <a:cubicBezTo>
                      <a:pt x="49" y="218"/>
                      <a:pt x="0" y="169"/>
                      <a:pt x="0" y="109"/>
                    </a:cubicBezTo>
                    <a:cubicBezTo>
                      <a:pt x="0" y="49"/>
                      <a:pt x="49" y="0"/>
                      <a:pt x="109" y="0"/>
                    </a:cubicBezTo>
                    <a:close/>
                    <a:moveTo>
                      <a:pt x="109" y="3"/>
                    </a:moveTo>
                    <a:cubicBezTo>
                      <a:pt x="51" y="3"/>
                      <a:pt x="4" y="51"/>
                      <a:pt x="4" y="109"/>
                    </a:cubicBezTo>
                    <a:cubicBezTo>
                      <a:pt x="4" y="167"/>
                      <a:pt x="51" y="215"/>
                      <a:pt x="109" y="215"/>
                    </a:cubicBezTo>
                    <a:cubicBezTo>
                      <a:pt x="168" y="215"/>
                      <a:pt x="215" y="167"/>
                      <a:pt x="215" y="109"/>
                    </a:cubicBezTo>
                    <a:cubicBezTo>
                      <a:pt x="215" y="51"/>
                      <a:pt x="168" y="3"/>
                      <a:pt x="109" y="3"/>
                    </a:cubicBez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23" name="íşḷïḑe"/>
            <p:cNvGrpSpPr/>
            <p:nvPr userDrawn="1"/>
          </p:nvGrpSpPr>
          <p:grpSpPr>
            <a:xfrm>
              <a:off x="4894762" y="471192"/>
              <a:ext cx="4437911" cy="1614111"/>
              <a:chOff x="4412452" y="3106738"/>
              <a:chExt cx="2312689" cy="841148"/>
            </a:xfrm>
          </p:grpSpPr>
          <p:grpSp>
            <p:nvGrpSpPr>
              <p:cNvPr id="124" name="îṥľíḑé"/>
              <p:cNvGrpSpPr/>
              <p:nvPr/>
            </p:nvGrpSpPr>
            <p:grpSpPr>
              <a:xfrm>
                <a:off x="4422776" y="3106738"/>
                <a:ext cx="2293937" cy="617538"/>
                <a:chOff x="4422776" y="3106738"/>
                <a:chExt cx="2293937" cy="617538"/>
              </a:xfrm>
            </p:grpSpPr>
            <p:sp>
              <p:nvSpPr>
                <p:cNvPr id="141" name="išḻiḑé"/>
                <p:cNvSpPr/>
                <p:nvPr/>
              </p:nvSpPr>
              <p:spPr bwMode="auto">
                <a:xfrm>
                  <a:off x="4811713" y="3200400"/>
                  <a:ext cx="49213" cy="100013"/>
                </a:xfrm>
                <a:custGeom>
                  <a:avLst/>
                  <a:gdLst>
                    <a:gd name="T0" fmla="*/ 0 w 15"/>
                    <a:gd name="T1" fmla="*/ 1 h 30"/>
                    <a:gd name="T2" fmla="*/ 1 w 15"/>
                    <a:gd name="T3" fmla="*/ 12 h 30"/>
                    <a:gd name="T4" fmla="*/ 0 w 15"/>
                    <a:gd name="T5" fmla="*/ 21 h 30"/>
                    <a:gd name="T6" fmla="*/ 2 w 15"/>
                    <a:gd name="T7" fmla="*/ 28 h 30"/>
                    <a:gd name="T8" fmla="*/ 7 w 15"/>
                    <a:gd name="T9" fmla="*/ 30 h 30"/>
                    <a:gd name="T10" fmla="*/ 12 w 15"/>
                    <a:gd name="T11" fmla="*/ 26 h 30"/>
                    <a:gd name="T12" fmla="*/ 15 w 15"/>
                    <a:gd name="T13" fmla="*/ 18 h 30"/>
                    <a:gd name="T14" fmla="*/ 3 w 15"/>
                    <a:gd name="T15" fmla="*/ 0 h 30"/>
                    <a:gd name="T16" fmla="*/ 0 w 15"/>
                    <a:gd name="T17" fmla="*/ 1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30">
                      <a:moveTo>
                        <a:pt x="0" y="1"/>
                      </a:moveTo>
                      <a:cubicBezTo>
                        <a:pt x="1" y="12"/>
                        <a:pt x="1" y="12"/>
                        <a:pt x="1" y="12"/>
                      </a:cubicBezTo>
                      <a:cubicBezTo>
                        <a:pt x="1" y="13"/>
                        <a:pt x="0" y="18"/>
                        <a:pt x="0" y="21"/>
                      </a:cubicBezTo>
                      <a:cubicBezTo>
                        <a:pt x="0" y="24"/>
                        <a:pt x="2" y="25"/>
                        <a:pt x="2" y="28"/>
                      </a:cubicBezTo>
                      <a:cubicBezTo>
                        <a:pt x="7" y="30"/>
                        <a:pt x="7" y="30"/>
                        <a:pt x="7" y="30"/>
                      </a:cubicBezTo>
                      <a:cubicBezTo>
                        <a:pt x="9" y="27"/>
                        <a:pt x="10" y="29"/>
                        <a:pt x="12" y="26"/>
                      </a:cubicBezTo>
                      <a:cubicBezTo>
                        <a:pt x="14" y="23"/>
                        <a:pt x="14" y="21"/>
                        <a:pt x="15" y="18"/>
                      </a:cubicBezTo>
                      <a:cubicBezTo>
                        <a:pt x="12" y="7"/>
                        <a:pt x="13" y="5"/>
                        <a:pt x="3" y="0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42" name="íṥľíďè"/>
                <p:cNvSpPr/>
                <p:nvPr/>
              </p:nvSpPr>
              <p:spPr bwMode="auto">
                <a:xfrm>
                  <a:off x="5221288" y="3184525"/>
                  <a:ext cx="36513" cy="122238"/>
                </a:xfrm>
                <a:custGeom>
                  <a:avLst/>
                  <a:gdLst>
                    <a:gd name="T0" fmla="*/ 0 w 11"/>
                    <a:gd name="T1" fmla="*/ 3 h 37"/>
                    <a:gd name="T2" fmla="*/ 2 w 11"/>
                    <a:gd name="T3" fmla="*/ 14 h 37"/>
                    <a:gd name="T4" fmla="*/ 0 w 11"/>
                    <a:gd name="T5" fmla="*/ 33 h 37"/>
                    <a:gd name="T6" fmla="*/ 0 w 11"/>
                    <a:gd name="T7" fmla="*/ 36 h 37"/>
                    <a:gd name="T8" fmla="*/ 2 w 11"/>
                    <a:gd name="T9" fmla="*/ 37 h 37"/>
                    <a:gd name="T10" fmla="*/ 8 w 11"/>
                    <a:gd name="T11" fmla="*/ 27 h 37"/>
                    <a:gd name="T12" fmla="*/ 11 w 11"/>
                    <a:gd name="T13" fmla="*/ 17 h 37"/>
                    <a:gd name="T14" fmla="*/ 11 w 11"/>
                    <a:gd name="T15" fmla="*/ 15 h 37"/>
                    <a:gd name="T16" fmla="*/ 7 w 11"/>
                    <a:gd name="T17" fmla="*/ 2 h 37"/>
                    <a:gd name="T18" fmla="*/ 2 w 11"/>
                    <a:gd name="T19" fmla="*/ 0 h 37"/>
                    <a:gd name="T20" fmla="*/ 0 w 11"/>
                    <a:gd name="T21" fmla="*/ 3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1" h="37">
                      <a:moveTo>
                        <a:pt x="0" y="3"/>
                      </a:moveTo>
                      <a:cubicBezTo>
                        <a:pt x="2" y="14"/>
                        <a:pt x="2" y="14"/>
                        <a:pt x="2" y="14"/>
                      </a:cubicBezTo>
                      <a:cubicBezTo>
                        <a:pt x="2" y="19"/>
                        <a:pt x="0" y="27"/>
                        <a:pt x="0" y="33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2" y="36"/>
                        <a:pt x="1" y="37"/>
                        <a:pt x="2" y="37"/>
                      </a:cubicBezTo>
                      <a:cubicBezTo>
                        <a:pt x="3" y="37"/>
                        <a:pt x="7" y="28"/>
                        <a:pt x="8" y="27"/>
                      </a:cubicBezTo>
                      <a:cubicBezTo>
                        <a:pt x="9" y="24"/>
                        <a:pt x="11" y="21"/>
                        <a:pt x="11" y="17"/>
                      </a:cubicBezTo>
                      <a:cubicBezTo>
                        <a:pt x="11" y="15"/>
                        <a:pt x="11" y="15"/>
                        <a:pt x="11" y="15"/>
                      </a:cubicBezTo>
                      <a:cubicBezTo>
                        <a:pt x="11" y="7"/>
                        <a:pt x="8" y="7"/>
                        <a:pt x="7" y="2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1"/>
                        <a:pt x="0" y="1"/>
                        <a:pt x="0" y="3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43" name="íś1iḑe"/>
                <p:cNvSpPr/>
                <p:nvPr/>
              </p:nvSpPr>
              <p:spPr bwMode="auto">
                <a:xfrm>
                  <a:off x="4554538" y="3251200"/>
                  <a:ext cx="119063" cy="58738"/>
                </a:xfrm>
                <a:custGeom>
                  <a:avLst/>
                  <a:gdLst>
                    <a:gd name="T0" fmla="*/ 0 w 36"/>
                    <a:gd name="T1" fmla="*/ 15 h 18"/>
                    <a:gd name="T2" fmla="*/ 2 w 36"/>
                    <a:gd name="T3" fmla="*/ 16 h 18"/>
                    <a:gd name="T4" fmla="*/ 13 w 36"/>
                    <a:gd name="T5" fmla="*/ 18 h 18"/>
                    <a:gd name="T6" fmla="*/ 16 w 36"/>
                    <a:gd name="T7" fmla="*/ 18 h 18"/>
                    <a:gd name="T8" fmla="*/ 22 w 36"/>
                    <a:gd name="T9" fmla="*/ 17 h 18"/>
                    <a:gd name="T10" fmla="*/ 23 w 36"/>
                    <a:gd name="T11" fmla="*/ 17 h 18"/>
                    <a:gd name="T12" fmla="*/ 30 w 36"/>
                    <a:gd name="T13" fmla="*/ 13 h 18"/>
                    <a:gd name="T14" fmla="*/ 36 w 36"/>
                    <a:gd name="T15" fmla="*/ 8 h 18"/>
                    <a:gd name="T16" fmla="*/ 36 w 36"/>
                    <a:gd name="T17" fmla="*/ 7 h 18"/>
                    <a:gd name="T18" fmla="*/ 36 w 36"/>
                    <a:gd name="T19" fmla="*/ 4 h 18"/>
                    <a:gd name="T20" fmla="*/ 32 w 36"/>
                    <a:gd name="T21" fmla="*/ 0 h 18"/>
                    <a:gd name="T22" fmla="*/ 24 w 36"/>
                    <a:gd name="T23" fmla="*/ 3 h 18"/>
                    <a:gd name="T24" fmla="*/ 16 w 36"/>
                    <a:gd name="T25" fmla="*/ 7 h 18"/>
                    <a:gd name="T26" fmla="*/ 0 w 36"/>
                    <a:gd name="T27" fmla="*/ 15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6" h="18">
                      <a:moveTo>
                        <a:pt x="0" y="15"/>
                      </a:moveTo>
                      <a:cubicBezTo>
                        <a:pt x="1" y="16"/>
                        <a:pt x="1" y="16"/>
                        <a:pt x="2" y="16"/>
                      </a:cubicBezTo>
                      <a:cubicBezTo>
                        <a:pt x="6" y="16"/>
                        <a:pt x="9" y="18"/>
                        <a:pt x="13" y="18"/>
                      </a:cubicBezTo>
                      <a:cubicBezTo>
                        <a:pt x="16" y="18"/>
                        <a:pt x="16" y="18"/>
                        <a:pt x="16" y="18"/>
                      </a:cubicBezTo>
                      <a:cubicBezTo>
                        <a:pt x="22" y="17"/>
                        <a:pt x="22" y="17"/>
                        <a:pt x="22" y="17"/>
                      </a:cubicBezTo>
                      <a:cubicBezTo>
                        <a:pt x="23" y="17"/>
                        <a:pt x="23" y="17"/>
                        <a:pt x="23" y="17"/>
                      </a:cubicBezTo>
                      <a:cubicBezTo>
                        <a:pt x="26" y="16"/>
                        <a:pt x="28" y="14"/>
                        <a:pt x="30" y="13"/>
                      </a:cubicBezTo>
                      <a:cubicBezTo>
                        <a:pt x="34" y="11"/>
                        <a:pt x="33" y="10"/>
                        <a:pt x="36" y="8"/>
                      </a:cubicBezTo>
                      <a:cubicBezTo>
                        <a:pt x="36" y="7"/>
                        <a:pt x="36" y="7"/>
                        <a:pt x="36" y="7"/>
                      </a:cubicBezTo>
                      <a:cubicBezTo>
                        <a:pt x="36" y="4"/>
                        <a:pt x="36" y="4"/>
                        <a:pt x="36" y="4"/>
                      </a:cubicBezTo>
                      <a:cubicBezTo>
                        <a:pt x="36" y="1"/>
                        <a:pt x="33" y="2"/>
                        <a:pt x="32" y="0"/>
                      </a:cubicBezTo>
                      <a:cubicBezTo>
                        <a:pt x="29" y="1"/>
                        <a:pt x="27" y="1"/>
                        <a:pt x="24" y="3"/>
                      </a:cubicBezTo>
                      <a:cubicBezTo>
                        <a:pt x="21" y="4"/>
                        <a:pt x="19" y="6"/>
                        <a:pt x="16" y="7"/>
                      </a:cubicBezTo>
                      <a:cubicBezTo>
                        <a:pt x="11" y="11"/>
                        <a:pt x="4" y="10"/>
                        <a:pt x="0" y="1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44" name="iṩ1iḋè"/>
                <p:cNvSpPr/>
                <p:nvPr/>
              </p:nvSpPr>
              <p:spPr bwMode="auto">
                <a:xfrm>
                  <a:off x="6359526" y="3263900"/>
                  <a:ext cx="93663" cy="139700"/>
                </a:xfrm>
                <a:custGeom>
                  <a:avLst/>
                  <a:gdLst>
                    <a:gd name="T0" fmla="*/ 15 w 28"/>
                    <a:gd name="T1" fmla="*/ 1 h 42"/>
                    <a:gd name="T2" fmla="*/ 6 w 28"/>
                    <a:gd name="T3" fmla="*/ 11 h 42"/>
                    <a:gd name="T4" fmla="*/ 6 w 28"/>
                    <a:gd name="T5" fmla="*/ 13 h 42"/>
                    <a:gd name="T6" fmla="*/ 5 w 28"/>
                    <a:gd name="T7" fmla="*/ 16 h 42"/>
                    <a:gd name="T8" fmla="*/ 6 w 28"/>
                    <a:gd name="T9" fmla="*/ 20 h 42"/>
                    <a:gd name="T10" fmla="*/ 6 w 28"/>
                    <a:gd name="T11" fmla="*/ 21 h 42"/>
                    <a:gd name="T12" fmla="*/ 0 w 28"/>
                    <a:gd name="T13" fmla="*/ 38 h 42"/>
                    <a:gd name="T14" fmla="*/ 0 w 28"/>
                    <a:gd name="T15" fmla="*/ 41 h 42"/>
                    <a:gd name="T16" fmla="*/ 3 w 28"/>
                    <a:gd name="T17" fmla="*/ 42 h 42"/>
                    <a:gd name="T18" fmla="*/ 9 w 28"/>
                    <a:gd name="T19" fmla="*/ 32 h 42"/>
                    <a:gd name="T20" fmla="*/ 12 w 28"/>
                    <a:gd name="T21" fmla="*/ 26 h 42"/>
                    <a:gd name="T22" fmla="*/ 14 w 28"/>
                    <a:gd name="T23" fmla="*/ 26 h 42"/>
                    <a:gd name="T24" fmla="*/ 20 w 28"/>
                    <a:gd name="T25" fmla="*/ 26 h 42"/>
                    <a:gd name="T26" fmla="*/ 28 w 28"/>
                    <a:gd name="T27" fmla="*/ 14 h 42"/>
                    <a:gd name="T28" fmla="*/ 28 w 28"/>
                    <a:gd name="T29" fmla="*/ 6 h 42"/>
                    <a:gd name="T30" fmla="*/ 28 w 28"/>
                    <a:gd name="T31" fmla="*/ 5 h 42"/>
                    <a:gd name="T32" fmla="*/ 27 w 28"/>
                    <a:gd name="T33" fmla="*/ 3 h 42"/>
                    <a:gd name="T34" fmla="*/ 26 w 28"/>
                    <a:gd name="T35" fmla="*/ 3 h 42"/>
                    <a:gd name="T36" fmla="*/ 24 w 28"/>
                    <a:gd name="T37" fmla="*/ 3 h 42"/>
                    <a:gd name="T38" fmla="*/ 23 w 28"/>
                    <a:gd name="T39" fmla="*/ 3 h 42"/>
                    <a:gd name="T40" fmla="*/ 20 w 28"/>
                    <a:gd name="T41" fmla="*/ 0 h 42"/>
                    <a:gd name="T42" fmla="*/ 15 w 28"/>
                    <a:gd name="T43" fmla="*/ 1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28" h="42">
                      <a:moveTo>
                        <a:pt x="15" y="1"/>
                      </a:moveTo>
                      <a:cubicBezTo>
                        <a:pt x="15" y="10"/>
                        <a:pt x="8" y="6"/>
                        <a:pt x="6" y="11"/>
                      </a:cubicBezTo>
                      <a:cubicBezTo>
                        <a:pt x="6" y="13"/>
                        <a:pt x="6" y="13"/>
                        <a:pt x="6" y="13"/>
                      </a:cubicBezTo>
                      <a:cubicBezTo>
                        <a:pt x="6" y="14"/>
                        <a:pt x="5" y="14"/>
                        <a:pt x="5" y="16"/>
                      </a:cubicBezTo>
                      <a:cubicBezTo>
                        <a:pt x="6" y="20"/>
                        <a:pt x="6" y="20"/>
                        <a:pt x="6" y="20"/>
                      </a:cubicBezTo>
                      <a:cubicBezTo>
                        <a:pt x="6" y="21"/>
                        <a:pt x="6" y="21"/>
                        <a:pt x="6" y="21"/>
                      </a:cubicBezTo>
                      <a:cubicBezTo>
                        <a:pt x="6" y="29"/>
                        <a:pt x="0" y="31"/>
                        <a:pt x="0" y="3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2" y="42"/>
                        <a:pt x="2" y="42"/>
                        <a:pt x="3" y="42"/>
                      </a:cubicBezTo>
                      <a:cubicBezTo>
                        <a:pt x="7" y="42"/>
                        <a:pt x="9" y="36"/>
                        <a:pt x="9" y="32"/>
                      </a:cubicBezTo>
                      <a:cubicBezTo>
                        <a:pt x="9" y="29"/>
                        <a:pt x="10" y="26"/>
                        <a:pt x="12" y="26"/>
                      </a:cubicBezTo>
                      <a:cubicBezTo>
                        <a:pt x="14" y="26"/>
                        <a:pt x="14" y="26"/>
                        <a:pt x="14" y="26"/>
                      </a:cubicBezTo>
                      <a:cubicBezTo>
                        <a:pt x="20" y="26"/>
                        <a:pt x="20" y="26"/>
                        <a:pt x="20" y="26"/>
                      </a:cubicBezTo>
                      <a:cubicBezTo>
                        <a:pt x="24" y="24"/>
                        <a:pt x="28" y="21"/>
                        <a:pt x="28" y="14"/>
                      </a:cubicBezTo>
                      <a:cubicBezTo>
                        <a:pt x="28" y="6"/>
                        <a:pt x="28" y="6"/>
                        <a:pt x="28" y="6"/>
                      </a:cubicBezTo>
                      <a:cubicBezTo>
                        <a:pt x="28" y="5"/>
                        <a:pt x="28" y="5"/>
                        <a:pt x="28" y="5"/>
                      </a:cubicBezTo>
                      <a:cubicBezTo>
                        <a:pt x="27" y="3"/>
                        <a:pt x="27" y="3"/>
                        <a:pt x="27" y="3"/>
                      </a:cubicBezTo>
                      <a:cubicBezTo>
                        <a:pt x="26" y="3"/>
                        <a:pt x="26" y="3"/>
                        <a:pt x="26" y="3"/>
                      </a:cubicBezTo>
                      <a:cubicBezTo>
                        <a:pt x="24" y="3"/>
                        <a:pt x="24" y="3"/>
                        <a:pt x="24" y="3"/>
                      </a:cubicBezTo>
                      <a:cubicBezTo>
                        <a:pt x="23" y="3"/>
                        <a:pt x="23" y="3"/>
                        <a:pt x="23" y="3"/>
                      </a:cubicBezTo>
                      <a:cubicBezTo>
                        <a:pt x="20" y="0"/>
                        <a:pt x="20" y="0"/>
                        <a:pt x="20" y="0"/>
                      </a:cubicBezTo>
                      <a:lnTo>
                        <a:pt x="15" y="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45" name="íṩlïḓè"/>
                <p:cNvSpPr/>
                <p:nvPr/>
              </p:nvSpPr>
              <p:spPr bwMode="auto">
                <a:xfrm>
                  <a:off x="5826126" y="3273425"/>
                  <a:ext cx="223838" cy="293688"/>
                </a:xfrm>
                <a:custGeom>
                  <a:avLst/>
                  <a:gdLst>
                    <a:gd name="T0" fmla="*/ 38 w 68"/>
                    <a:gd name="T1" fmla="*/ 16 h 88"/>
                    <a:gd name="T2" fmla="*/ 40 w 68"/>
                    <a:gd name="T3" fmla="*/ 5 h 88"/>
                    <a:gd name="T4" fmla="*/ 36 w 68"/>
                    <a:gd name="T5" fmla="*/ 1 h 88"/>
                    <a:gd name="T6" fmla="*/ 36 w 68"/>
                    <a:gd name="T7" fmla="*/ 1 h 88"/>
                    <a:gd name="T8" fmla="*/ 33 w 68"/>
                    <a:gd name="T9" fmla="*/ 0 h 88"/>
                    <a:gd name="T10" fmla="*/ 24 w 68"/>
                    <a:gd name="T11" fmla="*/ 7 h 88"/>
                    <a:gd name="T12" fmla="*/ 24 w 68"/>
                    <a:gd name="T13" fmla="*/ 8 h 88"/>
                    <a:gd name="T14" fmla="*/ 26 w 68"/>
                    <a:gd name="T15" fmla="*/ 18 h 88"/>
                    <a:gd name="T16" fmla="*/ 27 w 68"/>
                    <a:gd name="T17" fmla="*/ 28 h 88"/>
                    <a:gd name="T18" fmla="*/ 27 w 68"/>
                    <a:gd name="T19" fmla="*/ 39 h 88"/>
                    <a:gd name="T20" fmla="*/ 16 w 68"/>
                    <a:gd name="T21" fmla="*/ 48 h 88"/>
                    <a:gd name="T22" fmla="*/ 7 w 68"/>
                    <a:gd name="T23" fmla="*/ 49 h 88"/>
                    <a:gd name="T24" fmla="*/ 5 w 68"/>
                    <a:gd name="T25" fmla="*/ 49 h 88"/>
                    <a:gd name="T26" fmla="*/ 4 w 68"/>
                    <a:gd name="T27" fmla="*/ 49 h 88"/>
                    <a:gd name="T28" fmla="*/ 0 w 68"/>
                    <a:gd name="T29" fmla="*/ 54 h 88"/>
                    <a:gd name="T30" fmla="*/ 5 w 68"/>
                    <a:gd name="T31" fmla="*/ 60 h 88"/>
                    <a:gd name="T32" fmla="*/ 11 w 68"/>
                    <a:gd name="T33" fmla="*/ 60 h 88"/>
                    <a:gd name="T34" fmla="*/ 13 w 68"/>
                    <a:gd name="T35" fmla="*/ 59 h 88"/>
                    <a:gd name="T36" fmla="*/ 20 w 68"/>
                    <a:gd name="T37" fmla="*/ 66 h 88"/>
                    <a:gd name="T38" fmla="*/ 17 w 68"/>
                    <a:gd name="T39" fmla="*/ 72 h 88"/>
                    <a:gd name="T40" fmla="*/ 13 w 68"/>
                    <a:gd name="T41" fmla="*/ 76 h 88"/>
                    <a:gd name="T42" fmla="*/ 2 w 68"/>
                    <a:gd name="T43" fmla="*/ 82 h 88"/>
                    <a:gd name="T44" fmla="*/ 2 w 68"/>
                    <a:gd name="T45" fmla="*/ 83 h 88"/>
                    <a:gd name="T46" fmla="*/ 2 w 68"/>
                    <a:gd name="T47" fmla="*/ 87 h 88"/>
                    <a:gd name="T48" fmla="*/ 4 w 68"/>
                    <a:gd name="T49" fmla="*/ 88 h 88"/>
                    <a:gd name="T50" fmla="*/ 25 w 68"/>
                    <a:gd name="T51" fmla="*/ 77 h 88"/>
                    <a:gd name="T52" fmla="*/ 31 w 68"/>
                    <a:gd name="T53" fmla="*/ 69 h 88"/>
                    <a:gd name="T54" fmla="*/ 40 w 68"/>
                    <a:gd name="T55" fmla="*/ 63 h 88"/>
                    <a:gd name="T56" fmla="*/ 52 w 68"/>
                    <a:gd name="T57" fmla="*/ 70 h 88"/>
                    <a:gd name="T58" fmla="*/ 48 w 68"/>
                    <a:gd name="T59" fmla="*/ 79 h 88"/>
                    <a:gd name="T60" fmla="*/ 59 w 68"/>
                    <a:gd name="T61" fmla="*/ 81 h 88"/>
                    <a:gd name="T62" fmla="*/ 68 w 68"/>
                    <a:gd name="T63" fmla="*/ 71 h 88"/>
                    <a:gd name="T64" fmla="*/ 59 w 68"/>
                    <a:gd name="T65" fmla="*/ 62 h 88"/>
                    <a:gd name="T66" fmla="*/ 44 w 68"/>
                    <a:gd name="T67" fmla="*/ 60 h 88"/>
                    <a:gd name="T68" fmla="*/ 42 w 68"/>
                    <a:gd name="T69" fmla="*/ 60 h 88"/>
                    <a:gd name="T70" fmla="*/ 36 w 68"/>
                    <a:gd name="T71" fmla="*/ 53 h 88"/>
                    <a:gd name="T72" fmla="*/ 48 w 68"/>
                    <a:gd name="T73" fmla="*/ 42 h 88"/>
                    <a:gd name="T74" fmla="*/ 59 w 68"/>
                    <a:gd name="T75" fmla="*/ 32 h 88"/>
                    <a:gd name="T76" fmla="*/ 59 w 68"/>
                    <a:gd name="T77" fmla="*/ 30 h 88"/>
                    <a:gd name="T78" fmla="*/ 59 w 68"/>
                    <a:gd name="T79" fmla="*/ 29 h 88"/>
                    <a:gd name="T80" fmla="*/ 54 w 68"/>
                    <a:gd name="T81" fmla="*/ 26 h 88"/>
                    <a:gd name="T82" fmla="*/ 51 w 68"/>
                    <a:gd name="T83" fmla="*/ 27 h 88"/>
                    <a:gd name="T84" fmla="*/ 50 w 68"/>
                    <a:gd name="T85" fmla="*/ 27 h 88"/>
                    <a:gd name="T86" fmla="*/ 41 w 68"/>
                    <a:gd name="T87" fmla="*/ 33 h 88"/>
                    <a:gd name="T88" fmla="*/ 38 w 68"/>
                    <a:gd name="T89" fmla="*/ 28 h 88"/>
                    <a:gd name="T90" fmla="*/ 38 w 68"/>
                    <a:gd name="T91" fmla="*/ 27 h 88"/>
                    <a:gd name="T92" fmla="*/ 38 w 68"/>
                    <a:gd name="T93" fmla="*/ 16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68" h="88">
                      <a:moveTo>
                        <a:pt x="38" y="16"/>
                      </a:moveTo>
                      <a:cubicBezTo>
                        <a:pt x="39" y="11"/>
                        <a:pt x="40" y="9"/>
                        <a:pt x="40" y="5"/>
                      </a:cubicBezTo>
                      <a:cubicBezTo>
                        <a:pt x="40" y="3"/>
                        <a:pt x="38" y="1"/>
                        <a:pt x="36" y="1"/>
                      </a:cubicBezTo>
                      <a:cubicBezTo>
                        <a:pt x="36" y="1"/>
                        <a:pt x="36" y="1"/>
                        <a:pt x="36" y="1"/>
                      </a:cubicBezTo>
                      <a:cubicBezTo>
                        <a:pt x="34" y="1"/>
                        <a:pt x="34" y="1"/>
                        <a:pt x="33" y="0"/>
                      </a:cubicBezTo>
                      <a:cubicBezTo>
                        <a:pt x="28" y="3"/>
                        <a:pt x="28" y="1"/>
                        <a:pt x="24" y="7"/>
                      </a:cubicBezTo>
                      <a:cubicBezTo>
                        <a:pt x="24" y="8"/>
                        <a:pt x="24" y="8"/>
                        <a:pt x="24" y="8"/>
                      </a:cubicBezTo>
                      <a:cubicBezTo>
                        <a:pt x="24" y="12"/>
                        <a:pt x="26" y="14"/>
                        <a:pt x="26" y="18"/>
                      </a:cubicBezTo>
                      <a:cubicBezTo>
                        <a:pt x="27" y="28"/>
                        <a:pt x="27" y="28"/>
                        <a:pt x="27" y="28"/>
                      </a:cubicBezTo>
                      <a:cubicBezTo>
                        <a:pt x="27" y="39"/>
                        <a:pt x="27" y="39"/>
                        <a:pt x="27" y="39"/>
                      </a:cubicBezTo>
                      <a:cubicBezTo>
                        <a:pt x="28" y="45"/>
                        <a:pt x="22" y="48"/>
                        <a:pt x="16" y="48"/>
                      </a:cubicBezTo>
                      <a:cubicBezTo>
                        <a:pt x="7" y="49"/>
                        <a:pt x="7" y="49"/>
                        <a:pt x="7" y="49"/>
                      </a:cubicBezTo>
                      <a:cubicBezTo>
                        <a:pt x="5" y="49"/>
                        <a:pt x="5" y="49"/>
                        <a:pt x="5" y="49"/>
                      </a:cubicBezTo>
                      <a:cubicBezTo>
                        <a:pt x="4" y="49"/>
                        <a:pt x="4" y="49"/>
                        <a:pt x="4" y="49"/>
                      </a:cubicBezTo>
                      <a:cubicBezTo>
                        <a:pt x="2" y="50"/>
                        <a:pt x="0" y="51"/>
                        <a:pt x="0" y="54"/>
                      </a:cubicBezTo>
                      <a:cubicBezTo>
                        <a:pt x="0" y="56"/>
                        <a:pt x="3" y="60"/>
                        <a:pt x="5" y="60"/>
                      </a:cubicBezTo>
                      <a:cubicBezTo>
                        <a:pt x="11" y="60"/>
                        <a:pt x="11" y="60"/>
                        <a:pt x="11" y="60"/>
                      </a:cubicBezTo>
                      <a:cubicBezTo>
                        <a:pt x="12" y="60"/>
                        <a:pt x="12" y="60"/>
                        <a:pt x="13" y="59"/>
                      </a:cubicBezTo>
                      <a:cubicBezTo>
                        <a:pt x="17" y="62"/>
                        <a:pt x="17" y="60"/>
                        <a:pt x="20" y="66"/>
                      </a:cubicBezTo>
                      <a:cubicBezTo>
                        <a:pt x="18" y="69"/>
                        <a:pt x="20" y="68"/>
                        <a:pt x="17" y="72"/>
                      </a:cubicBezTo>
                      <a:cubicBezTo>
                        <a:pt x="15" y="73"/>
                        <a:pt x="15" y="75"/>
                        <a:pt x="13" y="76"/>
                      </a:cubicBezTo>
                      <a:cubicBezTo>
                        <a:pt x="8" y="79"/>
                        <a:pt x="7" y="80"/>
                        <a:pt x="2" y="82"/>
                      </a:cubicBezTo>
                      <a:cubicBezTo>
                        <a:pt x="2" y="83"/>
                        <a:pt x="2" y="83"/>
                        <a:pt x="2" y="83"/>
                      </a:cubicBezTo>
                      <a:cubicBezTo>
                        <a:pt x="2" y="87"/>
                        <a:pt x="2" y="87"/>
                        <a:pt x="2" y="87"/>
                      </a:cubicBezTo>
                      <a:cubicBezTo>
                        <a:pt x="4" y="87"/>
                        <a:pt x="3" y="88"/>
                        <a:pt x="4" y="88"/>
                      </a:cubicBezTo>
                      <a:cubicBezTo>
                        <a:pt x="13" y="88"/>
                        <a:pt x="20" y="82"/>
                        <a:pt x="25" y="77"/>
                      </a:cubicBezTo>
                      <a:cubicBezTo>
                        <a:pt x="26" y="76"/>
                        <a:pt x="30" y="71"/>
                        <a:pt x="31" y="69"/>
                      </a:cubicBezTo>
                      <a:cubicBezTo>
                        <a:pt x="33" y="65"/>
                        <a:pt x="35" y="63"/>
                        <a:pt x="40" y="63"/>
                      </a:cubicBezTo>
                      <a:cubicBezTo>
                        <a:pt x="45" y="63"/>
                        <a:pt x="49" y="67"/>
                        <a:pt x="52" y="70"/>
                      </a:cubicBezTo>
                      <a:cubicBezTo>
                        <a:pt x="48" y="79"/>
                        <a:pt x="48" y="79"/>
                        <a:pt x="48" y="79"/>
                      </a:cubicBezTo>
                      <a:cubicBezTo>
                        <a:pt x="50" y="79"/>
                        <a:pt x="58" y="81"/>
                        <a:pt x="59" y="81"/>
                      </a:cubicBezTo>
                      <a:cubicBezTo>
                        <a:pt x="65" y="81"/>
                        <a:pt x="67" y="76"/>
                        <a:pt x="68" y="71"/>
                      </a:cubicBezTo>
                      <a:cubicBezTo>
                        <a:pt x="67" y="65"/>
                        <a:pt x="63" y="64"/>
                        <a:pt x="59" y="62"/>
                      </a:cubicBezTo>
                      <a:cubicBezTo>
                        <a:pt x="53" y="59"/>
                        <a:pt x="51" y="60"/>
                        <a:pt x="44" y="60"/>
                      </a:cubicBezTo>
                      <a:cubicBezTo>
                        <a:pt x="43" y="60"/>
                        <a:pt x="43" y="60"/>
                        <a:pt x="42" y="60"/>
                      </a:cubicBezTo>
                      <a:cubicBezTo>
                        <a:pt x="40" y="59"/>
                        <a:pt x="36" y="56"/>
                        <a:pt x="36" y="53"/>
                      </a:cubicBezTo>
                      <a:cubicBezTo>
                        <a:pt x="36" y="51"/>
                        <a:pt x="45" y="44"/>
                        <a:pt x="48" y="42"/>
                      </a:cubicBezTo>
                      <a:cubicBezTo>
                        <a:pt x="50" y="41"/>
                        <a:pt x="59" y="34"/>
                        <a:pt x="59" y="32"/>
                      </a:cubicBezTo>
                      <a:cubicBezTo>
                        <a:pt x="59" y="30"/>
                        <a:pt x="59" y="30"/>
                        <a:pt x="59" y="30"/>
                      </a:cubicBezTo>
                      <a:cubicBezTo>
                        <a:pt x="59" y="29"/>
                        <a:pt x="59" y="29"/>
                        <a:pt x="59" y="29"/>
                      </a:cubicBezTo>
                      <a:cubicBezTo>
                        <a:pt x="54" y="26"/>
                        <a:pt x="54" y="26"/>
                        <a:pt x="54" y="26"/>
                      </a:cubicBezTo>
                      <a:cubicBezTo>
                        <a:pt x="53" y="27"/>
                        <a:pt x="53" y="27"/>
                        <a:pt x="51" y="27"/>
                      </a:cubicBezTo>
                      <a:cubicBezTo>
                        <a:pt x="50" y="27"/>
                        <a:pt x="50" y="27"/>
                        <a:pt x="50" y="27"/>
                      </a:cubicBezTo>
                      <a:cubicBezTo>
                        <a:pt x="46" y="32"/>
                        <a:pt x="46" y="30"/>
                        <a:pt x="41" y="33"/>
                      </a:cubicBezTo>
                      <a:cubicBezTo>
                        <a:pt x="40" y="31"/>
                        <a:pt x="39" y="30"/>
                        <a:pt x="38" y="28"/>
                      </a:cubicBezTo>
                      <a:cubicBezTo>
                        <a:pt x="38" y="27"/>
                        <a:pt x="38" y="27"/>
                        <a:pt x="38" y="27"/>
                      </a:cubicBezTo>
                      <a:lnTo>
                        <a:pt x="38" y="16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46" name="ísḷïďè"/>
                <p:cNvSpPr/>
                <p:nvPr/>
              </p:nvSpPr>
              <p:spPr bwMode="auto">
                <a:xfrm>
                  <a:off x="4518026" y="3506788"/>
                  <a:ext cx="53975" cy="71438"/>
                </a:xfrm>
                <a:custGeom>
                  <a:avLst/>
                  <a:gdLst>
                    <a:gd name="T0" fmla="*/ 14 w 16"/>
                    <a:gd name="T1" fmla="*/ 17 h 21"/>
                    <a:gd name="T2" fmla="*/ 16 w 16"/>
                    <a:gd name="T3" fmla="*/ 12 h 21"/>
                    <a:gd name="T4" fmla="*/ 11 w 16"/>
                    <a:gd name="T5" fmla="*/ 5 h 21"/>
                    <a:gd name="T6" fmla="*/ 5 w 16"/>
                    <a:gd name="T7" fmla="*/ 0 h 21"/>
                    <a:gd name="T8" fmla="*/ 2 w 16"/>
                    <a:gd name="T9" fmla="*/ 4 h 21"/>
                    <a:gd name="T10" fmla="*/ 2 w 16"/>
                    <a:gd name="T11" fmla="*/ 5 h 21"/>
                    <a:gd name="T12" fmla="*/ 2 w 16"/>
                    <a:gd name="T13" fmla="*/ 8 h 21"/>
                    <a:gd name="T14" fmla="*/ 2 w 16"/>
                    <a:gd name="T15" fmla="*/ 9 h 21"/>
                    <a:gd name="T16" fmla="*/ 0 w 16"/>
                    <a:gd name="T17" fmla="*/ 17 h 21"/>
                    <a:gd name="T18" fmla="*/ 3 w 16"/>
                    <a:gd name="T19" fmla="*/ 21 h 21"/>
                    <a:gd name="T20" fmla="*/ 4 w 16"/>
                    <a:gd name="T21" fmla="*/ 21 h 21"/>
                    <a:gd name="T22" fmla="*/ 5 w 16"/>
                    <a:gd name="T23" fmla="*/ 21 h 21"/>
                    <a:gd name="T24" fmla="*/ 14 w 16"/>
                    <a:gd name="T25" fmla="*/ 17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6" h="21">
                      <a:moveTo>
                        <a:pt x="14" y="17"/>
                      </a:moveTo>
                      <a:cubicBezTo>
                        <a:pt x="14" y="15"/>
                        <a:pt x="16" y="13"/>
                        <a:pt x="16" y="12"/>
                      </a:cubicBezTo>
                      <a:cubicBezTo>
                        <a:pt x="16" y="11"/>
                        <a:pt x="12" y="7"/>
                        <a:pt x="11" y="5"/>
                      </a:cubicBezTo>
                      <a:cubicBezTo>
                        <a:pt x="11" y="3"/>
                        <a:pt x="8" y="0"/>
                        <a:pt x="5" y="0"/>
                      </a:cubicBezTo>
                      <a:cubicBezTo>
                        <a:pt x="4" y="0"/>
                        <a:pt x="3" y="3"/>
                        <a:pt x="2" y="4"/>
                      </a:cubicBezTo>
                      <a:cubicBezTo>
                        <a:pt x="2" y="5"/>
                        <a:pt x="2" y="5"/>
                        <a:pt x="2" y="5"/>
                      </a:cubicBezTo>
                      <a:cubicBezTo>
                        <a:pt x="2" y="8"/>
                        <a:pt x="2" y="8"/>
                        <a:pt x="2" y="8"/>
                      </a:cubicBezTo>
                      <a:cubicBezTo>
                        <a:pt x="2" y="9"/>
                        <a:pt x="2" y="9"/>
                        <a:pt x="2" y="9"/>
                      </a:cubicBezTo>
                      <a:cubicBezTo>
                        <a:pt x="1" y="11"/>
                        <a:pt x="0" y="14"/>
                        <a:pt x="0" y="17"/>
                      </a:cubicBezTo>
                      <a:cubicBezTo>
                        <a:pt x="0" y="19"/>
                        <a:pt x="1" y="20"/>
                        <a:pt x="3" y="21"/>
                      </a:cubicBezTo>
                      <a:cubicBezTo>
                        <a:pt x="4" y="21"/>
                        <a:pt x="4" y="21"/>
                        <a:pt x="4" y="21"/>
                      </a:cubicBezTo>
                      <a:cubicBezTo>
                        <a:pt x="5" y="21"/>
                        <a:pt x="5" y="21"/>
                        <a:pt x="5" y="21"/>
                      </a:cubicBezTo>
                      <a:cubicBezTo>
                        <a:pt x="7" y="21"/>
                        <a:pt x="11" y="17"/>
                        <a:pt x="14" y="17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47" name="îṧļîḓé"/>
                <p:cNvSpPr/>
                <p:nvPr/>
              </p:nvSpPr>
              <p:spPr bwMode="auto">
                <a:xfrm>
                  <a:off x="5319713" y="3133725"/>
                  <a:ext cx="222250" cy="500063"/>
                </a:xfrm>
                <a:custGeom>
                  <a:avLst/>
                  <a:gdLst>
                    <a:gd name="T0" fmla="*/ 47 w 67"/>
                    <a:gd name="T1" fmla="*/ 96 h 150"/>
                    <a:gd name="T2" fmla="*/ 51 w 67"/>
                    <a:gd name="T3" fmla="*/ 96 h 150"/>
                    <a:gd name="T4" fmla="*/ 46 w 67"/>
                    <a:gd name="T5" fmla="*/ 114 h 150"/>
                    <a:gd name="T6" fmla="*/ 42 w 67"/>
                    <a:gd name="T7" fmla="*/ 113 h 150"/>
                    <a:gd name="T8" fmla="*/ 39 w 67"/>
                    <a:gd name="T9" fmla="*/ 108 h 150"/>
                    <a:gd name="T10" fmla="*/ 21 w 67"/>
                    <a:gd name="T11" fmla="*/ 78 h 150"/>
                    <a:gd name="T12" fmla="*/ 29 w 67"/>
                    <a:gd name="T13" fmla="*/ 73 h 150"/>
                    <a:gd name="T14" fmla="*/ 32 w 67"/>
                    <a:gd name="T15" fmla="*/ 74 h 150"/>
                    <a:gd name="T16" fmla="*/ 32 w 67"/>
                    <a:gd name="T17" fmla="*/ 77 h 150"/>
                    <a:gd name="T18" fmla="*/ 32 w 67"/>
                    <a:gd name="T19" fmla="*/ 79 h 150"/>
                    <a:gd name="T20" fmla="*/ 21 w 67"/>
                    <a:gd name="T21" fmla="*/ 78 h 150"/>
                    <a:gd name="T22" fmla="*/ 53 w 67"/>
                    <a:gd name="T23" fmla="*/ 118 h 150"/>
                    <a:gd name="T24" fmla="*/ 66 w 67"/>
                    <a:gd name="T25" fmla="*/ 108 h 150"/>
                    <a:gd name="T26" fmla="*/ 60 w 67"/>
                    <a:gd name="T27" fmla="*/ 98 h 150"/>
                    <a:gd name="T28" fmla="*/ 51 w 67"/>
                    <a:gd name="T29" fmla="*/ 82 h 150"/>
                    <a:gd name="T30" fmla="*/ 47 w 67"/>
                    <a:gd name="T31" fmla="*/ 71 h 150"/>
                    <a:gd name="T32" fmla="*/ 60 w 67"/>
                    <a:gd name="T33" fmla="*/ 58 h 150"/>
                    <a:gd name="T34" fmla="*/ 53 w 67"/>
                    <a:gd name="T35" fmla="*/ 52 h 150"/>
                    <a:gd name="T36" fmla="*/ 44 w 67"/>
                    <a:gd name="T37" fmla="*/ 50 h 150"/>
                    <a:gd name="T38" fmla="*/ 48 w 67"/>
                    <a:gd name="T39" fmla="*/ 38 h 150"/>
                    <a:gd name="T40" fmla="*/ 66 w 67"/>
                    <a:gd name="T41" fmla="*/ 17 h 150"/>
                    <a:gd name="T42" fmla="*/ 66 w 67"/>
                    <a:gd name="T43" fmla="*/ 13 h 150"/>
                    <a:gd name="T44" fmla="*/ 56 w 67"/>
                    <a:gd name="T45" fmla="*/ 1 h 150"/>
                    <a:gd name="T46" fmla="*/ 55 w 67"/>
                    <a:gd name="T47" fmla="*/ 7 h 150"/>
                    <a:gd name="T48" fmla="*/ 50 w 67"/>
                    <a:gd name="T49" fmla="*/ 18 h 150"/>
                    <a:gd name="T50" fmla="*/ 42 w 67"/>
                    <a:gd name="T51" fmla="*/ 15 h 150"/>
                    <a:gd name="T52" fmla="*/ 40 w 67"/>
                    <a:gd name="T53" fmla="*/ 15 h 150"/>
                    <a:gd name="T54" fmla="*/ 41 w 67"/>
                    <a:gd name="T55" fmla="*/ 26 h 150"/>
                    <a:gd name="T56" fmla="*/ 41 w 67"/>
                    <a:gd name="T57" fmla="*/ 30 h 150"/>
                    <a:gd name="T58" fmla="*/ 37 w 67"/>
                    <a:gd name="T59" fmla="*/ 33 h 150"/>
                    <a:gd name="T60" fmla="*/ 30 w 67"/>
                    <a:gd name="T61" fmla="*/ 29 h 150"/>
                    <a:gd name="T62" fmla="*/ 9 w 67"/>
                    <a:gd name="T63" fmla="*/ 50 h 150"/>
                    <a:gd name="T64" fmla="*/ 4 w 67"/>
                    <a:gd name="T65" fmla="*/ 59 h 150"/>
                    <a:gd name="T66" fmla="*/ 23 w 67"/>
                    <a:gd name="T67" fmla="*/ 51 h 150"/>
                    <a:gd name="T68" fmla="*/ 30 w 67"/>
                    <a:gd name="T69" fmla="*/ 58 h 150"/>
                    <a:gd name="T70" fmla="*/ 26 w 67"/>
                    <a:gd name="T71" fmla="*/ 65 h 150"/>
                    <a:gd name="T72" fmla="*/ 19 w 67"/>
                    <a:gd name="T73" fmla="*/ 64 h 150"/>
                    <a:gd name="T74" fmla="*/ 16 w 67"/>
                    <a:gd name="T75" fmla="*/ 67 h 150"/>
                    <a:gd name="T76" fmla="*/ 16 w 67"/>
                    <a:gd name="T77" fmla="*/ 72 h 150"/>
                    <a:gd name="T78" fmla="*/ 3 w 67"/>
                    <a:gd name="T79" fmla="*/ 105 h 150"/>
                    <a:gd name="T80" fmla="*/ 6 w 67"/>
                    <a:gd name="T81" fmla="*/ 110 h 150"/>
                    <a:gd name="T82" fmla="*/ 9 w 67"/>
                    <a:gd name="T83" fmla="*/ 111 h 150"/>
                    <a:gd name="T84" fmla="*/ 24 w 67"/>
                    <a:gd name="T85" fmla="*/ 89 h 150"/>
                    <a:gd name="T86" fmla="*/ 32 w 67"/>
                    <a:gd name="T87" fmla="*/ 93 h 150"/>
                    <a:gd name="T88" fmla="*/ 32 w 67"/>
                    <a:gd name="T89" fmla="*/ 96 h 150"/>
                    <a:gd name="T90" fmla="*/ 29 w 67"/>
                    <a:gd name="T91" fmla="*/ 113 h 150"/>
                    <a:gd name="T92" fmla="*/ 29 w 67"/>
                    <a:gd name="T93" fmla="*/ 115 h 150"/>
                    <a:gd name="T94" fmla="*/ 22 w 67"/>
                    <a:gd name="T95" fmla="*/ 122 h 150"/>
                    <a:gd name="T96" fmla="*/ 10 w 67"/>
                    <a:gd name="T97" fmla="*/ 124 h 150"/>
                    <a:gd name="T98" fmla="*/ 15 w 67"/>
                    <a:gd name="T99" fmla="*/ 144 h 150"/>
                    <a:gd name="T100" fmla="*/ 17 w 67"/>
                    <a:gd name="T101" fmla="*/ 150 h 150"/>
                    <a:gd name="T102" fmla="*/ 38 w 67"/>
                    <a:gd name="T103" fmla="*/ 125 h 1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67" h="150">
                      <a:moveTo>
                        <a:pt x="39" y="107"/>
                      </a:moveTo>
                      <a:cubicBezTo>
                        <a:pt x="39" y="103"/>
                        <a:pt x="44" y="96"/>
                        <a:pt x="47" y="96"/>
                      </a:cubicBezTo>
                      <a:cubicBezTo>
                        <a:pt x="50" y="96"/>
                        <a:pt x="50" y="96"/>
                        <a:pt x="50" y="96"/>
                      </a:cubicBezTo>
                      <a:cubicBezTo>
                        <a:pt x="51" y="96"/>
                        <a:pt x="51" y="96"/>
                        <a:pt x="51" y="96"/>
                      </a:cubicBezTo>
                      <a:cubicBezTo>
                        <a:pt x="53" y="98"/>
                        <a:pt x="55" y="101"/>
                        <a:pt x="55" y="104"/>
                      </a:cubicBezTo>
                      <a:cubicBezTo>
                        <a:pt x="55" y="108"/>
                        <a:pt x="49" y="112"/>
                        <a:pt x="46" y="114"/>
                      </a:cubicBezTo>
                      <a:cubicBezTo>
                        <a:pt x="45" y="114"/>
                        <a:pt x="45" y="113"/>
                        <a:pt x="43" y="113"/>
                      </a:cubicBezTo>
                      <a:cubicBezTo>
                        <a:pt x="42" y="113"/>
                        <a:pt x="42" y="113"/>
                        <a:pt x="42" y="113"/>
                      </a:cubicBezTo>
                      <a:cubicBezTo>
                        <a:pt x="39" y="109"/>
                        <a:pt x="39" y="109"/>
                        <a:pt x="39" y="109"/>
                      </a:cubicBezTo>
                      <a:cubicBezTo>
                        <a:pt x="39" y="108"/>
                        <a:pt x="39" y="108"/>
                        <a:pt x="39" y="108"/>
                      </a:cubicBezTo>
                      <a:cubicBezTo>
                        <a:pt x="39" y="107"/>
                        <a:pt x="39" y="107"/>
                        <a:pt x="39" y="107"/>
                      </a:cubicBezTo>
                      <a:close/>
                      <a:moveTo>
                        <a:pt x="21" y="78"/>
                      </a:moveTo>
                      <a:cubicBezTo>
                        <a:pt x="21" y="77"/>
                        <a:pt x="25" y="73"/>
                        <a:pt x="26" y="73"/>
                      </a:cubicBezTo>
                      <a:cubicBezTo>
                        <a:pt x="27" y="73"/>
                        <a:pt x="27" y="73"/>
                        <a:pt x="29" y="73"/>
                      </a:cubicBezTo>
                      <a:cubicBezTo>
                        <a:pt x="30" y="73"/>
                        <a:pt x="30" y="73"/>
                        <a:pt x="30" y="73"/>
                      </a:cubicBezTo>
                      <a:cubicBezTo>
                        <a:pt x="32" y="74"/>
                        <a:pt x="32" y="74"/>
                        <a:pt x="32" y="74"/>
                      </a:cubicBezTo>
                      <a:cubicBezTo>
                        <a:pt x="32" y="76"/>
                        <a:pt x="32" y="76"/>
                        <a:pt x="32" y="76"/>
                      </a:cubicBezTo>
                      <a:cubicBezTo>
                        <a:pt x="32" y="77"/>
                        <a:pt x="32" y="77"/>
                        <a:pt x="32" y="77"/>
                      </a:cubicBezTo>
                      <a:cubicBezTo>
                        <a:pt x="32" y="78"/>
                        <a:pt x="32" y="78"/>
                        <a:pt x="32" y="78"/>
                      </a:cubicBezTo>
                      <a:cubicBezTo>
                        <a:pt x="32" y="79"/>
                        <a:pt x="32" y="79"/>
                        <a:pt x="32" y="79"/>
                      </a:cubicBezTo>
                      <a:cubicBezTo>
                        <a:pt x="31" y="82"/>
                        <a:pt x="29" y="83"/>
                        <a:pt x="25" y="83"/>
                      </a:cubicBezTo>
                      <a:cubicBezTo>
                        <a:pt x="23" y="83"/>
                        <a:pt x="21" y="81"/>
                        <a:pt x="21" y="78"/>
                      </a:cubicBezTo>
                      <a:close/>
                      <a:moveTo>
                        <a:pt x="38" y="125"/>
                      </a:moveTo>
                      <a:cubicBezTo>
                        <a:pt x="43" y="122"/>
                        <a:pt x="47" y="120"/>
                        <a:pt x="53" y="118"/>
                      </a:cubicBezTo>
                      <a:cubicBezTo>
                        <a:pt x="57" y="116"/>
                        <a:pt x="57" y="116"/>
                        <a:pt x="60" y="114"/>
                      </a:cubicBezTo>
                      <a:cubicBezTo>
                        <a:pt x="64" y="111"/>
                        <a:pt x="63" y="110"/>
                        <a:pt x="66" y="108"/>
                      </a:cubicBezTo>
                      <a:cubicBezTo>
                        <a:pt x="67" y="104"/>
                        <a:pt x="67" y="104"/>
                        <a:pt x="67" y="104"/>
                      </a:cubicBezTo>
                      <a:cubicBezTo>
                        <a:pt x="64" y="100"/>
                        <a:pt x="64" y="101"/>
                        <a:pt x="60" y="98"/>
                      </a:cubicBezTo>
                      <a:cubicBezTo>
                        <a:pt x="58" y="96"/>
                        <a:pt x="55" y="95"/>
                        <a:pt x="54" y="92"/>
                      </a:cubicBezTo>
                      <a:cubicBezTo>
                        <a:pt x="53" y="88"/>
                        <a:pt x="53" y="84"/>
                        <a:pt x="51" y="82"/>
                      </a:cubicBezTo>
                      <a:cubicBezTo>
                        <a:pt x="49" y="79"/>
                        <a:pt x="47" y="77"/>
                        <a:pt x="47" y="73"/>
                      </a:cubicBezTo>
                      <a:cubicBezTo>
                        <a:pt x="47" y="72"/>
                        <a:pt x="47" y="72"/>
                        <a:pt x="47" y="71"/>
                      </a:cubicBezTo>
                      <a:cubicBezTo>
                        <a:pt x="49" y="67"/>
                        <a:pt x="47" y="67"/>
                        <a:pt x="53" y="64"/>
                      </a:cubicBezTo>
                      <a:cubicBezTo>
                        <a:pt x="55" y="64"/>
                        <a:pt x="60" y="60"/>
                        <a:pt x="60" y="58"/>
                      </a:cubicBezTo>
                      <a:cubicBezTo>
                        <a:pt x="60" y="55"/>
                        <a:pt x="60" y="55"/>
                        <a:pt x="60" y="55"/>
                      </a:cubicBezTo>
                      <a:cubicBezTo>
                        <a:pt x="60" y="53"/>
                        <a:pt x="56" y="51"/>
                        <a:pt x="53" y="52"/>
                      </a:cubicBezTo>
                      <a:cubicBezTo>
                        <a:pt x="47" y="52"/>
                        <a:pt x="47" y="52"/>
                        <a:pt x="47" y="52"/>
                      </a:cubicBezTo>
                      <a:cubicBezTo>
                        <a:pt x="46" y="52"/>
                        <a:pt x="45" y="51"/>
                        <a:pt x="44" y="50"/>
                      </a:cubicBezTo>
                      <a:cubicBezTo>
                        <a:pt x="44" y="47"/>
                        <a:pt x="44" y="47"/>
                        <a:pt x="44" y="47"/>
                      </a:cubicBezTo>
                      <a:cubicBezTo>
                        <a:pt x="44" y="44"/>
                        <a:pt x="47" y="41"/>
                        <a:pt x="48" y="38"/>
                      </a:cubicBezTo>
                      <a:cubicBezTo>
                        <a:pt x="49" y="34"/>
                        <a:pt x="50" y="33"/>
                        <a:pt x="53" y="30"/>
                      </a:cubicBezTo>
                      <a:cubicBezTo>
                        <a:pt x="56" y="27"/>
                        <a:pt x="66" y="22"/>
                        <a:pt x="66" y="17"/>
                      </a:cubicBezTo>
                      <a:cubicBezTo>
                        <a:pt x="66" y="14"/>
                        <a:pt x="66" y="14"/>
                        <a:pt x="66" y="14"/>
                      </a:cubicBezTo>
                      <a:cubicBezTo>
                        <a:pt x="66" y="13"/>
                        <a:pt x="66" y="13"/>
                        <a:pt x="66" y="13"/>
                      </a:cubicBezTo>
                      <a:cubicBezTo>
                        <a:pt x="65" y="10"/>
                        <a:pt x="62" y="0"/>
                        <a:pt x="58" y="0"/>
                      </a:cubicBezTo>
                      <a:cubicBezTo>
                        <a:pt x="57" y="0"/>
                        <a:pt x="57" y="0"/>
                        <a:pt x="56" y="1"/>
                      </a:cubicBezTo>
                      <a:cubicBezTo>
                        <a:pt x="56" y="3"/>
                        <a:pt x="55" y="3"/>
                        <a:pt x="55" y="5"/>
                      </a:cubicBezTo>
                      <a:cubicBezTo>
                        <a:pt x="55" y="7"/>
                        <a:pt x="55" y="7"/>
                        <a:pt x="55" y="7"/>
                      </a:cubicBezTo>
                      <a:cubicBezTo>
                        <a:pt x="55" y="11"/>
                        <a:pt x="53" y="15"/>
                        <a:pt x="51" y="18"/>
                      </a:cubicBezTo>
                      <a:cubicBezTo>
                        <a:pt x="50" y="18"/>
                        <a:pt x="50" y="18"/>
                        <a:pt x="50" y="18"/>
                      </a:cubicBezTo>
                      <a:cubicBezTo>
                        <a:pt x="48" y="18"/>
                        <a:pt x="48" y="18"/>
                        <a:pt x="47" y="19"/>
                      </a:cubicBezTo>
                      <a:cubicBezTo>
                        <a:pt x="42" y="15"/>
                        <a:pt x="42" y="15"/>
                        <a:pt x="42" y="15"/>
                      </a:cubicBezTo>
                      <a:cubicBezTo>
                        <a:pt x="41" y="15"/>
                        <a:pt x="41" y="15"/>
                        <a:pt x="41" y="15"/>
                      </a:cubicBezTo>
                      <a:cubicBezTo>
                        <a:pt x="40" y="15"/>
                        <a:pt x="40" y="15"/>
                        <a:pt x="40" y="15"/>
                      </a:cubicBezTo>
                      <a:cubicBezTo>
                        <a:pt x="39" y="15"/>
                        <a:pt x="38" y="16"/>
                        <a:pt x="38" y="17"/>
                      </a:cubicBezTo>
                      <a:cubicBezTo>
                        <a:pt x="38" y="19"/>
                        <a:pt x="41" y="22"/>
                        <a:pt x="41" y="26"/>
                      </a:cubicBezTo>
                      <a:cubicBezTo>
                        <a:pt x="41" y="29"/>
                        <a:pt x="41" y="29"/>
                        <a:pt x="41" y="29"/>
                      </a:cubicBezTo>
                      <a:cubicBezTo>
                        <a:pt x="41" y="30"/>
                        <a:pt x="41" y="30"/>
                        <a:pt x="41" y="30"/>
                      </a:cubicBezTo>
                      <a:cubicBezTo>
                        <a:pt x="38" y="33"/>
                        <a:pt x="38" y="33"/>
                        <a:pt x="38" y="33"/>
                      </a:cubicBezTo>
                      <a:cubicBezTo>
                        <a:pt x="37" y="33"/>
                        <a:pt x="37" y="33"/>
                        <a:pt x="37" y="33"/>
                      </a:cubicBezTo>
                      <a:cubicBezTo>
                        <a:pt x="35" y="33"/>
                        <a:pt x="35" y="34"/>
                        <a:pt x="34" y="34"/>
                      </a:cubicBezTo>
                      <a:cubicBezTo>
                        <a:pt x="32" y="33"/>
                        <a:pt x="31" y="31"/>
                        <a:pt x="30" y="29"/>
                      </a:cubicBezTo>
                      <a:cubicBezTo>
                        <a:pt x="24" y="29"/>
                        <a:pt x="30" y="41"/>
                        <a:pt x="19" y="45"/>
                      </a:cubicBezTo>
                      <a:cubicBezTo>
                        <a:pt x="16" y="46"/>
                        <a:pt x="12" y="48"/>
                        <a:pt x="9" y="50"/>
                      </a:cubicBezTo>
                      <a:cubicBezTo>
                        <a:pt x="6" y="51"/>
                        <a:pt x="1" y="53"/>
                        <a:pt x="0" y="55"/>
                      </a:cubicBezTo>
                      <a:cubicBezTo>
                        <a:pt x="1" y="58"/>
                        <a:pt x="1" y="57"/>
                        <a:pt x="4" y="59"/>
                      </a:cubicBezTo>
                      <a:cubicBezTo>
                        <a:pt x="6" y="59"/>
                        <a:pt x="6" y="59"/>
                        <a:pt x="6" y="59"/>
                      </a:cubicBezTo>
                      <a:cubicBezTo>
                        <a:pt x="10" y="59"/>
                        <a:pt x="20" y="51"/>
                        <a:pt x="23" y="51"/>
                      </a:cubicBezTo>
                      <a:cubicBezTo>
                        <a:pt x="25" y="51"/>
                        <a:pt x="24" y="51"/>
                        <a:pt x="27" y="52"/>
                      </a:cubicBezTo>
                      <a:cubicBezTo>
                        <a:pt x="29" y="54"/>
                        <a:pt x="29" y="55"/>
                        <a:pt x="30" y="58"/>
                      </a:cubicBezTo>
                      <a:cubicBezTo>
                        <a:pt x="30" y="59"/>
                        <a:pt x="30" y="59"/>
                        <a:pt x="30" y="59"/>
                      </a:cubicBezTo>
                      <a:cubicBezTo>
                        <a:pt x="30" y="62"/>
                        <a:pt x="28" y="64"/>
                        <a:pt x="26" y="65"/>
                      </a:cubicBezTo>
                      <a:cubicBezTo>
                        <a:pt x="21" y="64"/>
                        <a:pt x="21" y="64"/>
                        <a:pt x="21" y="64"/>
                      </a:cubicBezTo>
                      <a:cubicBezTo>
                        <a:pt x="20" y="64"/>
                        <a:pt x="20" y="64"/>
                        <a:pt x="19" y="64"/>
                      </a:cubicBezTo>
                      <a:cubicBezTo>
                        <a:pt x="18" y="64"/>
                        <a:pt x="18" y="64"/>
                        <a:pt x="18" y="64"/>
                      </a:cubicBezTo>
                      <a:cubicBezTo>
                        <a:pt x="16" y="67"/>
                        <a:pt x="16" y="67"/>
                        <a:pt x="16" y="67"/>
                      </a:cubicBezTo>
                      <a:cubicBezTo>
                        <a:pt x="16" y="68"/>
                        <a:pt x="16" y="68"/>
                        <a:pt x="16" y="68"/>
                      </a:cubicBezTo>
                      <a:cubicBezTo>
                        <a:pt x="16" y="72"/>
                        <a:pt x="16" y="72"/>
                        <a:pt x="16" y="72"/>
                      </a:cubicBezTo>
                      <a:cubicBezTo>
                        <a:pt x="16" y="78"/>
                        <a:pt x="13" y="85"/>
                        <a:pt x="11" y="90"/>
                      </a:cubicBezTo>
                      <a:cubicBezTo>
                        <a:pt x="9" y="94"/>
                        <a:pt x="3" y="100"/>
                        <a:pt x="3" y="105"/>
                      </a:cubicBezTo>
                      <a:cubicBezTo>
                        <a:pt x="3" y="106"/>
                        <a:pt x="4" y="109"/>
                        <a:pt x="5" y="110"/>
                      </a:cubicBezTo>
                      <a:cubicBezTo>
                        <a:pt x="6" y="110"/>
                        <a:pt x="6" y="110"/>
                        <a:pt x="6" y="110"/>
                      </a:cubicBezTo>
                      <a:cubicBezTo>
                        <a:pt x="7" y="110"/>
                        <a:pt x="7" y="110"/>
                        <a:pt x="7" y="110"/>
                      </a:cubicBezTo>
                      <a:cubicBezTo>
                        <a:pt x="9" y="110"/>
                        <a:pt x="8" y="110"/>
                        <a:pt x="9" y="111"/>
                      </a:cubicBezTo>
                      <a:cubicBezTo>
                        <a:pt x="11" y="109"/>
                        <a:pt x="15" y="101"/>
                        <a:pt x="15" y="98"/>
                      </a:cubicBezTo>
                      <a:cubicBezTo>
                        <a:pt x="17" y="94"/>
                        <a:pt x="20" y="89"/>
                        <a:pt x="24" y="89"/>
                      </a:cubicBezTo>
                      <a:cubicBezTo>
                        <a:pt x="25" y="89"/>
                        <a:pt x="25" y="89"/>
                        <a:pt x="26" y="88"/>
                      </a:cubicBezTo>
                      <a:cubicBezTo>
                        <a:pt x="28" y="90"/>
                        <a:pt x="32" y="90"/>
                        <a:pt x="32" y="93"/>
                      </a:cubicBezTo>
                      <a:cubicBezTo>
                        <a:pt x="32" y="94"/>
                        <a:pt x="32" y="94"/>
                        <a:pt x="32" y="94"/>
                      </a:cubicBezTo>
                      <a:cubicBezTo>
                        <a:pt x="32" y="96"/>
                        <a:pt x="32" y="96"/>
                        <a:pt x="32" y="96"/>
                      </a:cubicBezTo>
                      <a:cubicBezTo>
                        <a:pt x="28" y="102"/>
                        <a:pt x="25" y="101"/>
                        <a:pt x="23" y="104"/>
                      </a:cubicBezTo>
                      <a:cubicBezTo>
                        <a:pt x="26" y="109"/>
                        <a:pt x="27" y="108"/>
                        <a:pt x="29" y="113"/>
                      </a:cubicBezTo>
                      <a:cubicBezTo>
                        <a:pt x="29" y="114"/>
                        <a:pt x="29" y="114"/>
                        <a:pt x="29" y="114"/>
                      </a:cubicBezTo>
                      <a:cubicBezTo>
                        <a:pt x="29" y="115"/>
                        <a:pt x="29" y="115"/>
                        <a:pt x="29" y="115"/>
                      </a:cubicBezTo>
                      <a:cubicBezTo>
                        <a:pt x="29" y="116"/>
                        <a:pt x="29" y="116"/>
                        <a:pt x="29" y="116"/>
                      </a:cubicBezTo>
                      <a:cubicBezTo>
                        <a:pt x="28" y="119"/>
                        <a:pt x="26" y="123"/>
                        <a:pt x="22" y="122"/>
                      </a:cubicBezTo>
                      <a:cubicBezTo>
                        <a:pt x="15" y="122"/>
                        <a:pt x="15" y="122"/>
                        <a:pt x="15" y="122"/>
                      </a:cubicBezTo>
                      <a:cubicBezTo>
                        <a:pt x="14" y="122"/>
                        <a:pt x="11" y="124"/>
                        <a:pt x="10" y="124"/>
                      </a:cubicBezTo>
                      <a:cubicBezTo>
                        <a:pt x="13" y="127"/>
                        <a:pt x="23" y="129"/>
                        <a:pt x="23" y="133"/>
                      </a:cubicBezTo>
                      <a:cubicBezTo>
                        <a:pt x="23" y="137"/>
                        <a:pt x="18" y="142"/>
                        <a:pt x="15" y="144"/>
                      </a:cubicBezTo>
                      <a:cubicBezTo>
                        <a:pt x="15" y="150"/>
                        <a:pt x="15" y="150"/>
                        <a:pt x="15" y="150"/>
                      </a:cubicBezTo>
                      <a:cubicBezTo>
                        <a:pt x="17" y="150"/>
                        <a:pt x="17" y="150"/>
                        <a:pt x="17" y="150"/>
                      </a:cubicBezTo>
                      <a:cubicBezTo>
                        <a:pt x="20" y="150"/>
                        <a:pt x="27" y="141"/>
                        <a:pt x="29" y="139"/>
                      </a:cubicBezTo>
                      <a:cubicBezTo>
                        <a:pt x="33" y="135"/>
                        <a:pt x="34" y="129"/>
                        <a:pt x="38" y="12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48" name="iSļïḑé"/>
                <p:cNvSpPr/>
                <p:nvPr/>
              </p:nvSpPr>
              <p:spPr bwMode="auto">
                <a:xfrm>
                  <a:off x="4422776" y="3106738"/>
                  <a:ext cx="412750" cy="596900"/>
                </a:xfrm>
                <a:custGeom>
                  <a:avLst/>
                  <a:gdLst>
                    <a:gd name="T0" fmla="*/ 63 w 125"/>
                    <a:gd name="T1" fmla="*/ 83 h 179"/>
                    <a:gd name="T2" fmla="*/ 69 w 125"/>
                    <a:gd name="T3" fmla="*/ 84 h 179"/>
                    <a:gd name="T4" fmla="*/ 71 w 125"/>
                    <a:gd name="T5" fmla="*/ 95 h 179"/>
                    <a:gd name="T6" fmla="*/ 56 w 125"/>
                    <a:gd name="T7" fmla="*/ 91 h 179"/>
                    <a:gd name="T8" fmla="*/ 77 w 125"/>
                    <a:gd name="T9" fmla="*/ 77 h 179"/>
                    <a:gd name="T10" fmla="*/ 90 w 125"/>
                    <a:gd name="T11" fmla="*/ 82 h 179"/>
                    <a:gd name="T12" fmla="*/ 93 w 125"/>
                    <a:gd name="T13" fmla="*/ 96 h 179"/>
                    <a:gd name="T14" fmla="*/ 88 w 125"/>
                    <a:gd name="T15" fmla="*/ 106 h 179"/>
                    <a:gd name="T16" fmla="*/ 75 w 125"/>
                    <a:gd name="T17" fmla="*/ 89 h 179"/>
                    <a:gd name="T18" fmla="*/ 91 w 125"/>
                    <a:gd name="T19" fmla="*/ 29 h 179"/>
                    <a:gd name="T20" fmla="*/ 95 w 125"/>
                    <a:gd name="T21" fmla="*/ 4 h 179"/>
                    <a:gd name="T22" fmla="*/ 92 w 125"/>
                    <a:gd name="T23" fmla="*/ 0 h 179"/>
                    <a:gd name="T24" fmla="*/ 86 w 125"/>
                    <a:gd name="T25" fmla="*/ 0 h 179"/>
                    <a:gd name="T26" fmla="*/ 80 w 125"/>
                    <a:gd name="T27" fmla="*/ 7 h 179"/>
                    <a:gd name="T28" fmla="*/ 83 w 125"/>
                    <a:gd name="T29" fmla="*/ 30 h 179"/>
                    <a:gd name="T30" fmla="*/ 86 w 125"/>
                    <a:gd name="T31" fmla="*/ 50 h 179"/>
                    <a:gd name="T32" fmla="*/ 46 w 125"/>
                    <a:gd name="T33" fmla="*/ 84 h 179"/>
                    <a:gd name="T34" fmla="*/ 0 w 125"/>
                    <a:gd name="T35" fmla="*/ 99 h 179"/>
                    <a:gd name="T36" fmla="*/ 13 w 125"/>
                    <a:gd name="T37" fmla="*/ 108 h 179"/>
                    <a:gd name="T38" fmla="*/ 30 w 125"/>
                    <a:gd name="T39" fmla="*/ 100 h 179"/>
                    <a:gd name="T40" fmla="*/ 47 w 125"/>
                    <a:gd name="T41" fmla="*/ 92 h 179"/>
                    <a:gd name="T42" fmla="*/ 51 w 125"/>
                    <a:gd name="T43" fmla="*/ 109 h 179"/>
                    <a:gd name="T44" fmla="*/ 50 w 125"/>
                    <a:gd name="T45" fmla="*/ 118 h 179"/>
                    <a:gd name="T46" fmla="*/ 54 w 125"/>
                    <a:gd name="T47" fmla="*/ 125 h 179"/>
                    <a:gd name="T48" fmla="*/ 62 w 125"/>
                    <a:gd name="T49" fmla="*/ 119 h 179"/>
                    <a:gd name="T50" fmla="*/ 62 w 125"/>
                    <a:gd name="T51" fmla="*/ 113 h 179"/>
                    <a:gd name="T52" fmla="*/ 78 w 125"/>
                    <a:gd name="T53" fmla="*/ 111 h 179"/>
                    <a:gd name="T54" fmla="*/ 78 w 125"/>
                    <a:gd name="T55" fmla="*/ 113 h 179"/>
                    <a:gd name="T56" fmla="*/ 78 w 125"/>
                    <a:gd name="T57" fmla="*/ 118 h 179"/>
                    <a:gd name="T58" fmla="*/ 46 w 125"/>
                    <a:gd name="T59" fmla="*/ 147 h 179"/>
                    <a:gd name="T60" fmla="*/ 28 w 125"/>
                    <a:gd name="T61" fmla="*/ 158 h 179"/>
                    <a:gd name="T62" fmla="*/ 1 w 125"/>
                    <a:gd name="T63" fmla="*/ 170 h 179"/>
                    <a:gd name="T64" fmla="*/ 14 w 125"/>
                    <a:gd name="T65" fmla="*/ 178 h 179"/>
                    <a:gd name="T66" fmla="*/ 20 w 125"/>
                    <a:gd name="T67" fmla="*/ 179 h 179"/>
                    <a:gd name="T68" fmla="*/ 22 w 125"/>
                    <a:gd name="T69" fmla="*/ 179 h 179"/>
                    <a:gd name="T70" fmla="*/ 38 w 125"/>
                    <a:gd name="T71" fmla="*/ 169 h 179"/>
                    <a:gd name="T72" fmla="*/ 61 w 125"/>
                    <a:gd name="T73" fmla="*/ 150 h 179"/>
                    <a:gd name="T74" fmla="*/ 79 w 125"/>
                    <a:gd name="T75" fmla="*/ 135 h 179"/>
                    <a:gd name="T76" fmla="*/ 96 w 125"/>
                    <a:gd name="T77" fmla="*/ 119 h 179"/>
                    <a:gd name="T78" fmla="*/ 106 w 125"/>
                    <a:gd name="T79" fmla="*/ 149 h 179"/>
                    <a:gd name="T80" fmla="*/ 125 w 125"/>
                    <a:gd name="T81" fmla="*/ 152 h 179"/>
                    <a:gd name="T82" fmla="*/ 116 w 125"/>
                    <a:gd name="T83" fmla="*/ 120 h 179"/>
                    <a:gd name="T84" fmla="*/ 115 w 125"/>
                    <a:gd name="T85" fmla="*/ 125 h 179"/>
                    <a:gd name="T86" fmla="*/ 109 w 125"/>
                    <a:gd name="T87" fmla="*/ 129 h 179"/>
                    <a:gd name="T88" fmla="*/ 97 w 125"/>
                    <a:gd name="T89" fmla="*/ 92 h 179"/>
                    <a:gd name="T90" fmla="*/ 94 w 125"/>
                    <a:gd name="T91" fmla="*/ 76 h 179"/>
                    <a:gd name="T92" fmla="*/ 110 w 125"/>
                    <a:gd name="T93" fmla="*/ 60 h 179"/>
                    <a:gd name="T94" fmla="*/ 105 w 125"/>
                    <a:gd name="T95" fmla="*/ 57 h 179"/>
                    <a:gd name="T96" fmla="*/ 101 w 125"/>
                    <a:gd name="T97" fmla="*/ 59 h 179"/>
                    <a:gd name="T98" fmla="*/ 91 w 125"/>
                    <a:gd name="T99" fmla="*/ 54 h 179"/>
                    <a:gd name="T100" fmla="*/ 91 w 125"/>
                    <a:gd name="T101" fmla="*/ 29 h 1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125" h="179">
                      <a:moveTo>
                        <a:pt x="56" y="91"/>
                      </a:moveTo>
                      <a:cubicBezTo>
                        <a:pt x="56" y="87"/>
                        <a:pt x="60" y="85"/>
                        <a:pt x="63" y="83"/>
                      </a:cubicBezTo>
                      <a:cubicBezTo>
                        <a:pt x="64" y="83"/>
                        <a:pt x="64" y="83"/>
                        <a:pt x="64" y="83"/>
                      </a:cubicBezTo>
                      <a:cubicBezTo>
                        <a:pt x="67" y="83"/>
                        <a:pt x="67" y="84"/>
                        <a:pt x="69" y="84"/>
                      </a:cubicBezTo>
                      <a:cubicBezTo>
                        <a:pt x="71" y="94"/>
                        <a:pt x="71" y="94"/>
                        <a:pt x="71" y="94"/>
                      </a:cubicBezTo>
                      <a:cubicBezTo>
                        <a:pt x="71" y="95"/>
                        <a:pt x="71" y="95"/>
                        <a:pt x="71" y="95"/>
                      </a:cubicBezTo>
                      <a:cubicBezTo>
                        <a:pt x="68" y="100"/>
                        <a:pt x="68" y="99"/>
                        <a:pt x="63" y="101"/>
                      </a:cubicBezTo>
                      <a:cubicBezTo>
                        <a:pt x="61" y="99"/>
                        <a:pt x="56" y="95"/>
                        <a:pt x="56" y="91"/>
                      </a:cubicBezTo>
                      <a:close/>
                      <a:moveTo>
                        <a:pt x="72" y="83"/>
                      </a:moveTo>
                      <a:cubicBezTo>
                        <a:pt x="74" y="79"/>
                        <a:pt x="73" y="79"/>
                        <a:pt x="77" y="77"/>
                      </a:cubicBezTo>
                      <a:cubicBezTo>
                        <a:pt x="79" y="75"/>
                        <a:pt x="82" y="75"/>
                        <a:pt x="83" y="73"/>
                      </a:cubicBezTo>
                      <a:cubicBezTo>
                        <a:pt x="88" y="76"/>
                        <a:pt x="89" y="76"/>
                        <a:pt x="90" y="82"/>
                      </a:cubicBezTo>
                      <a:cubicBezTo>
                        <a:pt x="92" y="95"/>
                        <a:pt x="92" y="95"/>
                        <a:pt x="92" y="95"/>
                      </a:cubicBezTo>
                      <a:cubicBezTo>
                        <a:pt x="93" y="96"/>
                        <a:pt x="93" y="96"/>
                        <a:pt x="93" y="96"/>
                      </a:cubicBezTo>
                      <a:cubicBezTo>
                        <a:pt x="94" y="99"/>
                        <a:pt x="94" y="99"/>
                        <a:pt x="94" y="99"/>
                      </a:cubicBezTo>
                      <a:cubicBezTo>
                        <a:pt x="91" y="105"/>
                        <a:pt x="93" y="103"/>
                        <a:pt x="88" y="106"/>
                      </a:cubicBezTo>
                      <a:cubicBezTo>
                        <a:pt x="83" y="101"/>
                        <a:pt x="82" y="101"/>
                        <a:pt x="79" y="95"/>
                      </a:cubicBezTo>
                      <a:cubicBezTo>
                        <a:pt x="77" y="93"/>
                        <a:pt x="77" y="91"/>
                        <a:pt x="75" y="89"/>
                      </a:cubicBezTo>
                      <a:cubicBezTo>
                        <a:pt x="73" y="87"/>
                        <a:pt x="73" y="86"/>
                        <a:pt x="72" y="83"/>
                      </a:cubicBezTo>
                      <a:close/>
                      <a:moveTo>
                        <a:pt x="91" y="29"/>
                      </a:moveTo>
                      <a:cubicBezTo>
                        <a:pt x="91" y="22"/>
                        <a:pt x="95" y="12"/>
                        <a:pt x="95" y="4"/>
                      </a:cubicBezTo>
                      <a:cubicBezTo>
                        <a:pt x="95" y="4"/>
                        <a:pt x="95" y="4"/>
                        <a:pt x="95" y="4"/>
                      </a:cubicBezTo>
                      <a:cubicBezTo>
                        <a:pt x="95" y="3"/>
                        <a:pt x="95" y="3"/>
                        <a:pt x="95" y="3"/>
                      </a:cubicBezTo>
                      <a:cubicBezTo>
                        <a:pt x="93" y="0"/>
                        <a:pt x="95" y="1"/>
                        <a:pt x="92" y="0"/>
                      </a:cubicBezTo>
                      <a:cubicBezTo>
                        <a:pt x="91" y="0"/>
                        <a:pt x="91" y="0"/>
                        <a:pt x="91" y="0"/>
                      </a:cubicBezTo>
                      <a:cubicBezTo>
                        <a:pt x="86" y="0"/>
                        <a:pt x="86" y="0"/>
                        <a:pt x="86" y="0"/>
                      </a:cubicBezTo>
                      <a:cubicBezTo>
                        <a:pt x="85" y="0"/>
                        <a:pt x="85" y="0"/>
                        <a:pt x="85" y="0"/>
                      </a:cubicBezTo>
                      <a:cubicBezTo>
                        <a:pt x="82" y="1"/>
                        <a:pt x="80" y="4"/>
                        <a:pt x="80" y="7"/>
                      </a:cubicBezTo>
                      <a:cubicBezTo>
                        <a:pt x="83" y="30"/>
                        <a:pt x="83" y="30"/>
                        <a:pt x="83" y="30"/>
                      </a:cubicBezTo>
                      <a:cubicBezTo>
                        <a:pt x="83" y="30"/>
                        <a:pt x="83" y="30"/>
                        <a:pt x="83" y="30"/>
                      </a:cubicBezTo>
                      <a:cubicBezTo>
                        <a:pt x="83" y="38"/>
                        <a:pt x="86" y="44"/>
                        <a:pt x="86" y="49"/>
                      </a:cubicBezTo>
                      <a:cubicBezTo>
                        <a:pt x="86" y="50"/>
                        <a:pt x="86" y="50"/>
                        <a:pt x="86" y="50"/>
                      </a:cubicBezTo>
                      <a:cubicBezTo>
                        <a:pt x="87" y="62"/>
                        <a:pt x="87" y="62"/>
                        <a:pt x="87" y="62"/>
                      </a:cubicBezTo>
                      <a:cubicBezTo>
                        <a:pt x="87" y="68"/>
                        <a:pt x="52" y="81"/>
                        <a:pt x="46" y="84"/>
                      </a:cubicBezTo>
                      <a:cubicBezTo>
                        <a:pt x="39" y="87"/>
                        <a:pt x="31" y="89"/>
                        <a:pt x="23" y="92"/>
                      </a:cubicBezTo>
                      <a:cubicBezTo>
                        <a:pt x="20" y="94"/>
                        <a:pt x="0" y="96"/>
                        <a:pt x="0" y="99"/>
                      </a:cubicBezTo>
                      <a:cubicBezTo>
                        <a:pt x="0" y="101"/>
                        <a:pt x="9" y="108"/>
                        <a:pt x="11" y="108"/>
                      </a:cubicBezTo>
                      <a:cubicBezTo>
                        <a:pt x="13" y="108"/>
                        <a:pt x="13" y="108"/>
                        <a:pt x="13" y="108"/>
                      </a:cubicBezTo>
                      <a:cubicBezTo>
                        <a:pt x="14" y="108"/>
                        <a:pt x="14" y="108"/>
                        <a:pt x="14" y="108"/>
                      </a:cubicBezTo>
                      <a:cubicBezTo>
                        <a:pt x="20" y="105"/>
                        <a:pt x="24" y="103"/>
                        <a:pt x="30" y="100"/>
                      </a:cubicBezTo>
                      <a:cubicBezTo>
                        <a:pt x="34" y="98"/>
                        <a:pt x="41" y="93"/>
                        <a:pt x="45" y="93"/>
                      </a:cubicBezTo>
                      <a:cubicBezTo>
                        <a:pt x="46" y="93"/>
                        <a:pt x="46" y="93"/>
                        <a:pt x="47" y="92"/>
                      </a:cubicBezTo>
                      <a:cubicBezTo>
                        <a:pt x="49" y="94"/>
                        <a:pt x="52" y="96"/>
                        <a:pt x="51" y="101"/>
                      </a:cubicBezTo>
                      <a:cubicBezTo>
                        <a:pt x="51" y="109"/>
                        <a:pt x="51" y="109"/>
                        <a:pt x="51" y="109"/>
                      </a:cubicBezTo>
                      <a:cubicBezTo>
                        <a:pt x="51" y="110"/>
                        <a:pt x="51" y="110"/>
                        <a:pt x="51" y="110"/>
                      </a:cubicBezTo>
                      <a:cubicBezTo>
                        <a:pt x="50" y="118"/>
                        <a:pt x="50" y="118"/>
                        <a:pt x="50" y="118"/>
                      </a:cubicBezTo>
                      <a:cubicBezTo>
                        <a:pt x="50" y="119"/>
                        <a:pt x="50" y="119"/>
                        <a:pt x="50" y="120"/>
                      </a:cubicBezTo>
                      <a:cubicBezTo>
                        <a:pt x="51" y="123"/>
                        <a:pt x="51" y="123"/>
                        <a:pt x="54" y="125"/>
                      </a:cubicBezTo>
                      <a:cubicBezTo>
                        <a:pt x="56" y="125"/>
                        <a:pt x="56" y="125"/>
                        <a:pt x="56" y="125"/>
                      </a:cubicBezTo>
                      <a:cubicBezTo>
                        <a:pt x="59" y="125"/>
                        <a:pt x="60" y="121"/>
                        <a:pt x="62" y="119"/>
                      </a:cubicBezTo>
                      <a:cubicBezTo>
                        <a:pt x="62" y="118"/>
                        <a:pt x="62" y="118"/>
                        <a:pt x="62" y="118"/>
                      </a:cubicBezTo>
                      <a:cubicBezTo>
                        <a:pt x="62" y="113"/>
                        <a:pt x="62" y="113"/>
                        <a:pt x="62" y="113"/>
                      </a:cubicBezTo>
                      <a:cubicBezTo>
                        <a:pt x="63" y="110"/>
                        <a:pt x="68" y="106"/>
                        <a:pt x="71" y="106"/>
                      </a:cubicBezTo>
                      <a:cubicBezTo>
                        <a:pt x="75" y="106"/>
                        <a:pt x="77" y="109"/>
                        <a:pt x="78" y="111"/>
                      </a:cubicBezTo>
                      <a:cubicBezTo>
                        <a:pt x="78" y="112"/>
                        <a:pt x="78" y="112"/>
                        <a:pt x="78" y="112"/>
                      </a:cubicBezTo>
                      <a:cubicBezTo>
                        <a:pt x="78" y="113"/>
                        <a:pt x="78" y="113"/>
                        <a:pt x="78" y="113"/>
                      </a:cubicBezTo>
                      <a:cubicBezTo>
                        <a:pt x="78" y="115"/>
                        <a:pt x="78" y="115"/>
                        <a:pt x="79" y="116"/>
                      </a:cubicBezTo>
                      <a:cubicBezTo>
                        <a:pt x="78" y="117"/>
                        <a:pt x="78" y="117"/>
                        <a:pt x="78" y="118"/>
                      </a:cubicBezTo>
                      <a:cubicBezTo>
                        <a:pt x="78" y="119"/>
                        <a:pt x="78" y="119"/>
                        <a:pt x="78" y="119"/>
                      </a:cubicBezTo>
                      <a:cubicBezTo>
                        <a:pt x="72" y="130"/>
                        <a:pt x="57" y="140"/>
                        <a:pt x="46" y="147"/>
                      </a:cubicBezTo>
                      <a:cubicBezTo>
                        <a:pt x="44" y="148"/>
                        <a:pt x="40" y="151"/>
                        <a:pt x="37" y="152"/>
                      </a:cubicBezTo>
                      <a:cubicBezTo>
                        <a:pt x="35" y="153"/>
                        <a:pt x="29" y="157"/>
                        <a:pt x="28" y="158"/>
                      </a:cubicBezTo>
                      <a:cubicBezTo>
                        <a:pt x="25" y="161"/>
                        <a:pt x="12" y="165"/>
                        <a:pt x="6" y="165"/>
                      </a:cubicBezTo>
                      <a:cubicBezTo>
                        <a:pt x="4" y="165"/>
                        <a:pt x="2" y="168"/>
                        <a:pt x="1" y="170"/>
                      </a:cubicBezTo>
                      <a:cubicBezTo>
                        <a:pt x="4" y="171"/>
                        <a:pt x="4" y="173"/>
                        <a:pt x="7" y="175"/>
                      </a:cubicBezTo>
                      <a:cubicBezTo>
                        <a:pt x="10" y="176"/>
                        <a:pt x="12" y="176"/>
                        <a:pt x="14" y="178"/>
                      </a:cubicBezTo>
                      <a:cubicBezTo>
                        <a:pt x="18" y="179"/>
                        <a:pt x="18" y="179"/>
                        <a:pt x="18" y="179"/>
                      </a:cubicBezTo>
                      <a:cubicBezTo>
                        <a:pt x="20" y="179"/>
                        <a:pt x="18" y="179"/>
                        <a:pt x="20" y="179"/>
                      </a:cubicBezTo>
                      <a:cubicBezTo>
                        <a:pt x="21" y="179"/>
                        <a:pt x="21" y="179"/>
                        <a:pt x="21" y="179"/>
                      </a:cubicBezTo>
                      <a:cubicBezTo>
                        <a:pt x="22" y="179"/>
                        <a:pt x="22" y="179"/>
                        <a:pt x="22" y="179"/>
                      </a:cubicBezTo>
                      <a:cubicBezTo>
                        <a:pt x="26" y="177"/>
                        <a:pt x="30" y="175"/>
                        <a:pt x="33" y="173"/>
                      </a:cubicBezTo>
                      <a:cubicBezTo>
                        <a:pt x="35" y="171"/>
                        <a:pt x="36" y="170"/>
                        <a:pt x="38" y="169"/>
                      </a:cubicBezTo>
                      <a:cubicBezTo>
                        <a:pt x="39" y="168"/>
                        <a:pt x="43" y="166"/>
                        <a:pt x="43" y="166"/>
                      </a:cubicBezTo>
                      <a:cubicBezTo>
                        <a:pt x="49" y="160"/>
                        <a:pt x="55" y="156"/>
                        <a:pt x="61" y="150"/>
                      </a:cubicBezTo>
                      <a:cubicBezTo>
                        <a:pt x="64" y="148"/>
                        <a:pt x="67" y="145"/>
                        <a:pt x="70" y="143"/>
                      </a:cubicBezTo>
                      <a:cubicBezTo>
                        <a:pt x="73" y="140"/>
                        <a:pt x="76" y="137"/>
                        <a:pt x="79" y="135"/>
                      </a:cubicBezTo>
                      <a:cubicBezTo>
                        <a:pt x="82" y="132"/>
                        <a:pt x="85" y="130"/>
                        <a:pt x="87" y="127"/>
                      </a:cubicBezTo>
                      <a:cubicBezTo>
                        <a:pt x="90" y="124"/>
                        <a:pt x="91" y="119"/>
                        <a:pt x="96" y="119"/>
                      </a:cubicBezTo>
                      <a:cubicBezTo>
                        <a:pt x="98" y="119"/>
                        <a:pt x="100" y="126"/>
                        <a:pt x="100" y="128"/>
                      </a:cubicBezTo>
                      <a:cubicBezTo>
                        <a:pt x="100" y="132"/>
                        <a:pt x="105" y="145"/>
                        <a:pt x="106" y="149"/>
                      </a:cubicBezTo>
                      <a:cubicBezTo>
                        <a:pt x="108" y="155"/>
                        <a:pt x="111" y="165"/>
                        <a:pt x="118" y="165"/>
                      </a:cubicBezTo>
                      <a:cubicBezTo>
                        <a:pt x="119" y="163"/>
                        <a:pt x="125" y="161"/>
                        <a:pt x="125" y="152"/>
                      </a:cubicBezTo>
                      <a:cubicBezTo>
                        <a:pt x="125" y="143"/>
                        <a:pt x="120" y="120"/>
                        <a:pt x="117" y="116"/>
                      </a:cubicBezTo>
                      <a:cubicBezTo>
                        <a:pt x="117" y="118"/>
                        <a:pt x="116" y="118"/>
                        <a:pt x="116" y="120"/>
                      </a:cubicBezTo>
                      <a:cubicBezTo>
                        <a:pt x="116" y="123"/>
                        <a:pt x="115" y="121"/>
                        <a:pt x="115" y="124"/>
                      </a:cubicBezTo>
                      <a:cubicBezTo>
                        <a:pt x="115" y="125"/>
                        <a:pt x="115" y="125"/>
                        <a:pt x="115" y="125"/>
                      </a:cubicBezTo>
                      <a:cubicBezTo>
                        <a:pt x="115" y="126"/>
                        <a:pt x="114" y="129"/>
                        <a:pt x="112" y="129"/>
                      </a:cubicBezTo>
                      <a:cubicBezTo>
                        <a:pt x="109" y="129"/>
                        <a:pt x="109" y="129"/>
                        <a:pt x="109" y="129"/>
                      </a:cubicBezTo>
                      <a:cubicBezTo>
                        <a:pt x="105" y="129"/>
                        <a:pt x="102" y="110"/>
                        <a:pt x="100" y="105"/>
                      </a:cubicBezTo>
                      <a:cubicBezTo>
                        <a:pt x="98" y="101"/>
                        <a:pt x="98" y="97"/>
                        <a:pt x="97" y="92"/>
                      </a:cubicBezTo>
                      <a:cubicBezTo>
                        <a:pt x="96" y="87"/>
                        <a:pt x="94" y="86"/>
                        <a:pt x="94" y="79"/>
                      </a:cubicBezTo>
                      <a:cubicBezTo>
                        <a:pt x="94" y="76"/>
                        <a:pt x="94" y="76"/>
                        <a:pt x="94" y="76"/>
                      </a:cubicBezTo>
                      <a:cubicBezTo>
                        <a:pt x="94" y="65"/>
                        <a:pt x="110" y="67"/>
                        <a:pt x="110" y="61"/>
                      </a:cubicBezTo>
                      <a:cubicBezTo>
                        <a:pt x="110" y="60"/>
                        <a:pt x="110" y="60"/>
                        <a:pt x="110" y="60"/>
                      </a:cubicBezTo>
                      <a:cubicBezTo>
                        <a:pt x="110" y="58"/>
                        <a:pt x="109" y="57"/>
                        <a:pt x="108" y="57"/>
                      </a:cubicBezTo>
                      <a:cubicBezTo>
                        <a:pt x="105" y="57"/>
                        <a:pt x="105" y="57"/>
                        <a:pt x="105" y="57"/>
                      </a:cubicBezTo>
                      <a:cubicBezTo>
                        <a:pt x="104" y="57"/>
                        <a:pt x="104" y="57"/>
                        <a:pt x="104" y="57"/>
                      </a:cubicBezTo>
                      <a:cubicBezTo>
                        <a:pt x="103" y="58"/>
                        <a:pt x="102" y="59"/>
                        <a:pt x="101" y="59"/>
                      </a:cubicBezTo>
                      <a:cubicBezTo>
                        <a:pt x="99" y="60"/>
                        <a:pt x="99" y="59"/>
                        <a:pt x="97" y="60"/>
                      </a:cubicBezTo>
                      <a:cubicBezTo>
                        <a:pt x="95" y="59"/>
                        <a:pt x="91" y="56"/>
                        <a:pt x="91" y="54"/>
                      </a:cubicBezTo>
                      <a:cubicBezTo>
                        <a:pt x="91" y="41"/>
                        <a:pt x="91" y="41"/>
                        <a:pt x="91" y="41"/>
                      </a:cubicBezTo>
                      <a:lnTo>
                        <a:pt x="91" y="29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49" name="íšlïďè"/>
                <p:cNvSpPr/>
                <p:nvPr/>
              </p:nvSpPr>
              <p:spPr bwMode="auto">
                <a:xfrm>
                  <a:off x="5478463" y="3581400"/>
                  <a:ext cx="46038" cy="76200"/>
                </a:xfrm>
                <a:custGeom>
                  <a:avLst/>
                  <a:gdLst>
                    <a:gd name="T0" fmla="*/ 14 w 14"/>
                    <a:gd name="T1" fmla="*/ 15 h 23"/>
                    <a:gd name="T2" fmla="*/ 10 w 14"/>
                    <a:gd name="T3" fmla="*/ 6 h 23"/>
                    <a:gd name="T4" fmla="*/ 3 w 14"/>
                    <a:gd name="T5" fmla="*/ 0 h 23"/>
                    <a:gd name="T6" fmla="*/ 0 w 14"/>
                    <a:gd name="T7" fmla="*/ 3 h 23"/>
                    <a:gd name="T8" fmla="*/ 5 w 14"/>
                    <a:gd name="T9" fmla="*/ 11 h 23"/>
                    <a:gd name="T10" fmla="*/ 5 w 14"/>
                    <a:gd name="T11" fmla="*/ 12 h 23"/>
                    <a:gd name="T12" fmla="*/ 5 w 14"/>
                    <a:gd name="T13" fmla="*/ 14 h 23"/>
                    <a:gd name="T14" fmla="*/ 5 w 14"/>
                    <a:gd name="T15" fmla="*/ 15 h 23"/>
                    <a:gd name="T16" fmla="*/ 2 w 14"/>
                    <a:gd name="T17" fmla="*/ 19 h 23"/>
                    <a:gd name="T18" fmla="*/ 2 w 14"/>
                    <a:gd name="T19" fmla="*/ 22 h 23"/>
                    <a:gd name="T20" fmla="*/ 5 w 14"/>
                    <a:gd name="T21" fmla="*/ 23 h 23"/>
                    <a:gd name="T22" fmla="*/ 6 w 14"/>
                    <a:gd name="T23" fmla="*/ 23 h 23"/>
                    <a:gd name="T24" fmla="*/ 11 w 14"/>
                    <a:gd name="T25" fmla="*/ 20 h 23"/>
                    <a:gd name="T26" fmla="*/ 14 w 14"/>
                    <a:gd name="T27" fmla="*/ 15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4" h="23">
                      <a:moveTo>
                        <a:pt x="14" y="15"/>
                      </a:moveTo>
                      <a:cubicBezTo>
                        <a:pt x="14" y="11"/>
                        <a:pt x="12" y="9"/>
                        <a:pt x="10" y="6"/>
                      </a:cubicBezTo>
                      <a:cubicBezTo>
                        <a:pt x="8" y="5"/>
                        <a:pt x="3" y="1"/>
                        <a:pt x="3" y="0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5" y="12"/>
                        <a:pt x="5" y="12"/>
                        <a:pt x="5" y="12"/>
                      </a:cubicBez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5" y="15"/>
                        <a:pt x="5" y="15"/>
                        <a:pt x="5" y="15"/>
                      </a:cubicBezTo>
                      <a:cubicBezTo>
                        <a:pt x="2" y="19"/>
                        <a:pt x="2" y="19"/>
                        <a:pt x="2" y="19"/>
                      </a:cubicBezTo>
                      <a:cubicBezTo>
                        <a:pt x="2" y="22"/>
                        <a:pt x="2" y="22"/>
                        <a:pt x="2" y="22"/>
                      </a:cubicBezTo>
                      <a:cubicBezTo>
                        <a:pt x="5" y="23"/>
                        <a:pt x="5" y="23"/>
                        <a:pt x="5" y="23"/>
                      </a:cubicBezTo>
                      <a:cubicBezTo>
                        <a:pt x="6" y="23"/>
                        <a:pt x="6" y="23"/>
                        <a:pt x="6" y="23"/>
                      </a:cubicBezTo>
                      <a:cubicBezTo>
                        <a:pt x="7" y="23"/>
                        <a:pt x="11" y="21"/>
                        <a:pt x="11" y="20"/>
                      </a:cubicBezTo>
                      <a:cubicBezTo>
                        <a:pt x="13" y="19"/>
                        <a:pt x="13" y="17"/>
                        <a:pt x="14" y="1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50" name="işḷîḑe"/>
                <p:cNvSpPr/>
                <p:nvPr/>
              </p:nvSpPr>
              <p:spPr bwMode="auto">
                <a:xfrm>
                  <a:off x="6310313" y="3136900"/>
                  <a:ext cx="406400" cy="554038"/>
                </a:xfrm>
                <a:custGeom>
                  <a:avLst/>
                  <a:gdLst>
                    <a:gd name="T0" fmla="*/ 101 w 123"/>
                    <a:gd name="T1" fmla="*/ 9 h 166"/>
                    <a:gd name="T2" fmla="*/ 96 w 123"/>
                    <a:gd name="T3" fmla="*/ 0 h 166"/>
                    <a:gd name="T4" fmla="*/ 76 w 123"/>
                    <a:gd name="T5" fmla="*/ 23 h 166"/>
                    <a:gd name="T6" fmla="*/ 66 w 123"/>
                    <a:gd name="T7" fmla="*/ 20 h 166"/>
                    <a:gd name="T8" fmla="*/ 69 w 123"/>
                    <a:gd name="T9" fmla="*/ 29 h 166"/>
                    <a:gd name="T10" fmla="*/ 64 w 123"/>
                    <a:gd name="T11" fmla="*/ 38 h 166"/>
                    <a:gd name="T12" fmla="*/ 71 w 123"/>
                    <a:gd name="T13" fmla="*/ 37 h 166"/>
                    <a:gd name="T14" fmla="*/ 78 w 123"/>
                    <a:gd name="T15" fmla="*/ 38 h 166"/>
                    <a:gd name="T16" fmla="*/ 104 w 123"/>
                    <a:gd name="T17" fmla="*/ 37 h 166"/>
                    <a:gd name="T18" fmla="*/ 97 w 123"/>
                    <a:gd name="T19" fmla="*/ 43 h 166"/>
                    <a:gd name="T20" fmla="*/ 85 w 123"/>
                    <a:gd name="T21" fmla="*/ 56 h 166"/>
                    <a:gd name="T22" fmla="*/ 78 w 123"/>
                    <a:gd name="T23" fmla="*/ 67 h 166"/>
                    <a:gd name="T24" fmla="*/ 72 w 123"/>
                    <a:gd name="T25" fmla="*/ 62 h 166"/>
                    <a:gd name="T26" fmla="*/ 72 w 123"/>
                    <a:gd name="T27" fmla="*/ 48 h 166"/>
                    <a:gd name="T28" fmla="*/ 63 w 123"/>
                    <a:gd name="T29" fmla="*/ 57 h 166"/>
                    <a:gd name="T30" fmla="*/ 56 w 123"/>
                    <a:gd name="T31" fmla="*/ 57 h 166"/>
                    <a:gd name="T32" fmla="*/ 61 w 123"/>
                    <a:gd name="T33" fmla="*/ 66 h 166"/>
                    <a:gd name="T34" fmla="*/ 59 w 123"/>
                    <a:gd name="T35" fmla="*/ 70 h 166"/>
                    <a:gd name="T36" fmla="*/ 68 w 123"/>
                    <a:gd name="T37" fmla="*/ 74 h 166"/>
                    <a:gd name="T38" fmla="*/ 68 w 123"/>
                    <a:gd name="T39" fmla="*/ 78 h 166"/>
                    <a:gd name="T40" fmla="*/ 40 w 123"/>
                    <a:gd name="T41" fmla="*/ 92 h 166"/>
                    <a:gd name="T42" fmla="*/ 24 w 123"/>
                    <a:gd name="T43" fmla="*/ 99 h 166"/>
                    <a:gd name="T44" fmla="*/ 3 w 123"/>
                    <a:gd name="T45" fmla="*/ 105 h 166"/>
                    <a:gd name="T46" fmla="*/ 2 w 123"/>
                    <a:gd name="T47" fmla="*/ 112 h 166"/>
                    <a:gd name="T48" fmla="*/ 14 w 123"/>
                    <a:gd name="T49" fmla="*/ 120 h 166"/>
                    <a:gd name="T50" fmla="*/ 32 w 123"/>
                    <a:gd name="T51" fmla="*/ 108 h 166"/>
                    <a:gd name="T52" fmla="*/ 55 w 123"/>
                    <a:gd name="T53" fmla="*/ 93 h 166"/>
                    <a:gd name="T54" fmla="*/ 63 w 123"/>
                    <a:gd name="T55" fmla="*/ 89 h 166"/>
                    <a:gd name="T56" fmla="*/ 82 w 123"/>
                    <a:gd name="T57" fmla="*/ 83 h 166"/>
                    <a:gd name="T58" fmla="*/ 82 w 123"/>
                    <a:gd name="T59" fmla="*/ 86 h 166"/>
                    <a:gd name="T60" fmla="*/ 74 w 123"/>
                    <a:gd name="T61" fmla="*/ 97 h 166"/>
                    <a:gd name="T62" fmla="*/ 61 w 123"/>
                    <a:gd name="T63" fmla="*/ 107 h 166"/>
                    <a:gd name="T64" fmla="*/ 64 w 123"/>
                    <a:gd name="T65" fmla="*/ 118 h 166"/>
                    <a:gd name="T66" fmla="*/ 55 w 123"/>
                    <a:gd name="T67" fmla="*/ 126 h 166"/>
                    <a:gd name="T68" fmla="*/ 40 w 123"/>
                    <a:gd name="T69" fmla="*/ 129 h 166"/>
                    <a:gd name="T70" fmla="*/ 30 w 123"/>
                    <a:gd name="T71" fmla="*/ 130 h 166"/>
                    <a:gd name="T72" fmla="*/ 35 w 123"/>
                    <a:gd name="T73" fmla="*/ 141 h 166"/>
                    <a:gd name="T74" fmla="*/ 38 w 123"/>
                    <a:gd name="T75" fmla="*/ 141 h 166"/>
                    <a:gd name="T76" fmla="*/ 56 w 123"/>
                    <a:gd name="T77" fmla="*/ 133 h 166"/>
                    <a:gd name="T78" fmla="*/ 63 w 123"/>
                    <a:gd name="T79" fmla="*/ 141 h 166"/>
                    <a:gd name="T80" fmla="*/ 56 w 123"/>
                    <a:gd name="T81" fmla="*/ 154 h 166"/>
                    <a:gd name="T82" fmla="*/ 53 w 123"/>
                    <a:gd name="T83" fmla="*/ 154 h 166"/>
                    <a:gd name="T84" fmla="*/ 49 w 123"/>
                    <a:gd name="T85" fmla="*/ 154 h 166"/>
                    <a:gd name="T86" fmla="*/ 46 w 123"/>
                    <a:gd name="T87" fmla="*/ 156 h 166"/>
                    <a:gd name="T88" fmla="*/ 56 w 123"/>
                    <a:gd name="T89" fmla="*/ 166 h 166"/>
                    <a:gd name="T90" fmla="*/ 71 w 123"/>
                    <a:gd name="T91" fmla="*/ 160 h 166"/>
                    <a:gd name="T92" fmla="*/ 75 w 123"/>
                    <a:gd name="T93" fmla="*/ 146 h 166"/>
                    <a:gd name="T94" fmla="*/ 80 w 123"/>
                    <a:gd name="T95" fmla="*/ 124 h 166"/>
                    <a:gd name="T96" fmla="*/ 94 w 123"/>
                    <a:gd name="T97" fmla="*/ 120 h 166"/>
                    <a:gd name="T98" fmla="*/ 81 w 123"/>
                    <a:gd name="T99" fmla="*/ 117 h 166"/>
                    <a:gd name="T100" fmla="*/ 72 w 123"/>
                    <a:gd name="T101" fmla="*/ 107 h 166"/>
                    <a:gd name="T102" fmla="*/ 78 w 123"/>
                    <a:gd name="T103" fmla="*/ 96 h 166"/>
                    <a:gd name="T104" fmla="*/ 92 w 123"/>
                    <a:gd name="T105" fmla="*/ 89 h 166"/>
                    <a:gd name="T106" fmla="*/ 102 w 123"/>
                    <a:gd name="T107" fmla="*/ 78 h 166"/>
                    <a:gd name="T108" fmla="*/ 95 w 123"/>
                    <a:gd name="T109" fmla="*/ 61 h 166"/>
                    <a:gd name="T110" fmla="*/ 109 w 123"/>
                    <a:gd name="T111" fmla="*/ 48 h 166"/>
                    <a:gd name="T112" fmla="*/ 116 w 123"/>
                    <a:gd name="T113" fmla="*/ 42 h 166"/>
                    <a:gd name="T114" fmla="*/ 121 w 123"/>
                    <a:gd name="T115" fmla="*/ 32 h 166"/>
                    <a:gd name="T116" fmla="*/ 116 w 123"/>
                    <a:gd name="T117" fmla="*/ 17 h 166"/>
                    <a:gd name="T118" fmla="*/ 104 w 123"/>
                    <a:gd name="T119" fmla="*/ 20 h 166"/>
                    <a:gd name="T120" fmla="*/ 93 w 123"/>
                    <a:gd name="T121" fmla="*/ 21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123" h="166">
                      <a:moveTo>
                        <a:pt x="93" y="21"/>
                      </a:moveTo>
                      <a:cubicBezTo>
                        <a:pt x="94" y="14"/>
                        <a:pt x="98" y="14"/>
                        <a:pt x="101" y="9"/>
                      </a:cubicBezTo>
                      <a:cubicBezTo>
                        <a:pt x="101" y="8"/>
                        <a:pt x="101" y="8"/>
                        <a:pt x="101" y="8"/>
                      </a:cubicBezTo>
                      <a:cubicBezTo>
                        <a:pt x="101" y="5"/>
                        <a:pt x="97" y="1"/>
                        <a:pt x="96" y="0"/>
                      </a:cubicBezTo>
                      <a:cubicBezTo>
                        <a:pt x="89" y="3"/>
                        <a:pt x="91" y="6"/>
                        <a:pt x="88" y="13"/>
                      </a:cubicBezTo>
                      <a:cubicBezTo>
                        <a:pt x="85" y="17"/>
                        <a:pt x="82" y="23"/>
                        <a:pt x="76" y="23"/>
                      </a:cubicBezTo>
                      <a:cubicBezTo>
                        <a:pt x="75" y="23"/>
                        <a:pt x="70" y="18"/>
                        <a:pt x="67" y="17"/>
                      </a:cubicBezTo>
                      <a:cubicBezTo>
                        <a:pt x="66" y="20"/>
                        <a:pt x="66" y="20"/>
                        <a:pt x="66" y="20"/>
                      </a:cubicBezTo>
                      <a:cubicBezTo>
                        <a:pt x="67" y="23"/>
                        <a:pt x="69" y="24"/>
                        <a:pt x="69" y="28"/>
                      </a:cubicBezTo>
                      <a:cubicBezTo>
                        <a:pt x="69" y="29"/>
                        <a:pt x="69" y="29"/>
                        <a:pt x="69" y="29"/>
                      </a:cubicBezTo>
                      <a:cubicBezTo>
                        <a:pt x="69" y="29"/>
                        <a:pt x="63" y="36"/>
                        <a:pt x="62" y="37"/>
                      </a:cubicBezTo>
                      <a:cubicBezTo>
                        <a:pt x="63" y="38"/>
                        <a:pt x="61" y="38"/>
                        <a:pt x="64" y="38"/>
                      </a:cubicBezTo>
                      <a:cubicBezTo>
                        <a:pt x="64" y="38"/>
                        <a:pt x="64" y="38"/>
                        <a:pt x="64" y="38"/>
                      </a:cubicBezTo>
                      <a:cubicBezTo>
                        <a:pt x="71" y="37"/>
                        <a:pt x="71" y="37"/>
                        <a:pt x="71" y="37"/>
                      </a:cubicBezTo>
                      <a:cubicBezTo>
                        <a:pt x="74" y="37"/>
                        <a:pt x="74" y="38"/>
                        <a:pt x="78" y="38"/>
                      </a:cubicBezTo>
                      <a:cubicBezTo>
                        <a:pt x="78" y="38"/>
                        <a:pt x="78" y="38"/>
                        <a:pt x="78" y="38"/>
                      </a:cubicBezTo>
                      <a:cubicBezTo>
                        <a:pt x="79" y="38"/>
                        <a:pt x="84" y="33"/>
                        <a:pt x="91" y="32"/>
                      </a:cubicBezTo>
                      <a:cubicBezTo>
                        <a:pt x="96" y="31"/>
                        <a:pt x="104" y="30"/>
                        <a:pt x="104" y="37"/>
                      </a:cubicBezTo>
                      <a:cubicBezTo>
                        <a:pt x="104" y="39"/>
                        <a:pt x="102" y="41"/>
                        <a:pt x="101" y="43"/>
                      </a:cubicBezTo>
                      <a:cubicBezTo>
                        <a:pt x="98" y="43"/>
                        <a:pt x="99" y="43"/>
                        <a:pt x="97" y="43"/>
                      </a:cubicBezTo>
                      <a:cubicBezTo>
                        <a:pt x="96" y="43"/>
                        <a:pt x="93" y="42"/>
                        <a:pt x="92" y="41"/>
                      </a:cubicBezTo>
                      <a:cubicBezTo>
                        <a:pt x="85" y="46"/>
                        <a:pt x="88" y="49"/>
                        <a:pt x="85" y="56"/>
                      </a:cubicBezTo>
                      <a:cubicBezTo>
                        <a:pt x="84" y="57"/>
                        <a:pt x="81" y="64"/>
                        <a:pt x="81" y="64"/>
                      </a:cubicBezTo>
                      <a:cubicBezTo>
                        <a:pt x="80" y="66"/>
                        <a:pt x="80" y="64"/>
                        <a:pt x="78" y="67"/>
                      </a:cubicBezTo>
                      <a:cubicBezTo>
                        <a:pt x="77" y="70"/>
                        <a:pt x="78" y="68"/>
                        <a:pt x="76" y="70"/>
                      </a:cubicBezTo>
                      <a:cubicBezTo>
                        <a:pt x="74" y="67"/>
                        <a:pt x="72" y="66"/>
                        <a:pt x="72" y="62"/>
                      </a:cubicBezTo>
                      <a:cubicBezTo>
                        <a:pt x="72" y="61"/>
                        <a:pt x="75" y="55"/>
                        <a:pt x="76" y="54"/>
                      </a:cubicBezTo>
                      <a:cubicBezTo>
                        <a:pt x="75" y="51"/>
                        <a:pt x="75" y="48"/>
                        <a:pt x="72" y="48"/>
                      </a:cubicBezTo>
                      <a:cubicBezTo>
                        <a:pt x="71" y="48"/>
                        <a:pt x="70" y="49"/>
                        <a:pt x="70" y="49"/>
                      </a:cubicBezTo>
                      <a:cubicBezTo>
                        <a:pt x="70" y="55"/>
                        <a:pt x="67" y="55"/>
                        <a:pt x="63" y="57"/>
                      </a:cubicBezTo>
                      <a:cubicBezTo>
                        <a:pt x="62" y="56"/>
                        <a:pt x="60" y="55"/>
                        <a:pt x="59" y="55"/>
                      </a:cubicBezTo>
                      <a:cubicBezTo>
                        <a:pt x="58" y="55"/>
                        <a:pt x="56" y="57"/>
                        <a:pt x="56" y="57"/>
                      </a:cubicBezTo>
                      <a:cubicBezTo>
                        <a:pt x="58" y="60"/>
                        <a:pt x="59" y="60"/>
                        <a:pt x="61" y="64"/>
                      </a:cubicBezTo>
                      <a:cubicBezTo>
                        <a:pt x="61" y="66"/>
                        <a:pt x="61" y="66"/>
                        <a:pt x="61" y="66"/>
                      </a:cubicBezTo>
                      <a:cubicBezTo>
                        <a:pt x="61" y="67"/>
                        <a:pt x="61" y="67"/>
                        <a:pt x="61" y="67"/>
                      </a:cubicBezTo>
                      <a:cubicBezTo>
                        <a:pt x="59" y="70"/>
                        <a:pt x="59" y="70"/>
                        <a:pt x="59" y="70"/>
                      </a:cubicBezTo>
                      <a:cubicBezTo>
                        <a:pt x="60" y="71"/>
                        <a:pt x="58" y="71"/>
                        <a:pt x="61" y="71"/>
                      </a:cubicBezTo>
                      <a:cubicBezTo>
                        <a:pt x="64" y="71"/>
                        <a:pt x="66" y="72"/>
                        <a:pt x="68" y="74"/>
                      </a:cubicBezTo>
                      <a:cubicBezTo>
                        <a:pt x="68" y="75"/>
                        <a:pt x="68" y="75"/>
                        <a:pt x="68" y="75"/>
                      </a:cubicBezTo>
                      <a:cubicBezTo>
                        <a:pt x="68" y="78"/>
                        <a:pt x="68" y="78"/>
                        <a:pt x="68" y="78"/>
                      </a:cubicBezTo>
                      <a:cubicBezTo>
                        <a:pt x="68" y="82"/>
                        <a:pt x="58" y="85"/>
                        <a:pt x="55" y="86"/>
                      </a:cubicBezTo>
                      <a:cubicBezTo>
                        <a:pt x="50" y="88"/>
                        <a:pt x="44" y="91"/>
                        <a:pt x="40" y="92"/>
                      </a:cubicBezTo>
                      <a:cubicBezTo>
                        <a:pt x="36" y="94"/>
                        <a:pt x="35" y="94"/>
                        <a:pt x="32" y="96"/>
                      </a:cubicBezTo>
                      <a:cubicBezTo>
                        <a:pt x="29" y="97"/>
                        <a:pt x="27" y="97"/>
                        <a:pt x="24" y="99"/>
                      </a:cubicBezTo>
                      <a:cubicBezTo>
                        <a:pt x="20" y="101"/>
                        <a:pt x="13" y="104"/>
                        <a:pt x="9" y="104"/>
                      </a:cubicBezTo>
                      <a:cubicBezTo>
                        <a:pt x="3" y="105"/>
                        <a:pt x="3" y="105"/>
                        <a:pt x="3" y="105"/>
                      </a:cubicBezTo>
                      <a:cubicBezTo>
                        <a:pt x="1" y="105"/>
                        <a:pt x="1" y="106"/>
                        <a:pt x="0" y="107"/>
                      </a:cubicBezTo>
                      <a:cubicBezTo>
                        <a:pt x="0" y="108"/>
                        <a:pt x="0" y="111"/>
                        <a:pt x="2" y="112"/>
                      </a:cubicBezTo>
                      <a:cubicBezTo>
                        <a:pt x="4" y="114"/>
                        <a:pt x="3" y="114"/>
                        <a:pt x="5" y="115"/>
                      </a:cubicBezTo>
                      <a:cubicBezTo>
                        <a:pt x="6" y="116"/>
                        <a:pt x="12" y="119"/>
                        <a:pt x="14" y="120"/>
                      </a:cubicBezTo>
                      <a:cubicBezTo>
                        <a:pt x="15" y="119"/>
                        <a:pt x="15" y="119"/>
                        <a:pt x="17" y="119"/>
                      </a:cubicBezTo>
                      <a:cubicBezTo>
                        <a:pt x="20" y="119"/>
                        <a:pt x="30" y="110"/>
                        <a:pt x="32" y="108"/>
                      </a:cubicBezTo>
                      <a:cubicBezTo>
                        <a:pt x="36" y="104"/>
                        <a:pt x="42" y="101"/>
                        <a:pt x="47" y="98"/>
                      </a:cubicBezTo>
                      <a:cubicBezTo>
                        <a:pt x="50" y="96"/>
                        <a:pt x="52" y="95"/>
                        <a:pt x="55" y="93"/>
                      </a:cubicBezTo>
                      <a:cubicBezTo>
                        <a:pt x="57" y="92"/>
                        <a:pt x="58" y="92"/>
                        <a:pt x="59" y="91"/>
                      </a:cubicBezTo>
                      <a:cubicBezTo>
                        <a:pt x="61" y="90"/>
                        <a:pt x="61" y="90"/>
                        <a:pt x="63" y="89"/>
                      </a:cubicBezTo>
                      <a:cubicBezTo>
                        <a:pt x="68" y="87"/>
                        <a:pt x="74" y="80"/>
                        <a:pt x="79" y="80"/>
                      </a:cubicBezTo>
                      <a:cubicBezTo>
                        <a:pt x="81" y="80"/>
                        <a:pt x="82" y="82"/>
                        <a:pt x="82" y="83"/>
                      </a:cubicBezTo>
                      <a:cubicBezTo>
                        <a:pt x="82" y="85"/>
                        <a:pt x="82" y="85"/>
                        <a:pt x="82" y="85"/>
                      </a:cubicBezTo>
                      <a:cubicBezTo>
                        <a:pt x="82" y="86"/>
                        <a:pt x="82" y="86"/>
                        <a:pt x="82" y="86"/>
                      </a:cubicBezTo>
                      <a:cubicBezTo>
                        <a:pt x="80" y="90"/>
                        <a:pt x="79" y="89"/>
                        <a:pt x="78" y="93"/>
                      </a:cubicBezTo>
                      <a:cubicBezTo>
                        <a:pt x="75" y="94"/>
                        <a:pt x="75" y="94"/>
                        <a:pt x="74" y="97"/>
                      </a:cubicBezTo>
                      <a:cubicBezTo>
                        <a:pt x="69" y="98"/>
                        <a:pt x="71" y="99"/>
                        <a:pt x="67" y="101"/>
                      </a:cubicBezTo>
                      <a:cubicBezTo>
                        <a:pt x="63" y="103"/>
                        <a:pt x="63" y="103"/>
                        <a:pt x="61" y="107"/>
                      </a:cubicBezTo>
                      <a:cubicBezTo>
                        <a:pt x="61" y="110"/>
                        <a:pt x="64" y="114"/>
                        <a:pt x="64" y="117"/>
                      </a:cubicBezTo>
                      <a:cubicBezTo>
                        <a:pt x="64" y="118"/>
                        <a:pt x="64" y="118"/>
                        <a:pt x="64" y="118"/>
                      </a:cubicBezTo>
                      <a:cubicBezTo>
                        <a:pt x="64" y="119"/>
                        <a:pt x="64" y="119"/>
                        <a:pt x="64" y="119"/>
                      </a:cubicBezTo>
                      <a:cubicBezTo>
                        <a:pt x="61" y="123"/>
                        <a:pt x="60" y="125"/>
                        <a:pt x="55" y="126"/>
                      </a:cubicBezTo>
                      <a:cubicBezTo>
                        <a:pt x="51" y="127"/>
                        <a:pt x="43" y="129"/>
                        <a:pt x="41" y="129"/>
                      </a:cubicBezTo>
                      <a:cubicBezTo>
                        <a:pt x="40" y="129"/>
                        <a:pt x="40" y="129"/>
                        <a:pt x="40" y="129"/>
                      </a:cubicBezTo>
                      <a:cubicBezTo>
                        <a:pt x="32" y="130"/>
                        <a:pt x="32" y="130"/>
                        <a:pt x="32" y="130"/>
                      </a:cubicBezTo>
                      <a:cubicBezTo>
                        <a:pt x="30" y="130"/>
                        <a:pt x="30" y="130"/>
                        <a:pt x="30" y="130"/>
                      </a:cubicBezTo>
                      <a:cubicBezTo>
                        <a:pt x="27" y="132"/>
                        <a:pt x="27" y="132"/>
                        <a:pt x="27" y="132"/>
                      </a:cubicBezTo>
                      <a:cubicBezTo>
                        <a:pt x="30" y="136"/>
                        <a:pt x="30" y="138"/>
                        <a:pt x="35" y="141"/>
                      </a:cubicBezTo>
                      <a:cubicBezTo>
                        <a:pt x="36" y="141"/>
                        <a:pt x="36" y="141"/>
                        <a:pt x="36" y="141"/>
                      </a:cubicBezTo>
                      <a:cubicBezTo>
                        <a:pt x="38" y="141"/>
                        <a:pt x="38" y="141"/>
                        <a:pt x="38" y="141"/>
                      </a:cubicBezTo>
                      <a:cubicBezTo>
                        <a:pt x="39" y="141"/>
                        <a:pt x="39" y="141"/>
                        <a:pt x="39" y="141"/>
                      </a:cubicBezTo>
                      <a:cubicBezTo>
                        <a:pt x="43" y="138"/>
                        <a:pt x="51" y="133"/>
                        <a:pt x="56" y="133"/>
                      </a:cubicBezTo>
                      <a:cubicBezTo>
                        <a:pt x="58" y="133"/>
                        <a:pt x="58" y="133"/>
                        <a:pt x="58" y="133"/>
                      </a:cubicBezTo>
                      <a:cubicBezTo>
                        <a:pt x="62" y="133"/>
                        <a:pt x="63" y="137"/>
                        <a:pt x="63" y="141"/>
                      </a:cubicBezTo>
                      <a:cubicBezTo>
                        <a:pt x="63" y="143"/>
                        <a:pt x="63" y="143"/>
                        <a:pt x="63" y="143"/>
                      </a:cubicBezTo>
                      <a:cubicBezTo>
                        <a:pt x="63" y="150"/>
                        <a:pt x="60" y="152"/>
                        <a:pt x="56" y="154"/>
                      </a:cubicBezTo>
                      <a:cubicBezTo>
                        <a:pt x="55" y="154"/>
                        <a:pt x="55" y="154"/>
                        <a:pt x="55" y="154"/>
                      </a:cubicBezTo>
                      <a:cubicBezTo>
                        <a:pt x="53" y="154"/>
                        <a:pt x="53" y="154"/>
                        <a:pt x="53" y="154"/>
                      </a:cubicBezTo>
                      <a:cubicBezTo>
                        <a:pt x="52" y="154"/>
                        <a:pt x="52" y="154"/>
                        <a:pt x="51" y="153"/>
                      </a:cubicBezTo>
                      <a:cubicBezTo>
                        <a:pt x="50" y="154"/>
                        <a:pt x="50" y="154"/>
                        <a:pt x="49" y="154"/>
                      </a:cubicBezTo>
                      <a:cubicBezTo>
                        <a:pt x="47" y="154"/>
                        <a:pt x="47" y="154"/>
                        <a:pt x="47" y="154"/>
                      </a:cubicBezTo>
                      <a:cubicBezTo>
                        <a:pt x="47" y="155"/>
                        <a:pt x="46" y="155"/>
                        <a:pt x="46" y="156"/>
                      </a:cubicBezTo>
                      <a:cubicBezTo>
                        <a:pt x="46" y="158"/>
                        <a:pt x="53" y="165"/>
                        <a:pt x="55" y="166"/>
                      </a:cubicBezTo>
                      <a:cubicBezTo>
                        <a:pt x="56" y="166"/>
                        <a:pt x="56" y="166"/>
                        <a:pt x="56" y="166"/>
                      </a:cubicBezTo>
                      <a:cubicBezTo>
                        <a:pt x="61" y="166"/>
                        <a:pt x="61" y="166"/>
                        <a:pt x="61" y="166"/>
                      </a:cubicBezTo>
                      <a:cubicBezTo>
                        <a:pt x="66" y="166"/>
                        <a:pt x="69" y="163"/>
                        <a:pt x="71" y="160"/>
                      </a:cubicBezTo>
                      <a:cubicBezTo>
                        <a:pt x="74" y="155"/>
                        <a:pt x="74" y="151"/>
                        <a:pt x="76" y="148"/>
                      </a:cubicBezTo>
                      <a:cubicBezTo>
                        <a:pt x="75" y="146"/>
                        <a:pt x="75" y="148"/>
                        <a:pt x="75" y="146"/>
                      </a:cubicBezTo>
                      <a:cubicBezTo>
                        <a:pt x="75" y="138"/>
                        <a:pt x="75" y="138"/>
                        <a:pt x="75" y="138"/>
                      </a:cubicBezTo>
                      <a:cubicBezTo>
                        <a:pt x="75" y="130"/>
                        <a:pt x="74" y="128"/>
                        <a:pt x="80" y="124"/>
                      </a:cubicBezTo>
                      <a:cubicBezTo>
                        <a:pt x="81" y="124"/>
                        <a:pt x="81" y="124"/>
                        <a:pt x="81" y="124"/>
                      </a:cubicBezTo>
                      <a:cubicBezTo>
                        <a:pt x="90" y="124"/>
                        <a:pt x="90" y="127"/>
                        <a:pt x="94" y="120"/>
                      </a:cubicBezTo>
                      <a:cubicBezTo>
                        <a:pt x="92" y="117"/>
                        <a:pt x="91" y="116"/>
                        <a:pt x="88" y="115"/>
                      </a:cubicBezTo>
                      <a:cubicBezTo>
                        <a:pt x="86" y="116"/>
                        <a:pt x="84" y="117"/>
                        <a:pt x="81" y="117"/>
                      </a:cubicBezTo>
                      <a:cubicBezTo>
                        <a:pt x="79" y="117"/>
                        <a:pt x="79" y="117"/>
                        <a:pt x="79" y="117"/>
                      </a:cubicBezTo>
                      <a:cubicBezTo>
                        <a:pt x="77" y="116"/>
                        <a:pt x="72" y="109"/>
                        <a:pt x="72" y="107"/>
                      </a:cubicBezTo>
                      <a:cubicBezTo>
                        <a:pt x="72" y="105"/>
                        <a:pt x="72" y="105"/>
                        <a:pt x="72" y="105"/>
                      </a:cubicBezTo>
                      <a:cubicBezTo>
                        <a:pt x="72" y="99"/>
                        <a:pt x="75" y="100"/>
                        <a:pt x="78" y="96"/>
                      </a:cubicBezTo>
                      <a:cubicBezTo>
                        <a:pt x="80" y="96"/>
                        <a:pt x="80" y="96"/>
                        <a:pt x="80" y="96"/>
                      </a:cubicBezTo>
                      <a:cubicBezTo>
                        <a:pt x="82" y="93"/>
                        <a:pt x="89" y="90"/>
                        <a:pt x="92" y="89"/>
                      </a:cubicBezTo>
                      <a:cubicBezTo>
                        <a:pt x="95" y="87"/>
                        <a:pt x="101" y="83"/>
                        <a:pt x="101" y="80"/>
                      </a:cubicBezTo>
                      <a:cubicBezTo>
                        <a:pt x="101" y="77"/>
                        <a:pt x="101" y="79"/>
                        <a:pt x="102" y="78"/>
                      </a:cubicBezTo>
                      <a:cubicBezTo>
                        <a:pt x="101" y="77"/>
                        <a:pt x="101" y="79"/>
                        <a:pt x="101" y="77"/>
                      </a:cubicBezTo>
                      <a:cubicBezTo>
                        <a:pt x="101" y="73"/>
                        <a:pt x="96" y="64"/>
                        <a:pt x="95" y="61"/>
                      </a:cubicBezTo>
                      <a:cubicBezTo>
                        <a:pt x="95" y="61"/>
                        <a:pt x="101" y="55"/>
                        <a:pt x="102" y="55"/>
                      </a:cubicBezTo>
                      <a:cubicBezTo>
                        <a:pt x="104" y="52"/>
                        <a:pt x="106" y="51"/>
                        <a:pt x="109" y="48"/>
                      </a:cubicBezTo>
                      <a:cubicBezTo>
                        <a:pt x="110" y="47"/>
                        <a:pt x="112" y="46"/>
                        <a:pt x="113" y="45"/>
                      </a:cubicBezTo>
                      <a:cubicBezTo>
                        <a:pt x="114" y="44"/>
                        <a:pt x="115" y="43"/>
                        <a:pt x="116" y="42"/>
                      </a:cubicBezTo>
                      <a:cubicBezTo>
                        <a:pt x="118" y="39"/>
                        <a:pt x="118" y="35"/>
                        <a:pt x="121" y="34"/>
                      </a:cubicBezTo>
                      <a:cubicBezTo>
                        <a:pt x="121" y="32"/>
                        <a:pt x="121" y="32"/>
                        <a:pt x="121" y="32"/>
                      </a:cubicBezTo>
                      <a:cubicBezTo>
                        <a:pt x="121" y="27"/>
                        <a:pt x="123" y="30"/>
                        <a:pt x="120" y="24"/>
                      </a:cubicBezTo>
                      <a:cubicBezTo>
                        <a:pt x="118" y="20"/>
                        <a:pt x="118" y="20"/>
                        <a:pt x="116" y="17"/>
                      </a:cubicBezTo>
                      <a:cubicBezTo>
                        <a:pt x="113" y="17"/>
                        <a:pt x="113" y="17"/>
                        <a:pt x="113" y="17"/>
                      </a:cubicBezTo>
                      <a:cubicBezTo>
                        <a:pt x="111" y="17"/>
                        <a:pt x="105" y="19"/>
                        <a:pt x="104" y="20"/>
                      </a:cubicBezTo>
                      <a:cubicBezTo>
                        <a:pt x="101" y="23"/>
                        <a:pt x="102" y="23"/>
                        <a:pt x="96" y="24"/>
                      </a:cubicBezTo>
                      <a:lnTo>
                        <a:pt x="93" y="2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51" name="íṥḻiďê"/>
                <p:cNvSpPr/>
                <p:nvPr/>
              </p:nvSpPr>
              <p:spPr bwMode="auto">
                <a:xfrm>
                  <a:off x="5159376" y="3357563"/>
                  <a:ext cx="117475" cy="366713"/>
                </a:xfrm>
                <a:custGeom>
                  <a:avLst/>
                  <a:gdLst>
                    <a:gd name="T0" fmla="*/ 23 w 36"/>
                    <a:gd name="T1" fmla="*/ 14 h 110"/>
                    <a:gd name="T2" fmla="*/ 23 w 36"/>
                    <a:gd name="T3" fmla="*/ 12 h 110"/>
                    <a:gd name="T4" fmla="*/ 18 w 36"/>
                    <a:gd name="T5" fmla="*/ 6 h 110"/>
                    <a:gd name="T6" fmla="*/ 13 w 36"/>
                    <a:gd name="T7" fmla="*/ 0 h 110"/>
                    <a:gd name="T8" fmla="*/ 11 w 36"/>
                    <a:gd name="T9" fmla="*/ 4 h 110"/>
                    <a:gd name="T10" fmla="*/ 13 w 36"/>
                    <a:gd name="T11" fmla="*/ 16 h 110"/>
                    <a:gd name="T12" fmla="*/ 12 w 36"/>
                    <a:gd name="T13" fmla="*/ 34 h 110"/>
                    <a:gd name="T14" fmla="*/ 7 w 36"/>
                    <a:gd name="T15" fmla="*/ 65 h 110"/>
                    <a:gd name="T16" fmla="*/ 3 w 36"/>
                    <a:gd name="T17" fmla="*/ 80 h 110"/>
                    <a:gd name="T18" fmla="*/ 0 w 36"/>
                    <a:gd name="T19" fmla="*/ 95 h 110"/>
                    <a:gd name="T20" fmla="*/ 0 w 36"/>
                    <a:gd name="T21" fmla="*/ 98 h 110"/>
                    <a:gd name="T22" fmla="*/ 0 w 36"/>
                    <a:gd name="T23" fmla="*/ 100 h 110"/>
                    <a:gd name="T24" fmla="*/ 4 w 36"/>
                    <a:gd name="T25" fmla="*/ 105 h 110"/>
                    <a:gd name="T26" fmla="*/ 9 w 36"/>
                    <a:gd name="T27" fmla="*/ 110 h 110"/>
                    <a:gd name="T28" fmla="*/ 15 w 36"/>
                    <a:gd name="T29" fmla="*/ 104 h 110"/>
                    <a:gd name="T30" fmla="*/ 18 w 36"/>
                    <a:gd name="T31" fmla="*/ 96 h 110"/>
                    <a:gd name="T32" fmla="*/ 18 w 36"/>
                    <a:gd name="T33" fmla="*/ 90 h 110"/>
                    <a:gd name="T34" fmla="*/ 21 w 36"/>
                    <a:gd name="T35" fmla="*/ 71 h 110"/>
                    <a:gd name="T36" fmla="*/ 25 w 36"/>
                    <a:gd name="T37" fmla="*/ 53 h 110"/>
                    <a:gd name="T38" fmla="*/ 30 w 36"/>
                    <a:gd name="T39" fmla="*/ 36 h 110"/>
                    <a:gd name="T40" fmla="*/ 35 w 36"/>
                    <a:gd name="T41" fmla="*/ 20 h 110"/>
                    <a:gd name="T42" fmla="*/ 33 w 36"/>
                    <a:gd name="T43" fmla="*/ 20 h 110"/>
                    <a:gd name="T44" fmla="*/ 30 w 36"/>
                    <a:gd name="T45" fmla="*/ 22 h 110"/>
                    <a:gd name="T46" fmla="*/ 23 w 36"/>
                    <a:gd name="T47" fmla="*/ 17 h 110"/>
                    <a:gd name="T48" fmla="*/ 23 w 36"/>
                    <a:gd name="T49" fmla="*/ 15 h 110"/>
                    <a:gd name="T50" fmla="*/ 23 w 36"/>
                    <a:gd name="T51" fmla="*/ 14 h 1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6" h="110">
                      <a:moveTo>
                        <a:pt x="23" y="14"/>
                      </a:moveTo>
                      <a:cubicBezTo>
                        <a:pt x="23" y="12"/>
                        <a:pt x="23" y="12"/>
                        <a:pt x="23" y="12"/>
                      </a:cubicBezTo>
                      <a:cubicBezTo>
                        <a:pt x="21" y="8"/>
                        <a:pt x="22" y="9"/>
                        <a:pt x="18" y="6"/>
                      </a:cubicBezTo>
                      <a:cubicBezTo>
                        <a:pt x="17" y="4"/>
                        <a:pt x="15" y="2"/>
                        <a:pt x="13" y="0"/>
                      </a:cubicBezTo>
                      <a:cubicBezTo>
                        <a:pt x="12" y="1"/>
                        <a:pt x="11" y="3"/>
                        <a:pt x="11" y="4"/>
                      </a:cubicBezTo>
                      <a:cubicBezTo>
                        <a:pt x="11" y="7"/>
                        <a:pt x="13" y="12"/>
                        <a:pt x="13" y="16"/>
                      </a:cubicBezTo>
                      <a:cubicBezTo>
                        <a:pt x="12" y="34"/>
                        <a:pt x="12" y="34"/>
                        <a:pt x="12" y="34"/>
                      </a:cubicBezTo>
                      <a:cubicBezTo>
                        <a:pt x="12" y="43"/>
                        <a:pt x="9" y="56"/>
                        <a:pt x="7" y="65"/>
                      </a:cubicBezTo>
                      <a:cubicBezTo>
                        <a:pt x="6" y="72"/>
                        <a:pt x="4" y="75"/>
                        <a:pt x="3" y="80"/>
                      </a:cubicBezTo>
                      <a:cubicBezTo>
                        <a:pt x="2" y="85"/>
                        <a:pt x="0" y="91"/>
                        <a:pt x="0" y="95"/>
                      </a:cubicBezTo>
                      <a:cubicBezTo>
                        <a:pt x="0" y="98"/>
                        <a:pt x="0" y="98"/>
                        <a:pt x="0" y="98"/>
                      </a:cubicBezTo>
                      <a:cubicBezTo>
                        <a:pt x="0" y="100"/>
                        <a:pt x="0" y="100"/>
                        <a:pt x="0" y="100"/>
                      </a:cubicBezTo>
                      <a:cubicBezTo>
                        <a:pt x="2" y="102"/>
                        <a:pt x="2" y="103"/>
                        <a:pt x="4" y="105"/>
                      </a:cubicBezTo>
                      <a:cubicBezTo>
                        <a:pt x="6" y="108"/>
                        <a:pt x="7" y="108"/>
                        <a:pt x="9" y="110"/>
                      </a:cubicBezTo>
                      <a:cubicBezTo>
                        <a:pt x="12" y="108"/>
                        <a:pt x="13" y="108"/>
                        <a:pt x="15" y="104"/>
                      </a:cubicBezTo>
                      <a:cubicBezTo>
                        <a:pt x="16" y="102"/>
                        <a:pt x="18" y="99"/>
                        <a:pt x="18" y="96"/>
                      </a:cubicBezTo>
                      <a:cubicBezTo>
                        <a:pt x="18" y="90"/>
                        <a:pt x="18" y="90"/>
                        <a:pt x="18" y="90"/>
                      </a:cubicBezTo>
                      <a:cubicBezTo>
                        <a:pt x="18" y="83"/>
                        <a:pt x="20" y="77"/>
                        <a:pt x="21" y="71"/>
                      </a:cubicBezTo>
                      <a:cubicBezTo>
                        <a:pt x="23" y="65"/>
                        <a:pt x="23" y="59"/>
                        <a:pt x="25" y="53"/>
                      </a:cubicBezTo>
                      <a:cubicBezTo>
                        <a:pt x="26" y="47"/>
                        <a:pt x="29" y="42"/>
                        <a:pt x="30" y="36"/>
                      </a:cubicBezTo>
                      <a:cubicBezTo>
                        <a:pt x="31" y="28"/>
                        <a:pt x="34" y="27"/>
                        <a:pt x="35" y="20"/>
                      </a:cubicBezTo>
                      <a:cubicBezTo>
                        <a:pt x="34" y="19"/>
                        <a:pt x="36" y="20"/>
                        <a:pt x="33" y="20"/>
                      </a:cubicBezTo>
                      <a:cubicBezTo>
                        <a:pt x="33" y="20"/>
                        <a:pt x="30" y="22"/>
                        <a:pt x="30" y="22"/>
                      </a:cubicBezTo>
                      <a:cubicBezTo>
                        <a:pt x="25" y="21"/>
                        <a:pt x="25" y="21"/>
                        <a:pt x="23" y="17"/>
                      </a:cubicBezTo>
                      <a:cubicBezTo>
                        <a:pt x="23" y="15"/>
                        <a:pt x="23" y="15"/>
                        <a:pt x="23" y="15"/>
                      </a:cubicBezTo>
                      <a:lnTo>
                        <a:pt x="23" y="14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grpSp>
            <p:nvGrpSpPr>
              <p:cNvPr id="125" name="ïšľîḍê"/>
              <p:cNvGrpSpPr/>
              <p:nvPr/>
            </p:nvGrpSpPr>
            <p:grpSpPr>
              <a:xfrm>
                <a:off x="4412452" y="3781425"/>
                <a:ext cx="2312689" cy="166461"/>
                <a:chOff x="6986588" y="3521075"/>
                <a:chExt cx="1654176" cy="119063"/>
              </a:xfrm>
            </p:grpSpPr>
            <p:sp>
              <p:nvSpPr>
                <p:cNvPr id="126" name="îṩľîḑê"/>
                <p:cNvSpPr/>
                <p:nvPr/>
              </p:nvSpPr>
              <p:spPr bwMode="auto">
                <a:xfrm>
                  <a:off x="6986588" y="3521075"/>
                  <a:ext cx="155575" cy="119063"/>
                </a:xfrm>
                <a:custGeom>
                  <a:avLst/>
                  <a:gdLst>
                    <a:gd name="T0" fmla="*/ 84 w 98"/>
                    <a:gd name="T1" fmla="*/ 0 h 75"/>
                    <a:gd name="T2" fmla="*/ 59 w 98"/>
                    <a:gd name="T3" fmla="*/ 52 h 75"/>
                    <a:gd name="T4" fmla="*/ 57 w 98"/>
                    <a:gd name="T5" fmla="*/ 0 h 75"/>
                    <a:gd name="T6" fmla="*/ 40 w 98"/>
                    <a:gd name="T7" fmla="*/ 0 h 75"/>
                    <a:gd name="T8" fmla="*/ 15 w 98"/>
                    <a:gd name="T9" fmla="*/ 52 h 75"/>
                    <a:gd name="T10" fmla="*/ 15 w 98"/>
                    <a:gd name="T11" fmla="*/ 0 h 75"/>
                    <a:gd name="T12" fmla="*/ 0 w 98"/>
                    <a:gd name="T13" fmla="*/ 0 h 75"/>
                    <a:gd name="T14" fmla="*/ 2 w 98"/>
                    <a:gd name="T15" fmla="*/ 75 h 75"/>
                    <a:gd name="T16" fmla="*/ 19 w 98"/>
                    <a:gd name="T17" fmla="*/ 75 h 75"/>
                    <a:gd name="T18" fmla="*/ 44 w 98"/>
                    <a:gd name="T19" fmla="*/ 21 h 75"/>
                    <a:gd name="T20" fmla="*/ 46 w 98"/>
                    <a:gd name="T21" fmla="*/ 75 h 75"/>
                    <a:gd name="T22" fmla="*/ 63 w 98"/>
                    <a:gd name="T23" fmla="*/ 75 h 75"/>
                    <a:gd name="T24" fmla="*/ 98 w 98"/>
                    <a:gd name="T25" fmla="*/ 0 h 75"/>
                    <a:gd name="T26" fmla="*/ 84 w 98"/>
                    <a:gd name="T27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98" h="75">
                      <a:moveTo>
                        <a:pt x="84" y="0"/>
                      </a:moveTo>
                      <a:lnTo>
                        <a:pt x="59" y="52"/>
                      </a:lnTo>
                      <a:lnTo>
                        <a:pt x="57" y="0"/>
                      </a:lnTo>
                      <a:lnTo>
                        <a:pt x="40" y="0"/>
                      </a:lnTo>
                      <a:lnTo>
                        <a:pt x="15" y="52"/>
                      </a:ln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2" y="75"/>
                      </a:lnTo>
                      <a:lnTo>
                        <a:pt x="19" y="75"/>
                      </a:lnTo>
                      <a:lnTo>
                        <a:pt x="44" y="21"/>
                      </a:lnTo>
                      <a:lnTo>
                        <a:pt x="46" y="75"/>
                      </a:lnTo>
                      <a:lnTo>
                        <a:pt x="63" y="75"/>
                      </a:lnTo>
                      <a:lnTo>
                        <a:pt x="98" y="0"/>
                      </a:lnTo>
                      <a:lnTo>
                        <a:pt x="8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27" name="îṩḷîde"/>
                <p:cNvSpPr/>
                <p:nvPr/>
              </p:nvSpPr>
              <p:spPr bwMode="auto">
                <a:xfrm>
                  <a:off x="7135813" y="3521075"/>
                  <a:ext cx="112713" cy="119063"/>
                </a:xfrm>
                <a:custGeom>
                  <a:avLst/>
                  <a:gdLst>
                    <a:gd name="T0" fmla="*/ 22 w 34"/>
                    <a:gd name="T1" fmla="*/ 20 h 36"/>
                    <a:gd name="T2" fmla="*/ 20 w 34"/>
                    <a:gd name="T3" fmla="*/ 26 h 36"/>
                    <a:gd name="T4" fmla="*/ 18 w 34"/>
                    <a:gd name="T5" fmla="*/ 29 h 36"/>
                    <a:gd name="T6" fmla="*/ 13 w 34"/>
                    <a:gd name="T7" fmla="*/ 30 h 36"/>
                    <a:gd name="T8" fmla="*/ 9 w 34"/>
                    <a:gd name="T9" fmla="*/ 29 h 36"/>
                    <a:gd name="T10" fmla="*/ 7 w 34"/>
                    <a:gd name="T11" fmla="*/ 25 h 36"/>
                    <a:gd name="T12" fmla="*/ 7 w 34"/>
                    <a:gd name="T13" fmla="*/ 24 h 36"/>
                    <a:gd name="T14" fmla="*/ 8 w 34"/>
                    <a:gd name="T15" fmla="*/ 19 h 36"/>
                    <a:gd name="T16" fmla="*/ 12 w 34"/>
                    <a:gd name="T17" fmla="*/ 0 h 36"/>
                    <a:gd name="T18" fmla="*/ 5 w 34"/>
                    <a:gd name="T19" fmla="*/ 0 h 36"/>
                    <a:gd name="T20" fmla="*/ 1 w 34"/>
                    <a:gd name="T21" fmla="*/ 19 h 36"/>
                    <a:gd name="T22" fmla="*/ 0 w 34"/>
                    <a:gd name="T23" fmla="*/ 23 h 36"/>
                    <a:gd name="T24" fmla="*/ 0 w 34"/>
                    <a:gd name="T25" fmla="*/ 25 h 36"/>
                    <a:gd name="T26" fmla="*/ 3 w 34"/>
                    <a:gd name="T27" fmla="*/ 33 h 36"/>
                    <a:gd name="T28" fmla="*/ 13 w 34"/>
                    <a:gd name="T29" fmla="*/ 36 h 36"/>
                    <a:gd name="T30" fmla="*/ 22 w 34"/>
                    <a:gd name="T31" fmla="*/ 34 h 36"/>
                    <a:gd name="T32" fmla="*/ 27 w 34"/>
                    <a:gd name="T33" fmla="*/ 29 h 36"/>
                    <a:gd name="T34" fmla="*/ 30 w 34"/>
                    <a:gd name="T35" fmla="*/ 20 h 36"/>
                    <a:gd name="T36" fmla="*/ 34 w 34"/>
                    <a:gd name="T37" fmla="*/ 0 h 36"/>
                    <a:gd name="T38" fmla="*/ 26 w 34"/>
                    <a:gd name="T39" fmla="*/ 0 h 36"/>
                    <a:gd name="T40" fmla="*/ 22 w 34"/>
                    <a:gd name="T41" fmla="*/ 2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34" h="36">
                      <a:moveTo>
                        <a:pt x="22" y="20"/>
                      </a:moveTo>
                      <a:cubicBezTo>
                        <a:pt x="22" y="23"/>
                        <a:pt x="21" y="25"/>
                        <a:pt x="20" y="26"/>
                      </a:cubicBezTo>
                      <a:cubicBezTo>
                        <a:pt x="20" y="28"/>
                        <a:pt x="19" y="29"/>
                        <a:pt x="18" y="29"/>
                      </a:cubicBezTo>
                      <a:cubicBezTo>
                        <a:pt x="17" y="30"/>
                        <a:pt x="15" y="30"/>
                        <a:pt x="13" y="30"/>
                      </a:cubicBezTo>
                      <a:cubicBezTo>
                        <a:pt x="11" y="30"/>
                        <a:pt x="10" y="30"/>
                        <a:pt x="9" y="29"/>
                      </a:cubicBezTo>
                      <a:cubicBezTo>
                        <a:pt x="8" y="28"/>
                        <a:pt x="7" y="27"/>
                        <a:pt x="7" y="25"/>
                      </a:cubicBezTo>
                      <a:cubicBezTo>
                        <a:pt x="7" y="25"/>
                        <a:pt x="7" y="25"/>
                        <a:pt x="7" y="24"/>
                      </a:cubicBezTo>
                      <a:cubicBezTo>
                        <a:pt x="8" y="19"/>
                        <a:pt x="8" y="19"/>
                        <a:pt x="8" y="19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1" y="19"/>
                        <a:pt x="1" y="19"/>
                        <a:pt x="1" y="19"/>
                      </a:cubicBezTo>
                      <a:cubicBezTo>
                        <a:pt x="1" y="21"/>
                        <a:pt x="0" y="23"/>
                        <a:pt x="0" y="23"/>
                      </a:cubicBezTo>
                      <a:cubicBezTo>
                        <a:pt x="0" y="24"/>
                        <a:pt x="0" y="25"/>
                        <a:pt x="0" y="25"/>
                      </a:cubicBezTo>
                      <a:cubicBezTo>
                        <a:pt x="0" y="29"/>
                        <a:pt x="1" y="31"/>
                        <a:pt x="3" y="33"/>
                      </a:cubicBezTo>
                      <a:cubicBezTo>
                        <a:pt x="6" y="35"/>
                        <a:pt x="9" y="36"/>
                        <a:pt x="13" y="36"/>
                      </a:cubicBezTo>
                      <a:cubicBezTo>
                        <a:pt x="16" y="36"/>
                        <a:pt x="19" y="36"/>
                        <a:pt x="22" y="34"/>
                      </a:cubicBezTo>
                      <a:cubicBezTo>
                        <a:pt x="24" y="33"/>
                        <a:pt x="25" y="31"/>
                        <a:pt x="27" y="29"/>
                      </a:cubicBezTo>
                      <a:cubicBezTo>
                        <a:pt x="28" y="27"/>
                        <a:pt x="29" y="24"/>
                        <a:pt x="30" y="20"/>
                      </a:cubicBezTo>
                      <a:cubicBezTo>
                        <a:pt x="34" y="0"/>
                        <a:pt x="34" y="0"/>
                        <a:pt x="34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lnTo>
                        <a:pt x="22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28" name="îṣḻîḑê"/>
                <p:cNvSpPr/>
                <p:nvPr/>
              </p:nvSpPr>
              <p:spPr bwMode="auto">
                <a:xfrm>
                  <a:off x="7248526" y="3521075"/>
                  <a:ext cx="114300" cy="119063"/>
                </a:xfrm>
                <a:custGeom>
                  <a:avLst/>
                  <a:gdLst>
                    <a:gd name="T0" fmla="*/ 58 w 72"/>
                    <a:gd name="T1" fmla="*/ 0 h 75"/>
                    <a:gd name="T2" fmla="*/ 52 w 72"/>
                    <a:gd name="T3" fmla="*/ 29 h 75"/>
                    <a:gd name="T4" fmla="*/ 22 w 72"/>
                    <a:gd name="T5" fmla="*/ 29 h 75"/>
                    <a:gd name="T6" fmla="*/ 29 w 72"/>
                    <a:gd name="T7" fmla="*/ 0 h 75"/>
                    <a:gd name="T8" fmla="*/ 14 w 72"/>
                    <a:gd name="T9" fmla="*/ 0 h 75"/>
                    <a:gd name="T10" fmla="*/ 0 w 72"/>
                    <a:gd name="T11" fmla="*/ 75 h 75"/>
                    <a:gd name="T12" fmla="*/ 14 w 72"/>
                    <a:gd name="T13" fmla="*/ 75 h 75"/>
                    <a:gd name="T14" fmla="*/ 20 w 72"/>
                    <a:gd name="T15" fmla="*/ 42 h 75"/>
                    <a:gd name="T16" fmla="*/ 50 w 72"/>
                    <a:gd name="T17" fmla="*/ 42 h 75"/>
                    <a:gd name="T18" fmla="*/ 43 w 72"/>
                    <a:gd name="T19" fmla="*/ 75 h 75"/>
                    <a:gd name="T20" fmla="*/ 58 w 72"/>
                    <a:gd name="T21" fmla="*/ 75 h 75"/>
                    <a:gd name="T22" fmla="*/ 72 w 72"/>
                    <a:gd name="T23" fmla="*/ 0 h 75"/>
                    <a:gd name="T24" fmla="*/ 58 w 72"/>
                    <a:gd name="T25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2" h="75">
                      <a:moveTo>
                        <a:pt x="58" y="0"/>
                      </a:moveTo>
                      <a:lnTo>
                        <a:pt x="52" y="29"/>
                      </a:lnTo>
                      <a:lnTo>
                        <a:pt x="22" y="29"/>
                      </a:lnTo>
                      <a:lnTo>
                        <a:pt x="29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lnTo>
                        <a:pt x="14" y="75"/>
                      </a:lnTo>
                      <a:lnTo>
                        <a:pt x="20" y="42"/>
                      </a:lnTo>
                      <a:lnTo>
                        <a:pt x="50" y="42"/>
                      </a:lnTo>
                      <a:lnTo>
                        <a:pt x="43" y="75"/>
                      </a:lnTo>
                      <a:lnTo>
                        <a:pt x="58" y="75"/>
                      </a:lnTo>
                      <a:lnTo>
                        <a:pt x="72" y="0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29" name="ïṥlíḑê"/>
                <p:cNvSpPr/>
                <p:nvPr/>
              </p:nvSpPr>
              <p:spPr bwMode="auto">
                <a:xfrm>
                  <a:off x="7356476" y="3521075"/>
                  <a:ext cx="112713" cy="119063"/>
                </a:xfrm>
                <a:custGeom>
                  <a:avLst/>
                  <a:gdLst>
                    <a:gd name="T0" fmla="*/ 42 w 71"/>
                    <a:gd name="T1" fmla="*/ 0 h 75"/>
                    <a:gd name="T2" fmla="*/ 0 w 71"/>
                    <a:gd name="T3" fmla="*/ 75 h 75"/>
                    <a:gd name="T4" fmla="*/ 15 w 71"/>
                    <a:gd name="T5" fmla="*/ 75 h 75"/>
                    <a:gd name="T6" fmla="*/ 23 w 71"/>
                    <a:gd name="T7" fmla="*/ 59 h 75"/>
                    <a:gd name="T8" fmla="*/ 54 w 71"/>
                    <a:gd name="T9" fmla="*/ 59 h 75"/>
                    <a:gd name="T10" fmla="*/ 56 w 71"/>
                    <a:gd name="T11" fmla="*/ 75 h 75"/>
                    <a:gd name="T12" fmla="*/ 71 w 71"/>
                    <a:gd name="T13" fmla="*/ 75 h 75"/>
                    <a:gd name="T14" fmla="*/ 58 w 71"/>
                    <a:gd name="T15" fmla="*/ 0 h 75"/>
                    <a:gd name="T16" fmla="*/ 42 w 71"/>
                    <a:gd name="T17" fmla="*/ 0 h 75"/>
                    <a:gd name="T18" fmla="*/ 29 w 71"/>
                    <a:gd name="T19" fmla="*/ 46 h 75"/>
                    <a:gd name="T20" fmla="*/ 48 w 71"/>
                    <a:gd name="T21" fmla="*/ 17 h 75"/>
                    <a:gd name="T22" fmla="*/ 52 w 71"/>
                    <a:gd name="T23" fmla="*/ 46 h 75"/>
                    <a:gd name="T24" fmla="*/ 29 w 71"/>
                    <a:gd name="T25" fmla="*/ 46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1" h="75">
                      <a:moveTo>
                        <a:pt x="42" y="0"/>
                      </a:moveTo>
                      <a:lnTo>
                        <a:pt x="0" y="75"/>
                      </a:lnTo>
                      <a:lnTo>
                        <a:pt x="15" y="75"/>
                      </a:lnTo>
                      <a:lnTo>
                        <a:pt x="23" y="59"/>
                      </a:lnTo>
                      <a:lnTo>
                        <a:pt x="54" y="59"/>
                      </a:lnTo>
                      <a:lnTo>
                        <a:pt x="56" y="75"/>
                      </a:lnTo>
                      <a:lnTo>
                        <a:pt x="71" y="75"/>
                      </a:lnTo>
                      <a:lnTo>
                        <a:pt x="58" y="0"/>
                      </a:lnTo>
                      <a:lnTo>
                        <a:pt x="42" y="0"/>
                      </a:lnTo>
                      <a:close/>
                      <a:moveTo>
                        <a:pt x="29" y="46"/>
                      </a:moveTo>
                      <a:lnTo>
                        <a:pt x="48" y="17"/>
                      </a:lnTo>
                      <a:lnTo>
                        <a:pt x="52" y="46"/>
                      </a:lnTo>
                      <a:lnTo>
                        <a:pt x="29" y="4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30" name="îş1íḋe"/>
                <p:cNvSpPr/>
                <p:nvPr/>
              </p:nvSpPr>
              <p:spPr bwMode="auto">
                <a:xfrm>
                  <a:off x="7481888" y="3521075"/>
                  <a:ext cx="119063" cy="119063"/>
                </a:xfrm>
                <a:custGeom>
                  <a:avLst/>
                  <a:gdLst>
                    <a:gd name="T0" fmla="*/ 50 w 75"/>
                    <a:gd name="T1" fmla="*/ 50 h 75"/>
                    <a:gd name="T2" fmla="*/ 31 w 75"/>
                    <a:gd name="T3" fmla="*/ 0 h 75"/>
                    <a:gd name="T4" fmla="*/ 17 w 75"/>
                    <a:gd name="T5" fmla="*/ 0 h 75"/>
                    <a:gd name="T6" fmla="*/ 0 w 75"/>
                    <a:gd name="T7" fmla="*/ 75 h 75"/>
                    <a:gd name="T8" fmla="*/ 15 w 75"/>
                    <a:gd name="T9" fmla="*/ 75 h 75"/>
                    <a:gd name="T10" fmla="*/ 25 w 75"/>
                    <a:gd name="T11" fmla="*/ 25 h 75"/>
                    <a:gd name="T12" fmla="*/ 46 w 75"/>
                    <a:gd name="T13" fmla="*/ 75 h 75"/>
                    <a:gd name="T14" fmla="*/ 58 w 75"/>
                    <a:gd name="T15" fmla="*/ 75 h 75"/>
                    <a:gd name="T16" fmla="*/ 75 w 75"/>
                    <a:gd name="T17" fmla="*/ 0 h 75"/>
                    <a:gd name="T18" fmla="*/ 61 w 75"/>
                    <a:gd name="T19" fmla="*/ 0 h 75"/>
                    <a:gd name="T20" fmla="*/ 50 w 75"/>
                    <a:gd name="T21" fmla="*/ 5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5" h="75">
                      <a:moveTo>
                        <a:pt x="50" y="50"/>
                      </a:moveTo>
                      <a:lnTo>
                        <a:pt x="31" y="0"/>
                      </a:lnTo>
                      <a:lnTo>
                        <a:pt x="17" y="0"/>
                      </a:lnTo>
                      <a:lnTo>
                        <a:pt x="0" y="75"/>
                      </a:lnTo>
                      <a:lnTo>
                        <a:pt x="15" y="75"/>
                      </a:lnTo>
                      <a:lnTo>
                        <a:pt x="25" y="25"/>
                      </a:lnTo>
                      <a:lnTo>
                        <a:pt x="46" y="75"/>
                      </a:lnTo>
                      <a:lnTo>
                        <a:pt x="58" y="75"/>
                      </a:lnTo>
                      <a:lnTo>
                        <a:pt x="75" y="0"/>
                      </a:lnTo>
                      <a:lnTo>
                        <a:pt x="61" y="0"/>
                      </a:lnTo>
                      <a:lnTo>
                        <a:pt x="50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31" name="îş1ïḋe"/>
                <p:cNvSpPr/>
                <p:nvPr/>
              </p:nvSpPr>
              <p:spPr bwMode="auto">
                <a:xfrm>
                  <a:off x="7653338" y="3521075"/>
                  <a:ext cx="112713" cy="119063"/>
                </a:xfrm>
                <a:custGeom>
                  <a:avLst/>
                  <a:gdLst>
                    <a:gd name="T0" fmla="*/ 22 w 34"/>
                    <a:gd name="T1" fmla="*/ 20 h 36"/>
                    <a:gd name="T2" fmla="*/ 20 w 34"/>
                    <a:gd name="T3" fmla="*/ 26 h 36"/>
                    <a:gd name="T4" fmla="*/ 18 w 34"/>
                    <a:gd name="T5" fmla="*/ 29 h 36"/>
                    <a:gd name="T6" fmla="*/ 13 w 34"/>
                    <a:gd name="T7" fmla="*/ 30 h 36"/>
                    <a:gd name="T8" fmla="*/ 9 w 34"/>
                    <a:gd name="T9" fmla="*/ 29 h 36"/>
                    <a:gd name="T10" fmla="*/ 7 w 34"/>
                    <a:gd name="T11" fmla="*/ 25 h 36"/>
                    <a:gd name="T12" fmla="*/ 7 w 34"/>
                    <a:gd name="T13" fmla="*/ 24 h 36"/>
                    <a:gd name="T14" fmla="*/ 8 w 34"/>
                    <a:gd name="T15" fmla="*/ 19 h 36"/>
                    <a:gd name="T16" fmla="*/ 12 w 34"/>
                    <a:gd name="T17" fmla="*/ 0 h 36"/>
                    <a:gd name="T18" fmla="*/ 5 w 34"/>
                    <a:gd name="T19" fmla="*/ 0 h 36"/>
                    <a:gd name="T20" fmla="*/ 1 w 34"/>
                    <a:gd name="T21" fmla="*/ 19 h 36"/>
                    <a:gd name="T22" fmla="*/ 0 w 34"/>
                    <a:gd name="T23" fmla="*/ 23 h 36"/>
                    <a:gd name="T24" fmla="*/ 0 w 34"/>
                    <a:gd name="T25" fmla="*/ 25 h 36"/>
                    <a:gd name="T26" fmla="*/ 3 w 34"/>
                    <a:gd name="T27" fmla="*/ 33 h 36"/>
                    <a:gd name="T28" fmla="*/ 13 w 34"/>
                    <a:gd name="T29" fmla="*/ 36 h 36"/>
                    <a:gd name="T30" fmla="*/ 22 w 34"/>
                    <a:gd name="T31" fmla="*/ 34 h 36"/>
                    <a:gd name="T32" fmla="*/ 27 w 34"/>
                    <a:gd name="T33" fmla="*/ 29 h 36"/>
                    <a:gd name="T34" fmla="*/ 30 w 34"/>
                    <a:gd name="T35" fmla="*/ 20 h 36"/>
                    <a:gd name="T36" fmla="*/ 34 w 34"/>
                    <a:gd name="T37" fmla="*/ 0 h 36"/>
                    <a:gd name="T38" fmla="*/ 26 w 34"/>
                    <a:gd name="T39" fmla="*/ 0 h 36"/>
                    <a:gd name="T40" fmla="*/ 22 w 34"/>
                    <a:gd name="T41" fmla="*/ 2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34" h="36">
                      <a:moveTo>
                        <a:pt x="22" y="20"/>
                      </a:moveTo>
                      <a:cubicBezTo>
                        <a:pt x="22" y="23"/>
                        <a:pt x="21" y="25"/>
                        <a:pt x="20" y="26"/>
                      </a:cubicBezTo>
                      <a:cubicBezTo>
                        <a:pt x="20" y="28"/>
                        <a:pt x="19" y="29"/>
                        <a:pt x="18" y="29"/>
                      </a:cubicBezTo>
                      <a:cubicBezTo>
                        <a:pt x="17" y="30"/>
                        <a:pt x="15" y="30"/>
                        <a:pt x="13" y="30"/>
                      </a:cubicBezTo>
                      <a:cubicBezTo>
                        <a:pt x="11" y="30"/>
                        <a:pt x="10" y="30"/>
                        <a:pt x="9" y="29"/>
                      </a:cubicBezTo>
                      <a:cubicBezTo>
                        <a:pt x="8" y="28"/>
                        <a:pt x="7" y="27"/>
                        <a:pt x="7" y="25"/>
                      </a:cubicBezTo>
                      <a:cubicBezTo>
                        <a:pt x="7" y="25"/>
                        <a:pt x="7" y="25"/>
                        <a:pt x="7" y="24"/>
                      </a:cubicBezTo>
                      <a:cubicBezTo>
                        <a:pt x="8" y="19"/>
                        <a:pt x="8" y="19"/>
                        <a:pt x="8" y="19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1" y="19"/>
                        <a:pt x="1" y="19"/>
                        <a:pt x="1" y="19"/>
                      </a:cubicBezTo>
                      <a:cubicBezTo>
                        <a:pt x="1" y="21"/>
                        <a:pt x="0" y="23"/>
                        <a:pt x="0" y="23"/>
                      </a:cubicBezTo>
                      <a:cubicBezTo>
                        <a:pt x="0" y="24"/>
                        <a:pt x="0" y="25"/>
                        <a:pt x="0" y="25"/>
                      </a:cubicBezTo>
                      <a:cubicBezTo>
                        <a:pt x="0" y="29"/>
                        <a:pt x="1" y="31"/>
                        <a:pt x="3" y="33"/>
                      </a:cubicBezTo>
                      <a:cubicBezTo>
                        <a:pt x="6" y="35"/>
                        <a:pt x="9" y="36"/>
                        <a:pt x="13" y="36"/>
                      </a:cubicBezTo>
                      <a:cubicBezTo>
                        <a:pt x="16" y="36"/>
                        <a:pt x="19" y="36"/>
                        <a:pt x="22" y="34"/>
                      </a:cubicBezTo>
                      <a:cubicBezTo>
                        <a:pt x="24" y="33"/>
                        <a:pt x="25" y="31"/>
                        <a:pt x="27" y="29"/>
                      </a:cubicBezTo>
                      <a:cubicBezTo>
                        <a:pt x="28" y="27"/>
                        <a:pt x="29" y="24"/>
                        <a:pt x="30" y="20"/>
                      </a:cubicBezTo>
                      <a:cubicBezTo>
                        <a:pt x="34" y="0"/>
                        <a:pt x="34" y="0"/>
                        <a:pt x="34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lnTo>
                        <a:pt x="22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32" name="íšlídè"/>
                <p:cNvSpPr/>
                <p:nvPr/>
              </p:nvSpPr>
              <p:spPr bwMode="auto">
                <a:xfrm>
                  <a:off x="7766051" y="3521075"/>
                  <a:ext cx="115888" cy="119063"/>
                </a:xfrm>
                <a:custGeom>
                  <a:avLst/>
                  <a:gdLst>
                    <a:gd name="T0" fmla="*/ 58 w 73"/>
                    <a:gd name="T1" fmla="*/ 0 h 75"/>
                    <a:gd name="T2" fmla="*/ 50 w 73"/>
                    <a:gd name="T3" fmla="*/ 50 h 75"/>
                    <a:gd name="T4" fmla="*/ 29 w 73"/>
                    <a:gd name="T5" fmla="*/ 0 h 75"/>
                    <a:gd name="T6" fmla="*/ 15 w 73"/>
                    <a:gd name="T7" fmla="*/ 0 h 75"/>
                    <a:gd name="T8" fmla="*/ 0 w 73"/>
                    <a:gd name="T9" fmla="*/ 75 h 75"/>
                    <a:gd name="T10" fmla="*/ 13 w 73"/>
                    <a:gd name="T11" fmla="*/ 75 h 75"/>
                    <a:gd name="T12" fmla="*/ 23 w 73"/>
                    <a:gd name="T13" fmla="*/ 25 h 75"/>
                    <a:gd name="T14" fmla="*/ 44 w 73"/>
                    <a:gd name="T15" fmla="*/ 75 h 75"/>
                    <a:gd name="T16" fmla="*/ 58 w 73"/>
                    <a:gd name="T17" fmla="*/ 75 h 75"/>
                    <a:gd name="T18" fmla="*/ 73 w 73"/>
                    <a:gd name="T19" fmla="*/ 0 h 75"/>
                    <a:gd name="T20" fmla="*/ 58 w 73"/>
                    <a:gd name="T21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3" h="75">
                      <a:moveTo>
                        <a:pt x="58" y="0"/>
                      </a:moveTo>
                      <a:lnTo>
                        <a:pt x="50" y="50"/>
                      </a:lnTo>
                      <a:lnTo>
                        <a:pt x="29" y="0"/>
                      </a:lnTo>
                      <a:lnTo>
                        <a:pt x="15" y="0"/>
                      </a:lnTo>
                      <a:lnTo>
                        <a:pt x="0" y="75"/>
                      </a:lnTo>
                      <a:lnTo>
                        <a:pt x="13" y="75"/>
                      </a:lnTo>
                      <a:lnTo>
                        <a:pt x="23" y="25"/>
                      </a:lnTo>
                      <a:lnTo>
                        <a:pt x="44" y="75"/>
                      </a:lnTo>
                      <a:lnTo>
                        <a:pt x="58" y="75"/>
                      </a:lnTo>
                      <a:lnTo>
                        <a:pt x="73" y="0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33" name="îṣḻîďe"/>
                <p:cNvSpPr/>
                <p:nvPr/>
              </p:nvSpPr>
              <p:spPr bwMode="auto">
                <a:xfrm>
                  <a:off x="7881938" y="3521075"/>
                  <a:ext cx="49213" cy="119063"/>
                </a:xfrm>
                <a:custGeom>
                  <a:avLst/>
                  <a:gdLst>
                    <a:gd name="T0" fmla="*/ 0 w 31"/>
                    <a:gd name="T1" fmla="*/ 75 h 75"/>
                    <a:gd name="T2" fmla="*/ 14 w 31"/>
                    <a:gd name="T3" fmla="*/ 75 h 75"/>
                    <a:gd name="T4" fmla="*/ 31 w 31"/>
                    <a:gd name="T5" fmla="*/ 0 h 75"/>
                    <a:gd name="T6" fmla="*/ 14 w 31"/>
                    <a:gd name="T7" fmla="*/ 0 h 75"/>
                    <a:gd name="T8" fmla="*/ 0 w 31"/>
                    <a:gd name="T9" fmla="*/ 75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75">
                      <a:moveTo>
                        <a:pt x="0" y="75"/>
                      </a:moveTo>
                      <a:lnTo>
                        <a:pt x="14" y="75"/>
                      </a:lnTo>
                      <a:lnTo>
                        <a:pt x="31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34" name="íŝḻiḋè"/>
                <p:cNvSpPr/>
                <p:nvPr/>
              </p:nvSpPr>
              <p:spPr bwMode="auto">
                <a:xfrm>
                  <a:off x="7940676" y="3521075"/>
                  <a:ext cx="109538" cy="119063"/>
                </a:xfrm>
                <a:custGeom>
                  <a:avLst/>
                  <a:gdLst>
                    <a:gd name="T0" fmla="*/ 54 w 69"/>
                    <a:gd name="T1" fmla="*/ 0 h 75"/>
                    <a:gd name="T2" fmla="*/ 23 w 69"/>
                    <a:gd name="T3" fmla="*/ 57 h 75"/>
                    <a:gd name="T4" fmla="*/ 15 w 69"/>
                    <a:gd name="T5" fmla="*/ 0 h 75"/>
                    <a:gd name="T6" fmla="*/ 0 w 69"/>
                    <a:gd name="T7" fmla="*/ 0 h 75"/>
                    <a:gd name="T8" fmla="*/ 13 w 69"/>
                    <a:gd name="T9" fmla="*/ 75 h 75"/>
                    <a:gd name="T10" fmla="*/ 29 w 69"/>
                    <a:gd name="T11" fmla="*/ 75 h 75"/>
                    <a:gd name="T12" fmla="*/ 69 w 69"/>
                    <a:gd name="T13" fmla="*/ 0 h 75"/>
                    <a:gd name="T14" fmla="*/ 54 w 69"/>
                    <a:gd name="T15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69" h="75">
                      <a:moveTo>
                        <a:pt x="54" y="0"/>
                      </a:moveTo>
                      <a:lnTo>
                        <a:pt x="23" y="57"/>
                      </a:ln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13" y="75"/>
                      </a:lnTo>
                      <a:lnTo>
                        <a:pt x="29" y="75"/>
                      </a:lnTo>
                      <a:lnTo>
                        <a:pt x="69" y="0"/>
                      </a:lnTo>
                      <a:lnTo>
                        <a:pt x="5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35" name="î$ḷíďé"/>
                <p:cNvSpPr/>
                <p:nvPr/>
              </p:nvSpPr>
              <p:spPr bwMode="auto">
                <a:xfrm>
                  <a:off x="8037513" y="3521075"/>
                  <a:ext cx="111125" cy="119063"/>
                </a:xfrm>
                <a:custGeom>
                  <a:avLst/>
                  <a:gdLst>
                    <a:gd name="T0" fmla="*/ 68 w 70"/>
                    <a:gd name="T1" fmla="*/ 12 h 75"/>
                    <a:gd name="T2" fmla="*/ 70 w 70"/>
                    <a:gd name="T3" fmla="*/ 0 h 75"/>
                    <a:gd name="T4" fmla="*/ 16 w 70"/>
                    <a:gd name="T5" fmla="*/ 0 h 75"/>
                    <a:gd name="T6" fmla="*/ 0 w 70"/>
                    <a:gd name="T7" fmla="*/ 75 h 75"/>
                    <a:gd name="T8" fmla="*/ 58 w 70"/>
                    <a:gd name="T9" fmla="*/ 75 h 75"/>
                    <a:gd name="T10" fmla="*/ 60 w 70"/>
                    <a:gd name="T11" fmla="*/ 63 h 75"/>
                    <a:gd name="T12" fmla="*/ 16 w 70"/>
                    <a:gd name="T13" fmla="*/ 63 h 75"/>
                    <a:gd name="T14" fmla="*/ 22 w 70"/>
                    <a:gd name="T15" fmla="*/ 42 h 75"/>
                    <a:gd name="T16" fmla="*/ 60 w 70"/>
                    <a:gd name="T17" fmla="*/ 42 h 75"/>
                    <a:gd name="T18" fmla="*/ 62 w 70"/>
                    <a:gd name="T19" fmla="*/ 29 h 75"/>
                    <a:gd name="T20" fmla="*/ 24 w 70"/>
                    <a:gd name="T21" fmla="*/ 29 h 75"/>
                    <a:gd name="T22" fmla="*/ 29 w 70"/>
                    <a:gd name="T23" fmla="*/ 12 h 75"/>
                    <a:gd name="T24" fmla="*/ 68 w 70"/>
                    <a:gd name="T25" fmla="*/ 12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0" h="75">
                      <a:moveTo>
                        <a:pt x="68" y="12"/>
                      </a:moveTo>
                      <a:lnTo>
                        <a:pt x="70" y="0"/>
                      </a:lnTo>
                      <a:lnTo>
                        <a:pt x="16" y="0"/>
                      </a:lnTo>
                      <a:lnTo>
                        <a:pt x="0" y="75"/>
                      </a:lnTo>
                      <a:lnTo>
                        <a:pt x="58" y="75"/>
                      </a:lnTo>
                      <a:lnTo>
                        <a:pt x="60" y="63"/>
                      </a:lnTo>
                      <a:lnTo>
                        <a:pt x="16" y="63"/>
                      </a:lnTo>
                      <a:lnTo>
                        <a:pt x="22" y="42"/>
                      </a:lnTo>
                      <a:lnTo>
                        <a:pt x="60" y="42"/>
                      </a:lnTo>
                      <a:lnTo>
                        <a:pt x="62" y="29"/>
                      </a:lnTo>
                      <a:lnTo>
                        <a:pt x="24" y="29"/>
                      </a:lnTo>
                      <a:lnTo>
                        <a:pt x="29" y="12"/>
                      </a:lnTo>
                      <a:lnTo>
                        <a:pt x="68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36" name="îṡlîďe"/>
                <p:cNvSpPr/>
                <p:nvPr/>
              </p:nvSpPr>
              <p:spPr bwMode="auto">
                <a:xfrm>
                  <a:off x="8145463" y="3521075"/>
                  <a:ext cx="115888" cy="119063"/>
                </a:xfrm>
                <a:custGeom>
                  <a:avLst/>
                  <a:gdLst>
                    <a:gd name="T0" fmla="*/ 30 w 35"/>
                    <a:gd name="T1" fmla="*/ 1 h 36"/>
                    <a:gd name="T2" fmla="*/ 24 w 35"/>
                    <a:gd name="T3" fmla="*/ 0 h 36"/>
                    <a:gd name="T4" fmla="*/ 8 w 35"/>
                    <a:gd name="T5" fmla="*/ 0 h 36"/>
                    <a:gd name="T6" fmla="*/ 0 w 35"/>
                    <a:gd name="T7" fmla="*/ 36 h 36"/>
                    <a:gd name="T8" fmla="*/ 8 w 35"/>
                    <a:gd name="T9" fmla="*/ 36 h 36"/>
                    <a:gd name="T10" fmla="*/ 11 w 35"/>
                    <a:gd name="T11" fmla="*/ 21 h 36"/>
                    <a:gd name="T12" fmla="*/ 14 w 35"/>
                    <a:gd name="T13" fmla="*/ 21 h 36"/>
                    <a:gd name="T14" fmla="*/ 17 w 35"/>
                    <a:gd name="T15" fmla="*/ 22 h 36"/>
                    <a:gd name="T16" fmla="*/ 21 w 35"/>
                    <a:gd name="T17" fmla="*/ 26 h 36"/>
                    <a:gd name="T18" fmla="*/ 24 w 35"/>
                    <a:gd name="T19" fmla="*/ 36 h 36"/>
                    <a:gd name="T20" fmla="*/ 32 w 35"/>
                    <a:gd name="T21" fmla="*/ 36 h 36"/>
                    <a:gd name="T22" fmla="*/ 27 w 35"/>
                    <a:gd name="T23" fmla="*/ 24 h 36"/>
                    <a:gd name="T24" fmla="*/ 24 w 35"/>
                    <a:gd name="T25" fmla="*/ 21 h 36"/>
                    <a:gd name="T26" fmla="*/ 32 w 35"/>
                    <a:gd name="T27" fmla="*/ 17 h 36"/>
                    <a:gd name="T28" fmla="*/ 35 w 35"/>
                    <a:gd name="T29" fmla="*/ 9 h 36"/>
                    <a:gd name="T30" fmla="*/ 34 w 35"/>
                    <a:gd name="T31" fmla="*/ 4 h 36"/>
                    <a:gd name="T32" fmla="*/ 30 w 35"/>
                    <a:gd name="T33" fmla="*/ 1 h 36"/>
                    <a:gd name="T34" fmla="*/ 27 w 35"/>
                    <a:gd name="T35" fmla="*/ 13 h 36"/>
                    <a:gd name="T36" fmla="*/ 24 w 35"/>
                    <a:gd name="T37" fmla="*/ 15 h 36"/>
                    <a:gd name="T38" fmla="*/ 16 w 35"/>
                    <a:gd name="T39" fmla="*/ 16 h 36"/>
                    <a:gd name="T40" fmla="*/ 12 w 35"/>
                    <a:gd name="T41" fmla="*/ 16 h 36"/>
                    <a:gd name="T42" fmla="*/ 14 w 35"/>
                    <a:gd name="T43" fmla="*/ 6 h 36"/>
                    <a:gd name="T44" fmla="*/ 22 w 35"/>
                    <a:gd name="T45" fmla="*/ 6 h 36"/>
                    <a:gd name="T46" fmla="*/ 26 w 35"/>
                    <a:gd name="T47" fmla="*/ 7 h 36"/>
                    <a:gd name="T48" fmla="*/ 28 w 35"/>
                    <a:gd name="T49" fmla="*/ 10 h 36"/>
                    <a:gd name="T50" fmla="*/ 27 w 35"/>
                    <a:gd name="T51" fmla="*/ 13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5" h="36">
                      <a:moveTo>
                        <a:pt x="30" y="1"/>
                      </a:moveTo>
                      <a:cubicBezTo>
                        <a:pt x="28" y="0"/>
                        <a:pt x="26" y="0"/>
                        <a:pt x="24" y="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8" y="36"/>
                        <a:pt x="8" y="36"/>
                        <a:pt x="8" y="36"/>
                      </a:cubicBezTo>
                      <a:cubicBezTo>
                        <a:pt x="11" y="21"/>
                        <a:pt x="11" y="21"/>
                        <a:pt x="11" y="21"/>
                      </a:cubicBezTo>
                      <a:cubicBezTo>
                        <a:pt x="14" y="21"/>
                        <a:pt x="14" y="21"/>
                        <a:pt x="14" y="21"/>
                      </a:cubicBezTo>
                      <a:cubicBezTo>
                        <a:pt x="15" y="21"/>
                        <a:pt x="17" y="21"/>
                        <a:pt x="17" y="22"/>
                      </a:cubicBezTo>
                      <a:cubicBezTo>
                        <a:pt x="18" y="22"/>
                        <a:pt x="20" y="24"/>
                        <a:pt x="21" y="26"/>
                      </a:cubicBezTo>
                      <a:cubicBezTo>
                        <a:pt x="22" y="31"/>
                        <a:pt x="24" y="34"/>
                        <a:pt x="24" y="36"/>
                      </a:cubicBezTo>
                      <a:cubicBezTo>
                        <a:pt x="32" y="36"/>
                        <a:pt x="32" y="36"/>
                        <a:pt x="32" y="36"/>
                      </a:cubicBezTo>
                      <a:cubicBezTo>
                        <a:pt x="30" y="31"/>
                        <a:pt x="28" y="27"/>
                        <a:pt x="27" y="24"/>
                      </a:cubicBezTo>
                      <a:cubicBezTo>
                        <a:pt x="26" y="23"/>
                        <a:pt x="25" y="21"/>
                        <a:pt x="24" y="21"/>
                      </a:cubicBezTo>
                      <a:cubicBezTo>
                        <a:pt x="28" y="20"/>
                        <a:pt x="30" y="19"/>
                        <a:pt x="32" y="17"/>
                      </a:cubicBezTo>
                      <a:cubicBezTo>
                        <a:pt x="34" y="15"/>
                        <a:pt x="35" y="13"/>
                        <a:pt x="35" y="9"/>
                      </a:cubicBezTo>
                      <a:cubicBezTo>
                        <a:pt x="35" y="7"/>
                        <a:pt x="34" y="6"/>
                        <a:pt x="34" y="4"/>
                      </a:cubicBezTo>
                      <a:cubicBezTo>
                        <a:pt x="33" y="3"/>
                        <a:pt x="31" y="2"/>
                        <a:pt x="30" y="1"/>
                      </a:cubicBezTo>
                      <a:close/>
                      <a:moveTo>
                        <a:pt x="27" y="13"/>
                      </a:moveTo>
                      <a:cubicBezTo>
                        <a:pt x="26" y="14"/>
                        <a:pt x="25" y="14"/>
                        <a:pt x="24" y="15"/>
                      </a:cubicBezTo>
                      <a:cubicBezTo>
                        <a:pt x="22" y="15"/>
                        <a:pt x="20" y="16"/>
                        <a:pt x="16" y="16"/>
                      </a:cubicBezTo>
                      <a:cubicBezTo>
                        <a:pt x="12" y="16"/>
                        <a:pt x="12" y="16"/>
                        <a:pt x="12" y="16"/>
                      </a:cubicBezTo>
                      <a:cubicBezTo>
                        <a:pt x="14" y="6"/>
                        <a:pt x="14" y="6"/>
                        <a:pt x="14" y="6"/>
                      </a:cubicBezTo>
                      <a:cubicBezTo>
                        <a:pt x="22" y="6"/>
                        <a:pt x="22" y="6"/>
                        <a:pt x="22" y="6"/>
                      </a:cubicBezTo>
                      <a:cubicBezTo>
                        <a:pt x="24" y="6"/>
                        <a:pt x="25" y="6"/>
                        <a:pt x="26" y="7"/>
                      </a:cubicBezTo>
                      <a:cubicBezTo>
                        <a:pt x="27" y="7"/>
                        <a:pt x="28" y="8"/>
                        <a:pt x="28" y="10"/>
                      </a:cubicBezTo>
                      <a:cubicBezTo>
                        <a:pt x="28" y="11"/>
                        <a:pt x="27" y="12"/>
                        <a:pt x="27" y="1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37" name="ïşľîḍé"/>
                <p:cNvSpPr/>
                <p:nvPr/>
              </p:nvSpPr>
              <p:spPr bwMode="auto">
                <a:xfrm>
                  <a:off x="8267701" y="3521075"/>
                  <a:ext cx="98425" cy="119063"/>
                </a:xfrm>
                <a:custGeom>
                  <a:avLst/>
                  <a:gdLst>
                    <a:gd name="T0" fmla="*/ 17 w 30"/>
                    <a:gd name="T1" fmla="*/ 5 h 36"/>
                    <a:gd name="T2" fmla="*/ 22 w 30"/>
                    <a:gd name="T3" fmla="*/ 7 h 36"/>
                    <a:gd name="T4" fmla="*/ 23 w 30"/>
                    <a:gd name="T5" fmla="*/ 11 h 36"/>
                    <a:gd name="T6" fmla="*/ 30 w 30"/>
                    <a:gd name="T7" fmla="*/ 10 h 36"/>
                    <a:gd name="T8" fmla="*/ 27 w 30"/>
                    <a:gd name="T9" fmla="*/ 3 h 36"/>
                    <a:gd name="T10" fmla="*/ 17 w 30"/>
                    <a:gd name="T11" fmla="*/ 0 h 36"/>
                    <a:gd name="T12" fmla="*/ 8 w 30"/>
                    <a:gd name="T13" fmla="*/ 3 h 36"/>
                    <a:gd name="T14" fmla="*/ 4 w 30"/>
                    <a:gd name="T15" fmla="*/ 10 h 36"/>
                    <a:gd name="T16" fmla="*/ 6 w 30"/>
                    <a:gd name="T17" fmla="*/ 14 h 36"/>
                    <a:gd name="T18" fmla="*/ 8 w 30"/>
                    <a:gd name="T19" fmla="*/ 18 h 36"/>
                    <a:gd name="T20" fmla="*/ 15 w 30"/>
                    <a:gd name="T21" fmla="*/ 21 h 36"/>
                    <a:gd name="T22" fmla="*/ 20 w 30"/>
                    <a:gd name="T23" fmla="*/ 23 h 36"/>
                    <a:gd name="T24" fmla="*/ 21 w 30"/>
                    <a:gd name="T25" fmla="*/ 26 h 36"/>
                    <a:gd name="T26" fmla="*/ 19 w 30"/>
                    <a:gd name="T27" fmla="*/ 29 h 36"/>
                    <a:gd name="T28" fmla="*/ 14 w 30"/>
                    <a:gd name="T29" fmla="*/ 30 h 36"/>
                    <a:gd name="T30" fmla="*/ 8 w 30"/>
                    <a:gd name="T31" fmla="*/ 28 h 36"/>
                    <a:gd name="T32" fmla="*/ 7 w 30"/>
                    <a:gd name="T33" fmla="*/ 24 h 36"/>
                    <a:gd name="T34" fmla="*/ 0 w 30"/>
                    <a:gd name="T35" fmla="*/ 24 h 36"/>
                    <a:gd name="T36" fmla="*/ 1 w 30"/>
                    <a:gd name="T37" fmla="*/ 30 h 36"/>
                    <a:gd name="T38" fmla="*/ 6 w 30"/>
                    <a:gd name="T39" fmla="*/ 35 h 36"/>
                    <a:gd name="T40" fmla="*/ 14 w 30"/>
                    <a:gd name="T41" fmla="*/ 36 h 36"/>
                    <a:gd name="T42" fmla="*/ 24 w 30"/>
                    <a:gd name="T43" fmla="*/ 33 h 36"/>
                    <a:gd name="T44" fmla="*/ 28 w 30"/>
                    <a:gd name="T45" fmla="*/ 25 h 36"/>
                    <a:gd name="T46" fmla="*/ 26 w 30"/>
                    <a:gd name="T47" fmla="*/ 19 h 36"/>
                    <a:gd name="T48" fmla="*/ 18 w 30"/>
                    <a:gd name="T49" fmla="*/ 14 h 36"/>
                    <a:gd name="T50" fmla="*/ 13 w 30"/>
                    <a:gd name="T51" fmla="*/ 12 h 36"/>
                    <a:gd name="T52" fmla="*/ 11 w 30"/>
                    <a:gd name="T53" fmla="*/ 9 h 36"/>
                    <a:gd name="T54" fmla="*/ 13 w 30"/>
                    <a:gd name="T55" fmla="*/ 6 h 36"/>
                    <a:gd name="T56" fmla="*/ 17 w 30"/>
                    <a:gd name="T57" fmla="*/ 5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30" h="36">
                      <a:moveTo>
                        <a:pt x="17" y="5"/>
                      </a:moveTo>
                      <a:cubicBezTo>
                        <a:pt x="19" y="5"/>
                        <a:pt x="21" y="6"/>
                        <a:pt x="22" y="7"/>
                      </a:cubicBezTo>
                      <a:cubicBezTo>
                        <a:pt x="23" y="8"/>
                        <a:pt x="23" y="9"/>
                        <a:pt x="23" y="11"/>
                      </a:cubicBezTo>
                      <a:cubicBezTo>
                        <a:pt x="30" y="10"/>
                        <a:pt x="30" y="10"/>
                        <a:pt x="30" y="10"/>
                      </a:cubicBezTo>
                      <a:cubicBezTo>
                        <a:pt x="30" y="7"/>
                        <a:pt x="29" y="4"/>
                        <a:pt x="27" y="3"/>
                      </a:cubicBezTo>
                      <a:cubicBezTo>
                        <a:pt x="24" y="1"/>
                        <a:pt x="21" y="0"/>
                        <a:pt x="17" y="0"/>
                      </a:cubicBezTo>
                      <a:cubicBezTo>
                        <a:pt x="13" y="0"/>
                        <a:pt x="10" y="1"/>
                        <a:pt x="8" y="3"/>
                      </a:cubicBezTo>
                      <a:cubicBezTo>
                        <a:pt x="5" y="5"/>
                        <a:pt x="4" y="7"/>
                        <a:pt x="4" y="10"/>
                      </a:cubicBezTo>
                      <a:cubicBezTo>
                        <a:pt x="4" y="12"/>
                        <a:pt x="5" y="13"/>
                        <a:pt x="6" y="14"/>
                      </a:cubicBezTo>
                      <a:cubicBezTo>
                        <a:pt x="6" y="16"/>
                        <a:pt x="7" y="17"/>
                        <a:pt x="8" y="18"/>
                      </a:cubicBezTo>
                      <a:cubicBezTo>
                        <a:pt x="10" y="18"/>
                        <a:pt x="12" y="19"/>
                        <a:pt x="15" y="21"/>
                      </a:cubicBezTo>
                      <a:cubicBezTo>
                        <a:pt x="17" y="22"/>
                        <a:pt x="19" y="23"/>
                        <a:pt x="20" y="23"/>
                      </a:cubicBezTo>
                      <a:cubicBezTo>
                        <a:pt x="20" y="24"/>
                        <a:pt x="21" y="25"/>
                        <a:pt x="21" y="26"/>
                      </a:cubicBezTo>
                      <a:cubicBezTo>
                        <a:pt x="21" y="27"/>
                        <a:pt x="20" y="28"/>
                        <a:pt x="19" y="29"/>
                      </a:cubicBezTo>
                      <a:cubicBezTo>
                        <a:pt x="18" y="30"/>
                        <a:pt x="16" y="30"/>
                        <a:pt x="14" y="30"/>
                      </a:cubicBezTo>
                      <a:cubicBezTo>
                        <a:pt x="11" y="30"/>
                        <a:pt x="9" y="30"/>
                        <a:pt x="8" y="28"/>
                      </a:cubicBezTo>
                      <a:cubicBezTo>
                        <a:pt x="8" y="28"/>
                        <a:pt x="7" y="26"/>
                        <a:pt x="7" y="24"/>
                      </a:cubicBezTo>
                      <a:cubicBezTo>
                        <a:pt x="0" y="24"/>
                        <a:pt x="0" y="24"/>
                        <a:pt x="0" y="24"/>
                      </a:cubicBezTo>
                      <a:cubicBezTo>
                        <a:pt x="0" y="27"/>
                        <a:pt x="0" y="29"/>
                        <a:pt x="1" y="30"/>
                      </a:cubicBezTo>
                      <a:cubicBezTo>
                        <a:pt x="2" y="32"/>
                        <a:pt x="4" y="34"/>
                        <a:pt x="6" y="35"/>
                      </a:cubicBezTo>
                      <a:cubicBezTo>
                        <a:pt x="8" y="36"/>
                        <a:pt x="11" y="36"/>
                        <a:pt x="14" y="36"/>
                      </a:cubicBezTo>
                      <a:cubicBezTo>
                        <a:pt x="18" y="36"/>
                        <a:pt x="22" y="35"/>
                        <a:pt x="24" y="33"/>
                      </a:cubicBezTo>
                      <a:cubicBezTo>
                        <a:pt x="27" y="31"/>
                        <a:pt x="28" y="28"/>
                        <a:pt x="28" y="25"/>
                      </a:cubicBezTo>
                      <a:cubicBezTo>
                        <a:pt x="28" y="22"/>
                        <a:pt x="27" y="20"/>
                        <a:pt x="26" y="19"/>
                      </a:cubicBezTo>
                      <a:cubicBezTo>
                        <a:pt x="25" y="18"/>
                        <a:pt x="22" y="16"/>
                        <a:pt x="18" y="14"/>
                      </a:cubicBezTo>
                      <a:cubicBezTo>
                        <a:pt x="15" y="13"/>
                        <a:pt x="13" y="12"/>
                        <a:pt x="13" y="12"/>
                      </a:cubicBezTo>
                      <a:cubicBezTo>
                        <a:pt x="12" y="11"/>
                        <a:pt x="11" y="10"/>
                        <a:pt x="11" y="9"/>
                      </a:cubicBezTo>
                      <a:cubicBezTo>
                        <a:pt x="11" y="8"/>
                        <a:pt x="12" y="7"/>
                        <a:pt x="13" y="6"/>
                      </a:cubicBezTo>
                      <a:cubicBezTo>
                        <a:pt x="14" y="6"/>
                        <a:pt x="15" y="5"/>
                        <a:pt x="17" y="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38" name="îṩľîďe"/>
                <p:cNvSpPr/>
                <p:nvPr/>
              </p:nvSpPr>
              <p:spPr bwMode="auto">
                <a:xfrm>
                  <a:off x="8374063" y="3521075"/>
                  <a:ext cx="46038" cy="119063"/>
                </a:xfrm>
                <a:custGeom>
                  <a:avLst/>
                  <a:gdLst>
                    <a:gd name="T0" fmla="*/ 0 w 29"/>
                    <a:gd name="T1" fmla="*/ 75 h 75"/>
                    <a:gd name="T2" fmla="*/ 14 w 29"/>
                    <a:gd name="T3" fmla="*/ 75 h 75"/>
                    <a:gd name="T4" fmla="*/ 29 w 29"/>
                    <a:gd name="T5" fmla="*/ 0 h 75"/>
                    <a:gd name="T6" fmla="*/ 14 w 29"/>
                    <a:gd name="T7" fmla="*/ 0 h 75"/>
                    <a:gd name="T8" fmla="*/ 0 w 29"/>
                    <a:gd name="T9" fmla="*/ 75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75">
                      <a:moveTo>
                        <a:pt x="0" y="75"/>
                      </a:moveTo>
                      <a:lnTo>
                        <a:pt x="14" y="75"/>
                      </a:lnTo>
                      <a:lnTo>
                        <a:pt x="29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39" name="iS1idè"/>
                <p:cNvSpPr/>
                <p:nvPr/>
              </p:nvSpPr>
              <p:spPr bwMode="auto">
                <a:xfrm>
                  <a:off x="8432801" y="3521075"/>
                  <a:ext cx="95250" cy="119063"/>
                </a:xfrm>
                <a:custGeom>
                  <a:avLst/>
                  <a:gdLst>
                    <a:gd name="T0" fmla="*/ 0 w 60"/>
                    <a:gd name="T1" fmla="*/ 12 h 75"/>
                    <a:gd name="T2" fmla="*/ 21 w 60"/>
                    <a:gd name="T3" fmla="*/ 12 h 75"/>
                    <a:gd name="T4" fmla="*/ 8 w 60"/>
                    <a:gd name="T5" fmla="*/ 75 h 75"/>
                    <a:gd name="T6" fmla="*/ 23 w 60"/>
                    <a:gd name="T7" fmla="*/ 75 h 75"/>
                    <a:gd name="T8" fmla="*/ 35 w 60"/>
                    <a:gd name="T9" fmla="*/ 12 h 75"/>
                    <a:gd name="T10" fmla="*/ 58 w 60"/>
                    <a:gd name="T11" fmla="*/ 12 h 75"/>
                    <a:gd name="T12" fmla="*/ 60 w 60"/>
                    <a:gd name="T13" fmla="*/ 0 h 75"/>
                    <a:gd name="T14" fmla="*/ 2 w 60"/>
                    <a:gd name="T15" fmla="*/ 0 h 75"/>
                    <a:gd name="T16" fmla="*/ 0 w 60"/>
                    <a:gd name="T17" fmla="*/ 12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0" h="75">
                      <a:moveTo>
                        <a:pt x="0" y="12"/>
                      </a:moveTo>
                      <a:lnTo>
                        <a:pt x="21" y="12"/>
                      </a:lnTo>
                      <a:lnTo>
                        <a:pt x="8" y="75"/>
                      </a:lnTo>
                      <a:lnTo>
                        <a:pt x="23" y="75"/>
                      </a:lnTo>
                      <a:lnTo>
                        <a:pt x="35" y="12"/>
                      </a:lnTo>
                      <a:lnTo>
                        <a:pt x="58" y="12"/>
                      </a:lnTo>
                      <a:lnTo>
                        <a:pt x="60" y="0"/>
                      </a:lnTo>
                      <a:lnTo>
                        <a:pt x="2" y="0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40" name="iṣḷîḋe"/>
                <p:cNvSpPr/>
                <p:nvPr/>
              </p:nvSpPr>
              <p:spPr bwMode="auto">
                <a:xfrm>
                  <a:off x="8531226" y="3521075"/>
                  <a:ext cx="109538" cy="119063"/>
                </a:xfrm>
                <a:custGeom>
                  <a:avLst/>
                  <a:gdLst>
                    <a:gd name="T0" fmla="*/ 25 w 33"/>
                    <a:gd name="T1" fmla="*/ 0 h 36"/>
                    <a:gd name="T2" fmla="*/ 19 w 33"/>
                    <a:gd name="T3" fmla="*/ 7 h 36"/>
                    <a:gd name="T4" fmla="*/ 16 w 33"/>
                    <a:gd name="T5" fmla="*/ 12 h 36"/>
                    <a:gd name="T6" fmla="*/ 14 w 33"/>
                    <a:gd name="T7" fmla="*/ 15 h 36"/>
                    <a:gd name="T8" fmla="*/ 12 w 33"/>
                    <a:gd name="T9" fmla="*/ 10 h 36"/>
                    <a:gd name="T10" fmla="*/ 8 w 33"/>
                    <a:gd name="T11" fmla="*/ 0 h 36"/>
                    <a:gd name="T12" fmla="*/ 0 w 33"/>
                    <a:gd name="T13" fmla="*/ 0 h 36"/>
                    <a:gd name="T14" fmla="*/ 10 w 33"/>
                    <a:gd name="T15" fmla="*/ 22 h 36"/>
                    <a:gd name="T16" fmla="*/ 7 w 33"/>
                    <a:gd name="T17" fmla="*/ 36 h 36"/>
                    <a:gd name="T18" fmla="*/ 14 w 33"/>
                    <a:gd name="T19" fmla="*/ 36 h 36"/>
                    <a:gd name="T20" fmla="*/ 17 w 33"/>
                    <a:gd name="T21" fmla="*/ 23 h 36"/>
                    <a:gd name="T22" fmla="*/ 33 w 33"/>
                    <a:gd name="T23" fmla="*/ 0 h 36"/>
                    <a:gd name="T24" fmla="*/ 25 w 33"/>
                    <a:gd name="T25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33" h="36">
                      <a:moveTo>
                        <a:pt x="25" y="0"/>
                      </a:moveTo>
                      <a:cubicBezTo>
                        <a:pt x="19" y="7"/>
                        <a:pt x="19" y="7"/>
                        <a:pt x="19" y="7"/>
                      </a:cubicBezTo>
                      <a:cubicBezTo>
                        <a:pt x="16" y="12"/>
                        <a:pt x="16" y="12"/>
                        <a:pt x="16" y="12"/>
                      </a:cubicBezTo>
                      <a:cubicBezTo>
                        <a:pt x="15" y="13"/>
                        <a:pt x="15" y="14"/>
                        <a:pt x="14" y="15"/>
                      </a:cubicBezTo>
                      <a:cubicBezTo>
                        <a:pt x="14" y="14"/>
                        <a:pt x="13" y="13"/>
                        <a:pt x="12" y="1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0" y="22"/>
                        <a:pt x="10" y="22"/>
                        <a:pt x="10" y="22"/>
                      </a:cubicBezTo>
                      <a:cubicBezTo>
                        <a:pt x="7" y="36"/>
                        <a:pt x="7" y="36"/>
                        <a:pt x="7" y="36"/>
                      </a:cubicBezTo>
                      <a:cubicBezTo>
                        <a:pt x="14" y="36"/>
                        <a:pt x="14" y="36"/>
                        <a:pt x="14" y="36"/>
                      </a:cubicBezTo>
                      <a:cubicBezTo>
                        <a:pt x="17" y="23"/>
                        <a:pt x="17" y="23"/>
                        <a:pt x="17" y="23"/>
                      </a:cubicBezTo>
                      <a:cubicBezTo>
                        <a:pt x="33" y="0"/>
                        <a:pt x="33" y="0"/>
                        <a:pt x="33" y="0"/>
                      </a:cubicBezTo>
                      <a:lnTo>
                        <a:pt x="2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</p:grpSp>
      </p:grpSp>
      <p:sp>
        <p:nvSpPr>
          <p:cNvPr id="116" name="图片占位符 115"/>
          <p:cNvSpPr>
            <a:spLocks noGrp="1"/>
          </p:cNvSpPr>
          <p:nvPr>
            <p:ph type="pic" sz="quarter" idx="15"/>
          </p:nvPr>
        </p:nvSpPr>
        <p:spPr>
          <a:xfrm>
            <a:off x="7916864" y="0"/>
            <a:ext cx="4097163" cy="6858000"/>
          </a:xfrm>
          <a:custGeom>
            <a:avLst/>
            <a:gdLst>
              <a:gd name="connsiteX0" fmla="*/ 533952 w 4167120"/>
              <a:gd name="connsiteY0" fmla="*/ 0 h 6858000"/>
              <a:gd name="connsiteX1" fmla="*/ 4167120 w 4167120"/>
              <a:gd name="connsiteY1" fmla="*/ 0 h 6858000"/>
              <a:gd name="connsiteX2" fmla="*/ 4167120 w 4167120"/>
              <a:gd name="connsiteY2" fmla="*/ 6858000 h 6858000"/>
              <a:gd name="connsiteX3" fmla="*/ 427599 w 4167120"/>
              <a:gd name="connsiteY3" fmla="*/ 6858000 h 6858000"/>
              <a:gd name="connsiteX4" fmla="*/ 322189 w 4167120"/>
              <a:gd name="connsiteY4" fmla="*/ 6466939 h 6858000"/>
              <a:gd name="connsiteX5" fmla="*/ 0 w 4167120"/>
              <a:gd name="connsiteY5" fmla="*/ 3599121 h 6858000"/>
              <a:gd name="connsiteX6" fmla="*/ 455902 w 4167120"/>
              <a:gd name="connsiteY6" fmla="*/ 23524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120" h="6858000">
                <a:moveTo>
                  <a:pt x="533952" y="0"/>
                </a:moveTo>
                <a:lnTo>
                  <a:pt x="4167120" y="0"/>
                </a:lnTo>
                <a:lnTo>
                  <a:pt x="4167120" y="6858000"/>
                </a:lnTo>
                <a:lnTo>
                  <a:pt x="427599" y="6858000"/>
                </a:lnTo>
                <a:lnTo>
                  <a:pt x="322189" y="6466939"/>
                </a:lnTo>
                <a:cubicBezTo>
                  <a:pt x="116715" y="5614442"/>
                  <a:pt x="0" y="4637502"/>
                  <a:pt x="0" y="3599121"/>
                </a:cubicBezTo>
                <a:cubicBezTo>
                  <a:pt x="0" y="2353065"/>
                  <a:pt x="168069" y="1195481"/>
                  <a:pt x="455902" y="235243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kumimoji="1" lang="zh-CN" altLang="en-US"/>
          </a:p>
        </p:txBody>
      </p:sp>
      <p:sp>
        <p:nvSpPr>
          <p:cNvPr id="230" name="任意形状 229"/>
          <p:cNvSpPr/>
          <p:nvPr userDrawn="1"/>
        </p:nvSpPr>
        <p:spPr>
          <a:xfrm>
            <a:off x="7812540" y="-86497"/>
            <a:ext cx="4270127" cy="7027086"/>
          </a:xfrm>
          <a:custGeom>
            <a:avLst/>
            <a:gdLst>
              <a:gd name="connsiteX0" fmla="*/ 533952 w 4167120"/>
              <a:gd name="connsiteY0" fmla="*/ 0 h 6858000"/>
              <a:gd name="connsiteX1" fmla="*/ 4167120 w 4167120"/>
              <a:gd name="connsiteY1" fmla="*/ 0 h 6858000"/>
              <a:gd name="connsiteX2" fmla="*/ 4167120 w 4167120"/>
              <a:gd name="connsiteY2" fmla="*/ 6858000 h 6858000"/>
              <a:gd name="connsiteX3" fmla="*/ 427599 w 4167120"/>
              <a:gd name="connsiteY3" fmla="*/ 6858000 h 6858000"/>
              <a:gd name="connsiteX4" fmla="*/ 322189 w 4167120"/>
              <a:gd name="connsiteY4" fmla="*/ 6466939 h 6858000"/>
              <a:gd name="connsiteX5" fmla="*/ 0 w 4167120"/>
              <a:gd name="connsiteY5" fmla="*/ 3599121 h 6858000"/>
              <a:gd name="connsiteX6" fmla="*/ 455902 w 4167120"/>
              <a:gd name="connsiteY6" fmla="*/ 23524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120" h="6858000">
                <a:moveTo>
                  <a:pt x="533952" y="0"/>
                </a:moveTo>
                <a:lnTo>
                  <a:pt x="4167120" y="0"/>
                </a:lnTo>
                <a:lnTo>
                  <a:pt x="4167120" y="6858000"/>
                </a:lnTo>
                <a:lnTo>
                  <a:pt x="427599" y="6858000"/>
                </a:lnTo>
                <a:lnTo>
                  <a:pt x="322189" y="6466939"/>
                </a:lnTo>
                <a:cubicBezTo>
                  <a:pt x="116715" y="5614442"/>
                  <a:pt x="0" y="4637502"/>
                  <a:pt x="0" y="3599121"/>
                </a:cubicBezTo>
                <a:cubicBezTo>
                  <a:pt x="0" y="2353065"/>
                  <a:pt x="168069" y="1195481"/>
                  <a:pt x="455902" y="235243"/>
                </a:cubicBezTo>
                <a:close/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Autofit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 userDrawn="1"/>
        </p:nvPicPr>
        <p:blipFill>
          <a:blip r:embed="rId2">
            <a:alphaModFix amt="3000"/>
            <a:lum contrast="100000"/>
          </a:blip>
          <a:stretch>
            <a:fillRect/>
          </a:stretch>
        </p:blipFill>
        <p:spPr>
          <a:xfrm>
            <a:off x="6782813" y="-271201"/>
            <a:ext cx="7356956" cy="74004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2646" y="0"/>
            <a:ext cx="17797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图片占位符 8"/>
          <p:cNvSpPr>
            <a:spLocks noGrp="1"/>
          </p:cNvSpPr>
          <p:nvPr>
            <p:ph type="pic" sz="quarter" idx="15"/>
          </p:nvPr>
        </p:nvSpPr>
        <p:spPr>
          <a:xfrm flipH="1">
            <a:off x="170624" y="0"/>
            <a:ext cx="4097163" cy="6858000"/>
          </a:xfrm>
          <a:custGeom>
            <a:avLst/>
            <a:gdLst>
              <a:gd name="connsiteX0" fmla="*/ 533952 w 4167120"/>
              <a:gd name="connsiteY0" fmla="*/ 0 h 6858000"/>
              <a:gd name="connsiteX1" fmla="*/ 4167120 w 4167120"/>
              <a:gd name="connsiteY1" fmla="*/ 0 h 6858000"/>
              <a:gd name="connsiteX2" fmla="*/ 4167120 w 4167120"/>
              <a:gd name="connsiteY2" fmla="*/ 6858000 h 6858000"/>
              <a:gd name="connsiteX3" fmla="*/ 427599 w 4167120"/>
              <a:gd name="connsiteY3" fmla="*/ 6858000 h 6858000"/>
              <a:gd name="connsiteX4" fmla="*/ 322189 w 4167120"/>
              <a:gd name="connsiteY4" fmla="*/ 6466939 h 6858000"/>
              <a:gd name="connsiteX5" fmla="*/ 0 w 4167120"/>
              <a:gd name="connsiteY5" fmla="*/ 3599121 h 6858000"/>
              <a:gd name="connsiteX6" fmla="*/ 455902 w 4167120"/>
              <a:gd name="connsiteY6" fmla="*/ 23524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120" h="6858000">
                <a:moveTo>
                  <a:pt x="533952" y="0"/>
                </a:moveTo>
                <a:lnTo>
                  <a:pt x="4167120" y="0"/>
                </a:lnTo>
                <a:lnTo>
                  <a:pt x="4167120" y="6858000"/>
                </a:lnTo>
                <a:lnTo>
                  <a:pt x="427599" y="6858000"/>
                </a:lnTo>
                <a:lnTo>
                  <a:pt x="322189" y="6466939"/>
                </a:lnTo>
                <a:cubicBezTo>
                  <a:pt x="116715" y="5614442"/>
                  <a:pt x="0" y="4637502"/>
                  <a:pt x="0" y="3599121"/>
                </a:cubicBezTo>
                <a:cubicBezTo>
                  <a:pt x="0" y="2353065"/>
                  <a:pt x="168069" y="1195481"/>
                  <a:pt x="455902" y="235243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kumimoji="1" lang="zh-CN" altLang="en-US"/>
          </a:p>
        </p:txBody>
      </p:sp>
      <p:sp>
        <p:nvSpPr>
          <p:cNvPr id="10" name="任意形状 9"/>
          <p:cNvSpPr/>
          <p:nvPr userDrawn="1"/>
        </p:nvSpPr>
        <p:spPr>
          <a:xfrm flipH="1">
            <a:off x="33862" y="-98854"/>
            <a:ext cx="4332705" cy="7039443"/>
          </a:xfrm>
          <a:custGeom>
            <a:avLst/>
            <a:gdLst>
              <a:gd name="connsiteX0" fmla="*/ 533952 w 4167120"/>
              <a:gd name="connsiteY0" fmla="*/ 0 h 6858000"/>
              <a:gd name="connsiteX1" fmla="*/ 4167120 w 4167120"/>
              <a:gd name="connsiteY1" fmla="*/ 0 h 6858000"/>
              <a:gd name="connsiteX2" fmla="*/ 4167120 w 4167120"/>
              <a:gd name="connsiteY2" fmla="*/ 6858000 h 6858000"/>
              <a:gd name="connsiteX3" fmla="*/ 427599 w 4167120"/>
              <a:gd name="connsiteY3" fmla="*/ 6858000 h 6858000"/>
              <a:gd name="connsiteX4" fmla="*/ 322189 w 4167120"/>
              <a:gd name="connsiteY4" fmla="*/ 6466939 h 6858000"/>
              <a:gd name="connsiteX5" fmla="*/ 0 w 4167120"/>
              <a:gd name="connsiteY5" fmla="*/ 3599121 h 6858000"/>
              <a:gd name="connsiteX6" fmla="*/ 455902 w 4167120"/>
              <a:gd name="connsiteY6" fmla="*/ 23524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120" h="6858000">
                <a:moveTo>
                  <a:pt x="533952" y="0"/>
                </a:moveTo>
                <a:lnTo>
                  <a:pt x="4167120" y="0"/>
                </a:lnTo>
                <a:lnTo>
                  <a:pt x="4167120" y="6858000"/>
                </a:lnTo>
                <a:lnTo>
                  <a:pt x="427599" y="6858000"/>
                </a:lnTo>
                <a:lnTo>
                  <a:pt x="322189" y="6466939"/>
                </a:lnTo>
                <a:cubicBezTo>
                  <a:pt x="116715" y="5614442"/>
                  <a:pt x="0" y="4637502"/>
                  <a:pt x="0" y="3599121"/>
                </a:cubicBezTo>
                <a:cubicBezTo>
                  <a:pt x="0" y="2353065"/>
                  <a:pt x="168069" y="1195481"/>
                  <a:pt x="455902" y="235243"/>
                </a:cubicBezTo>
                <a:close/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Autofit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转场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alphaModFix amt="3000"/>
            <a:lum contrast="100000"/>
          </a:blip>
          <a:stretch>
            <a:fillRect/>
          </a:stretch>
        </p:blipFill>
        <p:spPr>
          <a:xfrm>
            <a:off x="8505934" y="-278834"/>
            <a:ext cx="7372131" cy="741566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>
            <a:alphaModFix amt="3000"/>
            <a:lum contrast="100000"/>
          </a:blip>
          <a:stretch>
            <a:fillRect/>
          </a:stretch>
        </p:blipFill>
        <p:spPr>
          <a:xfrm>
            <a:off x="-3686066" y="-278834"/>
            <a:ext cx="7372131" cy="7415667"/>
          </a:xfrm>
          <a:prstGeom prst="rect">
            <a:avLst/>
          </a:prstGeom>
        </p:spPr>
      </p:pic>
      <p:grpSp>
        <p:nvGrpSpPr>
          <p:cNvPr id="7" name="íşḷïḑe"/>
          <p:cNvGrpSpPr/>
          <p:nvPr userDrawn="1"/>
        </p:nvGrpSpPr>
        <p:grpSpPr>
          <a:xfrm>
            <a:off x="10318826" y="6251198"/>
            <a:ext cx="1054401" cy="383497"/>
            <a:chOff x="4412452" y="3106738"/>
            <a:chExt cx="2312689" cy="841148"/>
          </a:xfrm>
        </p:grpSpPr>
        <p:grpSp>
          <p:nvGrpSpPr>
            <p:cNvPr id="8" name="îṥľíḑé"/>
            <p:cNvGrpSpPr/>
            <p:nvPr/>
          </p:nvGrpSpPr>
          <p:grpSpPr>
            <a:xfrm>
              <a:off x="4422776" y="3106738"/>
              <a:ext cx="2293937" cy="617538"/>
              <a:chOff x="4422776" y="3106738"/>
              <a:chExt cx="2293937" cy="617538"/>
            </a:xfrm>
          </p:grpSpPr>
          <p:sp>
            <p:nvSpPr>
              <p:cNvPr id="25" name="išḻiḑé"/>
              <p:cNvSpPr/>
              <p:nvPr/>
            </p:nvSpPr>
            <p:spPr bwMode="auto">
              <a:xfrm>
                <a:off x="4811713" y="3200400"/>
                <a:ext cx="49213" cy="100013"/>
              </a:xfrm>
              <a:custGeom>
                <a:avLst/>
                <a:gdLst>
                  <a:gd name="T0" fmla="*/ 0 w 15"/>
                  <a:gd name="T1" fmla="*/ 1 h 30"/>
                  <a:gd name="T2" fmla="*/ 1 w 15"/>
                  <a:gd name="T3" fmla="*/ 12 h 30"/>
                  <a:gd name="T4" fmla="*/ 0 w 15"/>
                  <a:gd name="T5" fmla="*/ 21 h 30"/>
                  <a:gd name="T6" fmla="*/ 2 w 15"/>
                  <a:gd name="T7" fmla="*/ 28 h 30"/>
                  <a:gd name="T8" fmla="*/ 7 w 15"/>
                  <a:gd name="T9" fmla="*/ 30 h 30"/>
                  <a:gd name="T10" fmla="*/ 12 w 15"/>
                  <a:gd name="T11" fmla="*/ 26 h 30"/>
                  <a:gd name="T12" fmla="*/ 15 w 15"/>
                  <a:gd name="T13" fmla="*/ 18 h 30"/>
                  <a:gd name="T14" fmla="*/ 3 w 15"/>
                  <a:gd name="T15" fmla="*/ 0 h 30"/>
                  <a:gd name="T16" fmla="*/ 0 w 15"/>
                  <a:gd name="T17" fmla="*/ 1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" h="30">
                    <a:moveTo>
                      <a:pt x="0" y="1"/>
                    </a:moveTo>
                    <a:cubicBezTo>
                      <a:pt x="1" y="12"/>
                      <a:pt x="1" y="12"/>
                      <a:pt x="1" y="12"/>
                    </a:cubicBezTo>
                    <a:cubicBezTo>
                      <a:pt x="1" y="13"/>
                      <a:pt x="0" y="18"/>
                      <a:pt x="0" y="21"/>
                    </a:cubicBezTo>
                    <a:cubicBezTo>
                      <a:pt x="0" y="24"/>
                      <a:pt x="2" y="25"/>
                      <a:pt x="2" y="28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9" y="27"/>
                      <a:pt x="10" y="29"/>
                      <a:pt x="12" y="26"/>
                    </a:cubicBezTo>
                    <a:cubicBezTo>
                      <a:pt x="14" y="23"/>
                      <a:pt x="14" y="21"/>
                      <a:pt x="15" y="18"/>
                    </a:cubicBezTo>
                    <a:cubicBezTo>
                      <a:pt x="12" y="7"/>
                      <a:pt x="13" y="5"/>
                      <a:pt x="3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6001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6" name="íṥľíďè"/>
              <p:cNvSpPr/>
              <p:nvPr/>
            </p:nvSpPr>
            <p:spPr bwMode="auto">
              <a:xfrm>
                <a:off x="5221288" y="3184525"/>
                <a:ext cx="36513" cy="122238"/>
              </a:xfrm>
              <a:custGeom>
                <a:avLst/>
                <a:gdLst>
                  <a:gd name="T0" fmla="*/ 0 w 11"/>
                  <a:gd name="T1" fmla="*/ 3 h 37"/>
                  <a:gd name="T2" fmla="*/ 2 w 11"/>
                  <a:gd name="T3" fmla="*/ 14 h 37"/>
                  <a:gd name="T4" fmla="*/ 0 w 11"/>
                  <a:gd name="T5" fmla="*/ 33 h 37"/>
                  <a:gd name="T6" fmla="*/ 0 w 11"/>
                  <a:gd name="T7" fmla="*/ 36 h 37"/>
                  <a:gd name="T8" fmla="*/ 2 w 11"/>
                  <a:gd name="T9" fmla="*/ 37 h 37"/>
                  <a:gd name="T10" fmla="*/ 8 w 11"/>
                  <a:gd name="T11" fmla="*/ 27 h 37"/>
                  <a:gd name="T12" fmla="*/ 11 w 11"/>
                  <a:gd name="T13" fmla="*/ 17 h 37"/>
                  <a:gd name="T14" fmla="*/ 11 w 11"/>
                  <a:gd name="T15" fmla="*/ 15 h 37"/>
                  <a:gd name="T16" fmla="*/ 7 w 11"/>
                  <a:gd name="T17" fmla="*/ 2 h 37"/>
                  <a:gd name="T18" fmla="*/ 2 w 11"/>
                  <a:gd name="T19" fmla="*/ 0 h 37"/>
                  <a:gd name="T20" fmla="*/ 0 w 11"/>
                  <a:gd name="T21" fmla="*/ 3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1" h="37">
                    <a:moveTo>
                      <a:pt x="0" y="3"/>
                    </a:moveTo>
                    <a:cubicBezTo>
                      <a:pt x="2" y="14"/>
                      <a:pt x="2" y="14"/>
                      <a:pt x="2" y="14"/>
                    </a:cubicBezTo>
                    <a:cubicBezTo>
                      <a:pt x="2" y="19"/>
                      <a:pt x="0" y="27"/>
                      <a:pt x="0" y="33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2" y="36"/>
                      <a:pt x="1" y="37"/>
                      <a:pt x="2" y="37"/>
                    </a:cubicBezTo>
                    <a:cubicBezTo>
                      <a:pt x="3" y="37"/>
                      <a:pt x="7" y="28"/>
                      <a:pt x="8" y="27"/>
                    </a:cubicBezTo>
                    <a:cubicBezTo>
                      <a:pt x="9" y="24"/>
                      <a:pt x="11" y="21"/>
                      <a:pt x="11" y="17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11" y="7"/>
                      <a:pt x="8" y="7"/>
                      <a:pt x="7" y="2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1"/>
                      <a:pt x="0" y="1"/>
                      <a:pt x="0" y="3"/>
                    </a:cubicBezTo>
                    <a:close/>
                  </a:path>
                </a:pathLst>
              </a:custGeom>
              <a:solidFill>
                <a:srgbClr val="E6001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" name="íś1iḑe"/>
              <p:cNvSpPr/>
              <p:nvPr/>
            </p:nvSpPr>
            <p:spPr bwMode="auto">
              <a:xfrm>
                <a:off x="4554538" y="3251200"/>
                <a:ext cx="119063" cy="58738"/>
              </a:xfrm>
              <a:custGeom>
                <a:avLst/>
                <a:gdLst>
                  <a:gd name="T0" fmla="*/ 0 w 36"/>
                  <a:gd name="T1" fmla="*/ 15 h 18"/>
                  <a:gd name="T2" fmla="*/ 2 w 36"/>
                  <a:gd name="T3" fmla="*/ 16 h 18"/>
                  <a:gd name="T4" fmla="*/ 13 w 36"/>
                  <a:gd name="T5" fmla="*/ 18 h 18"/>
                  <a:gd name="T6" fmla="*/ 16 w 36"/>
                  <a:gd name="T7" fmla="*/ 18 h 18"/>
                  <a:gd name="T8" fmla="*/ 22 w 36"/>
                  <a:gd name="T9" fmla="*/ 17 h 18"/>
                  <a:gd name="T10" fmla="*/ 23 w 36"/>
                  <a:gd name="T11" fmla="*/ 17 h 18"/>
                  <a:gd name="T12" fmla="*/ 30 w 36"/>
                  <a:gd name="T13" fmla="*/ 13 h 18"/>
                  <a:gd name="T14" fmla="*/ 36 w 36"/>
                  <a:gd name="T15" fmla="*/ 8 h 18"/>
                  <a:gd name="T16" fmla="*/ 36 w 36"/>
                  <a:gd name="T17" fmla="*/ 7 h 18"/>
                  <a:gd name="T18" fmla="*/ 36 w 36"/>
                  <a:gd name="T19" fmla="*/ 4 h 18"/>
                  <a:gd name="T20" fmla="*/ 32 w 36"/>
                  <a:gd name="T21" fmla="*/ 0 h 18"/>
                  <a:gd name="T22" fmla="*/ 24 w 36"/>
                  <a:gd name="T23" fmla="*/ 3 h 18"/>
                  <a:gd name="T24" fmla="*/ 16 w 36"/>
                  <a:gd name="T25" fmla="*/ 7 h 18"/>
                  <a:gd name="T26" fmla="*/ 0 w 36"/>
                  <a:gd name="T27" fmla="*/ 15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6" h="18">
                    <a:moveTo>
                      <a:pt x="0" y="15"/>
                    </a:moveTo>
                    <a:cubicBezTo>
                      <a:pt x="1" y="16"/>
                      <a:pt x="1" y="16"/>
                      <a:pt x="2" y="16"/>
                    </a:cubicBezTo>
                    <a:cubicBezTo>
                      <a:pt x="6" y="16"/>
                      <a:pt x="9" y="18"/>
                      <a:pt x="13" y="18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22" y="17"/>
                      <a:pt x="22" y="17"/>
                      <a:pt x="22" y="17"/>
                    </a:cubicBezTo>
                    <a:cubicBezTo>
                      <a:pt x="23" y="17"/>
                      <a:pt x="23" y="17"/>
                      <a:pt x="23" y="17"/>
                    </a:cubicBezTo>
                    <a:cubicBezTo>
                      <a:pt x="26" y="16"/>
                      <a:pt x="28" y="14"/>
                      <a:pt x="30" y="13"/>
                    </a:cubicBezTo>
                    <a:cubicBezTo>
                      <a:pt x="34" y="11"/>
                      <a:pt x="33" y="10"/>
                      <a:pt x="36" y="8"/>
                    </a:cubicBezTo>
                    <a:cubicBezTo>
                      <a:pt x="36" y="7"/>
                      <a:pt x="36" y="7"/>
                      <a:pt x="36" y="7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36" y="1"/>
                      <a:pt x="33" y="2"/>
                      <a:pt x="32" y="0"/>
                    </a:cubicBezTo>
                    <a:cubicBezTo>
                      <a:pt x="29" y="1"/>
                      <a:pt x="27" y="1"/>
                      <a:pt x="24" y="3"/>
                    </a:cubicBezTo>
                    <a:cubicBezTo>
                      <a:pt x="21" y="4"/>
                      <a:pt x="19" y="6"/>
                      <a:pt x="16" y="7"/>
                    </a:cubicBezTo>
                    <a:cubicBezTo>
                      <a:pt x="11" y="11"/>
                      <a:pt x="4" y="10"/>
                      <a:pt x="0" y="15"/>
                    </a:cubicBezTo>
                    <a:close/>
                  </a:path>
                </a:pathLst>
              </a:custGeom>
              <a:solidFill>
                <a:srgbClr val="E6001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" name="iṩ1iḋè"/>
              <p:cNvSpPr/>
              <p:nvPr/>
            </p:nvSpPr>
            <p:spPr bwMode="auto">
              <a:xfrm>
                <a:off x="6359526" y="3263900"/>
                <a:ext cx="93663" cy="139700"/>
              </a:xfrm>
              <a:custGeom>
                <a:avLst/>
                <a:gdLst>
                  <a:gd name="T0" fmla="*/ 15 w 28"/>
                  <a:gd name="T1" fmla="*/ 1 h 42"/>
                  <a:gd name="T2" fmla="*/ 6 w 28"/>
                  <a:gd name="T3" fmla="*/ 11 h 42"/>
                  <a:gd name="T4" fmla="*/ 6 w 28"/>
                  <a:gd name="T5" fmla="*/ 13 h 42"/>
                  <a:gd name="T6" fmla="*/ 5 w 28"/>
                  <a:gd name="T7" fmla="*/ 16 h 42"/>
                  <a:gd name="T8" fmla="*/ 6 w 28"/>
                  <a:gd name="T9" fmla="*/ 20 h 42"/>
                  <a:gd name="T10" fmla="*/ 6 w 28"/>
                  <a:gd name="T11" fmla="*/ 21 h 42"/>
                  <a:gd name="T12" fmla="*/ 0 w 28"/>
                  <a:gd name="T13" fmla="*/ 38 h 42"/>
                  <a:gd name="T14" fmla="*/ 0 w 28"/>
                  <a:gd name="T15" fmla="*/ 41 h 42"/>
                  <a:gd name="T16" fmla="*/ 3 w 28"/>
                  <a:gd name="T17" fmla="*/ 42 h 42"/>
                  <a:gd name="T18" fmla="*/ 9 w 28"/>
                  <a:gd name="T19" fmla="*/ 32 h 42"/>
                  <a:gd name="T20" fmla="*/ 12 w 28"/>
                  <a:gd name="T21" fmla="*/ 26 h 42"/>
                  <a:gd name="T22" fmla="*/ 14 w 28"/>
                  <a:gd name="T23" fmla="*/ 26 h 42"/>
                  <a:gd name="T24" fmla="*/ 20 w 28"/>
                  <a:gd name="T25" fmla="*/ 26 h 42"/>
                  <a:gd name="T26" fmla="*/ 28 w 28"/>
                  <a:gd name="T27" fmla="*/ 14 h 42"/>
                  <a:gd name="T28" fmla="*/ 28 w 28"/>
                  <a:gd name="T29" fmla="*/ 6 h 42"/>
                  <a:gd name="T30" fmla="*/ 28 w 28"/>
                  <a:gd name="T31" fmla="*/ 5 h 42"/>
                  <a:gd name="T32" fmla="*/ 27 w 28"/>
                  <a:gd name="T33" fmla="*/ 3 h 42"/>
                  <a:gd name="T34" fmla="*/ 26 w 28"/>
                  <a:gd name="T35" fmla="*/ 3 h 42"/>
                  <a:gd name="T36" fmla="*/ 24 w 28"/>
                  <a:gd name="T37" fmla="*/ 3 h 42"/>
                  <a:gd name="T38" fmla="*/ 23 w 28"/>
                  <a:gd name="T39" fmla="*/ 3 h 42"/>
                  <a:gd name="T40" fmla="*/ 20 w 28"/>
                  <a:gd name="T41" fmla="*/ 0 h 42"/>
                  <a:gd name="T42" fmla="*/ 15 w 28"/>
                  <a:gd name="T43" fmla="*/ 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8" h="42">
                    <a:moveTo>
                      <a:pt x="15" y="1"/>
                    </a:moveTo>
                    <a:cubicBezTo>
                      <a:pt x="15" y="10"/>
                      <a:pt x="8" y="6"/>
                      <a:pt x="6" y="11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6" y="14"/>
                      <a:pt x="5" y="14"/>
                      <a:pt x="5" y="16"/>
                    </a:cubicBezTo>
                    <a:cubicBezTo>
                      <a:pt x="6" y="20"/>
                      <a:pt x="6" y="20"/>
                      <a:pt x="6" y="20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6" y="29"/>
                      <a:pt x="0" y="31"/>
                      <a:pt x="0" y="38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2" y="42"/>
                      <a:pt x="2" y="42"/>
                      <a:pt x="3" y="42"/>
                    </a:cubicBezTo>
                    <a:cubicBezTo>
                      <a:pt x="7" y="42"/>
                      <a:pt x="9" y="36"/>
                      <a:pt x="9" y="32"/>
                    </a:cubicBezTo>
                    <a:cubicBezTo>
                      <a:pt x="9" y="29"/>
                      <a:pt x="10" y="26"/>
                      <a:pt x="12" y="26"/>
                    </a:cubicBezTo>
                    <a:cubicBezTo>
                      <a:pt x="14" y="26"/>
                      <a:pt x="14" y="26"/>
                      <a:pt x="14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4" y="24"/>
                      <a:pt x="28" y="21"/>
                      <a:pt x="28" y="14"/>
                    </a:cubicBezTo>
                    <a:cubicBezTo>
                      <a:pt x="28" y="6"/>
                      <a:pt x="28" y="6"/>
                      <a:pt x="28" y="6"/>
                    </a:cubicBezTo>
                    <a:cubicBezTo>
                      <a:pt x="28" y="5"/>
                      <a:pt x="28" y="5"/>
                      <a:pt x="28" y="5"/>
                    </a:cubicBezTo>
                    <a:cubicBezTo>
                      <a:pt x="27" y="3"/>
                      <a:pt x="27" y="3"/>
                      <a:pt x="27" y="3"/>
                    </a:cubicBezTo>
                    <a:cubicBezTo>
                      <a:pt x="26" y="3"/>
                      <a:pt x="26" y="3"/>
                      <a:pt x="26" y="3"/>
                    </a:cubicBezTo>
                    <a:cubicBezTo>
                      <a:pt x="24" y="3"/>
                      <a:pt x="24" y="3"/>
                      <a:pt x="24" y="3"/>
                    </a:cubicBezTo>
                    <a:cubicBezTo>
                      <a:pt x="23" y="3"/>
                      <a:pt x="23" y="3"/>
                      <a:pt x="23" y="3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15" y="1"/>
                    </a:lnTo>
                    <a:close/>
                  </a:path>
                </a:pathLst>
              </a:custGeom>
              <a:solidFill>
                <a:srgbClr val="E6001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" name="íṩlïḓè"/>
              <p:cNvSpPr/>
              <p:nvPr/>
            </p:nvSpPr>
            <p:spPr bwMode="auto">
              <a:xfrm>
                <a:off x="5826126" y="3273425"/>
                <a:ext cx="223838" cy="293688"/>
              </a:xfrm>
              <a:custGeom>
                <a:avLst/>
                <a:gdLst>
                  <a:gd name="T0" fmla="*/ 38 w 68"/>
                  <a:gd name="T1" fmla="*/ 16 h 88"/>
                  <a:gd name="T2" fmla="*/ 40 w 68"/>
                  <a:gd name="T3" fmla="*/ 5 h 88"/>
                  <a:gd name="T4" fmla="*/ 36 w 68"/>
                  <a:gd name="T5" fmla="*/ 1 h 88"/>
                  <a:gd name="T6" fmla="*/ 36 w 68"/>
                  <a:gd name="T7" fmla="*/ 1 h 88"/>
                  <a:gd name="T8" fmla="*/ 33 w 68"/>
                  <a:gd name="T9" fmla="*/ 0 h 88"/>
                  <a:gd name="T10" fmla="*/ 24 w 68"/>
                  <a:gd name="T11" fmla="*/ 7 h 88"/>
                  <a:gd name="T12" fmla="*/ 24 w 68"/>
                  <a:gd name="T13" fmla="*/ 8 h 88"/>
                  <a:gd name="T14" fmla="*/ 26 w 68"/>
                  <a:gd name="T15" fmla="*/ 18 h 88"/>
                  <a:gd name="T16" fmla="*/ 27 w 68"/>
                  <a:gd name="T17" fmla="*/ 28 h 88"/>
                  <a:gd name="T18" fmla="*/ 27 w 68"/>
                  <a:gd name="T19" fmla="*/ 39 h 88"/>
                  <a:gd name="T20" fmla="*/ 16 w 68"/>
                  <a:gd name="T21" fmla="*/ 48 h 88"/>
                  <a:gd name="T22" fmla="*/ 7 w 68"/>
                  <a:gd name="T23" fmla="*/ 49 h 88"/>
                  <a:gd name="T24" fmla="*/ 5 w 68"/>
                  <a:gd name="T25" fmla="*/ 49 h 88"/>
                  <a:gd name="T26" fmla="*/ 4 w 68"/>
                  <a:gd name="T27" fmla="*/ 49 h 88"/>
                  <a:gd name="T28" fmla="*/ 0 w 68"/>
                  <a:gd name="T29" fmla="*/ 54 h 88"/>
                  <a:gd name="T30" fmla="*/ 5 w 68"/>
                  <a:gd name="T31" fmla="*/ 60 h 88"/>
                  <a:gd name="T32" fmla="*/ 11 w 68"/>
                  <a:gd name="T33" fmla="*/ 60 h 88"/>
                  <a:gd name="T34" fmla="*/ 13 w 68"/>
                  <a:gd name="T35" fmla="*/ 59 h 88"/>
                  <a:gd name="T36" fmla="*/ 20 w 68"/>
                  <a:gd name="T37" fmla="*/ 66 h 88"/>
                  <a:gd name="T38" fmla="*/ 17 w 68"/>
                  <a:gd name="T39" fmla="*/ 72 h 88"/>
                  <a:gd name="T40" fmla="*/ 13 w 68"/>
                  <a:gd name="T41" fmla="*/ 76 h 88"/>
                  <a:gd name="T42" fmla="*/ 2 w 68"/>
                  <a:gd name="T43" fmla="*/ 82 h 88"/>
                  <a:gd name="T44" fmla="*/ 2 w 68"/>
                  <a:gd name="T45" fmla="*/ 83 h 88"/>
                  <a:gd name="T46" fmla="*/ 2 w 68"/>
                  <a:gd name="T47" fmla="*/ 87 h 88"/>
                  <a:gd name="T48" fmla="*/ 4 w 68"/>
                  <a:gd name="T49" fmla="*/ 88 h 88"/>
                  <a:gd name="T50" fmla="*/ 25 w 68"/>
                  <a:gd name="T51" fmla="*/ 77 h 88"/>
                  <a:gd name="T52" fmla="*/ 31 w 68"/>
                  <a:gd name="T53" fmla="*/ 69 h 88"/>
                  <a:gd name="T54" fmla="*/ 40 w 68"/>
                  <a:gd name="T55" fmla="*/ 63 h 88"/>
                  <a:gd name="T56" fmla="*/ 52 w 68"/>
                  <a:gd name="T57" fmla="*/ 70 h 88"/>
                  <a:gd name="T58" fmla="*/ 48 w 68"/>
                  <a:gd name="T59" fmla="*/ 79 h 88"/>
                  <a:gd name="T60" fmla="*/ 59 w 68"/>
                  <a:gd name="T61" fmla="*/ 81 h 88"/>
                  <a:gd name="T62" fmla="*/ 68 w 68"/>
                  <a:gd name="T63" fmla="*/ 71 h 88"/>
                  <a:gd name="T64" fmla="*/ 59 w 68"/>
                  <a:gd name="T65" fmla="*/ 62 h 88"/>
                  <a:gd name="T66" fmla="*/ 44 w 68"/>
                  <a:gd name="T67" fmla="*/ 60 h 88"/>
                  <a:gd name="T68" fmla="*/ 42 w 68"/>
                  <a:gd name="T69" fmla="*/ 60 h 88"/>
                  <a:gd name="T70" fmla="*/ 36 w 68"/>
                  <a:gd name="T71" fmla="*/ 53 h 88"/>
                  <a:gd name="T72" fmla="*/ 48 w 68"/>
                  <a:gd name="T73" fmla="*/ 42 h 88"/>
                  <a:gd name="T74" fmla="*/ 59 w 68"/>
                  <a:gd name="T75" fmla="*/ 32 h 88"/>
                  <a:gd name="T76" fmla="*/ 59 w 68"/>
                  <a:gd name="T77" fmla="*/ 30 h 88"/>
                  <a:gd name="T78" fmla="*/ 59 w 68"/>
                  <a:gd name="T79" fmla="*/ 29 h 88"/>
                  <a:gd name="T80" fmla="*/ 54 w 68"/>
                  <a:gd name="T81" fmla="*/ 26 h 88"/>
                  <a:gd name="T82" fmla="*/ 51 w 68"/>
                  <a:gd name="T83" fmla="*/ 27 h 88"/>
                  <a:gd name="T84" fmla="*/ 50 w 68"/>
                  <a:gd name="T85" fmla="*/ 27 h 88"/>
                  <a:gd name="T86" fmla="*/ 41 w 68"/>
                  <a:gd name="T87" fmla="*/ 33 h 88"/>
                  <a:gd name="T88" fmla="*/ 38 w 68"/>
                  <a:gd name="T89" fmla="*/ 28 h 88"/>
                  <a:gd name="T90" fmla="*/ 38 w 68"/>
                  <a:gd name="T91" fmla="*/ 27 h 88"/>
                  <a:gd name="T92" fmla="*/ 38 w 68"/>
                  <a:gd name="T93" fmla="*/ 16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68" h="88">
                    <a:moveTo>
                      <a:pt x="38" y="16"/>
                    </a:moveTo>
                    <a:cubicBezTo>
                      <a:pt x="39" y="11"/>
                      <a:pt x="40" y="9"/>
                      <a:pt x="40" y="5"/>
                    </a:cubicBezTo>
                    <a:cubicBezTo>
                      <a:pt x="40" y="3"/>
                      <a:pt x="38" y="1"/>
                      <a:pt x="36" y="1"/>
                    </a:cubicBezTo>
                    <a:cubicBezTo>
                      <a:pt x="36" y="1"/>
                      <a:pt x="36" y="1"/>
                      <a:pt x="36" y="1"/>
                    </a:cubicBezTo>
                    <a:cubicBezTo>
                      <a:pt x="34" y="1"/>
                      <a:pt x="34" y="1"/>
                      <a:pt x="33" y="0"/>
                    </a:cubicBezTo>
                    <a:cubicBezTo>
                      <a:pt x="28" y="3"/>
                      <a:pt x="28" y="1"/>
                      <a:pt x="24" y="7"/>
                    </a:cubicBezTo>
                    <a:cubicBezTo>
                      <a:pt x="24" y="8"/>
                      <a:pt x="24" y="8"/>
                      <a:pt x="24" y="8"/>
                    </a:cubicBezTo>
                    <a:cubicBezTo>
                      <a:pt x="24" y="12"/>
                      <a:pt x="26" y="14"/>
                      <a:pt x="26" y="18"/>
                    </a:cubicBezTo>
                    <a:cubicBezTo>
                      <a:pt x="27" y="28"/>
                      <a:pt x="27" y="28"/>
                      <a:pt x="27" y="28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8" y="45"/>
                      <a:pt x="22" y="48"/>
                      <a:pt x="16" y="48"/>
                    </a:cubicBezTo>
                    <a:cubicBezTo>
                      <a:pt x="7" y="49"/>
                      <a:pt x="7" y="49"/>
                      <a:pt x="7" y="49"/>
                    </a:cubicBezTo>
                    <a:cubicBezTo>
                      <a:pt x="5" y="49"/>
                      <a:pt x="5" y="49"/>
                      <a:pt x="5" y="49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2" y="50"/>
                      <a:pt x="0" y="51"/>
                      <a:pt x="0" y="54"/>
                    </a:cubicBezTo>
                    <a:cubicBezTo>
                      <a:pt x="0" y="56"/>
                      <a:pt x="3" y="60"/>
                      <a:pt x="5" y="60"/>
                    </a:cubicBezTo>
                    <a:cubicBezTo>
                      <a:pt x="11" y="60"/>
                      <a:pt x="11" y="60"/>
                      <a:pt x="11" y="60"/>
                    </a:cubicBezTo>
                    <a:cubicBezTo>
                      <a:pt x="12" y="60"/>
                      <a:pt x="12" y="60"/>
                      <a:pt x="13" y="59"/>
                    </a:cubicBezTo>
                    <a:cubicBezTo>
                      <a:pt x="17" y="62"/>
                      <a:pt x="17" y="60"/>
                      <a:pt x="20" y="66"/>
                    </a:cubicBezTo>
                    <a:cubicBezTo>
                      <a:pt x="18" y="69"/>
                      <a:pt x="20" y="68"/>
                      <a:pt x="17" y="72"/>
                    </a:cubicBezTo>
                    <a:cubicBezTo>
                      <a:pt x="15" y="73"/>
                      <a:pt x="15" y="75"/>
                      <a:pt x="13" y="76"/>
                    </a:cubicBezTo>
                    <a:cubicBezTo>
                      <a:pt x="8" y="79"/>
                      <a:pt x="7" y="80"/>
                      <a:pt x="2" y="82"/>
                    </a:cubicBezTo>
                    <a:cubicBezTo>
                      <a:pt x="2" y="83"/>
                      <a:pt x="2" y="83"/>
                      <a:pt x="2" y="83"/>
                    </a:cubicBezTo>
                    <a:cubicBezTo>
                      <a:pt x="2" y="87"/>
                      <a:pt x="2" y="87"/>
                      <a:pt x="2" y="87"/>
                    </a:cubicBezTo>
                    <a:cubicBezTo>
                      <a:pt x="4" y="87"/>
                      <a:pt x="3" y="88"/>
                      <a:pt x="4" y="88"/>
                    </a:cubicBezTo>
                    <a:cubicBezTo>
                      <a:pt x="13" y="88"/>
                      <a:pt x="20" y="82"/>
                      <a:pt x="25" y="77"/>
                    </a:cubicBezTo>
                    <a:cubicBezTo>
                      <a:pt x="26" y="76"/>
                      <a:pt x="30" y="71"/>
                      <a:pt x="31" y="69"/>
                    </a:cubicBezTo>
                    <a:cubicBezTo>
                      <a:pt x="33" y="65"/>
                      <a:pt x="35" y="63"/>
                      <a:pt x="40" y="63"/>
                    </a:cubicBezTo>
                    <a:cubicBezTo>
                      <a:pt x="45" y="63"/>
                      <a:pt x="49" y="67"/>
                      <a:pt x="52" y="70"/>
                    </a:cubicBezTo>
                    <a:cubicBezTo>
                      <a:pt x="48" y="79"/>
                      <a:pt x="48" y="79"/>
                      <a:pt x="48" y="79"/>
                    </a:cubicBezTo>
                    <a:cubicBezTo>
                      <a:pt x="50" y="79"/>
                      <a:pt x="58" y="81"/>
                      <a:pt x="59" y="81"/>
                    </a:cubicBezTo>
                    <a:cubicBezTo>
                      <a:pt x="65" y="81"/>
                      <a:pt x="67" y="76"/>
                      <a:pt x="68" y="71"/>
                    </a:cubicBezTo>
                    <a:cubicBezTo>
                      <a:pt x="67" y="65"/>
                      <a:pt x="63" y="64"/>
                      <a:pt x="59" y="62"/>
                    </a:cubicBezTo>
                    <a:cubicBezTo>
                      <a:pt x="53" y="59"/>
                      <a:pt x="51" y="60"/>
                      <a:pt x="44" y="60"/>
                    </a:cubicBezTo>
                    <a:cubicBezTo>
                      <a:pt x="43" y="60"/>
                      <a:pt x="43" y="60"/>
                      <a:pt x="42" y="60"/>
                    </a:cubicBezTo>
                    <a:cubicBezTo>
                      <a:pt x="40" y="59"/>
                      <a:pt x="36" y="56"/>
                      <a:pt x="36" y="53"/>
                    </a:cubicBezTo>
                    <a:cubicBezTo>
                      <a:pt x="36" y="51"/>
                      <a:pt x="45" y="44"/>
                      <a:pt x="48" y="42"/>
                    </a:cubicBezTo>
                    <a:cubicBezTo>
                      <a:pt x="50" y="41"/>
                      <a:pt x="59" y="34"/>
                      <a:pt x="59" y="32"/>
                    </a:cubicBezTo>
                    <a:cubicBezTo>
                      <a:pt x="59" y="30"/>
                      <a:pt x="59" y="30"/>
                      <a:pt x="59" y="30"/>
                    </a:cubicBezTo>
                    <a:cubicBezTo>
                      <a:pt x="59" y="29"/>
                      <a:pt x="59" y="29"/>
                      <a:pt x="59" y="29"/>
                    </a:cubicBezTo>
                    <a:cubicBezTo>
                      <a:pt x="54" y="26"/>
                      <a:pt x="54" y="26"/>
                      <a:pt x="54" y="26"/>
                    </a:cubicBezTo>
                    <a:cubicBezTo>
                      <a:pt x="53" y="27"/>
                      <a:pt x="53" y="27"/>
                      <a:pt x="51" y="27"/>
                    </a:cubicBezTo>
                    <a:cubicBezTo>
                      <a:pt x="50" y="27"/>
                      <a:pt x="50" y="27"/>
                      <a:pt x="50" y="27"/>
                    </a:cubicBezTo>
                    <a:cubicBezTo>
                      <a:pt x="46" y="32"/>
                      <a:pt x="46" y="30"/>
                      <a:pt x="41" y="33"/>
                    </a:cubicBezTo>
                    <a:cubicBezTo>
                      <a:pt x="40" y="31"/>
                      <a:pt x="39" y="30"/>
                      <a:pt x="38" y="28"/>
                    </a:cubicBezTo>
                    <a:cubicBezTo>
                      <a:pt x="38" y="27"/>
                      <a:pt x="38" y="27"/>
                      <a:pt x="38" y="27"/>
                    </a:cubicBezTo>
                    <a:lnTo>
                      <a:pt x="38" y="16"/>
                    </a:lnTo>
                    <a:close/>
                  </a:path>
                </a:pathLst>
              </a:custGeom>
              <a:solidFill>
                <a:srgbClr val="E6001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" name="ísḷïďè"/>
              <p:cNvSpPr/>
              <p:nvPr/>
            </p:nvSpPr>
            <p:spPr bwMode="auto">
              <a:xfrm>
                <a:off x="4518026" y="3506788"/>
                <a:ext cx="53975" cy="71438"/>
              </a:xfrm>
              <a:custGeom>
                <a:avLst/>
                <a:gdLst>
                  <a:gd name="T0" fmla="*/ 14 w 16"/>
                  <a:gd name="T1" fmla="*/ 17 h 21"/>
                  <a:gd name="T2" fmla="*/ 16 w 16"/>
                  <a:gd name="T3" fmla="*/ 12 h 21"/>
                  <a:gd name="T4" fmla="*/ 11 w 16"/>
                  <a:gd name="T5" fmla="*/ 5 h 21"/>
                  <a:gd name="T6" fmla="*/ 5 w 16"/>
                  <a:gd name="T7" fmla="*/ 0 h 21"/>
                  <a:gd name="T8" fmla="*/ 2 w 16"/>
                  <a:gd name="T9" fmla="*/ 4 h 21"/>
                  <a:gd name="T10" fmla="*/ 2 w 16"/>
                  <a:gd name="T11" fmla="*/ 5 h 21"/>
                  <a:gd name="T12" fmla="*/ 2 w 16"/>
                  <a:gd name="T13" fmla="*/ 8 h 21"/>
                  <a:gd name="T14" fmla="*/ 2 w 16"/>
                  <a:gd name="T15" fmla="*/ 9 h 21"/>
                  <a:gd name="T16" fmla="*/ 0 w 16"/>
                  <a:gd name="T17" fmla="*/ 17 h 21"/>
                  <a:gd name="T18" fmla="*/ 3 w 16"/>
                  <a:gd name="T19" fmla="*/ 21 h 21"/>
                  <a:gd name="T20" fmla="*/ 4 w 16"/>
                  <a:gd name="T21" fmla="*/ 21 h 21"/>
                  <a:gd name="T22" fmla="*/ 5 w 16"/>
                  <a:gd name="T23" fmla="*/ 21 h 21"/>
                  <a:gd name="T24" fmla="*/ 14 w 16"/>
                  <a:gd name="T25" fmla="*/ 17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" h="21">
                    <a:moveTo>
                      <a:pt x="14" y="17"/>
                    </a:moveTo>
                    <a:cubicBezTo>
                      <a:pt x="14" y="15"/>
                      <a:pt x="16" y="13"/>
                      <a:pt x="16" y="12"/>
                    </a:cubicBezTo>
                    <a:cubicBezTo>
                      <a:pt x="16" y="11"/>
                      <a:pt x="12" y="7"/>
                      <a:pt x="11" y="5"/>
                    </a:cubicBezTo>
                    <a:cubicBezTo>
                      <a:pt x="11" y="3"/>
                      <a:pt x="8" y="0"/>
                      <a:pt x="5" y="0"/>
                    </a:cubicBezTo>
                    <a:cubicBezTo>
                      <a:pt x="4" y="0"/>
                      <a:pt x="3" y="3"/>
                      <a:pt x="2" y="4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2" y="9"/>
                      <a:pt x="2" y="9"/>
                      <a:pt x="2" y="9"/>
                    </a:cubicBezTo>
                    <a:cubicBezTo>
                      <a:pt x="1" y="11"/>
                      <a:pt x="0" y="14"/>
                      <a:pt x="0" y="17"/>
                    </a:cubicBezTo>
                    <a:cubicBezTo>
                      <a:pt x="0" y="19"/>
                      <a:pt x="1" y="20"/>
                      <a:pt x="3" y="21"/>
                    </a:cubicBezTo>
                    <a:cubicBezTo>
                      <a:pt x="4" y="21"/>
                      <a:pt x="4" y="21"/>
                      <a:pt x="4" y="21"/>
                    </a:cubicBezTo>
                    <a:cubicBezTo>
                      <a:pt x="5" y="21"/>
                      <a:pt x="5" y="21"/>
                      <a:pt x="5" y="21"/>
                    </a:cubicBezTo>
                    <a:cubicBezTo>
                      <a:pt x="7" y="21"/>
                      <a:pt x="11" y="17"/>
                      <a:pt x="14" y="17"/>
                    </a:cubicBezTo>
                    <a:close/>
                  </a:path>
                </a:pathLst>
              </a:custGeom>
              <a:solidFill>
                <a:srgbClr val="E6001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" name="îṧļîḓé"/>
              <p:cNvSpPr/>
              <p:nvPr/>
            </p:nvSpPr>
            <p:spPr bwMode="auto">
              <a:xfrm>
                <a:off x="5319713" y="3133725"/>
                <a:ext cx="222250" cy="500063"/>
              </a:xfrm>
              <a:custGeom>
                <a:avLst/>
                <a:gdLst>
                  <a:gd name="T0" fmla="*/ 47 w 67"/>
                  <a:gd name="T1" fmla="*/ 96 h 150"/>
                  <a:gd name="T2" fmla="*/ 51 w 67"/>
                  <a:gd name="T3" fmla="*/ 96 h 150"/>
                  <a:gd name="T4" fmla="*/ 46 w 67"/>
                  <a:gd name="T5" fmla="*/ 114 h 150"/>
                  <a:gd name="T6" fmla="*/ 42 w 67"/>
                  <a:gd name="T7" fmla="*/ 113 h 150"/>
                  <a:gd name="T8" fmla="*/ 39 w 67"/>
                  <a:gd name="T9" fmla="*/ 108 h 150"/>
                  <a:gd name="T10" fmla="*/ 21 w 67"/>
                  <a:gd name="T11" fmla="*/ 78 h 150"/>
                  <a:gd name="T12" fmla="*/ 29 w 67"/>
                  <a:gd name="T13" fmla="*/ 73 h 150"/>
                  <a:gd name="T14" fmla="*/ 32 w 67"/>
                  <a:gd name="T15" fmla="*/ 74 h 150"/>
                  <a:gd name="T16" fmla="*/ 32 w 67"/>
                  <a:gd name="T17" fmla="*/ 77 h 150"/>
                  <a:gd name="T18" fmla="*/ 32 w 67"/>
                  <a:gd name="T19" fmla="*/ 79 h 150"/>
                  <a:gd name="T20" fmla="*/ 21 w 67"/>
                  <a:gd name="T21" fmla="*/ 78 h 150"/>
                  <a:gd name="T22" fmla="*/ 53 w 67"/>
                  <a:gd name="T23" fmla="*/ 118 h 150"/>
                  <a:gd name="T24" fmla="*/ 66 w 67"/>
                  <a:gd name="T25" fmla="*/ 108 h 150"/>
                  <a:gd name="T26" fmla="*/ 60 w 67"/>
                  <a:gd name="T27" fmla="*/ 98 h 150"/>
                  <a:gd name="T28" fmla="*/ 51 w 67"/>
                  <a:gd name="T29" fmla="*/ 82 h 150"/>
                  <a:gd name="T30" fmla="*/ 47 w 67"/>
                  <a:gd name="T31" fmla="*/ 71 h 150"/>
                  <a:gd name="T32" fmla="*/ 60 w 67"/>
                  <a:gd name="T33" fmla="*/ 58 h 150"/>
                  <a:gd name="T34" fmla="*/ 53 w 67"/>
                  <a:gd name="T35" fmla="*/ 52 h 150"/>
                  <a:gd name="T36" fmla="*/ 44 w 67"/>
                  <a:gd name="T37" fmla="*/ 50 h 150"/>
                  <a:gd name="T38" fmla="*/ 48 w 67"/>
                  <a:gd name="T39" fmla="*/ 38 h 150"/>
                  <a:gd name="T40" fmla="*/ 66 w 67"/>
                  <a:gd name="T41" fmla="*/ 17 h 150"/>
                  <a:gd name="T42" fmla="*/ 66 w 67"/>
                  <a:gd name="T43" fmla="*/ 13 h 150"/>
                  <a:gd name="T44" fmla="*/ 56 w 67"/>
                  <a:gd name="T45" fmla="*/ 1 h 150"/>
                  <a:gd name="T46" fmla="*/ 55 w 67"/>
                  <a:gd name="T47" fmla="*/ 7 h 150"/>
                  <a:gd name="T48" fmla="*/ 50 w 67"/>
                  <a:gd name="T49" fmla="*/ 18 h 150"/>
                  <a:gd name="T50" fmla="*/ 42 w 67"/>
                  <a:gd name="T51" fmla="*/ 15 h 150"/>
                  <a:gd name="T52" fmla="*/ 40 w 67"/>
                  <a:gd name="T53" fmla="*/ 15 h 150"/>
                  <a:gd name="T54" fmla="*/ 41 w 67"/>
                  <a:gd name="T55" fmla="*/ 26 h 150"/>
                  <a:gd name="T56" fmla="*/ 41 w 67"/>
                  <a:gd name="T57" fmla="*/ 30 h 150"/>
                  <a:gd name="T58" fmla="*/ 37 w 67"/>
                  <a:gd name="T59" fmla="*/ 33 h 150"/>
                  <a:gd name="T60" fmla="*/ 30 w 67"/>
                  <a:gd name="T61" fmla="*/ 29 h 150"/>
                  <a:gd name="T62" fmla="*/ 9 w 67"/>
                  <a:gd name="T63" fmla="*/ 50 h 150"/>
                  <a:gd name="T64" fmla="*/ 4 w 67"/>
                  <a:gd name="T65" fmla="*/ 59 h 150"/>
                  <a:gd name="T66" fmla="*/ 23 w 67"/>
                  <a:gd name="T67" fmla="*/ 51 h 150"/>
                  <a:gd name="T68" fmla="*/ 30 w 67"/>
                  <a:gd name="T69" fmla="*/ 58 h 150"/>
                  <a:gd name="T70" fmla="*/ 26 w 67"/>
                  <a:gd name="T71" fmla="*/ 65 h 150"/>
                  <a:gd name="T72" fmla="*/ 19 w 67"/>
                  <a:gd name="T73" fmla="*/ 64 h 150"/>
                  <a:gd name="T74" fmla="*/ 16 w 67"/>
                  <a:gd name="T75" fmla="*/ 67 h 150"/>
                  <a:gd name="T76" fmla="*/ 16 w 67"/>
                  <a:gd name="T77" fmla="*/ 72 h 150"/>
                  <a:gd name="T78" fmla="*/ 3 w 67"/>
                  <a:gd name="T79" fmla="*/ 105 h 150"/>
                  <a:gd name="T80" fmla="*/ 6 w 67"/>
                  <a:gd name="T81" fmla="*/ 110 h 150"/>
                  <a:gd name="T82" fmla="*/ 9 w 67"/>
                  <a:gd name="T83" fmla="*/ 111 h 150"/>
                  <a:gd name="T84" fmla="*/ 24 w 67"/>
                  <a:gd name="T85" fmla="*/ 89 h 150"/>
                  <a:gd name="T86" fmla="*/ 32 w 67"/>
                  <a:gd name="T87" fmla="*/ 93 h 150"/>
                  <a:gd name="T88" fmla="*/ 32 w 67"/>
                  <a:gd name="T89" fmla="*/ 96 h 150"/>
                  <a:gd name="T90" fmla="*/ 29 w 67"/>
                  <a:gd name="T91" fmla="*/ 113 h 150"/>
                  <a:gd name="T92" fmla="*/ 29 w 67"/>
                  <a:gd name="T93" fmla="*/ 115 h 150"/>
                  <a:gd name="T94" fmla="*/ 22 w 67"/>
                  <a:gd name="T95" fmla="*/ 122 h 150"/>
                  <a:gd name="T96" fmla="*/ 10 w 67"/>
                  <a:gd name="T97" fmla="*/ 124 h 150"/>
                  <a:gd name="T98" fmla="*/ 15 w 67"/>
                  <a:gd name="T99" fmla="*/ 144 h 150"/>
                  <a:gd name="T100" fmla="*/ 17 w 67"/>
                  <a:gd name="T101" fmla="*/ 150 h 150"/>
                  <a:gd name="T102" fmla="*/ 38 w 67"/>
                  <a:gd name="T103" fmla="*/ 125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7" h="150">
                    <a:moveTo>
                      <a:pt x="39" y="107"/>
                    </a:moveTo>
                    <a:cubicBezTo>
                      <a:pt x="39" y="103"/>
                      <a:pt x="44" y="96"/>
                      <a:pt x="47" y="96"/>
                    </a:cubicBezTo>
                    <a:cubicBezTo>
                      <a:pt x="50" y="96"/>
                      <a:pt x="50" y="96"/>
                      <a:pt x="50" y="96"/>
                    </a:cubicBezTo>
                    <a:cubicBezTo>
                      <a:pt x="51" y="96"/>
                      <a:pt x="51" y="96"/>
                      <a:pt x="51" y="96"/>
                    </a:cubicBezTo>
                    <a:cubicBezTo>
                      <a:pt x="53" y="98"/>
                      <a:pt x="55" y="101"/>
                      <a:pt x="55" y="104"/>
                    </a:cubicBezTo>
                    <a:cubicBezTo>
                      <a:pt x="55" y="108"/>
                      <a:pt x="49" y="112"/>
                      <a:pt x="46" y="114"/>
                    </a:cubicBezTo>
                    <a:cubicBezTo>
                      <a:pt x="45" y="114"/>
                      <a:pt x="45" y="113"/>
                      <a:pt x="43" y="113"/>
                    </a:cubicBezTo>
                    <a:cubicBezTo>
                      <a:pt x="42" y="113"/>
                      <a:pt x="42" y="113"/>
                      <a:pt x="42" y="113"/>
                    </a:cubicBezTo>
                    <a:cubicBezTo>
                      <a:pt x="39" y="109"/>
                      <a:pt x="39" y="109"/>
                      <a:pt x="39" y="109"/>
                    </a:cubicBezTo>
                    <a:cubicBezTo>
                      <a:pt x="39" y="108"/>
                      <a:pt x="39" y="108"/>
                      <a:pt x="39" y="108"/>
                    </a:cubicBezTo>
                    <a:cubicBezTo>
                      <a:pt x="39" y="107"/>
                      <a:pt x="39" y="107"/>
                      <a:pt x="39" y="107"/>
                    </a:cubicBezTo>
                    <a:close/>
                    <a:moveTo>
                      <a:pt x="21" y="78"/>
                    </a:moveTo>
                    <a:cubicBezTo>
                      <a:pt x="21" y="77"/>
                      <a:pt x="25" y="73"/>
                      <a:pt x="26" y="73"/>
                    </a:cubicBezTo>
                    <a:cubicBezTo>
                      <a:pt x="27" y="73"/>
                      <a:pt x="27" y="73"/>
                      <a:pt x="29" y="73"/>
                    </a:cubicBezTo>
                    <a:cubicBezTo>
                      <a:pt x="30" y="73"/>
                      <a:pt x="30" y="73"/>
                      <a:pt x="30" y="73"/>
                    </a:cubicBezTo>
                    <a:cubicBezTo>
                      <a:pt x="32" y="74"/>
                      <a:pt x="32" y="74"/>
                      <a:pt x="32" y="74"/>
                    </a:cubicBezTo>
                    <a:cubicBezTo>
                      <a:pt x="32" y="76"/>
                      <a:pt x="32" y="76"/>
                      <a:pt x="32" y="76"/>
                    </a:cubicBezTo>
                    <a:cubicBezTo>
                      <a:pt x="32" y="77"/>
                      <a:pt x="32" y="77"/>
                      <a:pt x="32" y="77"/>
                    </a:cubicBezTo>
                    <a:cubicBezTo>
                      <a:pt x="32" y="78"/>
                      <a:pt x="32" y="78"/>
                      <a:pt x="32" y="78"/>
                    </a:cubicBezTo>
                    <a:cubicBezTo>
                      <a:pt x="32" y="79"/>
                      <a:pt x="32" y="79"/>
                      <a:pt x="32" y="79"/>
                    </a:cubicBezTo>
                    <a:cubicBezTo>
                      <a:pt x="31" y="82"/>
                      <a:pt x="29" y="83"/>
                      <a:pt x="25" y="83"/>
                    </a:cubicBezTo>
                    <a:cubicBezTo>
                      <a:pt x="23" y="83"/>
                      <a:pt x="21" y="81"/>
                      <a:pt x="21" y="78"/>
                    </a:cubicBezTo>
                    <a:close/>
                    <a:moveTo>
                      <a:pt x="38" y="125"/>
                    </a:moveTo>
                    <a:cubicBezTo>
                      <a:pt x="43" y="122"/>
                      <a:pt x="47" y="120"/>
                      <a:pt x="53" y="118"/>
                    </a:cubicBezTo>
                    <a:cubicBezTo>
                      <a:pt x="57" y="116"/>
                      <a:pt x="57" y="116"/>
                      <a:pt x="60" y="114"/>
                    </a:cubicBezTo>
                    <a:cubicBezTo>
                      <a:pt x="64" y="111"/>
                      <a:pt x="63" y="110"/>
                      <a:pt x="66" y="108"/>
                    </a:cubicBezTo>
                    <a:cubicBezTo>
                      <a:pt x="67" y="104"/>
                      <a:pt x="67" y="104"/>
                      <a:pt x="67" y="104"/>
                    </a:cubicBezTo>
                    <a:cubicBezTo>
                      <a:pt x="64" y="100"/>
                      <a:pt x="64" y="101"/>
                      <a:pt x="60" y="98"/>
                    </a:cubicBezTo>
                    <a:cubicBezTo>
                      <a:pt x="58" y="96"/>
                      <a:pt x="55" y="95"/>
                      <a:pt x="54" y="92"/>
                    </a:cubicBezTo>
                    <a:cubicBezTo>
                      <a:pt x="53" y="88"/>
                      <a:pt x="53" y="84"/>
                      <a:pt x="51" y="82"/>
                    </a:cubicBezTo>
                    <a:cubicBezTo>
                      <a:pt x="49" y="79"/>
                      <a:pt x="47" y="77"/>
                      <a:pt x="47" y="73"/>
                    </a:cubicBezTo>
                    <a:cubicBezTo>
                      <a:pt x="47" y="72"/>
                      <a:pt x="47" y="72"/>
                      <a:pt x="47" y="71"/>
                    </a:cubicBezTo>
                    <a:cubicBezTo>
                      <a:pt x="49" y="67"/>
                      <a:pt x="47" y="67"/>
                      <a:pt x="53" y="64"/>
                    </a:cubicBezTo>
                    <a:cubicBezTo>
                      <a:pt x="55" y="64"/>
                      <a:pt x="60" y="60"/>
                      <a:pt x="60" y="58"/>
                    </a:cubicBezTo>
                    <a:cubicBezTo>
                      <a:pt x="60" y="55"/>
                      <a:pt x="60" y="55"/>
                      <a:pt x="60" y="55"/>
                    </a:cubicBezTo>
                    <a:cubicBezTo>
                      <a:pt x="60" y="53"/>
                      <a:pt x="56" y="51"/>
                      <a:pt x="53" y="52"/>
                    </a:cubicBezTo>
                    <a:cubicBezTo>
                      <a:pt x="47" y="52"/>
                      <a:pt x="47" y="52"/>
                      <a:pt x="47" y="52"/>
                    </a:cubicBezTo>
                    <a:cubicBezTo>
                      <a:pt x="46" y="52"/>
                      <a:pt x="45" y="51"/>
                      <a:pt x="44" y="50"/>
                    </a:cubicBezTo>
                    <a:cubicBezTo>
                      <a:pt x="44" y="47"/>
                      <a:pt x="44" y="47"/>
                      <a:pt x="44" y="47"/>
                    </a:cubicBezTo>
                    <a:cubicBezTo>
                      <a:pt x="44" y="44"/>
                      <a:pt x="47" y="41"/>
                      <a:pt x="48" y="38"/>
                    </a:cubicBezTo>
                    <a:cubicBezTo>
                      <a:pt x="49" y="34"/>
                      <a:pt x="50" y="33"/>
                      <a:pt x="53" y="30"/>
                    </a:cubicBezTo>
                    <a:cubicBezTo>
                      <a:pt x="56" y="27"/>
                      <a:pt x="66" y="22"/>
                      <a:pt x="66" y="17"/>
                    </a:cubicBezTo>
                    <a:cubicBezTo>
                      <a:pt x="66" y="14"/>
                      <a:pt x="66" y="14"/>
                      <a:pt x="66" y="14"/>
                    </a:cubicBezTo>
                    <a:cubicBezTo>
                      <a:pt x="66" y="13"/>
                      <a:pt x="66" y="13"/>
                      <a:pt x="66" y="13"/>
                    </a:cubicBezTo>
                    <a:cubicBezTo>
                      <a:pt x="65" y="10"/>
                      <a:pt x="62" y="0"/>
                      <a:pt x="58" y="0"/>
                    </a:cubicBezTo>
                    <a:cubicBezTo>
                      <a:pt x="57" y="0"/>
                      <a:pt x="57" y="0"/>
                      <a:pt x="56" y="1"/>
                    </a:cubicBezTo>
                    <a:cubicBezTo>
                      <a:pt x="56" y="3"/>
                      <a:pt x="55" y="3"/>
                      <a:pt x="55" y="5"/>
                    </a:cubicBezTo>
                    <a:cubicBezTo>
                      <a:pt x="55" y="7"/>
                      <a:pt x="55" y="7"/>
                      <a:pt x="55" y="7"/>
                    </a:cubicBezTo>
                    <a:cubicBezTo>
                      <a:pt x="55" y="11"/>
                      <a:pt x="53" y="15"/>
                      <a:pt x="51" y="18"/>
                    </a:cubicBezTo>
                    <a:cubicBezTo>
                      <a:pt x="50" y="18"/>
                      <a:pt x="50" y="18"/>
                      <a:pt x="50" y="18"/>
                    </a:cubicBezTo>
                    <a:cubicBezTo>
                      <a:pt x="48" y="18"/>
                      <a:pt x="48" y="18"/>
                      <a:pt x="47" y="19"/>
                    </a:cubicBezTo>
                    <a:cubicBezTo>
                      <a:pt x="42" y="15"/>
                      <a:pt x="42" y="15"/>
                      <a:pt x="42" y="15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39" y="15"/>
                      <a:pt x="38" y="16"/>
                      <a:pt x="38" y="17"/>
                    </a:cubicBezTo>
                    <a:cubicBezTo>
                      <a:pt x="38" y="19"/>
                      <a:pt x="41" y="22"/>
                      <a:pt x="41" y="26"/>
                    </a:cubicBezTo>
                    <a:cubicBezTo>
                      <a:pt x="41" y="29"/>
                      <a:pt x="41" y="29"/>
                      <a:pt x="41" y="29"/>
                    </a:cubicBezTo>
                    <a:cubicBezTo>
                      <a:pt x="41" y="30"/>
                      <a:pt x="41" y="30"/>
                      <a:pt x="41" y="30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7" y="33"/>
                      <a:pt x="37" y="33"/>
                      <a:pt x="37" y="33"/>
                    </a:cubicBezTo>
                    <a:cubicBezTo>
                      <a:pt x="35" y="33"/>
                      <a:pt x="35" y="34"/>
                      <a:pt x="34" y="34"/>
                    </a:cubicBezTo>
                    <a:cubicBezTo>
                      <a:pt x="32" y="33"/>
                      <a:pt x="31" y="31"/>
                      <a:pt x="30" y="29"/>
                    </a:cubicBezTo>
                    <a:cubicBezTo>
                      <a:pt x="24" y="29"/>
                      <a:pt x="30" y="41"/>
                      <a:pt x="19" y="45"/>
                    </a:cubicBezTo>
                    <a:cubicBezTo>
                      <a:pt x="16" y="46"/>
                      <a:pt x="12" y="48"/>
                      <a:pt x="9" y="50"/>
                    </a:cubicBezTo>
                    <a:cubicBezTo>
                      <a:pt x="6" y="51"/>
                      <a:pt x="1" y="53"/>
                      <a:pt x="0" y="55"/>
                    </a:cubicBezTo>
                    <a:cubicBezTo>
                      <a:pt x="1" y="58"/>
                      <a:pt x="1" y="57"/>
                      <a:pt x="4" y="59"/>
                    </a:cubicBezTo>
                    <a:cubicBezTo>
                      <a:pt x="6" y="59"/>
                      <a:pt x="6" y="59"/>
                      <a:pt x="6" y="59"/>
                    </a:cubicBezTo>
                    <a:cubicBezTo>
                      <a:pt x="10" y="59"/>
                      <a:pt x="20" y="51"/>
                      <a:pt x="23" y="51"/>
                    </a:cubicBezTo>
                    <a:cubicBezTo>
                      <a:pt x="25" y="51"/>
                      <a:pt x="24" y="51"/>
                      <a:pt x="27" y="52"/>
                    </a:cubicBezTo>
                    <a:cubicBezTo>
                      <a:pt x="29" y="54"/>
                      <a:pt x="29" y="55"/>
                      <a:pt x="30" y="58"/>
                    </a:cubicBezTo>
                    <a:cubicBezTo>
                      <a:pt x="30" y="59"/>
                      <a:pt x="30" y="59"/>
                      <a:pt x="30" y="59"/>
                    </a:cubicBezTo>
                    <a:cubicBezTo>
                      <a:pt x="30" y="62"/>
                      <a:pt x="28" y="64"/>
                      <a:pt x="26" y="65"/>
                    </a:cubicBezTo>
                    <a:cubicBezTo>
                      <a:pt x="21" y="64"/>
                      <a:pt x="21" y="64"/>
                      <a:pt x="21" y="64"/>
                    </a:cubicBezTo>
                    <a:cubicBezTo>
                      <a:pt x="20" y="64"/>
                      <a:pt x="20" y="64"/>
                      <a:pt x="19" y="64"/>
                    </a:cubicBezTo>
                    <a:cubicBezTo>
                      <a:pt x="18" y="64"/>
                      <a:pt x="18" y="64"/>
                      <a:pt x="18" y="64"/>
                    </a:cubicBezTo>
                    <a:cubicBezTo>
                      <a:pt x="16" y="67"/>
                      <a:pt x="16" y="67"/>
                      <a:pt x="16" y="67"/>
                    </a:cubicBezTo>
                    <a:cubicBezTo>
                      <a:pt x="16" y="68"/>
                      <a:pt x="16" y="68"/>
                      <a:pt x="16" y="68"/>
                    </a:cubicBezTo>
                    <a:cubicBezTo>
                      <a:pt x="16" y="72"/>
                      <a:pt x="16" y="72"/>
                      <a:pt x="16" y="72"/>
                    </a:cubicBezTo>
                    <a:cubicBezTo>
                      <a:pt x="16" y="78"/>
                      <a:pt x="13" y="85"/>
                      <a:pt x="11" y="90"/>
                    </a:cubicBezTo>
                    <a:cubicBezTo>
                      <a:pt x="9" y="94"/>
                      <a:pt x="3" y="100"/>
                      <a:pt x="3" y="105"/>
                    </a:cubicBezTo>
                    <a:cubicBezTo>
                      <a:pt x="3" y="106"/>
                      <a:pt x="4" y="109"/>
                      <a:pt x="5" y="110"/>
                    </a:cubicBezTo>
                    <a:cubicBezTo>
                      <a:pt x="6" y="110"/>
                      <a:pt x="6" y="110"/>
                      <a:pt x="6" y="110"/>
                    </a:cubicBezTo>
                    <a:cubicBezTo>
                      <a:pt x="7" y="110"/>
                      <a:pt x="7" y="110"/>
                      <a:pt x="7" y="110"/>
                    </a:cubicBezTo>
                    <a:cubicBezTo>
                      <a:pt x="9" y="110"/>
                      <a:pt x="8" y="110"/>
                      <a:pt x="9" y="111"/>
                    </a:cubicBezTo>
                    <a:cubicBezTo>
                      <a:pt x="11" y="109"/>
                      <a:pt x="15" y="101"/>
                      <a:pt x="15" y="98"/>
                    </a:cubicBezTo>
                    <a:cubicBezTo>
                      <a:pt x="17" y="94"/>
                      <a:pt x="20" y="89"/>
                      <a:pt x="24" y="89"/>
                    </a:cubicBezTo>
                    <a:cubicBezTo>
                      <a:pt x="25" y="89"/>
                      <a:pt x="25" y="89"/>
                      <a:pt x="26" y="88"/>
                    </a:cubicBezTo>
                    <a:cubicBezTo>
                      <a:pt x="28" y="90"/>
                      <a:pt x="32" y="90"/>
                      <a:pt x="32" y="93"/>
                    </a:cubicBezTo>
                    <a:cubicBezTo>
                      <a:pt x="32" y="94"/>
                      <a:pt x="32" y="94"/>
                      <a:pt x="32" y="94"/>
                    </a:cubicBezTo>
                    <a:cubicBezTo>
                      <a:pt x="32" y="96"/>
                      <a:pt x="32" y="96"/>
                      <a:pt x="32" y="96"/>
                    </a:cubicBezTo>
                    <a:cubicBezTo>
                      <a:pt x="28" y="102"/>
                      <a:pt x="25" y="101"/>
                      <a:pt x="23" y="104"/>
                    </a:cubicBezTo>
                    <a:cubicBezTo>
                      <a:pt x="26" y="109"/>
                      <a:pt x="27" y="108"/>
                      <a:pt x="29" y="113"/>
                    </a:cubicBezTo>
                    <a:cubicBezTo>
                      <a:pt x="29" y="114"/>
                      <a:pt x="29" y="114"/>
                      <a:pt x="29" y="114"/>
                    </a:cubicBezTo>
                    <a:cubicBezTo>
                      <a:pt x="29" y="115"/>
                      <a:pt x="29" y="115"/>
                      <a:pt x="29" y="115"/>
                    </a:cubicBezTo>
                    <a:cubicBezTo>
                      <a:pt x="29" y="116"/>
                      <a:pt x="29" y="116"/>
                      <a:pt x="29" y="116"/>
                    </a:cubicBezTo>
                    <a:cubicBezTo>
                      <a:pt x="28" y="119"/>
                      <a:pt x="26" y="123"/>
                      <a:pt x="22" y="122"/>
                    </a:cubicBezTo>
                    <a:cubicBezTo>
                      <a:pt x="15" y="122"/>
                      <a:pt x="15" y="122"/>
                      <a:pt x="15" y="122"/>
                    </a:cubicBezTo>
                    <a:cubicBezTo>
                      <a:pt x="14" y="122"/>
                      <a:pt x="11" y="124"/>
                      <a:pt x="10" y="124"/>
                    </a:cubicBezTo>
                    <a:cubicBezTo>
                      <a:pt x="13" y="127"/>
                      <a:pt x="23" y="129"/>
                      <a:pt x="23" y="133"/>
                    </a:cubicBezTo>
                    <a:cubicBezTo>
                      <a:pt x="23" y="137"/>
                      <a:pt x="18" y="142"/>
                      <a:pt x="15" y="144"/>
                    </a:cubicBezTo>
                    <a:cubicBezTo>
                      <a:pt x="15" y="150"/>
                      <a:pt x="15" y="150"/>
                      <a:pt x="15" y="150"/>
                    </a:cubicBezTo>
                    <a:cubicBezTo>
                      <a:pt x="17" y="150"/>
                      <a:pt x="17" y="150"/>
                      <a:pt x="17" y="150"/>
                    </a:cubicBezTo>
                    <a:cubicBezTo>
                      <a:pt x="20" y="150"/>
                      <a:pt x="27" y="141"/>
                      <a:pt x="29" y="139"/>
                    </a:cubicBezTo>
                    <a:cubicBezTo>
                      <a:pt x="33" y="135"/>
                      <a:pt x="34" y="129"/>
                      <a:pt x="38" y="125"/>
                    </a:cubicBezTo>
                    <a:close/>
                  </a:path>
                </a:pathLst>
              </a:custGeom>
              <a:solidFill>
                <a:srgbClr val="E6001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" name="iSļïḑé"/>
              <p:cNvSpPr/>
              <p:nvPr/>
            </p:nvSpPr>
            <p:spPr bwMode="auto">
              <a:xfrm>
                <a:off x="4422776" y="3106738"/>
                <a:ext cx="412750" cy="596900"/>
              </a:xfrm>
              <a:custGeom>
                <a:avLst/>
                <a:gdLst>
                  <a:gd name="T0" fmla="*/ 63 w 125"/>
                  <a:gd name="T1" fmla="*/ 83 h 179"/>
                  <a:gd name="T2" fmla="*/ 69 w 125"/>
                  <a:gd name="T3" fmla="*/ 84 h 179"/>
                  <a:gd name="T4" fmla="*/ 71 w 125"/>
                  <a:gd name="T5" fmla="*/ 95 h 179"/>
                  <a:gd name="T6" fmla="*/ 56 w 125"/>
                  <a:gd name="T7" fmla="*/ 91 h 179"/>
                  <a:gd name="T8" fmla="*/ 77 w 125"/>
                  <a:gd name="T9" fmla="*/ 77 h 179"/>
                  <a:gd name="T10" fmla="*/ 90 w 125"/>
                  <a:gd name="T11" fmla="*/ 82 h 179"/>
                  <a:gd name="T12" fmla="*/ 93 w 125"/>
                  <a:gd name="T13" fmla="*/ 96 h 179"/>
                  <a:gd name="T14" fmla="*/ 88 w 125"/>
                  <a:gd name="T15" fmla="*/ 106 h 179"/>
                  <a:gd name="T16" fmla="*/ 75 w 125"/>
                  <a:gd name="T17" fmla="*/ 89 h 179"/>
                  <a:gd name="T18" fmla="*/ 91 w 125"/>
                  <a:gd name="T19" fmla="*/ 29 h 179"/>
                  <a:gd name="T20" fmla="*/ 95 w 125"/>
                  <a:gd name="T21" fmla="*/ 4 h 179"/>
                  <a:gd name="T22" fmla="*/ 92 w 125"/>
                  <a:gd name="T23" fmla="*/ 0 h 179"/>
                  <a:gd name="T24" fmla="*/ 86 w 125"/>
                  <a:gd name="T25" fmla="*/ 0 h 179"/>
                  <a:gd name="T26" fmla="*/ 80 w 125"/>
                  <a:gd name="T27" fmla="*/ 7 h 179"/>
                  <a:gd name="T28" fmla="*/ 83 w 125"/>
                  <a:gd name="T29" fmla="*/ 30 h 179"/>
                  <a:gd name="T30" fmla="*/ 86 w 125"/>
                  <a:gd name="T31" fmla="*/ 50 h 179"/>
                  <a:gd name="T32" fmla="*/ 46 w 125"/>
                  <a:gd name="T33" fmla="*/ 84 h 179"/>
                  <a:gd name="T34" fmla="*/ 0 w 125"/>
                  <a:gd name="T35" fmla="*/ 99 h 179"/>
                  <a:gd name="T36" fmla="*/ 13 w 125"/>
                  <a:gd name="T37" fmla="*/ 108 h 179"/>
                  <a:gd name="T38" fmla="*/ 30 w 125"/>
                  <a:gd name="T39" fmla="*/ 100 h 179"/>
                  <a:gd name="T40" fmla="*/ 47 w 125"/>
                  <a:gd name="T41" fmla="*/ 92 h 179"/>
                  <a:gd name="T42" fmla="*/ 51 w 125"/>
                  <a:gd name="T43" fmla="*/ 109 h 179"/>
                  <a:gd name="T44" fmla="*/ 50 w 125"/>
                  <a:gd name="T45" fmla="*/ 118 h 179"/>
                  <a:gd name="T46" fmla="*/ 54 w 125"/>
                  <a:gd name="T47" fmla="*/ 125 h 179"/>
                  <a:gd name="T48" fmla="*/ 62 w 125"/>
                  <a:gd name="T49" fmla="*/ 119 h 179"/>
                  <a:gd name="T50" fmla="*/ 62 w 125"/>
                  <a:gd name="T51" fmla="*/ 113 h 179"/>
                  <a:gd name="T52" fmla="*/ 78 w 125"/>
                  <a:gd name="T53" fmla="*/ 111 h 179"/>
                  <a:gd name="T54" fmla="*/ 78 w 125"/>
                  <a:gd name="T55" fmla="*/ 113 h 179"/>
                  <a:gd name="T56" fmla="*/ 78 w 125"/>
                  <a:gd name="T57" fmla="*/ 118 h 179"/>
                  <a:gd name="T58" fmla="*/ 46 w 125"/>
                  <a:gd name="T59" fmla="*/ 147 h 179"/>
                  <a:gd name="T60" fmla="*/ 28 w 125"/>
                  <a:gd name="T61" fmla="*/ 158 h 179"/>
                  <a:gd name="T62" fmla="*/ 1 w 125"/>
                  <a:gd name="T63" fmla="*/ 170 h 179"/>
                  <a:gd name="T64" fmla="*/ 14 w 125"/>
                  <a:gd name="T65" fmla="*/ 178 h 179"/>
                  <a:gd name="T66" fmla="*/ 20 w 125"/>
                  <a:gd name="T67" fmla="*/ 179 h 179"/>
                  <a:gd name="T68" fmla="*/ 22 w 125"/>
                  <a:gd name="T69" fmla="*/ 179 h 179"/>
                  <a:gd name="T70" fmla="*/ 38 w 125"/>
                  <a:gd name="T71" fmla="*/ 169 h 179"/>
                  <a:gd name="T72" fmla="*/ 61 w 125"/>
                  <a:gd name="T73" fmla="*/ 150 h 179"/>
                  <a:gd name="T74" fmla="*/ 79 w 125"/>
                  <a:gd name="T75" fmla="*/ 135 h 179"/>
                  <a:gd name="T76" fmla="*/ 96 w 125"/>
                  <a:gd name="T77" fmla="*/ 119 h 179"/>
                  <a:gd name="T78" fmla="*/ 106 w 125"/>
                  <a:gd name="T79" fmla="*/ 149 h 179"/>
                  <a:gd name="T80" fmla="*/ 125 w 125"/>
                  <a:gd name="T81" fmla="*/ 152 h 179"/>
                  <a:gd name="T82" fmla="*/ 116 w 125"/>
                  <a:gd name="T83" fmla="*/ 120 h 179"/>
                  <a:gd name="T84" fmla="*/ 115 w 125"/>
                  <a:gd name="T85" fmla="*/ 125 h 179"/>
                  <a:gd name="T86" fmla="*/ 109 w 125"/>
                  <a:gd name="T87" fmla="*/ 129 h 179"/>
                  <a:gd name="T88" fmla="*/ 97 w 125"/>
                  <a:gd name="T89" fmla="*/ 92 h 179"/>
                  <a:gd name="T90" fmla="*/ 94 w 125"/>
                  <a:gd name="T91" fmla="*/ 76 h 179"/>
                  <a:gd name="T92" fmla="*/ 110 w 125"/>
                  <a:gd name="T93" fmla="*/ 60 h 179"/>
                  <a:gd name="T94" fmla="*/ 105 w 125"/>
                  <a:gd name="T95" fmla="*/ 57 h 179"/>
                  <a:gd name="T96" fmla="*/ 101 w 125"/>
                  <a:gd name="T97" fmla="*/ 59 h 179"/>
                  <a:gd name="T98" fmla="*/ 91 w 125"/>
                  <a:gd name="T99" fmla="*/ 54 h 179"/>
                  <a:gd name="T100" fmla="*/ 91 w 125"/>
                  <a:gd name="T101" fmla="*/ 29 h 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125" h="179">
                    <a:moveTo>
                      <a:pt x="56" y="91"/>
                    </a:moveTo>
                    <a:cubicBezTo>
                      <a:pt x="56" y="87"/>
                      <a:pt x="60" y="85"/>
                      <a:pt x="63" y="83"/>
                    </a:cubicBezTo>
                    <a:cubicBezTo>
                      <a:pt x="64" y="83"/>
                      <a:pt x="64" y="83"/>
                      <a:pt x="64" y="83"/>
                    </a:cubicBezTo>
                    <a:cubicBezTo>
                      <a:pt x="67" y="83"/>
                      <a:pt x="67" y="84"/>
                      <a:pt x="69" y="84"/>
                    </a:cubicBezTo>
                    <a:cubicBezTo>
                      <a:pt x="71" y="94"/>
                      <a:pt x="71" y="94"/>
                      <a:pt x="71" y="94"/>
                    </a:cubicBezTo>
                    <a:cubicBezTo>
                      <a:pt x="71" y="95"/>
                      <a:pt x="71" y="95"/>
                      <a:pt x="71" y="95"/>
                    </a:cubicBezTo>
                    <a:cubicBezTo>
                      <a:pt x="68" y="100"/>
                      <a:pt x="68" y="99"/>
                      <a:pt x="63" y="101"/>
                    </a:cubicBezTo>
                    <a:cubicBezTo>
                      <a:pt x="61" y="99"/>
                      <a:pt x="56" y="95"/>
                      <a:pt x="56" y="91"/>
                    </a:cubicBezTo>
                    <a:close/>
                    <a:moveTo>
                      <a:pt x="72" y="83"/>
                    </a:moveTo>
                    <a:cubicBezTo>
                      <a:pt x="74" y="79"/>
                      <a:pt x="73" y="79"/>
                      <a:pt x="77" y="77"/>
                    </a:cubicBezTo>
                    <a:cubicBezTo>
                      <a:pt x="79" y="75"/>
                      <a:pt x="82" y="75"/>
                      <a:pt x="83" y="73"/>
                    </a:cubicBezTo>
                    <a:cubicBezTo>
                      <a:pt x="88" y="76"/>
                      <a:pt x="89" y="76"/>
                      <a:pt x="90" y="82"/>
                    </a:cubicBezTo>
                    <a:cubicBezTo>
                      <a:pt x="92" y="95"/>
                      <a:pt x="92" y="95"/>
                      <a:pt x="92" y="95"/>
                    </a:cubicBezTo>
                    <a:cubicBezTo>
                      <a:pt x="93" y="96"/>
                      <a:pt x="93" y="96"/>
                      <a:pt x="93" y="96"/>
                    </a:cubicBezTo>
                    <a:cubicBezTo>
                      <a:pt x="94" y="99"/>
                      <a:pt x="94" y="99"/>
                      <a:pt x="94" y="99"/>
                    </a:cubicBezTo>
                    <a:cubicBezTo>
                      <a:pt x="91" y="105"/>
                      <a:pt x="93" y="103"/>
                      <a:pt x="88" y="106"/>
                    </a:cubicBezTo>
                    <a:cubicBezTo>
                      <a:pt x="83" y="101"/>
                      <a:pt x="82" y="101"/>
                      <a:pt x="79" y="95"/>
                    </a:cubicBezTo>
                    <a:cubicBezTo>
                      <a:pt x="77" y="93"/>
                      <a:pt x="77" y="91"/>
                      <a:pt x="75" y="89"/>
                    </a:cubicBezTo>
                    <a:cubicBezTo>
                      <a:pt x="73" y="87"/>
                      <a:pt x="73" y="86"/>
                      <a:pt x="72" y="83"/>
                    </a:cubicBezTo>
                    <a:close/>
                    <a:moveTo>
                      <a:pt x="91" y="29"/>
                    </a:moveTo>
                    <a:cubicBezTo>
                      <a:pt x="91" y="22"/>
                      <a:pt x="95" y="12"/>
                      <a:pt x="95" y="4"/>
                    </a:cubicBezTo>
                    <a:cubicBezTo>
                      <a:pt x="95" y="4"/>
                      <a:pt x="95" y="4"/>
                      <a:pt x="95" y="4"/>
                    </a:cubicBezTo>
                    <a:cubicBezTo>
                      <a:pt x="95" y="3"/>
                      <a:pt x="95" y="3"/>
                      <a:pt x="95" y="3"/>
                    </a:cubicBezTo>
                    <a:cubicBezTo>
                      <a:pt x="93" y="0"/>
                      <a:pt x="95" y="1"/>
                      <a:pt x="92" y="0"/>
                    </a:cubicBezTo>
                    <a:cubicBezTo>
                      <a:pt x="91" y="0"/>
                      <a:pt x="91" y="0"/>
                      <a:pt x="91" y="0"/>
                    </a:cubicBezTo>
                    <a:cubicBezTo>
                      <a:pt x="86" y="0"/>
                      <a:pt x="86" y="0"/>
                      <a:pt x="86" y="0"/>
                    </a:cubicBezTo>
                    <a:cubicBezTo>
                      <a:pt x="85" y="0"/>
                      <a:pt x="85" y="0"/>
                      <a:pt x="85" y="0"/>
                    </a:cubicBezTo>
                    <a:cubicBezTo>
                      <a:pt x="82" y="1"/>
                      <a:pt x="80" y="4"/>
                      <a:pt x="80" y="7"/>
                    </a:cubicBezTo>
                    <a:cubicBezTo>
                      <a:pt x="83" y="30"/>
                      <a:pt x="83" y="30"/>
                      <a:pt x="83" y="30"/>
                    </a:cubicBezTo>
                    <a:cubicBezTo>
                      <a:pt x="83" y="30"/>
                      <a:pt x="83" y="30"/>
                      <a:pt x="83" y="30"/>
                    </a:cubicBezTo>
                    <a:cubicBezTo>
                      <a:pt x="83" y="38"/>
                      <a:pt x="86" y="44"/>
                      <a:pt x="86" y="49"/>
                    </a:cubicBezTo>
                    <a:cubicBezTo>
                      <a:pt x="86" y="50"/>
                      <a:pt x="86" y="50"/>
                      <a:pt x="86" y="50"/>
                    </a:cubicBezTo>
                    <a:cubicBezTo>
                      <a:pt x="87" y="62"/>
                      <a:pt x="87" y="62"/>
                      <a:pt x="87" y="62"/>
                    </a:cubicBezTo>
                    <a:cubicBezTo>
                      <a:pt x="87" y="68"/>
                      <a:pt x="52" y="81"/>
                      <a:pt x="46" y="84"/>
                    </a:cubicBezTo>
                    <a:cubicBezTo>
                      <a:pt x="39" y="87"/>
                      <a:pt x="31" y="89"/>
                      <a:pt x="23" y="92"/>
                    </a:cubicBezTo>
                    <a:cubicBezTo>
                      <a:pt x="20" y="94"/>
                      <a:pt x="0" y="96"/>
                      <a:pt x="0" y="99"/>
                    </a:cubicBezTo>
                    <a:cubicBezTo>
                      <a:pt x="0" y="101"/>
                      <a:pt x="9" y="108"/>
                      <a:pt x="11" y="108"/>
                    </a:cubicBezTo>
                    <a:cubicBezTo>
                      <a:pt x="13" y="108"/>
                      <a:pt x="13" y="108"/>
                      <a:pt x="13" y="108"/>
                    </a:cubicBezTo>
                    <a:cubicBezTo>
                      <a:pt x="14" y="108"/>
                      <a:pt x="14" y="108"/>
                      <a:pt x="14" y="108"/>
                    </a:cubicBezTo>
                    <a:cubicBezTo>
                      <a:pt x="20" y="105"/>
                      <a:pt x="24" y="103"/>
                      <a:pt x="30" y="100"/>
                    </a:cubicBezTo>
                    <a:cubicBezTo>
                      <a:pt x="34" y="98"/>
                      <a:pt x="41" y="93"/>
                      <a:pt x="45" y="93"/>
                    </a:cubicBezTo>
                    <a:cubicBezTo>
                      <a:pt x="46" y="93"/>
                      <a:pt x="46" y="93"/>
                      <a:pt x="47" y="92"/>
                    </a:cubicBezTo>
                    <a:cubicBezTo>
                      <a:pt x="49" y="94"/>
                      <a:pt x="52" y="96"/>
                      <a:pt x="51" y="101"/>
                    </a:cubicBezTo>
                    <a:cubicBezTo>
                      <a:pt x="51" y="109"/>
                      <a:pt x="51" y="109"/>
                      <a:pt x="51" y="109"/>
                    </a:cubicBezTo>
                    <a:cubicBezTo>
                      <a:pt x="51" y="110"/>
                      <a:pt x="51" y="110"/>
                      <a:pt x="51" y="110"/>
                    </a:cubicBezTo>
                    <a:cubicBezTo>
                      <a:pt x="50" y="118"/>
                      <a:pt x="50" y="118"/>
                      <a:pt x="50" y="118"/>
                    </a:cubicBezTo>
                    <a:cubicBezTo>
                      <a:pt x="50" y="119"/>
                      <a:pt x="50" y="119"/>
                      <a:pt x="50" y="120"/>
                    </a:cubicBezTo>
                    <a:cubicBezTo>
                      <a:pt x="51" y="123"/>
                      <a:pt x="51" y="123"/>
                      <a:pt x="54" y="125"/>
                    </a:cubicBezTo>
                    <a:cubicBezTo>
                      <a:pt x="56" y="125"/>
                      <a:pt x="56" y="125"/>
                      <a:pt x="56" y="125"/>
                    </a:cubicBezTo>
                    <a:cubicBezTo>
                      <a:pt x="59" y="125"/>
                      <a:pt x="60" y="121"/>
                      <a:pt x="62" y="119"/>
                    </a:cubicBezTo>
                    <a:cubicBezTo>
                      <a:pt x="62" y="118"/>
                      <a:pt x="62" y="118"/>
                      <a:pt x="62" y="118"/>
                    </a:cubicBezTo>
                    <a:cubicBezTo>
                      <a:pt x="62" y="113"/>
                      <a:pt x="62" y="113"/>
                      <a:pt x="62" y="113"/>
                    </a:cubicBezTo>
                    <a:cubicBezTo>
                      <a:pt x="63" y="110"/>
                      <a:pt x="68" y="106"/>
                      <a:pt x="71" y="106"/>
                    </a:cubicBezTo>
                    <a:cubicBezTo>
                      <a:pt x="75" y="106"/>
                      <a:pt x="77" y="109"/>
                      <a:pt x="78" y="111"/>
                    </a:cubicBezTo>
                    <a:cubicBezTo>
                      <a:pt x="78" y="112"/>
                      <a:pt x="78" y="112"/>
                      <a:pt x="78" y="112"/>
                    </a:cubicBezTo>
                    <a:cubicBezTo>
                      <a:pt x="78" y="113"/>
                      <a:pt x="78" y="113"/>
                      <a:pt x="78" y="113"/>
                    </a:cubicBezTo>
                    <a:cubicBezTo>
                      <a:pt x="78" y="115"/>
                      <a:pt x="78" y="115"/>
                      <a:pt x="79" y="116"/>
                    </a:cubicBezTo>
                    <a:cubicBezTo>
                      <a:pt x="78" y="117"/>
                      <a:pt x="78" y="117"/>
                      <a:pt x="78" y="118"/>
                    </a:cubicBezTo>
                    <a:cubicBezTo>
                      <a:pt x="78" y="119"/>
                      <a:pt x="78" y="119"/>
                      <a:pt x="78" y="119"/>
                    </a:cubicBezTo>
                    <a:cubicBezTo>
                      <a:pt x="72" y="130"/>
                      <a:pt x="57" y="140"/>
                      <a:pt x="46" y="147"/>
                    </a:cubicBezTo>
                    <a:cubicBezTo>
                      <a:pt x="44" y="148"/>
                      <a:pt x="40" y="151"/>
                      <a:pt x="37" y="152"/>
                    </a:cubicBezTo>
                    <a:cubicBezTo>
                      <a:pt x="35" y="153"/>
                      <a:pt x="29" y="157"/>
                      <a:pt x="28" y="158"/>
                    </a:cubicBezTo>
                    <a:cubicBezTo>
                      <a:pt x="25" y="161"/>
                      <a:pt x="12" y="165"/>
                      <a:pt x="6" y="165"/>
                    </a:cubicBezTo>
                    <a:cubicBezTo>
                      <a:pt x="4" y="165"/>
                      <a:pt x="2" y="168"/>
                      <a:pt x="1" y="170"/>
                    </a:cubicBezTo>
                    <a:cubicBezTo>
                      <a:pt x="4" y="171"/>
                      <a:pt x="4" y="173"/>
                      <a:pt x="7" y="175"/>
                    </a:cubicBezTo>
                    <a:cubicBezTo>
                      <a:pt x="10" y="176"/>
                      <a:pt x="12" y="176"/>
                      <a:pt x="14" y="178"/>
                    </a:cubicBezTo>
                    <a:cubicBezTo>
                      <a:pt x="18" y="179"/>
                      <a:pt x="18" y="179"/>
                      <a:pt x="18" y="179"/>
                    </a:cubicBezTo>
                    <a:cubicBezTo>
                      <a:pt x="20" y="179"/>
                      <a:pt x="18" y="179"/>
                      <a:pt x="20" y="179"/>
                    </a:cubicBezTo>
                    <a:cubicBezTo>
                      <a:pt x="21" y="179"/>
                      <a:pt x="21" y="179"/>
                      <a:pt x="21" y="179"/>
                    </a:cubicBezTo>
                    <a:cubicBezTo>
                      <a:pt x="22" y="179"/>
                      <a:pt x="22" y="179"/>
                      <a:pt x="22" y="179"/>
                    </a:cubicBezTo>
                    <a:cubicBezTo>
                      <a:pt x="26" y="177"/>
                      <a:pt x="30" y="175"/>
                      <a:pt x="33" y="173"/>
                    </a:cubicBezTo>
                    <a:cubicBezTo>
                      <a:pt x="35" y="171"/>
                      <a:pt x="36" y="170"/>
                      <a:pt x="38" y="169"/>
                    </a:cubicBezTo>
                    <a:cubicBezTo>
                      <a:pt x="39" y="168"/>
                      <a:pt x="43" y="166"/>
                      <a:pt x="43" y="166"/>
                    </a:cubicBezTo>
                    <a:cubicBezTo>
                      <a:pt x="49" y="160"/>
                      <a:pt x="55" y="156"/>
                      <a:pt x="61" y="150"/>
                    </a:cubicBezTo>
                    <a:cubicBezTo>
                      <a:pt x="64" y="148"/>
                      <a:pt x="67" y="145"/>
                      <a:pt x="70" y="143"/>
                    </a:cubicBezTo>
                    <a:cubicBezTo>
                      <a:pt x="73" y="140"/>
                      <a:pt x="76" y="137"/>
                      <a:pt x="79" y="135"/>
                    </a:cubicBezTo>
                    <a:cubicBezTo>
                      <a:pt x="82" y="132"/>
                      <a:pt x="85" y="130"/>
                      <a:pt x="87" y="127"/>
                    </a:cubicBezTo>
                    <a:cubicBezTo>
                      <a:pt x="90" y="124"/>
                      <a:pt x="91" y="119"/>
                      <a:pt x="96" y="119"/>
                    </a:cubicBezTo>
                    <a:cubicBezTo>
                      <a:pt x="98" y="119"/>
                      <a:pt x="100" y="126"/>
                      <a:pt x="100" y="128"/>
                    </a:cubicBezTo>
                    <a:cubicBezTo>
                      <a:pt x="100" y="132"/>
                      <a:pt x="105" y="145"/>
                      <a:pt x="106" y="149"/>
                    </a:cubicBezTo>
                    <a:cubicBezTo>
                      <a:pt x="108" y="155"/>
                      <a:pt x="111" y="165"/>
                      <a:pt x="118" y="165"/>
                    </a:cubicBezTo>
                    <a:cubicBezTo>
                      <a:pt x="119" y="163"/>
                      <a:pt x="125" y="161"/>
                      <a:pt x="125" y="152"/>
                    </a:cubicBezTo>
                    <a:cubicBezTo>
                      <a:pt x="125" y="143"/>
                      <a:pt x="120" y="120"/>
                      <a:pt x="117" y="116"/>
                    </a:cubicBezTo>
                    <a:cubicBezTo>
                      <a:pt x="117" y="118"/>
                      <a:pt x="116" y="118"/>
                      <a:pt x="116" y="120"/>
                    </a:cubicBezTo>
                    <a:cubicBezTo>
                      <a:pt x="116" y="123"/>
                      <a:pt x="115" y="121"/>
                      <a:pt x="115" y="124"/>
                    </a:cubicBezTo>
                    <a:cubicBezTo>
                      <a:pt x="115" y="125"/>
                      <a:pt x="115" y="125"/>
                      <a:pt x="115" y="125"/>
                    </a:cubicBezTo>
                    <a:cubicBezTo>
                      <a:pt x="115" y="126"/>
                      <a:pt x="114" y="129"/>
                      <a:pt x="112" y="129"/>
                    </a:cubicBezTo>
                    <a:cubicBezTo>
                      <a:pt x="109" y="129"/>
                      <a:pt x="109" y="129"/>
                      <a:pt x="109" y="129"/>
                    </a:cubicBezTo>
                    <a:cubicBezTo>
                      <a:pt x="105" y="129"/>
                      <a:pt x="102" y="110"/>
                      <a:pt x="100" y="105"/>
                    </a:cubicBezTo>
                    <a:cubicBezTo>
                      <a:pt x="98" y="101"/>
                      <a:pt x="98" y="97"/>
                      <a:pt x="97" y="92"/>
                    </a:cubicBezTo>
                    <a:cubicBezTo>
                      <a:pt x="96" y="87"/>
                      <a:pt x="94" y="86"/>
                      <a:pt x="94" y="79"/>
                    </a:cubicBezTo>
                    <a:cubicBezTo>
                      <a:pt x="94" y="76"/>
                      <a:pt x="94" y="76"/>
                      <a:pt x="94" y="76"/>
                    </a:cubicBezTo>
                    <a:cubicBezTo>
                      <a:pt x="94" y="65"/>
                      <a:pt x="110" y="67"/>
                      <a:pt x="110" y="61"/>
                    </a:cubicBezTo>
                    <a:cubicBezTo>
                      <a:pt x="110" y="60"/>
                      <a:pt x="110" y="60"/>
                      <a:pt x="110" y="60"/>
                    </a:cubicBezTo>
                    <a:cubicBezTo>
                      <a:pt x="110" y="58"/>
                      <a:pt x="109" y="57"/>
                      <a:pt x="108" y="57"/>
                    </a:cubicBezTo>
                    <a:cubicBezTo>
                      <a:pt x="105" y="57"/>
                      <a:pt x="105" y="57"/>
                      <a:pt x="105" y="57"/>
                    </a:cubicBezTo>
                    <a:cubicBezTo>
                      <a:pt x="104" y="57"/>
                      <a:pt x="104" y="57"/>
                      <a:pt x="104" y="57"/>
                    </a:cubicBezTo>
                    <a:cubicBezTo>
                      <a:pt x="103" y="58"/>
                      <a:pt x="102" y="59"/>
                      <a:pt x="101" y="59"/>
                    </a:cubicBezTo>
                    <a:cubicBezTo>
                      <a:pt x="99" y="60"/>
                      <a:pt x="99" y="59"/>
                      <a:pt x="97" y="60"/>
                    </a:cubicBezTo>
                    <a:cubicBezTo>
                      <a:pt x="95" y="59"/>
                      <a:pt x="91" y="56"/>
                      <a:pt x="91" y="54"/>
                    </a:cubicBezTo>
                    <a:cubicBezTo>
                      <a:pt x="91" y="41"/>
                      <a:pt x="91" y="41"/>
                      <a:pt x="91" y="41"/>
                    </a:cubicBezTo>
                    <a:lnTo>
                      <a:pt x="91" y="29"/>
                    </a:lnTo>
                    <a:close/>
                  </a:path>
                </a:pathLst>
              </a:custGeom>
              <a:solidFill>
                <a:srgbClr val="E6001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" name="íšlïďè"/>
              <p:cNvSpPr/>
              <p:nvPr/>
            </p:nvSpPr>
            <p:spPr bwMode="auto">
              <a:xfrm>
                <a:off x="5478463" y="3581400"/>
                <a:ext cx="46038" cy="76200"/>
              </a:xfrm>
              <a:custGeom>
                <a:avLst/>
                <a:gdLst>
                  <a:gd name="T0" fmla="*/ 14 w 14"/>
                  <a:gd name="T1" fmla="*/ 15 h 23"/>
                  <a:gd name="T2" fmla="*/ 10 w 14"/>
                  <a:gd name="T3" fmla="*/ 6 h 23"/>
                  <a:gd name="T4" fmla="*/ 3 w 14"/>
                  <a:gd name="T5" fmla="*/ 0 h 23"/>
                  <a:gd name="T6" fmla="*/ 0 w 14"/>
                  <a:gd name="T7" fmla="*/ 3 h 23"/>
                  <a:gd name="T8" fmla="*/ 5 w 14"/>
                  <a:gd name="T9" fmla="*/ 11 h 23"/>
                  <a:gd name="T10" fmla="*/ 5 w 14"/>
                  <a:gd name="T11" fmla="*/ 12 h 23"/>
                  <a:gd name="T12" fmla="*/ 5 w 14"/>
                  <a:gd name="T13" fmla="*/ 14 h 23"/>
                  <a:gd name="T14" fmla="*/ 5 w 14"/>
                  <a:gd name="T15" fmla="*/ 15 h 23"/>
                  <a:gd name="T16" fmla="*/ 2 w 14"/>
                  <a:gd name="T17" fmla="*/ 19 h 23"/>
                  <a:gd name="T18" fmla="*/ 2 w 14"/>
                  <a:gd name="T19" fmla="*/ 22 h 23"/>
                  <a:gd name="T20" fmla="*/ 5 w 14"/>
                  <a:gd name="T21" fmla="*/ 23 h 23"/>
                  <a:gd name="T22" fmla="*/ 6 w 14"/>
                  <a:gd name="T23" fmla="*/ 23 h 23"/>
                  <a:gd name="T24" fmla="*/ 11 w 14"/>
                  <a:gd name="T25" fmla="*/ 20 h 23"/>
                  <a:gd name="T26" fmla="*/ 14 w 14"/>
                  <a:gd name="T27" fmla="*/ 15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" h="23">
                    <a:moveTo>
                      <a:pt x="14" y="15"/>
                    </a:moveTo>
                    <a:cubicBezTo>
                      <a:pt x="14" y="11"/>
                      <a:pt x="12" y="9"/>
                      <a:pt x="10" y="6"/>
                    </a:cubicBezTo>
                    <a:cubicBezTo>
                      <a:pt x="8" y="5"/>
                      <a:pt x="3" y="1"/>
                      <a:pt x="3" y="0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2" y="19"/>
                      <a:pt x="2" y="19"/>
                      <a:pt x="2" y="19"/>
                    </a:cubicBezTo>
                    <a:cubicBezTo>
                      <a:pt x="2" y="22"/>
                      <a:pt x="2" y="22"/>
                      <a:pt x="2" y="22"/>
                    </a:cubicBezTo>
                    <a:cubicBezTo>
                      <a:pt x="5" y="23"/>
                      <a:pt x="5" y="23"/>
                      <a:pt x="5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7" y="23"/>
                      <a:pt x="11" y="21"/>
                      <a:pt x="11" y="20"/>
                    </a:cubicBezTo>
                    <a:cubicBezTo>
                      <a:pt x="13" y="19"/>
                      <a:pt x="13" y="17"/>
                      <a:pt x="14" y="15"/>
                    </a:cubicBezTo>
                    <a:close/>
                  </a:path>
                </a:pathLst>
              </a:custGeom>
              <a:solidFill>
                <a:srgbClr val="E6001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" name="işḷîḑe"/>
              <p:cNvSpPr/>
              <p:nvPr/>
            </p:nvSpPr>
            <p:spPr bwMode="auto">
              <a:xfrm>
                <a:off x="6310313" y="3136900"/>
                <a:ext cx="406400" cy="554038"/>
              </a:xfrm>
              <a:custGeom>
                <a:avLst/>
                <a:gdLst>
                  <a:gd name="T0" fmla="*/ 101 w 123"/>
                  <a:gd name="T1" fmla="*/ 9 h 166"/>
                  <a:gd name="T2" fmla="*/ 96 w 123"/>
                  <a:gd name="T3" fmla="*/ 0 h 166"/>
                  <a:gd name="T4" fmla="*/ 76 w 123"/>
                  <a:gd name="T5" fmla="*/ 23 h 166"/>
                  <a:gd name="T6" fmla="*/ 66 w 123"/>
                  <a:gd name="T7" fmla="*/ 20 h 166"/>
                  <a:gd name="T8" fmla="*/ 69 w 123"/>
                  <a:gd name="T9" fmla="*/ 29 h 166"/>
                  <a:gd name="T10" fmla="*/ 64 w 123"/>
                  <a:gd name="T11" fmla="*/ 38 h 166"/>
                  <a:gd name="T12" fmla="*/ 71 w 123"/>
                  <a:gd name="T13" fmla="*/ 37 h 166"/>
                  <a:gd name="T14" fmla="*/ 78 w 123"/>
                  <a:gd name="T15" fmla="*/ 38 h 166"/>
                  <a:gd name="T16" fmla="*/ 104 w 123"/>
                  <a:gd name="T17" fmla="*/ 37 h 166"/>
                  <a:gd name="T18" fmla="*/ 97 w 123"/>
                  <a:gd name="T19" fmla="*/ 43 h 166"/>
                  <a:gd name="T20" fmla="*/ 85 w 123"/>
                  <a:gd name="T21" fmla="*/ 56 h 166"/>
                  <a:gd name="T22" fmla="*/ 78 w 123"/>
                  <a:gd name="T23" fmla="*/ 67 h 166"/>
                  <a:gd name="T24" fmla="*/ 72 w 123"/>
                  <a:gd name="T25" fmla="*/ 62 h 166"/>
                  <a:gd name="T26" fmla="*/ 72 w 123"/>
                  <a:gd name="T27" fmla="*/ 48 h 166"/>
                  <a:gd name="T28" fmla="*/ 63 w 123"/>
                  <a:gd name="T29" fmla="*/ 57 h 166"/>
                  <a:gd name="T30" fmla="*/ 56 w 123"/>
                  <a:gd name="T31" fmla="*/ 57 h 166"/>
                  <a:gd name="T32" fmla="*/ 61 w 123"/>
                  <a:gd name="T33" fmla="*/ 66 h 166"/>
                  <a:gd name="T34" fmla="*/ 59 w 123"/>
                  <a:gd name="T35" fmla="*/ 70 h 166"/>
                  <a:gd name="T36" fmla="*/ 68 w 123"/>
                  <a:gd name="T37" fmla="*/ 74 h 166"/>
                  <a:gd name="T38" fmla="*/ 68 w 123"/>
                  <a:gd name="T39" fmla="*/ 78 h 166"/>
                  <a:gd name="T40" fmla="*/ 40 w 123"/>
                  <a:gd name="T41" fmla="*/ 92 h 166"/>
                  <a:gd name="T42" fmla="*/ 24 w 123"/>
                  <a:gd name="T43" fmla="*/ 99 h 166"/>
                  <a:gd name="T44" fmla="*/ 3 w 123"/>
                  <a:gd name="T45" fmla="*/ 105 h 166"/>
                  <a:gd name="T46" fmla="*/ 2 w 123"/>
                  <a:gd name="T47" fmla="*/ 112 h 166"/>
                  <a:gd name="T48" fmla="*/ 14 w 123"/>
                  <a:gd name="T49" fmla="*/ 120 h 166"/>
                  <a:gd name="T50" fmla="*/ 32 w 123"/>
                  <a:gd name="T51" fmla="*/ 108 h 166"/>
                  <a:gd name="T52" fmla="*/ 55 w 123"/>
                  <a:gd name="T53" fmla="*/ 93 h 166"/>
                  <a:gd name="T54" fmla="*/ 63 w 123"/>
                  <a:gd name="T55" fmla="*/ 89 h 166"/>
                  <a:gd name="T56" fmla="*/ 82 w 123"/>
                  <a:gd name="T57" fmla="*/ 83 h 166"/>
                  <a:gd name="T58" fmla="*/ 82 w 123"/>
                  <a:gd name="T59" fmla="*/ 86 h 166"/>
                  <a:gd name="T60" fmla="*/ 74 w 123"/>
                  <a:gd name="T61" fmla="*/ 97 h 166"/>
                  <a:gd name="T62" fmla="*/ 61 w 123"/>
                  <a:gd name="T63" fmla="*/ 107 h 166"/>
                  <a:gd name="T64" fmla="*/ 64 w 123"/>
                  <a:gd name="T65" fmla="*/ 118 h 166"/>
                  <a:gd name="T66" fmla="*/ 55 w 123"/>
                  <a:gd name="T67" fmla="*/ 126 h 166"/>
                  <a:gd name="T68" fmla="*/ 40 w 123"/>
                  <a:gd name="T69" fmla="*/ 129 h 166"/>
                  <a:gd name="T70" fmla="*/ 30 w 123"/>
                  <a:gd name="T71" fmla="*/ 130 h 166"/>
                  <a:gd name="T72" fmla="*/ 35 w 123"/>
                  <a:gd name="T73" fmla="*/ 141 h 166"/>
                  <a:gd name="T74" fmla="*/ 38 w 123"/>
                  <a:gd name="T75" fmla="*/ 141 h 166"/>
                  <a:gd name="T76" fmla="*/ 56 w 123"/>
                  <a:gd name="T77" fmla="*/ 133 h 166"/>
                  <a:gd name="T78" fmla="*/ 63 w 123"/>
                  <a:gd name="T79" fmla="*/ 141 h 166"/>
                  <a:gd name="T80" fmla="*/ 56 w 123"/>
                  <a:gd name="T81" fmla="*/ 154 h 166"/>
                  <a:gd name="T82" fmla="*/ 53 w 123"/>
                  <a:gd name="T83" fmla="*/ 154 h 166"/>
                  <a:gd name="T84" fmla="*/ 49 w 123"/>
                  <a:gd name="T85" fmla="*/ 154 h 166"/>
                  <a:gd name="T86" fmla="*/ 46 w 123"/>
                  <a:gd name="T87" fmla="*/ 156 h 166"/>
                  <a:gd name="T88" fmla="*/ 56 w 123"/>
                  <a:gd name="T89" fmla="*/ 166 h 166"/>
                  <a:gd name="T90" fmla="*/ 71 w 123"/>
                  <a:gd name="T91" fmla="*/ 160 h 166"/>
                  <a:gd name="T92" fmla="*/ 75 w 123"/>
                  <a:gd name="T93" fmla="*/ 146 h 166"/>
                  <a:gd name="T94" fmla="*/ 80 w 123"/>
                  <a:gd name="T95" fmla="*/ 124 h 166"/>
                  <a:gd name="T96" fmla="*/ 94 w 123"/>
                  <a:gd name="T97" fmla="*/ 120 h 166"/>
                  <a:gd name="T98" fmla="*/ 81 w 123"/>
                  <a:gd name="T99" fmla="*/ 117 h 166"/>
                  <a:gd name="T100" fmla="*/ 72 w 123"/>
                  <a:gd name="T101" fmla="*/ 107 h 166"/>
                  <a:gd name="T102" fmla="*/ 78 w 123"/>
                  <a:gd name="T103" fmla="*/ 96 h 166"/>
                  <a:gd name="T104" fmla="*/ 92 w 123"/>
                  <a:gd name="T105" fmla="*/ 89 h 166"/>
                  <a:gd name="T106" fmla="*/ 102 w 123"/>
                  <a:gd name="T107" fmla="*/ 78 h 166"/>
                  <a:gd name="T108" fmla="*/ 95 w 123"/>
                  <a:gd name="T109" fmla="*/ 61 h 166"/>
                  <a:gd name="T110" fmla="*/ 109 w 123"/>
                  <a:gd name="T111" fmla="*/ 48 h 166"/>
                  <a:gd name="T112" fmla="*/ 116 w 123"/>
                  <a:gd name="T113" fmla="*/ 42 h 166"/>
                  <a:gd name="T114" fmla="*/ 121 w 123"/>
                  <a:gd name="T115" fmla="*/ 32 h 166"/>
                  <a:gd name="T116" fmla="*/ 116 w 123"/>
                  <a:gd name="T117" fmla="*/ 17 h 166"/>
                  <a:gd name="T118" fmla="*/ 104 w 123"/>
                  <a:gd name="T119" fmla="*/ 20 h 166"/>
                  <a:gd name="T120" fmla="*/ 93 w 123"/>
                  <a:gd name="T121" fmla="*/ 21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23" h="166">
                    <a:moveTo>
                      <a:pt x="93" y="21"/>
                    </a:moveTo>
                    <a:cubicBezTo>
                      <a:pt x="94" y="14"/>
                      <a:pt x="98" y="14"/>
                      <a:pt x="101" y="9"/>
                    </a:cubicBezTo>
                    <a:cubicBezTo>
                      <a:pt x="101" y="8"/>
                      <a:pt x="101" y="8"/>
                      <a:pt x="101" y="8"/>
                    </a:cubicBezTo>
                    <a:cubicBezTo>
                      <a:pt x="101" y="5"/>
                      <a:pt x="97" y="1"/>
                      <a:pt x="96" y="0"/>
                    </a:cubicBezTo>
                    <a:cubicBezTo>
                      <a:pt x="89" y="3"/>
                      <a:pt x="91" y="6"/>
                      <a:pt x="88" y="13"/>
                    </a:cubicBezTo>
                    <a:cubicBezTo>
                      <a:pt x="85" y="17"/>
                      <a:pt x="82" y="23"/>
                      <a:pt x="76" y="23"/>
                    </a:cubicBezTo>
                    <a:cubicBezTo>
                      <a:pt x="75" y="23"/>
                      <a:pt x="70" y="18"/>
                      <a:pt x="67" y="17"/>
                    </a:cubicBezTo>
                    <a:cubicBezTo>
                      <a:pt x="66" y="20"/>
                      <a:pt x="66" y="20"/>
                      <a:pt x="66" y="20"/>
                    </a:cubicBezTo>
                    <a:cubicBezTo>
                      <a:pt x="67" y="23"/>
                      <a:pt x="69" y="24"/>
                      <a:pt x="69" y="28"/>
                    </a:cubicBezTo>
                    <a:cubicBezTo>
                      <a:pt x="69" y="29"/>
                      <a:pt x="69" y="29"/>
                      <a:pt x="69" y="29"/>
                    </a:cubicBezTo>
                    <a:cubicBezTo>
                      <a:pt x="69" y="29"/>
                      <a:pt x="63" y="36"/>
                      <a:pt x="62" y="37"/>
                    </a:cubicBezTo>
                    <a:cubicBezTo>
                      <a:pt x="63" y="38"/>
                      <a:pt x="61" y="38"/>
                      <a:pt x="64" y="38"/>
                    </a:cubicBezTo>
                    <a:cubicBezTo>
                      <a:pt x="64" y="38"/>
                      <a:pt x="64" y="38"/>
                      <a:pt x="64" y="38"/>
                    </a:cubicBezTo>
                    <a:cubicBezTo>
                      <a:pt x="71" y="37"/>
                      <a:pt x="71" y="37"/>
                      <a:pt x="71" y="37"/>
                    </a:cubicBezTo>
                    <a:cubicBezTo>
                      <a:pt x="74" y="37"/>
                      <a:pt x="74" y="38"/>
                      <a:pt x="78" y="38"/>
                    </a:cubicBezTo>
                    <a:cubicBezTo>
                      <a:pt x="78" y="38"/>
                      <a:pt x="78" y="38"/>
                      <a:pt x="78" y="38"/>
                    </a:cubicBezTo>
                    <a:cubicBezTo>
                      <a:pt x="79" y="38"/>
                      <a:pt x="84" y="33"/>
                      <a:pt x="91" y="32"/>
                    </a:cubicBezTo>
                    <a:cubicBezTo>
                      <a:pt x="96" y="31"/>
                      <a:pt x="104" y="30"/>
                      <a:pt x="104" y="37"/>
                    </a:cubicBezTo>
                    <a:cubicBezTo>
                      <a:pt x="104" y="39"/>
                      <a:pt x="102" y="41"/>
                      <a:pt x="101" y="43"/>
                    </a:cubicBezTo>
                    <a:cubicBezTo>
                      <a:pt x="98" y="43"/>
                      <a:pt x="99" y="43"/>
                      <a:pt x="97" y="43"/>
                    </a:cubicBezTo>
                    <a:cubicBezTo>
                      <a:pt x="96" y="43"/>
                      <a:pt x="93" y="42"/>
                      <a:pt x="92" y="41"/>
                    </a:cubicBezTo>
                    <a:cubicBezTo>
                      <a:pt x="85" y="46"/>
                      <a:pt x="88" y="49"/>
                      <a:pt x="85" y="56"/>
                    </a:cubicBezTo>
                    <a:cubicBezTo>
                      <a:pt x="84" y="57"/>
                      <a:pt x="81" y="64"/>
                      <a:pt x="81" y="64"/>
                    </a:cubicBezTo>
                    <a:cubicBezTo>
                      <a:pt x="80" y="66"/>
                      <a:pt x="80" y="64"/>
                      <a:pt x="78" y="67"/>
                    </a:cubicBezTo>
                    <a:cubicBezTo>
                      <a:pt x="77" y="70"/>
                      <a:pt x="78" y="68"/>
                      <a:pt x="76" y="70"/>
                    </a:cubicBezTo>
                    <a:cubicBezTo>
                      <a:pt x="74" y="67"/>
                      <a:pt x="72" y="66"/>
                      <a:pt x="72" y="62"/>
                    </a:cubicBezTo>
                    <a:cubicBezTo>
                      <a:pt x="72" y="61"/>
                      <a:pt x="75" y="55"/>
                      <a:pt x="76" y="54"/>
                    </a:cubicBezTo>
                    <a:cubicBezTo>
                      <a:pt x="75" y="51"/>
                      <a:pt x="75" y="48"/>
                      <a:pt x="72" y="48"/>
                    </a:cubicBezTo>
                    <a:cubicBezTo>
                      <a:pt x="71" y="48"/>
                      <a:pt x="70" y="49"/>
                      <a:pt x="70" y="49"/>
                    </a:cubicBezTo>
                    <a:cubicBezTo>
                      <a:pt x="70" y="55"/>
                      <a:pt x="67" y="55"/>
                      <a:pt x="63" y="57"/>
                    </a:cubicBezTo>
                    <a:cubicBezTo>
                      <a:pt x="62" y="56"/>
                      <a:pt x="60" y="55"/>
                      <a:pt x="59" y="55"/>
                    </a:cubicBezTo>
                    <a:cubicBezTo>
                      <a:pt x="58" y="55"/>
                      <a:pt x="56" y="57"/>
                      <a:pt x="56" y="57"/>
                    </a:cubicBezTo>
                    <a:cubicBezTo>
                      <a:pt x="58" y="60"/>
                      <a:pt x="59" y="60"/>
                      <a:pt x="61" y="64"/>
                    </a:cubicBezTo>
                    <a:cubicBezTo>
                      <a:pt x="61" y="66"/>
                      <a:pt x="61" y="66"/>
                      <a:pt x="61" y="66"/>
                    </a:cubicBezTo>
                    <a:cubicBezTo>
                      <a:pt x="61" y="67"/>
                      <a:pt x="61" y="67"/>
                      <a:pt x="61" y="67"/>
                    </a:cubicBezTo>
                    <a:cubicBezTo>
                      <a:pt x="59" y="70"/>
                      <a:pt x="59" y="70"/>
                      <a:pt x="59" y="70"/>
                    </a:cubicBezTo>
                    <a:cubicBezTo>
                      <a:pt x="60" y="71"/>
                      <a:pt x="58" y="71"/>
                      <a:pt x="61" y="71"/>
                    </a:cubicBezTo>
                    <a:cubicBezTo>
                      <a:pt x="64" y="71"/>
                      <a:pt x="66" y="72"/>
                      <a:pt x="68" y="74"/>
                    </a:cubicBezTo>
                    <a:cubicBezTo>
                      <a:pt x="68" y="75"/>
                      <a:pt x="68" y="75"/>
                      <a:pt x="68" y="75"/>
                    </a:cubicBezTo>
                    <a:cubicBezTo>
                      <a:pt x="68" y="78"/>
                      <a:pt x="68" y="78"/>
                      <a:pt x="68" y="78"/>
                    </a:cubicBezTo>
                    <a:cubicBezTo>
                      <a:pt x="68" y="82"/>
                      <a:pt x="58" y="85"/>
                      <a:pt x="55" y="86"/>
                    </a:cubicBezTo>
                    <a:cubicBezTo>
                      <a:pt x="50" y="88"/>
                      <a:pt x="44" y="91"/>
                      <a:pt x="40" y="92"/>
                    </a:cubicBezTo>
                    <a:cubicBezTo>
                      <a:pt x="36" y="94"/>
                      <a:pt x="35" y="94"/>
                      <a:pt x="32" y="96"/>
                    </a:cubicBezTo>
                    <a:cubicBezTo>
                      <a:pt x="29" y="97"/>
                      <a:pt x="27" y="97"/>
                      <a:pt x="24" y="99"/>
                    </a:cubicBezTo>
                    <a:cubicBezTo>
                      <a:pt x="20" y="101"/>
                      <a:pt x="13" y="104"/>
                      <a:pt x="9" y="104"/>
                    </a:cubicBezTo>
                    <a:cubicBezTo>
                      <a:pt x="3" y="105"/>
                      <a:pt x="3" y="105"/>
                      <a:pt x="3" y="105"/>
                    </a:cubicBezTo>
                    <a:cubicBezTo>
                      <a:pt x="1" y="105"/>
                      <a:pt x="1" y="106"/>
                      <a:pt x="0" y="107"/>
                    </a:cubicBezTo>
                    <a:cubicBezTo>
                      <a:pt x="0" y="108"/>
                      <a:pt x="0" y="111"/>
                      <a:pt x="2" y="112"/>
                    </a:cubicBezTo>
                    <a:cubicBezTo>
                      <a:pt x="4" y="114"/>
                      <a:pt x="3" y="114"/>
                      <a:pt x="5" y="115"/>
                    </a:cubicBezTo>
                    <a:cubicBezTo>
                      <a:pt x="6" y="116"/>
                      <a:pt x="12" y="119"/>
                      <a:pt x="14" y="120"/>
                    </a:cubicBezTo>
                    <a:cubicBezTo>
                      <a:pt x="15" y="119"/>
                      <a:pt x="15" y="119"/>
                      <a:pt x="17" y="119"/>
                    </a:cubicBezTo>
                    <a:cubicBezTo>
                      <a:pt x="20" y="119"/>
                      <a:pt x="30" y="110"/>
                      <a:pt x="32" y="108"/>
                    </a:cubicBezTo>
                    <a:cubicBezTo>
                      <a:pt x="36" y="104"/>
                      <a:pt x="42" y="101"/>
                      <a:pt x="47" y="98"/>
                    </a:cubicBezTo>
                    <a:cubicBezTo>
                      <a:pt x="50" y="96"/>
                      <a:pt x="52" y="95"/>
                      <a:pt x="55" y="93"/>
                    </a:cubicBezTo>
                    <a:cubicBezTo>
                      <a:pt x="57" y="92"/>
                      <a:pt x="58" y="92"/>
                      <a:pt x="59" y="91"/>
                    </a:cubicBezTo>
                    <a:cubicBezTo>
                      <a:pt x="61" y="90"/>
                      <a:pt x="61" y="90"/>
                      <a:pt x="63" y="89"/>
                    </a:cubicBezTo>
                    <a:cubicBezTo>
                      <a:pt x="68" y="87"/>
                      <a:pt x="74" y="80"/>
                      <a:pt x="79" y="80"/>
                    </a:cubicBezTo>
                    <a:cubicBezTo>
                      <a:pt x="81" y="80"/>
                      <a:pt x="82" y="82"/>
                      <a:pt x="82" y="83"/>
                    </a:cubicBezTo>
                    <a:cubicBezTo>
                      <a:pt x="82" y="85"/>
                      <a:pt x="82" y="85"/>
                      <a:pt x="82" y="85"/>
                    </a:cubicBezTo>
                    <a:cubicBezTo>
                      <a:pt x="82" y="86"/>
                      <a:pt x="82" y="86"/>
                      <a:pt x="82" y="86"/>
                    </a:cubicBezTo>
                    <a:cubicBezTo>
                      <a:pt x="80" y="90"/>
                      <a:pt x="79" y="89"/>
                      <a:pt x="78" y="93"/>
                    </a:cubicBezTo>
                    <a:cubicBezTo>
                      <a:pt x="75" y="94"/>
                      <a:pt x="75" y="94"/>
                      <a:pt x="74" y="97"/>
                    </a:cubicBezTo>
                    <a:cubicBezTo>
                      <a:pt x="69" y="98"/>
                      <a:pt x="71" y="99"/>
                      <a:pt x="67" y="101"/>
                    </a:cubicBezTo>
                    <a:cubicBezTo>
                      <a:pt x="63" y="103"/>
                      <a:pt x="63" y="103"/>
                      <a:pt x="61" y="107"/>
                    </a:cubicBezTo>
                    <a:cubicBezTo>
                      <a:pt x="61" y="110"/>
                      <a:pt x="64" y="114"/>
                      <a:pt x="64" y="117"/>
                    </a:cubicBezTo>
                    <a:cubicBezTo>
                      <a:pt x="64" y="118"/>
                      <a:pt x="64" y="118"/>
                      <a:pt x="64" y="118"/>
                    </a:cubicBezTo>
                    <a:cubicBezTo>
                      <a:pt x="64" y="119"/>
                      <a:pt x="64" y="119"/>
                      <a:pt x="64" y="119"/>
                    </a:cubicBezTo>
                    <a:cubicBezTo>
                      <a:pt x="61" y="123"/>
                      <a:pt x="60" y="125"/>
                      <a:pt x="55" y="126"/>
                    </a:cubicBezTo>
                    <a:cubicBezTo>
                      <a:pt x="51" y="127"/>
                      <a:pt x="43" y="129"/>
                      <a:pt x="41" y="129"/>
                    </a:cubicBezTo>
                    <a:cubicBezTo>
                      <a:pt x="40" y="129"/>
                      <a:pt x="40" y="129"/>
                      <a:pt x="40" y="129"/>
                    </a:cubicBezTo>
                    <a:cubicBezTo>
                      <a:pt x="32" y="130"/>
                      <a:pt x="32" y="130"/>
                      <a:pt x="32" y="130"/>
                    </a:cubicBezTo>
                    <a:cubicBezTo>
                      <a:pt x="30" y="130"/>
                      <a:pt x="30" y="130"/>
                      <a:pt x="30" y="130"/>
                    </a:cubicBezTo>
                    <a:cubicBezTo>
                      <a:pt x="27" y="132"/>
                      <a:pt x="27" y="132"/>
                      <a:pt x="27" y="132"/>
                    </a:cubicBezTo>
                    <a:cubicBezTo>
                      <a:pt x="30" y="136"/>
                      <a:pt x="30" y="138"/>
                      <a:pt x="35" y="141"/>
                    </a:cubicBezTo>
                    <a:cubicBezTo>
                      <a:pt x="36" y="141"/>
                      <a:pt x="36" y="141"/>
                      <a:pt x="36" y="141"/>
                    </a:cubicBezTo>
                    <a:cubicBezTo>
                      <a:pt x="38" y="141"/>
                      <a:pt x="38" y="141"/>
                      <a:pt x="38" y="141"/>
                    </a:cubicBezTo>
                    <a:cubicBezTo>
                      <a:pt x="39" y="141"/>
                      <a:pt x="39" y="141"/>
                      <a:pt x="39" y="141"/>
                    </a:cubicBezTo>
                    <a:cubicBezTo>
                      <a:pt x="43" y="138"/>
                      <a:pt x="51" y="133"/>
                      <a:pt x="56" y="133"/>
                    </a:cubicBezTo>
                    <a:cubicBezTo>
                      <a:pt x="58" y="133"/>
                      <a:pt x="58" y="133"/>
                      <a:pt x="58" y="133"/>
                    </a:cubicBezTo>
                    <a:cubicBezTo>
                      <a:pt x="62" y="133"/>
                      <a:pt x="63" y="137"/>
                      <a:pt x="63" y="141"/>
                    </a:cubicBezTo>
                    <a:cubicBezTo>
                      <a:pt x="63" y="143"/>
                      <a:pt x="63" y="143"/>
                      <a:pt x="63" y="143"/>
                    </a:cubicBezTo>
                    <a:cubicBezTo>
                      <a:pt x="63" y="150"/>
                      <a:pt x="60" y="152"/>
                      <a:pt x="56" y="154"/>
                    </a:cubicBezTo>
                    <a:cubicBezTo>
                      <a:pt x="55" y="154"/>
                      <a:pt x="55" y="154"/>
                      <a:pt x="55" y="154"/>
                    </a:cubicBezTo>
                    <a:cubicBezTo>
                      <a:pt x="53" y="154"/>
                      <a:pt x="53" y="154"/>
                      <a:pt x="53" y="154"/>
                    </a:cubicBezTo>
                    <a:cubicBezTo>
                      <a:pt x="52" y="154"/>
                      <a:pt x="52" y="154"/>
                      <a:pt x="51" y="153"/>
                    </a:cubicBezTo>
                    <a:cubicBezTo>
                      <a:pt x="50" y="154"/>
                      <a:pt x="50" y="154"/>
                      <a:pt x="49" y="154"/>
                    </a:cubicBezTo>
                    <a:cubicBezTo>
                      <a:pt x="47" y="154"/>
                      <a:pt x="47" y="154"/>
                      <a:pt x="47" y="154"/>
                    </a:cubicBezTo>
                    <a:cubicBezTo>
                      <a:pt x="47" y="155"/>
                      <a:pt x="46" y="155"/>
                      <a:pt x="46" y="156"/>
                    </a:cubicBezTo>
                    <a:cubicBezTo>
                      <a:pt x="46" y="158"/>
                      <a:pt x="53" y="165"/>
                      <a:pt x="55" y="166"/>
                    </a:cubicBezTo>
                    <a:cubicBezTo>
                      <a:pt x="56" y="166"/>
                      <a:pt x="56" y="166"/>
                      <a:pt x="56" y="166"/>
                    </a:cubicBezTo>
                    <a:cubicBezTo>
                      <a:pt x="61" y="166"/>
                      <a:pt x="61" y="166"/>
                      <a:pt x="61" y="166"/>
                    </a:cubicBezTo>
                    <a:cubicBezTo>
                      <a:pt x="66" y="166"/>
                      <a:pt x="69" y="163"/>
                      <a:pt x="71" y="160"/>
                    </a:cubicBezTo>
                    <a:cubicBezTo>
                      <a:pt x="74" y="155"/>
                      <a:pt x="74" y="151"/>
                      <a:pt x="76" y="148"/>
                    </a:cubicBezTo>
                    <a:cubicBezTo>
                      <a:pt x="75" y="146"/>
                      <a:pt x="75" y="148"/>
                      <a:pt x="75" y="146"/>
                    </a:cubicBezTo>
                    <a:cubicBezTo>
                      <a:pt x="75" y="138"/>
                      <a:pt x="75" y="138"/>
                      <a:pt x="75" y="138"/>
                    </a:cubicBezTo>
                    <a:cubicBezTo>
                      <a:pt x="75" y="130"/>
                      <a:pt x="74" y="128"/>
                      <a:pt x="80" y="124"/>
                    </a:cubicBezTo>
                    <a:cubicBezTo>
                      <a:pt x="81" y="124"/>
                      <a:pt x="81" y="124"/>
                      <a:pt x="81" y="124"/>
                    </a:cubicBezTo>
                    <a:cubicBezTo>
                      <a:pt x="90" y="124"/>
                      <a:pt x="90" y="127"/>
                      <a:pt x="94" y="120"/>
                    </a:cubicBezTo>
                    <a:cubicBezTo>
                      <a:pt x="92" y="117"/>
                      <a:pt x="91" y="116"/>
                      <a:pt x="88" y="115"/>
                    </a:cubicBezTo>
                    <a:cubicBezTo>
                      <a:pt x="86" y="116"/>
                      <a:pt x="84" y="117"/>
                      <a:pt x="81" y="117"/>
                    </a:cubicBezTo>
                    <a:cubicBezTo>
                      <a:pt x="79" y="117"/>
                      <a:pt x="79" y="117"/>
                      <a:pt x="79" y="117"/>
                    </a:cubicBezTo>
                    <a:cubicBezTo>
                      <a:pt x="77" y="116"/>
                      <a:pt x="72" y="109"/>
                      <a:pt x="72" y="107"/>
                    </a:cubicBezTo>
                    <a:cubicBezTo>
                      <a:pt x="72" y="105"/>
                      <a:pt x="72" y="105"/>
                      <a:pt x="72" y="105"/>
                    </a:cubicBezTo>
                    <a:cubicBezTo>
                      <a:pt x="72" y="99"/>
                      <a:pt x="75" y="100"/>
                      <a:pt x="78" y="96"/>
                    </a:cubicBezTo>
                    <a:cubicBezTo>
                      <a:pt x="80" y="96"/>
                      <a:pt x="80" y="96"/>
                      <a:pt x="80" y="96"/>
                    </a:cubicBezTo>
                    <a:cubicBezTo>
                      <a:pt x="82" y="93"/>
                      <a:pt x="89" y="90"/>
                      <a:pt x="92" y="89"/>
                    </a:cubicBezTo>
                    <a:cubicBezTo>
                      <a:pt x="95" y="87"/>
                      <a:pt x="101" y="83"/>
                      <a:pt x="101" y="80"/>
                    </a:cubicBezTo>
                    <a:cubicBezTo>
                      <a:pt x="101" y="77"/>
                      <a:pt x="101" y="79"/>
                      <a:pt x="102" y="78"/>
                    </a:cubicBezTo>
                    <a:cubicBezTo>
                      <a:pt x="101" y="77"/>
                      <a:pt x="101" y="79"/>
                      <a:pt x="101" y="77"/>
                    </a:cubicBezTo>
                    <a:cubicBezTo>
                      <a:pt x="101" y="73"/>
                      <a:pt x="96" y="64"/>
                      <a:pt x="95" y="61"/>
                    </a:cubicBezTo>
                    <a:cubicBezTo>
                      <a:pt x="95" y="61"/>
                      <a:pt x="101" y="55"/>
                      <a:pt x="102" y="55"/>
                    </a:cubicBezTo>
                    <a:cubicBezTo>
                      <a:pt x="104" y="52"/>
                      <a:pt x="106" y="51"/>
                      <a:pt x="109" y="48"/>
                    </a:cubicBezTo>
                    <a:cubicBezTo>
                      <a:pt x="110" y="47"/>
                      <a:pt x="112" y="46"/>
                      <a:pt x="113" y="45"/>
                    </a:cubicBezTo>
                    <a:cubicBezTo>
                      <a:pt x="114" y="44"/>
                      <a:pt x="115" y="43"/>
                      <a:pt x="116" y="42"/>
                    </a:cubicBezTo>
                    <a:cubicBezTo>
                      <a:pt x="118" y="39"/>
                      <a:pt x="118" y="35"/>
                      <a:pt x="121" y="34"/>
                    </a:cubicBezTo>
                    <a:cubicBezTo>
                      <a:pt x="121" y="32"/>
                      <a:pt x="121" y="32"/>
                      <a:pt x="121" y="32"/>
                    </a:cubicBezTo>
                    <a:cubicBezTo>
                      <a:pt x="121" y="27"/>
                      <a:pt x="123" y="30"/>
                      <a:pt x="120" y="24"/>
                    </a:cubicBezTo>
                    <a:cubicBezTo>
                      <a:pt x="118" y="20"/>
                      <a:pt x="118" y="20"/>
                      <a:pt x="116" y="17"/>
                    </a:cubicBezTo>
                    <a:cubicBezTo>
                      <a:pt x="113" y="17"/>
                      <a:pt x="113" y="17"/>
                      <a:pt x="113" y="17"/>
                    </a:cubicBezTo>
                    <a:cubicBezTo>
                      <a:pt x="111" y="17"/>
                      <a:pt x="105" y="19"/>
                      <a:pt x="104" y="20"/>
                    </a:cubicBezTo>
                    <a:cubicBezTo>
                      <a:pt x="101" y="23"/>
                      <a:pt x="102" y="23"/>
                      <a:pt x="96" y="24"/>
                    </a:cubicBezTo>
                    <a:lnTo>
                      <a:pt x="93" y="21"/>
                    </a:lnTo>
                    <a:close/>
                  </a:path>
                </a:pathLst>
              </a:custGeom>
              <a:solidFill>
                <a:srgbClr val="E6001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5" name="íṥḻiďê"/>
              <p:cNvSpPr/>
              <p:nvPr/>
            </p:nvSpPr>
            <p:spPr bwMode="auto">
              <a:xfrm>
                <a:off x="5159376" y="3357563"/>
                <a:ext cx="117475" cy="366713"/>
              </a:xfrm>
              <a:custGeom>
                <a:avLst/>
                <a:gdLst>
                  <a:gd name="T0" fmla="*/ 23 w 36"/>
                  <a:gd name="T1" fmla="*/ 14 h 110"/>
                  <a:gd name="T2" fmla="*/ 23 w 36"/>
                  <a:gd name="T3" fmla="*/ 12 h 110"/>
                  <a:gd name="T4" fmla="*/ 18 w 36"/>
                  <a:gd name="T5" fmla="*/ 6 h 110"/>
                  <a:gd name="T6" fmla="*/ 13 w 36"/>
                  <a:gd name="T7" fmla="*/ 0 h 110"/>
                  <a:gd name="T8" fmla="*/ 11 w 36"/>
                  <a:gd name="T9" fmla="*/ 4 h 110"/>
                  <a:gd name="T10" fmla="*/ 13 w 36"/>
                  <a:gd name="T11" fmla="*/ 16 h 110"/>
                  <a:gd name="T12" fmla="*/ 12 w 36"/>
                  <a:gd name="T13" fmla="*/ 34 h 110"/>
                  <a:gd name="T14" fmla="*/ 7 w 36"/>
                  <a:gd name="T15" fmla="*/ 65 h 110"/>
                  <a:gd name="T16" fmla="*/ 3 w 36"/>
                  <a:gd name="T17" fmla="*/ 80 h 110"/>
                  <a:gd name="T18" fmla="*/ 0 w 36"/>
                  <a:gd name="T19" fmla="*/ 95 h 110"/>
                  <a:gd name="T20" fmla="*/ 0 w 36"/>
                  <a:gd name="T21" fmla="*/ 98 h 110"/>
                  <a:gd name="T22" fmla="*/ 0 w 36"/>
                  <a:gd name="T23" fmla="*/ 100 h 110"/>
                  <a:gd name="T24" fmla="*/ 4 w 36"/>
                  <a:gd name="T25" fmla="*/ 105 h 110"/>
                  <a:gd name="T26" fmla="*/ 9 w 36"/>
                  <a:gd name="T27" fmla="*/ 110 h 110"/>
                  <a:gd name="T28" fmla="*/ 15 w 36"/>
                  <a:gd name="T29" fmla="*/ 104 h 110"/>
                  <a:gd name="T30" fmla="*/ 18 w 36"/>
                  <a:gd name="T31" fmla="*/ 96 h 110"/>
                  <a:gd name="T32" fmla="*/ 18 w 36"/>
                  <a:gd name="T33" fmla="*/ 90 h 110"/>
                  <a:gd name="T34" fmla="*/ 21 w 36"/>
                  <a:gd name="T35" fmla="*/ 71 h 110"/>
                  <a:gd name="T36" fmla="*/ 25 w 36"/>
                  <a:gd name="T37" fmla="*/ 53 h 110"/>
                  <a:gd name="T38" fmla="*/ 30 w 36"/>
                  <a:gd name="T39" fmla="*/ 36 h 110"/>
                  <a:gd name="T40" fmla="*/ 35 w 36"/>
                  <a:gd name="T41" fmla="*/ 20 h 110"/>
                  <a:gd name="T42" fmla="*/ 33 w 36"/>
                  <a:gd name="T43" fmla="*/ 20 h 110"/>
                  <a:gd name="T44" fmla="*/ 30 w 36"/>
                  <a:gd name="T45" fmla="*/ 22 h 110"/>
                  <a:gd name="T46" fmla="*/ 23 w 36"/>
                  <a:gd name="T47" fmla="*/ 17 h 110"/>
                  <a:gd name="T48" fmla="*/ 23 w 36"/>
                  <a:gd name="T49" fmla="*/ 15 h 110"/>
                  <a:gd name="T50" fmla="*/ 23 w 36"/>
                  <a:gd name="T51" fmla="*/ 14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36" h="110">
                    <a:moveTo>
                      <a:pt x="23" y="14"/>
                    </a:moveTo>
                    <a:cubicBezTo>
                      <a:pt x="23" y="12"/>
                      <a:pt x="23" y="12"/>
                      <a:pt x="23" y="12"/>
                    </a:cubicBezTo>
                    <a:cubicBezTo>
                      <a:pt x="21" y="8"/>
                      <a:pt x="22" y="9"/>
                      <a:pt x="18" y="6"/>
                    </a:cubicBezTo>
                    <a:cubicBezTo>
                      <a:pt x="17" y="4"/>
                      <a:pt x="15" y="2"/>
                      <a:pt x="13" y="0"/>
                    </a:cubicBezTo>
                    <a:cubicBezTo>
                      <a:pt x="12" y="1"/>
                      <a:pt x="11" y="3"/>
                      <a:pt x="11" y="4"/>
                    </a:cubicBezTo>
                    <a:cubicBezTo>
                      <a:pt x="11" y="7"/>
                      <a:pt x="13" y="12"/>
                      <a:pt x="13" y="16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43"/>
                      <a:pt x="9" y="56"/>
                      <a:pt x="7" y="65"/>
                    </a:cubicBezTo>
                    <a:cubicBezTo>
                      <a:pt x="6" y="72"/>
                      <a:pt x="4" y="75"/>
                      <a:pt x="3" y="80"/>
                    </a:cubicBezTo>
                    <a:cubicBezTo>
                      <a:pt x="2" y="85"/>
                      <a:pt x="0" y="91"/>
                      <a:pt x="0" y="95"/>
                    </a:cubicBezTo>
                    <a:cubicBezTo>
                      <a:pt x="0" y="98"/>
                      <a:pt x="0" y="98"/>
                      <a:pt x="0" y="98"/>
                    </a:cubicBezTo>
                    <a:cubicBezTo>
                      <a:pt x="0" y="100"/>
                      <a:pt x="0" y="100"/>
                      <a:pt x="0" y="100"/>
                    </a:cubicBezTo>
                    <a:cubicBezTo>
                      <a:pt x="2" y="102"/>
                      <a:pt x="2" y="103"/>
                      <a:pt x="4" y="105"/>
                    </a:cubicBezTo>
                    <a:cubicBezTo>
                      <a:pt x="6" y="108"/>
                      <a:pt x="7" y="108"/>
                      <a:pt x="9" y="110"/>
                    </a:cubicBezTo>
                    <a:cubicBezTo>
                      <a:pt x="12" y="108"/>
                      <a:pt x="13" y="108"/>
                      <a:pt x="15" y="104"/>
                    </a:cubicBezTo>
                    <a:cubicBezTo>
                      <a:pt x="16" y="102"/>
                      <a:pt x="18" y="99"/>
                      <a:pt x="18" y="96"/>
                    </a:cubicBezTo>
                    <a:cubicBezTo>
                      <a:pt x="18" y="90"/>
                      <a:pt x="18" y="90"/>
                      <a:pt x="18" y="90"/>
                    </a:cubicBezTo>
                    <a:cubicBezTo>
                      <a:pt x="18" y="83"/>
                      <a:pt x="20" y="77"/>
                      <a:pt x="21" y="71"/>
                    </a:cubicBezTo>
                    <a:cubicBezTo>
                      <a:pt x="23" y="65"/>
                      <a:pt x="23" y="59"/>
                      <a:pt x="25" y="53"/>
                    </a:cubicBezTo>
                    <a:cubicBezTo>
                      <a:pt x="26" y="47"/>
                      <a:pt x="29" y="42"/>
                      <a:pt x="30" y="36"/>
                    </a:cubicBezTo>
                    <a:cubicBezTo>
                      <a:pt x="31" y="28"/>
                      <a:pt x="34" y="27"/>
                      <a:pt x="35" y="20"/>
                    </a:cubicBezTo>
                    <a:cubicBezTo>
                      <a:pt x="34" y="19"/>
                      <a:pt x="36" y="20"/>
                      <a:pt x="33" y="20"/>
                    </a:cubicBezTo>
                    <a:cubicBezTo>
                      <a:pt x="33" y="20"/>
                      <a:pt x="30" y="22"/>
                      <a:pt x="30" y="22"/>
                    </a:cubicBezTo>
                    <a:cubicBezTo>
                      <a:pt x="25" y="21"/>
                      <a:pt x="25" y="21"/>
                      <a:pt x="23" y="17"/>
                    </a:cubicBezTo>
                    <a:cubicBezTo>
                      <a:pt x="23" y="15"/>
                      <a:pt x="23" y="15"/>
                      <a:pt x="23" y="15"/>
                    </a:cubicBezTo>
                    <a:lnTo>
                      <a:pt x="23" y="14"/>
                    </a:lnTo>
                    <a:close/>
                  </a:path>
                </a:pathLst>
              </a:custGeom>
              <a:solidFill>
                <a:srgbClr val="E6001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9" name="ïšľîḍê"/>
            <p:cNvGrpSpPr/>
            <p:nvPr/>
          </p:nvGrpSpPr>
          <p:grpSpPr>
            <a:xfrm>
              <a:off x="4412452" y="3781425"/>
              <a:ext cx="2312689" cy="166461"/>
              <a:chOff x="6986588" y="3521075"/>
              <a:chExt cx="1654176" cy="119063"/>
            </a:xfrm>
          </p:grpSpPr>
          <p:sp>
            <p:nvSpPr>
              <p:cNvPr id="10" name="îṩľîḑê"/>
              <p:cNvSpPr/>
              <p:nvPr/>
            </p:nvSpPr>
            <p:spPr bwMode="auto">
              <a:xfrm>
                <a:off x="6986588" y="3521075"/>
                <a:ext cx="155575" cy="119063"/>
              </a:xfrm>
              <a:custGeom>
                <a:avLst/>
                <a:gdLst>
                  <a:gd name="T0" fmla="*/ 84 w 98"/>
                  <a:gd name="T1" fmla="*/ 0 h 75"/>
                  <a:gd name="T2" fmla="*/ 59 w 98"/>
                  <a:gd name="T3" fmla="*/ 52 h 75"/>
                  <a:gd name="T4" fmla="*/ 57 w 98"/>
                  <a:gd name="T5" fmla="*/ 0 h 75"/>
                  <a:gd name="T6" fmla="*/ 40 w 98"/>
                  <a:gd name="T7" fmla="*/ 0 h 75"/>
                  <a:gd name="T8" fmla="*/ 15 w 98"/>
                  <a:gd name="T9" fmla="*/ 52 h 75"/>
                  <a:gd name="T10" fmla="*/ 15 w 98"/>
                  <a:gd name="T11" fmla="*/ 0 h 75"/>
                  <a:gd name="T12" fmla="*/ 0 w 98"/>
                  <a:gd name="T13" fmla="*/ 0 h 75"/>
                  <a:gd name="T14" fmla="*/ 2 w 98"/>
                  <a:gd name="T15" fmla="*/ 75 h 75"/>
                  <a:gd name="T16" fmla="*/ 19 w 98"/>
                  <a:gd name="T17" fmla="*/ 75 h 75"/>
                  <a:gd name="T18" fmla="*/ 44 w 98"/>
                  <a:gd name="T19" fmla="*/ 21 h 75"/>
                  <a:gd name="T20" fmla="*/ 46 w 98"/>
                  <a:gd name="T21" fmla="*/ 75 h 75"/>
                  <a:gd name="T22" fmla="*/ 63 w 98"/>
                  <a:gd name="T23" fmla="*/ 75 h 75"/>
                  <a:gd name="T24" fmla="*/ 98 w 98"/>
                  <a:gd name="T25" fmla="*/ 0 h 75"/>
                  <a:gd name="T26" fmla="*/ 84 w 98"/>
                  <a:gd name="T27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8" h="75">
                    <a:moveTo>
                      <a:pt x="84" y="0"/>
                    </a:moveTo>
                    <a:lnTo>
                      <a:pt x="59" y="52"/>
                    </a:lnTo>
                    <a:lnTo>
                      <a:pt x="57" y="0"/>
                    </a:lnTo>
                    <a:lnTo>
                      <a:pt x="40" y="0"/>
                    </a:lnTo>
                    <a:lnTo>
                      <a:pt x="15" y="52"/>
                    </a:lnTo>
                    <a:lnTo>
                      <a:pt x="15" y="0"/>
                    </a:lnTo>
                    <a:lnTo>
                      <a:pt x="0" y="0"/>
                    </a:lnTo>
                    <a:lnTo>
                      <a:pt x="2" y="75"/>
                    </a:lnTo>
                    <a:lnTo>
                      <a:pt x="19" y="75"/>
                    </a:lnTo>
                    <a:lnTo>
                      <a:pt x="44" y="21"/>
                    </a:lnTo>
                    <a:lnTo>
                      <a:pt x="46" y="75"/>
                    </a:lnTo>
                    <a:lnTo>
                      <a:pt x="63" y="75"/>
                    </a:lnTo>
                    <a:lnTo>
                      <a:pt x="98" y="0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" name="îṩḷîde"/>
              <p:cNvSpPr/>
              <p:nvPr/>
            </p:nvSpPr>
            <p:spPr bwMode="auto">
              <a:xfrm>
                <a:off x="7135813" y="3521075"/>
                <a:ext cx="112713" cy="119063"/>
              </a:xfrm>
              <a:custGeom>
                <a:avLst/>
                <a:gdLst>
                  <a:gd name="T0" fmla="*/ 22 w 34"/>
                  <a:gd name="T1" fmla="*/ 20 h 36"/>
                  <a:gd name="T2" fmla="*/ 20 w 34"/>
                  <a:gd name="T3" fmla="*/ 26 h 36"/>
                  <a:gd name="T4" fmla="*/ 18 w 34"/>
                  <a:gd name="T5" fmla="*/ 29 h 36"/>
                  <a:gd name="T6" fmla="*/ 13 w 34"/>
                  <a:gd name="T7" fmla="*/ 30 h 36"/>
                  <a:gd name="T8" fmla="*/ 9 w 34"/>
                  <a:gd name="T9" fmla="*/ 29 h 36"/>
                  <a:gd name="T10" fmla="*/ 7 w 34"/>
                  <a:gd name="T11" fmla="*/ 25 h 36"/>
                  <a:gd name="T12" fmla="*/ 7 w 34"/>
                  <a:gd name="T13" fmla="*/ 24 h 36"/>
                  <a:gd name="T14" fmla="*/ 8 w 34"/>
                  <a:gd name="T15" fmla="*/ 19 h 36"/>
                  <a:gd name="T16" fmla="*/ 12 w 34"/>
                  <a:gd name="T17" fmla="*/ 0 h 36"/>
                  <a:gd name="T18" fmla="*/ 5 w 34"/>
                  <a:gd name="T19" fmla="*/ 0 h 36"/>
                  <a:gd name="T20" fmla="*/ 1 w 34"/>
                  <a:gd name="T21" fmla="*/ 19 h 36"/>
                  <a:gd name="T22" fmla="*/ 0 w 34"/>
                  <a:gd name="T23" fmla="*/ 23 h 36"/>
                  <a:gd name="T24" fmla="*/ 0 w 34"/>
                  <a:gd name="T25" fmla="*/ 25 h 36"/>
                  <a:gd name="T26" fmla="*/ 3 w 34"/>
                  <a:gd name="T27" fmla="*/ 33 h 36"/>
                  <a:gd name="T28" fmla="*/ 13 w 34"/>
                  <a:gd name="T29" fmla="*/ 36 h 36"/>
                  <a:gd name="T30" fmla="*/ 22 w 34"/>
                  <a:gd name="T31" fmla="*/ 34 h 36"/>
                  <a:gd name="T32" fmla="*/ 27 w 34"/>
                  <a:gd name="T33" fmla="*/ 29 h 36"/>
                  <a:gd name="T34" fmla="*/ 30 w 34"/>
                  <a:gd name="T35" fmla="*/ 20 h 36"/>
                  <a:gd name="T36" fmla="*/ 34 w 34"/>
                  <a:gd name="T37" fmla="*/ 0 h 36"/>
                  <a:gd name="T38" fmla="*/ 26 w 34"/>
                  <a:gd name="T39" fmla="*/ 0 h 36"/>
                  <a:gd name="T40" fmla="*/ 22 w 34"/>
                  <a:gd name="T41" fmla="*/ 2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4" h="36">
                    <a:moveTo>
                      <a:pt x="22" y="20"/>
                    </a:moveTo>
                    <a:cubicBezTo>
                      <a:pt x="22" y="23"/>
                      <a:pt x="21" y="25"/>
                      <a:pt x="20" y="26"/>
                    </a:cubicBezTo>
                    <a:cubicBezTo>
                      <a:pt x="20" y="28"/>
                      <a:pt x="19" y="29"/>
                      <a:pt x="18" y="29"/>
                    </a:cubicBezTo>
                    <a:cubicBezTo>
                      <a:pt x="17" y="30"/>
                      <a:pt x="15" y="30"/>
                      <a:pt x="13" y="30"/>
                    </a:cubicBezTo>
                    <a:cubicBezTo>
                      <a:pt x="11" y="30"/>
                      <a:pt x="10" y="30"/>
                      <a:pt x="9" y="29"/>
                    </a:cubicBezTo>
                    <a:cubicBezTo>
                      <a:pt x="8" y="28"/>
                      <a:pt x="7" y="27"/>
                      <a:pt x="7" y="25"/>
                    </a:cubicBezTo>
                    <a:cubicBezTo>
                      <a:pt x="7" y="25"/>
                      <a:pt x="7" y="25"/>
                      <a:pt x="7" y="24"/>
                    </a:cubicBezTo>
                    <a:cubicBezTo>
                      <a:pt x="8" y="19"/>
                      <a:pt x="8" y="19"/>
                      <a:pt x="8" y="19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1" y="19"/>
                      <a:pt x="1" y="19"/>
                      <a:pt x="1" y="19"/>
                    </a:cubicBezTo>
                    <a:cubicBezTo>
                      <a:pt x="1" y="21"/>
                      <a:pt x="0" y="23"/>
                      <a:pt x="0" y="23"/>
                    </a:cubicBezTo>
                    <a:cubicBezTo>
                      <a:pt x="0" y="24"/>
                      <a:pt x="0" y="25"/>
                      <a:pt x="0" y="25"/>
                    </a:cubicBezTo>
                    <a:cubicBezTo>
                      <a:pt x="0" y="29"/>
                      <a:pt x="1" y="31"/>
                      <a:pt x="3" y="33"/>
                    </a:cubicBezTo>
                    <a:cubicBezTo>
                      <a:pt x="6" y="35"/>
                      <a:pt x="9" y="36"/>
                      <a:pt x="13" y="36"/>
                    </a:cubicBezTo>
                    <a:cubicBezTo>
                      <a:pt x="16" y="36"/>
                      <a:pt x="19" y="36"/>
                      <a:pt x="22" y="34"/>
                    </a:cubicBezTo>
                    <a:cubicBezTo>
                      <a:pt x="24" y="33"/>
                      <a:pt x="25" y="31"/>
                      <a:pt x="27" y="29"/>
                    </a:cubicBezTo>
                    <a:cubicBezTo>
                      <a:pt x="28" y="27"/>
                      <a:pt x="29" y="24"/>
                      <a:pt x="30" y="20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26" y="0"/>
                      <a:pt x="26" y="0"/>
                      <a:pt x="26" y="0"/>
                    </a:cubicBezTo>
                    <a:lnTo>
                      <a:pt x="22" y="2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" name="îṣḻîḑê"/>
              <p:cNvSpPr/>
              <p:nvPr/>
            </p:nvSpPr>
            <p:spPr bwMode="auto">
              <a:xfrm>
                <a:off x="7248526" y="3521075"/>
                <a:ext cx="114300" cy="119063"/>
              </a:xfrm>
              <a:custGeom>
                <a:avLst/>
                <a:gdLst>
                  <a:gd name="T0" fmla="*/ 58 w 72"/>
                  <a:gd name="T1" fmla="*/ 0 h 75"/>
                  <a:gd name="T2" fmla="*/ 52 w 72"/>
                  <a:gd name="T3" fmla="*/ 29 h 75"/>
                  <a:gd name="T4" fmla="*/ 22 w 72"/>
                  <a:gd name="T5" fmla="*/ 29 h 75"/>
                  <a:gd name="T6" fmla="*/ 29 w 72"/>
                  <a:gd name="T7" fmla="*/ 0 h 75"/>
                  <a:gd name="T8" fmla="*/ 14 w 72"/>
                  <a:gd name="T9" fmla="*/ 0 h 75"/>
                  <a:gd name="T10" fmla="*/ 0 w 72"/>
                  <a:gd name="T11" fmla="*/ 75 h 75"/>
                  <a:gd name="T12" fmla="*/ 14 w 72"/>
                  <a:gd name="T13" fmla="*/ 75 h 75"/>
                  <a:gd name="T14" fmla="*/ 20 w 72"/>
                  <a:gd name="T15" fmla="*/ 42 h 75"/>
                  <a:gd name="T16" fmla="*/ 50 w 72"/>
                  <a:gd name="T17" fmla="*/ 42 h 75"/>
                  <a:gd name="T18" fmla="*/ 43 w 72"/>
                  <a:gd name="T19" fmla="*/ 75 h 75"/>
                  <a:gd name="T20" fmla="*/ 58 w 72"/>
                  <a:gd name="T21" fmla="*/ 75 h 75"/>
                  <a:gd name="T22" fmla="*/ 72 w 72"/>
                  <a:gd name="T23" fmla="*/ 0 h 75"/>
                  <a:gd name="T24" fmla="*/ 58 w 72"/>
                  <a:gd name="T25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2" h="75">
                    <a:moveTo>
                      <a:pt x="58" y="0"/>
                    </a:moveTo>
                    <a:lnTo>
                      <a:pt x="52" y="29"/>
                    </a:lnTo>
                    <a:lnTo>
                      <a:pt x="22" y="29"/>
                    </a:lnTo>
                    <a:lnTo>
                      <a:pt x="29" y="0"/>
                    </a:lnTo>
                    <a:lnTo>
                      <a:pt x="14" y="0"/>
                    </a:lnTo>
                    <a:lnTo>
                      <a:pt x="0" y="75"/>
                    </a:lnTo>
                    <a:lnTo>
                      <a:pt x="14" y="75"/>
                    </a:lnTo>
                    <a:lnTo>
                      <a:pt x="20" y="42"/>
                    </a:lnTo>
                    <a:lnTo>
                      <a:pt x="50" y="42"/>
                    </a:lnTo>
                    <a:lnTo>
                      <a:pt x="43" y="75"/>
                    </a:lnTo>
                    <a:lnTo>
                      <a:pt x="58" y="75"/>
                    </a:lnTo>
                    <a:lnTo>
                      <a:pt x="72" y="0"/>
                    </a:lnTo>
                    <a:lnTo>
                      <a:pt x="5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" name="ïṥlíḑê"/>
              <p:cNvSpPr/>
              <p:nvPr/>
            </p:nvSpPr>
            <p:spPr bwMode="auto">
              <a:xfrm>
                <a:off x="7356476" y="3521075"/>
                <a:ext cx="112713" cy="119063"/>
              </a:xfrm>
              <a:custGeom>
                <a:avLst/>
                <a:gdLst>
                  <a:gd name="T0" fmla="*/ 42 w 71"/>
                  <a:gd name="T1" fmla="*/ 0 h 75"/>
                  <a:gd name="T2" fmla="*/ 0 w 71"/>
                  <a:gd name="T3" fmla="*/ 75 h 75"/>
                  <a:gd name="T4" fmla="*/ 15 w 71"/>
                  <a:gd name="T5" fmla="*/ 75 h 75"/>
                  <a:gd name="T6" fmla="*/ 23 w 71"/>
                  <a:gd name="T7" fmla="*/ 59 h 75"/>
                  <a:gd name="T8" fmla="*/ 54 w 71"/>
                  <a:gd name="T9" fmla="*/ 59 h 75"/>
                  <a:gd name="T10" fmla="*/ 56 w 71"/>
                  <a:gd name="T11" fmla="*/ 75 h 75"/>
                  <a:gd name="T12" fmla="*/ 71 w 71"/>
                  <a:gd name="T13" fmla="*/ 75 h 75"/>
                  <a:gd name="T14" fmla="*/ 58 w 71"/>
                  <a:gd name="T15" fmla="*/ 0 h 75"/>
                  <a:gd name="T16" fmla="*/ 42 w 71"/>
                  <a:gd name="T17" fmla="*/ 0 h 75"/>
                  <a:gd name="T18" fmla="*/ 29 w 71"/>
                  <a:gd name="T19" fmla="*/ 46 h 75"/>
                  <a:gd name="T20" fmla="*/ 48 w 71"/>
                  <a:gd name="T21" fmla="*/ 17 h 75"/>
                  <a:gd name="T22" fmla="*/ 52 w 71"/>
                  <a:gd name="T23" fmla="*/ 46 h 75"/>
                  <a:gd name="T24" fmla="*/ 29 w 71"/>
                  <a:gd name="T25" fmla="*/ 46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1" h="75">
                    <a:moveTo>
                      <a:pt x="42" y="0"/>
                    </a:moveTo>
                    <a:lnTo>
                      <a:pt x="0" y="75"/>
                    </a:lnTo>
                    <a:lnTo>
                      <a:pt x="15" y="75"/>
                    </a:lnTo>
                    <a:lnTo>
                      <a:pt x="23" y="59"/>
                    </a:lnTo>
                    <a:lnTo>
                      <a:pt x="54" y="59"/>
                    </a:lnTo>
                    <a:lnTo>
                      <a:pt x="56" y="75"/>
                    </a:lnTo>
                    <a:lnTo>
                      <a:pt x="71" y="75"/>
                    </a:lnTo>
                    <a:lnTo>
                      <a:pt x="58" y="0"/>
                    </a:lnTo>
                    <a:lnTo>
                      <a:pt x="42" y="0"/>
                    </a:lnTo>
                    <a:close/>
                    <a:moveTo>
                      <a:pt x="29" y="46"/>
                    </a:moveTo>
                    <a:lnTo>
                      <a:pt x="48" y="17"/>
                    </a:lnTo>
                    <a:lnTo>
                      <a:pt x="52" y="46"/>
                    </a:lnTo>
                    <a:lnTo>
                      <a:pt x="29" y="4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" name="îş1íḋe"/>
              <p:cNvSpPr/>
              <p:nvPr/>
            </p:nvSpPr>
            <p:spPr bwMode="auto">
              <a:xfrm>
                <a:off x="7481888" y="3521075"/>
                <a:ext cx="119063" cy="119063"/>
              </a:xfrm>
              <a:custGeom>
                <a:avLst/>
                <a:gdLst>
                  <a:gd name="T0" fmla="*/ 50 w 75"/>
                  <a:gd name="T1" fmla="*/ 50 h 75"/>
                  <a:gd name="T2" fmla="*/ 31 w 75"/>
                  <a:gd name="T3" fmla="*/ 0 h 75"/>
                  <a:gd name="T4" fmla="*/ 17 w 75"/>
                  <a:gd name="T5" fmla="*/ 0 h 75"/>
                  <a:gd name="T6" fmla="*/ 0 w 75"/>
                  <a:gd name="T7" fmla="*/ 75 h 75"/>
                  <a:gd name="T8" fmla="*/ 15 w 75"/>
                  <a:gd name="T9" fmla="*/ 75 h 75"/>
                  <a:gd name="T10" fmla="*/ 25 w 75"/>
                  <a:gd name="T11" fmla="*/ 25 h 75"/>
                  <a:gd name="T12" fmla="*/ 46 w 75"/>
                  <a:gd name="T13" fmla="*/ 75 h 75"/>
                  <a:gd name="T14" fmla="*/ 58 w 75"/>
                  <a:gd name="T15" fmla="*/ 75 h 75"/>
                  <a:gd name="T16" fmla="*/ 75 w 75"/>
                  <a:gd name="T17" fmla="*/ 0 h 75"/>
                  <a:gd name="T18" fmla="*/ 61 w 75"/>
                  <a:gd name="T19" fmla="*/ 0 h 75"/>
                  <a:gd name="T20" fmla="*/ 50 w 75"/>
                  <a:gd name="T21" fmla="*/ 5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5">
                    <a:moveTo>
                      <a:pt x="50" y="50"/>
                    </a:moveTo>
                    <a:lnTo>
                      <a:pt x="31" y="0"/>
                    </a:lnTo>
                    <a:lnTo>
                      <a:pt x="17" y="0"/>
                    </a:lnTo>
                    <a:lnTo>
                      <a:pt x="0" y="75"/>
                    </a:lnTo>
                    <a:lnTo>
                      <a:pt x="15" y="75"/>
                    </a:lnTo>
                    <a:lnTo>
                      <a:pt x="25" y="25"/>
                    </a:lnTo>
                    <a:lnTo>
                      <a:pt x="46" y="75"/>
                    </a:lnTo>
                    <a:lnTo>
                      <a:pt x="58" y="75"/>
                    </a:lnTo>
                    <a:lnTo>
                      <a:pt x="75" y="0"/>
                    </a:lnTo>
                    <a:lnTo>
                      <a:pt x="61" y="0"/>
                    </a:lnTo>
                    <a:lnTo>
                      <a:pt x="50" y="5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" name="îş1ïḋe"/>
              <p:cNvSpPr/>
              <p:nvPr/>
            </p:nvSpPr>
            <p:spPr bwMode="auto">
              <a:xfrm>
                <a:off x="7653338" y="3521075"/>
                <a:ext cx="112713" cy="119063"/>
              </a:xfrm>
              <a:custGeom>
                <a:avLst/>
                <a:gdLst>
                  <a:gd name="T0" fmla="*/ 22 w 34"/>
                  <a:gd name="T1" fmla="*/ 20 h 36"/>
                  <a:gd name="T2" fmla="*/ 20 w 34"/>
                  <a:gd name="T3" fmla="*/ 26 h 36"/>
                  <a:gd name="T4" fmla="*/ 18 w 34"/>
                  <a:gd name="T5" fmla="*/ 29 h 36"/>
                  <a:gd name="T6" fmla="*/ 13 w 34"/>
                  <a:gd name="T7" fmla="*/ 30 h 36"/>
                  <a:gd name="T8" fmla="*/ 9 w 34"/>
                  <a:gd name="T9" fmla="*/ 29 h 36"/>
                  <a:gd name="T10" fmla="*/ 7 w 34"/>
                  <a:gd name="T11" fmla="*/ 25 h 36"/>
                  <a:gd name="T12" fmla="*/ 7 w 34"/>
                  <a:gd name="T13" fmla="*/ 24 h 36"/>
                  <a:gd name="T14" fmla="*/ 8 w 34"/>
                  <a:gd name="T15" fmla="*/ 19 h 36"/>
                  <a:gd name="T16" fmla="*/ 12 w 34"/>
                  <a:gd name="T17" fmla="*/ 0 h 36"/>
                  <a:gd name="T18" fmla="*/ 5 w 34"/>
                  <a:gd name="T19" fmla="*/ 0 h 36"/>
                  <a:gd name="T20" fmla="*/ 1 w 34"/>
                  <a:gd name="T21" fmla="*/ 19 h 36"/>
                  <a:gd name="T22" fmla="*/ 0 w 34"/>
                  <a:gd name="T23" fmla="*/ 23 h 36"/>
                  <a:gd name="T24" fmla="*/ 0 w 34"/>
                  <a:gd name="T25" fmla="*/ 25 h 36"/>
                  <a:gd name="T26" fmla="*/ 3 w 34"/>
                  <a:gd name="T27" fmla="*/ 33 h 36"/>
                  <a:gd name="T28" fmla="*/ 13 w 34"/>
                  <a:gd name="T29" fmla="*/ 36 h 36"/>
                  <a:gd name="T30" fmla="*/ 22 w 34"/>
                  <a:gd name="T31" fmla="*/ 34 h 36"/>
                  <a:gd name="T32" fmla="*/ 27 w 34"/>
                  <a:gd name="T33" fmla="*/ 29 h 36"/>
                  <a:gd name="T34" fmla="*/ 30 w 34"/>
                  <a:gd name="T35" fmla="*/ 20 h 36"/>
                  <a:gd name="T36" fmla="*/ 34 w 34"/>
                  <a:gd name="T37" fmla="*/ 0 h 36"/>
                  <a:gd name="T38" fmla="*/ 26 w 34"/>
                  <a:gd name="T39" fmla="*/ 0 h 36"/>
                  <a:gd name="T40" fmla="*/ 22 w 34"/>
                  <a:gd name="T41" fmla="*/ 2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4" h="36">
                    <a:moveTo>
                      <a:pt x="22" y="20"/>
                    </a:moveTo>
                    <a:cubicBezTo>
                      <a:pt x="22" y="23"/>
                      <a:pt x="21" y="25"/>
                      <a:pt x="20" y="26"/>
                    </a:cubicBezTo>
                    <a:cubicBezTo>
                      <a:pt x="20" y="28"/>
                      <a:pt x="19" y="29"/>
                      <a:pt x="18" y="29"/>
                    </a:cubicBezTo>
                    <a:cubicBezTo>
                      <a:pt x="17" y="30"/>
                      <a:pt x="15" y="30"/>
                      <a:pt x="13" y="30"/>
                    </a:cubicBezTo>
                    <a:cubicBezTo>
                      <a:pt x="11" y="30"/>
                      <a:pt x="10" y="30"/>
                      <a:pt x="9" y="29"/>
                    </a:cubicBezTo>
                    <a:cubicBezTo>
                      <a:pt x="8" y="28"/>
                      <a:pt x="7" y="27"/>
                      <a:pt x="7" y="25"/>
                    </a:cubicBezTo>
                    <a:cubicBezTo>
                      <a:pt x="7" y="25"/>
                      <a:pt x="7" y="25"/>
                      <a:pt x="7" y="24"/>
                    </a:cubicBezTo>
                    <a:cubicBezTo>
                      <a:pt x="8" y="19"/>
                      <a:pt x="8" y="19"/>
                      <a:pt x="8" y="19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1" y="19"/>
                      <a:pt x="1" y="19"/>
                      <a:pt x="1" y="19"/>
                    </a:cubicBezTo>
                    <a:cubicBezTo>
                      <a:pt x="1" y="21"/>
                      <a:pt x="0" y="23"/>
                      <a:pt x="0" y="23"/>
                    </a:cubicBezTo>
                    <a:cubicBezTo>
                      <a:pt x="0" y="24"/>
                      <a:pt x="0" y="25"/>
                      <a:pt x="0" y="25"/>
                    </a:cubicBezTo>
                    <a:cubicBezTo>
                      <a:pt x="0" y="29"/>
                      <a:pt x="1" y="31"/>
                      <a:pt x="3" y="33"/>
                    </a:cubicBezTo>
                    <a:cubicBezTo>
                      <a:pt x="6" y="35"/>
                      <a:pt x="9" y="36"/>
                      <a:pt x="13" y="36"/>
                    </a:cubicBezTo>
                    <a:cubicBezTo>
                      <a:pt x="16" y="36"/>
                      <a:pt x="19" y="36"/>
                      <a:pt x="22" y="34"/>
                    </a:cubicBezTo>
                    <a:cubicBezTo>
                      <a:pt x="24" y="33"/>
                      <a:pt x="25" y="31"/>
                      <a:pt x="27" y="29"/>
                    </a:cubicBezTo>
                    <a:cubicBezTo>
                      <a:pt x="28" y="27"/>
                      <a:pt x="29" y="24"/>
                      <a:pt x="30" y="20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26" y="0"/>
                      <a:pt x="26" y="0"/>
                      <a:pt x="26" y="0"/>
                    </a:cubicBezTo>
                    <a:lnTo>
                      <a:pt x="22" y="2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" name="íšlídè"/>
              <p:cNvSpPr/>
              <p:nvPr/>
            </p:nvSpPr>
            <p:spPr bwMode="auto">
              <a:xfrm>
                <a:off x="7766051" y="3521075"/>
                <a:ext cx="115888" cy="119063"/>
              </a:xfrm>
              <a:custGeom>
                <a:avLst/>
                <a:gdLst>
                  <a:gd name="T0" fmla="*/ 58 w 73"/>
                  <a:gd name="T1" fmla="*/ 0 h 75"/>
                  <a:gd name="T2" fmla="*/ 50 w 73"/>
                  <a:gd name="T3" fmla="*/ 50 h 75"/>
                  <a:gd name="T4" fmla="*/ 29 w 73"/>
                  <a:gd name="T5" fmla="*/ 0 h 75"/>
                  <a:gd name="T6" fmla="*/ 15 w 73"/>
                  <a:gd name="T7" fmla="*/ 0 h 75"/>
                  <a:gd name="T8" fmla="*/ 0 w 73"/>
                  <a:gd name="T9" fmla="*/ 75 h 75"/>
                  <a:gd name="T10" fmla="*/ 13 w 73"/>
                  <a:gd name="T11" fmla="*/ 75 h 75"/>
                  <a:gd name="T12" fmla="*/ 23 w 73"/>
                  <a:gd name="T13" fmla="*/ 25 h 75"/>
                  <a:gd name="T14" fmla="*/ 44 w 73"/>
                  <a:gd name="T15" fmla="*/ 75 h 75"/>
                  <a:gd name="T16" fmla="*/ 58 w 73"/>
                  <a:gd name="T17" fmla="*/ 75 h 75"/>
                  <a:gd name="T18" fmla="*/ 73 w 73"/>
                  <a:gd name="T19" fmla="*/ 0 h 75"/>
                  <a:gd name="T20" fmla="*/ 58 w 73"/>
                  <a:gd name="T21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3" h="75">
                    <a:moveTo>
                      <a:pt x="58" y="0"/>
                    </a:moveTo>
                    <a:lnTo>
                      <a:pt x="50" y="50"/>
                    </a:lnTo>
                    <a:lnTo>
                      <a:pt x="29" y="0"/>
                    </a:lnTo>
                    <a:lnTo>
                      <a:pt x="15" y="0"/>
                    </a:lnTo>
                    <a:lnTo>
                      <a:pt x="0" y="75"/>
                    </a:lnTo>
                    <a:lnTo>
                      <a:pt x="13" y="75"/>
                    </a:lnTo>
                    <a:lnTo>
                      <a:pt x="23" y="25"/>
                    </a:lnTo>
                    <a:lnTo>
                      <a:pt x="44" y="75"/>
                    </a:lnTo>
                    <a:lnTo>
                      <a:pt x="58" y="75"/>
                    </a:lnTo>
                    <a:lnTo>
                      <a:pt x="73" y="0"/>
                    </a:lnTo>
                    <a:lnTo>
                      <a:pt x="5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" name="îṣḻîďe"/>
              <p:cNvSpPr/>
              <p:nvPr/>
            </p:nvSpPr>
            <p:spPr bwMode="auto">
              <a:xfrm>
                <a:off x="7881938" y="3521075"/>
                <a:ext cx="49213" cy="119063"/>
              </a:xfrm>
              <a:custGeom>
                <a:avLst/>
                <a:gdLst>
                  <a:gd name="T0" fmla="*/ 0 w 31"/>
                  <a:gd name="T1" fmla="*/ 75 h 75"/>
                  <a:gd name="T2" fmla="*/ 14 w 31"/>
                  <a:gd name="T3" fmla="*/ 75 h 75"/>
                  <a:gd name="T4" fmla="*/ 31 w 31"/>
                  <a:gd name="T5" fmla="*/ 0 h 75"/>
                  <a:gd name="T6" fmla="*/ 14 w 31"/>
                  <a:gd name="T7" fmla="*/ 0 h 75"/>
                  <a:gd name="T8" fmla="*/ 0 w 31"/>
                  <a:gd name="T9" fmla="*/ 75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75">
                    <a:moveTo>
                      <a:pt x="0" y="75"/>
                    </a:moveTo>
                    <a:lnTo>
                      <a:pt x="14" y="75"/>
                    </a:lnTo>
                    <a:lnTo>
                      <a:pt x="31" y="0"/>
                    </a:lnTo>
                    <a:lnTo>
                      <a:pt x="14" y="0"/>
                    </a:lnTo>
                    <a:lnTo>
                      <a:pt x="0" y="7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" name="íŝḻiḋè"/>
              <p:cNvSpPr/>
              <p:nvPr/>
            </p:nvSpPr>
            <p:spPr bwMode="auto">
              <a:xfrm>
                <a:off x="7940676" y="3521075"/>
                <a:ext cx="109538" cy="119063"/>
              </a:xfrm>
              <a:custGeom>
                <a:avLst/>
                <a:gdLst>
                  <a:gd name="T0" fmla="*/ 54 w 69"/>
                  <a:gd name="T1" fmla="*/ 0 h 75"/>
                  <a:gd name="T2" fmla="*/ 23 w 69"/>
                  <a:gd name="T3" fmla="*/ 57 h 75"/>
                  <a:gd name="T4" fmla="*/ 15 w 69"/>
                  <a:gd name="T5" fmla="*/ 0 h 75"/>
                  <a:gd name="T6" fmla="*/ 0 w 69"/>
                  <a:gd name="T7" fmla="*/ 0 h 75"/>
                  <a:gd name="T8" fmla="*/ 13 w 69"/>
                  <a:gd name="T9" fmla="*/ 75 h 75"/>
                  <a:gd name="T10" fmla="*/ 29 w 69"/>
                  <a:gd name="T11" fmla="*/ 75 h 75"/>
                  <a:gd name="T12" fmla="*/ 69 w 69"/>
                  <a:gd name="T13" fmla="*/ 0 h 75"/>
                  <a:gd name="T14" fmla="*/ 54 w 69"/>
                  <a:gd name="T15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5">
                    <a:moveTo>
                      <a:pt x="54" y="0"/>
                    </a:moveTo>
                    <a:lnTo>
                      <a:pt x="23" y="57"/>
                    </a:lnTo>
                    <a:lnTo>
                      <a:pt x="15" y="0"/>
                    </a:lnTo>
                    <a:lnTo>
                      <a:pt x="0" y="0"/>
                    </a:lnTo>
                    <a:lnTo>
                      <a:pt x="13" y="75"/>
                    </a:lnTo>
                    <a:lnTo>
                      <a:pt x="29" y="75"/>
                    </a:lnTo>
                    <a:lnTo>
                      <a:pt x="69" y="0"/>
                    </a:lnTo>
                    <a:lnTo>
                      <a:pt x="5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" name="î$ḷíďé"/>
              <p:cNvSpPr/>
              <p:nvPr/>
            </p:nvSpPr>
            <p:spPr bwMode="auto">
              <a:xfrm>
                <a:off x="8037513" y="3521075"/>
                <a:ext cx="111125" cy="119063"/>
              </a:xfrm>
              <a:custGeom>
                <a:avLst/>
                <a:gdLst>
                  <a:gd name="T0" fmla="*/ 68 w 70"/>
                  <a:gd name="T1" fmla="*/ 12 h 75"/>
                  <a:gd name="T2" fmla="*/ 70 w 70"/>
                  <a:gd name="T3" fmla="*/ 0 h 75"/>
                  <a:gd name="T4" fmla="*/ 16 w 70"/>
                  <a:gd name="T5" fmla="*/ 0 h 75"/>
                  <a:gd name="T6" fmla="*/ 0 w 70"/>
                  <a:gd name="T7" fmla="*/ 75 h 75"/>
                  <a:gd name="T8" fmla="*/ 58 w 70"/>
                  <a:gd name="T9" fmla="*/ 75 h 75"/>
                  <a:gd name="T10" fmla="*/ 60 w 70"/>
                  <a:gd name="T11" fmla="*/ 63 h 75"/>
                  <a:gd name="T12" fmla="*/ 16 w 70"/>
                  <a:gd name="T13" fmla="*/ 63 h 75"/>
                  <a:gd name="T14" fmla="*/ 22 w 70"/>
                  <a:gd name="T15" fmla="*/ 42 h 75"/>
                  <a:gd name="T16" fmla="*/ 60 w 70"/>
                  <a:gd name="T17" fmla="*/ 42 h 75"/>
                  <a:gd name="T18" fmla="*/ 62 w 70"/>
                  <a:gd name="T19" fmla="*/ 29 h 75"/>
                  <a:gd name="T20" fmla="*/ 24 w 70"/>
                  <a:gd name="T21" fmla="*/ 29 h 75"/>
                  <a:gd name="T22" fmla="*/ 29 w 70"/>
                  <a:gd name="T23" fmla="*/ 12 h 75"/>
                  <a:gd name="T24" fmla="*/ 68 w 70"/>
                  <a:gd name="T25" fmla="*/ 12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0" h="75">
                    <a:moveTo>
                      <a:pt x="68" y="12"/>
                    </a:moveTo>
                    <a:lnTo>
                      <a:pt x="70" y="0"/>
                    </a:lnTo>
                    <a:lnTo>
                      <a:pt x="16" y="0"/>
                    </a:lnTo>
                    <a:lnTo>
                      <a:pt x="0" y="75"/>
                    </a:lnTo>
                    <a:lnTo>
                      <a:pt x="58" y="75"/>
                    </a:lnTo>
                    <a:lnTo>
                      <a:pt x="60" y="63"/>
                    </a:lnTo>
                    <a:lnTo>
                      <a:pt x="16" y="63"/>
                    </a:lnTo>
                    <a:lnTo>
                      <a:pt x="22" y="42"/>
                    </a:lnTo>
                    <a:lnTo>
                      <a:pt x="60" y="42"/>
                    </a:lnTo>
                    <a:lnTo>
                      <a:pt x="62" y="29"/>
                    </a:lnTo>
                    <a:lnTo>
                      <a:pt x="24" y="29"/>
                    </a:lnTo>
                    <a:lnTo>
                      <a:pt x="29" y="12"/>
                    </a:lnTo>
                    <a:lnTo>
                      <a:pt x="68" y="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" name="îṡlîďe"/>
              <p:cNvSpPr/>
              <p:nvPr/>
            </p:nvSpPr>
            <p:spPr bwMode="auto">
              <a:xfrm>
                <a:off x="8145463" y="3521075"/>
                <a:ext cx="115888" cy="119063"/>
              </a:xfrm>
              <a:custGeom>
                <a:avLst/>
                <a:gdLst>
                  <a:gd name="T0" fmla="*/ 30 w 35"/>
                  <a:gd name="T1" fmla="*/ 1 h 36"/>
                  <a:gd name="T2" fmla="*/ 24 w 35"/>
                  <a:gd name="T3" fmla="*/ 0 h 36"/>
                  <a:gd name="T4" fmla="*/ 8 w 35"/>
                  <a:gd name="T5" fmla="*/ 0 h 36"/>
                  <a:gd name="T6" fmla="*/ 0 w 35"/>
                  <a:gd name="T7" fmla="*/ 36 h 36"/>
                  <a:gd name="T8" fmla="*/ 8 w 35"/>
                  <a:gd name="T9" fmla="*/ 36 h 36"/>
                  <a:gd name="T10" fmla="*/ 11 w 35"/>
                  <a:gd name="T11" fmla="*/ 21 h 36"/>
                  <a:gd name="T12" fmla="*/ 14 w 35"/>
                  <a:gd name="T13" fmla="*/ 21 h 36"/>
                  <a:gd name="T14" fmla="*/ 17 w 35"/>
                  <a:gd name="T15" fmla="*/ 22 h 36"/>
                  <a:gd name="T16" fmla="*/ 21 w 35"/>
                  <a:gd name="T17" fmla="*/ 26 h 36"/>
                  <a:gd name="T18" fmla="*/ 24 w 35"/>
                  <a:gd name="T19" fmla="*/ 36 h 36"/>
                  <a:gd name="T20" fmla="*/ 32 w 35"/>
                  <a:gd name="T21" fmla="*/ 36 h 36"/>
                  <a:gd name="T22" fmla="*/ 27 w 35"/>
                  <a:gd name="T23" fmla="*/ 24 h 36"/>
                  <a:gd name="T24" fmla="*/ 24 w 35"/>
                  <a:gd name="T25" fmla="*/ 21 h 36"/>
                  <a:gd name="T26" fmla="*/ 32 w 35"/>
                  <a:gd name="T27" fmla="*/ 17 h 36"/>
                  <a:gd name="T28" fmla="*/ 35 w 35"/>
                  <a:gd name="T29" fmla="*/ 9 h 36"/>
                  <a:gd name="T30" fmla="*/ 34 w 35"/>
                  <a:gd name="T31" fmla="*/ 4 h 36"/>
                  <a:gd name="T32" fmla="*/ 30 w 35"/>
                  <a:gd name="T33" fmla="*/ 1 h 36"/>
                  <a:gd name="T34" fmla="*/ 27 w 35"/>
                  <a:gd name="T35" fmla="*/ 13 h 36"/>
                  <a:gd name="T36" fmla="*/ 24 w 35"/>
                  <a:gd name="T37" fmla="*/ 15 h 36"/>
                  <a:gd name="T38" fmla="*/ 16 w 35"/>
                  <a:gd name="T39" fmla="*/ 16 h 36"/>
                  <a:gd name="T40" fmla="*/ 12 w 35"/>
                  <a:gd name="T41" fmla="*/ 16 h 36"/>
                  <a:gd name="T42" fmla="*/ 14 w 35"/>
                  <a:gd name="T43" fmla="*/ 6 h 36"/>
                  <a:gd name="T44" fmla="*/ 22 w 35"/>
                  <a:gd name="T45" fmla="*/ 6 h 36"/>
                  <a:gd name="T46" fmla="*/ 26 w 35"/>
                  <a:gd name="T47" fmla="*/ 7 h 36"/>
                  <a:gd name="T48" fmla="*/ 28 w 35"/>
                  <a:gd name="T49" fmla="*/ 10 h 36"/>
                  <a:gd name="T50" fmla="*/ 27 w 35"/>
                  <a:gd name="T51" fmla="*/ 1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35" h="36">
                    <a:moveTo>
                      <a:pt x="30" y="1"/>
                    </a:moveTo>
                    <a:cubicBezTo>
                      <a:pt x="28" y="0"/>
                      <a:pt x="26" y="0"/>
                      <a:pt x="24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8" y="36"/>
                      <a:pt x="8" y="36"/>
                      <a:pt x="8" y="36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5" y="21"/>
                      <a:pt x="17" y="21"/>
                      <a:pt x="17" y="22"/>
                    </a:cubicBezTo>
                    <a:cubicBezTo>
                      <a:pt x="18" y="22"/>
                      <a:pt x="20" y="24"/>
                      <a:pt x="21" y="26"/>
                    </a:cubicBezTo>
                    <a:cubicBezTo>
                      <a:pt x="22" y="31"/>
                      <a:pt x="24" y="34"/>
                      <a:pt x="24" y="36"/>
                    </a:cubicBezTo>
                    <a:cubicBezTo>
                      <a:pt x="32" y="36"/>
                      <a:pt x="32" y="36"/>
                      <a:pt x="32" y="36"/>
                    </a:cubicBezTo>
                    <a:cubicBezTo>
                      <a:pt x="30" y="31"/>
                      <a:pt x="28" y="27"/>
                      <a:pt x="27" y="24"/>
                    </a:cubicBezTo>
                    <a:cubicBezTo>
                      <a:pt x="26" y="23"/>
                      <a:pt x="25" y="21"/>
                      <a:pt x="24" y="21"/>
                    </a:cubicBezTo>
                    <a:cubicBezTo>
                      <a:pt x="28" y="20"/>
                      <a:pt x="30" y="19"/>
                      <a:pt x="32" y="17"/>
                    </a:cubicBezTo>
                    <a:cubicBezTo>
                      <a:pt x="34" y="15"/>
                      <a:pt x="35" y="13"/>
                      <a:pt x="35" y="9"/>
                    </a:cubicBezTo>
                    <a:cubicBezTo>
                      <a:pt x="35" y="7"/>
                      <a:pt x="34" y="6"/>
                      <a:pt x="34" y="4"/>
                    </a:cubicBezTo>
                    <a:cubicBezTo>
                      <a:pt x="33" y="3"/>
                      <a:pt x="31" y="2"/>
                      <a:pt x="30" y="1"/>
                    </a:cubicBezTo>
                    <a:close/>
                    <a:moveTo>
                      <a:pt x="27" y="13"/>
                    </a:moveTo>
                    <a:cubicBezTo>
                      <a:pt x="26" y="14"/>
                      <a:pt x="25" y="14"/>
                      <a:pt x="24" y="15"/>
                    </a:cubicBezTo>
                    <a:cubicBezTo>
                      <a:pt x="22" y="15"/>
                      <a:pt x="20" y="16"/>
                      <a:pt x="16" y="16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22" y="6"/>
                      <a:pt x="22" y="6"/>
                      <a:pt x="22" y="6"/>
                    </a:cubicBezTo>
                    <a:cubicBezTo>
                      <a:pt x="24" y="6"/>
                      <a:pt x="25" y="6"/>
                      <a:pt x="26" y="7"/>
                    </a:cubicBezTo>
                    <a:cubicBezTo>
                      <a:pt x="27" y="7"/>
                      <a:pt x="28" y="8"/>
                      <a:pt x="28" y="10"/>
                    </a:cubicBezTo>
                    <a:cubicBezTo>
                      <a:pt x="28" y="11"/>
                      <a:pt x="27" y="12"/>
                      <a:pt x="27" y="1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" name="ïşľîḍé"/>
              <p:cNvSpPr/>
              <p:nvPr/>
            </p:nvSpPr>
            <p:spPr bwMode="auto">
              <a:xfrm>
                <a:off x="8267701" y="3521075"/>
                <a:ext cx="98425" cy="119063"/>
              </a:xfrm>
              <a:custGeom>
                <a:avLst/>
                <a:gdLst>
                  <a:gd name="T0" fmla="*/ 17 w 30"/>
                  <a:gd name="T1" fmla="*/ 5 h 36"/>
                  <a:gd name="T2" fmla="*/ 22 w 30"/>
                  <a:gd name="T3" fmla="*/ 7 h 36"/>
                  <a:gd name="T4" fmla="*/ 23 w 30"/>
                  <a:gd name="T5" fmla="*/ 11 h 36"/>
                  <a:gd name="T6" fmla="*/ 30 w 30"/>
                  <a:gd name="T7" fmla="*/ 10 h 36"/>
                  <a:gd name="T8" fmla="*/ 27 w 30"/>
                  <a:gd name="T9" fmla="*/ 3 h 36"/>
                  <a:gd name="T10" fmla="*/ 17 w 30"/>
                  <a:gd name="T11" fmla="*/ 0 h 36"/>
                  <a:gd name="T12" fmla="*/ 8 w 30"/>
                  <a:gd name="T13" fmla="*/ 3 h 36"/>
                  <a:gd name="T14" fmla="*/ 4 w 30"/>
                  <a:gd name="T15" fmla="*/ 10 h 36"/>
                  <a:gd name="T16" fmla="*/ 6 w 30"/>
                  <a:gd name="T17" fmla="*/ 14 h 36"/>
                  <a:gd name="T18" fmla="*/ 8 w 30"/>
                  <a:gd name="T19" fmla="*/ 18 h 36"/>
                  <a:gd name="T20" fmla="*/ 15 w 30"/>
                  <a:gd name="T21" fmla="*/ 21 h 36"/>
                  <a:gd name="T22" fmla="*/ 20 w 30"/>
                  <a:gd name="T23" fmla="*/ 23 h 36"/>
                  <a:gd name="T24" fmla="*/ 21 w 30"/>
                  <a:gd name="T25" fmla="*/ 26 h 36"/>
                  <a:gd name="T26" fmla="*/ 19 w 30"/>
                  <a:gd name="T27" fmla="*/ 29 h 36"/>
                  <a:gd name="T28" fmla="*/ 14 w 30"/>
                  <a:gd name="T29" fmla="*/ 30 h 36"/>
                  <a:gd name="T30" fmla="*/ 8 w 30"/>
                  <a:gd name="T31" fmla="*/ 28 h 36"/>
                  <a:gd name="T32" fmla="*/ 7 w 30"/>
                  <a:gd name="T33" fmla="*/ 24 h 36"/>
                  <a:gd name="T34" fmla="*/ 0 w 30"/>
                  <a:gd name="T35" fmla="*/ 24 h 36"/>
                  <a:gd name="T36" fmla="*/ 1 w 30"/>
                  <a:gd name="T37" fmla="*/ 30 h 36"/>
                  <a:gd name="T38" fmla="*/ 6 w 30"/>
                  <a:gd name="T39" fmla="*/ 35 h 36"/>
                  <a:gd name="T40" fmla="*/ 14 w 30"/>
                  <a:gd name="T41" fmla="*/ 36 h 36"/>
                  <a:gd name="T42" fmla="*/ 24 w 30"/>
                  <a:gd name="T43" fmla="*/ 33 h 36"/>
                  <a:gd name="T44" fmla="*/ 28 w 30"/>
                  <a:gd name="T45" fmla="*/ 25 h 36"/>
                  <a:gd name="T46" fmla="*/ 26 w 30"/>
                  <a:gd name="T47" fmla="*/ 19 h 36"/>
                  <a:gd name="T48" fmla="*/ 18 w 30"/>
                  <a:gd name="T49" fmla="*/ 14 h 36"/>
                  <a:gd name="T50" fmla="*/ 13 w 30"/>
                  <a:gd name="T51" fmla="*/ 12 h 36"/>
                  <a:gd name="T52" fmla="*/ 11 w 30"/>
                  <a:gd name="T53" fmla="*/ 9 h 36"/>
                  <a:gd name="T54" fmla="*/ 13 w 30"/>
                  <a:gd name="T55" fmla="*/ 6 h 36"/>
                  <a:gd name="T56" fmla="*/ 17 w 30"/>
                  <a:gd name="T57" fmla="*/ 5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30" h="36">
                    <a:moveTo>
                      <a:pt x="17" y="5"/>
                    </a:moveTo>
                    <a:cubicBezTo>
                      <a:pt x="19" y="5"/>
                      <a:pt x="21" y="6"/>
                      <a:pt x="22" y="7"/>
                    </a:cubicBezTo>
                    <a:cubicBezTo>
                      <a:pt x="23" y="8"/>
                      <a:pt x="23" y="9"/>
                      <a:pt x="23" y="11"/>
                    </a:cubicBezTo>
                    <a:cubicBezTo>
                      <a:pt x="30" y="10"/>
                      <a:pt x="30" y="10"/>
                      <a:pt x="30" y="10"/>
                    </a:cubicBezTo>
                    <a:cubicBezTo>
                      <a:pt x="30" y="7"/>
                      <a:pt x="29" y="4"/>
                      <a:pt x="27" y="3"/>
                    </a:cubicBezTo>
                    <a:cubicBezTo>
                      <a:pt x="24" y="1"/>
                      <a:pt x="21" y="0"/>
                      <a:pt x="17" y="0"/>
                    </a:cubicBezTo>
                    <a:cubicBezTo>
                      <a:pt x="13" y="0"/>
                      <a:pt x="10" y="1"/>
                      <a:pt x="8" y="3"/>
                    </a:cubicBezTo>
                    <a:cubicBezTo>
                      <a:pt x="5" y="5"/>
                      <a:pt x="4" y="7"/>
                      <a:pt x="4" y="10"/>
                    </a:cubicBezTo>
                    <a:cubicBezTo>
                      <a:pt x="4" y="12"/>
                      <a:pt x="5" y="13"/>
                      <a:pt x="6" y="14"/>
                    </a:cubicBezTo>
                    <a:cubicBezTo>
                      <a:pt x="6" y="16"/>
                      <a:pt x="7" y="17"/>
                      <a:pt x="8" y="18"/>
                    </a:cubicBezTo>
                    <a:cubicBezTo>
                      <a:pt x="10" y="18"/>
                      <a:pt x="12" y="19"/>
                      <a:pt x="15" y="21"/>
                    </a:cubicBezTo>
                    <a:cubicBezTo>
                      <a:pt x="17" y="22"/>
                      <a:pt x="19" y="23"/>
                      <a:pt x="20" y="23"/>
                    </a:cubicBezTo>
                    <a:cubicBezTo>
                      <a:pt x="20" y="24"/>
                      <a:pt x="21" y="25"/>
                      <a:pt x="21" y="26"/>
                    </a:cubicBezTo>
                    <a:cubicBezTo>
                      <a:pt x="21" y="27"/>
                      <a:pt x="20" y="28"/>
                      <a:pt x="19" y="29"/>
                    </a:cubicBezTo>
                    <a:cubicBezTo>
                      <a:pt x="18" y="30"/>
                      <a:pt x="16" y="30"/>
                      <a:pt x="14" y="30"/>
                    </a:cubicBezTo>
                    <a:cubicBezTo>
                      <a:pt x="11" y="30"/>
                      <a:pt x="9" y="30"/>
                      <a:pt x="8" y="28"/>
                    </a:cubicBezTo>
                    <a:cubicBezTo>
                      <a:pt x="8" y="28"/>
                      <a:pt x="7" y="26"/>
                      <a:pt x="7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27"/>
                      <a:pt x="0" y="29"/>
                      <a:pt x="1" y="30"/>
                    </a:cubicBezTo>
                    <a:cubicBezTo>
                      <a:pt x="2" y="32"/>
                      <a:pt x="4" y="34"/>
                      <a:pt x="6" y="35"/>
                    </a:cubicBezTo>
                    <a:cubicBezTo>
                      <a:pt x="8" y="36"/>
                      <a:pt x="11" y="36"/>
                      <a:pt x="14" y="36"/>
                    </a:cubicBezTo>
                    <a:cubicBezTo>
                      <a:pt x="18" y="36"/>
                      <a:pt x="22" y="35"/>
                      <a:pt x="24" y="33"/>
                    </a:cubicBezTo>
                    <a:cubicBezTo>
                      <a:pt x="27" y="31"/>
                      <a:pt x="28" y="28"/>
                      <a:pt x="28" y="25"/>
                    </a:cubicBezTo>
                    <a:cubicBezTo>
                      <a:pt x="28" y="22"/>
                      <a:pt x="27" y="20"/>
                      <a:pt x="26" y="19"/>
                    </a:cubicBezTo>
                    <a:cubicBezTo>
                      <a:pt x="25" y="18"/>
                      <a:pt x="22" y="16"/>
                      <a:pt x="18" y="14"/>
                    </a:cubicBezTo>
                    <a:cubicBezTo>
                      <a:pt x="15" y="13"/>
                      <a:pt x="13" y="12"/>
                      <a:pt x="13" y="12"/>
                    </a:cubicBezTo>
                    <a:cubicBezTo>
                      <a:pt x="12" y="11"/>
                      <a:pt x="11" y="10"/>
                      <a:pt x="11" y="9"/>
                    </a:cubicBezTo>
                    <a:cubicBezTo>
                      <a:pt x="11" y="8"/>
                      <a:pt x="12" y="7"/>
                      <a:pt x="13" y="6"/>
                    </a:cubicBezTo>
                    <a:cubicBezTo>
                      <a:pt x="14" y="6"/>
                      <a:pt x="15" y="5"/>
                      <a:pt x="17" y="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2" name="îṩľîďe"/>
              <p:cNvSpPr/>
              <p:nvPr/>
            </p:nvSpPr>
            <p:spPr bwMode="auto">
              <a:xfrm>
                <a:off x="8374063" y="3521075"/>
                <a:ext cx="46038" cy="119063"/>
              </a:xfrm>
              <a:custGeom>
                <a:avLst/>
                <a:gdLst>
                  <a:gd name="T0" fmla="*/ 0 w 29"/>
                  <a:gd name="T1" fmla="*/ 75 h 75"/>
                  <a:gd name="T2" fmla="*/ 14 w 29"/>
                  <a:gd name="T3" fmla="*/ 75 h 75"/>
                  <a:gd name="T4" fmla="*/ 29 w 29"/>
                  <a:gd name="T5" fmla="*/ 0 h 75"/>
                  <a:gd name="T6" fmla="*/ 14 w 29"/>
                  <a:gd name="T7" fmla="*/ 0 h 75"/>
                  <a:gd name="T8" fmla="*/ 0 w 29"/>
                  <a:gd name="T9" fmla="*/ 75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75">
                    <a:moveTo>
                      <a:pt x="0" y="75"/>
                    </a:moveTo>
                    <a:lnTo>
                      <a:pt x="14" y="75"/>
                    </a:lnTo>
                    <a:lnTo>
                      <a:pt x="29" y="0"/>
                    </a:lnTo>
                    <a:lnTo>
                      <a:pt x="14" y="0"/>
                    </a:lnTo>
                    <a:lnTo>
                      <a:pt x="0" y="7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3" name="iS1idè"/>
              <p:cNvSpPr/>
              <p:nvPr/>
            </p:nvSpPr>
            <p:spPr bwMode="auto">
              <a:xfrm>
                <a:off x="8432801" y="3521075"/>
                <a:ext cx="95250" cy="119063"/>
              </a:xfrm>
              <a:custGeom>
                <a:avLst/>
                <a:gdLst>
                  <a:gd name="T0" fmla="*/ 0 w 60"/>
                  <a:gd name="T1" fmla="*/ 12 h 75"/>
                  <a:gd name="T2" fmla="*/ 21 w 60"/>
                  <a:gd name="T3" fmla="*/ 12 h 75"/>
                  <a:gd name="T4" fmla="*/ 8 w 60"/>
                  <a:gd name="T5" fmla="*/ 75 h 75"/>
                  <a:gd name="T6" fmla="*/ 23 w 60"/>
                  <a:gd name="T7" fmla="*/ 75 h 75"/>
                  <a:gd name="T8" fmla="*/ 35 w 60"/>
                  <a:gd name="T9" fmla="*/ 12 h 75"/>
                  <a:gd name="T10" fmla="*/ 58 w 60"/>
                  <a:gd name="T11" fmla="*/ 12 h 75"/>
                  <a:gd name="T12" fmla="*/ 60 w 60"/>
                  <a:gd name="T13" fmla="*/ 0 h 75"/>
                  <a:gd name="T14" fmla="*/ 2 w 60"/>
                  <a:gd name="T15" fmla="*/ 0 h 75"/>
                  <a:gd name="T16" fmla="*/ 0 w 60"/>
                  <a:gd name="T17" fmla="*/ 12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0" h="75">
                    <a:moveTo>
                      <a:pt x="0" y="12"/>
                    </a:moveTo>
                    <a:lnTo>
                      <a:pt x="21" y="12"/>
                    </a:lnTo>
                    <a:lnTo>
                      <a:pt x="8" y="75"/>
                    </a:lnTo>
                    <a:lnTo>
                      <a:pt x="23" y="75"/>
                    </a:lnTo>
                    <a:lnTo>
                      <a:pt x="35" y="12"/>
                    </a:lnTo>
                    <a:lnTo>
                      <a:pt x="58" y="12"/>
                    </a:lnTo>
                    <a:lnTo>
                      <a:pt x="60" y="0"/>
                    </a:lnTo>
                    <a:lnTo>
                      <a:pt x="2" y="0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4" name="iṣḷîḋe"/>
              <p:cNvSpPr/>
              <p:nvPr/>
            </p:nvSpPr>
            <p:spPr bwMode="auto">
              <a:xfrm>
                <a:off x="8531226" y="3521075"/>
                <a:ext cx="109538" cy="119063"/>
              </a:xfrm>
              <a:custGeom>
                <a:avLst/>
                <a:gdLst>
                  <a:gd name="T0" fmla="*/ 25 w 33"/>
                  <a:gd name="T1" fmla="*/ 0 h 36"/>
                  <a:gd name="T2" fmla="*/ 19 w 33"/>
                  <a:gd name="T3" fmla="*/ 7 h 36"/>
                  <a:gd name="T4" fmla="*/ 16 w 33"/>
                  <a:gd name="T5" fmla="*/ 12 h 36"/>
                  <a:gd name="T6" fmla="*/ 14 w 33"/>
                  <a:gd name="T7" fmla="*/ 15 h 36"/>
                  <a:gd name="T8" fmla="*/ 12 w 33"/>
                  <a:gd name="T9" fmla="*/ 10 h 36"/>
                  <a:gd name="T10" fmla="*/ 8 w 33"/>
                  <a:gd name="T11" fmla="*/ 0 h 36"/>
                  <a:gd name="T12" fmla="*/ 0 w 33"/>
                  <a:gd name="T13" fmla="*/ 0 h 36"/>
                  <a:gd name="T14" fmla="*/ 10 w 33"/>
                  <a:gd name="T15" fmla="*/ 22 h 36"/>
                  <a:gd name="T16" fmla="*/ 7 w 33"/>
                  <a:gd name="T17" fmla="*/ 36 h 36"/>
                  <a:gd name="T18" fmla="*/ 14 w 33"/>
                  <a:gd name="T19" fmla="*/ 36 h 36"/>
                  <a:gd name="T20" fmla="*/ 17 w 33"/>
                  <a:gd name="T21" fmla="*/ 23 h 36"/>
                  <a:gd name="T22" fmla="*/ 33 w 33"/>
                  <a:gd name="T23" fmla="*/ 0 h 36"/>
                  <a:gd name="T24" fmla="*/ 25 w 33"/>
                  <a:gd name="T25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3" h="36">
                    <a:moveTo>
                      <a:pt x="25" y="0"/>
                    </a:moveTo>
                    <a:cubicBezTo>
                      <a:pt x="19" y="7"/>
                      <a:pt x="19" y="7"/>
                      <a:pt x="19" y="7"/>
                    </a:cubicBezTo>
                    <a:cubicBezTo>
                      <a:pt x="16" y="12"/>
                      <a:pt x="16" y="12"/>
                      <a:pt x="16" y="12"/>
                    </a:cubicBezTo>
                    <a:cubicBezTo>
                      <a:pt x="15" y="13"/>
                      <a:pt x="15" y="14"/>
                      <a:pt x="14" y="15"/>
                    </a:cubicBezTo>
                    <a:cubicBezTo>
                      <a:pt x="14" y="14"/>
                      <a:pt x="13" y="13"/>
                      <a:pt x="12" y="1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0" y="22"/>
                      <a:pt x="10" y="22"/>
                      <a:pt x="10" y="22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33" y="0"/>
                      <a:pt x="33" y="0"/>
                      <a:pt x="33" y="0"/>
                    </a:cubicBez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结尾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副标题 2"/>
          <p:cNvSpPr>
            <a:spLocks noGrp="1"/>
          </p:cNvSpPr>
          <p:nvPr>
            <p:ph type="subTitle" idx="1"/>
          </p:nvPr>
        </p:nvSpPr>
        <p:spPr>
          <a:xfrm>
            <a:off x="803275" y="3658405"/>
            <a:ext cx="5292725" cy="508452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 algn="dist">
              <a:lnSpc>
                <a:spcPct val="120000"/>
              </a:lnSpc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12" name="文本占位符 111"/>
          <p:cNvSpPr>
            <a:spLocks noGrp="1"/>
          </p:cNvSpPr>
          <p:nvPr>
            <p:ph type="body" sz="quarter" idx="14"/>
          </p:nvPr>
        </p:nvSpPr>
        <p:spPr>
          <a:xfrm>
            <a:off x="803275" y="1130300"/>
            <a:ext cx="5292726" cy="2501900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 algn="dist">
              <a:buNone/>
              <a:defRPr sz="4400" b="1">
                <a:solidFill>
                  <a:schemeClr val="accent2"/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  <p:sp>
        <p:nvSpPr>
          <p:cNvPr id="113" name="日期占位符 3"/>
          <p:cNvSpPr txBox="1"/>
          <p:nvPr userDrawn="1"/>
        </p:nvSpPr>
        <p:spPr>
          <a:xfrm>
            <a:off x="803274" y="6235699"/>
            <a:ext cx="29210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自强、弘毅、求是、拓新</a:t>
            </a:r>
          </a:p>
        </p:txBody>
      </p:sp>
      <p:grpSp>
        <p:nvGrpSpPr>
          <p:cNvPr id="115" name="组合 114"/>
          <p:cNvGrpSpPr/>
          <p:nvPr userDrawn="1"/>
        </p:nvGrpSpPr>
        <p:grpSpPr>
          <a:xfrm>
            <a:off x="817123" y="468793"/>
            <a:ext cx="1480571" cy="458860"/>
            <a:chOff x="2558030" y="228446"/>
            <a:chExt cx="6774643" cy="2099603"/>
          </a:xfrm>
        </p:grpSpPr>
        <p:grpSp>
          <p:nvGrpSpPr>
            <p:cNvPr id="116" name="íšḻîďê"/>
            <p:cNvGrpSpPr/>
            <p:nvPr userDrawn="1"/>
          </p:nvGrpSpPr>
          <p:grpSpPr>
            <a:xfrm>
              <a:off x="2558030" y="228446"/>
              <a:ext cx="2085857" cy="2099603"/>
              <a:chOff x="3551238" y="3067050"/>
              <a:chExt cx="722313" cy="727075"/>
            </a:xfrm>
          </p:grpSpPr>
          <p:sp>
            <p:nvSpPr>
              <p:cNvPr id="146" name="ïş1íḍê"/>
              <p:cNvSpPr/>
              <p:nvPr/>
            </p:nvSpPr>
            <p:spPr bwMode="auto">
              <a:xfrm>
                <a:off x="3575051" y="3087688"/>
                <a:ext cx="673100" cy="679450"/>
              </a:xfrm>
              <a:custGeom>
                <a:avLst/>
                <a:gdLst>
                  <a:gd name="T0" fmla="*/ 102 w 204"/>
                  <a:gd name="T1" fmla="*/ 0 h 204"/>
                  <a:gd name="T2" fmla="*/ 204 w 204"/>
                  <a:gd name="T3" fmla="*/ 102 h 204"/>
                  <a:gd name="T4" fmla="*/ 102 w 204"/>
                  <a:gd name="T5" fmla="*/ 204 h 204"/>
                  <a:gd name="T6" fmla="*/ 0 w 204"/>
                  <a:gd name="T7" fmla="*/ 102 h 204"/>
                  <a:gd name="T8" fmla="*/ 102 w 204"/>
                  <a:gd name="T9" fmla="*/ 0 h 204"/>
                  <a:gd name="T10" fmla="*/ 102 w 204"/>
                  <a:gd name="T11" fmla="*/ 25 h 204"/>
                  <a:gd name="T12" fmla="*/ 24 w 204"/>
                  <a:gd name="T13" fmla="*/ 103 h 204"/>
                  <a:gd name="T14" fmla="*/ 102 w 204"/>
                  <a:gd name="T15" fmla="*/ 181 h 204"/>
                  <a:gd name="T16" fmla="*/ 180 w 204"/>
                  <a:gd name="T17" fmla="*/ 103 h 204"/>
                  <a:gd name="T18" fmla="*/ 102 w 204"/>
                  <a:gd name="T19" fmla="*/ 25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4" h="204">
                    <a:moveTo>
                      <a:pt x="102" y="0"/>
                    </a:moveTo>
                    <a:cubicBezTo>
                      <a:pt x="159" y="0"/>
                      <a:pt x="204" y="46"/>
                      <a:pt x="204" y="102"/>
                    </a:cubicBezTo>
                    <a:cubicBezTo>
                      <a:pt x="204" y="158"/>
                      <a:pt x="159" y="204"/>
                      <a:pt x="102" y="204"/>
                    </a:cubicBezTo>
                    <a:cubicBezTo>
                      <a:pt x="46" y="204"/>
                      <a:pt x="0" y="158"/>
                      <a:pt x="0" y="102"/>
                    </a:cubicBezTo>
                    <a:cubicBezTo>
                      <a:pt x="0" y="46"/>
                      <a:pt x="46" y="0"/>
                      <a:pt x="102" y="0"/>
                    </a:cubicBezTo>
                    <a:close/>
                    <a:moveTo>
                      <a:pt x="102" y="25"/>
                    </a:moveTo>
                    <a:cubicBezTo>
                      <a:pt x="59" y="25"/>
                      <a:pt x="24" y="60"/>
                      <a:pt x="24" y="103"/>
                    </a:cubicBezTo>
                    <a:cubicBezTo>
                      <a:pt x="24" y="146"/>
                      <a:pt x="59" y="181"/>
                      <a:pt x="102" y="181"/>
                    </a:cubicBezTo>
                    <a:cubicBezTo>
                      <a:pt x="145" y="181"/>
                      <a:pt x="180" y="146"/>
                      <a:pt x="180" y="103"/>
                    </a:cubicBezTo>
                    <a:cubicBezTo>
                      <a:pt x="180" y="60"/>
                      <a:pt x="145" y="25"/>
                      <a:pt x="102" y="25"/>
                    </a:cubicBezTo>
                    <a:close/>
                  </a:path>
                </a:pathLst>
              </a:custGeom>
              <a:solidFill>
                <a:srgbClr val="0052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7" name="íšḻïḍè"/>
              <p:cNvSpPr/>
              <p:nvPr/>
            </p:nvSpPr>
            <p:spPr bwMode="auto">
              <a:xfrm>
                <a:off x="3621088" y="3103563"/>
                <a:ext cx="584200" cy="203200"/>
              </a:xfrm>
              <a:custGeom>
                <a:avLst/>
                <a:gdLst>
                  <a:gd name="T0" fmla="*/ 8 w 177"/>
                  <a:gd name="T1" fmla="*/ 53 h 61"/>
                  <a:gd name="T2" fmla="*/ 0 w 177"/>
                  <a:gd name="T3" fmla="*/ 56 h 61"/>
                  <a:gd name="T4" fmla="*/ 5 w 177"/>
                  <a:gd name="T5" fmla="*/ 52 h 61"/>
                  <a:gd name="T6" fmla="*/ 4 w 177"/>
                  <a:gd name="T7" fmla="*/ 50 h 61"/>
                  <a:gd name="T8" fmla="*/ 5 w 177"/>
                  <a:gd name="T9" fmla="*/ 48 h 61"/>
                  <a:gd name="T10" fmla="*/ 10 w 177"/>
                  <a:gd name="T11" fmla="*/ 41 h 61"/>
                  <a:gd name="T12" fmla="*/ 17 w 177"/>
                  <a:gd name="T13" fmla="*/ 50 h 61"/>
                  <a:gd name="T14" fmla="*/ 14 w 177"/>
                  <a:gd name="T15" fmla="*/ 35 h 61"/>
                  <a:gd name="T16" fmla="*/ 23 w 177"/>
                  <a:gd name="T17" fmla="*/ 46 h 61"/>
                  <a:gd name="T18" fmla="*/ 31 w 177"/>
                  <a:gd name="T19" fmla="*/ 38 h 61"/>
                  <a:gd name="T20" fmla="*/ 29 w 177"/>
                  <a:gd name="T21" fmla="*/ 40 h 61"/>
                  <a:gd name="T22" fmla="*/ 18 w 177"/>
                  <a:gd name="T23" fmla="*/ 32 h 61"/>
                  <a:gd name="T24" fmla="*/ 19 w 177"/>
                  <a:gd name="T25" fmla="*/ 30 h 61"/>
                  <a:gd name="T26" fmla="*/ 21 w 177"/>
                  <a:gd name="T27" fmla="*/ 27 h 61"/>
                  <a:gd name="T28" fmla="*/ 41 w 177"/>
                  <a:gd name="T29" fmla="*/ 29 h 61"/>
                  <a:gd name="T30" fmla="*/ 43 w 177"/>
                  <a:gd name="T31" fmla="*/ 29 h 61"/>
                  <a:gd name="T32" fmla="*/ 35 w 177"/>
                  <a:gd name="T33" fmla="*/ 35 h 61"/>
                  <a:gd name="T34" fmla="*/ 31 w 177"/>
                  <a:gd name="T35" fmla="*/ 21 h 61"/>
                  <a:gd name="T36" fmla="*/ 46 w 177"/>
                  <a:gd name="T37" fmla="*/ 11 h 61"/>
                  <a:gd name="T38" fmla="*/ 47 w 177"/>
                  <a:gd name="T39" fmla="*/ 11 h 61"/>
                  <a:gd name="T40" fmla="*/ 47 w 177"/>
                  <a:gd name="T41" fmla="*/ 26 h 61"/>
                  <a:gd name="T42" fmla="*/ 39 w 177"/>
                  <a:gd name="T43" fmla="*/ 15 h 61"/>
                  <a:gd name="T44" fmla="*/ 72 w 177"/>
                  <a:gd name="T45" fmla="*/ 16 h 61"/>
                  <a:gd name="T46" fmla="*/ 71 w 177"/>
                  <a:gd name="T47" fmla="*/ 2 h 61"/>
                  <a:gd name="T48" fmla="*/ 65 w 177"/>
                  <a:gd name="T49" fmla="*/ 15 h 61"/>
                  <a:gd name="T50" fmla="*/ 64 w 177"/>
                  <a:gd name="T51" fmla="*/ 4 h 61"/>
                  <a:gd name="T52" fmla="*/ 84 w 177"/>
                  <a:gd name="T53" fmla="*/ 1 h 61"/>
                  <a:gd name="T54" fmla="*/ 84 w 177"/>
                  <a:gd name="T55" fmla="*/ 1 h 61"/>
                  <a:gd name="T56" fmla="*/ 78 w 177"/>
                  <a:gd name="T57" fmla="*/ 16 h 61"/>
                  <a:gd name="T58" fmla="*/ 77 w 177"/>
                  <a:gd name="T59" fmla="*/ 15 h 61"/>
                  <a:gd name="T60" fmla="*/ 90 w 177"/>
                  <a:gd name="T61" fmla="*/ 1 h 61"/>
                  <a:gd name="T62" fmla="*/ 94 w 177"/>
                  <a:gd name="T63" fmla="*/ 15 h 61"/>
                  <a:gd name="T64" fmla="*/ 92 w 177"/>
                  <a:gd name="T65" fmla="*/ 15 h 61"/>
                  <a:gd name="T66" fmla="*/ 113 w 177"/>
                  <a:gd name="T67" fmla="*/ 3 h 61"/>
                  <a:gd name="T68" fmla="*/ 102 w 177"/>
                  <a:gd name="T69" fmla="*/ 2 h 61"/>
                  <a:gd name="T70" fmla="*/ 105 w 177"/>
                  <a:gd name="T71" fmla="*/ 14 h 61"/>
                  <a:gd name="T72" fmla="*/ 117 w 177"/>
                  <a:gd name="T73" fmla="*/ 5 h 61"/>
                  <a:gd name="T74" fmla="*/ 122 w 177"/>
                  <a:gd name="T75" fmla="*/ 19 h 61"/>
                  <a:gd name="T76" fmla="*/ 119 w 177"/>
                  <a:gd name="T77" fmla="*/ 13 h 61"/>
                  <a:gd name="T78" fmla="*/ 121 w 177"/>
                  <a:gd name="T79" fmla="*/ 12 h 61"/>
                  <a:gd name="T80" fmla="*/ 124 w 177"/>
                  <a:gd name="T81" fmla="*/ 10 h 61"/>
                  <a:gd name="T82" fmla="*/ 131 w 177"/>
                  <a:gd name="T83" fmla="*/ 26 h 61"/>
                  <a:gd name="T84" fmla="*/ 126 w 177"/>
                  <a:gd name="T85" fmla="*/ 23 h 61"/>
                  <a:gd name="T86" fmla="*/ 124 w 177"/>
                  <a:gd name="T87" fmla="*/ 23 h 61"/>
                  <a:gd name="T88" fmla="*/ 137 w 177"/>
                  <a:gd name="T89" fmla="*/ 14 h 61"/>
                  <a:gd name="T90" fmla="*/ 133 w 177"/>
                  <a:gd name="T91" fmla="*/ 11 h 61"/>
                  <a:gd name="T92" fmla="*/ 137 w 177"/>
                  <a:gd name="T93" fmla="*/ 32 h 61"/>
                  <a:gd name="T94" fmla="*/ 137 w 177"/>
                  <a:gd name="T95" fmla="*/ 32 h 61"/>
                  <a:gd name="T96" fmla="*/ 145 w 177"/>
                  <a:gd name="T97" fmla="*/ 19 h 61"/>
                  <a:gd name="T98" fmla="*/ 146 w 177"/>
                  <a:gd name="T99" fmla="*/ 19 h 61"/>
                  <a:gd name="T100" fmla="*/ 159 w 177"/>
                  <a:gd name="T101" fmla="*/ 31 h 61"/>
                  <a:gd name="T102" fmla="*/ 149 w 177"/>
                  <a:gd name="T103" fmla="*/ 42 h 61"/>
                  <a:gd name="T104" fmla="*/ 155 w 177"/>
                  <a:gd name="T105" fmla="*/ 27 h 61"/>
                  <a:gd name="T106" fmla="*/ 166 w 177"/>
                  <a:gd name="T107" fmla="*/ 40 h 61"/>
                  <a:gd name="T108" fmla="*/ 160 w 177"/>
                  <a:gd name="T109" fmla="*/ 37 h 61"/>
                  <a:gd name="T110" fmla="*/ 153 w 177"/>
                  <a:gd name="T111" fmla="*/ 46 h 61"/>
                  <a:gd name="T112" fmla="*/ 177 w 177"/>
                  <a:gd name="T113" fmla="*/ 55 h 61"/>
                  <a:gd name="T114" fmla="*/ 162 w 177"/>
                  <a:gd name="T115" fmla="*/ 60 h 61"/>
                  <a:gd name="T116" fmla="*/ 165 w 177"/>
                  <a:gd name="T117" fmla="*/ 55 h 61"/>
                  <a:gd name="T118" fmla="*/ 173 w 177"/>
                  <a:gd name="T119" fmla="*/ 49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77" h="61">
                    <a:moveTo>
                      <a:pt x="6" y="46"/>
                    </a:moveTo>
                    <a:cubicBezTo>
                      <a:pt x="6" y="46"/>
                      <a:pt x="6" y="46"/>
                      <a:pt x="6" y="46"/>
                    </a:cubicBezTo>
                    <a:cubicBezTo>
                      <a:pt x="6" y="46"/>
                      <a:pt x="6" y="46"/>
                      <a:pt x="6" y="46"/>
                    </a:cubicBezTo>
                    <a:cubicBezTo>
                      <a:pt x="6" y="46"/>
                      <a:pt x="6" y="47"/>
                      <a:pt x="6" y="47"/>
                    </a:cubicBezTo>
                    <a:cubicBezTo>
                      <a:pt x="6" y="47"/>
                      <a:pt x="6" y="47"/>
                      <a:pt x="6" y="47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8" y="53"/>
                      <a:pt x="8" y="53"/>
                      <a:pt x="8" y="53"/>
                    </a:cubicBezTo>
                    <a:cubicBezTo>
                      <a:pt x="8" y="54"/>
                      <a:pt x="8" y="54"/>
                      <a:pt x="8" y="54"/>
                    </a:cubicBezTo>
                    <a:cubicBezTo>
                      <a:pt x="15" y="60"/>
                      <a:pt x="15" y="60"/>
                      <a:pt x="15" y="60"/>
                    </a:cubicBezTo>
                    <a:cubicBezTo>
                      <a:pt x="15" y="61"/>
                      <a:pt x="15" y="61"/>
                      <a:pt x="15" y="61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4"/>
                      <a:pt x="2" y="54"/>
                    </a:cubicBezTo>
                    <a:cubicBezTo>
                      <a:pt x="2" y="54"/>
                      <a:pt x="2" y="54"/>
                      <a:pt x="2" y="54"/>
                    </a:cubicBezTo>
                    <a:cubicBezTo>
                      <a:pt x="11" y="58"/>
                      <a:pt x="11" y="58"/>
                      <a:pt x="11" y="58"/>
                    </a:cubicBezTo>
                    <a:cubicBezTo>
                      <a:pt x="12" y="58"/>
                      <a:pt x="12" y="58"/>
                      <a:pt x="12" y="58"/>
                    </a:cubicBezTo>
                    <a:cubicBezTo>
                      <a:pt x="5" y="52"/>
                      <a:pt x="5" y="52"/>
                      <a:pt x="5" y="52"/>
                    </a:cubicBezTo>
                    <a:cubicBezTo>
                      <a:pt x="4" y="52"/>
                      <a:pt x="4" y="52"/>
                      <a:pt x="4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2" y="52"/>
                      <a:pt x="2" y="52"/>
                      <a:pt x="2" y="52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4" y="50"/>
                      <a:pt x="4" y="50"/>
                      <a:pt x="4" y="50"/>
                    </a:cubicBezTo>
                    <a:cubicBezTo>
                      <a:pt x="4" y="50"/>
                      <a:pt x="4" y="50"/>
                      <a:pt x="4" y="50"/>
                    </a:cubicBezTo>
                    <a:cubicBezTo>
                      <a:pt x="4" y="50"/>
                      <a:pt x="4" y="50"/>
                      <a:pt x="4" y="51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6" y="48"/>
                      <a:pt x="6" y="48"/>
                      <a:pt x="6" y="48"/>
                    </a:cubicBezTo>
                    <a:cubicBezTo>
                      <a:pt x="6" y="48"/>
                      <a:pt x="6" y="48"/>
                      <a:pt x="5" y="48"/>
                    </a:cubicBezTo>
                    <a:cubicBezTo>
                      <a:pt x="5" y="48"/>
                      <a:pt x="5" y="48"/>
                      <a:pt x="5" y="48"/>
                    </a:cubicBezTo>
                    <a:cubicBezTo>
                      <a:pt x="5" y="48"/>
                      <a:pt x="5" y="48"/>
                      <a:pt x="5" y="48"/>
                    </a:cubicBezTo>
                    <a:cubicBezTo>
                      <a:pt x="4" y="48"/>
                      <a:pt x="4" y="48"/>
                      <a:pt x="4" y="48"/>
                    </a:cubicBezTo>
                    <a:cubicBezTo>
                      <a:pt x="6" y="46"/>
                      <a:pt x="6" y="46"/>
                      <a:pt x="6" y="46"/>
                    </a:cubicBezTo>
                    <a:close/>
                    <a:moveTo>
                      <a:pt x="22" y="48"/>
                    </a:moveTo>
                    <a:cubicBezTo>
                      <a:pt x="22" y="49"/>
                      <a:pt x="21" y="49"/>
                      <a:pt x="21" y="49"/>
                    </a:cubicBezTo>
                    <a:cubicBezTo>
                      <a:pt x="20" y="50"/>
                      <a:pt x="19" y="49"/>
                      <a:pt x="18" y="48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1"/>
                      <a:pt x="10" y="41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7" y="43"/>
                      <a:pt x="7" y="43"/>
                      <a:pt x="7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9" y="43"/>
                      <a:pt x="9" y="43"/>
                      <a:pt x="9" y="43"/>
                    </a:cubicBezTo>
                    <a:cubicBezTo>
                      <a:pt x="17" y="50"/>
                      <a:pt x="17" y="50"/>
                      <a:pt x="17" y="50"/>
                    </a:cubicBezTo>
                    <a:cubicBezTo>
                      <a:pt x="18" y="50"/>
                      <a:pt x="19" y="51"/>
                      <a:pt x="20" y="50"/>
                    </a:cubicBezTo>
                    <a:cubicBezTo>
                      <a:pt x="21" y="50"/>
                      <a:pt x="22" y="50"/>
                      <a:pt x="23" y="49"/>
                    </a:cubicBezTo>
                    <a:cubicBezTo>
                      <a:pt x="24" y="48"/>
                      <a:pt x="24" y="47"/>
                      <a:pt x="24" y="46"/>
                    </a:cubicBezTo>
                    <a:cubicBezTo>
                      <a:pt x="24" y="45"/>
                      <a:pt x="23" y="44"/>
                      <a:pt x="22" y="43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4" y="35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2" y="38"/>
                      <a:pt x="12" y="38"/>
                      <a:pt x="12" y="38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3" y="37"/>
                      <a:pt x="14" y="37"/>
                      <a:pt x="14" y="37"/>
                    </a:cubicBezTo>
                    <a:cubicBezTo>
                      <a:pt x="22" y="44"/>
                      <a:pt x="22" y="44"/>
                      <a:pt x="22" y="44"/>
                    </a:cubicBezTo>
                    <a:cubicBezTo>
                      <a:pt x="23" y="44"/>
                      <a:pt x="23" y="45"/>
                      <a:pt x="23" y="46"/>
                    </a:cubicBezTo>
                    <a:cubicBezTo>
                      <a:pt x="23" y="47"/>
                      <a:pt x="23" y="47"/>
                      <a:pt x="22" y="48"/>
                    </a:cubicBezTo>
                    <a:close/>
                    <a:moveTo>
                      <a:pt x="33" y="36"/>
                    </a:moveTo>
                    <a:cubicBezTo>
                      <a:pt x="33" y="36"/>
                      <a:pt x="33" y="36"/>
                      <a:pt x="33" y="36"/>
                    </a:cubicBezTo>
                    <a:cubicBezTo>
                      <a:pt x="33" y="36"/>
                      <a:pt x="34" y="36"/>
                      <a:pt x="34" y="36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32" y="39"/>
                      <a:pt x="32" y="39"/>
                      <a:pt x="32" y="39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2" y="38"/>
                      <a:pt x="32" y="37"/>
                      <a:pt x="32" y="37"/>
                    </a:cubicBezTo>
                    <a:cubicBezTo>
                      <a:pt x="32" y="37"/>
                      <a:pt x="32" y="37"/>
                      <a:pt x="32" y="37"/>
                    </a:cubicBezTo>
                    <a:cubicBezTo>
                      <a:pt x="27" y="32"/>
                      <a:pt x="27" y="32"/>
                      <a:pt x="27" y="32"/>
                    </a:cubicBezTo>
                    <a:cubicBezTo>
                      <a:pt x="23" y="36"/>
                      <a:pt x="23" y="36"/>
                      <a:pt x="23" y="36"/>
                    </a:cubicBezTo>
                    <a:cubicBezTo>
                      <a:pt x="28" y="40"/>
                      <a:pt x="28" y="40"/>
                      <a:pt x="28" y="40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8" y="41"/>
                      <a:pt x="29" y="41"/>
                      <a:pt x="29" y="40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30" y="41"/>
                      <a:pt x="30" y="41"/>
                      <a:pt x="30" y="41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2"/>
                      <a:pt x="27" y="42"/>
                      <a:pt x="27" y="42"/>
                    </a:cubicBezTo>
                    <a:cubicBezTo>
                      <a:pt x="27" y="42"/>
                      <a:pt x="27" y="42"/>
                      <a:pt x="27" y="41"/>
                    </a:cubicBezTo>
                    <a:cubicBezTo>
                      <a:pt x="18" y="32"/>
                      <a:pt x="18" y="32"/>
                      <a:pt x="18" y="32"/>
                    </a:cubicBezTo>
                    <a:cubicBezTo>
                      <a:pt x="18" y="32"/>
                      <a:pt x="17" y="32"/>
                      <a:pt x="17" y="32"/>
                    </a:cubicBezTo>
                    <a:cubicBezTo>
                      <a:pt x="17" y="32"/>
                      <a:pt x="17" y="32"/>
                      <a:pt x="17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1"/>
                      <a:pt x="19" y="31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7" y="31"/>
                      <a:pt x="27" y="31"/>
                      <a:pt x="27" y="31"/>
                    </a:cubicBezTo>
                    <a:cubicBezTo>
                      <a:pt x="23" y="27"/>
                      <a:pt x="23" y="27"/>
                      <a:pt x="23" y="27"/>
                    </a:cubicBezTo>
                    <a:cubicBezTo>
                      <a:pt x="23" y="27"/>
                      <a:pt x="22" y="27"/>
                      <a:pt x="22" y="27"/>
                    </a:cubicBezTo>
                    <a:cubicBezTo>
                      <a:pt x="22" y="27"/>
                      <a:pt x="22" y="27"/>
                      <a:pt x="22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6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33" y="36"/>
                      <a:pt x="33" y="36"/>
                      <a:pt x="33" y="36"/>
                    </a:cubicBezTo>
                    <a:close/>
                    <a:moveTo>
                      <a:pt x="38" y="26"/>
                    </a:moveTo>
                    <a:cubicBezTo>
                      <a:pt x="41" y="29"/>
                      <a:pt x="41" y="29"/>
                      <a:pt x="41" y="29"/>
                    </a:cubicBezTo>
                    <a:cubicBezTo>
                      <a:pt x="41" y="29"/>
                      <a:pt x="41" y="30"/>
                      <a:pt x="41" y="30"/>
                    </a:cubicBezTo>
                    <a:cubicBezTo>
                      <a:pt x="41" y="30"/>
                      <a:pt x="41" y="30"/>
                      <a:pt x="41" y="30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3" y="29"/>
                      <a:pt x="42" y="29"/>
                      <a:pt x="42" y="28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5" y="33"/>
                      <a:pt x="35" y="33"/>
                      <a:pt x="35" y="33"/>
                    </a:cubicBezTo>
                    <a:cubicBezTo>
                      <a:pt x="35" y="33"/>
                      <a:pt x="35" y="34"/>
                      <a:pt x="35" y="34"/>
                    </a:cubicBezTo>
                    <a:cubicBezTo>
                      <a:pt x="35" y="34"/>
                      <a:pt x="35" y="34"/>
                      <a:pt x="35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7" y="33"/>
                      <a:pt x="37" y="33"/>
                      <a:pt x="37" y="33"/>
                    </a:cubicBezTo>
                    <a:cubicBezTo>
                      <a:pt x="37" y="33"/>
                      <a:pt x="37" y="33"/>
                      <a:pt x="36" y="33"/>
                    </a:cubicBezTo>
                    <a:cubicBezTo>
                      <a:pt x="36" y="33"/>
                      <a:pt x="36" y="32"/>
                      <a:pt x="36" y="32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8" y="26"/>
                      <a:pt x="38" y="26"/>
                      <a:pt x="38" y="26"/>
                    </a:cubicBezTo>
                    <a:close/>
                    <a:moveTo>
                      <a:pt x="31" y="21"/>
                    </a:moveTo>
                    <a:cubicBezTo>
                      <a:pt x="31" y="21"/>
                      <a:pt x="31" y="21"/>
                      <a:pt x="31" y="21"/>
                    </a:cubicBezTo>
                    <a:cubicBezTo>
                      <a:pt x="34" y="28"/>
                      <a:pt x="34" y="28"/>
                      <a:pt x="34" y="28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1" y="21"/>
                      <a:pt x="31" y="21"/>
                      <a:pt x="31" y="21"/>
                    </a:cubicBezTo>
                    <a:close/>
                    <a:moveTo>
                      <a:pt x="51" y="21"/>
                    </a:moveTo>
                    <a:cubicBezTo>
                      <a:pt x="51" y="21"/>
                      <a:pt x="51" y="21"/>
                      <a:pt x="51" y="2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6" y="11"/>
                      <a:pt x="45" y="11"/>
                    </a:cubicBezTo>
                    <a:cubicBezTo>
                      <a:pt x="45" y="11"/>
                      <a:pt x="45" y="11"/>
                      <a:pt x="45" y="11"/>
                    </a:cubicBezTo>
                    <a:cubicBezTo>
                      <a:pt x="44" y="11"/>
                      <a:pt x="44" y="11"/>
                      <a:pt x="44" y="11"/>
                    </a:cubicBezTo>
                    <a:cubicBezTo>
                      <a:pt x="48" y="9"/>
                      <a:pt x="48" y="9"/>
                      <a:pt x="48" y="9"/>
                    </a:cubicBezTo>
                    <a:cubicBezTo>
                      <a:pt x="48" y="10"/>
                      <a:pt x="48" y="10"/>
                      <a:pt x="48" y="1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47" y="10"/>
                      <a:pt x="47" y="11"/>
                      <a:pt x="47" y="11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7" y="26"/>
                      <a:pt x="47" y="26"/>
                      <a:pt x="47" y="26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5" y="28"/>
                      <a:pt x="45" y="28"/>
                      <a:pt x="45" y="28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6" y="27"/>
                      <a:pt x="46" y="26"/>
                      <a:pt x="45" y="26"/>
                    </a:cubicBezTo>
                    <a:cubicBezTo>
                      <a:pt x="39" y="15"/>
                      <a:pt x="39" y="15"/>
                      <a:pt x="39" y="15"/>
                    </a:cubicBezTo>
                    <a:cubicBezTo>
                      <a:pt x="39" y="14"/>
                      <a:pt x="39" y="14"/>
                      <a:pt x="39" y="14"/>
                    </a:cubicBezTo>
                    <a:cubicBezTo>
                      <a:pt x="39" y="14"/>
                      <a:pt x="39" y="14"/>
                      <a:pt x="38" y="14"/>
                    </a:cubicBezTo>
                    <a:cubicBezTo>
                      <a:pt x="38" y="15"/>
                      <a:pt x="38" y="15"/>
                      <a:pt x="38" y="15"/>
                    </a:cubicBezTo>
                    <a:cubicBezTo>
                      <a:pt x="37" y="14"/>
                      <a:pt x="37" y="14"/>
                      <a:pt x="37" y="14"/>
                    </a:cubicBezTo>
                    <a:cubicBezTo>
                      <a:pt x="40" y="13"/>
                      <a:pt x="40" y="13"/>
                      <a:pt x="40" y="13"/>
                    </a:cubicBezTo>
                    <a:cubicBezTo>
                      <a:pt x="51" y="21"/>
                      <a:pt x="51" y="21"/>
                      <a:pt x="51" y="21"/>
                    </a:cubicBezTo>
                    <a:close/>
                    <a:moveTo>
                      <a:pt x="70" y="17"/>
                    </a:moveTo>
                    <a:cubicBezTo>
                      <a:pt x="70" y="17"/>
                      <a:pt x="71" y="17"/>
                      <a:pt x="72" y="16"/>
                    </a:cubicBezTo>
                    <a:cubicBezTo>
                      <a:pt x="72" y="15"/>
                      <a:pt x="72" y="14"/>
                      <a:pt x="72" y="14"/>
                    </a:cubicBezTo>
                    <a:cubicBezTo>
                      <a:pt x="70" y="3"/>
                      <a:pt x="70" y="3"/>
                      <a:pt x="70" y="3"/>
                    </a:cubicBezTo>
                    <a:cubicBezTo>
                      <a:pt x="70" y="3"/>
                      <a:pt x="69" y="3"/>
                      <a:pt x="69" y="3"/>
                    </a:cubicBezTo>
                    <a:cubicBezTo>
                      <a:pt x="69" y="3"/>
                      <a:pt x="69" y="3"/>
                      <a:pt x="69" y="3"/>
                    </a:cubicBezTo>
                    <a:cubicBezTo>
                      <a:pt x="68" y="3"/>
                      <a:pt x="68" y="3"/>
                      <a:pt x="68" y="3"/>
                    </a:cubicBezTo>
                    <a:cubicBezTo>
                      <a:pt x="68" y="2"/>
                      <a:pt x="68" y="2"/>
                      <a:pt x="68" y="2"/>
                    </a:cubicBezTo>
                    <a:cubicBezTo>
                      <a:pt x="71" y="1"/>
                      <a:pt x="71" y="1"/>
                      <a:pt x="71" y="1"/>
                    </a:cubicBezTo>
                    <a:cubicBezTo>
                      <a:pt x="71" y="2"/>
                      <a:pt x="71" y="2"/>
                      <a:pt x="71" y="2"/>
                    </a:cubicBezTo>
                    <a:cubicBezTo>
                      <a:pt x="71" y="2"/>
                      <a:pt x="71" y="2"/>
                      <a:pt x="71" y="2"/>
                    </a:cubicBezTo>
                    <a:cubicBezTo>
                      <a:pt x="71" y="2"/>
                      <a:pt x="70" y="2"/>
                      <a:pt x="70" y="2"/>
                    </a:cubicBezTo>
                    <a:cubicBezTo>
                      <a:pt x="70" y="3"/>
                      <a:pt x="70" y="3"/>
                      <a:pt x="70" y="3"/>
                    </a:cubicBezTo>
                    <a:cubicBezTo>
                      <a:pt x="73" y="13"/>
                      <a:pt x="73" y="13"/>
                      <a:pt x="73" y="13"/>
                    </a:cubicBezTo>
                    <a:cubicBezTo>
                      <a:pt x="73" y="15"/>
                      <a:pt x="73" y="16"/>
                      <a:pt x="72" y="16"/>
                    </a:cubicBezTo>
                    <a:cubicBezTo>
                      <a:pt x="71" y="17"/>
                      <a:pt x="71" y="18"/>
                      <a:pt x="70" y="18"/>
                    </a:cubicBezTo>
                    <a:cubicBezTo>
                      <a:pt x="68" y="18"/>
                      <a:pt x="67" y="18"/>
                      <a:pt x="66" y="18"/>
                    </a:cubicBezTo>
                    <a:cubicBezTo>
                      <a:pt x="66" y="17"/>
                      <a:pt x="65" y="17"/>
                      <a:pt x="65" y="15"/>
                    </a:cubicBezTo>
                    <a:cubicBezTo>
                      <a:pt x="62" y="5"/>
                      <a:pt x="62" y="5"/>
                      <a:pt x="62" y="5"/>
                    </a:cubicBezTo>
                    <a:cubicBezTo>
                      <a:pt x="62" y="5"/>
                      <a:pt x="62" y="4"/>
                      <a:pt x="62" y="4"/>
                    </a:cubicBezTo>
                    <a:cubicBezTo>
                      <a:pt x="62" y="4"/>
                      <a:pt x="62" y="4"/>
                      <a:pt x="61" y="4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5" y="3"/>
                      <a:pt x="65" y="3"/>
                      <a:pt x="65" y="3"/>
                    </a:cubicBezTo>
                    <a:cubicBezTo>
                      <a:pt x="65" y="4"/>
                      <a:pt x="65" y="4"/>
                      <a:pt x="65" y="4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4"/>
                      <a:pt x="64" y="4"/>
                      <a:pt x="64" y="5"/>
                    </a:cubicBezTo>
                    <a:cubicBezTo>
                      <a:pt x="66" y="15"/>
                      <a:pt x="66" y="15"/>
                      <a:pt x="66" y="15"/>
                    </a:cubicBezTo>
                    <a:cubicBezTo>
                      <a:pt x="66" y="16"/>
                      <a:pt x="67" y="17"/>
                      <a:pt x="67" y="17"/>
                    </a:cubicBezTo>
                    <a:cubicBezTo>
                      <a:pt x="68" y="18"/>
                      <a:pt x="69" y="18"/>
                      <a:pt x="70" y="17"/>
                    </a:cubicBezTo>
                    <a:close/>
                    <a:moveTo>
                      <a:pt x="84" y="12"/>
                    </a:moveTo>
                    <a:cubicBezTo>
                      <a:pt x="84" y="12"/>
                      <a:pt x="84" y="12"/>
                      <a:pt x="84" y="12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4" y="1"/>
                      <a:pt x="84" y="1"/>
                      <a:pt x="83" y="1"/>
                    </a:cubicBezTo>
                    <a:cubicBezTo>
                      <a:pt x="83" y="1"/>
                      <a:pt x="83" y="1"/>
                      <a:pt x="83" y="1"/>
                    </a:cubicBezTo>
                    <a:cubicBezTo>
                      <a:pt x="82" y="1"/>
                      <a:pt x="82" y="1"/>
                      <a:pt x="82" y="1"/>
                    </a:cubicBezTo>
                    <a:cubicBezTo>
                      <a:pt x="82" y="0"/>
                      <a:pt x="82" y="0"/>
                      <a:pt x="82" y="0"/>
                    </a:cubicBezTo>
                    <a:cubicBezTo>
                      <a:pt x="86" y="0"/>
                      <a:pt x="86" y="0"/>
                      <a:pt x="86" y="0"/>
                    </a:cubicBezTo>
                    <a:cubicBezTo>
                      <a:pt x="86" y="1"/>
                      <a:pt x="86" y="1"/>
                      <a:pt x="86" y="1"/>
                    </a:cubicBezTo>
                    <a:cubicBezTo>
                      <a:pt x="85" y="1"/>
                      <a:pt x="85" y="1"/>
                      <a:pt x="85" y="1"/>
                    </a:cubicBezTo>
                    <a:cubicBezTo>
                      <a:pt x="85" y="1"/>
                      <a:pt x="85" y="1"/>
                      <a:pt x="84" y="1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77" y="3"/>
                      <a:pt x="77" y="3"/>
                      <a:pt x="77" y="3"/>
                    </a:cubicBezTo>
                    <a:cubicBezTo>
                      <a:pt x="77" y="3"/>
                      <a:pt x="77" y="3"/>
                      <a:pt x="77" y="3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77" y="15"/>
                      <a:pt x="78" y="15"/>
                      <a:pt x="78" y="16"/>
                    </a:cubicBezTo>
                    <a:cubicBezTo>
                      <a:pt x="78" y="16"/>
                      <a:pt x="78" y="16"/>
                      <a:pt x="78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76" y="16"/>
                      <a:pt x="76" y="16"/>
                      <a:pt x="76" y="16"/>
                    </a:cubicBezTo>
                    <a:cubicBezTo>
                      <a:pt x="76" y="16"/>
                      <a:pt x="77" y="16"/>
                      <a:pt x="77" y="16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76" y="2"/>
                      <a:pt x="76" y="2"/>
                      <a:pt x="76" y="2"/>
                    </a:cubicBezTo>
                    <a:cubicBezTo>
                      <a:pt x="76" y="2"/>
                      <a:pt x="76" y="2"/>
                      <a:pt x="76" y="1"/>
                    </a:cubicBezTo>
                    <a:cubicBezTo>
                      <a:pt x="76" y="1"/>
                      <a:pt x="75" y="1"/>
                      <a:pt x="75" y="1"/>
                    </a:cubicBezTo>
                    <a:cubicBezTo>
                      <a:pt x="74" y="1"/>
                      <a:pt x="74" y="1"/>
                      <a:pt x="74" y="1"/>
                    </a:cubicBezTo>
                    <a:cubicBezTo>
                      <a:pt x="74" y="1"/>
                      <a:pt x="74" y="1"/>
                      <a:pt x="74" y="1"/>
                    </a:cubicBezTo>
                    <a:cubicBezTo>
                      <a:pt x="77" y="1"/>
                      <a:pt x="77" y="1"/>
                      <a:pt x="77" y="1"/>
                    </a:cubicBezTo>
                    <a:cubicBezTo>
                      <a:pt x="84" y="12"/>
                      <a:pt x="84" y="12"/>
                      <a:pt x="84" y="12"/>
                    </a:cubicBezTo>
                    <a:close/>
                    <a:moveTo>
                      <a:pt x="90" y="1"/>
                    </a:moveTo>
                    <a:cubicBezTo>
                      <a:pt x="90" y="0"/>
                      <a:pt x="90" y="0"/>
                      <a:pt x="90" y="0"/>
                    </a:cubicBezTo>
                    <a:cubicBezTo>
                      <a:pt x="98" y="1"/>
                      <a:pt x="98" y="1"/>
                      <a:pt x="98" y="1"/>
                    </a:cubicBezTo>
                    <a:cubicBezTo>
                      <a:pt x="98" y="1"/>
                      <a:pt x="98" y="1"/>
                      <a:pt x="98" y="1"/>
                    </a:cubicBezTo>
                    <a:cubicBezTo>
                      <a:pt x="96" y="1"/>
                      <a:pt x="96" y="1"/>
                      <a:pt x="96" y="1"/>
                    </a:cubicBezTo>
                    <a:cubicBezTo>
                      <a:pt x="95" y="1"/>
                      <a:pt x="95" y="1"/>
                      <a:pt x="95" y="1"/>
                    </a:cubicBezTo>
                    <a:cubicBezTo>
                      <a:pt x="95" y="1"/>
                      <a:pt x="95" y="1"/>
                      <a:pt x="95" y="2"/>
                    </a:cubicBezTo>
                    <a:cubicBezTo>
                      <a:pt x="94" y="15"/>
                      <a:pt x="94" y="15"/>
                      <a:pt x="94" y="15"/>
                    </a:cubicBezTo>
                    <a:cubicBezTo>
                      <a:pt x="94" y="15"/>
                      <a:pt x="94" y="15"/>
                      <a:pt x="94" y="15"/>
                    </a:cubicBezTo>
                    <a:cubicBezTo>
                      <a:pt x="94" y="15"/>
                      <a:pt x="94" y="15"/>
                      <a:pt x="95" y="15"/>
                    </a:cubicBezTo>
                    <a:cubicBezTo>
                      <a:pt x="97" y="16"/>
                      <a:pt x="97" y="16"/>
                      <a:pt x="97" y="16"/>
                    </a:cubicBezTo>
                    <a:cubicBezTo>
                      <a:pt x="97" y="16"/>
                      <a:pt x="97" y="16"/>
                      <a:pt x="97" y="16"/>
                    </a:cubicBezTo>
                    <a:cubicBezTo>
                      <a:pt x="89" y="16"/>
                      <a:pt x="89" y="16"/>
                      <a:pt x="89" y="16"/>
                    </a:cubicBezTo>
                    <a:cubicBezTo>
                      <a:pt x="89" y="15"/>
                      <a:pt x="89" y="15"/>
                      <a:pt x="89" y="15"/>
                    </a:cubicBezTo>
                    <a:cubicBezTo>
                      <a:pt x="91" y="15"/>
                      <a:pt x="91" y="15"/>
                      <a:pt x="91" y="15"/>
                    </a:cubicBezTo>
                    <a:cubicBezTo>
                      <a:pt x="92" y="15"/>
                      <a:pt x="92" y="15"/>
                      <a:pt x="92" y="15"/>
                    </a:cubicBezTo>
                    <a:cubicBezTo>
                      <a:pt x="92" y="15"/>
                      <a:pt x="92" y="15"/>
                      <a:pt x="92" y="15"/>
                    </a:cubicBezTo>
                    <a:cubicBezTo>
                      <a:pt x="93" y="2"/>
                      <a:pt x="93" y="2"/>
                      <a:pt x="93" y="2"/>
                    </a:cubicBezTo>
                    <a:cubicBezTo>
                      <a:pt x="93" y="1"/>
                      <a:pt x="93" y="1"/>
                      <a:pt x="93" y="1"/>
                    </a:cubicBezTo>
                    <a:cubicBezTo>
                      <a:pt x="93" y="1"/>
                      <a:pt x="93" y="1"/>
                      <a:pt x="92" y="1"/>
                    </a:cubicBezTo>
                    <a:cubicBezTo>
                      <a:pt x="90" y="1"/>
                      <a:pt x="90" y="1"/>
                      <a:pt x="90" y="1"/>
                    </a:cubicBezTo>
                    <a:close/>
                    <a:moveTo>
                      <a:pt x="109" y="3"/>
                    </a:moveTo>
                    <a:cubicBezTo>
                      <a:pt x="109" y="2"/>
                      <a:pt x="109" y="2"/>
                      <a:pt x="109" y="2"/>
                    </a:cubicBezTo>
                    <a:cubicBezTo>
                      <a:pt x="113" y="3"/>
                      <a:pt x="113" y="3"/>
                      <a:pt x="113" y="3"/>
                    </a:cubicBezTo>
                    <a:cubicBezTo>
                      <a:pt x="113" y="3"/>
                      <a:pt x="113" y="3"/>
                      <a:pt x="113" y="3"/>
                    </a:cubicBezTo>
                    <a:cubicBezTo>
                      <a:pt x="112" y="3"/>
                      <a:pt x="112" y="3"/>
                      <a:pt x="112" y="3"/>
                    </a:cubicBezTo>
                    <a:cubicBezTo>
                      <a:pt x="112" y="3"/>
                      <a:pt x="112" y="3"/>
                      <a:pt x="111" y="4"/>
                    </a:cubicBezTo>
                    <a:cubicBezTo>
                      <a:pt x="111" y="4"/>
                      <a:pt x="111" y="4"/>
                      <a:pt x="111" y="4"/>
                    </a:cubicBezTo>
                    <a:cubicBezTo>
                      <a:pt x="105" y="17"/>
                      <a:pt x="105" y="17"/>
                      <a:pt x="105" y="17"/>
                    </a:cubicBezTo>
                    <a:cubicBezTo>
                      <a:pt x="104" y="17"/>
                      <a:pt x="104" y="17"/>
                      <a:pt x="104" y="17"/>
                    </a:cubicBezTo>
                    <a:cubicBezTo>
                      <a:pt x="103" y="3"/>
                      <a:pt x="103" y="3"/>
                      <a:pt x="103" y="3"/>
                    </a:cubicBezTo>
                    <a:cubicBezTo>
                      <a:pt x="103" y="3"/>
                      <a:pt x="103" y="2"/>
                      <a:pt x="103" y="2"/>
                    </a:cubicBezTo>
                    <a:cubicBezTo>
                      <a:pt x="103" y="2"/>
                      <a:pt x="103" y="2"/>
                      <a:pt x="102" y="2"/>
                    </a:cubicBezTo>
                    <a:cubicBezTo>
                      <a:pt x="102" y="2"/>
                      <a:pt x="102" y="2"/>
                      <a:pt x="102" y="2"/>
                    </a:cubicBezTo>
                    <a:cubicBezTo>
                      <a:pt x="102" y="1"/>
                      <a:pt x="102" y="1"/>
                      <a:pt x="102" y="1"/>
                    </a:cubicBezTo>
                    <a:cubicBezTo>
                      <a:pt x="106" y="2"/>
                      <a:pt x="106" y="2"/>
                      <a:pt x="106" y="2"/>
                    </a:cubicBezTo>
                    <a:cubicBezTo>
                      <a:pt x="106" y="2"/>
                      <a:pt x="106" y="2"/>
                      <a:pt x="106" y="2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5" y="3"/>
                      <a:pt x="105" y="3"/>
                      <a:pt x="105" y="3"/>
                    </a:cubicBezTo>
                    <a:cubicBezTo>
                      <a:pt x="105" y="14"/>
                      <a:pt x="105" y="14"/>
                      <a:pt x="105" y="14"/>
                    </a:cubicBezTo>
                    <a:cubicBezTo>
                      <a:pt x="106" y="14"/>
                      <a:pt x="106" y="14"/>
                      <a:pt x="106" y="14"/>
                    </a:cubicBezTo>
                    <a:cubicBezTo>
                      <a:pt x="110" y="4"/>
                      <a:pt x="110" y="4"/>
                      <a:pt x="110" y="4"/>
                    </a:cubicBezTo>
                    <a:cubicBezTo>
                      <a:pt x="110" y="4"/>
                      <a:pt x="110" y="4"/>
                      <a:pt x="110" y="3"/>
                    </a:cubicBezTo>
                    <a:cubicBezTo>
                      <a:pt x="110" y="3"/>
                      <a:pt x="110" y="3"/>
                      <a:pt x="110" y="3"/>
                    </a:cubicBezTo>
                    <a:cubicBezTo>
                      <a:pt x="109" y="3"/>
                      <a:pt x="109" y="3"/>
                      <a:pt x="109" y="3"/>
                    </a:cubicBezTo>
                    <a:close/>
                    <a:moveTo>
                      <a:pt x="116" y="5"/>
                    </a:moveTo>
                    <a:cubicBezTo>
                      <a:pt x="116" y="5"/>
                      <a:pt x="116" y="5"/>
                      <a:pt x="116" y="5"/>
                    </a:cubicBezTo>
                    <a:cubicBezTo>
                      <a:pt x="117" y="5"/>
                      <a:pt x="117" y="5"/>
                      <a:pt x="117" y="5"/>
                    </a:cubicBezTo>
                    <a:cubicBezTo>
                      <a:pt x="117" y="5"/>
                      <a:pt x="117" y="6"/>
                      <a:pt x="117" y="6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9"/>
                      <a:pt x="113" y="19"/>
                    </a:cubicBezTo>
                    <a:cubicBezTo>
                      <a:pt x="112" y="19"/>
                      <a:pt x="112" y="19"/>
                      <a:pt x="112" y="19"/>
                    </a:cubicBezTo>
                    <a:cubicBezTo>
                      <a:pt x="111" y="18"/>
                      <a:pt x="111" y="18"/>
                      <a:pt x="111" y="18"/>
                    </a:cubicBezTo>
                    <a:cubicBezTo>
                      <a:pt x="111" y="19"/>
                      <a:pt x="111" y="19"/>
                      <a:pt x="111" y="19"/>
                    </a:cubicBezTo>
                    <a:cubicBezTo>
                      <a:pt x="120" y="22"/>
                      <a:pt x="120" y="22"/>
                      <a:pt x="120" y="22"/>
                    </a:cubicBezTo>
                    <a:cubicBezTo>
                      <a:pt x="122" y="19"/>
                      <a:pt x="122" y="19"/>
                      <a:pt x="122" y="19"/>
                    </a:cubicBezTo>
                    <a:cubicBezTo>
                      <a:pt x="122" y="18"/>
                      <a:pt x="122" y="18"/>
                      <a:pt x="122" y="18"/>
                    </a:cubicBezTo>
                    <a:cubicBezTo>
                      <a:pt x="121" y="19"/>
                      <a:pt x="120" y="20"/>
                      <a:pt x="120" y="20"/>
                    </a:cubicBezTo>
                    <a:cubicBezTo>
                      <a:pt x="119" y="21"/>
                      <a:pt x="118" y="21"/>
                      <a:pt x="117" y="20"/>
                    </a:cubicBezTo>
                    <a:cubicBezTo>
                      <a:pt x="115" y="20"/>
                      <a:pt x="115" y="20"/>
                      <a:pt x="115" y="20"/>
                    </a:cubicBezTo>
                    <a:cubicBezTo>
                      <a:pt x="115" y="20"/>
                      <a:pt x="114" y="19"/>
                      <a:pt x="114" y="19"/>
                    </a:cubicBezTo>
                    <a:cubicBezTo>
                      <a:pt x="114" y="19"/>
                      <a:pt x="114" y="19"/>
                      <a:pt x="114" y="19"/>
                    </a:cubicBezTo>
                    <a:cubicBezTo>
                      <a:pt x="116" y="12"/>
                      <a:pt x="116" y="12"/>
                      <a:pt x="116" y="12"/>
                    </a:cubicBezTo>
                    <a:cubicBezTo>
                      <a:pt x="119" y="13"/>
                      <a:pt x="119" y="13"/>
                      <a:pt x="119" y="13"/>
                    </a:cubicBezTo>
                    <a:cubicBezTo>
                      <a:pt x="120" y="13"/>
                      <a:pt x="120" y="13"/>
                      <a:pt x="120" y="14"/>
                    </a:cubicBezTo>
                    <a:cubicBezTo>
                      <a:pt x="120" y="14"/>
                      <a:pt x="120" y="15"/>
                      <a:pt x="120" y="15"/>
                    </a:cubicBezTo>
                    <a:cubicBezTo>
                      <a:pt x="120" y="16"/>
                      <a:pt x="120" y="16"/>
                      <a:pt x="120" y="16"/>
                    </a:cubicBezTo>
                    <a:cubicBezTo>
                      <a:pt x="120" y="16"/>
                      <a:pt x="120" y="16"/>
                      <a:pt x="120" y="16"/>
                    </a:cubicBezTo>
                    <a:cubicBezTo>
                      <a:pt x="122" y="11"/>
                      <a:pt x="122" y="11"/>
                      <a:pt x="122" y="11"/>
                    </a:cubicBezTo>
                    <a:cubicBezTo>
                      <a:pt x="122" y="11"/>
                      <a:pt x="122" y="11"/>
                      <a:pt x="122" y="11"/>
                    </a:cubicBezTo>
                    <a:cubicBezTo>
                      <a:pt x="121" y="11"/>
                      <a:pt x="121" y="11"/>
                      <a:pt x="121" y="11"/>
                    </a:cubicBezTo>
                    <a:cubicBezTo>
                      <a:pt x="121" y="12"/>
                      <a:pt x="121" y="12"/>
                      <a:pt x="121" y="12"/>
                    </a:cubicBezTo>
                    <a:cubicBezTo>
                      <a:pt x="120" y="13"/>
                      <a:pt x="120" y="13"/>
                      <a:pt x="119" y="12"/>
                    </a:cubicBezTo>
                    <a:cubicBezTo>
                      <a:pt x="117" y="12"/>
                      <a:pt x="117" y="12"/>
                      <a:pt x="117" y="12"/>
                    </a:cubicBezTo>
                    <a:cubicBezTo>
                      <a:pt x="118" y="6"/>
                      <a:pt x="118" y="6"/>
                      <a:pt x="118" y="6"/>
                    </a:cubicBezTo>
                    <a:cubicBezTo>
                      <a:pt x="118" y="6"/>
                      <a:pt x="119" y="6"/>
                      <a:pt x="119" y="6"/>
                    </a:cubicBezTo>
                    <a:cubicBezTo>
                      <a:pt x="119" y="6"/>
                      <a:pt x="119" y="6"/>
                      <a:pt x="119" y="6"/>
                    </a:cubicBezTo>
                    <a:cubicBezTo>
                      <a:pt x="122" y="7"/>
                      <a:pt x="122" y="7"/>
                      <a:pt x="122" y="7"/>
                    </a:cubicBezTo>
                    <a:cubicBezTo>
                      <a:pt x="122" y="7"/>
                      <a:pt x="123" y="7"/>
                      <a:pt x="123" y="8"/>
                    </a:cubicBezTo>
                    <a:cubicBezTo>
                      <a:pt x="124" y="8"/>
                      <a:pt x="124" y="9"/>
                      <a:pt x="124" y="10"/>
                    </a:cubicBezTo>
                    <a:cubicBezTo>
                      <a:pt x="125" y="10"/>
                      <a:pt x="125" y="10"/>
                      <a:pt x="125" y="10"/>
                    </a:cubicBezTo>
                    <a:cubicBezTo>
                      <a:pt x="125" y="7"/>
                      <a:pt x="125" y="7"/>
                      <a:pt x="125" y="7"/>
                    </a:cubicBezTo>
                    <a:cubicBezTo>
                      <a:pt x="116" y="4"/>
                      <a:pt x="116" y="4"/>
                      <a:pt x="116" y="4"/>
                    </a:cubicBezTo>
                    <a:cubicBezTo>
                      <a:pt x="116" y="5"/>
                      <a:pt x="116" y="5"/>
                      <a:pt x="116" y="5"/>
                    </a:cubicBezTo>
                    <a:close/>
                    <a:moveTo>
                      <a:pt x="136" y="17"/>
                    </a:moveTo>
                    <a:cubicBezTo>
                      <a:pt x="136" y="18"/>
                      <a:pt x="135" y="19"/>
                      <a:pt x="134" y="19"/>
                    </a:cubicBezTo>
                    <a:cubicBezTo>
                      <a:pt x="133" y="19"/>
                      <a:pt x="133" y="19"/>
                      <a:pt x="132" y="19"/>
                    </a:cubicBezTo>
                    <a:cubicBezTo>
                      <a:pt x="131" y="26"/>
                      <a:pt x="131" y="26"/>
                      <a:pt x="131" y="26"/>
                    </a:cubicBezTo>
                    <a:cubicBezTo>
                      <a:pt x="131" y="26"/>
                      <a:pt x="131" y="27"/>
                      <a:pt x="131" y="27"/>
                    </a:cubicBezTo>
                    <a:cubicBezTo>
                      <a:pt x="131" y="27"/>
                      <a:pt x="131" y="27"/>
                      <a:pt x="132" y="27"/>
                    </a:cubicBezTo>
                    <a:cubicBezTo>
                      <a:pt x="132" y="27"/>
                      <a:pt x="132" y="27"/>
                      <a:pt x="132" y="27"/>
                    </a:cubicBezTo>
                    <a:cubicBezTo>
                      <a:pt x="132" y="28"/>
                      <a:pt x="132" y="28"/>
                      <a:pt x="132" y="28"/>
                    </a:cubicBezTo>
                    <a:cubicBezTo>
                      <a:pt x="130" y="27"/>
                      <a:pt x="130" y="27"/>
                      <a:pt x="130" y="27"/>
                    </a:cubicBezTo>
                    <a:cubicBezTo>
                      <a:pt x="130" y="18"/>
                      <a:pt x="130" y="18"/>
                      <a:pt x="130" y="18"/>
                    </a:cubicBezTo>
                    <a:cubicBezTo>
                      <a:pt x="129" y="17"/>
                      <a:pt x="129" y="17"/>
                      <a:pt x="129" y="17"/>
                    </a:cubicBezTo>
                    <a:cubicBezTo>
                      <a:pt x="126" y="23"/>
                      <a:pt x="126" y="23"/>
                      <a:pt x="126" y="23"/>
                    </a:cubicBezTo>
                    <a:cubicBezTo>
                      <a:pt x="125" y="24"/>
                      <a:pt x="125" y="24"/>
                      <a:pt x="126" y="24"/>
                    </a:cubicBezTo>
                    <a:cubicBezTo>
                      <a:pt x="126" y="24"/>
                      <a:pt x="126" y="24"/>
                      <a:pt x="126" y="24"/>
                    </a:cubicBezTo>
                    <a:cubicBezTo>
                      <a:pt x="126" y="25"/>
                      <a:pt x="126" y="25"/>
                      <a:pt x="126" y="25"/>
                    </a:cubicBezTo>
                    <a:cubicBezTo>
                      <a:pt x="126" y="25"/>
                      <a:pt x="126" y="25"/>
                      <a:pt x="126" y="25"/>
                    </a:cubicBezTo>
                    <a:cubicBezTo>
                      <a:pt x="122" y="23"/>
                      <a:pt x="122" y="23"/>
                      <a:pt x="122" y="23"/>
                    </a:cubicBezTo>
                    <a:cubicBezTo>
                      <a:pt x="123" y="23"/>
                      <a:pt x="123" y="23"/>
                      <a:pt x="123" y="23"/>
                    </a:cubicBezTo>
                    <a:cubicBezTo>
                      <a:pt x="123" y="23"/>
                      <a:pt x="123" y="23"/>
                      <a:pt x="123" y="23"/>
                    </a:cubicBezTo>
                    <a:cubicBezTo>
                      <a:pt x="123" y="23"/>
                      <a:pt x="124" y="23"/>
                      <a:pt x="124" y="23"/>
                    </a:cubicBezTo>
                    <a:cubicBezTo>
                      <a:pt x="124" y="23"/>
                      <a:pt x="124" y="23"/>
                      <a:pt x="124" y="23"/>
                    </a:cubicBezTo>
                    <a:cubicBezTo>
                      <a:pt x="130" y="11"/>
                      <a:pt x="130" y="11"/>
                      <a:pt x="130" y="11"/>
                    </a:cubicBezTo>
                    <a:cubicBezTo>
                      <a:pt x="130" y="11"/>
                      <a:pt x="130" y="11"/>
                      <a:pt x="130" y="10"/>
                    </a:cubicBezTo>
                    <a:cubicBezTo>
                      <a:pt x="130" y="10"/>
                      <a:pt x="130" y="10"/>
                      <a:pt x="130" y="10"/>
                    </a:cubicBezTo>
                    <a:cubicBezTo>
                      <a:pt x="129" y="10"/>
                      <a:pt x="129" y="10"/>
                      <a:pt x="129" y="10"/>
                    </a:cubicBezTo>
                    <a:cubicBezTo>
                      <a:pt x="130" y="9"/>
                      <a:pt x="130" y="9"/>
                      <a:pt x="130" y="9"/>
                    </a:cubicBezTo>
                    <a:cubicBezTo>
                      <a:pt x="134" y="12"/>
                      <a:pt x="134" y="12"/>
                      <a:pt x="134" y="12"/>
                    </a:cubicBezTo>
                    <a:cubicBezTo>
                      <a:pt x="135" y="12"/>
                      <a:pt x="136" y="13"/>
                      <a:pt x="137" y="14"/>
                    </a:cubicBezTo>
                    <a:cubicBezTo>
                      <a:pt x="137" y="15"/>
                      <a:pt x="137" y="16"/>
                      <a:pt x="136" y="17"/>
                    </a:cubicBezTo>
                    <a:close/>
                    <a:moveTo>
                      <a:pt x="129" y="17"/>
                    </a:moveTo>
                    <a:cubicBezTo>
                      <a:pt x="131" y="18"/>
                      <a:pt x="131" y="18"/>
                      <a:pt x="131" y="18"/>
                    </a:cubicBezTo>
                    <a:cubicBezTo>
                      <a:pt x="131" y="18"/>
                      <a:pt x="132" y="18"/>
                      <a:pt x="133" y="18"/>
                    </a:cubicBezTo>
                    <a:cubicBezTo>
                      <a:pt x="134" y="18"/>
                      <a:pt x="134" y="17"/>
                      <a:pt x="135" y="16"/>
                    </a:cubicBezTo>
                    <a:cubicBezTo>
                      <a:pt x="135" y="15"/>
                      <a:pt x="136" y="15"/>
                      <a:pt x="135" y="14"/>
                    </a:cubicBezTo>
                    <a:cubicBezTo>
                      <a:pt x="135" y="13"/>
                      <a:pt x="135" y="12"/>
                      <a:pt x="133" y="12"/>
                    </a:cubicBezTo>
                    <a:cubicBezTo>
                      <a:pt x="133" y="11"/>
                      <a:pt x="133" y="11"/>
                      <a:pt x="133" y="11"/>
                    </a:cubicBezTo>
                    <a:cubicBezTo>
                      <a:pt x="132" y="11"/>
                      <a:pt x="132" y="11"/>
                      <a:pt x="132" y="11"/>
                    </a:cubicBezTo>
                    <a:cubicBezTo>
                      <a:pt x="132" y="11"/>
                      <a:pt x="132" y="11"/>
                      <a:pt x="132" y="12"/>
                    </a:cubicBezTo>
                    <a:cubicBezTo>
                      <a:pt x="129" y="17"/>
                      <a:pt x="129" y="17"/>
                      <a:pt x="129" y="17"/>
                    </a:cubicBezTo>
                    <a:close/>
                    <a:moveTo>
                      <a:pt x="141" y="25"/>
                    </a:moveTo>
                    <a:cubicBezTo>
                      <a:pt x="142" y="27"/>
                      <a:pt x="142" y="28"/>
                      <a:pt x="142" y="28"/>
                    </a:cubicBezTo>
                    <a:cubicBezTo>
                      <a:pt x="142" y="29"/>
                      <a:pt x="142" y="30"/>
                      <a:pt x="142" y="30"/>
                    </a:cubicBezTo>
                    <a:cubicBezTo>
                      <a:pt x="141" y="31"/>
                      <a:pt x="141" y="32"/>
                      <a:pt x="140" y="32"/>
                    </a:cubicBezTo>
                    <a:cubicBezTo>
                      <a:pt x="139" y="32"/>
                      <a:pt x="138" y="32"/>
                      <a:pt x="137" y="32"/>
                    </a:cubicBezTo>
                    <a:cubicBezTo>
                      <a:pt x="137" y="31"/>
                      <a:pt x="136" y="30"/>
                      <a:pt x="136" y="29"/>
                    </a:cubicBezTo>
                    <a:cubicBezTo>
                      <a:pt x="135" y="28"/>
                      <a:pt x="136" y="27"/>
                      <a:pt x="136" y="26"/>
                    </a:cubicBezTo>
                    <a:cubicBezTo>
                      <a:pt x="136" y="26"/>
                      <a:pt x="136" y="26"/>
                      <a:pt x="136" y="26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5" y="30"/>
                      <a:pt x="135" y="30"/>
                      <a:pt x="135" y="30"/>
                    </a:cubicBezTo>
                    <a:cubicBezTo>
                      <a:pt x="135" y="30"/>
                      <a:pt x="135" y="30"/>
                      <a:pt x="136" y="31"/>
                    </a:cubicBezTo>
                    <a:cubicBezTo>
                      <a:pt x="136" y="31"/>
                      <a:pt x="136" y="32"/>
                      <a:pt x="137" y="32"/>
                    </a:cubicBezTo>
                    <a:cubicBezTo>
                      <a:pt x="138" y="33"/>
                      <a:pt x="139" y="33"/>
                      <a:pt x="140" y="33"/>
                    </a:cubicBezTo>
                    <a:cubicBezTo>
                      <a:pt x="142" y="33"/>
                      <a:pt x="142" y="32"/>
                      <a:pt x="143" y="31"/>
                    </a:cubicBezTo>
                    <a:cubicBezTo>
                      <a:pt x="144" y="30"/>
                      <a:pt x="144" y="29"/>
                      <a:pt x="144" y="28"/>
                    </a:cubicBezTo>
                    <a:cubicBezTo>
                      <a:pt x="144" y="27"/>
                      <a:pt x="143" y="26"/>
                      <a:pt x="142" y="25"/>
                    </a:cubicBezTo>
                    <a:cubicBezTo>
                      <a:pt x="141" y="23"/>
                      <a:pt x="141" y="22"/>
                      <a:pt x="141" y="22"/>
                    </a:cubicBezTo>
                    <a:cubicBezTo>
                      <a:pt x="141" y="21"/>
                      <a:pt x="141" y="20"/>
                      <a:pt x="141" y="20"/>
                    </a:cubicBezTo>
                    <a:cubicBezTo>
                      <a:pt x="142" y="19"/>
                      <a:pt x="142" y="19"/>
                      <a:pt x="143" y="19"/>
                    </a:cubicBezTo>
                    <a:cubicBezTo>
                      <a:pt x="144" y="18"/>
                      <a:pt x="144" y="18"/>
                      <a:pt x="145" y="19"/>
                    </a:cubicBezTo>
                    <a:cubicBezTo>
                      <a:pt x="146" y="20"/>
                      <a:pt x="147" y="20"/>
                      <a:pt x="147" y="21"/>
                    </a:cubicBezTo>
                    <a:cubicBezTo>
                      <a:pt x="147" y="22"/>
                      <a:pt x="147" y="23"/>
                      <a:pt x="147" y="24"/>
                    </a:cubicBezTo>
                    <a:cubicBezTo>
                      <a:pt x="147" y="24"/>
                      <a:pt x="147" y="24"/>
                      <a:pt x="147" y="24"/>
                    </a:cubicBezTo>
                    <a:cubicBezTo>
                      <a:pt x="149" y="21"/>
                      <a:pt x="149" y="21"/>
                      <a:pt x="149" y="21"/>
                    </a:cubicBezTo>
                    <a:cubicBezTo>
                      <a:pt x="149" y="21"/>
                      <a:pt x="149" y="21"/>
                      <a:pt x="148" y="21"/>
                    </a:cubicBezTo>
                    <a:cubicBezTo>
                      <a:pt x="148" y="21"/>
                      <a:pt x="148" y="21"/>
                      <a:pt x="148" y="21"/>
                    </a:cubicBezTo>
                    <a:cubicBezTo>
                      <a:pt x="148" y="21"/>
                      <a:pt x="147" y="20"/>
                      <a:pt x="147" y="20"/>
                    </a:cubicBezTo>
                    <a:cubicBezTo>
                      <a:pt x="147" y="19"/>
                      <a:pt x="146" y="19"/>
                      <a:pt x="146" y="19"/>
                    </a:cubicBezTo>
                    <a:cubicBezTo>
                      <a:pt x="145" y="18"/>
                      <a:pt x="144" y="18"/>
                      <a:pt x="143" y="18"/>
                    </a:cubicBezTo>
                    <a:cubicBezTo>
                      <a:pt x="141" y="18"/>
                      <a:pt x="141" y="19"/>
                      <a:pt x="140" y="19"/>
                    </a:cubicBezTo>
                    <a:cubicBezTo>
                      <a:pt x="139" y="20"/>
                      <a:pt x="139" y="21"/>
                      <a:pt x="139" y="22"/>
                    </a:cubicBezTo>
                    <a:cubicBezTo>
                      <a:pt x="140" y="23"/>
                      <a:pt x="140" y="24"/>
                      <a:pt x="141" y="25"/>
                    </a:cubicBezTo>
                    <a:close/>
                    <a:moveTo>
                      <a:pt x="154" y="26"/>
                    </a:moveTo>
                    <a:cubicBezTo>
                      <a:pt x="154" y="26"/>
                      <a:pt x="154" y="26"/>
                      <a:pt x="154" y="26"/>
                    </a:cubicBezTo>
                    <a:cubicBezTo>
                      <a:pt x="159" y="31"/>
                      <a:pt x="159" y="31"/>
                      <a:pt x="159" y="31"/>
                    </a:cubicBezTo>
                    <a:cubicBezTo>
                      <a:pt x="159" y="31"/>
                      <a:pt x="159" y="31"/>
                      <a:pt x="159" y="31"/>
                    </a:cubicBezTo>
                    <a:cubicBezTo>
                      <a:pt x="158" y="30"/>
                      <a:pt x="158" y="30"/>
                      <a:pt x="158" y="30"/>
                    </a:cubicBezTo>
                    <a:cubicBezTo>
                      <a:pt x="157" y="29"/>
                      <a:pt x="157" y="29"/>
                      <a:pt x="157" y="29"/>
                    </a:cubicBezTo>
                    <a:cubicBezTo>
                      <a:pt x="157" y="29"/>
                      <a:pt x="157" y="29"/>
                      <a:pt x="156" y="30"/>
                    </a:cubicBezTo>
                    <a:cubicBezTo>
                      <a:pt x="147" y="39"/>
                      <a:pt x="147" y="39"/>
                      <a:pt x="147" y="39"/>
                    </a:cubicBezTo>
                    <a:cubicBezTo>
                      <a:pt x="147" y="39"/>
                      <a:pt x="147" y="39"/>
                      <a:pt x="147" y="40"/>
                    </a:cubicBezTo>
                    <a:cubicBezTo>
                      <a:pt x="147" y="40"/>
                      <a:pt x="147" y="40"/>
                      <a:pt x="148" y="40"/>
                    </a:cubicBezTo>
                    <a:cubicBezTo>
                      <a:pt x="149" y="42"/>
                      <a:pt x="149" y="42"/>
                      <a:pt x="149" y="42"/>
                    </a:cubicBezTo>
                    <a:cubicBezTo>
                      <a:pt x="149" y="42"/>
                      <a:pt x="149" y="42"/>
                      <a:pt x="149" y="42"/>
                    </a:cubicBezTo>
                    <a:cubicBezTo>
                      <a:pt x="143" y="37"/>
                      <a:pt x="143" y="37"/>
                      <a:pt x="143" y="37"/>
                    </a:cubicBezTo>
                    <a:cubicBezTo>
                      <a:pt x="144" y="37"/>
                      <a:pt x="144" y="37"/>
                      <a:pt x="144" y="37"/>
                    </a:cubicBezTo>
                    <a:cubicBezTo>
                      <a:pt x="145" y="38"/>
                      <a:pt x="145" y="38"/>
                      <a:pt x="145" y="38"/>
                    </a:cubicBezTo>
                    <a:cubicBezTo>
                      <a:pt x="146" y="38"/>
                      <a:pt x="146" y="38"/>
                      <a:pt x="146" y="38"/>
                    </a:cubicBezTo>
                    <a:cubicBezTo>
                      <a:pt x="146" y="38"/>
                      <a:pt x="146" y="38"/>
                      <a:pt x="146" y="38"/>
                    </a:cubicBezTo>
                    <a:cubicBezTo>
                      <a:pt x="155" y="29"/>
                      <a:pt x="155" y="29"/>
                      <a:pt x="155" y="29"/>
                    </a:cubicBezTo>
                    <a:cubicBezTo>
                      <a:pt x="155" y="28"/>
                      <a:pt x="156" y="28"/>
                      <a:pt x="156" y="28"/>
                    </a:cubicBezTo>
                    <a:cubicBezTo>
                      <a:pt x="156" y="28"/>
                      <a:pt x="155" y="28"/>
                      <a:pt x="155" y="27"/>
                    </a:cubicBezTo>
                    <a:cubicBezTo>
                      <a:pt x="154" y="26"/>
                      <a:pt x="154" y="26"/>
                      <a:pt x="154" y="26"/>
                    </a:cubicBezTo>
                    <a:close/>
                    <a:moveTo>
                      <a:pt x="155" y="50"/>
                    </a:moveTo>
                    <a:cubicBezTo>
                      <a:pt x="156" y="50"/>
                      <a:pt x="156" y="50"/>
                      <a:pt x="156" y="50"/>
                    </a:cubicBezTo>
                    <a:cubicBezTo>
                      <a:pt x="155" y="49"/>
                      <a:pt x="155" y="49"/>
                      <a:pt x="155" y="49"/>
                    </a:cubicBezTo>
                    <a:cubicBezTo>
                      <a:pt x="155" y="49"/>
                      <a:pt x="155" y="49"/>
                      <a:pt x="155" y="49"/>
                    </a:cubicBezTo>
                    <a:cubicBezTo>
                      <a:pt x="155" y="49"/>
                      <a:pt x="155" y="48"/>
                      <a:pt x="155" y="48"/>
                    </a:cubicBezTo>
                    <a:cubicBezTo>
                      <a:pt x="165" y="40"/>
                      <a:pt x="165" y="40"/>
                      <a:pt x="165" y="40"/>
                    </a:cubicBezTo>
                    <a:cubicBezTo>
                      <a:pt x="166" y="40"/>
                      <a:pt x="166" y="40"/>
                      <a:pt x="166" y="40"/>
                    </a:cubicBezTo>
                    <a:cubicBezTo>
                      <a:pt x="166" y="40"/>
                      <a:pt x="166" y="40"/>
                      <a:pt x="167" y="40"/>
                    </a:cubicBezTo>
                    <a:cubicBezTo>
                      <a:pt x="167" y="41"/>
                      <a:pt x="167" y="42"/>
                      <a:pt x="167" y="42"/>
                    </a:cubicBezTo>
                    <a:cubicBezTo>
                      <a:pt x="167" y="43"/>
                      <a:pt x="167" y="43"/>
                      <a:pt x="166" y="45"/>
                    </a:cubicBezTo>
                    <a:cubicBezTo>
                      <a:pt x="166" y="45"/>
                      <a:pt x="166" y="45"/>
                      <a:pt x="166" y="45"/>
                    </a:cubicBezTo>
                    <a:cubicBezTo>
                      <a:pt x="169" y="42"/>
                      <a:pt x="169" y="42"/>
                      <a:pt x="169" y="42"/>
                    </a:cubicBezTo>
                    <a:cubicBezTo>
                      <a:pt x="163" y="35"/>
                      <a:pt x="163" y="35"/>
                      <a:pt x="163" y="35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62" y="37"/>
                      <a:pt x="163" y="37"/>
                      <a:pt x="163" y="37"/>
                    </a:cubicBezTo>
                    <a:cubicBezTo>
                      <a:pt x="163" y="37"/>
                      <a:pt x="164" y="37"/>
                      <a:pt x="164" y="38"/>
                    </a:cubicBezTo>
                    <a:cubicBezTo>
                      <a:pt x="165" y="38"/>
                      <a:pt x="165" y="38"/>
                      <a:pt x="165" y="38"/>
                    </a:cubicBezTo>
                    <a:cubicBezTo>
                      <a:pt x="165" y="39"/>
                      <a:pt x="165" y="39"/>
                      <a:pt x="164" y="39"/>
                    </a:cubicBezTo>
                    <a:cubicBezTo>
                      <a:pt x="154" y="47"/>
                      <a:pt x="154" y="47"/>
                      <a:pt x="154" y="47"/>
                    </a:cubicBezTo>
                    <a:cubicBezTo>
                      <a:pt x="154" y="47"/>
                      <a:pt x="154" y="47"/>
                      <a:pt x="154" y="47"/>
                    </a:cubicBezTo>
                    <a:cubicBezTo>
                      <a:pt x="154" y="47"/>
                      <a:pt x="153" y="47"/>
                      <a:pt x="153" y="47"/>
                    </a:cubicBezTo>
                    <a:cubicBezTo>
                      <a:pt x="153" y="46"/>
                      <a:pt x="153" y="46"/>
                      <a:pt x="153" y="46"/>
                    </a:cubicBezTo>
                    <a:cubicBezTo>
                      <a:pt x="152" y="47"/>
                      <a:pt x="152" y="47"/>
                      <a:pt x="152" y="47"/>
                    </a:cubicBezTo>
                    <a:cubicBezTo>
                      <a:pt x="155" y="50"/>
                      <a:pt x="155" y="50"/>
                      <a:pt x="155" y="50"/>
                    </a:cubicBezTo>
                    <a:close/>
                    <a:moveTo>
                      <a:pt x="174" y="54"/>
                    </a:moveTo>
                    <a:cubicBezTo>
                      <a:pt x="174" y="54"/>
                      <a:pt x="175" y="54"/>
                      <a:pt x="175" y="53"/>
                    </a:cubicBezTo>
                    <a:cubicBezTo>
                      <a:pt x="175" y="53"/>
                      <a:pt x="175" y="53"/>
                      <a:pt x="174" y="53"/>
                    </a:cubicBezTo>
                    <a:cubicBezTo>
                      <a:pt x="174" y="52"/>
                      <a:pt x="174" y="52"/>
                      <a:pt x="174" y="52"/>
                    </a:cubicBezTo>
                    <a:cubicBezTo>
                      <a:pt x="175" y="52"/>
                      <a:pt x="175" y="52"/>
                      <a:pt x="175" y="52"/>
                    </a:cubicBezTo>
                    <a:cubicBezTo>
                      <a:pt x="177" y="55"/>
                      <a:pt x="177" y="55"/>
                      <a:pt x="177" y="55"/>
                    </a:cubicBezTo>
                    <a:cubicBezTo>
                      <a:pt x="176" y="55"/>
                      <a:pt x="176" y="55"/>
                      <a:pt x="176" y="55"/>
                    </a:cubicBezTo>
                    <a:cubicBezTo>
                      <a:pt x="176" y="55"/>
                      <a:pt x="176" y="55"/>
                      <a:pt x="176" y="55"/>
                    </a:cubicBezTo>
                    <a:cubicBezTo>
                      <a:pt x="176" y="55"/>
                      <a:pt x="176" y="55"/>
                      <a:pt x="175" y="55"/>
                    </a:cubicBezTo>
                    <a:cubicBezTo>
                      <a:pt x="175" y="55"/>
                      <a:pt x="175" y="55"/>
                      <a:pt x="174" y="55"/>
                    </a:cubicBezTo>
                    <a:cubicBezTo>
                      <a:pt x="166" y="56"/>
                      <a:pt x="166" y="56"/>
                      <a:pt x="166" y="56"/>
                    </a:cubicBezTo>
                    <a:cubicBezTo>
                      <a:pt x="162" y="58"/>
                      <a:pt x="162" y="58"/>
                      <a:pt x="162" y="58"/>
                    </a:cubicBezTo>
                    <a:cubicBezTo>
                      <a:pt x="162" y="59"/>
                      <a:pt x="162" y="59"/>
                      <a:pt x="162" y="59"/>
                    </a:cubicBezTo>
                    <a:cubicBezTo>
                      <a:pt x="161" y="59"/>
                      <a:pt x="162" y="59"/>
                      <a:pt x="162" y="60"/>
                    </a:cubicBezTo>
                    <a:cubicBezTo>
                      <a:pt x="162" y="60"/>
                      <a:pt x="162" y="60"/>
                      <a:pt x="162" y="60"/>
                    </a:cubicBezTo>
                    <a:cubicBezTo>
                      <a:pt x="162" y="61"/>
                      <a:pt x="162" y="61"/>
                      <a:pt x="162" y="61"/>
                    </a:cubicBezTo>
                    <a:cubicBezTo>
                      <a:pt x="159" y="56"/>
                      <a:pt x="159" y="56"/>
                      <a:pt x="159" y="56"/>
                    </a:cubicBezTo>
                    <a:cubicBezTo>
                      <a:pt x="160" y="56"/>
                      <a:pt x="160" y="56"/>
                      <a:pt x="160" y="56"/>
                    </a:cubicBezTo>
                    <a:cubicBezTo>
                      <a:pt x="160" y="57"/>
                      <a:pt x="160" y="57"/>
                      <a:pt x="160" y="57"/>
                    </a:cubicBezTo>
                    <a:cubicBezTo>
                      <a:pt x="160" y="57"/>
                      <a:pt x="160" y="57"/>
                      <a:pt x="161" y="57"/>
                    </a:cubicBezTo>
                    <a:cubicBezTo>
                      <a:pt x="161" y="57"/>
                      <a:pt x="161" y="57"/>
                      <a:pt x="161" y="57"/>
                    </a:cubicBezTo>
                    <a:cubicBezTo>
                      <a:pt x="165" y="55"/>
                      <a:pt x="165" y="55"/>
                      <a:pt x="165" y="55"/>
                    </a:cubicBezTo>
                    <a:cubicBezTo>
                      <a:pt x="171" y="48"/>
                      <a:pt x="171" y="48"/>
                      <a:pt x="171" y="48"/>
                    </a:cubicBezTo>
                    <a:cubicBezTo>
                      <a:pt x="171" y="48"/>
                      <a:pt x="171" y="48"/>
                      <a:pt x="171" y="47"/>
                    </a:cubicBezTo>
                    <a:cubicBezTo>
                      <a:pt x="171" y="47"/>
                      <a:pt x="171" y="47"/>
                      <a:pt x="171" y="47"/>
                    </a:cubicBezTo>
                    <a:cubicBezTo>
                      <a:pt x="171" y="46"/>
                      <a:pt x="171" y="46"/>
                      <a:pt x="171" y="46"/>
                    </a:cubicBezTo>
                    <a:cubicBezTo>
                      <a:pt x="171" y="46"/>
                      <a:pt x="171" y="46"/>
                      <a:pt x="171" y="46"/>
                    </a:cubicBezTo>
                    <a:cubicBezTo>
                      <a:pt x="173" y="50"/>
                      <a:pt x="173" y="50"/>
                      <a:pt x="173" y="50"/>
                    </a:cubicBezTo>
                    <a:cubicBezTo>
                      <a:pt x="173" y="50"/>
                      <a:pt x="173" y="50"/>
                      <a:pt x="173" y="50"/>
                    </a:cubicBezTo>
                    <a:cubicBezTo>
                      <a:pt x="173" y="49"/>
                      <a:pt x="173" y="49"/>
                      <a:pt x="173" y="49"/>
                    </a:cubicBezTo>
                    <a:cubicBezTo>
                      <a:pt x="172" y="49"/>
                      <a:pt x="172" y="49"/>
                      <a:pt x="172" y="49"/>
                    </a:cubicBezTo>
                    <a:cubicBezTo>
                      <a:pt x="172" y="49"/>
                      <a:pt x="172" y="49"/>
                      <a:pt x="171" y="49"/>
                    </a:cubicBezTo>
                    <a:cubicBezTo>
                      <a:pt x="167" y="55"/>
                      <a:pt x="167" y="55"/>
                      <a:pt x="167" y="55"/>
                    </a:cubicBezTo>
                    <a:cubicBezTo>
                      <a:pt x="167" y="55"/>
                      <a:pt x="167" y="55"/>
                      <a:pt x="167" y="55"/>
                    </a:cubicBezTo>
                    <a:lnTo>
                      <a:pt x="174" y="54"/>
                    </a:lnTo>
                    <a:close/>
                  </a:path>
                </a:pathLst>
              </a:custGeom>
              <a:solidFill>
                <a:srgbClr val="FFFFFF"/>
              </a:solidFill>
              <a:ln w="3175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8" name="ïśľíḓé"/>
              <p:cNvSpPr/>
              <p:nvPr/>
            </p:nvSpPr>
            <p:spPr bwMode="auto">
              <a:xfrm>
                <a:off x="3667126" y="3184525"/>
                <a:ext cx="492125" cy="496888"/>
              </a:xfrm>
              <a:custGeom>
                <a:avLst/>
                <a:gdLst>
                  <a:gd name="T0" fmla="*/ 74 w 149"/>
                  <a:gd name="T1" fmla="*/ 0 h 149"/>
                  <a:gd name="T2" fmla="*/ 149 w 149"/>
                  <a:gd name="T3" fmla="*/ 74 h 149"/>
                  <a:gd name="T4" fmla="*/ 74 w 149"/>
                  <a:gd name="T5" fmla="*/ 149 h 149"/>
                  <a:gd name="T6" fmla="*/ 0 w 149"/>
                  <a:gd name="T7" fmla="*/ 74 h 149"/>
                  <a:gd name="T8" fmla="*/ 74 w 149"/>
                  <a:gd name="T9" fmla="*/ 0 h 149"/>
                  <a:gd name="T10" fmla="*/ 74 w 149"/>
                  <a:gd name="T11" fmla="*/ 2 h 149"/>
                  <a:gd name="T12" fmla="*/ 2 w 149"/>
                  <a:gd name="T13" fmla="*/ 74 h 149"/>
                  <a:gd name="T14" fmla="*/ 74 w 149"/>
                  <a:gd name="T15" fmla="*/ 146 h 149"/>
                  <a:gd name="T16" fmla="*/ 146 w 149"/>
                  <a:gd name="T17" fmla="*/ 74 h 149"/>
                  <a:gd name="T18" fmla="*/ 74 w 149"/>
                  <a:gd name="T19" fmla="*/ 2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9" h="149">
                    <a:moveTo>
                      <a:pt x="74" y="0"/>
                    </a:moveTo>
                    <a:cubicBezTo>
                      <a:pt x="115" y="0"/>
                      <a:pt x="149" y="33"/>
                      <a:pt x="149" y="74"/>
                    </a:cubicBezTo>
                    <a:cubicBezTo>
                      <a:pt x="149" y="115"/>
                      <a:pt x="115" y="149"/>
                      <a:pt x="74" y="149"/>
                    </a:cubicBezTo>
                    <a:cubicBezTo>
                      <a:pt x="33" y="149"/>
                      <a:pt x="0" y="115"/>
                      <a:pt x="0" y="74"/>
                    </a:cubicBezTo>
                    <a:cubicBezTo>
                      <a:pt x="0" y="33"/>
                      <a:pt x="33" y="0"/>
                      <a:pt x="74" y="0"/>
                    </a:cubicBezTo>
                    <a:close/>
                    <a:moveTo>
                      <a:pt x="74" y="2"/>
                    </a:moveTo>
                    <a:cubicBezTo>
                      <a:pt x="35" y="2"/>
                      <a:pt x="2" y="34"/>
                      <a:pt x="2" y="74"/>
                    </a:cubicBezTo>
                    <a:cubicBezTo>
                      <a:pt x="2" y="114"/>
                      <a:pt x="35" y="146"/>
                      <a:pt x="74" y="146"/>
                    </a:cubicBezTo>
                    <a:cubicBezTo>
                      <a:pt x="114" y="146"/>
                      <a:pt x="146" y="114"/>
                      <a:pt x="146" y="74"/>
                    </a:cubicBezTo>
                    <a:cubicBezTo>
                      <a:pt x="146" y="34"/>
                      <a:pt x="114" y="2"/>
                      <a:pt x="74" y="2"/>
                    </a:cubicBezTo>
                    <a:close/>
                  </a:path>
                </a:pathLst>
              </a:custGeom>
              <a:solidFill>
                <a:srgbClr val="0052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9" name="ïslíḍê"/>
              <p:cNvSpPr/>
              <p:nvPr/>
            </p:nvSpPr>
            <p:spPr bwMode="auto">
              <a:xfrm>
                <a:off x="3775076" y="3248025"/>
                <a:ext cx="274638" cy="146050"/>
              </a:xfrm>
              <a:custGeom>
                <a:avLst/>
                <a:gdLst>
                  <a:gd name="T0" fmla="*/ 10 w 83"/>
                  <a:gd name="T1" fmla="*/ 43 h 44"/>
                  <a:gd name="T2" fmla="*/ 18 w 83"/>
                  <a:gd name="T3" fmla="*/ 39 h 44"/>
                  <a:gd name="T4" fmla="*/ 67 w 83"/>
                  <a:gd name="T5" fmla="*/ 39 h 44"/>
                  <a:gd name="T6" fmla="*/ 73 w 83"/>
                  <a:gd name="T7" fmla="*/ 42 h 44"/>
                  <a:gd name="T8" fmla="*/ 76 w 83"/>
                  <a:gd name="T9" fmla="*/ 43 h 44"/>
                  <a:gd name="T10" fmla="*/ 83 w 83"/>
                  <a:gd name="T11" fmla="*/ 35 h 44"/>
                  <a:gd name="T12" fmla="*/ 76 w 83"/>
                  <a:gd name="T13" fmla="*/ 37 h 44"/>
                  <a:gd name="T14" fmla="*/ 69 w 83"/>
                  <a:gd name="T15" fmla="*/ 33 h 44"/>
                  <a:gd name="T16" fmla="*/ 70 w 83"/>
                  <a:gd name="T17" fmla="*/ 26 h 44"/>
                  <a:gd name="T18" fmla="*/ 64 w 83"/>
                  <a:gd name="T19" fmla="*/ 30 h 44"/>
                  <a:gd name="T20" fmla="*/ 59 w 83"/>
                  <a:gd name="T21" fmla="*/ 31 h 44"/>
                  <a:gd name="T22" fmla="*/ 56 w 83"/>
                  <a:gd name="T23" fmla="*/ 29 h 44"/>
                  <a:gd name="T24" fmla="*/ 56 w 83"/>
                  <a:gd name="T25" fmla="*/ 24 h 44"/>
                  <a:gd name="T26" fmla="*/ 58 w 83"/>
                  <a:gd name="T27" fmla="*/ 23 h 44"/>
                  <a:gd name="T28" fmla="*/ 58 w 83"/>
                  <a:gd name="T29" fmla="*/ 19 h 44"/>
                  <a:gd name="T30" fmla="*/ 54 w 83"/>
                  <a:gd name="T31" fmla="*/ 19 h 44"/>
                  <a:gd name="T32" fmla="*/ 53 w 83"/>
                  <a:gd name="T33" fmla="*/ 21 h 44"/>
                  <a:gd name="T34" fmla="*/ 44 w 83"/>
                  <a:gd name="T35" fmla="*/ 21 h 44"/>
                  <a:gd name="T36" fmla="*/ 43 w 83"/>
                  <a:gd name="T37" fmla="*/ 18 h 44"/>
                  <a:gd name="T38" fmla="*/ 44 w 83"/>
                  <a:gd name="T39" fmla="*/ 13 h 44"/>
                  <a:gd name="T40" fmla="*/ 43 w 83"/>
                  <a:gd name="T41" fmla="*/ 8 h 44"/>
                  <a:gd name="T42" fmla="*/ 43 w 83"/>
                  <a:gd name="T43" fmla="*/ 6 h 44"/>
                  <a:gd name="T44" fmla="*/ 43 w 83"/>
                  <a:gd name="T45" fmla="*/ 2 h 44"/>
                  <a:gd name="T46" fmla="*/ 43 w 83"/>
                  <a:gd name="T47" fmla="*/ 0 h 44"/>
                  <a:gd name="T48" fmla="*/ 40 w 83"/>
                  <a:gd name="T49" fmla="*/ 0 h 44"/>
                  <a:gd name="T50" fmla="*/ 39 w 83"/>
                  <a:gd name="T51" fmla="*/ 2 h 44"/>
                  <a:gd name="T52" fmla="*/ 39 w 83"/>
                  <a:gd name="T53" fmla="*/ 6 h 44"/>
                  <a:gd name="T54" fmla="*/ 39 w 83"/>
                  <a:gd name="T55" fmla="*/ 8 h 44"/>
                  <a:gd name="T56" fmla="*/ 38 w 83"/>
                  <a:gd name="T57" fmla="*/ 13 h 44"/>
                  <a:gd name="T58" fmla="*/ 38 w 83"/>
                  <a:gd name="T59" fmla="*/ 18 h 44"/>
                  <a:gd name="T60" fmla="*/ 38 w 83"/>
                  <a:gd name="T61" fmla="*/ 21 h 44"/>
                  <a:gd name="T62" fmla="*/ 30 w 83"/>
                  <a:gd name="T63" fmla="*/ 21 h 44"/>
                  <a:gd name="T64" fmla="*/ 29 w 83"/>
                  <a:gd name="T65" fmla="*/ 19 h 44"/>
                  <a:gd name="T66" fmla="*/ 25 w 83"/>
                  <a:gd name="T67" fmla="*/ 19 h 44"/>
                  <a:gd name="T68" fmla="*/ 25 w 83"/>
                  <a:gd name="T69" fmla="*/ 23 h 44"/>
                  <a:gd name="T70" fmla="*/ 26 w 83"/>
                  <a:gd name="T71" fmla="*/ 24 h 44"/>
                  <a:gd name="T72" fmla="*/ 27 w 83"/>
                  <a:gd name="T73" fmla="*/ 29 h 44"/>
                  <a:gd name="T74" fmla="*/ 22 w 83"/>
                  <a:gd name="T75" fmla="*/ 31 h 44"/>
                  <a:gd name="T76" fmla="*/ 13 w 83"/>
                  <a:gd name="T77" fmla="*/ 26 h 44"/>
                  <a:gd name="T78" fmla="*/ 13 w 83"/>
                  <a:gd name="T79" fmla="*/ 35 h 44"/>
                  <a:gd name="T80" fmla="*/ 7 w 83"/>
                  <a:gd name="T81" fmla="*/ 37 h 44"/>
                  <a:gd name="T82" fmla="*/ 0 w 83"/>
                  <a:gd name="T83" fmla="*/ 34 h 44"/>
                  <a:gd name="T84" fmla="*/ 5 w 83"/>
                  <a:gd name="T85" fmla="*/ 42 h 44"/>
                  <a:gd name="T86" fmla="*/ 10 w 83"/>
                  <a:gd name="T87" fmla="*/ 43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83" h="44">
                    <a:moveTo>
                      <a:pt x="10" y="43"/>
                    </a:moveTo>
                    <a:cubicBezTo>
                      <a:pt x="18" y="39"/>
                      <a:pt x="18" y="39"/>
                      <a:pt x="18" y="39"/>
                    </a:cubicBezTo>
                    <a:cubicBezTo>
                      <a:pt x="67" y="39"/>
                      <a:pt x="67" y="39"/>
                      <a:pt x="67" y="39"/>
                    </a:cubicBezTo>
                    <a:cubicBezTo>
                      <a:pt x="73" y="42"/>
                      <a:pt x="73" y="42"/>
                      <a:pt x="73" y="42"/>
                    </a:cubicBezTo>
                    <a:cubicBezTo>
                      <a:pt x="74" y="43"/>
                      <a:pt x="75" y="43"/>
                      <a:pt x="76" y="43"/>
                    </a:cubicBezTo>
                    <a:cubicBezTo>
                      <a:pt x="80" y="42"/>
                      <a:pt x="83" y="35"/>
                      <a:pt x="83" y="35"/>
                    </a:cubicBezTo>
                    <a:cubicBezTo>
                      <a:pt x="83" y="35"/>
                      <a:pt x="79" y="38"/>
                      <a:pt x="76" y="37"/>
                    </a:cubicBezTo>
                    <a:cubicBezTo>
                      <a:pt x="73" y="37"/>
                      <a:pt x="69" y="36"/>
                      <a:pt x="69" y="33"/>
                    </a:cubicBezTo>
                    <a:cubicBezTo>
                      <a:pt x="69" y="30"/>
                      <a:pt x="70" y="27"/>
                      <a:pt x="70" y="26"/>
                    </a:cubicBezTo>
                    <a:cubicBezTo>
                      <a:pt x="70" y="26"/>
                      <a:pt x="67" y="29"/>
                      <a:pt x="64" y="30"/>
                    </a:cubicBezTo>
                    <a:cubicBezTo>
                      <a:pt x="61" y="32"/>
                      <a:pt x="60" y="31"/>
                      <a:pt x="59" y="31"/>
                    </a:cubicBezTo>
                    <a:cubicBezTo>
                      <a:pt x="57" y="30"/>
                      <a:pt x="56" y="29"/>
                      <a:pt x="56" y="29"/>
                    </a:cubicBezTo>
                    <a:cubicBezTo>
                      <a:pt x="56" y="24"/>
                      <a:pt x="56" y="24"/>
                      <a:pt x="56" y="24"/>
                    </a:cubicBezTo>
                    <a:cubicBezTo>
                      <a:pt x="58" y="23"/>
                      <a:pt x="58" y="23"/>
                      <a:pt x="58" y="23"/>
                    </a:cubicBezTo>
                    <a:cubicBezTo>
                      <a:pt x="58" y="19"/>
                      <a:pt x="58" y="19"/>
                      <a:pt x="58" y="19"/>
                    </a:cubicBezTo>
                    <a:cubicBezTo>
                      <a:pt x="54" y="19"/>
                      <a:pt x="54" y="19"/>
                      <a:pt x="54" y="19"/>
                    </a:cubicBezTo>
                    <a:cubicBezTo>
                      <a:pt x="54" y="19"/>
                      <a:pt x="54" y="21"/>
                      <a:pt x="53" y="21"/>
                    </a:cubicBezTo>
                    <a:cubicBezTo>
                      <a:pt x="52" y="21"/>
                      <a:pt x="44" y="21"/>
                      <a:pt x="44" y="21"/>
                    </a:cubicBezTo>
                    <a:cubicBezTo>
                      <a:pt x="44" y="21"/>
                      <a:pt x="43" y="20"/>
                      <a:pt x="43" y="18"/>
                    </a:cubicBezTo>
                    <a:cubicBezTo>
                      <a:pt x="44" y="17"/>
                      <a:pt x="44" y="17"/>
                      <a:pt x="44" y="13"/>
                    </a:cubicBezTo>
                    <a:cubicBezTo>
                      <a:pt x="44" y="10"/>
                      <a:pt x="44" y="9"/>
                      <a:pt x="43" y="8"/>
                    </a:cubicBezTo>
                    <a:cubicBezTo>
                      <a:pt x="43" y="7"/>
                      <a:pt x="42" y="7"/>
                      <a:pt x="43" y="6"/>
                    </a:cubicBezTo>
                    <a:cubicBezTo>
                      <a:pt x="44" y="5"/>
                      <a:pt x="44" y="4"/>
                      <a:pt x="43" y="2"/>
                    </a:cubicBezTo>
                    <a:cubicBezTo>
                      <a:pt x="42" y="1"/>
                      <a:pt x="43" y="2"/>
                      <a:pt x="43" y="0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39" y="0"/>
                      <a:pt x="40" y="1"/>
                      <a:pt x="39" y="2"/>
                    </a:cubicBezTo>
                    <a:cubicBezTo>
                      <a:pt x="38" y="3"/>
                      <a:pt x="38" y="5"/>
                      <a:pt x="39" y="6"/>
                    </a:cubicBezTo>
                    <a:cubicBezTo>
                      <a:pt x="39" y="7"/>
                      <a:pt x="40" y="7"/>
                      <a:pt x="39" y="8"/>
                    </a:cubicBezTo>
                    <a:cubicBezTo>
                      <a:pt x="38" y="9"/>
                      <a:pt x="38" y="10"/>
                      <a:pt x="38" y="13"/>
                    </a:cubicBezTo>
                    <a:cubicBezTo>
                      <a:pt x="38" y="16"/>
                      <a:pt x="38" y="17"/>
                      <a:pt x="38" y="18"/>
                    </a:cubicBezTo>
                    <a:cubicBezTo>
                      <a:pt x="39" y="20"/>
                      <a:pt x="38" y="21"/>
                      <a:pt x="38" y="21"/>
                    </a:cubicBezTo>
                    <a:cubicBezTo>
                      <a:pt x="37" y="21"/>
                      <a:pt x="30" y="21"/>
                      <a:pt x="30" y="21"/>
                    </a:cubicBezTo>
                    <a:cubicBezTo>
                      <a:pt x="30" y="21"/>
                      <a:pt x="29" y="20"/>
                      <a:pt x="29" y="19"/>
                    </a:cubicBezTo>
                    <a:cubicBezTo>
                      <a:pt x="25" y="19"/>
                      <a:pt x="25" y="19"/>
                      <a:pt x="25" y="19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7" y="29"/>
                      <a:pt x="24" y="31"/>
                      <a:pt x="22" y="31"/>
                    </a:cubicBezTo>
                    <a:cubicBezTo>
                      <a:pt x="19" y="31"/>
                      <a:pt x="13" y="26"/>
                      <a:pt x="13" y="26"/>
                    </a:cubicBezTo>
                    <a:cubicBezTo>
                      <a:pt x="13" y="26"/>
                      <a:pt x="14" y="33"/>
                      <a:pt x="13" y="35"/>
                    </a:cubicBezTo>
                    <a:cubicBezTo>
                      <a:pt x="13" y="37"/>
                      <a:pt x="10" y="37"/>
                      <a:pt x="7" y="37"/>
                    </a:cubicBezTo>
                    <a:cubicBezTo>
                      <a:pt x="4" y="37"/>
                      <a:pt x="0" y="35"/>
                      <a:pt x="0" y="34"/>
                    </a:cubicBezTo>
                    <a:cubicBezTo>
                      <a:pt x="0" y="34"/>
                      <a:pt x="3" y="40"/>
                      <a:pt x="5" y="42"/>
                    </a:cubicBezTo>
                    <a:cubicBezTo>
                      <a:pt x="7" y="44"/>
                      <a:pt x="10" y="43"/>
                      <a:pt x="10" y="43"/>
                    </a:cubicBez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0" name="íṡļïdê"/>
              <p:cNvSpPr/>
              <p:nvPr/>
            </p:nvSpPr>
            <p:spPr bwMode="auto">
              <a:xfrm>
                <a:off x="3614738" y="3370263"/>
                <a:ext cx="596900" cy="241300"/>
              </a:xfrm>
              <a:custGeom>
                <a:avLst/>
                <a:gdLst>
                  <a:gd name="T0" fmla="*/ 58 w 181"/>
                  <a:gd name="T1" fmla="*/ 72 h 72"/>
                  <a:gd name="T2" fmla="*/ 8 w 181"/>
                  <a:gd name="T3" fmla="*/ 72 h 72"/>
                  <a:gd name="T4" fmla="*/ 3 w 181"/>
                  <a:gd name="T5" fmla="*/ 63 h 72"/>
                  <a:gd name="T6" fmla="*/ 6 w 181"/>
                  <a:gd name="T7" fmla="*/ 63 h 72"/>
                  <a:gd name="T8" fmla="*/ 11 w 181"/>
                  <a:gd name="T9" fmla="*/ 55 h 72"/>
                  <a:gd name="T10" fmla="*/ 14 w 181"/>
                  <a:gd name="T11" fmla="*/ 55 h 72"/>
                  <a:gd name="T12" fmla="*/ 14 w 181"/>
                  <a:gd name="T13" fmla="*/ 29 h 72"/>
                  <a:gd name="T14" fmla="*/ 0 w 181"/>
                  <a:gd name="T15" fmla="*/ 4 h 72"/>
                  <a:gd name="T16" fmla="*/ 30 w 181"/>
                  <a:gd name="T17" fmla="*/ 0 h 72"/>
                  <a:gd name="T18" fmla="*/ 58 w 181"/>
                  <a:gd name="T19" fmla="*/ 8 h 72"/>
                  <a:gd name="T20" fmla="*/ 51 w 181"/>
                  <a:gd name="T21" fmla="*/ 25 h 72"/>
                  <a:gd name="T22" fmla="*/ 131 w 181"/>
                  <a:gd name="T23" fmla="*/ 25 h 72"/>
                  <a:gd name="T24" fmla="*/ 122 w 181"/>
                  <a:gd name="T25" fmla="*/ 8 h 72"/>
                  <a:gd name="T26" fmla="*/ 150 w 181"/>
                  <a:gd name="T27" fmla="*/ 0 h 72"/>
                  <a:gd name="T28" fmla="*/ 181 w 181"/>
                  <a:gd name="T29" fmla="*/ 5 h 72"/>
                  <a:gd name="T30" fmla="*/ 166 w 181"/>
                  <a:gd name="T31" fmla="*/ 28 h 72"/>
                  <a:gd name="T32" fmla="*/ 166 w 181"/>
                  <a:gd name="T33" fmla="*/ 55 h 72"/>
                  <a:gd name="T34" fmla="*/ 171 w 181"/>
                  <a:gd name="T35" fmla="*/ 55 h 72"/>
                  <a:gd name="T36" fmla="*/ 178 w 181"/>
                  <a:gd name="T37" fmla="*/ 65 h 72"/>
                  <a:gd name="T38" fmla="*/ 174 w 181"/>
                  <a:gd name="T39" fmla="*/ 72 h 72"/>
                  <a:gd name="T40" fmla="*/ 58 w 181"/>
                  <a:gd name="T41" fmla="*/ 7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81" h="72">
                    <a:moveTo>
                      <a:pt x="58" y="72"/>
                    </a:moveTo>
                    <a:cubicBezTo>
                      <a:pt x="8" y="72"/>
                      <a:pt x="8" y="72"/>
                      <a:pt x="8" y="72"/>
                    </a:cubicBezTo>
                    <a:cubicBezTo>
                      <a:pt x="3" y="63"/>
                      <a:pt x="3" y="63"/>
                      <a:pt x="3" y="63"/>
                    </a:cubicBezTo>
                    <a:cubicBezTo>
                      <a:pt x="6" y="63"/>
                      <a:pt x="6" y="63"/>
                      <a:pt x="6" y="63"/>
                    </a:cubicBezTo>
                    <a:cubicBezTo>
                      <a:pt x="7" y="61"/>
                      <a:pt x="10" y="57"/>
                      <a:pt x="11" y="55"/>
                    </a:cubicBezTo>
                    <a:cubicBezTo>
                      <a:pt x="12" y="55"/>
                      <a:pt x="13" y="55"/>
                      <a:pt x="14" y="55"/>
                    </a:cubicBezTo>
                    <a:cubicBezTo>
                      <a:pt x="14" y="45"/>
                      <a:pt x="14" y="39"/>
                      <a:pt x="14" y="29"/>
                    </a:cubicBezTo>
                    <a:cubicBezTo>
                      <a:pt x="6" y="25"/>
                      <a:pt x="0" y="19"/>
                      <a:pt x="0" y="4"/>
                    </a:cubicBezTo>
                    <a:cubicBezTo>
                      <a:pt x="13" y="19"/>
                      <a:pt x="25" y="20"/>
                      <a:pt x="30" y="0"/>
                    </a:cubicBezTo>
                    <a:cubicBezTo>
                      <a:pt x="40" y="22"/>
                      <a:pt x="50" y="16"/>
                      <a:pt x="58" y="8"/>
                    </a:cubicBezTo>
                    <a:cubicBezTo>
                      <a:pt x="59" y="17"/>
                      <a:pt x="51" y="24"/>
                      <a:pt x="51" y="25"/>
                    </a:cubicBezTo>
                    <a:cubicBezTo>
                      <a:pt x="131" y="25"/>
                      <a:pt x="131" y="25"/>
                      <a:pt x="131" y="25"/>
                    </a:cubicBezTo>
                    <a:cubicBezTo>
                      <a:pt x="128" y="21"/>
                      <a:pt x="123" y="15"/>
                      <a:pt x="122" y="8"/>
                    </a:cubicBezTo>
                    <a:cubicBezTo>
                      <a:pt x="131" y="18"/>
                      <a:pt x="141" y="23"/>
                      <a:pt x="150" y="0"/>
                    </a:cubicBezTo>
                    <a:cubicBezTo>
                      <a:pt x="160" y="23"/>
                      <a:pt x="169" y="16"/>
                      <a:pt x="181" y="5"/>
                    </a:cubicBezTo>
                    <a:cubicBezTo>
                      <a:pt x="178" y="23"/>
                      <a:pt x="174" y="23"/>
                      <a:pt x="166" y="28"/>
                    </a:cubicBezTo>
                    <a:cubicBezTo>
                      <a:pt x="166" y="38"/>
                      <a:pt x="166" y="45"/>
                      <a:pt x="166" y="55"/>
                    </a:cubicBezTo>
                    <a:cubicBezTo>
                      <a:pt x="168" y="55"/>
                      <a:pt x="169" y="55"/>
                      <a:pt x="171" y="55"/>
                    </a:cubicBezTo>
                    <a:cubicBezTo>
                      <a:pt x="178" y="65"/>
                      <a:pt x="178" y="65"/>
                      <a:pt x="178" y="65"/>
                    </a:cubicBezTo>
                    <a:cubicBezTo>
                      <a:pt x="174" y="72"/>
                      <a:pt x="174" y="72"/>
                      <a:pt x="174" y="72"/>
                    </a:cubicBezTo>
                    <a:lnTo>
                      <a:pt x="58" y="7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1" name="iş1ïďe"/>
              <p:cNvSpPr/>
              <p:nvPr/>
            </p:nvSpPr>
            <p:spPr bwMode="auto">
              <a:xfrm>
                <a:off x="3624263" y="3381375"/>
                <a:ext cx="577850" cy="200025"/>
              </a:xfrm>
              <a:custGeom>
                <a:avLst/>
                <a:gdLst>
                  <a:gd name="T0" fmla="*/ 130 w 175"/>
                  <a:gd name="T1" fmla="*/ 51 h 60"/>
                  <a:gd name="T2" fmla="*/ 130 w 175"/>
                  <a:gd name="T3" fmla="*/ 50 h 60"/>
                  <a:gd name="T4" fmla="*/ 48 w 175"/>
                  <a:gd name="T5" fmla="*/ 50 h 60"/>
                  <a:gd name="T6" fmla="*/ 48 w 175"/>
                  <a:gd name="T7" fmla="*/ 51 h 60"/>
                  <a:gd name="T8" fmla="*/ 52 w 175"/>
                  <a:gd name="T9" fmla="*/ 51 h 60"/>
                  <a:gd name="T10" fmla="*/ 48 w 175"/>
                  <a:gd name="T11" fmla="*/ 60 h 60"/>
                  <a:gd name="T12" fmla="*/ 7 w 175"/>
                  <a:gd name="T13" fmla="*/ 60 h 60"/>
                  <a:gd name="T14" fmla="*/ 10 w 175"/>
                  <a:gd name="T15" fmla="*/ 54 h 60"/>
                  <a:gd name="T16" fmla="*/ 14 w 175"/>
                  <a:gd name="T17" fmla="*/ 54 h 60"/>
                  <a:gd name="T18" fmla="*/ 13 w 175"/>
                  <a:gd name="T19" fmla="*/ 25 h 60"/>
                  <a:gd name="T20" fmla="*/ 0 w 175"/>
                  <a:gd name="T21" fmla="*/ 7 h 60"/>
                  <a:gd name="T22" fmla="*/ 28 w 175"/>
                  <a:gd name="T23" fmla="*/ 0 h 60"/>
                  <a:gd name="T24" fmla="*/ 55 w 175"/>
                  <a:gd name="T25" fmla="*/ 7 h 60"/>
                  <a:gd name="T26" fmla="*/ 48 w 175"/>
                  <a:gd name="T27" fmla="*/ 22 h 60"/>
                  <a:gd name="T28" fmla="*/ 127 w 175"/>
                  <a:gd name="T29" fmla="*/ 22 h 60"/>
                  <a:gd name="T30" fmla="*/ 119 w 175"/>
                  <a:gd name="T31" fmla="*/ 7 h 60"/>
                  <a:gd name="T32" fmla="*/ 147 w 175"/>
                  <a:gd name="T33" fmla="*/ 0 h 60"/>
                  <a:gd name="T34" fmla="*/ 175 w 175"/>
                  <a:gd name="T35" fmla="*/ 7 h 60"/>
                  <a:gd name="T36" fmla="*/ 161 w 175"/>
                  <a:gd name="T37" fmla="*/ 24 h 60"/>
                  <a:gd name="T38" fmla="*/ 161 w 175"/>
                  <a:gd name="T39" fmla="*/ 53 h 60"/>
                  <a:gd name="T40" fmla="*/ 165 w 175"/>
                  <a:gd name="T41" fmla="*/ 53 h 60"/>
                  <a:gd name="T42" fmla="*/ 169 w 175"/>
                  <a:gd name="T43" fmla="*/ 60 h 60"/>
                  <a:gd name="T44" fmla="*/ 128 w 175"/>
                  <a:gd name="T45" fmla="*/ 60 h 60"/>
                  <a:gd name="T46" fmla="*/ 124 w 175"/>
                  <a:gd name="T47" fmla="*/ 51 h 60"/>
                  <a:gd name="T48" fmla="*/ 130 w 175"/>
                  <a:gd name="T49" fmla="*/ 51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75" h="60">
                    <a:moveTo>
                      <a:pt x="130" y="51"/>
                    </a:moveTo>
                    <a:cubicBezTo>
                      <a:pt x="130" y="50"/>
                      <a:pt x="130" y="50"/>
                      <a:pt x="130" y="50"/>
                    </a:cubicBezTo>
                    <a:cubicBezTo>
                      <a:pt x="48" y="50"/>
                      <a:pt x="48" y="50"/>
                      <a:pt x="48" y="50"/>
                    </a:cubicBezTo>
                    <a:cubicBezTo>
                      <a:pt x="48" y="51"/>
                      <a:pt x="48" y="51"/>
                      <a:pt x="48" y="51"/>
                    </a:cubicBezTo>
                    <a:cubicBezTo>
                      <a:pt x="52" y="51"/>
                      <a:pt x="52" y="51"/>
                      <a:pt x="52" y="51"/>
                    </a:cubicBezTo>
                    <a:cubicBezTo>
                      <a:pt x="48" y="60"/>
                      <a:pt x="48" y="60"/>
                      <a:pt x="48" y="60"/>
                    </a:cubicBezTo>
                    <a:cubicBezTo>
                      <a:pt x="34" y="60"/>
                      <a:pt x="20" y="60"/>
                      <a:pt x="7" y="60"/>
                    </a:cubicBezTo>
                    <a:cubicBezTo>
                      <a:pt x="8" y="58"/>
                      <a:pt x="9" y="56"/>
                      <a:pt x="10" y="54"/>
                    </a:cubicBezTo>
                    <a:cubicBezTo>
                      <a:pt x="11" y="54"/>
                      <a:pt x="12" y="54"/>
                      <a:pt x="14" y="54"/>
                    </a:cubicBezTo>
                    <a:cubicBezTo>
                      <a:pt x="14" y="44"/>
                      <a:pt x="13" y="34"/>
                      <a:pt x="13" y="25"/>
                    </a:cubicBezTo>
                    <a:cubicBezTo>
                      <a:pt x="5" y="20"/>
                      <a:pt x="1" y="14"/>
                      <a:pt x="0" y="7"/>
                    </a:cubicBezTo>
                    <a:cubicBezTo>
                      <a:pt x="12" y="18"/>
                      <a:pt x="22" y="17"/>
                      <a:pt x="28" y="0"/>
                    </a:cubicBezTo>
                    <a:cubicBezTo>
                      <a:pt x="37" y="22"/>
                      <a:pt x="47" y="15"/>
                      <a:pt x="55" y="7"/>
                    </a:cubicBezTo>
                    <a:cubicBezTo>
                      <a:pt x="55" y="14"/>
                      <a:pt x="50" y="17"/>
                      <a:pt x="48" y="22"/>
                    </a:cubicBezTo>
                    <a:cubicBezTo>
                      <a:pt x="127" y="22"/>
                      <a:pt x="127" y="22"/>
                      <a:pt x="127" y="22"/>
                    </a:cubicBezTo>
                    <a:cubicBezTo>
                      <a:pt x="125" y="18"/>
                      <a:pt x="120" y="14"/>
                      <a:pt x="119" y="7"/>
                    </a:cubicBezTo>
                    <a:cubicBezTo>
                      <a:pt x="127" y="15"/>
                      <a:pt x="137" y="22"/>
                      <a:pt x="147" y="0"/>
                    </a:cubicBezTo>
                    <a:cubicBezTo>
                      <a:pt x="153" y="17"/>
                      <a:pt x="163" y="18"/>
                      <a:pt x="175" y="7"/>
                    </a:cubicBezTo>
                    <a:cubicBezTo>
                      <a:pt x="173" y="14"/>
                      <a:pt x="169" y="19"/>
                      <a:pt x="161" y="24"/>
                    </a:cubicBezTo>
                    <a:cubicBezTo>
                      <a:pt x="161" y="34"/>
                      <a:pt x="161" y="44"/>
                      <a:pt x="161" y="53"/>
                    </a:cubicBezTo>
                    <a:cubicBezTo>
                      <a:pt x="162" y="53"/>
                      <a:pt x="164" y="53"/>
                      <a:pt x="165" y="53"/>
                    </a:cubicBezTo>
                    <a:cubicBezTo>
                      <a:pt x="166" y="55"/>
                      <a:pt x="167" y="58"/>
                      <a:pt x="169" y="60"/>
                    </a:cubicBezTo>
                    <a:cubicBezTo>
                      <a:pt x="155" y="60"/>
                      <a:pt x="142" y="60"/>
                      <a:pt x="128" y="60"/>
                    </a:cubicBezTo>
                    <a:cubicBezTo>
                      <a:pt x="124" y="51"/>
                      <a:pt x="124" y="51"/>
                      <a:pt x="124" y="51"/>
                    </a:cubicBezTo>
                    <a:lnTo>
                      <a:pt x="130" y="51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2" name="ïṩḷíḍé"/>
              <p:cNvSpPr/>
              <p:nvPr/>
            </p:nvSpPr>
            <p:spPr bwMode="auto">
              <a:xfrm>
                <a:off x="4065588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3" name="ïśľíḍè"/>
              <p:cNvSpPr/>
              <p:nvPr/>
            </p:nvSpPr>
            <p:spPr bwMode="auto">
              <a:xfrm>
                <a:off x="3740151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4" name="í$ḻîḋè"/>
              <p:cNvSpPr/>
              <p:nvPr/>
            </p:nvSpPr>
            <p:spPr bwMode="auto">
              <a:xfrm>
                <a:off x="4125913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5" name="iṣļíḋe"/>
              <p:cNvSpPr/>
              <p:nvPr/>
            </p:nvSpPr>
            <p:spPr bwMode="auto">
              <a:xfrm>
                <a:off x="3709988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6" name="iṩḷiḓé"/>
              <p:cNvSpPr/>
              <p:nvPr/>
            </p:nvSpPr>
            <p:spPr bwMode="auto">
              <a:xfrm>
                <a:off x="4095751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7" name="iSľiḍè"/>
              <p:cNvSpPr/>
              <p:nvPr/>
            </p:nvSpPr>
            <p:spPr bwMode="auto">
              <a:xfrm>
                <a:off x="3663951" y="3460750"/>
                <a:ext cx="495300" cy="31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8" name="ïṩḷîḍe"/>
              <p:cNvSpPr/>
              <p:nvPr/>
            </p:nvSpPr>
            <p:spPr bwMode="auto">
              <a:xfrm>
                <a:off x="3663951" y="3473450"/>
                <a:ext cx="115888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9" name="íšḻiḑê"/>
              <p:cNvSpPr/>
              <p:nvPr/>
            </p:nvSpPr>
            <p:spPr bwMode="auto">
              <a:xfrm>
                <a:off x="3789363" y="3473450"/>
                <a:ext cx="428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0" name="ïṩļïďè"/>
              <p:cNvSpPr/>
              <p:nvPr/>
            </p:nvSpPr>
            <p:spPr bwMode="auto">
              <a:xfrm>
                <a:off x="3851276" y="3473450"/>
                <a:ext cx="57150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1" name="îṥlïḋê"/>
              <p:cNvSpPr/>
              <p:nvPr/>
            </p:nvSpPr>
            <p:spPr bwMode="auto">
              <a:xfrm>
                <a:off x="3917951" y="3473450"/>
                <a:ext cx="555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2" name="îṧľïdè"/>
              <p:cNvSpPr/>
              <p:nvPr/>
            </p:nvSpPr>
            <p:spPr bwMode="auto">
              <a:xfrm>
                <a:off x="3994151" y="3473450"/>
                <a:ext cx="428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3" name="iSḷîḓê"/>
              <p:cNvSpPr/>
              <p:nvPr/>
            </p:nvSpPr>
            <p:spPr bwMode="auto">
              <a:xfrm>
                <a:off x="4046538" y="3473450"/>
                <a:ext cx="11271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4" name="îślíďè"/>
              <p:cNvSpPr/>
              <p:nvPr/>
            </p:nvSpPr>
            <p:spPr bwMode="auto">
              <a:xfrm>
                <a:off x="3979863" y="3473450"/>
                <a:ext cx="7938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5" name="iSḻïḍè"/>
              <p:cNvSpPr/>
              <p:nvPr/>
            </p:nvSpPr>
            <p:spPr bwMode="auto">
              <a:xfrm>
                <a:off x="3838576" y="3473450"/>
                <a:ext cx="6350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6" name="ïṡliḑê"/>
              <p:cNvSpPr/>
              <p:nvPr/>
            </p:nvSpPr>
            <p:spPr bwMode="auto">
              <a:xfrm>
                <a:off x="3851276" y="3384550"/>
                <a:ext cx="26988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7" name="islïďé"/>
              <p:cNvSpPr/>
              <p:nvPr/>
            </p:nvSpPr>
            <p:spPr bwMode="auto">
              <a:xfrm>
                <a:off x="3817938" y="3384550"/>
                <a:ext cx="26988" cy="15875"/>
              </a:xfrm>
              <a:custGeom>
                <a:avLst/>
                <a:gdLst>
                  <a:gd name="T0" fmla="*/ 7 w 8"/>
                  <a:gd name="T1" fmla="*/ 0 h 5"/>
                  <a:gd name="T2" fmla="*/ 8 w 8"/>
                  <a:gd name="T3" fmla="*/ 2 h 5"/>
                  <a:gd name="T4" fmla="*/ 1 w 8"/>
                  <a:gd name="T5" fmla="*/ 5 h 5"/>
                  <a:gd name="T6" fmla="*/ 7 w 8"/>
                  <a:gd name="T7" fmla="*/ 0 h 5"/>
                  <a:gd name="T8" fmla="*/ 7 w 8"/>
                  <a:gd name="T9" fmla="*/ 0 h 5"/>
                  <a:gd name="T10" fmla="*/ 7 w 8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5">
                    <a:moveTo>
                      <a:pt x="7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0" y="2"/>
                      <a:pt x="7" y="0"/>
                    </a:cubicBezTo>
                    <a:close/>
                    <a:moveTo>
                      <a:pt x="7" y="0"/>
                    </a:moveTo>
                    <a:cubicBezTo>
                      <a:pt x="7" y="0"/>
                      <a:pt x="7" y="0"/>
                      <a:pt x="7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8" name="îṥḷîdé"/>
              <p:cNvSpPr/>
              <p:nvPr/>
            </p:nvSpPr>
            <p:spPr bwMode="auto">
              <a:xfrm>
                <a:off x="3983038" y="3384550"/>
                <a:ext cx="26988" cy="15875"/>
              </a:xfrm>
              <a:custGeom>
                <a:avLst/>
                <a:gdLst>
                  <a:gd name="T0" fmla="*/ 1 w 8"/>
                  <a:gd name="T1" fmla="*/ 0 h 5"/>
                  <a:gd name="T2" fmla="*/ 0 w 8"/>
                  <a:gd name="T3" fmla="*/ 2 h 5"/>
                  <a:gd name="T4" fmla="*/ 7 w 8"/>
                  <a:gd name="T5" fmla="*/ 5 h 5"/>
                  <a:gd name="T6" fmla="*/ 1 w 8"/>
                  <a:gd name="T7" fmla="*/ 0 h 5"/>
                  <a:gd name="T8" fmla="*/ 1 w 8"/>
                  <a:gd name="T9" fmla="*/ 0 h 5"/>
                  <a:gd name="T10" fmla="*/ 1 w 8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5">
                    <a:moveTo>
                      <a:pt x="1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7" y="5"/>
                      <a:pt x="7" y="5"/>
                      <a:pt x="7" y="5"/>
                    </a:cubicBezTo>
                    <a:cubicBezTo>
                      <a:pt x="7" y="5"/>
                      <a:pt x="8" y="2"/>
                      <a:pt x="1" y="0"/>
                    </a:cubicBezTo>
                    <a:close/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9" name="isḷîḋé"/>
              <p:cNvSpPr/>
              <p:nvPr/>
            </p:nvSpPr>
            <p:spPr bwMode="auto">
              <a:xfrm>
                <a:off x="3884613" y="3384550"/>
                <a:ext cx="26988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0" name="iśḷïḑè"/>
              <p:cNvSpPr/>
              <p:nvPr/>
            </p:nvSpPr>
            <p:spPr bwMode="auto">
              <a:xfrm>
                <a:off x="3917951" y="3384550"/>
                <a:ext cx="25400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1" name="iṧľiďé"/>
              <p:cNvSpPr/>
              <p:nvPr/>
            </p:nvSpPr>
            <p:spPr bwMode="auto">
              <a:xfrm>
                <a:off x="3951288" y="3384550"/>
                <a:ext cx="25400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" name="išľïḍé"/>
              <p:cNvSpPr/>
              <p:nvPr/>
            </p:nvSpPr>
            <p:spPr bwMode="auto">
              <a:xfrm>
                <a:off x="3771901" y="3484563"/>
                <a:ext cx="7938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" name="îŝlîḑè"/>
              <p:cNvSpPr/>
              <p:nvPr/>
            </p:nvSpPr>
            <p:spPr bwMode="auto">
              <a:xfrm>
                <a:off x="3786188" y="3484563"/>
                <a:ext cx="46038" cy="60325"/>
              </a:xfrm>
              <a:custGeom>
                <a:avLst/>
                <a:gdLst>
                  <a:gd name="T0" fmla="*/ 8 w 29"/>
                  <a:gd name="T1" fmla="*/ 0 h 38"/>
                  <a:gd name="T2" fmla="*/ 20 w 29"/>
                  <a:gd name="T3" fmla="*/ 0 h 38"/>
                  <a:gd name="T4" fmla="*/ 29 w 29"/>
                  <a:gd name="T5" fmla="*/ 8 h 38"/>
                  <a:gd name="T6" fmla="*/ 29 w 29"/>
                  <a:gd name="T7" fmla="*/ 38 h 38"/>
                  <a:gd name="T8" fmla="*/ 0 w 29"/>
                  <a:gd name="T9" fmla="*/ 38 h 38"/>
                  <a:gd name="T10" fmla="*/ 0 w 29"/>
                  <a:gd name="T11" fmla="*/ 8 h 38"/>
                  <a:gd name="T12" fmla="*/ 8 w 29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8">
                    <a:moveTo>
                      <a:pt x="8" y="0"/>
                    </a:moveTo>
                    <a:lnTo>
                      <a:pt x="20" y="0"/>
                    </a:lnTo>
                    <a:lnTo>
                      <a:pt x="29" y="8"/>
                    </a:lnTo>
                    <a:lnTo>
                      <a:pt x="29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" name="îṩḻíḓe"/>
              <p:cNvSpPr/>
              <p:nvPr/>
            </p:nvSpPr>
            <p:spPr bwMode="auto">
              <a:xfrm>
                <a:off x="3994151" y="3484563"/>
                <a:ext cx="46038" cy="60325"/>
              </a:xfrm>
              <a:custGeom>
                <a:avLst/>
                <a:gdLst>
                  <a:gd name="T0" fmla="*/ 8 w 29"/>
                  <a:gd name="T1" fmla="*/ 0 h 38"/>
                  <a:gd name="T2" fmla="*/ 18 w 29"/>
                  <a:gd name="T3" fmla="*/ 0 h 38"/>
                  <a:gd name="T4" fmla="*/ 29 w 29"/>
                  <a:gd name="T5" fmla="*/ 8 h 38"/>
                  <a:gd name="T6" fmla="*/ 29 w 29"/>
                  <a:gd name="T7" fmla="*/ 38 h 38"/>
                  <a:gd name="T8" fmla="*/ 0 w 29"/>
                  <a:gd name="T9" fmla="*/ 38 h 38"/>
                  <a:gd name="T10" fmla="*/ 0 w 29"/>
                  <a:gd name="T11" fmla="*/ 8 h 38"/>
                  <a:gd name="T12" fmla="*/ 8 w 29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8">
                    <a:moveTo>
                      <a:pt x="8" y="0"/>
                    </a:moveTo>
                    <a:lnTo>
                      <a:pt x="18" y="0"/>
                    </a:lnTo>
                    <a:lnTo>
                      <a:pt x="29" y="8"/>
                    </a:lnTo>
                    <a:lnTo>
                      <a:pt x="29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" name="î$1îdè"/>
              <p:cNvSpPr/>
              <p:nvPr/>
            </p:nvSpPr>
            <p:spPr bwMode="auto">
              <a:xfrm>
                <a:off x="3851276" y="3484563"/>
                <a:ext cx="122238" cy="60325"/>
              </a:xfrm>
              <a:custGeom>
                <a:avLst/>
                <a:gdLst>
                  <a:gd name="T0" fmla="*/ 9 w 77"/>
                  <a:gd name="T1" fmla="*/ 0 h 38"/>
                  <a:gd name="T2" fmla="*/ 69 w 77"/>
                  <a:gd name="T3" fmla="*/ 0 h 38"/>
                  <a:gd name="T4" fmla="*/ 77 w 77"/>
                  <a:gd name="T5" fmla="*/ 8 h 38"/>
                  <a:gd name="T6" fmla="*/ 77 w 77"/>
                  <a:gd name="T7" fmla="*/ 38 h 38"/>
                  <a:gd name="T8" fmla="*/ 0 w 77"/>
                  <a:gd name="T9" fmla="*/ 38 h 38"/>
                  <a:gd name="T10" fmla="*/ 0 w 77"/>
                  <a:gd name="T11" fmla="*/ 8 h 38"/>
                  <a:gd name="T12" fmla="*/ 9 w 77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7" h="38">
                    <a:moveTo>
                      <a:pt x="9" y="0"/>
                    </a:moveTo>
                    <a:lnTo>
                      <a:pt x="69" y="0"/>
                    </a:lnTo>
                    <a:lnTo>
                      <a:pt x="77" y="8"/>
                    </a:lnTo>
                    <a:lnTo>
                      <a:pt x="77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" name="iśľïḓe"/>
              <p:cNvSpPr/>
              <p:nvPr/>
            </p:nvSpPr>
            <p:spPr bwMode="auto">
              <a:xfrm>
                <a:off x="4046538" y="3484563"/>
                <a:ext cx="6350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" name="iṣļïḑè"/>
              <p:cNvSpPr/>
              <p:nvPr/>
            </p:nvSpPr>
            <p:spPr bwMode="auto">
              <a:xfrm>
                <a:off x="3838576" y="3484563"/>
                <a:ext cx="6350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" name="iṡḷidé"/>
              <p:cNvSpPr/>
              <p:nvPr/>
            </p:nvSpPr>
            <p:spPr bwMode="auto">
              <a:xfrm>
                <a:off x="3979863" y="3484563"/>
                <a:ext cx="3175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" name="íṡḷíḋe"/>
              <p:cNvSpPr/>
              <p:nvPr/>
            </p:nvSpPr>
            <p:spPr bwMode="auto">
              <a:xfrm>
                <a:off x="3811588" y="3551238"/>
                <a:ext cx="20478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0" name="íŝ1iḑê"/>
              <p:cNvSpPr/>
              <p:nvPr/>
            </p:nvSpPr>
            <p:spPr bwMode="auto">
              <a:xfrm>
                <a:off x="3805238" y="3557588"/>
                <a:ext cx="214313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1" name="îṩḷiḑe"/>
              <p:cNvSpPr/>
              <p:nvPr/>
            </p:nvSpPr>
            <p:spPr bwMode="auto">
              <a:xfrm>
                <a:off x="3802063" y="3567113"/>
                <a:ext cx="220663" cy="1588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2" name="iṧḻiḑê"/>
              <p:cNvSpPr/>
              <p:nvPr/>
            </p:nvSpPr>
            <p:spPr bwMode="auto">
              <a:xfrm>
                <a:off x="3802063" y="3570288"/>
                <a:ext cx="22383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3" name="ïṣḻîḋè"/>
              <p:cNvSpPr/>
              <p:nvPr/>
            </p:nvSpPr>
            <p:spPr bwMode="auto">
              <a:xfrm>
                <a:off x="3795713" y="3581400"/>
                <a:ext cx="234950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4" name="îṡ1îḍé"/>
              <p:cNvSpPr/>
              <p:nvPr/>
            </p:nvSpPr>
            <p:spPr bwMode="auto">
              <a:xfrm>
                <a:off x="3633788" y="3587750"/>
                <a:ext cx="560388" cy="6350"/>
              </a:xfrm>
              <a:custGeom>
                <a:avLst/>
                <a:gdLst>
                  <a:gd name="T0" fmla="*/ 0 w 353"/>
                  <a:gd name="T1" fmla="*/ 0 h 4"/>
                  <a:gd name="T2" fmla="*/ 353 w 353"/>
                  <a:gd name="T3" fmla="*/ 0 h 4"/>
                  <a:gd name="T4" fmla="*/ 351 w 353"/>
                  <a:gd name="T5" fmla="*/ 4 h 4"/>
                  <a:gd name="T6" fmla="*/ 2 w 353"/>
                  <a:gd name="T7" fmla="*/ 4 h 4"/>
                  <a:gd name="T8" fmla="*/ 0 w 353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3" h="4">
                    <a:moveTo>
                      <a:pt x="0" y="0"/>
                    </a:moveTo>
                    <a:lnTo>
                      <a:pt x="353" y="0"/>
                    </a:lnTo>
                    <a:lnTo>
                      <a:pt x="351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5" name="îš1íḑe"/>
              <p:cNvSpPr/>
              <p:nvPr/>
            </p:nvSpPr>
            <p:spPr bwMode="auto">
              <a:xfrm>
                <a:off x="3640138" y="3600450"/>
                <a:ext cx="547688" cy="6350"/>
              </a:xfrm>
              <a:custGeom>
                <a:avLst/>
                <a:gdLst>
                  <a:gd name="T0" fmla="*/ 0 w 345"/>
                  <a:gd name="T1" fmla="*/ 0 h 4"/>
                  <a:gd name="T2" fmla="*/ 345 w 345"/>
                  <a:gd name="T3" fmla="*/ 0 h 4"/>
                  <a:gd name="T4" fmla="*/ 343 w 345"/>
                  <a:gd name="T5" fmla="*/ 4 h 4"/>
                  <a:gd name="T6" fmla="*/ 2 w 345"/>
                  <a:gd name="T7" fmla="*/ 4 h 4"/>
                  <a:gd name="T8" fmla="*/ 0 w 345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5" h="4">
                    <a:moveTo>
                      <a:pt x="0" y="0"/>
                    </a:moveTo>
                    <a:lnTo>
                      <a:pt x="345" y="0"/>
                    </a:lnTo>
                    <a:lnTo>
                      <a:pt x="343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6" name="iš1ïḍe"/>
              <p:cNvSpPr/>
              <p:nvPr/>
            </p:nvSpPr>
            <p:spPr bwMode="auto">
              <a:xfrm>
                <a:off x="3736976" y="3406775"/>
                <a:ext cx="352425" cy="4763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7" name="îSḻîde"/>
              <p:cNvSpPr/>
              <p:nvPr/>
            </p:nvSpPr>
            <p:spPr bwMode="auto">
              <a:xfrm>
                <a:off x="3746501" y="3417888"/>
                <a:ext cx="3333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8" name="î$ḻîḑé"/>
              <p:cNvSpPr/>
              <p:nvPr/>
            </p:nvSpPr>
            <p:spPr bwMode="auto">
              <a:xfrm>
                <a:off x="3805238" y="3417888"/>
                <a:ext cx="211138" cy="1588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9" name="íŝļïḓe"/>
              <p:cNvSpPr/>
              <p:nvPr/>
            </p:nvSpPr>
            <p:spPr bwMode="auto">
              <a:xfrm>
                <a:off x="3811588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0" name="îS1iḍé"/>
              <p:cNvSpPr/>
              <p:nvPr/>
            </p:nvSpPr>
            <p:spPr bwMode="auto">
              <a:xfrm>
                <a:off x="3802063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1" name="išlïdé"/>
              <p:cNvSpPr/>
              <p:nvPr/>
            </p:nvSpPr>
            <p:spPr bwMode="auto">
              <a:xfrm>
                <a:off x="3789363" y="3421063"/>
                <a:ext cx="6350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2" name="ïSlïde"/>
              <p:cNvSpPr/>
              <p:nvPr/>
            </p:nvSpPr>
            <p:spPr bwMode="auto">
              <a:xfrm>
                <a:off x="3822701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3" name="îşľïďe"/>
              <p:cNvSpPr/>
              <p:nvPr/>
            </p:nvSpPr>
            <p:spPr bwMode="auto">
              <a:xfrm>
                <a:off x="3832226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4" name="ïşľíďê"/>
              <p:cNvSpPr/>
              <p:nvPr/>
            </p:nvSpPr>
            <p:spPr bwMode="auto">
              <a:xfrm>
                <a:off x="38449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5" name="íś1ïdè"/>
              <p:cNvSpPr/>
              <p:nvPr/>
            </p:nvSpPr>
            <p:spPr bwMode="auto">
              <a:xfrm>
                <a:off x="3854451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6" name="iṩḷiḍe"/>
              <p:cNvSpPr/>
              <p:nvPr/>
            </p:nvSpPr>
            <p:spPr bwMode="auto">
              <a:xfrm>
                <a:off x="3865563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7" name="ïŝ1iďè"/>
              <p:cNvSpPr/>
              <p:nvPr/>
            </p:nvSpPr>
            <p:spPr bwMode="auto">
              <a:xfrm>
                <a:off x="3878263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8" name="íṩļíḋê"/>
              <p:cNvSpPr/>
              <p:nvPr/>
            </p:nvSpPr>
            <p:spPr bwMode="auto">
              <a:xfrm>
                <a:off x="3887788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9" name="ïṧ1ïdè"/>
              <p:cNvSpPr/>
              <p:nvPr/>
            </p:nvSpPr>
            <p:spPr bwMode="auto">
              <a:xfrm>
                <a:off x="3897313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0" name="íŝḻîḍé"/>
              <p:cNvSpPr/>
              <p:nvPr/>
            </p:nvSpPr>
            <p:spPr bwMode="auto">
              <a:xfrm>
                <a:off x="3908426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1" name="îşḻïḓé"/>
              <p:cNvSpPr/>
              <p:nvPr/>
            </p:nvSpPr>
            <p:spPr bwMode="auto">
              <a:xfrm>
                <a:off x="39211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2" name="íśļíďè"/>
              <p:cNvSpPr/>
              <p:nvPr/>
            </p:nvSpPr>
            <p:spPr bwMode="auto">
              <a:xfrm>
                <a:off x="3930651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3" name="iŝ1ïdé"/>
              <p:cNvSpPr/>
              <p:nvPr/>
            </p:nvSpPr>
            <p:spPr bwMode="auto">
              <a:xfrm>
                <a:off x="3940176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4" name="is1ídè"/>
              <p:cNvSpPr/>
              <p:nvPr/>
            </p:nvSpPr>
            <p:spPr bwMode="auto">
              <a:xfrm>
                <a:off x="3951288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2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5" name="islíďê"/>
              <p:cNvSpPr/>
              <p:nvPr/>
            </p:nvSpPr>
            <p:spPr bwMode="auto">
              <a:xfrm>
                <a:off x="3963988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6" name="iṩlíḑê"/>
              <p:cNvSpPr/>
              <p:nvPr/>
            </p:nvSpPr>
            <p:spPr bwMode="auto">
              <a:xfrm>
                <a:off x="3973513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7" name="îṥḷïďê"/>
              <p:cNvSpPr/>
              <p:nvPr/>
            </p:nvSpPr>
            <p:spPr bwMode="auto">
              <a:xfrm>
                <a:off x="3983038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8" name="íṥḻïďè"/>
              <p:cNvSpPr/>
              <p:nvPr/>
            </p:nvSpPr>
            <p:spPr bwMode="auto">
              <a:xfrm>
                <a:off x="39973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9" name="íṡḷíḍè"/>
              <p:cNvSpPr/>
              <p:nvPr/>
            </p:nvSpPr>
            <p:spPr bwMode="auto">
              <a:xfrm>
                <a:off x="4006851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0" name="î$ḷîḑé"/>
              <p:cNvSpPr/>
              <p:nvPr/>
            </p:nvSpPr>
            <p:spPr bwMode="auto">
              <a:xfrm>
                <a:off x="4016376" y="3421063"/>
                <a:ext cx="6350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1" name="í$ľîdè"/>
              <p:cNvSpPr/>
              <p:nvPr/>
            </p:nvSpPr>
            <p:spPr bwMode="auto">
              <a:xfrm>
                <a:off x="4025901" y="3421063"/>
                <a:ext cx="7938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2" name="iṥ1iḍè"/>
              <p:cNvSpPr/>
              <p:nvPr/>
            </p:nvSpPr>
            <p:spPr bwMode="auto">
              <a:xfrm>
                <a:off x="4040188" y="3417888"/>
                <a:ext cx="3968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3" name="ïslidé"/>
              <p:cNvSpPr/>
              <p:nvPr/>
            </p:nvSpPr>
            <p:spPr bwMode="auto">
              <a:xfrm>
                <a:off x="3679826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4" name="íṡlïďè"/>
              <p:cNvSpPr/>
              <p:nvPr/>
            </p:nvSpPr>
            <p:spPr bwMode="auto">
              <a:xfrm>
                <a:off x="3884613" y="3490913"/>
                <a:ext cx="55563" cy="53975"/>
              </a:xfrm>
              <a:custGeom>
                <a:avLst/>
                <a:gdLst>
                  <a:gd name="T0" fmla="*/ 0 w 35"/>
                  <a:gd name="T1" fmla="*/ 0 h 34"/>
                  <a:gd name="T2" fmla="*/ 35 w 35"/>
                  <a:gd name="T3" fmla="*/ 0 h 34"/>
                  <a:gd name="T4" fmla="*/ 35 w 35"/>
                  <a:gd name="T5" fmla="*/ 34 h 34"/>
                  <a:gd name="T6" fmla="*/ 0 w 35"/>
                  <a:gd name="T7" fmla="*/ 34 h 34"/>
                  <a:gd name="T8" fmla="*/ 0 w 35"/>
                  <a:gd name="T9" fmla="*/ 0 h 34"/>
                  <a:gd name="T10" fmla="*/ 0 w 35"/>
                  <a:gd name="T11" fmla="*/ 0 h 34"/>
                  <a:gd name="T12" fmla="*/ 4 w 35"/>
                  <a:gd name="T13" fmla="*/ 8 h 34"/>
                  <a:gd name="T14" fmla="*/ 4 w 35"/>
                  <a:gd name="T15" fmla="*/ 27 h 34"/>
                  <a:gd name="T16" fmla="*/ 8 w 35"/>
                  <a:gd name="T17" fmla="*/ 27 h 34"/>
                  <a:gd name="T18" fmla="*/ 8 w 35"/>
                  <a:gd name="T19" fmla="*/ 8 h 34"/>
                  <a:gd name="T20" fmla="*/ 4 w 35"/>
                  <a:gd name="T21" fmla="*/ 8 h 34"/>
                  <a:gd name="T22" fmla="*/ 4 w 35"/>
                  <a:gd name="T23" fmla="*/ 8 h 34"/>
                  <a:gd name="T24" fmla="*/ 29 w 35"/>
                  <a:gd name="T25" fmla="*/ 8 h 34"/>
                  <a:gd name="T26" fmla="*/ 29 w 35"/>
                  <a:gd name="T27" fmla="*/ 27 h 34"/>
                  <a:gd name="T28" fmla="*/ 31 w 35"/>
                  <a:gd name="T29" fmla="*/ 27 h 34"/>
                  <a:gd name="T30" fmla="*/ 31 w 35"/>
                  <a:gd name="T31" fmla="*/ 8 h 34"/>
                  <a:gd name="T32" fmla="*/ 29 w 35"/>
                  <a:gd name="T33" fmla="*/ 8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5" h="34">
                    <a:moveTo>
                      <a:pt x="0" y="0"/>
                    </a:moveTo>
                    <a:lnTo>
                      <a:pt x="35" y="0"/>
                    </a:lnTo>
                    <a:lnTo>
                      <a:pt x="35" y="34"/>
                    </a:lnTo>
                    <a:lnTo>
                      <a:pt x="0" y="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4" y="8"/>
                    </a:moveTo>
                    <a:lnTo>
                      <a:pt x="4" y="27"/>
                    </a:lnTo>
                    <a:lnTo>
                      <a:pt x="8" y="27"/>
                    </a:lnTo>
                    <a:lnTo>
                      <a:pt x="8" y="8"/>
                    </a:lnTo>
                    <a:lnTo>
                      <a:pt x="4" y="8"/>
                    </a:lnTo>
                    <a:lnTo>
                      <a:pt x="4" y="8"/>
                    </a:lnTo>
                    <a:close/>
                    <a:moveTo>
                      <a:pt x="29" y="8"/>
                    </a:moveTo>
                    <a:lnTo>
                      <a:pt x="29" y="27"/>
                    </a:lnTo>
                    <a:lnTo>
                      <a:pt x="31" y="27"/>
                    </a:lnTo>
                    <a:lnTo>
                      <a:pt x="31" y="8"/>
                    </a:lnTo>
                    <a:lnTo>
                      <a:pt x="29" y="8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5" name="iṧ1ïḓè"/>
              <p:cNvSpPr/>
              <p:nvPr/>
            </p:nvSpPr>
            <p:spPr bwMode="auto">
              <a:xfrm>
                <a:off x="3551238" y="3067050"/>
                <a:ext cx="722313" cy="727075"/>
              </a:xfrm>
              <a:custGeom>
                <a:avLst/>
                <a:gdLst>
                  <a:gd name="T0" fmla="*/ 109 w 219"/>
                  <a:gd name="T1" fmla="*/ 0 h 218"/>
                  <a:gd name="T2" fmla="*/ 219 w 219"/>
                  <a:gd name="T3" fmla="*/ 109 h 218"/>
                  <a:gd name="T4" fmla="*/ 109 w 219"/>
                  <a:gd name="T5" fmla="*/ 218 h 218"/>
                  <a:gd name="T6" fmla="*/ 0 w 219"/>
                  <a:gd name="T7" fmla="*/ 109 h 218"/>
                  <a:gd name="T8" fmla="*/ 109 w 219"/>
                  <a:gd name="T9" fmla="*/ 0 h 218"/>
                  <a:gd name="T10" fmla="*/ 109 w 219"/>
                  <a:gd name="T11" fmla="*/ 3 h 218"/>
                  <a:gd name="T12" fmla="*/ 4 w 219"/>
                  <a:gd name="T13" fmla="*/ 109 h 218"/>
                  <a:gd name="T14" fmla="*/ 109 w 219"/>
                  <a:gd name="T15" fmla="*/ 215 h 218"/>
                  <a:gd name="T16" fmla="*/ 215 w 219"/>
                  <a:gd name="T17" fmla="*/ 109 h 218"/>
                  <a:gd name="T18" fmla="*/ 109 w 219"/>
                  <a:gd name="T19" fmla="*/ 3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9" h="218">
                    <a:moveTo>
                      <a:pt x="109" y="0"/>
                    </a:moveTo>
                    <a:cubicBezTo>
                      <a:pt x="170" y="0"/>
                      <a:pt x="219" y="49"/>
                      <a:pt x="219" y="109"/>
                    </a:cubicBezTo>
                    <a:cubicBezTo>
                      <a:pt x="219" y="169"/>
                      <a:pt x="170" y="218"/>
                      <a:pt x="109" y="218"/>
                    </a:cubicBezTo>
                    <a:cubicBezTo>
                      <a:pt x="49" y="218"/>
                      <a:pt x="0" y="169"/>
                      <a:pt x="0" y="109"/>
                    </a:cubicBezTo>
                    <a:cubicBezTo>
                      <a:pt x="0" y="49"/>
                      <a:pt x="49" y="0"/>
                      <a:pt x="109" y="0"/>
                    </a:cubicBezTo>
                    <a:close/>
                    <a:moveTo>
                      <a:pt x="109" y="3"/>
                    </a:moveTo>
                    <a:cubicBezTo>
                      <a:pt x="51" y="3"/>
                      <a:pt x="4" y="51"/>
                      <a:pt x="4" y="109"/>
                    </a:cubicBezTo>
                    <a:cubicBezTo>
                      <a:pt x="4" y="167"/>
                      <a:pt x="51" y="215"/>
                      <a:pt x="109" y="215"/>
                    </a:cubicBezTo>
                    <a:cubicBezTo>
                      <a:pt x="168" y="215"/>
                      <a:pt x="215" y="167"/>
                      <a:pt x="215" y="109"/>
                    </a:cubicBezTo>
                    <a:cubicBezTo>
                      <a:pt x="215" y="51"/>
                      <a:pt x="168" y="3"/>
                      <a:pt x="109" y="3"/>
                    </a:cubicBez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17" name="íşḷïḑe"/>
            <p:cNvGrpSpPr/>
            <p:nvPr userDrawn="1"/>
          </p:nvGrpSpPr>
          <p:grpSpPr>
            <a:xfrm>
              <a:off x="4894762" y="471192"/>
              <a:ext cx="4437911" cy="1614111"/>
              <a:chOff x="4412452" y="3106738"/>
              <a:chExt cx="2312689" cy="841148"/>
            </a:xfrm>
          </p:grpSpPr>
          <p:grpSp>
            <p:nvGrpSpPr>
              <p:cNvPr id="118" name="îṥľíḑé"/>
              <p:cNvGrpSpPr/>
              <p:nvPr/>
            </p:nvGrpSpPr>
            <p:grpSpPr>
              <a:xfrm>
                <a:off x="4422776" y="3106738"/>
                <a:ext cx="2293937" cy="617538"/>
                <a:chOff x="4422776" y="3106738"/>
                <a:chExt cx="2293937" cy="617538"/>
              </a:xfrm>
            </p:grpSpPr>
            <p:sp>
              <p:nvSpPr>
                <p:cNvPr id="135" name="išḻiḑé"/>
                <p:cNvSpPr/>
                <p:nvPr/>
              </p:nvSpPr>
              <p:spPr bwMode="auto">
                <a:xfrm>
                  <a:off x="4811713" y="3200400"/>
                  <a:ext cx="49213" cy="100013"/>
                </a:xfrm>
                <a:custGeom>
                  <a:avLst/>
                  <a:gdLst>
                    <a:gd name="T0" fmla="*/ 0 w 15"/>
                    <a:gd name="T1" fmla="*/ 1 h 30"/>
                    <a:gd name="T2" fmla="*/ 1 w 15"/>
                    <a:gd name="T3" fmla="*/ 12 h 30"/>
                    <a:gd name="T4" fmla="*/ 0 w 15"/>
                    <a:gd name="T5" fmla="*/ 21 h 30"/>
                    <a:gd name="T6" fmla="*/ 2 w 15"/>
                    <a:gd name="T7" fmla="*/ 28 h 30"/>
                    <a:gd name="T8" fmla="*/ 7 w 15"/>
                    <a:gd name="T9" fmla="*/ 30 h 30"/>
                    <a:gd name="T10" fmla="*/ 12 w 15"/>
                    <a:gd name="T11" fmla="*/ 26 h 30"/>
                    <a:gd name="T12" fmla="*/ 15 w 15"/>
                    <a:gd name="T13" fmla="*/ 18 h 30"/>
                    <a:gd name="T14" fmla="*/ 3 w 15"/>
                    <a:gd name="T15" fmla="*/ 0 h 30"/>
                    <a:gd name="T16" fmla="*/ 0 w 15"/>
                    <a:gd name="T17" fmla="*/ 1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30">
                      <a:moveTo>
                        <a:pt x="0" y="1"/>
                      </a:moveTo>
                      <a:cubicBezTo>
                        <a:pt x="1" y="12"/>
                        <a:pt x="1" y="12"/>
                        <a:pt x="1" y="12"/>
                      </a:cubicBezTo>
                      <a:cubicBezTo>
                        <a:pt x="1" y="13"/>
                        <a:pt x="0" y="18"/>
                        <a:pt x="0" y="21"/>
                      </a:cubicBezTo>
                      <a:cubicBezTo>
                        <a:pt x="0" y="24"/>
                        <a:pt x="2" y="25"/>
                        <a:pt x="2" y="28"/>
                      </a:cubicBezTo>
                      <a:cubicBezTo>
                        <a:pt x="7" y="30"/>
                        <a:pt x="7" y="30"/>
                        <a:pt x="7" y="30"/>
                      </a:cubicBezTo>
                      <a:cubicBezTo>
                        <a:pt x="9" y="27"/>
                        <a:pt x="10" y="29"/>
                        <a:pt x="12" y="26"/>
                      </a:cubicBezTo>
                      <a:cubicBezTo>
                        <a:pt x="14" y="23"/>
                        <a:pt x="14" y="21"/>
                        <a:pt x="15" y="18"/>
                      </a:cubicBezTo>
                      <a:cubicBezTo>
                        <a:pt x="12" y="7"/>
                        <a:pt x="13" y="5"/>
                        <a:pt x="3" y="0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36" name="íṥľíďè"/>
                <p:cNvSpPr/>
                <p:nvPr/>
              </p:nvSpPr>
              <p:spPr bwMode="auto">
                <a:xfrm>
                  <a:off x="5221288" y="3184525"/>
                  <a:ext cx="36513" cy="122238"/>
                </a:xfrm>
                <a:custGeom>
                  <a:avLst/>
                  <a:gdLst>
                    <a:gd name="T0" fmla="*/ 0 w 11"/>
                    <a:gd name="T1" fmla="*/ 3 h 37"/>
                    <a:gd name="T2" fmla="*/ 2 w 11"/>
                    <a:gd name="T3" fmla="*/ 14 h 37"/>
                    <a:gd name="T4" fmla="*/ 0 w 11"/>
                    <a:gd name="T5" fmla="*/ 33 h 37"/>
                    <a:gd name="T6" fmla="*/ 0 w 11"/>
                    <a:gd name="T7" fmla="*/ 36 h 37"/>
                    <a:gd name="T8" fmla="*/ 2 w 11"/>
                    <a:gd name="T9" fmla="*/ 37 h 37"/>
                    <a:gd name="T10" fmla="*/ 8 w 11"/>
                    <a:gd name="T11" fmla="*/ 27 h 37"/>
                    <a:gd name="T12" fmla="*/ 11 w 11"/>
                    <a:gd name="T13" fmla="*/ 17 h 37"/>
                    <a:gd name="T14" fmla="*/ 11 w 11"/>
                    <a:gd name="T15" fmla="*/ 15 h 37"/>
                    <a:gd name="T16" fmla="*/ 7 w 11"/>
                    <a:gd name="T17" fmla="*/ 2 h 37"/>
                    <a:gd name="T18" fmla="*/ 2 w 11"/>
                    <a:gd name="T19" fmla="*/ 0 h 37"/>
                    <a:gd name="T20" fmla="*/ 0 w 11"/>
                    <a:gd name="T21" fmla="*/ 3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1" h="37">
                      <a:moveTo>
                        <a:pt x="0" y="3"/>
                      </a:moveTo>
                      <a:cubicBezTo>
                        <a:pt x="2" y="14"/>
                        <a:pt x="2" y="14"/>
                        <a:pt x="2" y="14"/>
                      </a:cubicBezTo>
                      <a:cubicBezTo>
                        <a:pt x="2" y="19"/>
                        <a:pt x="0" y="27"/>
                        <a:pt x="0" y="33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2" y="36"/>
                        <a:pt x="1" y="37"/>
                        <a:pt x="2" y="37"/>
                      </a:cubicBezTo>
                      <a:cubicBezTo>
                        <a:pt x="3" y="37"/>
                        <a:pt x="7" y="28"/>
                        <a:pt x="8" y="27"/>
                      </a:cubicBezTo>
                      <a:cubicBezTo>
                        <a:pt x="9" y="24"/>
                        <a:pt x="11" y="21"/>
                        <a:pt x="11" y="17"/>
                      </a:cubicBezTo>
                      <a:cubicBezTo>
                        <a:pt x="11" y="15"/>
                        <a:pt x="11" y="15"/>
                        <a:pt x="11" y="15"/>
                      </a:cubicBezTo>
                      <a:cubicBezTo>
                        <a:pt x="11" y="7"/>
                        <a:pt x="8" y="7"/>
                        <a:pt x="7" y="2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1"/>
                        <a:pt x="0" y="1"/>
                        <a:pt x="0" y="3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37" name="íś1iḑe"/>
                <p:cNvSpPr/>
                <p:nvPr/>
              </p:nvSpPr>
              <p:spPr bwMode="auto">
                <a:xfrm>
                  <a:off x="4554538" y="3251200"/>
                  <a:ext cx="119063" cy="58738"/>
                </a:xfrm>
                <a:custGeom>
                  <a:avLst/>
                  <a:gdLst>
                    <a:gd name="T0" fmla="*/ 0 w 36"/>
                    <a:gd name="T1" fmla="*/ 15 h 18"/>
                    <a:gd name="T2" fmla="*/ 2 w 36"/>
                    <a:gd name="T3" fmla="*/ 16 h 18"/>
                    <a:gd name="T4" fmla="*/ 13 w 36"/>
                    <a:gd name="T5" fmla="*/ 18 h 18"/>
                    <a:gd name="T6" fmla="*/ 16 w 36"/>
                    <a:gd name="T7" fmla="*/ 18 h 18"/>
                    <a:gd name="T8" fmla="*/ 22 w 36"/>
                    <a:gd name="T9" fmla="*/ 17 h 18"/>
                    <a:gd name="T10" fmla="*/ 23 w 36"/>
                    <a:gd name="T11" fmla="*/ 17 h 18"/>
                    <a:gd name="T12" fmla="*/ 30 w 36"/>
                    <a:gd name="T13" fmla="*/ 13 h 18"/>
                    <a:gd name="T14" fmla="*/ 36 w 36"/>
                    <a:gd name="T15" fmla="*/ 8 h 18"/>
                    <a:gd name="T16" fmla="*/ 36 w 36"/>
                    <a:gd name="T17" fmla="*/ 7 h 18"/>
                    <a:gd name="T18" fmla="*/ 36 w 36"/>
                    <a:gd name="T19" fmla="*/ 4 h 18"/>
                    <a:gd name="T20" fmla="*/ 32 w 36"/>
                    <a:gd name="T21" fmla="*/ 0 h 18"/>
                    <a:gd name="T22" fmla="*/ 24 w 36"/>
                    <a:gd name="T23" fmla="*/ 3 h 18"/>
                    <a:gd name="T24" fmla="*/ 16 w 36"/>
                    <a:gd name="T25" fmla="*/ 7 h 18"/>
                    <a:gd name="T26" fmla="*/ 0 w 36"/>
                    <a:gd name="T27" fmla="*/ 15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6" h="18">
                      <a:moveTo>
                        <a:pt x="0" y="15"/>
                      </a:moveTo>
                      <a:cubicBezTo>
                        <a:pt x="1" y="16"/>
                        <a:pt x="1" y="16"/>
                        <a:pt x="2" y="16"/>
                      </a:cubicBezTo>
                      <a:cubicBezTo>
                        <a:pt x="6" y="16"/>
                        <a:pt x="9" y="18"/>
                        <a:pt x="13" y="18"/>
                      </a:cubicBezTo>
                      <a:cubicBezTo>
                        <a:pt x="16" y="18"/>
                        <a:pt x="16" y="18"/>
                        <a:pt x="16" y="18"/>
                      </a:cubicBezTo>
                      <a:cubicBezTo>
                        <a:pt x="22" y="17"/>
                        <a:pt x="22" y="17"/>
                        <a:pt x="22" y="17"/>
                      </a:cubicBezTo>
                      <a:cubicBezTo>
                        <a:pt x="23" y="17"/>
                        <a:pt x="23" y="17"/>
                        <a:pt x="23" y="17"/>
                      </a:cubicBezTo>
                      <a:cubicBezTo>
                        <a:pt x="26" y="16"/>
                        <a:pt x="28" y="14"/>
                        <a:pt x="30" y="13"/>
                      </a:cubicBezTo>
                      <a:cubicBezTo>
                        <a:pt x="34" y="11"/>
                        <a:pt x="33" y="10"/>
                        <a:pt x="36" y="8"/>
                      </a:cubicBezTo>
                      <a:cubicBezTo>
                        <a:pt x="36" y="7"/>
                        <a:pt x="36" y="7"/>
                        <a:pt x="36" y="7"/>
                      </a:cubicBezTo>
                      <a:cubicBezTo>
                        <a:pt x="36" y="4"/>
                        <a:pt x="36" y="4"/>
                        <a:pt x="36" y="4"/>
                      </a:cubicBezTo>
                      <a:cubicBezTo>
                        <a:pt x="36" y="1"/>
                        <a:pt x="33" y="2"/>
                        <a:pt x="32" y="0"/>
                      </a:cubicBezTo>
                      <a:cubicBezTo>
                        <a:pt x="29" y="1"/>
                        <a:pt x="27" y="1"/>
                        <a:pt x="24" y="3"/>
                      </a:cubicBezTo>
                      <a:cubicBezTo>
                        <a:pt x="21" y="4"/>
                        <a:pt x="19" y="6"/>
                        <a:pt x="16" y="7"/>
                      </a:cubicBezTo>
                      <a:cubicBezTo>
                        <a:pt x="11" y="11"/>
                        <a:pt x="4" y="10"/>
                        <a:pt x="0" y="1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38" name="iṩ1iḋè"/>
                <p:cNvSpPr/>
                <p:nvPr/>
              </p:nvSpPr>
              <p:spPr bwMode="auto">
                <a:xfrm>
                  <a:off x="6359526" y="3263900"/>
                  <a:ext cx="93663" cy="139700"/>
                </a:xfrm>
                <a:custGeom>
                  <a:avLst/>
                  <a:gdLst>
                    <a:gd name="T0" fmla="*/ 15 w 28"/>
                    <a:gd name="T1" fmla="*/ 1 h 42"/>
                    <a:gd name="T2" fmla="*/ 6 w 28"/>
                    <a:gd name="T3" fmla="*/ 11 h 42"/>
                    <a:gd name="T4" fmla="*/ 6 w 28"/>
                    <a:gd name="T5" fmla="*/ 13 h 42"/>
                    <a:gd name="T6" fmla="*/ 5 w 28"/>
                    <a:gd name="T7" fmla="*/ 16 h 42"/>
                    <a:gd name="T8" fmla="*/ 6 w 28"/>
                    <a:gd name="T9" fmla="*/ 20 h 42"/>
                    <a:gd name="T10" fmla="*/ 6 w 28"/>
                    <a:gd name="T11" fmla="*/ 21 h 42"/>
                    <a:gd name="T12" fmla="*/ 0 w 28"/>
                    <a:gd name="T13" fmla="*/ 38 h 42"/>
                    <a:gd name="T14" fmla="*/ 0 w 28"/>
                    <a:gd name="T15" fmla="*/ 41 h 42"/>
                    <a:gd name="T16" fmla="*/ 3 w 28"/>
                    <a:gd name="T17" fmla="*/ 42 h 42"/>
                    <a:gd name="T18" fmla="*/ 9 w 28"/>
                    <a:gd name="T19" fmla="*/ 32 h 42"/>
                    <a:gd name="T20" fmla="*/ 12 w 28"/>
                    <a:gd name="T21" fmla="*/ 26 h 42"/>
                    <a:gd name="T22" fmla="*/ 14 w 28"/>
                    <a:gd name="T23" fmla="*/ 26 h 42"/>
                    <a:gd name="T24" fmla="*/ 20 w 28"/>
                    <a:gd name="T25" fmla="*/ 26 h 42"/>
                    <a:gd name="T26" fmla="*/ 28 w 28"/>
                    <a:gd name="T27" fmla="*/ 14 h 42"/>
                    <a:gd name="T28" fmla="*/ 28 w 28"/>
                    <a:gd name="T29" fmla="*/ 6 h 42"/>
                    <a:gd name="T30" fmla="*/ 28 w 28"/>
                    <a:gd name="T31" fmla="*/ 5 h 42"/>
                    <a:gd name="T32" fmla="*/ 27 w 28"/>
                    <a:gd name="T33" fmla="*/ 3 h 42"/>
                    <a:gd name="T34" fmla="*/ 26 w 28"/>
                    <a:gd name="T35" fmla="*/ 3 h 42"/>
                    <a:gd name="T36" fmla="*/ 24 w 28"/>
                    <a:gd name="T37" fmla="*/ 3 h 42"/>
                    <a:gd name="T38" fmla="*/ 23 w 28"/>
                    <a:gd name="T39" fmla="*/ 3 h 42"/>
                    <a:gd name="T40" fmla="*/ 20 w 28"/>
                    <a:gd name="T41" fmla="*/ 0 h 42"/>
                    <a:gd name="T42" fmla="*/ 15 w 28"/>
                    <a:gd name="T43" fmla="*/ 1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28" h="42">
                      <a:moveTo>
                        <a:pt x="15" y="1"/>
                      </a:moveTo>
                      <a:cubicBezTo>
                        <a:pt x="15" y="10"/>
                        <a:pt x="8" y="6"/>
                        <a:pt x="6" y="11"/>
                      </a:cubicBezTo>
                      <a:cubicBezTo>
                        <a:pt x="6" y="13"/>
                        <a:pt x="6" y="13"/>
                        <a:pt x="6" y="13"/>
                      </a:cubicBezTo>
                      <a:cubicBezTo>
                        <a:pt x="6" y="14"/>
                        <a:pt x="5" y="14"/>
                        <a:pt x="5" y="16"/>
                      </a:cubicBezTo>
                      <a:cubicBezTo>
                        <a:pt x="6" y="20"/>
                        <a:pt x="6" y="20"/>
                        <a:pt x="6" y="20"/>
                      </a:cubicBezTo>
                      <a:cubicBezTo>
                        <a:pt x="6" y="21"/>
                        <a:pt x="6" y="21"/>
                        <a:pt x="6" y="21"/>
                      </a:cubicBezTo>
                      <a:cubicBezTo>
                        <a:pt x="6" y="29"/>
                        <a:pt x="0" y="31"/>
                        <a:pt x="0" y="3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2" y="42"/>
                        <a:pt x="2" y="42"/>
                        <a:pt x="3" y="42"/>
                      </a:cubicBezTo>
                      <a:cubicBezTo>
                        <a:pt x="7" y="42"/>
                        <a:pt x="9" y="36"/>
                        <a:pt x="9" y="32"/>
                      </a:cubicBezTo>
                      <a:cubicBezTo>
                        <a:pt x="9" y="29"/>
                        <a:pt x="10" y="26"/>
                        <a:pt x="12" y="26"/>
                      </a:cubicBezTo>
                      <a:cubicBezTo>
                        <a:pt x="14" y="26"/>
                        <a:pt x="14" y="26"/>
                        <a:pt x="14" y="26"/>
                      </a:cubicBezTo>
                      <a:cubicBezTo>
                        <a:pt x="20" y="26"/>
                        <a:pt x="20" y="26"/>
                        <a:pt x="20" y="26"/>
                      </a:cubicBezTo>
                      <a:cubicBezTo>
                        <a:pt x="24" y="24"/>
                        <a:pt x="28" y="21"/>
                        <a:pt x="28" y="14"/>
                      </a:cubicBezTo>
                      <a:cubicBezTo>
                        <a:pt x="28" y="6"/>
                        <a:pt x="28" y="6"/>
                        <a:pt x="28" y="6"/>
                      </a:cubicBezTo>
                      <a:cubicBezTo>
                        <a:pt x="28" y="5"/>
                        <a:pt x="28" y="5"/>
                        <a:pt x="28" y="5"/>
                      </a:cubicBezTo>
                      <a:cubicBezTo>
                        <a:pt x="27" y="3"/>
                        <a:pt x="27" y="3"/>
                        <a:pt x="27" y="3"/>
                      </a:cubicBezTo>
                      <a:cubicBezTo>
                        <a:pt x="26" y="3"/>
                        <a:pt x="26" y="3"/>
                        <a:pt x="26" y="3"/>
                      </a:cubicBezTo>
                      <a:cubicBezTo>
                        <a:pt x="24" y="3"/>
                        <a:pt x="24" y="3"/>
                        <a:pt x="24" y="3"/>
                      </a:cubicBezTo>
                      <a:cubicBezTo>
                        <a:pt x="23" y="3"/>
                        <a:pt x="23" y="3"/>
                        <a:pt x="23" y="3"/>
                      </a:cubicBezTo>
                      <a:cubicBezTo>
                        <a:pt x="20" y="0"/>
                        <a:pt x="20" y="0"/>
                        <a:pt x="20" y="0"/>
                      </a:cubicBezTo>
                      <a:lnTo>
                        <a:pt x="15" y="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39" name="íṩlïḓè"/>
                <p:cNvSpPr/>
                <p:nvPr/>
              </p:nvSpPr>
              <p:spPr bwMode="auto">
                <a:xfrm>
                  <a:off x="5826126" y="3273425"/>
                  <a:ext cx="223838" cy="293688"/>
                </a:xfrm>
                <a:custGeom>
                  <a:avLst/>
                  <a:gdLst>
                    <a:gd name="T0" fmla="*/ 38 w 68"/>
                    <a:gd name="T1" fmla="*/ 16 h 88"/>
                    <a:gd name="T2" fmla="*/ 40 w 68"/>
                    <a:gd name="T3" fmla="*/ 5 h 88"/>
                    <a:gd name="T4" fmla="*/ 36 w 68"/>
                    <a:gd name="T5" fmla="*/ 1 h 88"/>
                    <a:gd name="T6" fmla="*/ 36 w 68"/>
                    <a:gd name="T7" fmla="*/ 1 h 88"/>
                    <a:gd name="T8" fmla="*/ 33 w 68"/>
                    <a:gd name="T9" fmla="*/ 0 h 88"/>
                    <a:gd name="T10" fmla="*/ 24 w 68"/>
                    <a:gd name="T11" fmla="*/ 7 h 88"/>
                    <a:gd name="T12" fmla="*/ 24 w 68"/>
                    <a:gd name="T13" fmla="*/ 8 h 88"/>
                    <a:gd name="T14" fmla="*/ 26 w 68"/>
                    <a:gd name="T15" fmla="*/ 18 h 88"/>
                    <a:gd name="T16" fmla="*/ 27 w 68"/>
                    <a:gd name="T17" fmla="*/ 28 h 88"/>
                    <a:gd name="T18" fmla="*/ 27 w 68"/>
                    <a:gd name="T19" fmla="*/ 39 h 88"/>
                    <a:gd name="T20" fmla="*/ 16 w 68"/>
                    <a:gd name="T21" fmla="*/ 48 h 88"/>
                    <a:gd name="T22" fmla="*/ 7 w 68"/>
                    <a:gd name="T23" fmla="*/ 49 h 88"/>
                    <a:gd name="T24" fmla="*/ 5 w 68"/>
                    <a:gd name="T25" fmla="*/ 49 h 88"/>
                    <a:gd name="T26" fmla="*/ 4 w 68"/>
                    <a:gd name="T27" fmla="*/ 49 h 88"/>
                    <a:gd name="T28" fmla="*/ 0 w 68"/>
                    <a:gd name="T29" fmla="*/ 54 h 88"/>
                    <a:gd name="T30" fmla="*/ 5 w 68"/>
                    <a:gd name="T31" fmla="*/ 60 h 88"/>
                    <a:gd name="T32" fmla="*/ 11 w 68"/>
                    <a:gd name="T33" fmla="*/ 60 h 88"/>
                    <a:gd name="T34" fmla="*/ 13 w 68"/>
                    <a:gd name="T35" fmla="*/ 59 h 88"/>
                    <a:gd name="T36" fmla="*/ 20 w 68"/>
                    <a:gd name="T37" fmla="*/ 66 h 88"/>
                    <a:gd name="T38" fmla="*/ 17 w 68"/>
                    <a:gd name="T39" fmla="*/ 72 h 88"/>
                    <a:gd name="T40" fmla="*/ 13 w 68"/>
                    <a:gd name="T41" fmla="*/ 76 h 88"/>
                    <a:gd name="T42" fmla="*/ 2 w 68"/>
                    <a:gd name="T43" fmla="*/ 82 h 88"/>
                    <a:gd name="T44" fmla="*/ 2 w 68"/>
                    <a:gd name="T45" fmla="*/ 83 h 88"/>
                    <a:gd name="T46" fmla="*/ 2 w 68"/>
                    <a:gd name="T47" fmla="*/ 87 h 88"/>
                    <a:gd name="T48" fmla="*/ 4 w 68"/>
                    <a:gd name="T49" fmla="*/ 88 h 88"/>
                    <a:gd name="T50" fmla="*/ 25 w 68"/>
                    <a:gd name="T51" fmla="*/ 77 h 88"/>
                    <a:gd name="T52" fmla="*/ 31 w 68"/>
                    <a:gd name="T53" fmla="*/ 69 h 88"/>
                    <a:gd name="T54" fmla="*/ 40 w 68"/>
                    <a:gd name="T55" fmla="*/ 63 h 88"/>
                    <a:gd name="T56" fmla="*/ 52 w 68"/>
                    <a:gd name="T57" fmla="*/ 70 h 88"/>
                    <a:gd name="T58" fmla="*/ 48 w 68"/>
                    <a:gd name="T59" fmla="*/ 79 h 88"/>
                    <a:gd name="T60" fmla="*/ 59 w 68"/>
                    <a:gd name="T61" fmla="*/ 81 h 88"/>
                    <a:gd name="T62" fmla="*/ 68 w 68"/>
                    <a:gd name="T63" fmla="*/ 71 h 88"/>
                    <a:gd name="T64" fmla="*/ 59 w 68"/>
                    <a:gd name="T65" fmla="*/ 62 h 88"/>
                    <a:gd name="T66" fmla="*/ 44 w 68"/>
                    <a:gd name="T67" fmla="*/ 60 h 88"/>
                    <a:gd name="T68" fmla="*/ 42 w 68"/>
                    <a:gd name="T69" fmla="*/ 60 h 88"/>
                    <a:gd name="T70" fmla="*/ 36 w 68"/>
                    <a:gd name="T71" fmla="*/ 53 h 88"/>
                    <a:gd name="T72" fmla="*/ 48 w 68"/>
                    <a:gd name="T73" fmla="*/ 42 h 88"/>
                    <a:gd name="T74" fmla="*/ 59 w 68"/>
                    <a:gd name="T75" fmla="*/ 32 h 88"/>
                    <a:gd name="T76" fmla="*/ 59 w 68"/>
                    <a:gd name="T77" fmla="*/ 30 h 88"/>
                    <a:gd name="T78" fmla="*/ 59 w 68"/>
                    <a:gd name="T79" fmla="*/ 29 h 88"/>
                    <a:gd name="T80" fmla="*/ 54 w 68"/>
                    <a:gd name="T81" fmla="*/ 26 h 88"/>
                    <a:gd name="T82" fmla="*/ 51 w 68"/>
                    <a:gd name="T83" fmla="*/ 27 h 88"/>
                    <a:gd name="T84" fmla="*/ 50 w 68"/>
                    <a:gd name="T85" fmla="*/ 27 h 88"/>
                    <a:gd name="T86" fmla="*/ 41 w 68"/>
                    <a:gd name="T87" fmla="*/ 33 h 88"/>
                    <a:gd name="T88" fmla="*/ 38 w 68"/>
                    <a:gd name="T89" fmla="*/ 28 h 88"/>
                    <a:gd name="T90" fmla="*/ 38 w 68"/>
                    <a:gd name="T91" fmla="*/ 27 h 88"/>
                    <a:gd name="T92" fmla="*/ 38 w 68"/>
                    <a:gd name="T93" fmla="*/ 16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68" h="88">
                      <a:moveTo>
                        <a:pt x="38" y="16"/>
                      </a:moveTo>
                      <a:cubicBezTo>
                        <a:pt x="39" y="11"/>
                        <a:pt x="40" y="9"/>
                        <a:pt x="40" y="5"/>
                      </a:cubicBezTo>
                      <a:cubicBezTo>
                        <a:pt x="40" y="3"/>
                        <a:pt x="38" y="1"/>
                        <a:pt x="36" y="1"/>
                      </a:cubicBezTo>
                      <a:cubicBezTo>
                        <a:pt x="36" y="1"/>
                        <a:pt x="36" y="1"/>
                        <a:pt x="36" y="1"/>
                      </a:cubicBezTo>
                      <a:cubicBezTo>
                        <a:pt x="34" y="1"/>
                        <a:pt x="34" y="1"/>
                        <a:pt x="33" y="0"/>
                      </a:cubicBezTo>
                      <a:cubicBezTo>
                        <a:pt x="28" y="3"/>
                        <a:pt x="28" y="1"/>
                        <a:pt x="24" y="7"/>
                      </a:cubicBezTo>
                      <a:cubicBezTo>
                        <a:pt x="24" y="8"/>
                        <a:pt x="24" y="8"/>
                        <a:pt x="24" y="8"/>
                      </a:cubicBezTo>
                      <a:cubicBezTo>
                        <a:pt x="24" y="12"/>
                        <a:pt x="26" y="14"/>
                        <a:pt x="26" y="18"/>
                      </a:cubicBezTo>
                      <a:cubicBezTo>
                        <a:pt x="27" y="28"/>
                        <a:pt x="27" y="28"/>
                        <a:pt x="27" y="28"/>
                      </a:cubicBezTo>
                      <a:cubicBezTo>
                        <a:pt x="27" y="39"/>
                        <a:pt x="27" y="39"/>
                        <a:pt x="27" y="39"/>
                      </a:cubicBezTo>
                      <a:cubicBezTo>
                        <a:pt x="28" y="45"/>
                        <a:pt x="22" y="48"/>
                        <a:pt x="16" y="48"/>
                      </a:cubicBezTo>
                      <a:cubicBezTo>
                        <a:pt x="7" y="49"/>
                        <a:pt x="7" y="49"/>
                        <a:pt x="7" y="49"/>
                      </a:cubicBezTo>
                      <a:cubicBezTo>
                        <a:pt x="5" y="49"/>
                        <a:pt x="5" y="49"/>
                        <a:pt x="5" y="49"/>
                      </a:cubicBezTo>
                      <a:cubicBezTo>
                        <a:pt x="4" y="49"/>
                        <a:pt x="4" y="49"/>
                        <a:pt x="4" y="49"/>
                      </a:cubicBezTo>
                      <a:cubicBezTo>
                        <a:pt x="2" y="50"/>
                        <a:pt x="0" y="51"/>
                        <a:pt x="0" y="54"/>
                      </a:cubicBezTo>
                      <a:cubicBezTo>
                        <a:pt x="0" y="56"/>
                        <a:pt x="3" y="60"/>
                        <a:pt x="5" y="60"/>
                      </a:cubicBezTo>
                      <a:cubicBezTo>
                        <a:pt x="11" y="60"/>
                        <a:pt x="11" y="60"/>
                        <a:pt x="11" y="60"/>
                      </a:cubicBezTo>
                      <a:cubicBezTo>
                        <a:pt x="12" y="60"/>
                        <a:pt x="12" y="60"/>
                        <a:pt x="13" y="59"/>
                      </a:cubicBezTo>
                      <a:cubicBezTo>
                        <a:pt x="17" y="62"/>
                        <a:pt x="17" y="60"/>
                        <a:pt x="20" y="66"/>
                      </a:cubicBezTo>
                      <a:cubicBezTo>
                        <a:pt x="18" y="69"/>
                        <a:pt x="20" y="68"/>
                        <a:pt x="17" y="72"/>
                      </a:cubicBezTo>
                      <a:cubicBezTo>
                        <a:pt x="15" y="73"/>
                        <a:pt x="15" y="75"/>
                        <a:pt x="13" y="76"/>
                      </a:cubicBezTo>
                      <a:cubicBezTo>
                        <a:pt x="8" y="79"/>
                        <a:pt x="7" y="80"/>
                        <a:pt x="2" y="82"/>
                      </a:cubicBezTo>
                      <a:cubicBezTo>
                        <a:pt x="2" y="83"/>
                        <a:pt x="2" y="83"/>
                        <a:pt x="2" y="83"/>
                      </a:cubicBezTo>
                      <a:cubicBezTo>
                        <a:pt x="2" y="87"/>
                        <a:pt x="2" y="87"/>
                        <a:pt x="2" y="87"/>
                      </a:cubicBezTo>
                      <a:cubicBezTo>
                        <a:pt x="4" y="87"/>
                        <a:pt x="3" y="88"/>
                        <a:pt x="4" y="88"/>
                      </a:cubicBezTo>
                      <a:cubicBezTo>
                        <a:pt x="13" y="88"/>
                        <a:pt x="20" y="82"/>
                        <a:pt x="25" y="77"/>
                      </a:cubicBezTo>
                      <a:cubicBezTo>
                        <a:pt x="26" y="76"/>
                        <a:pt x="30" y="71"/>
                        <a:pt x="31" y="69"/>
                      </a:cubicBezTo>
                      <a:cubicBezTo>
                        <a:pt x="33" y="65"/>
                        <a:pt x="35" y="63"/>
                        <a:pt x="40" y="63"/>
                      </a:cubicBezTo>
                      <a:cubicBezTo>
                        <a:pt x="45" y="63"/>
                        <a:pt x="49" y="67"/>
                        <a:pt x="52" y="70"/>
                      </a:cubicBezTo>
                      <a:cubicBezTo>
                        <a:pt x="48" y="79"/>
                        <a:pt x="48" y="79"/>
                        <a:pt x="48" y="79"/>
                      </a:cubicBezTo>
                      <a:cubicBezTo>
                        <a:pt x="50" y="79"/>
                        <a:pt x="58" y="81"/>
                        <a:pt x="59" y="81"/>
                      </a:cubicBezTo>
                      <a:cubicBezTo>
                        <a:pt x="65" y="81"/>
                        <a:pt x="67" y="76"/>
                        <a:pt x="68" y="71"/>
                      </a:cubicBezTo>
                      <a:cubicBezTo>
                        <a:pt x="67" y="65"/>
                        <a:pt x="63" y="64"/>
                        <a:pt x="59" y="62"/>
                      </a:cubicBezTo>
                      <a:cubicBezTo>
                        <a:pt x="53" y="59"/>
                        <a:pt x="51" y="60"/>
                        <a:pt x="44" y="60"/>
                      </a:cubicBezTo>
                      <a:cubicBezTo>
                        <a:pt x="43" y="60"/>
                        <a:pt x="43" y="60"/>
                        <a:pt x="42" y="60"/>
                      </a:cubicBezTo>
                      <a:cubicBezTo>
                        <a:pt x="40" y="59"/>
                        <a:pt x="36" y="56"/>
                        <a:pt x="36" y="53"/>
                      </a:cubicBezTo>
                      <a:cubicBezTo>
                        <a:pt x="36" y="51"/>
                        <a:pt x="45" y="44"/>
                        <a:pt x="48" y="42"/>
                      </a:cubicBezTo>
                      <a:cubicBezTo>
                        <a:pt x="50" y="41"/>
                        <a:pt x="59" y="34"/>
                        <a:pt x="59" y="32"/>
                      </a:cubicBezTo>
                      <a:cubicBezTo>
                        <a:pt x="59" y="30"/>
                        <a:pt x="59" y="30"/>
                        <a:pt x="59" y="30"/>
                      </a:cubicBezTo>
                      <a:cubicBezTo>
                        <a:pt x="59" y="29"/>
                        <a:pt x="59" y="29"/>
                        <a:pt x="59" y="29"/>
                      </a:cubicBezTo>
                      <a:cubicBezTo>
                        <a:pt x="54" y="26"/>
                        <a:pt x="54" y="26"/>
                        <a:pt x="54" y="26"/>
                      </a:cubicBezTo>
                      <a:cubicBezTo>
                        <a:pt x="53" y="27"/>
                        <a:pt x="53" y="27"/>
                        <a:pt x="51" y="27"/>
                      </a:cubicBezTo>
                      <a:cubicBezTo>
                        <a:pt x="50" y="27"/>
                        <a:pt x="50" y="27"/>
                        <a:pt x="50" y="27"/>
                      </a:cubicBezTo>
                      <a:cubicBezTo>
                        <a:pt x="46" y="32"/>
                        <a:pt x="46" y="30"/>
                        <a:pt x="41" y="33"/>
                      </a:cubicBezTo>
                      <a:cubicBezTo>
                        <a:pt x="40" y="31"/>
                        <a:pt x="39" y="30"/>
                        <a:pt x="38" y="28"/>
                      </a:cubicBezTo>
                      <a:cubicBezTo>
                        <a:pt x="38" y="27"/>
                        <a:pt x="38" y="27"/>
                        <a:pt x="38" y="27"/>
                      </a:cubicBezTo>
                      <a:lnTo>
                        <a:pt x="38" y="16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40" name="ísḷïďè"/>
                <p:cNvSpPr/>
                <p:nvPr/>
              </p:nvSpPr>
              <p:spPr bwMode="auto">
                <a:xfrm>
                  <a:off x="4518026" y="3506788"/>
                  <a:ext cx="53975" cy="71438"/>
                </a:xfrm>
                <a:custGeom>
                  <a:avLst/>
                  <a:gdLst>
                    <a:gd name="T0" fmla="*/ 14 w 16"/>
                    <a:gd name="T1" fmla="*/ 17 h 21"/>
                    <a:gd name="T2" fmla="*/ 16 w 16"/>
                    <a:gd name="T3" fmla="*/ 12 h 21"/>
                    <a:gd name="T4" fmla="*/ 11 w 16"/>
                    <a:gd name="T5" fmla="*/ 5 h 21"/>
                    <a:gd name="T6" fmla="*/ 5 w 16"/>
                    <a:gd name="T7" fmla="*/ 0 h 21"/>
                    <a:gd name="T8" fmla="*/ 2 w 16"/>
                    <a:gd name="T9" fmla="*/ 4 h 21"/>
                    <a:gd name="T10" fmla="*/ 2 w 16"/>
                    <a:gd name="T11" fmla="*/ 5 h 21"/>
                    <a:gd name="T12" fmla="*/ 2 w 16"/>
                    <a:gd name="T13" fmla="*/ 8 h 21"/>
                    <a:gd name="T14" fmla="*/ 2 w 16"/>
                    <a:gd name="T15" fmla="*/ 9 h 21"/>
                    <a:gd name="T16" fmla="*/ 0 w 16"/>
                    <a:gd name="T17" fmla="*/ 17 h 21"/>
                    <a:gd name="T18" fmla="*/ 3 w 16"/>
                    <a:gd name="T19" fmla="*/ 21 h 21"/>
                    <a:gd name="T20" fmla="*/ 4 w 16"/>
                    <a:gd name="T21" fmla="*/ 21 h 21"/>
                    <a:gd name="T22" fmla="*/ 5 w 16"/>
                    <a:gd name="T23" fmla="*/ 21 h 21"/>
                    <a:gd name="T24" fmla="*/ 14 w 16"/>
                    <a:gd name="T25" fmla="*/ 17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6" h="21">
                      <a:moveTo>
                        <a:pt x="14" y="17"/>
                      </a:moveTo>
                      <a:cubicBezTo>
                        <a:pt x="14" y="15"/>
                        <a:pt x="16" y="13"/>
                        <a:pt x="16" y="12"/>
                      </a:cubicBezTo>
                      <a:cubicBezTo>
                        <a:pt x="16" y="11"/>
                        <a:pt x="12" y="7"/>
                        <a:pt x="11" y="5"/>
                      </a:cubicBezTo>
                      <a:cubicBezTo>
                        <a:pt x="11" y="3"/>
                        <a:pt x="8" y="0"/>
                        <a:pt x="5" y="0"/>
                      </a:cubicBezTo>
                      <a:cubicBezTo>
                        <a:pt x="4" y="0"/>
                        <a:pt x="3" y="3"/>
                        <a:pt x="2" y="4"/>
                      </a:cubicBezTo>
                      <a:cubicBezTo>
                        <a:pt x="2" y="5"/>
                        <a:pt x="2" y="5"/>
                        <a:pt x="2" y="5"/>
                      </a:cubicBezTo>
                      <a:cubicBezTo>
                        <a:pt x="2" y="8"/>
                        <a:pt x="2" y="8"/>
                        <a:pt x="2" y="8"/>
                      </a:cubicBezTo>
                      <a:cubicBezTo>
                        <a:pt x="2" y="9"/>
                        <a:pt x="2" y="9"/>
                        <a:pt x="2" y="9"/>
                      </a:cubicBezTo>
                      <a:cubicBezTo>
                        <a:pt x="1" y="11"/>
                        <a:pt x="0" y="14"/>
                        <a:pt x="0" y="17"/>
                      </a:cubicBezTo>
                      <a:cubicBezTo>
                        <a:pt x="0" y="19"/>
                        <a:pt x="1" y="20"/>
                        <a:pt x="3" y="21"/>
                      </a:cubicBezTo>
                      <a:cubicBezTo>
                        <a:pt x="4" y="21"/>
                        <a:pt x="4" y="21"/>
                        <a:pt x="4" y="21"/>
                      </a:cubicBezTo>
                      <a:cubicBezTo>
                        <a:pt x="5" y="21"/>
                        <a:pt x="5" y="21"/>
                        <a:pt x="5" y="21"/>
                      </a:cubicBezTo>
                      <a:cubicBezTo>
                        <a:pt x="7" y="21"/>
                        <a:pt x="11" y="17"/>
                        <a:pt x="14" y="17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41" name="îṧļîḓé"/>
                <p:cNvSpPr/>
                <p:nvPr/>
              </p:nvSpPr>
              <p:spPr bwMode="auto">
                <a:xfrm>
                  <a:off x="5319713" y="3133725"/>
                  <a:ext cx="222250" cy="500063"/>
                </a:xfrm>
                <a:custGeom>
                  <a:avLst/>
                  <a:gdLst>
                    <a:gd name="T0" fmla="*/ 47 w 67"/>
                    <a:gd name="T1" fmla="*/ 96 h 150"/>
                    <a:gd name="T2" fmla="*/ 51 w 67"/>
                    <a:gd name="T3" fmla="*/ 96 h 150"/>
                    <a:gd name="T4" fmla="*/ 46 w 67"/>
                    <a:gd name="T5" fmla="*/ 114 h 150"/>
                    <a:gd name="T6" fmla="*/ 42 w 67"/>
                    <a:gd name="T7" fmla="*/ 113 h 150"/>
                    <a:gd name="T8" fmla="*/ 39 w 67"/>
                    <a:gd name="T9" fmla="*/ 108 h 150"/>
                    <a:gd name="T10" fmla="*/ 21 w 67"/>
                    <a:gd name="T11" fmla="*/ 78 h 150"/>
                    <a:gd name="T12" fmla="*/ 29 w 67"/>
                    <a:gd name="T13" fmla="*/ 73 h 150"/>
                    <a:gd name="T14" fmla="*/ 32 w 67"/>
                    <a:gd name="T15" fmla="*/ 74 h 150"/>
                    <a:gd name="T16" fmla="*/ 32 w 67"/>
                    <a:gd name="T17" fmla="*/ 77 h 150"/>
                    <a:gd name="T18" fmla="*/ 32 w 67"/>
                    <a:gd name="T19" fmla="*/ 79 h 150"/>
                    <a:gd name="T20" fmla="*/ 21 w 67"/>
                    <a:gd name="T21" fmla="*/ 78 h 150"/>
                    <a:gd name="T22" fmla="*/ 53 w 67"/>
                    <a:gd name="T23" fmla="*/ 118 h 150"/>
                    <a:gd name="T24" fmla="*/ 66 w 67"/>
                    <a:gd name="T25" fmla="*/ 108 h 150"/>
                    <a:gd name="T26" fmla="*/ 60 w 67"/>
                    <a:gd name="T27" fmla="*/ 98 h 150"/>
                    <a:gd name="T28" fmla="*/ 51 w 67"/>
                    <a:gd name="T29" fmla="*/ 82 h 150"/>
                    <a:gd name="T30" fmla="*/ 47 w 67"/>
                    <a:gd name="T31" fmla="*/ 71 h 150"/>
                    <a:gd name="T32" fmla="*/ 60 w 67"/>
                    <a:gd name="T33" fmla="*/ 58 h 150"/>
                    <a:gd name="T34" fmla="*/ 53 w 67"/>
                    <a:gd name="T35" fmla="*/ 52 h 150"/>
                    <a:gd name="T36" fmla="*/ 44 w 67"/>
                    <a:gd name="T37" fmla="*/ 50 h 150"/>
                    <a:gd name="T38" fmla="*/ 48 w 67"/>
                    <a:gd name="T39" fmla="*/ 38 h 150"/>
                    <a:gd name="T40" fmla="*/ 66 w 67"/>
                    <a:gd name="T41" fmla="*/ 17 h 150"/>
                    <a:gd name="T42" fmla="*/ 66 w 67"/>
                    <a:gd name="T43" fmla="*/ 13 h 150"/>
                    <a:gd name="T44" fmla="*/ 56 w 67"/>
                    <a:gd name="T45" fmla="*/ 1 h 150"/>
                    <a:gd name="T46" fmla="*/ 55 w 67"/>
                    <a:gd name="T47" fmla="*/ 7 h 150"/>
                    <a:gd name="T48" fmla="*/ 50 w 67"/>
                    <a:gd name="T49" fmla="*/ 18 h 150"/>
                    <a:gd name="T50" fmla="*/ 42 w 67"/>
                    <a:gd name="T51" fmla="*/ 15 h 150"/>
                    <a:gd name="T52" fmla="*/ 40 w 67"/>
                    <a:gd name="T53" fmla="*/ 15 h 150"/>
                    <a:gd name="T54" fmla="*/ 41 w 67"/>
                    <a:gd name="T55" fmla="*/ 26 h 150"/>
                    <a:gd name="T56" fmla="*/ 41 w 67"/>
                    <a:gd name="T57" fmla="*/ 30 h 150"/>
                    <a:gd name="T58" fmla="*/ 37 w 67"/>
                    <a:gd name="T59" fmla="*/ 33 h 150"/>
                    <a:gd name="T60" fmla="*/ 30 w 67"/>
                    <a:gd name="T61" fmla="*/ 29 h 150"/>
                    <a:gd name="T62" fmla="*/ 9 w 67"/>
                    <a:gd name="T63" fmla="*/ 50 h 150"/>
                    <a:gd name="T64" fmla="*/ 4 w 67"/>
                    <a:gd name="T65" fmla="*/ 59 h 150"/>
                    <a:gd name="T66" fmla="*/ 23 w 67"/>
                    <a:gd name="T67" fmla="*/ 51 h 150"/>
                    <a:gd name="T68" fmla="*/ 30 w 67"/>
                    <a:gd name="T69" fmla="*/ 58 h 150"/>
                    <a:gd name="T70" fmla="*/ 26 w 67"/>
                    <a:gd name="T71" fmla="*/ 65 h 150"/>
                    <a:gd name="T72" fmla="*/ 19 w 67"/>
                    <a:gd name="T73" fmla="*/ 64 h 150"/>
                    <a:gd name="T74" fmla="*/ 16 w 67"/>
                    <a:gd name="T75" fmla="*/ 67 h 150"/>
                    <a:gd name="T76" fmla="*/ 16 w 67"/>
                    <a:gd name="T77" fmla="*/ 72 h 150"/>
                    <a:gd name="T78" fmla="*/ 3 w 67"/>
                    <a:gd name="T79" fmla="*/ 105 h 150"/>
                    <a:gd name="T80" fmla="*/ 6 w 67"/>
                    <a:gd name="T81" fmla="*/ 110 h 150"/>
                    <a:gd name="T82" fmla="*/ 9 w 67"/>
                    <a:gd name="T83" fmla="*/ 111 h 150"/>
                    <a:gd name="T84" fmla="*/ 24 w 67"/>
                    <a:gd name="T85" fmla="*/ 89 h 150"/>
                    <a:gd name="T86" fmla="*/ 32 w 67"/>
                    <a:gd name="T87" fmla="*/ 93 h 150"/>
                    <a:gd name="T88" fmla="*/ 32 w 67"/>
                    <a:gd name="T89" fmla="*/ 96 h 150"/>
                    <a:gd name="T90" fmla="*/ 29 w 67"/>
                    <a:gd name="T91" fmla="*/ 113 h 150"/>
                    <a:gd name="T92" fmla="*/ 29 w 67"/>
                    <a:gd name="T93" fmla="*/ 115 h 150"/>
                    <a:gd name="T94" fmla="*/ 22 w 67"/>
                    <a:gd name="T95" fmla="*/ 122 h 150"/>
                    <a:gd name="T96" fmla="*/ 10 w 67"/>
                    <a:gd name="T97" fmla="*/ 124 h 150"/>
                    <a:gd name="T98" fmla="*/ 15 w 67"/>
                    <a:gd name="T99" fmla="*/ 144 h 150"/>
                    <a:gd name="T100" fmla="*/ 17 w 67"/>
                    <a:gd name="T101" fmla="*/ 150 h 150"/>
                    <a:gd name="T102" fmla="*/ 38 w 67"/>
                    <a:gd name="T103" fmla="*/ 125 h 1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67" h="150">
                      <a:moveTo>
                        <a:pt x="39" y="107"/>
                      </a:moveTo>
                      <a:cubicBezTo>
                        <a:pt x="39" y="103"/>
                        <a:pt x="44" y="96"/>
                        <a:pt x="47" y="96"/>
                      </a:cubicBezTo>
                      <a:cubicBezTo>
                        <a:pt x="50" y="96"/>
                        <a:pt x="50" y="96"/>
                        <a:pt x="50" y="96"/>
                      </a:cubicBezTo>
                      <a:cubicBezTo>
                        <a:pt x="51" y="96"/>
                        <a:pt x="51" y="96"/>
                        <a:pt x="51" y="96"/>
                      </a:cubicBezTo>
                      <a:cubicBezTo>
                        <a:pt x="53" y="98"/>
                        <a:pt x="55" y="101"/>
                        <a:pt x="55" y="104"/>
                      </a:cubicBezTo>
                      <a:cubicBezTo>
                        <a:pt x="55" y="108"/>
                        <a:pt x="49" y="112"/>
                        <a:pt x="46" y="114"/>
                      </a:cubicBezTo>
                      <a:cubicBezTo>
                        <a:pt x="45" y="114"/>
                        <a:pt x="45" y="113"/>
                        <a:pt x="43" y="113"/>
                      </a:cubicBezTo>
                      <a:cubicBezTo>
                        <a:pt x="42" y="113"/>
                        <a:pt x="42" y="113"/>
                        <a:pt x="42" y="113"/>
                      </a:cubicBezTo>
                      <a:cubicBezTo>
                        <a:pt x="39" y="109"/>
                        <a:pt x="39" y="109"/>
                        <a:pt x="39" y="109"/>
                      </a:cubicBezTo>
                      <a:cubicBezTo>
                        <a:pt x="39" y="108"/>
                        <a:pt x="39" y="108"/>
                        <a:pt x="39" y="108"/>
                      </a:cubicBezTo>
                      <a:cubicBezTo>
                        <a:pt x="39" y="107"/>
                        <a:pt x="39" y="107"/>
                        <a:pt x="39" y="107"/>
                      </a:cubicBezTo>
                      <a:close/>
                      <a:moveTo>
                        <a:pt x="21" y="78"/>
                      </a:moveTo>
                      <a:cubicBezTo>
                        <a:pt x="21" y="77"/>
                        <a:pt x="25" y="73"/>
                        <a:pt x="26" y="73"/>
                      </a:cubicBezTo>
                      <a:cubicBezTo>
                        <a:pt x="27" y="73"/>
                        <a:pt x="27" y="73"/>
                        <a:pt x="29" y="73"/>
                      </a:cubicBezTo>
                      <a:cubicBezTo>
                        <a:pt x="30" y="73"/>
                        <a:pt x="30" y="73"/>
                        <a:pt x="30" y="73"/>
                      </a:cubicBezTo>
                      <a:cubicBezTo>
                        <a:pt x="32" y="74"/>
                        <a:pt x="32" y="74"/>
                        <a:pt x="32" y="74"/>
                      </a:cubicBezTo>
                      <a:cubicBezTo>
                        <a:pt x="32" y="76"/>
                        <a:pt x="32" y="76"/>
                        <a:pt x="32" y="76"/>
                      </a:cubicBezTo>
                      <a:cubicBezTo>
                        <a:pt x="32" y="77"/>
                        <a:pt x="32" y="77"/>
                        <a:pt x="32" y="77"/>
                      </a:cubicBezTo>
                      <a:cubicBezTo>
                        <a:pt x="32" y="78"/>
                        <a:pt x="32" y="78"/>
                        <a:pt x="32" y="78"/>
                      </a:cubicBezTo>
                      <a:cubicBezTo>
                        <a:pt x="32" y="79"/>
                        <a:pt x="32" y="79"/>
                        <a:pt x="32" y="79"/>
                      </a:cubicBezTo>
                      <a:cubicBezTo>
                        <a:pt x="31" y="82"/>
                        <a:pt x="29" y="83"/>
                        <a:pt x="25" y="83"/>
                      </a:cubicBezTo>
                      <a:cubicBezTo>
                        <a:pt x="23" y="83"/>
                        <a:pt x="21" y="81"/>
                        <a:pt x="21" y="78"/>
                      </a:cubicBezTo>
                      <a:close/>
                      <a:moveTo>
                        <a:pt x="38" y="125"/>
                      </a:moveTo>
                      <a:cubicBezTo>
                        <a:pt x="43" y="122"/>
                        <a:pt x="47" y="120"/>
                        <a:pt x="53" y="118"/>
                      </a:cubicBezTo>
                      <a:cubicBezTo>
                        <a:pt x="57" y="116"/>
                        <a:pt x="57" y="116"/>
                        <a:pt x="60" y="114"/>
                      </a:cubicBezTo>
                      <a:cubicBezTo>
                        <a:pt x="64" y="111"/>
                        <a:pt x="63" y="110"/>
                        <a:pt x="66" y="108"/>
                      </a:cubicBezTo>
                      <a:cubicBezTo>
                        <a:pt x="67" y="104"/>
                        <a:pt x="67" y="104"/>
                        <a:pt x="67" y="104"/>
                      </a:cubicBezTo>
                      <a:cubicBezTo>
                        <a:pt x="64" y="100"/>
                        <a:pt x="64" y="101"/>
                        <a:pt x="60" y="98"/>
                      </a:cubicBezTo>
                      <a:cubicBezTo>
                        <a:pt x="58" y="96"/>
                        <a:pt x="55" y="95"/>
                        <a:pt x="54" y="92"/>
                      </a:cubicBezTo>
                      <a:cubicBezTo>
                        <a:pt x="53" y="88"/>
                        <a:pt x="53" y="84"/>
                        <a:pt x="51" y="82"/>
                      </a:cubicBezTo>
                      <a:cubicBezTo>
                        <a:pt x="49" y="79"/>
                        <a:pt x="47" y="77"/>
                        <a:pt x="47" y="73"/>
                      </a:cubicBezTo>
                      <a:cubicBezTo>
                        <a:pt x="47" y="72"/>
                        <a:pt x="47" y="72"/>
                        <a:pt x="47" y="71"/>
                      </a:cubicBezTo>
                      <a:cubicBezTo>
                        <a:pt x="49" y="67"/>
                        <a:pt x="47" y="67"/>
                        <a:pt x="53" y="64"/>
                      </a:cubicBezTo>
                      <a:cubicBezTo>
                        <a:pt x="55" y="64"/>
                        <a:pt x="60" y="60"/>
                        <a:pt x="60" y="58"/>
                      </a:cubicBezTo>
                      <a:cubicBezTo>
                        <a:pt x="60" y="55"/>
                        <a:pt x="60" y="55"/>
                        <a:pt x="60" y="55"/>
                      </a:cubicBezTo>
                      <a:cubicBezTo>
                        <a:pt x="60" y="53"/>
                        <a:pt x="56" y="51"/>
                        <a:pt x="53" y="52"/>
                      </a:cubicBezTo>
                      <a:cubicBezTo>
                        <a:pt x="47" y="52"/>
                        <a:pt x="47" y="52"/>
                        <a:pt x="47" y="52"/>
                      </a:cubicBezTo>
                      <a:cubicBezTo>
                        <a:pt x="46" y="52"/>
                        <a:pt x="45" y="51"/>
                        <a:pt x="44" y="50"/>
                      </a:cubicBezTo>
                      <a:cubicBezTo>
                        <a:pt x="44" y="47"/>
                        <a:pt x="44" y="47"/>
                        <a:pt x="44" y="47"/>
                      </a:cubicBezTo>
                      <a:cubicBezTo>
                        <a:pt x="44" y="44"/>
                        <a:pt x="47" y="41"/>
                        <a:pt x="48" y="38"/>
                      </a:cubicBezTo>
                      <a:cubicBezTo>
                        <a:pt x="49" y="34"/>
                        <a:pt x="50" y="33"/>
                        <a:pt x="53" y="30"/>
                      </a:cubicBezTo>
                      <a:cubicBezTo>
                        <a:pt x="56" y="27"/>
                        <a:pt x="66" y="22"/>
                        <a:pt x="66" y="17"/>
                      </a:cubicBezTo>
                      <a:cubicBezTo>
                        <a:pt x="66" y="14"/>
                        <a:pt x="66" y="14"/>
                        <a:pt x="66" y="14"/>
                      </a:cubicBezTo>
                      <a:cubicBezTo>
                        <a:pt x="66" y="13"/>
                        <a:pt x="66" y="13"/>
                        <a:pt x="66" y="13"/>
                      </a:cubicBezTo>
                      <a:cubicBezTo>
                        <a:pt x="65" y="10"/>
                        <a:pt x="62" y="0"/>
                        <a:pt x="58" y="0"/>
                      </a:cubicBezTo>
                      <a:cubicBezTo>
                        <a:pt x="57" y="0"/>
                        <a:pt x="57" y="0"/>
                        <a:pt x="56" y="1"/>
                      </a:cubicBezTo>
                      <a:cubicBezTo>
                        <a:pt x="56" y="3"/>
                        <a:pt x="55" y="3"/>
                        <a:pt x="55" y="5"/>
                      </a:cubicBezTo>
                      <a:cubicBezTo>
                        <a:pt x="55" y="7"/>
                        <a:pt x="55" y="7"/>
                        <a:pt x="55" y="7"/>
                      </a:cubicBezTo>
                      <a:cubicBezTo>
                        <a:pt x="55" y="11"/>
                        <a:pt x="53" y="15"/>
                        <a:pt x="51" y="18"/>
                      </a:cubicBezTo>
                      <a:cubicBezTo>
                        <a:pt x="50" y="18"/>
                        <a:pt x="50" y="18"/>
                        <a:pt x="50" y="18"/>
                      </a:cubicBezTo>
                      <a:cubicBezTo>
                        <a:pt x="48" y="18"/>
                        <a:pt x="48" y="18"/>
                        <a:pt x="47" y="19"/>
                      </a:cubicBezTo>
                      <a:cubicBezTo>
                        <a:pt x="42" y="15"/>
                        <a:pt x="42" y="15"/>
                        <a:pt x="42" y="15"/>
                      </a:cubicBezTo>
                      <a:cubicBezTo>
                        <a:pt x="41" y="15"/>
                        <a:pt x="41" y="15"/>
                        <a:pt x="41" y="15"/>
                      </a:cubicBezTo>
                      <a:cubicBezTo>
                        <a:pt x="40" y="15"/>
                        <a:pt x="40" y="15"/>
                        <a:pt x="40" y="15"/>
                      </a:cubicBezTo>
                      <a:cubicBezTo>
                        <a:pt x="39" y="15"/>
                        <a:pt x="38" y="16"/>
                        <a:pt x="38" y="17"/>
                      </a:cubicBezTo>
                      <a:cubicBezTo>
                        <a:pt x="38" y="19"/>
                        <a:pt x="41" y="22"/>
                        <a:pt x="41" y="26"/>
                      </a:cubicBezTo>
                      <a:cubicBezTo>
                        <a:pt x="41" y="29"/>
                        <a:pt x="41" y="29"/>
                        <a:pt x="41" y="29"/>
                      </a:cubicBezTo>
                      <a:cubicBezTo>
                        <a:pt x="41" y="30"/>
                        <a:pt x="41" y="30"/>
                        <a:pt x="41" y="30"/>
                      </a:cubicBezTo>
                      <a:cubicBezTo>
                        <a:pt x="38" y="33"/>
                        <a:pt x="38" y="33"/>
                        <a:pt x="38" y="33"/>
                      </a:cubicBezTo>
                      <a:cubicBezTo>
                        <a:pt x="37" y="33"/>
                        <a:pt x="37" y="33"/>
                        <a:pt x="37" y="33"/>
                      </a:cubicBezTo>
                      <a:cubicBezTo>
                        <a:pt x="35" y="33"/>
                        <a:pt x="35" y="34"/>
                        <a:pt x="34" y="34"/>
                      </a:cubicBezTo>
                      <a:cubicBezTo>
                        <a:pt x="32" y="33"/>
                        <a:pt x="31" y="31"/>
                        <a:pt x="30" y="29"/>
                      </a:cubicBezTo>
                      <a:cubicBezTo>
                        <a:pt x="24" y="29"/>
                        <a:pt x="30" y="41"/>
                        <a:pt x="19" y="45"/>
                      </a:cubicBezTo>
                      <a:cubicBezTo>
                        <a:pt x="16" y="46"/>
                        <a:pt x="12" y="48"/>
                        <a:pt x="9" y="50"/>
                      </a:cubicBezTo>
                      <a:cubicBezTo>
                        <a:pt x="6" y="51"/>
                        <a:pt x="1" y="53"/>
                        <a:pt x="0" y="55"/>
                      </a:cubicBezTo>
                      <a:cubicBezTo>
                        <a:pt x="1" y="58"/>
                        <a:pt x="1" y="57"/>
                        <a:pt x="4" y="59"/>
                      </a:cubicBezTo>
                      <a:cubicBezTo>
                        <a:pt x="6" y="59"/>
                        <a:pt x="6" y="59"/>
                        <a:pt x="6" y="59"/>
                      </a:cubicBezTo>
                      <a:cubicBezTo>
                        <a:pt x="10" y="59"/>
                        <a:pt x="20" y="51"/>
                        <a:pt x="23" y="51"/>
                      </a:cubicBezTo>
                      <a:cubicBezTo>
                        <a:pt x="25" y="51"/>
                        <a:pt x="24" y="51"/>
                        <a:pt x="27" y="52"/>
                      </a:cubicBezTo>
                      <a:cubicBezTo>
                        <a:pt x="29" y="54"/>
                        <a:pt x="29" y="55"/>
                        <a:pt x="30" y="58"/>
                      </a:cubicBezTo>
                      <a:cubicBezTo>
                        <a:pt x="30" y="59"/>
                        <a:pt x="30" y="59"/>
                        <a:pt x="30" y="59"/>
                      </a:cubicBezTo>
                      <a:cubicBezTo>
                        <a:pt x="30" y="62"/>
                        <a:pt x="28" y="64"/>
                        <a:pt x="26" y="65"/>
                      </a:cubicBezTo>
                      <a:cubicBezTo>
                        <a:pt x="21" y="64"/>
                        <a:pt x="21" y="64"/>
                        <a:pt x="21" y="64"/>
                      </a:cubicBezTo>
                      <a:cubicBezTo>
                        <a:pt x="20" y="64"/>
                        <a:pt x="20" y="64"/>
                        <a:pt x="19" y="64"/>
                      </a:cubicBezTo>
                      <a:cubicBezTo>
                        <a:pt x="18" y="64"/>
                        <a:pt x="18" y="64"/>
                        <a:pt x="18" y="64"/>
                      </a:cubicBezTo>
                      <a:cubicBezTo>
                        <a:pt x="16" y="67"/>
                        <a:pt x="16" y="67"/>
                        <a:pt x="16" y="67"/>
                      </a:cubicBezTo>
                      <a:cubicBezTo>
                        <a:pt x="16" y="68"/>
                        <a:pt x="16" y="68"/>
                        <a:pt x="16" y="68"/>
                      </a:cubicBezTo>
                      <a:cubicBezTo>
                        <a:pt x="16" y="72"/>
                        <a:pt x="16" y="72"/>
                        <a:pt x="16" y="72"/>
                      </a:cubicBezTo>
                      <a:cubicBezTo>
                        <a:pt x="16" y="78"/>
                        <a:pt x="13" y="85"/>
                        <a:pt x="11" y="90"/>
                      </a:cubicBezTo>
                      <a:cubicBezTo>
                        <a:pt x="9" y="94"/>
                        <a:pt x="3" y="100"/>
                        <a:pt x="3" y="105"/>
                      </a:cubicBezTo>
                      <a:cubicBezTo>
                        <a:pt x="3" y="106"/>
                        <a:pt x="4" y="109"/>
                        <a:pt x="5" y="110"/>
                      </a:cubicBezTo>
                      <a:cubicBezTo>
                        <a:pt x="6" y="110"/>
                        <a:pt x="6" y="110"/>
                        <a:pt x="6" y="110"/>
                      </a:cubicBezTo>
                      <a:cubicBezTo>
                        <a:pt x="7" y="110"/>
                        <a:pt x="7" y="110"/>
                        <a:pt x="7" y="110"/>
                      </a:cubicBezTo>
                      <a:cubicBezTo>
                        <a:pt x="9" y="110"/>
                        <a:pt x="8" y="110"/>
                        <a:pt x="9" y="111"/>
                      </a:cubicBezTo>
                      <a:cubicBezTo>
                        <a:pt x="11" y="109"/>
                        <a:pt x="15" y="101"/>
                        <a:pt x="15" y="98"/>
                      </a:cubicBezTo>
                      <a:cubicBezTo>
                        <a:pt x="17" y="94"/>
                        <a:pt x="20" y="89"/>
                        <a:pt x="24" y="89"/>
                      </a:cubicBezTo>
                      <a:cubicBezTo>
                        <a:pt x="25" y="89"/>
                        <a:pt x="25" y="89"/>
                        <a:pt x="26" y="88"/>
                      </a:cubicBezTo>
                      <a:cubicBezTo>
                        <a:pt x="28" y="90"/>
                        <a:pt x="32" y="90"/>
                        <a:pt x="32" y="93"/>
                      </a:cubicBezTo>
                      <a:cubicBezTo>
                        <a:pt x="32" y="94"/>
                        <a:pt x="32" y="94"/>
                        <a:pt x="32" y="94"/>
                      </a:cubicBezTo>
                      <a:cubicBezTo>
                        <a:pt x="32" y="96"/>
                        <a:pt x="32" y="96"/>
                        <a:pt x="32" y="96"/>
                      </a:cubicBezTo>
                      <a:cubicBezTo>
                        <a:pt x="28" y="102"/>
                        <a:pt x="25" y="101"/>
                        <a:pt x="23" y="104"/>
                      </a:cubicBezTo>
                      <a:cubicBezTo>
                        <a:pt x="26" y="109"/>
                        <a:pt x="27" y="108"/>
                        <a:pt x="29" y="113"/>
                      </a:cubicBezTo>
                      <a:cubicBezTo>
                        <a:pt x="29" y="114"/>
                        <a:pt x="29" y="114"/>
                        <a:pt x="29" y="114"/>
                      </a:cubicBezTo>
                      <a:cubicBezTo>
                        <a:pt x="29" y="115"/>
                        <a:pt x="29" y="115"/>
                        <a:pt x="29" y="115"/>
                      </a:cubicBezTo>
                      <a:cubicBezTo>
                        <a:pt x="29" y="116"/>
                        <a:pt x="29" y="116"/>
                        <a:pt x="29" y="116"/>
                      </a:cubicBezTo>
                      <a:cubicBezTo>
                        <a:pt x="28" y="119"/>
                        <a:pt x="26" y="123"/>
                        <a:pt x="22" y="122"/>
                      </a:cubicBezTo>
                      <a:cubicBezTo>
                        <a:pt x="15" y="122"/>
                        <a:pt x="15" y="122"/>
                        <a:pt x="15" y="122"/>
                      </a:cubicBezTo>
                      <a:cubicBezTo>
                        <a:pt x="14" y="122"/>
                        <a:pt x="11" y="124"/>
                        <a:pt x="10" y="124"/>
                      </a:cubicBezTo>
                      <a:cubicBezTo>
                        <a:pt x="13" y="127"/>
                        <a:pt x="23" y="129"/>
                        <a:pt x="23" y="133"/>
                      </a:cubicBezTo>
                      <a:cubicBezTo>
                        <a:pt x="23" y="137"/>
                        <a:pt x="18" y="142"/>
                        <a:pt x="15" y="144"/>
                      </a:cubicBezTo>
                      <a:cubicBezTo>
                        <a:pt x="15" y="150"/>
                        <a:pt x="15" y="150"/>
                        <a:pt x="15" y="150"/>
                      </a:cubicBezTo>
                      <a:cubicBezTo>
                        <a:pt x="17" y="150"/>
                        <a:pt x="17" y="150"/>
                        <a:pt x="17" y="150"/>
                      </a:cubicBezTo>
                      <a:cubicBezTo>
                        <a:pt x="20" y="150"/>
                        <a:pt x="27" y="141"/>
                        <a:pt x="29" y="139"/>
                      </a:cubicBezTo>
                      <a:cubicBezTo>
                        <a:pt x="33" y="135"/>
                        <a:pt x="34" y="129"/>
                        <a:pt x="38" y="12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42" name="iSļïḑé"/>
                <p:cNvSpPr/>
                <p:nvPr/>
              </p:nvSpPr>
              <p:spPr bwMode="auto">
                <a:xfrm>
                  <a:off x="4422776" y="3106738"/>
                  <a:ext cx="412750" cy="596900"/>
                </a:xfrm>
                <a:custGeom>
                  <a:avLst/>
                  <a:gdLst>
                    <a:gd name="T0" fmla="*/ 63 w 125"/>
                    <a:gd name="T1" fmla="*/ 83 h 179"/>
                    <a:gd name="T2" fmla="*/ 69 w 125"/>
                    <a:gd name="T3" fmla="*/ 84 h 179"/>
                    <a:gd name="T4" fmla="*/ 71 w 125"/>
                    <a:gd name="T5" fmla="*/ 95 h 179"/>
                    <a:gd name="T6" fmla="*/ 56 w 125"/>
                    <a:gd name="T7" fmla="*/ 91 h 179"/>
                    <a:gd name="T8" fmla="*/ 77 w 125"/>
                    <a:gd name="T9" fmla="*/ 77 h 179"/>
                    <a:gd name="T10" fmla="*/ 90 w 125"/>
                    <a:gd name="T11" fmla="*/ 82 h 179"/>
                    <a:gd name="T12" fmla="*/ 93 w 125"/>
                    <a:gd name="T13" fmla="*/ 96 h 179"/>
                    <a:gd name="T14" fmla="*/ 88 w 125"/>
                    <a:gd name="T15" fmla="*/ 106 h 179"/>
                    <a:gd name="T16" fmla="*/ 75 w 125"/>
                    <a:gd name="T17" fmla="*/ 89 h 179"/>
                    <a:gd name="T18" fmla="*/ 91 w 125"/>
                    <a:gd name="T19" fmla="*/ 29 h 179"/>
                    <a:gd name="T20" fmla="*/ 95 w 125"/>
                    <a:gd name="T21" fmla="*/ 4 h 179"/>
                    <a:gd name="T22" fmla="*/ 92 w 125"/>
                    <a:gd name="T23" fmla="*/ 0 h 179"/>
                    <a:gd name="T24" fmla="*/ 86 w 125"/>
                    <a:gd name="T25" fmla="*/ 0 h 179"/>
                    <a:gd name="T26" fmla="*/ 80 w 125"/>
                    <a:gd name="T27" fmla="*/ 7 h 179"/>
                    <a:gd name="T28" fmla="*/ 83 w 125"/>
                    <a:gd name="T29" fmla="*/ 30 h 179"/>
                    <a:gd name="T30" fmla="*/ 86 w 125"/>
                    <a:gd name="T31" fmla="*/ 50 h 179"/>
                    <a:gd name="T32" fmla="*/ 46 w 125"/>
                    <a:gd name="T33" fmla="*/ 84 h 179"/>
                    <a:gd name="T34" fmla="*/ 0 w 125"/>
                    <a:gd name="T35" fmla="*/ 99 h 179"/>
                    <a:gd name="T36" fmla="*/ 13 w 125"/>
                    <a:gd name="T37" fmla="*/ 108 h 179"/>
                    <a:gd name="T38" fmla="*/ 30 w 125"/>
                    <a:gd name="T39" fmla="*/ 100 h 179"/>
                    <a:gd name="T40" fmla="*/ 47 w 125"/>
                    <a:gd name="T41" fmla="*/ 92 h 179"/>
                    <a:gd name="T42" fmla="*/ 51 w 125"/>
                    <a:gd name="T43" fmla="*/ 109 h 179"/>
                    <a:gd name="T44" fmla="*/ 50 w 125"/>
                    <a:gd name="T45" fmla="*/ 118 h 179"/>
                    <a:gd name="T46" fmla="*/ 54 w 125"/>
                    <a:gd name="T47" fmla="*/ 125 h 179"/>
                    <a:gd name="T48" fmla="*/ 62 w 125"/>
                    <a:gd name="T49" fmla="*/ 119 h 179"/>
                    <a:gd name="T50" fmla="*/ 62 w 125"/>
                    <a:gd name="T51" fmla="*/ 113 h 179"/>
                    <a:gd name="T52" fmla="*/ 78 w 125"/>
                    <a:gd name="T53" fmla="*/ 111 h 179"/>
                    <a:gd name="T54" fmla="*/ 78 w 125"/>
                    <a:gd name="T55" fmla="*/ 113 h 179"/>
                    <a:gd name="T56" fmla="*/ 78 w 125"/>
                    <a:gd name="T57" fmla="*/ 118 h 179"/>
                    <a:gd name="T58" fmla="*/ 46 w 125"/>
                    <a:gd name="T59" fmla="*/ 147 h 179"/>
                    <a:gd name="T60" fmla="*/ 28 w 125"/>
                    <a:gd name="T61" fmla="*/ 158 h 179"/>
                    <a:gd name="T62" fmla="*/ 1 w 125"/>
                    <a:gd name="T63" fmla="*/ 170 h 179"/>
                    <a:gd name="T64" fmla="*/ 14 w 125"/>
                    <a:gd name="T65" fmla="*/ 178 h 179"/>
                    <a:gd name="T66" fmla="*/ 20 w 125"/>
                    <a:gd name="T67" fmla="*/ 179 h 179"/>
                    <a:gd name="T68" fmla="*/ 22 w 125"/>
                    <a:gd name="T69" fmla="*/ 179 h 179"/>
                    <a:gd name="T70" fmla="*/ 38 w 125"/>
                    <a:gd name="T71" fmla="*/ 169 h 179"/>
                    <a:gd name="T72" fmla="*/ 61 w 125"/>
                    <a:gd name="T73" fmla="*/ 150 h 179"/>
                    <a:gd name="T74" fmla="*/ 79 w 125"/>
                    <a:gd name="T75" fmla="*/ 135 h 179"/>
                    <a:gd name="T76" fmla="*/ 96 w 125"/>
                    <a:gd name="T77" fmla="*/ 119 h 179"/>
                    <a:gd name="T78" fmla="*/ 106 w 125"/>
                    <a:gd name="T79" fmla="*/ 149 h 179"/>
                    <a:gd name="T80" fmla="*/ 125 w 125"/>
                    <a:gd name="T81" fmla="*/ 152 h 179"/>
                    <a:gd name="T82" fmla="*/ 116 w 125"/>
                    <a:gd name="T83" fmla="*/ 120 h 179"/>
                    <a:gd name="T84" fmla="*/ 115 w 125"/>
                    <a:gd name="T85" fmla="*/ 125 h 179"/>
                    <a:gd name="T86" fmla="*/ 109 w 125"/>
                    <a:gd name="T87" fmla="*/ 129 h 179"/>
                    <a:gd name="T88" fmla="*/ 97 w 125"/>
                    <a:gd name="T89" fmla="*/ 92 h 179"/>
                    <a:gd name="T90" fmla="*/ 94 w 125"/>
                    <a:gd name="T91" fmla="*/ 76 h 179"/>
                    <a:gd name="T92" fmla="*/ 110 w 125"/>
                    <a:gd name="T93" fmla="*/ 60 h 179"/>
                    <a:gd name="T94" fmla="*/ 105 w 125"/>
                    <a:gd name="T95" fmla="*/ 57 h 179"/>
                    <a:gd name="T96" fmla="*/ 101 w 125"/>
                    <a:gd name="T97" fmla="*/ 59 h 179"/>
                    <a:gd name="T98" fmla="*/ 91 w 125"/>
                    <a:gd name="T99" fmla="*/ 54 h 179"/>
                    <a:gd name="T100" fmla="*/ 91 w 125"/>
                    <a:gd name="T101" fmla="*/ 29 h 1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125" h="179">
                      <a:moveTo>
                        <a:pt x="56" y="91"/>
                      </a:moveTo>
                      <a:cubicBezTo>
                        <a:pt x="56" y="87"/>
                        <a:pt x="60" y="85"/>
                        <a:pt x="63" y="83"/>
                      </a:cubicBezTo>
                      <a:cubicBezTo>
                        <a:pt x="64" y="83"/>
                        <a:pt x="64" y="83"/>
                        <a:pt x="64" y="83"/>
                      </a:cubicBezTo>
                      <a:cubicBezTo>
                        <a:pt x="67" y="83"/>
                        <a:pt x="67" y="84"/>
                        <a:pt x="69" y="84"/>
                      </a:cubicBezTo>
                      <a:cubicBezTo>
                        <a:pt x="71" y="94"/>
                        <a:pt x="71" y="94"/>
                        <a:pt x="71" y="94"/>
                      </a:cubicBezTo>
                      <a:cubicBezTo>
                        <a:pt x="71" y="95"/>
                        <a:pt x="71" y="95"/>
                        <a:pt x="71" y="95"/>
                      </a:cubicBezTo>
                      <a:cubicBezTo>
                        <a:pt x="68" y="100"/>
                        <a:pt x="68" y="99"/>
                        <a:pt x="63" y="101"/>
                      </a:cubicBezTo>
                      <a:cubicBezTo>
                        <a:pt x="61" y="99"/>
                        <a:pt x="56" y="95"/>
                        <a:pt x="56" y="91"/>
                      </a:cubicBezTo>
                      <a:close/>
                      <a:moveTo>
                        <a:pt x="72" y="83"/>
                      </a:moveTo>
                      <a:cubicBezTo>
                        <a:pt x="74" y="79"/>
                        <a:pt x="73" y="79"/>
                        <a:pt x="77" y="77"/>
                      </a:cubicBezTo>
                      <a:cubicBezTo>
                        <a:pt x="79" y="75"/>
                        <a:pt x="82" y="75"/>
                        <a:pt x="83" y="73"/>
                      </a:cubicBezTo>
                      <a:cubicBezTo>
                        <a:pt x="88" y="76"/>
                        <a:pt x="89" y="76"/>
                        <a:pt x="90" y="82"/>
                      </a:cubicBezTo>
                      <a:cubicBezTo>
                        <a:pt x="92" y="95"/>
                        <a:pt x="92" y="95"/>
                        <a:pt x="92" y="95"/>
                      </a:cubicBezTo>
                      <a:cubicBezTo>
                        <a:pt x="93" y="96"/>
                        <a:pt x="93" y="96"/>
                        <a:pt x="93" y="96"/>
                      </a:cubicBezTo>
                      <a:cubicBezTo>
                        <a:pt x="94" y="99"/>
                        <a:pt x="94" y="99"/>
                        <a:pt x="94" y="99"/>
                      </a:cubicBezTo>
                      <a:cubicBezTo>
                        <a:pt x="91" y="105"/>
                        <a:pt x="93" y="103"/>
                        <a:pt x="88" y="106"/>
                      </a:cubicBezTo>
                      <a:cubicBezTo>
                        <a:pt x="83" y="101"/>
                        <a:pt x="82" y="101"/>
                        <a:pt x="79" y="95"/>
                      </a:cubicBezTo>
                      <a:cubicBezTo>
                        <a:pt x="77" y="93"/>
                        <a:pt x="77" y="91"/>
                        <a:pt x="75" y="89"/>
                      </a:cubicBezTo>
                      <a:cubicBezTo>
                        <a:pt x="73" y="87"/>
                        <a:pt x="73" y="86"/>
                        <a:pt x="72" y="83"/>
                      </a:cubicBezTo>
                      <a:close/>
                      <a:moveTo>
                        <a:pt x="91" y="29"/>
                      </a:moveTo>
                      <a:cubicBezTo>
                        <a:pt x="91" y="22"/>
                        <a:pt x="95" y="12"/>
                        <a:pt x="95" y="4"/>
                      </a:cubicBezTo>
                      <a:cubicBezTo>
                        <a:pt x="95" y="4"/>
                        <a:pt x="95" y="4"/>
                        <a:pt x="95" y="4"/>
                      </a:cubicBezTo>
                      <a:cubicBezTo>
                        <a:pt x="95" y="3"/>
                        <a:pt x="95" y="3"/>
                        <a:pt x="95" y="3"/>
                      </a:cubicBezTo>
                      <a:cubicBezTo>
                        <a:pt x="93" y="0"/>
                        <a:pt x="95" y="1"/>
                        <a:pt x="92" y="0"/>
                      </a:cubicBezTo>
                      <a:cubicBezTo>
                        <a:pt x="91" y="0"/>
                        <a:pt x="91" y="0"/>
                        <a:pt x="91" y="0"/>
                      </a:cubicBezTo>
                      <a:cubicBezTo>
                        <a:pt x="86" y="0"/>
                        <a:pt x="86" y="0"/>
                        <a:pt x="86" y="0"/>
                      </a:cubicBezTo>
                      <a:cubicBezTo>
                        <a:pt x="85" y="0"/>
                        <a:pt x="85" y="0"/>
                        <a:pt x="85" y="0"/>
                      </a:cubicBezTo>
                      <a:cubicBezTo>
                        <a:pt x="82" y="1"/>
                        <a:pt x="80" y="4"/>
                        <a:pt x="80" y="7"/>
                      </a:cubicBezTo>
                      <a:cubicBezTo>
                        <a:pt x="83" y="30"/>
                        <a:pt x="83" y="30"/>
                        <a:pt x="83" y="30"/>
                      </a:cubicBezTo>
                      <a:cubicBezTo>
                        <a:pt x="83" y="30"/>
                        <a:pt x="83" y="30"/>
                        <a:pt x="83" y="30"/>
                      </a:cubicBezTo>
                      <a:cubicBezTo>
                        <a:pt x="83" y="38"/>
                        <a:pt x="86" y="44"/>
                        <a:pt x="86" y="49"/>
                      </a:cubicBezTo>
                      <a:cubicBezTo>
                        <a:pt x="86" y="50"/>
                        <a:pt x="86" y="50"/>
                        <a:pt x="86" y="50"/>
                      </a:cubicBezTo>
                      <a:cubicBezTo>
                        <a:pt x="87" y="62"/>
                        <a:pt x="87" y="62"/>
                        <a:pt x="87" y="62"/>
                      </a:cubicBezTo>
                      <a:cubicBezTo>
                        <a:pt x="87" y="68"/>
                        <a:pt x="52" y="81"/>
                        <a:pt x="46" y="84"/>
                      </a:cubicBezTo>
                      <a:cubicBezTo>
                        <a:pt x="39" y="87"/>
                        <a:pt x="31" y="89"/>
                        <a:pt x="23" y="92"/>
                      </a:cubicBezTo>
                      <a:cubicBezTo>
                        <a:pt x="20" y="94"/>
                        <a:pt x="0" y="96"/>
                        <a:pt x="0" y="99"/>
                      </a:cubicBezTo>
                      <a:cubicBezTo>
                        <a:pt x="0" y="101"/>
                        <a:pt x="9" y="108"/>
                        <a:pt x="11" y="108"/>
                      </a:cubicBezTo>
                      <a:cubicBezTo>
                        <a:pt x="13" y="108"/>
                        <a:pt x="13" y="108"/>
                        <a:pt x="13" y="108"/>
                      </a:cubicBezTo>
                      <a:cubicBezTo>
                        <a:pt x="14" y="108"/>
                        <a:pt x="14" y="108"/>
                        <a:pt x="14" y="108"/>
                      </a:cubicBezTo>
                      <a:cubicBezTo>
                        <a:pt x="20" y="105"/>
                        <a:pt x="24" y="103"/>
                        <a:pt x="30" y="100"/>
                      </a:cubicBezTo>
                      <a:cubicBezTo>
                        <a:pt x="34" y="98"/>
                        <a:pt x="41" y="93"/>
                        <a:pt x="45" y="93"/>
                      </a:cubicBezTo>
                      <a:cubicBezTo>
                        <a:pt x="46" y="93"/>
                        <a:pt x="46" y="93"/>
                        <a:pt x="47" y="92"/>
                      </a:cubicBezTo>
                      <a:cubicBezTo>
                        <a:pt x="49" y="94"/>
                        <a:pt x="52" y="96"/>
                        <a:pt x="51" y="101"/>
                      </a:cubicBezTo>
                      <a:cubicBezTo>
                        <a:pt x="51" y="109"/>
                        <a:pt x="51" y="109"/>
                        <a:pt x="51" y="109"/>
                      </a:cubicBezTo>
                      <a:cubicBezTo>
                        <a:pt x="51" y="110"/>
                        <a:pt x="51" y="110"/>
                        <a:pt x="51" y="110"/>
                      </a:cubicBezTo>
                      <a:cubicBezTo>
                        <a:pt x="50" y="118"/>
                        <a:pt x="50" y="118"/>
                        <a:pt x="50" y="118"/>
                      </a:cubicBezTo>
                      <a:cubicBezTo>
                        <a:pt x="50" y="119"/>
                        <a:pt x="50" y="119"/>
                        <a:pt x="50" y="120"/>
                      </a:cubicBezTo>
                      <a:cubicBezTo>
                        <a:pt x="51" y="123"/>
                        <a:pt x="51" y="123"/>
                        <a:pt x="54" y="125"/>
                      </a:cubicBezTo>
                      <a:cubicBezTo>
                        <a:pt x="56" y="125"/>
                        <a:pt x="56" y="125"/>
                        <a:pt x="56" y="125"/>
                      </a:cubicBezTo>
                      <a:cubicBezTo>
                        <a:pt x="59" y="125"/>
                        <a:pt x="60" y="121"/>
                        <a:pt x="62" y="119"/>
                      </a:cubicBezTo>
                      <a:cubicBezTo>
                        <a:pt x="62" y="118"/>
                        <a:pt x="62" y="118"/>
                        <a:pt x="62" y="118"/>
                      </a:cubicBezTo>
                      <a:cubicBezTo>
                        <a:pt x="62" y="113"/>
                        <a:pt x="62" y="113"/>
                        <a:pt x="62" y="113"/>
                      </a:cubicBezTo>
                      <a:cubicBezTo>
                        <a:pt x="63" y="110"/>
                        <a:pt x="68" y="106"/>
                        <a:pt x="71" y="106"/>
                      </a:cubicBezTo>
                      <a:cubicBezTo>
                        <a:pt x="75" y="106"/>
                        <a:pt x="77" y="109"/>
                        <a:pt x="78" y="111"/>
                      </a:cubicBezTo>
                      <a:cubicBezTo>
                        <a:pt x="78" y="112"/>
                        <a:pt x="78" y="112"/>
                        <a:pt x="78" y="112"/>
                      </a:cubicBezTo>
                      <a:cubicBezTo>
                        <a:pt x="78" y="113"/>
                        <a:pt x="78" y="113"/>
                        <a:pt x="78" y="113"/>
                      </a:cubicBezTo>
                      <a:cubicBezTo>
                        <a:pt x="78" y="115"/>
                        <a:pt x="78" y="115"/>
                        <a:pt x="79" y="116"/>
                      </a:cubicBezTo>
                      <a:cubicBezTo>
                        <a:pt x="78" y="117"/>
                        <a:pt x="78" y="117"/>
                        <a:pt x="78" y="118"/>
                      </a:cubicBezTo>
                      <a:cubicBezTo>
                        <a:pt x="78" y="119"/>
                        <a:pt x="78" y="119"/>
                        <a:pt x="78" y="119"/>
                      </a:cubicBezTo>
                      <a:cubicBezTo>
                        <a:pt x="72" y="130"/>
                        <a:pt x="57" y="140"/>
                        <a:pt x="46" y="147"/>
                      </a:cubicBezTo>
                      <a:cubicBezTo>
                        <a:pt x="44" y="148"/>
                        <a:pt x="40" y="151"/>
                        <a:pt x="37" y="152"/>
                      </a:cubicBezTo>
                      <a:cubicBezTo>
                        <a:pt x="35" y="153"/>
                        <a:pt x="29" y="157"/>
                        <a:pt x="28" y="158"/>
                      </a:cubicBezTo>
                      <a:cubicBezTo>
                        <a:pt x="25" y="161"/>
                        <a:pt x="12" y="165"/>
                        <a:pt x="6" y="165"/>
                      </a:cubicBezTo>
                      <a:cubicBezTo>
                        <a:pt x="4" y="165"/>
                        <a:pt x="2" y="168"/>
                        <a:pt x="1" y="170"/>
                      </a:cubicBezTo>
                      <a:cubicBezTo>
                        <a:pt x="4" y="171"/>
                        <a:pt x="4" y="173"/>
                        <a:pt x="7" y="175"/>
                      </a:cubicBezTo>
                      <a:cubicBezTo>
                        <a:pt x="10" y="176"/>
                        <a:pt x="12" y="176"/>
                        <a:pt x="14" y="178"/>
                      </a:cubicBezTo>
                      <a:cubicBezTo>
                        <a:pt x="18" y="179"/>
                        <a:pt x="18" y="179"/>
                        <a:pt x="18" y="179"/>
                      </a:cubicBezTo>
                      <a:cubicBezTo>
                        <a:pt x="20" y="179"/>
                        <a:pt x="18" y="179"/>
                        <a:pt x="20" y="179"/>
                      </a:cubicBezTo>
                      <a:cubicBezTo>
                        <a:pt x="21" y="179"/>
                        <a:pt x="21" y="179"/>
                        <a:pt x="21" y="179"/>
                      </a:cubicBezTo>
                      <a:cubicBezTo>
                        <a:pt x="22" y="179"/>
                        <a:pt x="22" y="179"/>
                        <a:pt x="22" y="179"/>
                      </a:cubicBezTo>
                      <a:cubicBezTo>
                        <a:pt x="26" y="177"/>
                        <a:pt x="30" y="175"/>
                        <a:pt x="33" y="173"/>
                      </a:cubicBezTo>
                      <a:cubicBezTo>
                        <a:pt x="35" y="171"/>
                        <a:pt x="36" y="170"/>
                        <a:pt x="38" y="169"/>
                      </a:cubicBezTo>
                      <a:cubicBezTo>
                        <a:pt x="39" y="168"/>
                        <a:pt x="43" y="166"/>
                        <a:pt x="43" y="166"/>
                      </a:cubicBezTo>
                      <a:cubicBezTo>
                        <a:pt x="49" y="160"/>
                        <a:pt x="55" y="156"/>
                        <a:pt x="61" y="150"/>
                      </a:cubicBezTo>
                      <a:cubicBezTo>
                        <a:pt x="64" y="148"/>
                        <a:pt x="67" y="145"/>
                        <a:pt x="70" y="143"/>
                      </a:cubicBezTo>
                      <a:cubicBezTo>
                        <a:pt x="73" y="140"/>
                        <a:pt x="76" y="137"/>
                        <a:pt x="79" y="135"/>
                      </a:cubicBezTo>
                      <a:cubicBezTo>
                        <a:pt x="82" y="132"/>
                        <a:pt x="85" y="130"/>
                        <a:pt x="87" y="127"/>
                      </a:cubicBezTo>
                      <a:cubicBezTo>
                        <a:pt x="90" y="124"/>
                        <a:pt x="91" y="119"/>
                        <a:pt x="96" y="119"/>
                      </a:cubicBezTo>
                      <a:cubicBezTo>
                        <a:pt x="98" y="119"/>
                        <a:pt x="100" y="126"/>
                        <a:pt x="100" y="128"/>
                      </a:cubicBezTo>
                      <a:cubicBezTo>
                        <a:pt x="100" y="132"/>
                        <a:pt x="105" y="145"/>
                        <a:pt x="106" y="149"/>
                      </a:cubicBezTo>
                      <a:cubicBezTo>
                        <a:pt x="108" y="155"/>
                        <a:pt x="111" y="165"/>
                        <a:pt x="118" y="165"/>
                      </a:cubicBezTo>
                      <a:cubicBezTo>
                        <a:pt x="119" y="163"/>
                        <a:pt x="125" y="161"/>
                        <a:pt x="125" y="152"/>
                      </a:cubicBezTo>
                      <a:cubicBezTo>
                        <a:pt x="125" y="143"/>
                        <a:pt x="120" y="120"/>
                        <a:pt x="117" y="116"/>
                      </a:cubicBezTo>
                      <a:cubicBezTo>
                        <a:pt x="117" y="118"/>
                        <a:pt x="116" y="118"/>
                        <a:pt x="116" y="120"/>
                      </a:cubicBezTo>
                      <a:cubicBezTo>
                        <a:pt x="116" y="123"/>
                        <a:pt x="115" y="121"/>
                        <a:pt x="115" y="124"/>
                      </a:cubicBezTo>
                      <a:cubicBezTo>
                        <a:pt x="115" y="125"/>
                        <a:pt x="115" y="125"/>
                        <a:pt x="115" y="125"/>
                      </a:cubicBezTo>
                      <a:cubicBezTo>
                        <a:pt x="115" y="126"/>
                        <a:pt x="114" y="129"/>
                        <a:pt x="112" y="129"/>
                      </a:cubicBezTo>
                      <a:cubicBezTo>
                        <a:pt x="109" y="129"/>
                        <a:pt x="109" y="129"/>
                        <a:pt x="109" y="129"/>
                      </a:cubicBezTo>
                      <a:cubicBezTo>
                        <a:pt x="105" y="129"/>
                        <a:pt x="102" y="110"/>
                        <a:pt x="100" y="105"/>
                      </a:cubicBezTo>
                      <a:cubicBezTo>
                        <a:pt x="98" y="101"/>
                        <a:pt x="98" y="97"/>
                        <a:pt x="97" y="92"/>
                      </a:cubicBezTo>
                      <a:cubicBezTo>
                        <a:pt x="96" y="87"/>
                        <a:pt x="94" y="86"/>
                        <a:pt x="94" y="79"/>
                      </a:cubicBezTo>
                      <a:cubicBezTo>
                        <a:pt x="94" y="76"/>
                        <a:pt x="94" y="76"/>
                        <a:pt x="94" y="76"/>
                      </a:cubicBezTo>
                      <a:cubicBezTo>
                        <a:pt x="94" y="65"/>
                        <a:pt x="110" y="67"/>
                        <a:pt x="110" y="61"/>
                      </a:cubicBezTo>
                      <a:cubicBezTo>
                        <a:pt x="110" y="60"/>
                        <a:pt x="110" y="60"/>
                        <a:pt x="110" y="60"/>
                      </a:cubicBezTo>
                      <a:cubicBezTo>
                        <a:pt x="110" y="58"/>
                        <a:pt x="109" y="57"/>
                        <a:pt x="108" y="57"/>
                      </a:cubicBezTo>
                      <a:cubicBezTo>
                        <a:pt x="105" y="57"/>
                        <a:pt x="105" y="57"/>
                        <a:pt x="105" y="57"/>
                      </a:cubicBezTo>
                      <a:cubicBezTo>
                        <a:pt x="104" y="57"/>
                        <a:pt x="104" y="57"/>
                        <a:pt x="104" y="57"/>
                      </a:cubicBezTo>
                      <a:cubicBezTo>
                        <a:pt x="103" y="58"/>
                        <a:pt x="102" y="59"/>
                        <a:pt x="101" y="59"/>
                      </a:cubicBezTo>
                      <a:cubicBezTo>
                        <a:pt x="99" y="60"/>
                        <a:pt x="99" y="59"/>
                        <a:pt x="97" y="60"/>
                      </a:cubicBezTo>
                      <a:cubicBezTo>
                        <a:pt x="95" y="59"/>
                        <a:pt x="91" y="56"/>
                        <a:pt x="91" y="54"/>
                      </a:cubicBezTo>
                      <a:cubicBezTo>
                        <a:pt x="91" y="41"/>
                        <a:pt x="91" y="41"/>
                        <a:pt x="91" y="41"/>
                      </a:cubicBezTo>
                      <a:lnTo>
                        <a:pt x="91" y="29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43" name="íšlïďè"/>
                <p:cNvSpPr/>
                <p:nvPr/>
              </p:nvSpPr>
              <p:spPr bwMode="auto">
                <a:xfrm>
                  <a:off x="5478463" y="3581400"/>
                  <a:ext cx="46038" cy="76200"/>
                </a:xfrm>
                <a:custGeom>
                  <a:avLst/>
                  <a:gdLst>
                    <a:gd name="T0" fmla="*/ 14 w 14"/>
                    <a:gd name="T1" fmla="*/ 15 h 23"/>
                    <a:gd name="T2" fmla="*/ 10 w 14"/>
                    <a:gd name="T3" fmla="*/ 6 h 23"/>
                    <a:gd name="T4" fmla="*/ 3 w 14"/>
                    <a:gd name="T5" fmla="*/ 0 h 23"/>
                    <a:gd name="T6" fmla="*/ 0 w 14"/>
                    <a:gd name="T7" fmla="*/ 3 h 23"/>
                    <a:gd name="T8" fmla="*/ 5 w 14"/>
                    <a:gd name="T9" fmla="*/ 11 h 23"/>
                    <a:gd name="T10" fmla="*/ 5 w 14"/>
                    <a:gd name="T11" fmla="*/ 12 h 23"/>
                    <a:gd name="T12" fmla="*/ 5 w 14"/>
                    <a:gd name="T13" fmla="*/ 14 h 23"/>
                    <a:gd name="T14" fmla="*/ 5 w 14"/>
                    <a:gd name="T15" fmla="*/ 15 h 23"/>
                    <a:gd name="T16" fmla="*/ 2 w 14"/>
                    <a:gd name="T17" fmla="*/ 19 h 23"/>
                    <a:gd name="T18" fmla="*/ 2 w 14"/>
                    <a:gd name="T19" fmla="*/ 22 h 23"/>
                    <a:gd name="T20" fmla="*/ 5 w 14"/>
                    <a:gd name="T21" fmla="*/ 23 h 23"/>
                    <a:gd name="T22" fmla="*/ 6 w 14"/>
                    <a:gd name="T23" fmla="*/ 23 h 23"/>
                    <a:gd name="T24" fmla="*/ 11 w 14"/>
                    <a:gd name="T25" fmla="*/ 20 h 23"/>
                    <a:gd name="T26" fmla="*/ 14 w 14"/>
                    <a:gd name="T27" fmla="*/ 15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4" h="23">
                      <a:moveTo>
                        <a:pt x="14" y="15"/>
                      </a:moveTo>
                      <a:cubicBezTo>
                        <a:pt x="14" y="11"/>
                        <a:pt x="12" y="9"/>
                        <a:pt x="10" y="6"/>
                      </a:cubicBezTo>
                      <a:cubicBezTo>
                        <a:pt x="8" y="5"/>
                        <a:pt x="3" y="1"/>
                        <a:pt x="3" y="0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5" y="12"/>
                        <a:pt x="5" y="12"/>
                        <a:pt x="5" y="12"/>
                      </a:cubicBez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5" y="15"/>
                        <a:pt x="5" y="15"/>
                        <a:pt x="5" y="15"/>
                      </a:cubicBezTo>
                      <a:cubicBezTo>
                        <a:pt x="2" y="19"/>
                        <a:pt x="2" y="19"/>
                        <a:pt x="2" y="19"/>
                      </a:cubicBezTo>
                      <a:cubicBezTo>
                        <a:pt x="2" y="22"/>
                        <a:pt x="2" y="22"/>
                        <a:pt x="2" y="22"/>
                      </a:cubicBezTo>
                      <a:cubicBezTo>
                        <a:pt x="5" y="23"/>
                        <a:pt x="5" y="23"/>
                        <a:pt x="5" y="23"/>
                      </a:cubicBezTo>
                      <a:cubicBezTo>
                        <a:pt x="6" y="23"/>
                        <a:pt x="6" y="23"/>
                        <a:pt x="6" y="23"/>
                      </a:cubicBezTo>
                      <a:cubicBezTo>
                        <a:pt x="7" y="23"/>
                        <a:pt x="11" y="21"/>
                        <a:pt x="11" y="20"/>
                      </a:cubicBezTo>
                      <a:cubicBezTo>
                        <a:pt x="13" y="19"/>
                        <a:pt x="13" y="17"/>
                        <a:pt x="14" y="1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44" name="işḷîḑe"/>
                <p:cNvSpPr/>
                <p:nvPr/>
              </p:nvSpPr>
              <p:spPr bwMode="auto">
                <a:xfrm>
                  <a:off x="6310313" y="3136900"/>
                  <a:ext cx="406400" cy="554038"/>
                </a:xfrm>
                <a:custGeom>
                  <a:avLst/>
                  <a:gdLst>
                    <a:gd name="T0" fmla="*/ 101 w 123"/>
                    <a:gd name="T1" fmla="*/ 9 h 166"/>
                    <a:gd name="T2" fmla="*/ 96 w 123"/>
                    <a:gd name="T3" fmla="*/ 0 h 166"/>
                    <a:gd name="T4" fmla="*/ 76 w 123"/>
                    <a:gd name="T5" fmla="*/ 23 h 166"/>
                    <a:gd name="T6" fmla="*/ 66 w 123"/>
                    <a:gd name="T7" fmla="*/ 20 h 166"/>
                    <a:gd name="T8" fmla="*/ 69 w 123"/>
                    <a:gd name="T9" fmla="*/ 29 h 166"/>
                    <a:gd name="T10" fmla="*/ 64 w 123"/>
                    <a:gd name="T11" fmla="*/ 38 h 166"/>
                    <a:gd name="T12" fmla="*/ 71 w 123"/>
                    <a:gd name="T13" fmla="*/ 37 h 166"/>
                    <a:gd name="T14" fmla="*/ 78 w 123"/>
                    <a:gd name="T15" fmla="*/ 38 h 166"/>
                    <a:gd name="T16" fmla="*/ 104 w 123"/>
                    <a:gd name="T17" fmla="*/ 37 h 166"/>
                    <a:gd name="T18" fmla="*/ 97 w 123"/>
                    <a:gd name="T19" fmla="*/ 43 h 166"/>
                    <a:gd name="T20" fmla="*/ 85 w 123"/>
                    <a:gd name="T21" fmla="*/ 56 h 166"/>
                    <a:gd name="T22" fmla="*/ 78 w 123"/>
                    <a:gd name="T23" fmla="*/ 67 h 166"/>
                    <a:gd name="T24" fmla="*/ 72 w 123"/>
                    <a:gd name="T25" fmla="*/ 62 h 166"/>
                    <a:gd name="T26" fmla="*/ 72 w 123"/>
                    <a:gd name="T27" fmla="*/ 48 h 166"/>
                    <a:gd name="T28" fmla="*/ 63 w 123"/>
                    <a:gd name="T29" fmla="*/ 57 h 166"/>
                    <a:gd name="T30" fmla="*/ 56 w 123"/>
                    <a:gd name="T31" fmla="*/ 57 h 166"/>
                    <a:gd name="T32" fmla="*/ 61 w 123"/>
                    <a:gd name="T33" fmla="*/ 66 h 166"/>
                    <a:gd name="T34" fmla="*/ 59 w 123"/>
                    <a:gd name="T35" fmla="*/ 70 h 166"/>
                    <a:gd name="T36" fmla="*/ 68 w 123"/>
                    <a:gd name="T37" fmla="*/ 74 h 166"/>
                    <a:gd name="T38" fmla="*/ 68 w 123"/>
                    <a:gd name="T39" fmla="*/ 78 h 166"/>
                    <a:gd name="T40" fmla="*/ 40 w 123"/>
                    <a:gd name="T41" fmla="*/ 92 h 166"/>
                    <a:gd name="T42" fmla="*/ 24 w 123"/>
                    <a:gd name="T43" fmla="*/ 99 h 166"/>
                    <a:gd name="T44" fmla="*/ 3 w 123"/>
                    <a:gd name="T45" fmla="*/ 105 h 166"/>
                    <a:gd name="T46" fmla="*/ 2 w 123"/>
                    <a:gd name="T47" fmla="*/ 112 h 166"/>
                    <a:gd name="T48" fmla="*/ 14 w 123"/>
                    <a:gd name="T49" fmla="*/ 120 h 166"/>
                    <a:gd name="T50" fmla="*/ 32 w 123"/>
                    <a:gd name="T51" fmla="*/ 108 h 166"/>
                    <a:gd name="T52" fmla="*/ 55 w 123"/>
                    <a:gd name="T53" fmla="*/ 93 h 166"/>
                    <a:gd name="T54" fmla="*/ 63 w 123"/>
                    <a:gd name="T55" fmla="*/ 89 h 166"/>
                    <a:gd name="T56" fmla="*/ 82 w 123"/>
                    <a:gd name="T57" fmla="*/ 83 h 166"/>
                    <a:gd name="T58" fmla="*/ 82 w 123"/>
                    <a:gd name="T59" fmla="*/ 86 h 166"/>
                    <a:gd name="T60" fmla="*/ 74 w 123"/>
                    <a:gd name="T61" fmla="*/ 97 h 166"/>
                    <a:gd name="T62" fmla="*/ 61 w 123"/>
                    <a:gd name="T63" fmla="*/ 107 h 166"/>
                    <a:gd name="T64" fmla="*/ 64 w 123"/>
                    <a:gd name="T65" fmla="*/ 118 h 166"/>
                    <a:gd name="T66" fmla="*/ 55 w 123"/>
                    <a:gd name="T67" fmla="*/ 126 h 166"/>
                    <a:gd name="T68" fmla="*/ 40 w 123"/>
                    <a:gd name="T69" fmla="*/ 129 h 166"/>
                    <a:gd name="T70" fmla="*/ 30 w 123"/>
                    <a:gd name="T71" fmla="*/ 130 h 166"/>
                    <a:gd name="T72" fmla="*/ 35 w 123"/>
                    <a:gd name="T73" fmla="*/ 141 h 166"/>
                    <a:gd name="T74" fmla="*/ 38 w 123"/>
                    <a:gd name="T75" fmla="*/ 141 h 166"/>
                    <a:gd name="T76" fmla="*/ 56 w 123"/>
                    <a:gd name="T77" fmla="*/ 133 h 166"/>
                    <a:gd name="T78" fmla="*/ 63 w 123"/>
                    <a:gd name="T79" fmla="*/ 141 h 166"/>
                    <a:gd name="T80" fmla="*/ 56 w 123"/>
                    <a:gd name="T81" fmla="*/ 154 h 166"/>
                    <a:gd name="T82" fmla="*/ 53 w 123"/>
                    <a:gd name="T83" fmla="*/ 154 h 166"/>
                    <a:gd name="T84" fmla="*/ 49 w 123"/>
                    <a:gd name="T85" fmla="*/ 154 h 166"/>
                    <a:gd name="T86" fmla="*/ 46 w 123"/>
                    <a:gd name="T87" fmla="*/ 156 h 166"/>
                    <a:gd name="T88" fmla="*/ 56 w 123"/>
                    <a:gd name="T89" fmla="*/ 166 h 166"/>
                    <a:gd name="T90" fmla="*/ 71 w 123"/>
                    <a:gd name="T91" fmla="*/ 160 h 166"/>
                    <a:gd name="T92" fmla="*/ 75 w 123"/>
                    <a:gd name="T93" fmla="*/ 146 h 166"/>
                    <a:gd name="T94" fmla="*/ 80 w 123"/>
                    <a:gd name="T95" fmla="*/ 124 h 166"/>
                    <a:gd name="T96" fmla="*/ 94 w 123"/>
                    <a:gd name="T97" fmla="*/ 120 h 166"/>
                    <a:gd name="T98" fmla="*/ 81 w 123"/>
                    <a:gd name="T99" fmla="*/ 117 h 166"/>
                    <a:gd name="T100" fmla="*/ 72 w 123"/>
                    <a:gd name="T101" fmla="*/ 107 h 166"/>
                    <a:gd name="T102" fmla="*/ 78 w 123"/>
                    <a:gd name="T103" fmla="*/ 96 h 166"/>
                    <a:gd name="T104" fmla="*/ 92 w 123"/>
                    <a:gd name="T105" fmla="*/ 89 h 166"/>
                    <a:gd name="T106" fmla="*/ 102 w 123"/>
                    <a:gd name="T107" fmla="*/ 78 h 166"/>
                    <a:gd name="T108" fmla="*/ 95 w 123"/>
                    <a:gd name="T109" fmla="*/ 61 h 166"/>
                    <a:gd name="T110" fmla="*/ 109 w 123"/>
                    <a:gd name="T111" fmla="*/ 48 h 166"/>
                    <a:gd name="T112" fmla="*/ 116 w 123"/>
                    <a:gd name="T113" fmla="*/ 42 h 166"/>
                    <a:gd name="T114" fmla="*/ 121 w 123"/>
                    <a:gd name="T115" fmla="*/ 32 h 166"/>
                    <a:gd name="T116" fmla="*/ 116 w 123"/>
                    <a:gd name="T117" fmla="*/ 17 h 166"/>
                    <a:gd name="T118" fmla="*/ 104 w 123"/>
                    <a:gd name="T119" fmla="*/ 20 h 166"/>
                    <a:gd name="T120" fmla="*/ 93 w 123"/>
                    <a:gd name="T121" fmla="*/ 21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123" h="166">
                      <a:moveTo>
                        <a:pt x="93" y="21"/>
                      </a:moveTo>
                      <a:cubicBezTo>
                        <a:pt x="94" y="14"/>
                        <a:pt x="98" y="14"/>
                        <a:pt x="101" y="9"/>
                      </a:cubicBezTo>
                      <a:cubicBezTo>
                        <a:pt x="101" y="8"/>
                        <a:pt x="101" y="8"/>
                        <a:pt x="101" y="8"/>
                      </a:cubicBezTo>
                      <a:cubicBezTo>
                        <a:pt x="101" y="5"/>
                        <a:pt x="97" y="1"/>
                        <a:pt x="96" y="0"/>
                      </a:cubicBezTo>
                      <a:cubicBezTo>
                        <a:pt x="89" y="3"/>
                        <a:pt x="91" y="6"/>
                        <a:pt x="88" y="13"/>
                      </a:cubicBezTo>
                      <a:cubicBezTo>
                        <a:pt x="85" y="17"/>
                        <a:pt x="82" y="23"/>
                        <a:pt x="76" y="23"/>
                      </a:cubicBezTo>
                      <a:cubicBezTo>
                        <a:pt x="75" y="23"/>
                        <a:pt x="70" y="18"/>
                        <a:pt x="67" y="17"/>
                      </a:cubicBezTo>
                      <a:cubicBezTo>
                        <a:pt x="66" y="20"/>
                        <a:pt x="66" y="20"/>
                        <a:pt x="66" y="20"/>
                      </a:cubicBezTo>
                      <a:cubicBezTo>
                        <a:pt x="67" y="23"/>
                        <a:pt x="69" y="24"/>
                        <a:pt x="69" y="28"/>
                      </a:cubicBezTo>
                      <a:cubicBezTo>
                        <a:pt x="69" y="29"/>
                        <a:pt x="69" y="29"/>
                        <a:pt x="69" y="29"/>
                      </a:cubicBezTo>
                      <a:cubicBezTo>
                        <a:pt x="69" y="29"/>
                        <a:pt x="63" y="36"/>
                        <a:pt x="62" y="37"/>
                      </a:cubicBezTo>
                      <a:cubicBezTo>
                        <a:pt x="63" y="38"/>
                        <a:pt x="61" y="38"/>
                        <a:pt x="64" y="38"/>
                      </a:cubicBezTo>
                      <a:cubicBezTo>
                        <a:pt x="64" y="38"/>
                        <a:pt x="64" y="38"/>
                        <a:pt x="64" y="38"/>
                      </a:cubicBezTo>
                      <a:cubicBezTo>
                        <a:pt x="71" y="37"/>
                        <a:pt x="71" y="37"/>
                        <a:pt x="71" y="37"/>
                      </a:cubicBezTo>
                      <a:cubicBezTo>
                        <a:pt x="74" y="37"/>
                        <a:pt x="74" y="38"/>
                        <a:pt x="78" y="38"/>
                      </a:cubicBezTo>
                      <a:cubicBezTo>
                        <a:pt x="78" y="38"/>
                        <a:pt x="78" y="38"/>
                        <a:pt x="78" y="38"/>
                      </a:cubicBezTo>
                      <a:cubicBezTo>
                        <a:pt x="79" y="38"/>
                        <a:pt x="84" y="33"/>
                        <a:pt x="91" y="32"/>
                      </a:cubicBezTo>
                      <a:cubicBezTo>
                        <a:pt x="96" y="31"/>
                        <a:pt x="104" y="30"/>
                        <a:pt x="104" y="37"/>
                      </a:cubicBezTo>
                      <a:cubicBezTo>
                        <a:pt x="104" y="39"/>
                        <a:pt x="102" y="41"/>
                        <a:pt x="101" y="43"/>
                      </a:cubicBezTo>
                      <a:cubicBezTo>
                        <a:pt x="98" y="43"/>
                        <a:pt x="99" y="43"/>
                        <a:pt x="97" y="43"/>
                      </a:cubicBezTo>
                      <a:cubicBezTo>
                        <a:pt x="96" y="43"/>
                        <a:pt x="93" y="42"/>
                        <a:pt x="92" y="41"/>
                      </a:cubicBezTo>
                      <a:cubicBezTo>
                        <a:pt x="85" y="46"/>
                        <a:pt x="88" y="49"/>
                        <a:pt x="85" y="56"/>
                      </a:cubicBezTo>
                      <a:cubicBezTo>
                        <a:pt x="84" y="57"/>
                        <a:pt x="81" y="64"/>
                        <a:pt x="81" y="64"/>
                      </a:cubicBezTo>
                      <a:cubicBezTo>
                        <a:pt x="80" y="66"/>
                        <a:pt x="80" y="64"/>
                        <a:pt x="78" y="67"/>
                      </a:cubicBezTo>
                      <a:cubicBezTo>
                        <a:pt x="77" y="70"/>
                        <a:pt x="78" y="68"/>
                        <a:pt x="76" y="70"/>
                      </a:cubicBezTo>
                      <a:cubicBezTo>
                        <a:pt x="74" y="67"/>
                        <a:pt x="72" y="66"/>
                        <a:pt x="72" y="62"/>
                      </a:cubicBezTo>
                      <a:cubicBezTo>
                        <a:pt x="72" y="61"/>
                        <a:pt x="75" y="55"/>
                        <a:pt x="76" y="54"/>
                      </a:cubicBezTo>
                      <a:cubicBezTo>
                        <a:pt x="75" y="51"/>
                        <a:pt x="75" y="48"/>
                        <a:pt x="72" y="48"/>
                      </a:cubicBezTo>
                      <a:cubicBezTo>
                        <a:pt x="71" y="48"/>
                        <a:pt x="70" y="49"/>
                        <a:pt x="70" y="49"/>
                      </a:cubicBezTo>
                      <a:cubicBezTo>
                        <a:pt x="70" y="55"/>
                        <a:pt x="67" y="55"/>
                        <a:pt x="63" y="57"/>
                      </a:cubicBezTo>
                      <a:cubicBezTo>
                        <a:pt x="62" y="56"/>
                        <a:pt x="60" y="55"/>
                        <a:pt x="59" y="55"/>
                      </a:cubicBezTo>
                      <a:cubicBezTo>
                        <a:pt x="58" y="55"/>
                        <a:pt x="56" y="57"/>
                        <a:pt x="56" y="57"/>
                      </a:cubicBezTo>
                      <a:cubicBezTo>
                        <a:pt x="58" y="60"/>
                        <a:pt x="59" y="60"/>
                        <a:pt x="61" y="64"/>
                      </a:cubicBezTo>
                      <a:cubicBezTo>
                        <a:pt x="61" y="66"/>
                        <a:pt x="61" y="66"/>
                        <a:pt x="61" y="66"/>
                      </a:cubicBezTo>
                      <a:cubicBezTo>
                        <a:pt x="61" y="67"/>
                        <a:pt x="61" y="67"/>
                        <a:pt x="61" y="67"/>
                      </a:cubicBezTo>
                      <a:cubicBezTo>
                        <a:pt x="59" y="70"/>
                        <a:pt x="59" y="70"/>
                        <a:pt x="59" y="70"/>
                      </a:cubicBezTo>
                      <a:cubicBezTo>
                        <a:pt x="60" y="71"/>
                        <a:pt x="58" y="71"/>
                        <a:pt x="61" y="71"/>
                      </a:cubicBezTo>
                      <a:cubicBezTo>
                        <a:pt x="64" y="71"/>
                        <a:pt x="66" y="72"/>
                        <a:pt x="68" y="74"/>
                      </a:cubicBezTo>
                      <a:cubicBezTo>
                        <a:pt x="68" y="75"/>
                        <a:pt x="68" y="75"/>
                        <a:pt x="68" y="75"/>
                      </a:cubicBezTo>
                      <a:cubicBezTo>
                        <a:pt x="68" y="78"/>
                        <a:pt x="68" y="78"/>
                        <a:pt x="68" y="78"/>
                      </a:cubicBezTo>
                      <a:cubicBezTo>
                        <a:pt x="68" y="82"/>
                        <a:pt x="58" y="85"/>
                        <a:pt x="55" y="86"/>
                      </a:cubicBezTo>
                      <a:cubicBezTo>
                        <a:pt x="50" y="88"/>
                        <a:pt x="44" y="91"/>
                        <a:pt x="40" y="92"/>
                      </a:cubicBezTo>
                      <a:cubicBezTo>
                        <a:pt x="36" y="94"/>
                        <a:pt x="35" y="94"/>
                        <a:pt x="32" y="96"/>
                      </a:cubicBezTo>
                      <a:cubicBezTo>
                        <a:pt x="29" y="97"/>
                        <a:pt x="27" y="97"/>
                        <a:pt x="24" y="99"/>
                      </a:cubicBezTo>
                      <a:cubicBezTo>
                        <a:pt x="20" y="101"/>
                        <a:pt x="13" y="104"/>
                        <a:pt x="9" y="104"/>
                      </a:cubicBezTo>
                      <a:cubicBezTo>
                        <a:pt x="3" y="105"/>
                        <a:pt x="3" y="105"/>
                        <a:pt x="3" y="105"/>
                      </a:cubicBezTo>
                      <a:cubicBezTo>
                        <a:pt x="1" y="105"/>
                        <a:pt x="1" y="106"/>
                        <a:pt x="0" y="107"/>
                      </a:cubicBezTo>
                      <a:cubicBezTo>
                        <a:pt x="0" y="108"/>
                        <a:pt x="0" y="111"/>
                        <a:pt x="2" y="112"/>
                      </a:cubicBezTo>
                      <a:cubicBezTo>
                        <a:pt x="4" y="114"/>
                        <a:pt x="3" y="114"/>
                        <a:pt x="5" y="115"/>
                      </a:cubicBezTo>
                      <a:cubicBezTo>
                        <a:pt x="6" y="116"/>
                        <a:pt x="12" y="119"/>
                        <a:pt x="14" y="120"/>
                      </a:cubicBezTo>
                      <a:cubicBezTo>
                        <a:pt x="15" y="119"/>
                        <a:pt x="15" y="119"/>
                        <a:pt x="17" y="119"/>
                      </a:cubicBezTo>
                      <a:cubicBezTo>
                        <a:pt x="20" y="119"/>
                        <a:pt x="30" y="110"/>
                        <a:pt x="32" y="108"/>
                      </a:cubicBezTo>
                      <a:cubicBezTo>
                        <a:pt x="36" y="104"/>
                        <a:pt x="42" y="101"/>
                        <a:pt x="47" y="98"/>
                      </a:cubicBezTo>
                      <a:cubicBezTo>
                        <a:pt x="50" y="96"/>
                        <a:pt x="52" y="95"/>
                        <a:pt x="55" y="93"/>
                      </a:cubicBezTo>
                      <a:cubicBezTo>
                        <a:pt x="57" y="92"/>
                        <a:pt x="58" y="92"/>
                        <a:pt x="59" y="91"/>
                      </a:cubicBezTo>
                      <a:cubicBezTo>
                        <a:pt x="61" y="90"/>
                        <a:pt x="61" y="90"/>
                        <a:pt x="63" y="89"/>
                      </a:cubicBezTo>
                      <a:cubicBezTo>
                        <a:pt x="68" y="87"/>
                        <a:pt x="74" y="80"/>
                        <a:pt x="79" y="80"/>
                      </a:cubicBezTo>
                      <a:cubicBezTo>
                        <a:pt x="81" y="80"/>
                        <a:pt x="82" y="82"/>
                        <a:pt x="82" y="83"/>
                      </a:cubicBezTo>
                      <a:cubicBezTo>
                        <a:pt x="82" y="85"/>
                        <a:pt x="82" y="85"/>
                        <a:pt x="82" y="85"/>
                      </a:cubicBezTo>
                      <a:cubicBezTo>
                        <a:pt x="82" y="86"/>
                        <a:pt x="82" y="86"/>
                        <a:pt x="82" y="86"/>
                      </a:cubicBezTo>
                      <a:cubicBezTo>
                        <a:pt x="80" y="90"/>
                        <a:pt x="79" y="89"/>
                        <a:pt x="78" y="93"/>
                      </a:cubicBezTo>
                      <a:cubicBezTo>
                        <a:pt x="75" y="94"/>
                        <a:pt x="75" y="94"/>
                        <a:pt x="74" y="97"/>
                      </a:cubicBezTo>
                      <a:cubicBezTo>
                        <a:pt x="69" y="98"/>
                        <a:pt x="71" y="99"/>
                        <a:pt x="67" y="101"/>
                      </a:cubicBezTo>
                      <a:cubicBezTo>
                        <a:pt x="63" y="103"/>
                        <a:pt x="63" y="103"/>
                        <a:pt x="61" y="107"/>
                      </a:cubicBezTo>
                      <a:cubicBezTo>
                        <a:pt x="61" y="110"/>
                        <a:pt x="64" y="114"/>
                        <a:pt x="64" y="117"/>
                      </a:cubicBezTo>
                      <a:cubicBezTo>
                        <a:pt x="64" y="118"/>
                        <a:pt x="64" y="118"/>
                        <a:pt x="64" y="118"/>
                      </a:cubicBezTo>
                      <a:cubicBezTo>
                        <a:pt x="64" y="119"/>
                        <a:pt x="64" y="119"/>
                        <a:pt x="64" y="119"/>
                      </a:cubicBezTo>
                      <a:cubicBezTo>
                        <a:pt x="61" y="123"/>
                        <a:pt x="60" y="125"/>
                        <a:pt x="55" y="126"/>
                      </a:cubicBezTo>
                      <a:cubicBezTo>
                        <a:pt x="51" y="127"/>
                        <a:pt x="43" y="129"/>
                        <a:pt x="41" y="129"/>
                      </a:cubicBezTo>
                      <a:cubicBezTo>
                        <a:pt x="40" y="129"/>
                        <a:pt x="40" y="129"/>
                        <a:pt x="40" y="129"/>
                      </a:cubicBezTo>
                      <a:cubicBezTo>
                        <a:pt x="32" y="130"/>
                        <a:pt x="32" y="130"/>
                        <a:pt x="32" y="130"/>
                      </a:cubicBezTo>
                      <a:cubicBezTo>
                        <a:pt x="30" y="130"/>
                        <a:pt x="30" y="130"/>
                        <a:pt x="30" y="130"/>
                      </a:cubicBezTo>
                      <a:cubicBezTo>
                        <a:pt x="27" y="132"/>
                        <a:pt x="27" y="132"/>
                        <a:pt x="27" y="132"/>
                      </a:cubicBezTo>
                      <a:cubicBezTo>
                        <a:pt x="30" y="136"/>
                        <a:pt x="30" y="138"/>
                        <a:pt x="35" y="141"/>
                      </a:cubicBezTo>
                      <a:cubicBezTo>
                        <a:pt x="36" y="141"/>
                        <a:pt x="36" y="141"/>
                        <a:pt x="36" y="141"/>
                      </a:cubicBezTo>
                      <a:cubicBezTo>
                        <a:pt x="38" y="141"/>
                        <a:pt x="38" y="141"/>
                        <a:pt x="38" y="141"/>
                      </a:cubicBezTo>
                      <a:cubicBezTo>
                        <a:pt x="39" y="141"/>
                        <a:pt x="39" y="141"/>
                        <a:pt x="39" y="141"/>
                      </a:cubicBezTo>
                      <a:cubicBezTo>
                        <a:pt x="43" y="138"/>
                        <a:pt x="51" y="133"/>
                        <a:pt x="56" y="133"/>
                      </a:cubicBezTo>
                      <a:cubicBezTo>
                        <a:pt x="58" y="133"/>
                        <a:pt x="58" y="133"/>
                        <a:pt x="58" y="133"/>
                      </a:cubicBezTo>
                      <a:cubicBezTo>
                        <a:pt x="62" y="133"/>
                        <a:pt x="63" y="137"/>
                        <a:pt x="63" y="141"/>
                      </a:cubicBezTo>
                      <a:cubicBezTo>
                        <a:pt x="63" y="143"/>
                        <a:pt x="63" y="143"/>
                        <a:pt x="63" y="143"/>
                      </a:cubicBezTo>
                      <a:cubicBezTo>
                        <a:pt x="63" y="150"/>
                        <a:pt x="60" y="152"/>
                        <a:pt x="56" y="154"/>
                      </a:cubicBezTo>
                      <a:cubicBezTo>
                        <a:pt x="55" y="154"/>
                        <a:pt x="55" y="154"/>
                        <a:pt x="55" y="154"/>
                      </a:cubicBezTo>
                      <a:cubicBezTo>
                        <a:pt x="53" y="154"/>
                        <a:pt x="53" y="154"/>
                        <a:pt x="53" y="154"/>
                      </a:cubicBezTo>
                      <a:cubicBezTo>
                        <a:pt x="52" y="154"/>
                        <a:pt x="52" y="154"/>
                        <a:pt x="51" y="153"/>
                      </a:cubicBezTo>
                      <a:cubicBezTo>
                        <a:pt x="50" y="154"/>
                        <a:pt x="50" y="154"/>
                        <a:pt x="49" y="154"/>
                      </a:cubicBezTo>
                      <a:cubicBezTo>
                        <a:pt x="47" y="154"/>
                        <a:pt x="47" y="154"/>
                        <a:pt x="47" y="154"/>
                      </a:cubicBezTo>
                      <a:cubicBezTo>
                        <a:pt x="47" y="155"/>
                        <a:pt x="46" y="155"/>
                        <a:pt x="46" y="156"/>
                      </a:cubicBezTo>
                      <a:cubicBezTo>
                        <a:pt x="46" y="158"/>
                        <a:pt x="53" y="165"/>
                        <a:pt x="55" y="166"/>
                      </a:cubicBezTo>
                      <a:cubicBezTo>
                        <a:pt x="56" y="166"/>
                        <a:pt x="56" y="166"/>
                        <a:pt x="56" y="166"/>
                      </a:cubicBezTo>
                      <a:cubicBezTo>
                        <a:pt x="61" y="166"/>
                        <a:pt x="61" y="166"/>
                        <a:pt x="61" y="166"/>
                      </a:cubicBezTo>
                      <a:cubicBezTo>
                        <a:pt x="66" y="166"/>
                        <a:pt x="69" y="163"/>
                        <a:pt x="71" y="160"/>
                      </a:cubicBezTo>
                      <a:cubicBezTo>
                        <a:pt x="74" y="155"/>
                        <a:pt x="74" y="151"/>
                        <a:pt x="76" y="148"/>
                      </a:cubicBezTo>
                      <a:cubicBezTo>
                        <a:pt x="75" y="146"/>
                        <a:pt x="75" y="148"/>
                        <a:pt x="75" y="146"/>
                      </a:cubicBezTo>
                      <a:cubicBezTo>
                        <a:pt x="75" y="138"/>
                        <a:pt x="75" y="138"/>
                        <a:pt x="75" y="138"/>
                      </a:cubicBezTo>
                      <a:cubicBezTo>
                        <a:pt x="75" y="130"/>
                        <a:pt x="74" y="128"/>
                        <a:pt x="80" y="124"/>
                      </a:cubicBezTo>
                      <a:cubicBezTo>
                        <a:pt x="81" y="124"/>
                        <a:pt x="81" y="124"/>
                        <a:pt x="81" y="124"/>
                      </a:cubicBezTo>
                      <a:cubicBezTo>
                        <a:pt x="90" y="124"/>
                        <a:pt x="90" y="127"/>
                        <a:pt x="94" y="120"/>
                      </a:cubicBezTo>
                      <a:cubicBezTo>
                        <a:pt x="92" y="117"/>
                        <a:pt x="91" y="116"/>
                        <a:pt x="88" y="115"/>
                      </a:cubicBezTo>
                      <a:cubicBezTo>
                        <a:pt x="86" y="116"/>
                        <a:pt x="84" y="117"/>
                        <a:pt x="81" y="117"/>
                      </a:cubicBezTo>
                      <a:cubicBezTo>
                        <a:pt x="79" y="117"/>
                        <a:pt x="79" y="117"/>
                        <a:pt x="79" y="117"/>
                      </a:cubicBezTo>
                      <a:cubicBezTo>
                        <a:pt x="77" y="116"/>
                        <a:pt x="72" y="109"/>
                        <a:pt x="72" y="107"/>
                      </a:cubicBezTo>
                      <a:cubicBezTo>
                        <a:pt x="72" y="105"/>
                        <a:pt x="72" y="105"/>
                        <a:pt x="72" y="105"/>
                      </a:cubicBezTo>
                      <a:cubicBezTo>
                        <a:pt x="72" y="99"/>
                        <a:pt x="75" y="100"/>
                        <a:pt x="78" y="96"/>
                      </a:cubicBezTo>
                      <a:cubicBezTo>
                        <a:pt x="80" y="96"/>
                        <a:pt x="80" y="96"/>
                        <a:pt x="80" y="96"/>
                      </a:cubicBezTo>
                      <a:cubicBezTo>
                        <a:pt x="82" y="93"/>
                        <a:pt x="89" y="90"/>
                        <a:pt x="92" y="89"/>
                      </a:cubicBezTo>
                      <a:cubicBezTo>
                        <a:pt x="95" y="87"/>
                        <a:pt x="101" y="83"/>
                        <a:pt x="101" y="80"/>
                      </a:cubicBezTo>
                      <a:cubicBezTo>
                        <a:pt x="101" y="77"/>
                        <a:pt x="101" y="79"/>
                        <a:pt x="102" y="78"/>
                      </a:cubicBezTo>
                      <a:cubicBezTo>
                        <a:pt x="101" y="77"/>
                        <a:pt x="101" y="79"/>
                        <a:pt x="101" y="77"/>
                      </a:cubicBezTo>
                      <a:cubicBezTo>
                        <a:pt x="101" y="73"/>
                        <a:pt x="96" y="64"/>
                        <a:pt x="95" y="61"/>
                      </a:cubicBezTo>
                      <a:cubicBezTo>
                        <a:pt x="95" y="61"/>
                        <a:pt x="101" y="55"/>
                        <a:pt x="102" y="55"/>
                      </a:cubicBezTo>
                      <a:cubicBezTo>
                        <a:pt x="104" y="52"/>
                        <a:pt x="106" y="51"/>
                        <a:pt x="109" y="48"/>
                      </a:cubicBezTo>
                      <a:cubicBezTo>
                        <a:pt x="110" y="47"/>
                        <a:pt x="112" y="46"/>
                        <a:pt x="113" y="45"/>
                      </a:cubicBezTo>
                      <a:cubicBezTo>
                        <a:pt x="114" y="44"/>
                        <a:pt x="115" y="43"/>
                        <a:pt x="116" y="42"/>
                      </a:cubicBezTo>
                      <a:cubicBezTo>
                        <a:pt x="118" y="39"/>
                        <a:pt x="118" y="35"/>
                        <a:pt x="121" y="34"/>
                      </a:cubicBezTo>
                      <a:cubicBezTo>
                        <a:pt x="121" y="32"/>
                        <a:pt x="121" y="32"/>
                        <a:pt x="121" y="32"/>
                      </a:cubicBezTo>
                      <a:cubicBezTo>
                        <a:pt x="121" y="27"/>
                        <a:pt x="123" y="30"/>
                        <a:pt x="120" y="24"/>
                      </a:cubicBezTo>
                      <a:cubicBezTo>
                        <a:pt x="118" y="20"/>
                        <a:pt x="118" y="20"/>
                        <a:pt x="116" y="17"/>
                      </a:cubicBezTo>
                      <a:cubicBezTo>
                        <a:pt x="113" y="17"/>
                        <a:pt x="113" y="17"/>
                        <a:pt x="113" y="17"/>
                      </a:cubicBezTo>
                      <a:cubicBezTo>
                        <a:pt x="111" y="17"/>
                        <a:pt x="105" y="19"/>
                        <a:pt x="104" y="20"/>
                      </a:cubicBezTo>
                      <a:cubicBezTo>
                        <a:pt x="101" y="23"/>
                        <a:pt x="102" y="23"/>
                        <a:pt x="96" y="24"/>
                      </a:cubicBezTo>
                      <a:lnTo>
                        <a:pt x="93" y="2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45" name="íṥḻiďê"/>
                <p:cNvSpPr/>
                <p:nvPr/>
              </p:nvSpPr>
              <p:spPr bwMode="auto">
                <a:xfrm>
                  <a:off x="5159376" y="3357563"/>
                  <a:ext cx="117475" cy="366713"/>
                </a:xfrm>
                <a:custGeom>
                  <a:avLst/>
                  <a:gdLst>
                    <a:gd name="T0" fmla="*/ 23 w 36"/>
                    <a:gd name="T1" fmla="*/ 14 h 110"/>
                    <a:gd name="T2" fmla="*/ 23 w 36"/>
                    <a:gd name="T3" fmla="*/ 12 h 110"/>
                    <a:gd name="T4" fmla="*/ 18 w 36"/>
                    <a:gd name="T5" fmla="*/ 6 h 110"/>
                    <a:gd name="T6" fmla="*/ 13 w 36"/>
                    <a:gd name="T7" fmla="*/ 0 h 110"/>
                    <a:gd name="T8" fmla="*/ 11 w 36"/>
                    <a:gd name="T9" fmla="*/ 4 h 110"/>
                    <a:gd name="T10" fmla="*/ 13 w 36"/>
                    <a:gd name="T11" fmla="*/ 16 h 110"/>
                    <a:gd name="T12" fmla="*/ 12 w 36"/>
                    <a:gd name="T13" fmla="*/ 34 h 110"/>
                    <a:gd name="T14" fmla="*/ 7 w 36"/>
                    <a:gd name="T15" fmla="*/ 65 h 110"/>
                    <a:gd name="T16" fmla="*/ 3 w 36"/>
                    <a:gd name="T17" fmla="*/ 80 h 110"/>
                    <a:gd name="T18" fmla="*/ 0 w 36"/>
                    <a:gd name="T19" fmla="*/ 95 h 110"/>
                    <a:gd name="T20" fmla="*/ 0 w 36"/>
                    <a:gd name="T21" fmla="*/ 98 h 110"/>
                    <a:gd name="T22" fmla="*/ 0 w 36"/>
                    <a:gd name="T23" fmla="*/ 100 h 110"/>
                    <a:gd name="T24" fmla="*/ 4 w 36"/>
                    <a:gd name="T25" fmla="*/ 105 h 110"/>
                    <a:gd name="T26" fmla="*/ 9 w 36"/>
                    <a:gd name="T27" fmla="*/ 110 h 110"/>
                    <a:gd name="T28" fmla="*/ 15 w 36"/>
                    <a:gd name="T29" fmla="*/ 104 h 110"/>
                    <a:gd name="T30" fmla="*/ 18 w 36"/>
                    <a:gd name="T31" fmla="*/ 96 h 110"/>
                    <a:gd name="T32" fmla="*/ 18 w 36"/>
                    <a:gd name="T33" fmla="*/ 90 h 110"/>
                    <a:gd name="T34" fmla="*/ 21 w 36"/>
                    <a:gd name="T35" fmla="*/ 71 h 110"/>
                    <a:gd name="T36" fmla="*/ 25 w 36"/>
                    <a:gd name="T37" fmla="*/ 53 h 110"/>
                    <a:gd name="T38" fmla="*/ 30 w 36"/>
                    <a:gd name="T39" fmla="*/ 36 h 110"/>
                    <a:gd name="T40" fmla="*/ 35 w 36"/>
                    <a:gd name="T41" fmla="*/ 20 h 110"/>
                    <a:gd name="T42" fmla="*/ 33 w 36"/>
                    <a:gd name="T43" fmla="*/ 20 h 110"/>
                    <a:gd name="T44" fmla="*/ 30 w 36"/>
                    <a:gd name="T45" fmla="*/ 22 h 110"/>
                    <a:gd name="T46" fmla="*/ 23 w 36"/>
                    <a:gd name="T47" fmla="*/ 17 h 110"/>
                    <a:gd name="T48" fmla="*/ 23 w 36"/>
                    <a:gd name="T49" fmla="*/ 15 h 110"/>
                    <a:gd name="T50" fmla="*/ 23 w 36"/>
                    <a:gd name="T51" fmla="*/ 14 h 1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6" h="110">
                      <a:moveTo>
                        <a:pt x="23" y="14"/>
                      </a:moveTo>
                      <a:cubicBezTo>
                        <a:pt x="23" y="12"/>
                        <a:pt x="23" y="12"/>
                        <a:pt x="23" y="12"/>
                      </a:cubicBezTo>
                      <a:cubicBezTo>
                        <a:pt x="21" y="8"/>
                        <a:pt x="22" y="9"/>
                        <a:pt x="18" y="6"/>
                      </a:cubicBezTo>
                      <a:cubicBezTo>
                        <a:pt x="17" y="4"/>
                        <a:pt x="15" y="2"/>
                        <a:pt x="13" y="0"/>
                      </a:cubicBezTo>
                      <a:cubicBezTo>
                        <a:pt x="12" y="1"/>
                        <a:pt x="11" y="3"/>
                        <a:pt x="11" y="4"/>
                      </a:cubicBezTo>
                      <a:cubicBezTo>
                        <a:pt x="11" y="7"/>
                        <a:pt x="13" y="12"/>
                        <a:pt x="13" y="16"/>
                      </a:cubicBezTo>
                      <a:cubicBezTo>
                        <a:pt x="12" y="34"/>
                        <a:pt x="12" y="34"/>
                        <a:pt x="12" y="34"/>
                      </a:cubicBezTo>
                      <a:cubicBezTo>
                        <a:pt x="12" y="43"/>
                        <a:pt x="9" y="56"/>
                        <a:pt x="7" y="65"/>
                      </a:cubicBezTo>
                      <a:cubicBezTo>
                        <a:pt x="6" y="72"/>
                        <a:pt x="4" y="75"/>
                        <a:pt x="3" y="80"/>
                      </a:cubicBezTo>
                      <a:cubicBezTo>
                        <a:pt x="2" y="85"/>
                        <a:pt x="0" y="91"/>
                        <a:pt x="0" y="95"/>
                      </a:cubicBezTo>
                      <a:cubicBezTo>
                        <a:pt x="0" y="98"/>
                        <a:pt x="0" y="98"/>
                        <a:pt x="0" y="98"/>
                      </a:cubicBezTo>
                      <a:cubicBezTo>
                        <a:pt x="0" y="100"/>
                        <a:pt x="0" y="100"/>
                        <a:pt x="0" y="100"/>
                      </a:cubicBezTo>
                      <a:cubicBezTo>
                        <a:pt x="2" y="102"/>
                        <a:pt x="2" y="103"/>
                        <a:pt x="4" y="105"/>
                      </a:cubicBezTo>
                      <a:cubicBezTo>
                        <a:pt x="6" y="108"/>
                        <a:pt x="7" y="108"/>
                        <a:pt x="9" y="110"/>
                      </a:cubicBezTo>
                      <a:cubicBezTo>
                        <a:pt x="12" y="108"/>
                        <a:pt x="13" y="108"/>
                        <a:pt x="15" y="104"/>
                      </a:cubicBezTo>
                      <a:cubicBezTo>
                        <a:pt x="16" y="102"/>
                        <a:pt x="18" y="99"/>
                        <a:pt x="18" y="96"/>
                      </a:cubicBezTo>
                      <a:cubicBezTo>
                        <a:pt x="18" y="90"/>
                        <a:pt x="18" y="90"/>
                        <a:pt x="18" y="90"/>
                      </a:cubicBezTo>
                      <a:cubicBezTo>
                        <a:pt x="18" y="83"/>
                        <a:pt x="20" y="77"/>
                        <a:pt x="21" y="71"/>
                      </a:cubicBezTo>
                      <a:cubicBezTo>
                        <a:pt x="23" y="65"/>
                        <a:pt x="23" y="59"/>
                        <a:pt x="25" y="53"/>
                      </a:cubicBezTo>
                      <a:cubicBezTo>
                        <a:pt x="26" y="47"/>
                        <a:pt x="29" y="42"/>
                        <a:pt x="30" y="36"/>
                      </a:cubicBezTo>
                      <a:cubicBezTo>
                        <a:pt x="31" y="28"/>
                        <a:pt x="34" y="27"/>
                        <a:pt x="35" y="20"/>
                      </a:cubicBezTo>
                      <a:cubicBezTo>
                        <a:pt x="34" y="19"/>
                        <a:pt x="36" y="20"/>
                        <a:pt x="33" y="20"/>
                      </a:cubicBezTo>
                      <a:cubicBezTo>
                        <a:pt x="33" y="20"/>
                        <a:pt x="30" y="22"/>
                        <a:pt x="30" y="22"/>
                      </a:cubicBezTo>
                      <a:cubicBezTo>
                        <a:pt x="25" y="21"/>
                        <a:pt x="25" y="21"/>
                        <a:pt x="23" y="17"/>
                      </a:cubicBezTo>
                      <a:cubicBezTo>
                        <a:pt x="23" y="15"/>
                        <a:pt x="23" y="15"/>
                        <a:pt x="23" y="15"/>
                      </a:cubicBezTo>
                      <a:lnTo>
                        <a:pt x="23" y="14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grpSp>
            <p:nvGrpSpPr>
              <p:cNvPr id="119" name="ïšľîḍê"/>
              <p:cNvGrpSpPr/>
              <p:nvPr/>
            </p:nvGrpSpPr>
            <p:grpSpPr>
              <a:xfrm>
                <a:off x="4412452" y="3781425"/>
                <a:ext cx="2312689" cy="166461"/>
                <a:chOff x="6986588" y="3521075"/>
                <a:chExt cx="1654176" cy="119063"/>
              </a:xfrm>
            </p:grpSpPr>
            <p:sp>
              <p:nvSpPr>
                <p:cNvPr id="120" name="îṩľîḑê"/>
                <p:cNvSpPr/>
                <p:nvPr/>
              </p:nvSpPr>
              <p:spPr bwMode="auto">
                <a:xfrm>
                  <a:off x="6986588" y="3521075"/>
                  <a:ext cx="155575" cy="119063"/>
                </a:xfrm>
                <a:custGeom>
                  <a:avLst/>
                  <a:gdLst>
                    <a:gd name="T0" fmla="*/ 84 w 98"/>
                    <a:gd name="T1" fmla="*/ 0 h 75"/>
                    <a:gd name="T2" fmla="*/ 59 w 98"/>
                    <a:gd name="T3" fmla="*/ 52 h 75"/>
                    <a:gd name="T4" fmla="*/ 57 w 98"/>
                    <a:gd name="T5" fmla="*/ 0 h 75"/>
                    <a:gd name="T6" fmla="*/ 40 w 98"/>
                    <a:gd name="T7" fmla="*/ 0 h 75"/>
                    <a:gd name="T8" fmla="*/ 15 w 98"/>
                    <a:gd name="T9" fmla="*/ 52 h 75"/>
                    <a:gd name="T10" fmla="*/ 15 w 98"/>
                    <a:gd name="T11" fmla="*/ 0 h 75"/>
                    <a:gd name="T12" fmla="*/ 0 w 98"/>
                    <a:gd name="T13" fmla="*/ 0 h 75"/>
                    <a:gd name="T14" fmla="*/ 2 w 98"/>
                    <a:gd name="T15" fmla="*/ 75 h 75"/>
                    <a:gd name="T16" fmla="*/ 19 w 98"/>
                    <a:gd name="T17" fmla="*/ 75 h 75"/>
                    <a:gd name="T18" fmla="*/ 44 w 98"/>
                    <a:gd name="T19" fmla="*/ 21 h 75"/>
                    <a:gd name="T20" fmla="*/ 46 w 98"/>
                    <a:gd name="T21" fmla="*/ 75 h 75"/>
                    <a:gd name="T22" fmla="*/ 63 w 98"/>
                    <a:gd name="T23" fmla="*/ 75 h 75"/>
                    <a:gd name="T24" fmla="*/ 98 w 98"/>
                    <a:gd name="T25" fmla="*/ 0 h 75"/>
                    <a:gd name="T26" fmla="*/ 84 w 98"/>
                    <a:gd name="T27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98" h="75">
                      <a:moveTo>
                        <a:pt x="84" y="0"/>
                      </a:moveTo>
                      <a:lnTo>
                        <a:pt x="59" y="52"/>
                      </a:lnTo>
                      <a:lnTo>
                        <a:pt x="57" y="0"/>
                      </a:lnTo>
                      <a:lnTo>
                        <a:pt x="40" y="0"/>
                      </a:lnTo>
                      <a:lnTo>
                        <a:pt x="15" y="52"/>
                      </a:ln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2" y="75"/>
                      </a:lnTo>
                      <a:lnTo>
                        <a:pt x="19" y="75"/>
                      </a:lnTo>
                      <a:lnTo>
                        <a:pt x="44" y="21"/>
                      </a:lnTo>
                      <a:lnTo>
                        <a:pt x="46" y="75"/>
                      </a:lnTo>
                      <a:lnTo>
                        <a:pt x="63" y="75"/>
                      </a:lnTo>
                      <a:lnTo>
                        <a:pt x="98" y="0"/>
                      </a:lnTo>
                      <a:lnTo>
                        <a:pt x="8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21" name="îṩḷîde"/>
                <p:cNvSpPr/>
                <p:nvPr/>
              </p:nvSpPr>
              <p:spPr bwMode="auto">
                <a:xfrm>
                  <a:off x="7135813" y="3521075"/>
                  <a:ext cx="112713" cy="119063"/>
                </a:xfrm>
                <a:custGeom>
                  <a:avLst/>
                  <a:gdLst>
                    <a:gd name="T0" fmla="*/ 22 w 34"/>
                    <a:gd name="T1" fmla="*/ 20 h 36"/>
                    <a:gd name="T2" fmla="*/ 20 w 34"/>
                    <a:gd name="T3" fmla="*/ 26 h 36"/>
                    <a:gd name="T4" fmla="*/ 18 w 34"/>
                    <a:gd name="T5" fmla="*/ 29 h 36"/>
                    <a:gd name="T6" fmla="*/ 13 w 34"/>
                    <a:gd name="T7" fmla="*/ 30 h 36"/>
                    <a:gd name="T8" fmla="*/ 9 w 34"/>
                    <a:gd name="T9" fmla="*/ 29 h 36"/>
                    <a:gd name="T10" fmla="*/ 7 w 34"/>
                    <a:gd name="T11" fmla="*/ 25 h 36"/>
                    <a:gd name="T12" fmla="*/ 7 w 34"/>
                    <a:gd name="T13" fmla="*/ 24 h 36"/>
                    <a:gd name="T14" fmla="*/ 8 w 34"/>
                    <a:gd name="T15" fmla="*/ 19 h 36"/>
                    <a:gd name="T16" fmla="*/ 12 w 34"/>
                    <a:gd name="T17" fmla="*/ 0 h 36"/>
                    <a:gd name="T18" fmla="*/ 5 w 34"/>
                    <a:gd name="T19" fmla="*/ 0 h 36"/>
                    <a:gd name="T20" fmla="*/ 1 w 34"/>
                    <a:gd name="T21" fmla="*/ 19 h 36"/>
                    <a:gd name="T22" fmla="*/ 0 w 34"/>
                    <a:gd name="T23" fmla="*/ 23 h 36"/>
                    <a:gd name="T24" fmla="*/ 0 w 34"/>
                    <a:gd name="T25" fmla="*/ 25 h 36"/>
                    <a:gd name="T26" fmla="*/ 3 w 34"/>
                    <a:gd name="T27" fmla="*/ 33 h 36"/>
                    <a:gd name="T28" fmla="*/ 13 w 34"/>
                    <a:gd name="T29" fmla="*/ 36 h 36"/>
                    <a:gd name="T30" fmla="*/ 22 w 34"/>
                    <a:gd name="T31" fmla="*/ 34 h 36"/>
                    <a:gd name="T32" fmla="*/ 27 w 34"/>
                    <a:gd name="T33" fmla="*/ 29 h 36"/>
                    <a:gd name="T34" fmla="*/ 30 w 34"/>
                    <a:gd name="T35" fmla="*/ 20 h 36"/>
                    <a:gd name="T36" fmla="*/ 34 w 34"/>
                    <a:gd name="T37" fmla="*/ 0 h 36"/>
                    <a:gd name="T38" fmla="*/ 26 w 34"/>
                    <a:gd name="T39" fmla="*/ 0 h 36"/>
                    <a:gd name="T40" fmla="*/ 22 w 34"/>
                    <a:gd name="T41" fmla="*/ 2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34" h="36">
                      <a:moveTo>
                        <a:pt x="22" y="20"/>
                      </a:moveTo>
                      <a:cubicBezTo>
                        <a:pt x="22" y="23"/>
                        <a:pt x="21" y="25"/>
                        <a:pt x="20" y="26"/>
                      </a:cubicBezTo>
                      <a:cubicBezTo>
                        <a:pt x="20" y="28"/>
                        <a:pt x="19" y="29"/>
                        <a:pt x="18" y="29"/>
                      </a:cubicBezTo>
                      <a:cubicBezTo>
                        <a:pt x="17" y="30"/>
                        <a:pt x="15" y="30"/>
                        <a:pt x="13" y="30"/>
                      </a:cubicBezTo>
                      <a:cubicBezTo>
                        <a:pt x="11" y="30"/>
                        <a:pt x="10" y="30"/>
                        <a:pt x="9" y="29"/>
                      </a:cubicBezTo>
                      <a:cubicBezTo>
                        <a:pt x="8" y="28"/>
                        <a:pt x="7" y="27"/>
                        <a:pt x="7" y="25"/>
                      </a:cubicBezTo>
                      <a:cubicBezTo>
                        <a:pt x="7" y="25"/>
                        <a:pt x="7" y="25"/>
                        <a:pt x="7" y="24"/>
                      </a:cubicBezTo>
                      <a:cubicBezTo>
                        <a:pt x="8" y="19"/>
                        <a:pt x="8" y="19"/>
                        <a:pt x="8" y="19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1" y="19"/>
                        <a:pt x="1" y="19"/>
                        <a:pt x="1" y="19"/>
                      </a:cubicBezTo>
                      <a:cubicBezTo>
                        <a:pt x="1" y="21"/>
                        <a:pt x="0" y="23"/>
                        <a:pt x="0" y="23"/>
                      </a:cubicBezTo>
                      <a:cubicBezTo>
                        <a:pt x="0" y="24"/>
                        <a:pt x="0" y="25"/>
                        <a:pt x="0" y="25"/>
                      </a:cubicBezTo>
                      <a:cubicBezTo>
                        <a:pt x="0" y="29"/>
                        <a:pt x="1" y="31"/>
                        <a:pt x="3" y="33"/>
                      </a:cubicBezTo>
                      <a:cubicBezTo>
                        <a:pt x="6" y="35"/>
                        <a:pt x="9" y="36"/>
                        <a:pt x="13" y="36"/>
                      </a:cubicBezTo>
                      <a:cubicBezTo>
                        <a:pt x="16" y="36"/>
                        <a:pt x="19" y="36"/>
                        <a:pt x="22" y="34"/>
                      </a:cubicBezTo>
                      <a:cubicBezTo>
                        <a:pt x="24" y="33"/>
                        <a:pt x="25" y="31"/>
                        <a:pt x="27" y="29"/>
                      </a:cubicBezTo>
                      <a:cubicBezTo>
                        <a:pt x="28" y="27"/>
                        <a:pt x="29" y="24"/>
                        <a:pt x="30" y="20"/>
                      </a:cubicBezTo>
                      <a:cubicBezTo>
                        <a:pt x="34" y="0"/>
                        <a:pt x="34" y="0"/>
                        <a:pt x="34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lnTo>
                        <a:pt x="22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22" name="îṣḻîḑê"/>
                <p:cNvSpPr/>
                <p:nvPr/>
              </p:nvSpPr>
              <p:spPr bwMode="auto">
                <a:xfrm>
                  <a:off x="7248526" y="3521075"/>
                  <a:ext cx="114300" cy="119063"/>
                </a:xfrm>
                <a:custGeom>
                  <a:avLst/>
                  <a:gdLst>
                    <a:gd name="T0" fmla="*/ 58 w 72"/>
                    <a:gd name="T1" fmla="*/ 0 h 75"/>
                    <a:gd name="T2" fmla="*/ 52 w 72"/>
                    <a:gd name="T3" fmla="*/ 29 h 75"/>
                    <a:gd name="T4" fmla="*/ 22 w 72"/>
                    <a:gd name="T5" fmla="*/ 29 h 75"/>
                    <a:gd name="T6" fmla="*/ 29 w 72"/>
                    <a:gd name="T7" fmla="*/ 0 h 75"/>
                    <a:gd name="T8" fmla="*/ 14 w 72"/>
                    <a:gd name="T9" fmla="*/ 0 h 75"/>
                    <a:gd name="T10" fmla="*/ 0 w 72"/>
                    <a:gd name="T11" fmla="*/ 75 h 75"/>
                    <a:gd name="T12" fmla="*/ 14 w 72"/>
                    <a:gd name="T13" fmla="*/ 75 h 75"/>
                    <a:gd name="T14" fmla="*/ 20 w 72"/>
                    <a:gd name="T15" fmla="*/ 42 h 75"/>
                    <a:gd name="T16" fmla="*/ 50 w 72"/>
                    <a:gd name="T17" fmla="*/ 42 h 75"/>
                    <a:gd name="T18" fmla="*/ 43 w 72"/>
                    <a:gd name="T19" fmla="*/ 75 h 75"/>
                    <a:gd name="T20" fmla="*/ 58 w 72"/>
                    <a:gd name="T21" fmla="*/ 75 h 75"/>
                    <a:gd name="T22" fmla="*/ 72 w 72"/>
                    <a:gd name="T23" fmla="*/ 0 h 75"/>
                    <a:gd name="T24" fmla="*/ 58 w 72"/>
                    <a:gd name="T25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2" h="75">
                      <a:moveTo>
                        <a:pt x="58" y="0"/>
                      </a:moveTo>
                      <a:lnTo>
                        <a:pt x="52" y="29"/>
                      </a:lnTo>
                      <a:lnTo>
                        <a:pt x="22" y="29"/>
                      </a:lnTo>
                      <a:lnTo>
                        <a:pt x="29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lnTo>
                        <a:pt x="14" y="75"/>
                      </a:lnTo>
                      <a:lnTo>
                        <a:pt x="20" y="42"/>
                      </a:lnTo>
                      <a:lnTo>
                        <a:pt x="50" y="42"/>
                      </a:lnTo>
                      <a:lnTo>
                        <a:pt x="43" y="75"/>
                      </a:lnTo>
                      <a:lnTo>
                        <a:pt x="58" y="75"/>
                      </a:lnTo>
                      <a:lnTo>
                        <a:pt x="72" y="0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23" name="ïṥlíḑê"/>
                <p:cNvSpPr/>
                <p:nvPr/>
              </p:nvSpPr>
              <p:spPr bwMode="auto">
                <a:xfrm>
                  <a:off x="7356476" y="3521075"/>
                  <a:ext cx="112713" cy="119063"/>
                </a:xfrm>
                <a:custGeom>
                  <a:avLst/>
                  <a:gdLst>
                    <a:gd name="T0" fmla="*/ 42 w 71"/>
                    <a:gd name="T1" fmla="*/ 0 h 75"/>
                    <a:gd name="T2" fmla="*/ 0 w 71"/>
                    <a:gd name="T3" fmla="*/ 75 h 75"/>
                    <a:gd name="T4" fmla="*/ 15 w 71"/>
                    <a:gd name="T5" fmla="*/ 75 h 75"/>
                    <a:gd name="T6" fmla="*/ 23 w 71"/>
                    <a:gd name="T7" fmla="*/ 59 h 75"/>
                    <a:gd name="T8" fmla="*/ 54 w 71"/>
                    <a:gd name="T9" fmla="*/ 59 h 75"/>
                    <a:gd name="T10" fmla="*/ 56 w 71"/>
                    <a:gd name="T11" fmla="*/ 75 h 75"/>
                    <a:gd name="T12" fmla="*/ 71 w 71"/>
                    <a:gd name="T13" fmla="*/ 75 h 75"/>
                    <a:gd name="T14" fmla="*/ 58 w 71"/>
                    <a:gd name="T15" fmla="*/ 0 h 75"/>
                    <a:gd name="T16" fmla="*/ 42 w 71"/>
                    <a:gd name="T17" fmla="*/ 0 h 75"/>
                    <a:gd name="T18" fmla="*/ 29 w 71"/>
                    <a:gd name="T19" fmla="*/ 46 h 75"/>
                    <a:gd name="T20" fmla="*/ 48 w 71"/>
                    <a:gd name="T21" fmla="*/ 17 h 75"/>
                    <a:gd name="T22" fmla="*/ 52 w 71"/>
                    <a:gd name="T23" fmla="*/ 46 h 75"/>
                    <a:gd name="T24" fmla="*/ 29 w 71"/>
                    <a:gd name="T25" fmla="*/ 46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1" h="75">
                      <a:moveTo>
                        <a:pt x="42" y="0"/>
                      </a:moveTo>
                      <a:lnTo>
                        <a:pt x="0" y="75"/>
                      </a:lnTo>
                      <a:lnTo>
                        <a:pt x="15" y="75"/>
                      </a:lnTo>
                      <a:lnTo>
                        <a:pt x="23" y="59"/>
                      </a:lnTo>
                      <a:lnTo>
                        <a:pt x="54" y="59"/>
                      </a:lnTo>
                      <a:lnTo>
                        <a:pt x="56" y="75"/>
                      </a:lnTo>
                      <a:lnTo>
                        <a:pt x="71" y="75"/>
                      </a:lnTo>
                      <a:lnTo>
                        <a:pt x="58" y="0"/>
                      </a:lnTo>
                      <a:lnTo>
                        <a:pt x="42" y="0"/>
                      </a:lnTo>
                      <a:close/>
                      <a:moveTo>
                        <a:pt x="29" y="46"/>
                      </a:moveTo>
                      <a:lnTo>
                        <a:pt x="48" y="17"/>
                      </a:lnTo>
                      <a:lnTo>
                        <a:pt x="52" y="46"/>
                      </a:lnTo>
                      <a:lnTo>
                        <a:pt x="29" y="4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24" name="îş1íḋe"/>
                <p:cNvSpPr/>
                <p:nvPr/>
              </p:nvSpPr>
              <p:spPr bwMode="auto">
                <a:xfrm>
                  <a:off x="7481888" y="3521075"/>
                  <a:ext cx="119063" cy="119063"/>
                </a:xfrm>
                <a:custGeom>
                  <a:avLst/>
                  <a:gdLst>
                    <a:gd name="T0" fmla="*/ 50 w 75"/>
                    <a:gd name="T1" fmla="*/ 50 h 75"/>
                    <a:gd name="T2" fmla="*/ 31 w 75"/>
                    <a:gd name="T3" fmla="*/ 0 h 75"/>
                    <a:gd name="T4" fmla="*/ 17 w 75"/>
                    <a:gd name="T5" fmla="*/ 0 h 75"/>
                    <a:gd name="T6" fmla="*/ 0 w 75"/>
                    <a:gd name="T7" fmla="*/ 75 h 75"/>
                    <a:gd name="T8" fmla="*/ 15 w 75"/>
                    <a:gd name="T9" fmla="*/ 75 h 75"/>
                    <a:gd name="T10" fmla="*/ 25 w 75"/>
                    <a:gd name="T11" fmla="*/ 25 h 75"/>
                    <a:gd name="T12" fmla="*/ 46 w 75"/>
                    <a:gd name="T13" fmla="*/ 75 h 75"/>
                    <a:gd name="T14" fmla="*/ 58 w 75"/>
                    <a:gd name="T15" fmla="*/ 75 h 75"/>
                    <a:gd name="T16" fmla="*/ 75 w 75"/>
                    <a:gd name="T17" fmla="*/ 0 h 75"/>
                    <a:gd name="T18" fmla="*/ 61 w 75"/>
                    <a:gd name="T19" fmla="*/ 0 h 75"/>
                    <a:gd name="T20" fmla="*/ 50 w 75"/>
                    <a:gd name="T21" fmla="*/ 5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5" h="75">
                      <a:moveTo>
                        <a:pt x="50" y="50"/>
                      </a:moveTo>
                      <a:lnTo>
                        <a:pt x="31" y="0"/>
                      </a:lnTo>
                      <a:lnTo>
                        <a:pt x="17" y="0"/>
                      </a:lnTo>
                      <a:lnTo>
                        <a:pt x="0" y="75"/>
                      </a:lnTo>
                      <a:lnTo>
                        <a:pt x="15" y="75"/>
                      </a:lnTo>
                      <a:lnTo>
                        <a:pt x="25" y="25"/>
                      </a:lnTo>
                      <a:lnTo>
                        <a:pt x="46" y="75"/>
                      </a:lnTo>
                      <a:lnTo>
                        <a:pt x="58" y="75"/>
                      </a:lnTo>
                      <a:lnTo>
                        <a:pt x="75" y="0"/>
                      </a:lnTo>
                      <a:lnTo>
                        <a:pt x="61" y="0"/>
                      </a:lnTo>
                      <a:lnTo>
                        <a:pt x="50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25" name="îş1ïḋe"/>
                <p:cNvSpPr/>
                <p:nvPr/>
              </p:nvSpPr>
              <p:spPr bwMode="auto">
                <a:xfrm>
                  <a:off x="7653338" y="3521075"/>
                  <a:ext cx="112713" cy="119063"/>
                </a:xfrm>
                <a:custGeom>
                  <a:avLst/>
                  <a:gdLst>
                    <a:gd name="T0" fmla="*/ 22 w 34"/>
                    <a:gd name="T1" fmla="*/ 20 h 36"/>
                    <a:gd name="T2" fmla="*/ 20 w 34"/>
                    <a:gd name="T3" fmla="*/ 26 h 36"/>
                    <a:gd name="T4" fmla="*/ 18 w 34"/>
                    <a:gd name="T5" fmla="*/ 29 h 36"/>
                    <a:gd name="T6" fmla="*/ 13 w 34"/>
                    <a:gd name="T7" fmla="*/ 30 h 36"/>
                    <a:gd name="T8" fmla="*/ 9 w 34"/>
                    <a:gd name="T9" fmla="*/ 29 h 36"/>
                    <a:gd name="T10" fmla="*/ 7 w 34"/>
                    <a:gd name="T11" fmla="*/ 25 h 36"/>
                    <a:gd name="T12" fmla="*/ 7 w 34"/>
                    <a:gd name="T13" fmla="*/ 24 h 36"/>
                    <a:gd name="T14" fmla="*/ 8 w 34"/>
                    <a:gd name="T15" fmla="*/ 19 h 36"/>
                    <a:gd name="T16" fmla="*/ 12 w 34"/>
                    <a:gd name="T17" fmla="*/ 0 h 36"/>
                    <a:gd name="T18" fmla="*/ 5 w 34"/>
                    <a:gd name="T19" fmla="*/ 0 h 36"/>
                    <a:gd name="T20" fmla="*/ 1 w 34"/>
                    <a:gd name="T21" fmla="*/ 19 h 36"/>
                    <a:gd name="T22" fmla="*/ 0 w 34"/>
                    <a:gd name="T23" fmla="*/ 23 h 36"/>
                    <a:gd name="T24" fmla="*/ 0 w 34"/>
                    <a:gd name="T25" fmla="*/ 25 h 36"/>
                    <a:gd name="T26" fmla="*/ 3 w 34"/>
                    <a:gd name="T27" fmla="*/ 33 h 36"/>
                    <a:gd name="T28" fmla="*/ 13 w 34"/>
                    <a:gd name="T29" fmla="*/ 36 h 36"/>
                    <a:gd name="T30" fmla="*/ 22 w 34"/>
                    <a:gd name="T31" fmla="*/ 34 h 36"/>
                    <a:gd name="T32" fmla="*/ 27 w 34"/>
                    <a:gd name="T33" fmla="*/ 29 h 36"/>
                    <a:gd name="T34" fmla="*/ 30 w 34"/>
                    <a:gd name="T35" fmla="*/ 20 h 36"/>
                    <a:gd name="T36" fmla="*/ 34 w 34"/>
                    <a:gd name="T37" fmla="*/ 0 h 36"/>
                    <a:gd name="T38" fmla="*/ 26 w 34"/>
                    <a:gd name="T39" fmla="*/ 0 h 36"/>
                    <a:gd name="T40" fmla="*/ 22 w 34"/>
                    <a:gd name="T41" fmla="*/ 2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34" h="36">
                      <a:moveTo>
                        <a:pt x="22" y="20"/>
                      </a:moveTo>
                      <a:cubicBezTo>
                        <a:pt x="22" y="23"/>
                        <a:pt x="21" y="25"/>
                        <a:pt x="20" y="26"/>
                      </a:cubicBezTo>
                      <a:cubicBezTo>
                        <a:pt x="20" y="28"/>
                        <a:pt x="19" y="29"/>
                        <a:pt x="18" y="29"/>
                      </a:cubicBezTo>
                      <a:cubicBezTo>
                        <a:pt x="17" y="30"/>
                        <a:pt x="15" y="30"/>
                        <a:pt x="13" y="30"/>
                      </a:cubicBezTo>
                      <a:cubicBezTo>
                        <a:pt x="11" y="30"/>
                        <a:pt x="10" y="30"/>
                        <a:pt x="9" y="29"/>
                      </a:cubicBezTo>
                      <a:cubicBezTo>
                        <a:pt x="8" y="28"/>
                        <a:pt x="7" y="27"/>
                        <a:pt x="7" y="25"/>
                      </a:cubicBezTo>
                      <a:cubicBezTo>
                        <a:pt x="7" y="25"/>
                        <a:pt x="7" y="25"/>
                        <a:pt x="7" y="24"/>
                      </a:cubicBezTo>
                      <a:cubicBezTo>
                        <a:pt x="8" y="19"/>
                        <a:pt x="8" y="19"/>
                        <a:pt x="8" y="19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1" y="19"/>
                        <a:pt x="1" y="19"/>
                        <a:pt x="1" y="19"/>
                      </a:cubicBezTo>
                      <a:cubicBezTo>
                        <a:pt x="1" y="21"/>
                        <a:pt x="0" y="23"/>
                        <a:pt x="0" y="23"/>
                      </a:cubicBezTo>
                      <a:cubicBezTo>
                        <a:pt x="0" y="24"/>
                        <a:pt x="0" y="25"/>
                        <a:pt x="0" y="25"/>
                      </a:cubicBezTo>
                      <a:cubicBezTo>
                        <a:pt x="0" y="29"/>
                        <a:pt x="1" y="31"/>
                        <a:pt x="3" y="33"/>
                      </a:cubicBezTo>
                      <a:cubicBezTo>
                        <a:pt x="6" y="35"/>
                        <a:pt x="9" y="36"/>
                        <a:pt x="13" y="36"/>
                      </a:cubicBezTo>
                      <a:cubicBezTo>
                        <a:pt x="16" y="36"/>
                        <a:pt x="19" y="36"/>
                        <a:pt x="22" y="34"/>
                      </a:cubicBezTo>
                      <a:cubicBezTo>
                        <a:pt x="24" y="33"/>
                        <a:pt x="25" y="31"/>
                        <a:pt x="27" y="29"/>
                      </a:cubicBezTo>
                      <a:cubicBezTo>
                        <a:pt x="28" y="27"/>
                        <a:pt x="29" y="24"/>
                        <a:pt x="30" y="20"/>
                      </a:cubicBezTo>
                      <a:cubicBezTo>
                        <a:pt x="34" y="0"/>
                        <a:pt x="34" y="0"/>
                        <a:pt x="34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lnTo>
                        <a:pt x="22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26" name="íšlídè"/>
                <p:cNvSpPr/>
                <p:nvPr/>
              </p:nvSpPr>
              <p:spPr bwMode="auto">
                <a:xfrm>
                  <a:off x="7766051" y="3521075"/>
                  <a:ext cx="115888" cy="119063"/>
                </a:xfrm>
                <a:custGeom>
                  <a:avLst/>
                  <a:gdLst>
                    <a:gd name="T0" fmla="*/ 58 w 73"/>
                    <a:gd name="T1" fmla="*/ 0 h 75"/>
                    <a:gd name="T2" fmla="*/ 50 w 73"/>
                    <a:gd name="T3" fmla="*/ 50 h 75"/>
                    <a:gd name="T4" fmla="*/ 29 w 73"/>
                    <a:gd name="T5" fmla="*/ 0 h 75"/>
                    <a:gd name="T6" fmla="*/ 15 w 73"/>
                    <a:gd name="T7" fmla="*/ 0 h 75"/>
                    <a:gd name="T8" fmla="*/ 0 w 73"/>
                    <a:gd name="T9" fmla="*/ 75 h 75"/>
                    <a:gd name="T10" fmla="*/ 13 w 73"/>
                    <a:gd name="T11" fmla="*/ 75 h 75"/>
                    <a:gd name="T12" fmla="*/ 23 w 73"/>
                    <a:gd name="T13" fmla="*/ 25 h 75"/>
                    <a:gd name="T14" fmla="*/ 44 w 73"/>
                    <a:gd name="T15" fmla="*/ 75 h 75"/>
                    <a:gd name="T16" fmla="*/ 58 w 73"/>
                    <a:gd name="T17" fmla="*/ 75 h 75"/>
                    <a:gd name="T18" fmla="*/ 73 w 73"/>
                    <a:gd name="T19" fmla="*/ 0 h 75"/>
                    <a:gd name="T20" fmla="*/ 58 w 73"/>
                    <a:gd name="T21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3" h="75">
                      <a:moveTo>
                        <a:pt x="58" y="0"/>
                      </a:moveTo>
                      <a:lnTo>
                        <a:pt x="50" y="50"/>
                      </a:lnTo>
                      <a:lnTo>
                        <a:pt x="29" y="0"/>
                      </a:lnTo>
                      <a:lnTo>
                        <a:pt x="15" y="0"/>
                      </a:lnTo>
                      <a:lnTo>
                        <a:pt x="0" y="75"/>
                      </a:lnTo>
                      <a:lnTo>
                        <a:pt x="13" y="75"/>
                      </a:lnTo>
                      <a:lnTo>
                        <a:pt x="23" y="25"/>
                      </a:lnTo>
                      <a:lnTo>
                        <a:pt x="44" y="75"/>
                      </a:lnTo>
                      <a:lnTo>
                        <a:pt x="58" y="75"/>
                      </a:lnTo>
                      <a:lnTo>
                        <a:pt x="73" y="0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27" name="îṣḻîďe"/>
                <p:cNvSpPr/>
                <p:nvPr/>
              </p:nvSpPr>
              <p:spPr bwMode="auto">
                <a:xfrm>
                  <a:off x="7881938" y="3521075"/>
                  <a:ext cx="49213" cy="119063"/>
                </a:xfrm>
                <a:custGeom>
                  <a:avLst/>
                  <a:gdLst>
                    <a:gd name="T0" fmla="*/ 0 w 31"/>
                    <a:gd name="T1" fmla="*/ 75 h 75"/>
                    <a:gd name="T2" fmla="*/ 14 w 31"/>
                    <a:gd name="T3" fmla="*/ 75 h 75"/>
                    <a:gd name="T4" fmla="*/ 31 w 31"/>
                    <a:gd name="T5" fmla="*/ 0 h 75"/>
                    <a:gd name="T6" fmla="*/ 14 w 31"/>
                    <a:gd name="T7" fmla="*/ 0 h 75"/>
                    <a:gd name="T8" fmla="*/ 0 w 31"/>
                    <a:gd name="T9" fmla="*/ 75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75">
                      <a:moveTo>
                        <a:pt x="0" y="75"/>
                      </a:moveTo>
                      <a:lnTo>
                        <a:pt x="14" y="75"/>
                      </a:lnTo>
                      <a:lnTo>
                        <a:pt x="31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28" name="íŝḻiḋè"/>
                <p:cNvSpPr/>
                <p:nvPr/>
              </p:nvSpPr>
              <p:spPr bwMode="auto">
                <a:xfrm>
                  <a:off x="7940676" y="3521075"/>
                  <a:ext cx="109538" cy="119063"/>
                </a:xfrm>
                <a:custGeom>
                  <a:avLst/>
                  <a:gdLst>
                    <a:gd name="T0" fmla="*/ 54 w 69"/>
                    <a:gd name="T1" fmla="*/ 0 h 75"/>
                    <a:gd name="T2" fmla="*/ 23 w 69"/>
                    <a:gd name="T3" fmla="*/ 57 h 75"/>
                    <a:gd name="T4" fmla="*/ 15 w 69"/>
                    <a:gd name="T5" fmla="*/ 0 h 75"/>
                    <a:gd name="T6" fmla="*/ 0 w 69"/>
                    <a:gd name="T7" fmla="*/ 0 h 75"/>
                    <a:gd name="T8" fmla="*/ 13 w 69"/>
                    <a:gd name="T9" fmla="*/ 75 h 75"/>
                    <a:gd name="T10" fmla="*/ 29 w 69"/>
                    <a:gd name="T11" fmla="*/ 75 h 75"/>
                    <a:gd name="T12" fmla="*/ 69 w 69"/>
                    <a:gd name="T13" fmla="*/ 0 h 75"/>
                    <a:gd name="T14" fmla="*/ 54 w 69"/>
                    <a:gd name="T15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69" h="75">
                      <a:moveTo>
                        <a:pt x="54" y="0"/>
                      </a:moveTo>
                      <a:lnTo>
                        <a:pt x="23" y="57"/>
                      </a:ln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13" y="75"/>
                      </a:lnTo>
                      <a:lnTo>
                        <a:pt x="29" y="75"/>
                      </a:lnTo>
                      <a:lnTo>
                        <a:pt x="69" y="0"/>
                      </a:lnTo>
                      <a:lnTo>
                        <a:pt x="5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29" name="î$ḷíďé"/>
                <p:cNvSpPr/>
                <p:nvPr/>
              </p:nvSpPr>
              <p:spPr bwMode="auto">
                <a:xfrm>
                  <a:off x="8037513" y="3521075"/>
                  <a:ext cx="111125" cy="119063"/>
                </a:xfrm>
                <a:custGeom>
                  <a:avLst/>
                  <a:gdLst>
                    <a:gd name="T0" fmla="*/ 68 w 70"/>
                    <a:gd name="T1" fmla="*/ 12 h 75"/>
                    <a:gd name="T2" fmla="*/ 70 w 70"/>
                    <a:gd name="T3" fmla="*/ 0 h 75"/>
                    <a:gd name="T4" fmla="*/ 16 w 70"/>
                    <a:gd name="T5" fmla="*/ 0 h 75"/>
                    <a:gd name="T6" fmla="*/ 0 w 70"/>
                    <a:gd name="T7" fmla="*/ 75 h 75"/>
                    <a:gd name="T8" fmla="*/ 58 w 70"/>
                    <a:gd name="T9" fmla="*/ 75 h 75"/>
                    <a:gd name="T10" fmla="*/ 60 w 70"/>
                    <a:gd name="T11" fmla="*/ 63 h 75"/>
                    <a:gd name="T12" fmla="*/ 16 w 70"/>
                    <a:gd name="T13" fmla="*/ 63 h 75"/>
                    <a:gd name="T14" fmla="*/ 22 w 70"/>
                    <a:gd name="T15" fmla="*/ 42 h 75"/>
                    <a:gd name="T16" fmla="*/ 60 w 70"/>
                    <a:gd name="T17" fmla="*/ 42 h 75"/>
                    <a:gd name="T18" fmla="*/ 62 w 70"/>
                    <a:gd name="T19" fmla="*/ 29 h 75"/>
                    <a:gd name="T20" fmla="*/ 24 w 70"/>
                    <a:gd name="T21" fmla="*/ 29 h 75"/>
                    <a:gd name="T22" fmla="*/ 29 w 70"/>
                    <a:gd name="T23" fmla="*/ 12 h 75"/>
                    <a:gd name="T24" fmla="*/ 68 w 70"/>
                    <a:gd name="T25" fmla="*/ 12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0" h="75">
                      <a:moveTo>
                        <a:pt x="68" y="12"/>
                      </a:moveTo>
                      <a:lnTo>
                        <a:pt x="70" y="0"/>
                      </a:lnTo>
                      <a:lnTo>
                        <a:pt x="16" y="0"/>
                      </a:lnTo>
                      <a:lnTo>
                        <a:pt x="0" y="75"/>
                      </a:lnTo>
                      <a:lnTo>
                        <a:pt x="58" y="75"/>
                      </a:lnTo>
                      <a:lnTo>
                        <a:pt x="60" y="63"/>
                      </a:lnTo>
                      <a:lnTo>
                        <a:pt x="16" y="63"/>
                      </a:lnTo>
                      <a:lnTo>
                        <a:pt x="22" y="42"/>
                      </a:lnTo>
                      <a:lnTo>
                        <a:pt x="60" y="42"/>
                      </a:lnTo>
                      <a:lnTo>
                        <a:pt x="62" y="29"/>
                      </a:lnTo>
                      <a:lnTo>
                        <a:pt x="24" y="29"/>
                      </a:lnTo>
                      <a:lnTo>
                        <a:pt x="29" y="12"/>
                      </a:lnTo>
                      <a:lnTo>
                        <a:pt x="68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30" name="îṡlîďe"/>
                <p:cNvSpPr/>
                <p:nvPr/>
              </p:nvSpPr>
              <p:spPr bwMode="auto">
                <a:xfrm>
                  <a:off x="8145463" y="3521075"/>
                  <a:ext cx="115888" cy="119063"/>
                </a:xfrm>
                <a:custGeom>
                  <a:avLst/>
                  <a:gdLst>
                    <a:gd name="T0" fmla="*/ 30 w 35"/>
                    <a:gd name="T1" fmla="*/ 1 h 36"/>
                    <a:gd name="T2" fmla="*/ 24 w 35"/>
                    <a:gd name="T3" fmla="*/ 0 h 36"/>
                    <a:gd name="T4" fmla="*/ 8 w 35"/>
                    <a:gd name="T5" fmla="*/ 0 h 36"/>
                    <a:gd name="T6" fmla="*/ 0 w 35"/>
                    <a:gd name="T7" fmla="*/ 36 h 36"/>
                    <a:gd name="T8" fmla="*/ 8 w 35"/>
                    <a:gd name="T9" fmla="*/ 36 h 36"/>
                    <a:gd name="T10" fmla="*/ 11 w 35"/>
                    <a:gd name="T11" fmla="*/ 21 h 36"/>
                    <a:gd name="T12" fmla="*/ 14 w 35"/>
                    <a:gd name="T13" fmla="*/ 21 h 36"/>
                    <a:gd name="T14" fmla="*/ 17 w 35"/>
                    <a:gd name="T15" fmla="*/ 22 h 36"/>
                    <a:gd name="T16" fmla="*/ 21 w 35"/>
                    <a:gd name="T17" fmla="*/ 26 h 36"/>
                    <a:gd name="T18" fmla="*/ 24 w 35"/>
                    <a:gd name="T19" fmla="*/ 36 h 36"/>
                    <a:gd name="T20" fmla="*/ 32 w 35"/>
                    <a:gd name="T21" fmla="*/ 36 h 36"/>
                    <a:gd name="T22" fmla="*/ 27 w 35"/>
                    <a:gd name="T23" fmla="*/ 24 h 36"/>
                    <a:gd name="T24" fmla="*/ 24 w 35"/>
                    <a:gd name="T25" fmla="*/ 21 h 36"/>
                    <a:gd name="T26" fmla="*/ 32 w 35"/>
                    <a:gd name="T27" fmla="*/ 17 h 36"/>
                    <a:gd name="T28" fmla="*/ 35 w 35"/>
                    <a:gd name="T29" fmla="*/ 9 h 36"/>
                    <a:gd name="T30" fmla="*/ 34 w 35"/>
                    <a:gd name="T31" fmla="*/ 4 h 36"/>
                    <a:gd name="T32" fmla="*/ 30 w 35"/>
                    <a:gd name="T33" fmla="*/ 1 h 36"/>
                    <a:gd name="T34" fmla="*/ 27 w 35"/>
                    <a:gd name="T35" fmla="*/ 13 h 36"/>
                    <a:gd name="T36" fmla="*/ 24 w 35"/>
                    <a:gd name="T37" fmla="*/ 15 h 36"/>
                    <a:gd name="T38" fmla="*/ 16 w 35"/>
                    <a:gd name="T39" fmla="*/ 16 h 36"/>
                    <a:gd name="T40" fmla="*/ 12 w 35"/>
                    <a:gd name="T41" fmla="*/ 16 h 36"/>
                    <a:gd name="T42" fmla="*/ 14 w 35"/>
                    <a:gd name="T43" fmla="*/ 6 h 36"/>
                    <a:gd name="T44" fmla="*/ 22 w 35"/>
                    <a:gd name="T45" fmla="*/ 6 h 36"/>
                    <a:gd name="T46" fmla="*/ 26 w 35"/>
                    <a:gd name="T47" fmla="*/ 7 h 36"/>
                    <a:gd name="T48" fmla="*/ 28 w 35"/>
                    <a:gd name="T49" fmla="*/ 10 h 36"/>
                    <a:gd name="T50" fmla="*/ 27 w 35"/>
                    <a:gd name="T51" fmla="*/ 13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5" h="36">
                      <a:moveTo>
                        <a:pt x="30" y="1"/>
                      </a:moveTo>
                      <a:cubicBezTo>
                        <a:pt x="28" y="0"/>
                        <a:pt x="26" y="0"/>
                        <a:pt x="24" y="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8" y="36"/>
                        <a:pt x="8" y="36"/>
                        <a:pt x="8" y="36"/>
                      </a:cubicBezTo>
                      <a:cubicBezTo>
                        <a:pt x="11" y="21"/>
                        <a:pt x="11" y="21"/>
                        <a:pt x="11" y="21"/>
                      </a:cubicBezTo>
                      <a:cubicBezTo>
                        <a:pt x="14" y="21"/>
                        <a:pt x="14" y="21"/>
                        <a:pt x="14" y="21"/>
                      </a:cubicBezTo>
                      <a:cubicBezTo>
                        <a:pt x="15" y="21"/>
                        <a:pt x="17" y="21"/>
                        <a:pt x="17" y="22"/>
                      </a:cubicBezTo>
                      <a:cubicBezTo>
                        <a:pt x="18" y="22"/>
                        <a:pt x="20" y="24"/>
                        <a:pt x="21" y="26"/>
                      </a:cubicBezTo>
                      <a:cubicBezTo>
                        <a:pt x="22" y="31"/>
                        <a:pt x="24" y="34"/>
                        <a:pt x="24" y="36"/>
                      </a:cubicBezTo>
                      <a:cubicBezTo>
                        <a:pt x="32" y="36"/>
                        <a:pt x="32" y="36"/>
                        <a:pt x="32" y="36"/>
                      </a:cubicBezTo>
                      <a:cubicBezTo>
                        <a:pt x="30" y="31"/>
                        <a:pt x="28" y="27"/>
                        <a:pt x="27" y="24"/>
                      </a:cubicBezTo>
                      <a:cubicBezTo>
                        <a:pt x="26" y="23"/>
                        <a:pt x="25" y="21"/>
                        <a:pt x="24" y="21"/>
                      </a:cubicBezTo>
                      <a:cubicBezTo>
                        <a:pt x="28" y="20"/>
                        <a:pt x="30" y="19"/>
                        <a:pt x="32" y="17"/>
                      </a:cubicBezTo>
                      <a:cubicBezTo>
                        <a:pt x="34" y="15"/>
                        <a:pt x="35" y="13"/>
                        <a:pt x="35" y="9"/>
                      </a:cubicBezTo>
                      <a:cubicBezTo>
                        <a:pt x="35" y="7"/>
                        <a:pt x="34" y="6"/>
                        <a:pt x="34" y="4"/>
                      </a:cubicBezTo>
                      <a:cubicBezTo>
                        <a:pt x="33" y="3"/>
                        <a:pt x="31" y="2"/>
                        <a:pt x="30" y="1"/>
                      </a:cubicBezTo>
                      <a:close/>
                      <a:moveTo>
                        <a:pt x="27" y="13"/>
                      </a:moveTo>
                      <a:cubicBezTo>
                        <a:pt x="26" y="14"/>
                        <a:pt x="25" y="14"/>
                        <a:pt x="24" y="15"/>
                      </a:cubicBezTo>
                      <a:cubicBezTo>
                        <a:pt x="22" y="15"/>
                        <a:pt x="20" y="16"/>
                        <a:pt x="16" y="16"/>
                      </a:cubicBezTo>
                      <a:cubicBezTo>
                        <a:pt x="12" y="16"/>
                        <a:pt x="12" y="16"/>
                        <a:pt x="12" y="16"/>
                      </a:cubicBezTo>
                      <a:cubicBezTo>
                        <a:pt x="14" y="6"/>
                        <a:pt x="14" y="6"/>
                        <a:pt x="14" y="6"/>
                      </a:cubicBezTo>
                      <a:cubicBezTo>
                        <a:pt x="22" y="6"/>
                        <a:pt x="22" y="6"/>
                        <a:pt x="22" y="6"/>
                      </a:cubicBezTo>
                      <a:cubicBezTo>
                        <a:pt x="24" y="6"/>
                        <a:pt x="25" y="6"/>
                        <a:pt x="26" y="7"/>
                      </a:cubicBezTo>
                      <a:cubicBezTo>
                        <a:pt x="27" y="7"/>
                        <a:pt x="28" y="8"/>
                        <a:pt x="28" y="10"/>
                      </a:cubicBezTo>
                      <a:cubicBezTo>
                        <a:pt x="28" y="11"/>
                        <a:pt x="27" y="12"/>
                        <a:pt x="27" y="1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31" name="ïşľîḍé"/>
                <p:cNvSpPr/>
                <p:nvPr/>
              </p:nvSpPr>
              <p:spPr bwMode="auto">
                <a:xfrm>
                  <a:off x="8267701" y="3521075"/>
                  <a:ext cx="98425" cy="119063"/>
                </a:xfrm>
                <a:custGeom>
                  <a:avLst/>
                  <a:gdLst>
                    <a:gd name="T0" fmla="*/ 17 w 30"/>
                    <a:gd name="T1" fmla="*/ 5 h 36"/>
                    <a:gd name="T2" fmla="*/ 22 w 30"/>
                    <a:gd name="T3" fmla="*/ 7 h 36"/>
                    <a:gd name="T4" fmla="*/ 23 w 30"/>
                    <a:gd name="T5" fmla="*/ 11 h 36"/>
                    <a:gd name="T6" fmla="*/ 30 w 30"/>
                    <a:gd name="T7" fmla="*/ 10 h 36"/>
                    <a:gd name="T8" fmla="*/ 27 w 30"/>
                    <a:gd name="T9" fmla="*/ 3 h 36"/>
                    <a:gd name="T10" fmla="*/ 17 w 30"/>
                    <a:gd name="T11" fmla="*/ 0 h 36"/>
                    <a:gd name="T12" fmla="*/ 8 w 30"/>
                    <a:gd name="T13" fmla="*/ 3 h 36"/>
                    <a:gd name="T14" fmla="*/ 4 w 30"/>
                    <a:gd name="T15" fmla="*/ 10 h 36"/>
                    <a:gd name="T16" fmla="*/ 6 w 30"/>
                    <a:gd name="T17" fmla="*/ 14 h 36"/>
                    <a:gd name="T18" fmla="*/ 8 w 30"/>
                    <a:gd name="T19" fmla="*/ 18 h 36"/>
                    <a:gd name="T20" fmla="*/ 15 w 30"/>
                    <a:gd name="T21" fmla="*/ 21 h 36"/>
                    <a:gd name="T22" fmla="*/ 20 w 30"/>
                    <a:gd name="T23" fmla="*/ 23 h 36"/>
                    <a:gd name="T24" fmla="*/ 21 w 30"/>
                    <a:gd name="T25" fmla="*/ 26 h 36"/>
                    <a:gd name="T26" fmla="*/ 19 w 30"/>
                    <a:gd name="T27" fmla="*/ 29 h 36"/>
                    <a:gd name="T28" fmla="*/ 14 w 30"/>
                    <a:gd name="T29" fmla="*/ 30 h 36"/>
                    <a:gd name="T30" fmla="*/ 8 w 30"/>
                    <a:gd name="T31" fmla="*/ 28 h 36"/>
                    <a:gd name="T32" fmla="*/ 7 w 30"/>
                    <a:gd name="T33" fmla="*/ 24 h 36"/>
                    <a:gd name="T34" fmla="*/ 0 w 30"/>
                    <a:gd name="T35" fmla="*/ 24 h 36"/>
                    <a:gd name="T36" fmla="*/ 1 w 30"/>
                    <a:gd name="T37" fmla="*/ 30 h 36"/>
                    <a:gd name="T38" fmla="*/ 6 w 30"/>
                    <a:gd name="T39" fmla="*/ 35 h 36"/>
                    <a:gd name="T40" fmla="*/ 14 w 30"/>
                    <a:gd name="T41" fmla="*/ 36 h 36"/>
                    <a:gd name="T42" fmla="*/ 24 w 30"/>
                    <a:gd name="T43" fmla="*/ 33 h 36"/>
                    <a:gd name="T44" fmla="*/ 28 w 30"/>
                    <a:gd name="T45" fmla="*/ 25 h 36"/>
                    <a:gd name="T46" fmla="*/ 26 w 30"/>
                    <a:gd name="T47" fmla="*/ 19 h 36"/>
                    <a:gd name="T48" fmla="*/ 18 w 30"/>
                    <a:gd name="T49" fmla="*/ 14 h 36"/>
                    <a:gd name="T50" fmla="*/ 13 w 30"/>
                    <a:gd name="T51" fmla="*/ 12 h 36"/>
                    <a:gd name="T52" fmla="*/ 11 w 30"/>
                    <a:gd name="T53" fmla="*/ 9 h 36"/>
                    <a:gd name="T54" fmla="*/ 13 w 30"/>
                    <a:gd name="T55" fmla="*/ 6 h 36"/>
                    <a:gd name="T56" fmla="*/ 17 w 30"/>
                    <a:gd name="T57" fmla="*/ 5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30" h="36">
                      <a:moveTo>
                        <a:pt x="17" y="5"/>
                      </a:moveTo>
                      <a:cubicBezTo>
                        <a:pt x="19" y="5"/>
                        <a:pt x="21" y="6"/>
                        <a:pt x="22" y="7"/>
                      </a:cubicBezTo>
                      <a:cubicBezTo>
                        <a:pt x="23" y="8"/>
                        <a:pt x="23" y="9"/>
                        <a:pt x="23" y="11"/>
                      </a:cubicBezTo>
                      <a:cubicBezTo>
                        <a:pt x="30" y="10"/>
                        <a:pt x="30" y="10"/>
                        <a:pt x="30" y="10"/>
                      </a:cubicBezTo>
                      <a:cubicBezTo>
                        <a:pt x="30" y="7"/>
                        <a:pt x="29" y="4"/>
                        <a:pt x="27" y="3"/>
                      </a:cubicBezTo>
                      <a:cubicBezTo>
                        <a:pt x="24" y="1"/>
                        <a:pt x="21" y="0"/>
                        <a:pt x="17" y="0"/>
                      </a:cubicBezTo>
                      <a:cubicBezTo>
                        <a:pt x="13" y="0"/>
                        <a:pt x="10" y="1"/>
                        <a:pt x="8" y="3"/>
                      </a:cubicBezTo>
                      <a:cubicBezTo>
                        <a:pt x="5" y="5"/>
                        <a:pt x="4" y="7"/>
                        <a:pt x="4" y="10"/>
                      </a:cubicBezTo>
                      <a:cubicBezTo>
                        <a:pt x="4" y="12"/>
                        <a:pt x="5" y="13"/>
                        <a:pt x="6" y="14"/>
                      </a:cubicBezTo>
                      <a:cubicBezTo>
                        <a:pt x="6" y="16"/>
                        <a:pt x="7" y="17"/>
                        <a:pt x="8" y="18"/>
                      </a:cubicBezTo>
                      <a:cubicBezTo>
                        <a:pt x="10" y="18"/>
                        <a:pt x="12" y="19"/>
                        <a:pt x="15" y="21"/>
                      </a:cubicBezTo>
                      <a:cubicBezTo>
                        <a:pt x="17" y="22"/>
                        <a:pt x="19" y="23"/>
                        <a:pt x="20" y="23"/>
                      </a:cubicBezTo>
                      <a:cubicBezTo>
                        <a:pt x="20" y="24"/>
                        <a:pt x="21" y="25"/>
                        <a:pt x="21" y="26"/>
                      </a:cubicBezTo>
                      <a:cubicBezTo>
                        <a:pt x="21" y="27"/>
                        <a:pt x="20" y="28"/>
                        <a:pt x="19" y="29"/>
                      </a:cubicBezTo>
                      <a:cubicBezTo>
                        <a:pt x="18" y="30"/>
                        <a:pt x="16" y="30"/>
                        <a:pt x="14" y="30"/>
                      </a:cubicBezTo>
                      <a:cubicBezTo>
                        <a:pt x="11" y="30"/>
                        <a:pt x="9" y="30"/>
                        <a:pt x="8" y="28"/>
                      </a:cubicBezTo>
                      <a:cubicBezTo>
                        <a:pt x="8" y="28"/>
                        <a:pt x="7" y="26"/>
                        <a:pt x="7" y="24"/>
                      </a:cubicBezTo>
                      <a:cubicBezTo>
                        <a:pt x="0" y="24"/>
                        <a:pt x="0" y="24"/>
                        <a:pt x="0" y="24"/>
                      </a:cubicBezTo>
                      <a:cubicBezTo>
                        <a:pt x="0" y="27"/>
                        <a:pt x="0" y="29"/>
                        <a:pt x="1" y="30"/>
                      </a:cubicBezTo>
                      <a:cubicBezTo>
                        <a:pt x="2" y="32"/>
                        <a:pt x="4" y="34"/>
                        <a:pt x="6" y="35"/>
                      </a:cubicBezTo>
                      <a:cubicBezTo>
                        <a:pt x="8" y="36"/>
                        <a:pt x="11" y="36"/>
                        <a:pt x="14" y="36"/>
                      </a:cubicBezTo>
                      <a:cubicBezTo>
                        <a:pt x="18" y="36"/>
                        <a:pt x="22" y="35"/>
                        <a:pt x="24" y="33"/>
                      </a:cubicBezTo>
                      <a:cubicBezTo>
                        <a:pt x="27" y="31"/>
                        <a:pt x="28" y="28"/>
                        <a:pt x="28" y="25"/>
                      </a:cubicBezTo>
                      <a:cubicBezTo>
                        <a:pt x="28" y="22"/>
                        <a:pt x="27" y="20"/>
                        <a:pt x="26" y="19"/>
                      </a:cubicBezTo>
                      <a:cubicBezTo>
                        <a:pt x="25" y="18"/>
                        <a:pt x="22" y="16"/>
                        <a:pt x="18" y="14"/>
                      </a:cubicBezTo>
                      <a:cubicBezTo>
                        <a:pt x="15" y="13"/>
                        <a:pt x="13" y="12"/>
                        <a:pt x="13" y="12"/>
                      </a:cubicBezTo>
                      <a:cubicBezTo>
                        <a:pt x="12" y="11"/>
                        <a:pt x="11" y="10"/>
                        <a:pt x="11" y="9"/>
                      </a:cubicBezTo>
                      <a:cubicBezTo>
                        <a:pt x="11" y="8"/>
                        <a:pt x="12" y="7"/>
                        <a:pt x="13" y="6"/>
                      </a:cubicBezTo>
                      <a:cubicBezTo>
                        <a:pt x="14" y="6"/>
                        <a:pt x="15" y="5"/>
                        <a:pt x="17" y="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32" name="îṩľîďe"/>
                <p:cNvSpPr/>
                <p:nvPr/>
              </p:nvSpPr>
              <p:spPr bwMode="auto">
                <a:xfrm>
                  <a:off x="8374063" y="3521075"/>
                  <a:ext cx="46038" cy="119063"/>
                </a:xfrm>
                <a:custGeom>
                  <a:avLst/>
                  <a:gdLst>
                    <a:gd name="T0" fmla="*/ 0 w 29"/>
                    <a:gd name="T1" fmla="*/ 75 h 75"/>
                    <a:gd name="T2" fmla="*/ 14 w 29"/>
                    <a:gd name="T3" fmla="*/ 75 h 75"/>
                    <a:gd name="T4" fmla="*/ 29 w 29"/>
                    <a:gd name="T5" fmla="*/ 0 h 75"/>
                    <a:gd name="T6" fmla="*/ 14 w 29"/>
                    <a:gd name="T7" fmla="*/ 0 h 75"/>
                    <a:gd name="T8" fmla="*/ 0 w 29"/>
                    <a:gd name="T9" fmla="*/ 75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75">
                      <a:moveTo>
                        <a:pt x="0" y="75"/>
                      </a:moveTo>
                      <a:lnTo>
                        <a:pt x="14" y="75"/>
                      </a:lnTo>
                      <a:lnTo>
                        <a:pt x="29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33" name="iS1idè"/>
                <p:cNvSpPr/>
                <p:nvPr/>
              </p:nvSpPr>
              <p:spPr bwMode="auto">
                <a:xfrm>
                  <a:off x="8432801" y="3521075"/>
                  <a:ext cx="95250" cy="119063"/>
                </a:xfrm>
                <a:custGeom>
                  <a:avLst/>
                  <a:gdLst>
                    <a:gd name="T0" fmla="*/ 0 w 60"/>
                    <a:gd name="T1" fmla="*/ 12 h 75"/>
                    <a:gd name="T2" fmla="*/ 21 w 60"/>
                    <a:gd name="T3" fmla="*/ 12 h 75"/>
                    <a:gd name="T4" fmla="*/ 8 w 60"/>
                    <a:gd name="T5" fmla="*/ 75 h 75"/>
                    <a:gd name="T6" fmla="*/ 23 w 60"/>
                    <a:gd name="T7" fmla="*/ 75 h 75"/>
                    <a:gd name="T8" fmla="*/ 35 w 60"/>
                    <a:gd name="T9" fmla="*/ 12 h 75"/>
                    <a:gd name="T10" fmla="*/ 58 w 60"/>
                    <a:gd name="T11" fmla="*/ 12 h 75"/>
                    <a:gd name="T12" fmla="*/ 60 w 60"/>
                    <a:gd name="T13" fmla="*/ 0 h 75"/>
                    <a:gd name="T14" fmla="*/ 2 w 60"/>
                    <a:gd name="T15" fmla="*/ 0 h 75"/>
                    <a:gd name="T16" fmla="*/ 0 w 60"/>
                    <a:gd name="T17" fmla="*/ 12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0" h="75">
                      <a:moveTo>
                        <a:pt x="0" y="12"/>
                      </a:moveTo>
                      <a:lnTo>
                        <a:pt x="21" y="12"/>
                      </a:lnTo>
                      <a:lnTo>
                        <a:pt x="8" y="75"/>
                      </a:lnTo>
                      <a:lnTo>
                        <a:pt x="23" y="75"/>
                      </a:lnTo>
                      <a:lnTo>
                        <a:pt x="35" y="12"/>
                      </a:lnTo>
                      <a:lnTo>
                        <a:pt x="58" y="12"/>
                      </a:lnTo>
                      <a:lnTo>
                        <a:pt x="60" y="0"/>
                      </a:lnTo>
                      <a:lnTo>
                        <a:pt x="2" y="0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34" name="iṣḷîḋe"/>
                <p:cNvSpPr/>
                <p:nvPr/>
              </p:nvSpPr>
              <p:spPr bwMode="auto">
                <a:xfrm>
                  <a:off x="8531226" y="3521075"/>
                  <a:ext cx="109538" cy="119063"/>
                </a:xfrm>
                <a:custGeom>
                  <a:avLst/>
                  <a:gdLst>
                    <a:gd name="T0" fmla="*/ 25 w 33"/>
                    <a:gd name="T1" fmla="*/ 0 h 36"/>
                    <a:gd name="T2" fmla="*/ 19 w 33"/>
                    <a:gd name="T3" fmla="*/ 7 h 36"/>
                    <a:gd name="T4" fmla="*/ 16 w 33"/>
                    <a:gd name="T5" fmla="*/ 12 h 36"/>
                    <a:gd name="T6" fmla="*/ 14 w 33"/>
                    <a:gd name="T7" fmla="*/ 15 h 36"/>
                    <a:gd name="T8" fmla="*/ 12 w 33"/>
                    <a:gd name="T9" fmla="*/ 10 h 36"/>
                    <a:gd name="T10" fmla="*/ 8 w 33"/>
                    <a:gd name="T11" fmla="*/ 0 h 36"/>
                    <a:gd name="T12" fmla="*/ 0 w 33"/>
                    <a:gd name="T13" fmla="*/ 0 h 36"/>
                    <a:gd name="T14" fmla="*/ 10 w 33"/>
                    <a:gd name="T15" fmla="*/ 22 h 36"/>
                    <a:gd name="T16" fmla="*/ 7 w 33"/>
                    <a:gd name="T17" fmla="*/ 36 h 36"/>
                    <a:gd name="T18" fmla="*/ 14 w 33"/>
                    <a:gd name="T19" fmla="*/ 36 h 36"/>
                    <a:gd name="T20" fmla="*/ 17 w 33"/>
                    <a:gd name="T21" fmla="*/ 23 h 36"/>
                    <a:gd name="T22" fmla="*/ 33 w 33"/>
                    <a:gd name="T23" fmla="*/ 0 h 36"/>
                    <a:gd name="T24" fmla="*/ 25 w 33"/>
                    <a:gd name="T25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33" h="36">
                      <a:moveTo>
                        <a:pt x="25" y="0"/>
                      </a:moveTo>
                      <a:cubicBezTo>
                        <a:pt x="19" y="7"/>
                        <a:pt x="19" y="7"/>
                        <a:pt x="19" y="7"/>
                      </a:cubicBezTo>
                      <a:cubicBezTo>
                        <a:pt x="16" y="12"/>
                        <a:pt x="16" y="12"/>
                        <a:pt x="16" y="12"/>
                      </a:cubicBezTo>
                      <a:cubicBezTo>
                        <a:pt x="15" y="13"/>
                        <a:pt x="15" y="14"/>
                        <a:pt x="14" y="15"/>
                      </a:cubicBezTo>
                      <a:cubicBezTo>
                        <a:pt x="14" y="14"/>
                        <a:pt x="13" y="13"/>
                        <a:pt x="12" y="1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0" y="22"/>
                        <a:pt x="10" y="22"/>
                        <a:pt x="10" y="22"/>
                      </a:cubicBezTo>
                      <a:cubicBezTo>
                        <a:pt x="7" y="36"/>
                        <a:pt x="7" y="36"/>
                        <a:pt x="7" y="36"/>
                      </a:cubicBezTo>
                      <a:cubicBezTo>
                        <a:pt x="14" y="36"/>
                        <a:pt x="14" y="36"/>
                        <a:pt x="14" y="36"/>
                      </a:cubicBezTo>
                      <a:cubicBezTo>
                        <a:pt x="17" y="23"/>
                        <a:pt x="17" y="23"/>
                        <a:pt x="17" y="23"/>
                      </a:cubicBezTo>
                      <a:cubicBezTo>
                        <a:pt x="33" y="0"/>
                        <a:pt x="33" y="0"/>
                        <a:pt x="33" y="0"/>
                      </a:cubicBezTo>
                      <a:lnTo>
                        <a:pt x="2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</p:grpSp>
      </p:grpSp>
      <p:sp>
        <p:nvSpPr>
          <p:cNvPr id="216" name="矩形 215"/>
          <p:cNvSpPr/>
          <p:nvPr userDrawn="1"/>
        </p:nvSpPr>
        <p:spPr>
          <a:xfrm>
            <a:off x="12014027" y="0"/>
            <a:ext cx="17797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7" name="图片占位符 216"/>
          <p:cNvSpPr>
            <a:spLocks noGrp="1"/>
          </p:cNvSpPr>
          <p:nvPr>
            <p:ph type="pic" sz="quarter" idx="15"/>
          </p:nvPr>
        </p:nvSpPr>
        <p:spPr>
          <a:xfrm>
            <a:off x="7916864" y="0"/>
            <a:ext cx="4097163" cy="6858000"/>
          </a:xfrm>
          <a:custGeom>
            <a:avLst/>
            <a:gdLst>
              <a:gd name="connsiteX0" fmla="*/ 533952 w 4167120"/>
              <a:gd name="connsiteY0" fmla="*/ 0 h 6858000"/>
              <a:gd name="connsiteX1" fmla="*/ 4167120 w 4167120"/>
              <a:gd name="connsiteY1" fmla="*/ 0 h 6858000"/>
              <a:gd name="connsiteX2" fmla="*/ 4167120 w 4167120"/>
              <a:gd name="connsiteY2" fmla="*/ 6858000 h 6858000"/>
              <a:gd name="connsiteX3" fmla="*/ 427599 w 4167120"/>
              <a:gd name="connsiteY3" fmla="*/ 6858000 h 6858000"/>
              <a:gd name="connsiteX4" fmla="*/ 322189 w 4167120"/>
              <a:gd name="connsiteY4" fmla="*/ 6466939 h 6858000"/>
              <a:gd name="connsiteX5" fmla="*/ 0 w 4167120"/>
              <a:gd name="connsiteY5" fmla="*/ 3599121 h 6858000"/>
              <a:gd name="connsiteX6" fmla="*/ 455902 w 4167120"/>
              <a:gd name="connsiteY6" fmla="*/ 23524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120" h="6858000">
                <a:moveTo>
                  <a:pt x="533952" y="0"/>
                </a:moveTo>
                <a:lnTo>
                  <a:pt x="4167120" y="0"/>
                </a:lnTo>
                <a:lnTo>
                  <a:pt x="4167120" y="6858000"/>
                </a:lnTo>
                <a:lnTo>
                  <a:pt x="427599" y="6858000"/>
                </a:lnTo>
                <a:lnTo>
                  <a:pt x="322189" y="6466939"/>
                </a:lnTo>
                <a:cubicBezTo>
                  <a:pt x="116715" y="5614442"/>
                  <a:pt x="0" y="4637502"/>
                  <a:pt x="0" y="3599121"/>
                </a:cubicBezTo>
                <a:cubicBezTo>
                  <a:pt x="0" y="2353065"/>
                  <a:pt x="168069" y="1195481"/>
                  <a:pt x="455902" y="235243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kumimoji="1" lang="zh-CN" altLang="en-US"/>
          </a:p>
        </p:txBody>
      </p:sp>
      <p:sp>
        <p:nvSpPr>
          <p:cNvPr id="218" name="任意形状 217"/>
          <p:cNvSpPr/>
          <p:nvPr userDrawn="1"/>
        </p:nvSpPr>
        <p:spPr>
          <a:xfrm>
            <a:off x="7812540" y="-86497"/>
            <a:ext cx="4270127" cy="7027086"/>
          </a:xfrm>
          <a:custGeom>
            <a:avLst/>
            <a:gdLst>
              <a:gd name="connsiteX0" fmla="*/ 533952 w 4167120"/>
              <a:gd name="connsiteY0" fmla="*/ 0 h 6858000"/>
              <a:gd name="connsiteX1" fmla="*/ 4167120 w 4167120"/>
              <a:gd name="connsiteY1" fmla="*/ 0 h 6858000"/>
              <a:gd name="connsiteX2" fmla="*/ 4167120 w 4167120"/>
              <a:gd name="connsiteY2" fmla="*/ 6858000 h 6858000"/>
              <a:gd name="connsiteX3" fmla="*/ 427599 w 4167120"/>
              <a:gd name="connsiteY3" fmla="*/ 6858000 h 6858000"/>
              <a:gd name="connsiteX4" fmla="*/ 322189 w 4167120"/>
              <a:gd name="connsiteY4" fmla="*/ 6466939 h 6858000"/>
              <a:gd name="connsiteX5" fmla="*/ 0 w 4167120"/>
              <a:gd name="connsiteY5" fmla="*/ 3599121 h 6858000"/>
              <a:gd name="connsiteX6" fmla="*/ 455902 w 4167120"/>
              <a:gd name="connsiteY6" fmla="*/ 23524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120" h="6858000">
                <a:moveTo>
                  <a:pt x="533952" y="0"/>
                </a:moveTo>
                <a:lnTo>
                  <a:pt x="4167120" y="0"/>
                </a:lnTo>
                <a:lnTo>
                  <a:pt x="4167120" y="6858000"/>
                </a:lnTo>
                <a:lnTo>
                  <a:pt x="427599" y="6858000"/>
                </a:lnTo>
                <a:lnTo>
                  <a:pt x="322189" y="6466939"/>
                </a:lnTo>
                <a:cubicBezTo>
                  <a:pt x="116715" y="5614442"/>
                  <a:pt x="0" y="4637502"/>
                  <a:pt x="0" y="3599121"/>
                </a:cubicBezTo>
                <a:cubicBezTo>
                  <a:pt x="0" y="2353065"/>
                  <a:pt x="168069" y="1195481"/>
                  <a:pt x="455902" y="235243"/>
                </a:cubicBezTo>
                <a:close/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Autofit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结尾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形状 36"/>
          <p:cNvSpPr/>
          <p:nvPr userDrawn="1"/>
        </p:nvSpPr>
        <p:spPr>
          <a:xfrm>
            <a:off x="-134112" y="-106934"/>
            <a:ext cx="12468264" cy="3829332"/>
          </a:xfrm>
          <a:custGeom>
            <a:avLst/>
            <a:gdLst>
              <a:gd name="connsiteX0" fmla="*/ 0 w 12192000"/>
              <a:gd name="connsiteY0" fmla="*/ 0 h 3632200"/>
              <a:gd name="connsiteX1" fmla="*/ 12192000 w 12192000"/>
              <a:gd name="connsiteY1" fmla="*/ 0 h 3632200"/>
              <a:gd name="connsiteX2" fmla="*/ 12192000 w 12192000"/>
              <a:gd name="connsiteY2" fmla="*/ 2602097 h 3632200"/>
              <a:gd name="connsiteX3" fmla="*/ 11858362 w 12192000"/>
              <a:gd name="connsiteY3" fmla="*/ 2747371 h 3632200"/>
              <a:gd name="connsiteX4" fmla="*/ 6859519 w 12192000"/>
              <a:gd name="connsiteY4" fmla="*/ 3619648 h 3632200"/>
              <a:gd name="connsiteX5" fmla="*/ 6096062 w 12192000"/>
              <a:gd name="connsiteY5" fmla="*/ 3632200 h 3632200"/>
              <a:gd name="connsiteX6" fmla="*/ 6095939 w 12192000"/>
              <a:gd name="connsiteY6" fmla="*/ 3632200 h 3632200"/>
              <a:gd name="connsiteX7" fmla="*/ 5332482 w 12192000"/>
              <a:gd name="connsiteY7" fmla="*/ 3619648 h 3632200"/>
              <a:gd name="connsiteX8" fmla="*/ 333638 w 12192000"/>
              <a:gd name="connsiteY8" fmla="*/ 2747371 h 3632200"/>
              <a:gd name="connsiteX9" fmla="*/ 0 w 12192000"/>
              <a:gd name="connsiteY9" fmla="*/ 2602097 h 363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3632200">
                <a:moveTo>
                  <a:pt x="0" y="0"/>
                </a:moveTo>
                <a:lnTo>
                  <a:pt x="12192000" y="0"/>
                </a:lnTo>
                <a:lnTo>
                  <a:pt x="12192000" y="2602097"/>
                </a:lnTo>
                <a:lnTo>
                  <a:pt x="11858362" y="2747371"/>
                </a:lnTo>
                <a:cubicBezTo>
                  <a:pt x="10640880" y="3227716"/>
                  <a:pt x="8867829" y="3553239"/>
                  <a:pt x="6859519" y="3619648"/>
                </a:cubicBezTo>
                <a:lnTo>
                  <a:pt x="6096062" y="3632200"/>
                </a:lnTo>
                <a:lnTo>
                  <a:pt x="6095939" y="3632200"/>
                </a:lnTo>
                <a:lnTo>
                  <a:pt x="5332482" y="3619648"/>
                </a:lnTo>
                <a:cubicBezTo>
                  <a:pt x="3324171" y="3553239"/>
                  <a:pt x="1551120" y="3227716"/>
                  <a:pt x="333638" y="2747371"/>
                </a:cubicBezTo>
                <a:lnTo>
                  <a:pt x="0" y="2602097"/>
                </a:lnTo>
                <a:close/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Autofit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图片占位符 8"/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632200"/>
          </a:xfrm>
          <a:custGeom>
            <a:avLst/>
            <a:gdLst>
              <a:gd name="connsiteX0" fmla="*/ 0 w 12192000"/>
              <a:gd name="connsiteY0" fmla="*/ 0 h 3632200"/>
              <a:gd name="connsiteX1" fmla="*/ 12192000 w 12192000"/>
              <a:gd name="connsiteY1" fmla="*/ 0 h 3632200"/>
              <a:gd name="connsiteX2" fmla="*/ 12192000 w 12192000"/>
              <a:gd name="connsiteY2" fmla="*/ 2602097 h 3632200"/>
              <a:gd name="connsiteX3" fmla="*/ 11858362 w 12192000"/>
              <a:gd name="connsiteY3" fmla="*/ 2747371 h 3632200"/>
              <a:gd name="connsiteX4" fmla="*/ 6859519 w 12192000"/>
              <a:gd name="connsiteY4" fmla="*/ 3619648 h 3632200"/>
              <a:gd name="connsiteX5" fmla="*/ 6096062 w 12192000"/>
              <a:gd name="connsiteY5" fmla="*/ 3632200 h 3632200"/>
              <a:gd name="connsiteX6" fmla="*/ 6095939 w 12192000"/>
              <a:gd name="connsiteY6" fmla="*/ 3632200 h 3632200"/>
              <a:gd name="connsiteX7" fmla="*/ 5332482 w 12192000"/>
              <a:gd name="connsiteY7" fmla="*/ 3619648 h 3632200"/>
              <a:gd name="connsiteX8" fmla="*/ 333638 w 12192000"/>
              <a:gd name="connsiteY8" fmla="*/ 2747371 h 3632200"/>
              <a:gd name="connsiteX9" fmla="*/ 0 w 12192000"/>
              <a:gd name="connsiteY9" fmla="*/ 2602097 h 363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3632200">
                <a:moveTo>
                  <a:pt x="0" y="0"/>
                </a:moveTo>
                <a:lnTo>
                  <a:pt x="12192000" y="0"/>
                </a:lnTo>
                <a:lnTo>
                  <a:pt x="12192000" y="2602097"/>
                </a:lnTo>
                <a:lnTo>
                  <a:pt x="11858362" y="2747371"/>
                </a:lnTo>
                <a:cubicBezTo>
                  <a:pt x="10640880" y="3227716"/>
                  <a:pt x="8867829" y="3553239"/>
                  <a:pt x="6859519" y="3619648"/>
                </a:cubicBezTo>
                <a:lnTo>
                  <a:pt x="6096062" y="3632200"/>
                </a:lnTo>
                <a:lnTo>
                  <a:pt x="6095939" y="3632200"/>
                </a:lnTo>
                <a:lnTo>
                  <a:pt x="5332482" y="3619648"/>
                </a:lnTo>
                <a:cubicBezTo>
                  <a:pt x="3324171" y="3553239"/>
                  <a:pt x="1551120" y="3227716"/>
                  <a:pt x="333638" y="2747371"/>
                </a:cubicBezTo>
                <a:lnTo>
                  <a:pt x="0" y="260209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kumimoji="1" lang="zh-CN" altLang="en-US" dirty="0"/>
          </a:p>
        </p:txBody>
      </p:sp>
      <p:grpSp>
        <p:nvGrpSpPr>
          <p:cNvPr id="2" name="íşḷïḑe"/>
          <p:cNvGrpSpPr/>
          <p:nvPr userDrawn="1"/>
        </p:nvGrpSpPr>
        <p:grpSpPr>
          <a:xfrm>
            <a:off x="10318826" y="6251198"/>
            <a:ext cx="1054401" cy="383497"/>
            <a:chOff x="4412452" y="3106738"/>
            <a:chExt cx="2312689" cy="841148"/>
          </a:xfrm>
        </p:grpSpPr>
        <p:grpSp>
          <p:nvGrpSpPr>
            <p:cNvPr id="5" name="îṥľíḑé"/>
            <p:cNvGrpSpPr/>
            <p:nvPr/>
          </p:nvGrpSpPr>
          <p:grpSpPr>
            <a:xfrm>
              <a:off x="4422776" y="3106738"/>
              <a:ext cx="2293937" cy="617538"/>
              <a:chOff x="4422776" y="3106738"/>
              <a:chExt cx="2293937" cy="617538"/>
            </a:xfrm>
          </p:grpSpPr>
          <p:sp>
            <p:nvSpPr>
              <p:cNvPr id="53" name="išḻiḑé"/>
              <p:cNvSpPr/>
              <p:nvPr/>
            </p:nvSpPr>
            <p:spPr bwMode="auto">
              <a:xfrm>
                <a:off x="4811713" y="3200400"/>
                <a:ext cx="49213" cy="100013"/>
              </a:xfrm>
              <a:custGeom>
                <a:avLst/>
                <a:gdLst>
                  <a:gd name="T0" fmla="*/ 0 w 15"/>
                  <a:gd name="T1" fmla="*/ 1 h 30"/>
                  <a:gd name="T2" fmla="*/ 1 w 15"/>
                  <a:gd name="T3" fmla="*/ 12 h 30"/>
                  <a:gd name="T4" fmla="*/ 0 w 15"/>
                  <a:gd name="T5" fmla="*/ 21 h 30"/>
                  <a:gd name="T6" fmla="*/ 2 w 15"/>
                  <a:gd name="T7" fmla="*/ 28 h 30"/>
                  <a:gd name="T8" fmla="*/ 7 w 15"/>
                  <a:gd name="T9" fmla="*/ 30 h 30"/>
                  <a:gd name="T10" fmla="*/ 12 w 15"/>
                  <a:gd name="T11" fmla="*/ 26 h 30"/>
                  <a:gd name="T12" fmla="*/ 15 w 15"/>
                  <a:gd name="T13" fmla="*/ 18 h 30"/>
                  <a:gd name="T14" fmla="*/ 3 w 15"/>
                  <a:gd name="T15" fmla="*/ 0 h 30"/>
                  <a:gd name="T16" fmla="*/ 0 w 15"/>
                  <a:gd name="T17" fmla="*/ 1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" h="30">
                    <a:moveTo>
                      <a:pt x="0" y="1"/>
                    </a:moveTo>
                    <a:cubicBezTo>
                      <a:pt x="1" y="12"/>
                      <a:pt x="1" y="12"/>
                      <a:pt x="1" y="12"/>
                    </a:cubicBezTo>
                    <a:cubicBezTo>
                      <a:pt x="1" y="13"/>
                      <a:pt x="0" y="18"/>
                      <a:pt x="0" y="21"/>
                    </a:cubicBezTo>
                    <a:cubicBezTo>
                      <a:pt x="0" y="24"/>
                      <a:pt x="2" y="25"/>
                      <a:pt x="2" y="28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9" y="27"/>
                      <a:pt x="10" y="29"/>
                      <a:pt x="12" y="26"/>
                    </a:cubicBezTo>
                    <a:cubicBezTo>
                      <a:pt x="14" y="23"/>
                      <a:pt x="14" y="21"/>
                      <a:pt x="15" y="18"/>
                    </a:cubicBezTo>
                    <a:cubicBezTo>
                      <a:pt x="12" y="7"/>
                      <a:pt x="13" y="5"/>
                      <a:pt x="3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6001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4" name="íṥľíďè"/>
              <p:cNvSpPr/>
              <p:nvPr/>
            </p:nvSpPr>
            <p:spPr bwMode="auto">
              <a:xfrm>
                <a:off x="5221288" y="3184525"/>
                <a:ext cx="36513" cy="122238"/>
              </a:xfrm>
              <a:custGeom>
                <a:avLst/>
                <a:gdLst>
                  <a:gd name="T0" fmla="*/ 0 w 11"/>
                  <a:gd name="T1" fmla="*/ 3 h 37"/>
                  <a:gd name="T2" fmla="*/ 2 w 11"/>
                  <a:gd name="T3" fmla="*/ 14 h 37"/>
                  <a:gd name="T4" fmla="*/ 0 w 11"/>
                  <a:gd name="T5" fmla="*/ 33 h 37"/>
                  <a:gd name="T6" fmla="*/ 0 w 11"/>
                  <a:gd name="T7" fmla="*/ 36 h 37"/>
                  <a:gd name="T8" fmla="*/ 2 w 11"/>
                  <a:gd name="T9" fmla="*/ 37 h 37"/>
                  <a:gd name="T10" fmla="*/ 8 w 11"/>
                  <a:gd name="T11" fmla="*/ 27 h 37"/>
                  <a:gd name="T12" fmla="*/ 11 w 11"/>
                  <a:gd name="T13" fmla="*/ 17 h 37"/>
                  <a:gd name="T14" fmla="*/ 11 w 11"/>
                  <a:gd name="T15" fmla="*/ 15 h 37"/>
                  <a:gd name="T16" fmla="*/ 7 w 11"/>
                  <a:gd name="T17" fmla="*/ 2 h 37"/>
                  <a:gd name="T18" fmla="*/ 2 w 11"/>
                  <a:gd name="T19" fmla="*/ 0 h 37"/>
                  <a:gd name="T20" fmla="*/ 0 w 11"/>
                  <a:gd name="T21" fmla="*/ 3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1" h="37">
                    <a:moveTo>
                      <a:pt x="0" y="3"/>
                    </a:moveTo>
                    <a:cubicBezTo>
                      <a:pt x="2" y="14"/>
                      <a:pt x="2" y="14"/>
                      <a:pt x="2" y="14"/>
                    </a:cubicBezTo>
                    <a:cubicBezTo>
                      <a:pt x="2" y="19"/>
                      <a:pt x="0" y="27"/>
                      <a:pt x="0" y="33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2" y="36"/>
                      <a:pt x="1" y="37"/>
                      <a:pt x="2" y="37"/>
                    </a:cubicBezTo>
                    <a:cubicBezTo>
                      <a:pt x="3" y="37"/>
                      <a:pt x="7" y="28"/>
                      <a:pt x="8" y="27"/>
                    </a:cubicBezTo>
                    <a:cubicBezTo>
                      <a:pt x="9" y="24"/>
                      <a:pt x="11" y="21"/>
                      <a:pt x="11" y="17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11" y="7"/>
                      <a:pt x="8" y="7"/>
                      <a:pt x="7" y="2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1"/>
                      <a:pt x="0" y="1"/>
                      <a:pt x="0" y="3"/>
                    </a:cubicBezTo>
                    <a:close/>
                  </a:path>
                </a:pathLst>
              </a:custGeom>
              <a:solidFill>
                <a:srgbClr val="E6001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5" name="íś1iḑe"/>
              <p:cNvSpPr/>
              <p:nvPr/>
            </p:nvSpPr>
            <p:spPr bwMode="auto">
              <a:xfrm>
                <a:off x="4554538" y="3251200"/>
                <a:ext cx="119063" cy="58738"/>
              </a:xfrm>
              <a:custGeom>
                <a:avLst/>
                <a:gdLst>
                  <a:gd name="T0" fmla="*/ 0 w 36"/>
                  <a:gd name="T1" fmla="*/ 15 h 18"/>
                  <a:gd name="T2" fmla="*/ 2 w 36"/>
                  <a:gd name="T3" fmla="*/ 16 h 18"/>
                  <a:gd name="T4" fmla="*/ 13 w 36"/>
                  <a:gd name="T5" fmla="*/ 18 h 18"/>
                  <a:gd name="T6" fmla="*/ 16 w 36"/>
                  <a:gd name="T7" fmla="*/ 18 h 18"/>
                  <a:gd name="T8" fmla="*/ 22 w 36"/>
                  <a:gd name="T9" fmla="*/ 17 h 18"/>
                  <a:gd name="T10" fmla="*/ 23 w 36"/>
                  <a:gd name="T11" fmla="*/ 17 h 18"/>
                  <a:gd name="T12" fmla="*/ 30 w 36"/>
                  <a:gd name="T13" fmla="*/ 13 h 18"/>
                  <a:gd name="T14" fmla="*/ 36 w 36"/>
                  <a:gd name="T15" fmla="*/ 8 h 18"/>
                  <a:gd name="T16" fmla="*/ 36 w 36"/>
                  <a:gd name="T17" fmla="*/ 7 h 18"/>
                  <a:gd name="T18" fmla="*/ 36 w 36"/>
                  <a:gd name="T19" fmla="*/ 4 h 18"/>
                  <a:gd name="T20" fmla="*/ 32 w 36"/>
                  <a:gd name="T21" fmla="*/ 0 h 18"/>
                  <a:gd name="T22" fmla="*/ 24 w 36"/>
                  <a:gd name="T23" fmla="*/ 3 h 18"/>
                  <a:gd name="T24" fmla="*/ 16 w 36"/>
                  <a:gd name="T25" fmla="*/ 7 h 18"/>
                  <a:gd name="T26" fmla="*/ 0 w 36"/>
                  <a:gd name="T27" fmla="*/ 15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6" h="18">
                    <a:moveTo>
                      <a:pt x="0" y="15"/>
                    </a:moveTo>
                    <a:cubicBezTo>
                      <a:pt x="1" y="16"/>
                      <a:pt x="1" y="16"/>
                      <a:pt x="2" y="16"/>
                    </a:cubicBezTo>
                    <a:cubicBezTo>
                      <a:pt x="6" y="16"/>
                      <a:pt x="9" y="18"/>
                      <a:pt x="13" y="18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22" y="17"/>
                      <a:pt x="22" y="17"/>
                      <a:pt x="22" y="17"/>
                    </a:cubicBezTo>
                    <a:cubicBezTo>
                      <a:pt x="23" y="17"/>
                      <a:pt x="23" y="17"/>
                      <a:pt x="23" y="17"/>
                    </a:cubicBezTo>
                    <a:cubicBezTo>
                      <a:pt x="26" y="16"/>
                      <a:pt x="28" y="14"/>
                      <a:pt x="30" y="13"/>
                    </a:cubicBezTo>
                    <a:cubicBezTo>
                      <a:pt x="34" y="11"/>
                      <a:pt x="33" y="10"/>
                      <a:pt x="36" y="8"/>
                    </a:cubicBezTo>
                    <a:cubicBezTo>
                      <a:pt x="36" y="7"/>
                      <a:pt x="36" y="7"/>
                      <a:pt x="36" y="7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36" y="1"/>
                      <a:pt x="33" y="2"/>
                      <a:pt x="32" y="0"/>
                    </a:cubicBezTo>
                    <a:cubicBezTo>
                      <a:pt x="29" y="1"/>
                      <a:pt x="27" y="1"/>
                      <a:pt x="24" y="3"/>
                    </a:cubicBezTo>
                    <a:cubicBezTo>
                      <a:pt x="21" y="4"/>
                      <a:pt x="19" y="6"/>
                      <a:pt x="16" y="7"/>
                    </a:cubicBezTo>
                    <a:cubicBezTo>
                      <a:pt x="11" y="11"/>
                      <a:pt x="4" y="10"/>
                      <a:pt x="0" y="15"/>
                    </a:cubicBezTo>
                    <a:close/>
                  </a:path>
                </a:pathLst>
              </a:custGeom>
              <a:solidFill>
                <a:srgbClr val="E6001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6" name="iṩ1iḋè"/>
              <p:cNvSpPr/>
              <p:nvPr/>
            </p:nvSpPr>
            <p:spPr bwMode="auto">
              <a:xfrm>
                <a:off x="6359526" y="3263900"/>
                <a:ext cx="93663" cy="139700"/>
              </a:xfrm>
              <a:custGeom>
                <a:avLst/>
                <a:gdLst>
                  <a:gd name="T0" fmla="*/ 15 w 28"/>
                  <a:gd name="T1" fmla="*/ 1 h 42"/>
                  <a:gd name="T2" fmla="*/ 6 w 28"/>
                  <a:gd name="T3" fmla="*/ 11 h 42"/>
                  <a:gd name="T4" fmla="*/ 6 w 28"/>
                  <a:gd name="T5" fmla="*/ 13 h 42"/>
                  <a:gd name="T6" fmla="*/ 5 w 28"/>
                  <a:gd name="T7" fmla="*/ 16 h 42"/>
                  <a:gd name="T8" fmla="*/ 6 w 28"/>
                  <a:gd name="T9" fmla="*/ 20 h 42"/>
                  <a:gd name="T10" fmla="*/ 6 w 28"/>
                  <a:gd name="T11" fmla="*/ 21 h 42"/>
                  <a:gd name="T12" fmla="*/ 0 w 28"/>
                  <a:gd name="T13" fmla="*/ 38 h 42"/>
                  <a:gd name="T14" fmla="*/ 0 w 28"/>
                  <a:gd name="T15" fmla="*/ 41 h 42"/>
                  <a:gd name="T16" fmla="*/ 3 w 28"/>
                  <a:gd name="T17" fmla="*/ 42 h 42"/>
                  <a:gd name="T18" fmla="*/ 9 w 28"/>
                  <a:gd name="T19" fmla="*/ 32 h 42"/>
                  <a:gd name="T20" fmla="*/ 12 w 28"/>
                  <a:gd name="T21" fmla="*/ 26 h 42"/>
                  <a:gd name="T22" fmla="*/ 14 w 28"/>
                  <a:gd name="T23" fmla="*/ 26 h 42"/>
                  <a:gd name="T24" fmla="*/ 20 w 28"/>
                  <a:gd name="T25" fmla="*/ 26 h 42"/>
                  <a:gd name="T26" fmla="*/ 28 w 28"/>
                  <a:gd name="T27" fmla="*/ 14 h 42"/>
                  <a:gd name="T28" fmla="*/ 28 w 28"/>
                  <a:gd name="T29" fmla="*/ 6 h 42"/>
                  <a:gd name="T30" fmla="*/ 28 w 28"/>
                  <a:gd name="T31" fmla="*/ 5 h 42"/>
                  <a:gd name="T32" fmla="*/ 27 w 28"/>
                  <a:gd name="T33" fmla="*/ 3 h 42"/>
                  <a:gd name="T34" fmla="*/ 26 w 28"/>
                  <a:gd name="T35" fmla="*/ 3 h 42"/>
                  <a:gd name="T36" fmla="*/ 24 w 28"/>
                  <a:gd name="T37" fmla="*/ 3 h 42"/>
                  <a:gd name="T38" fmla="*/ 23 w 28"/>
                  <a:gd name="T39" fmla="*/ 3 h 42"/>
                  <a:gd name="T40" fmla="*/ 20 w 28"/>
                  <a:gd name="T41" fmla="*/ 0 h 42"/>
                  <a:gd name="T42" fmla="*/ 15 w 28"/>
                  <a:gd name="T43" fmla="*/ 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8" h="42">
                    <a:moveTo>
                      <a:pt x="15" y="1"/>
                    </a:moveTo>
                    <a:cubicBezTo>
                      <a:pt x="15" y="10"/>
                      <a:pt x="8" y="6"/>
                      <a:pt x="6" y="11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6" y="14"/>
                      <a:pt x="5" y="14"/>
                      <a:pt x="5" y="16"/>
                    </a:cubicBezTo>
                    <a:cubicBezTo>
                      <a:pt x="6" y="20"/>
                      <a:pt x="6" y="20"/>
                      <a:pt x="6" y="20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6" y="29"/>
                      <a:pt x="0" y="31"/>
                      <a:pt x="0" y="38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2" y="42"/>
                      <a:pt x="2" y="42"/>
                      <a:pt x="3" y="42"/>
                    </a:cubicBezTo>
                    <a:cubicBezTo>
                      <a:pt x="7" y="42"/>
                      <a:pt x="9" y="36"/>
                      <a:pt x="9" y="32"/>
                    </a:cubicBezTo>
                    <a:cubicBezTo>
                      <a:pt x="9" y="29"/>
                      <a:pt x="10" y="26"/>
                      <a:pt x="12" y="26"/>
                    </a:cubicBezTo>
                    <a:cubicBezTo>
                      <a:pt x="14" y="26"/>
                      <a:pt x="14" y="26"/>
                      <a:pt x="14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4" y="24"/>
                      <a:pt x="28" y="21"/>
                      <a:pt x="28" y="14"/>
                    </a:cubicBezTo>
                    <a:cubicBezTo>
                      <a:pt x="28" y="6"/>
                      <a:pt x="28" y="6"/>
                      <a:pt x="28" y="6"/>
                    </a:cubicBezTo>
                    <a:cubicBezTo>
                      <a:pt x="28" y="5"/>
                      <a:pt x="28" y="5"/>
                      <a:pt x="28" y="5"/>
                    </a:cubicBezTo>
                    <a:cubicBezTo>
                      <a:pt x="27" y="3"/>
                      <a:pt x="27" y="3"/>
                      <a:pt x="27" y="3"/>
                    </a:cubicBezTo>
                    <a:cubicBezTo>
                      <a:pt x="26" y="3"/>
                      <a:pt x="26" y="3"/>
                      <a:pt x="26" y="3"/>
                    </a:cubicBezTo>
                    <a:cubicBezTo>
                      <a:pt x="24" y="3"/>
                      <a:pt x="24" y="3"/>
                      <a:pt x="24" y="3"/>
                    </a:cubicBezTo>
                    <a:cubicBezTo>
                      <a:pt x="23" y="3"/>
                      <a:pt x="23" y="3"/>
                      <a:pt x="23" y="3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15" y="1"/>
                    </a:lnTo>
                    <a:close/>
                  </a:path>
                </a:pathLst>
              </a:custGeom>
              <a:solidFill>
                <a:srgbClr val="E6001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7" name="íṩlïḓè"/>
              <p:cNvSpPr/>
              <p:nvPr/>
            </p:nvSpPr>
            <p:spPr bwMode="auto">
              <a:xfrm>
                <a:off x="5826126" y="3273425"/>
                <a:ext cx="223838" cy="293688"/>
              </a:xfrm>
              <a:custGeom>
                <a:avLst/>
                <a:gdLst>
                  <a:gd name="T0" fmla="*/ 38 w 68"/>
                  <a:gd name="T1" fmla="*/ 16 h 88"/>
                  <a:gd name="T2" fmla="*/ 40 w 68"/>
                  <a:gd name="T3" fmla="*/ 5 h 88"/>
                  <a:gd name="T4" fmla="*/ 36 w 68"/>
                  <a:gd name="T5" fmla="*/ 1 h 88"/>
                  <a:gd name="T6" fmla="*/ 36 w 68"/>
                  <a:gd name="T7" fmla="*/ 1 h 88"/>
                  <a:gd name="T8" fmla="*/ 33 w 68"/>
                  <a:gd name="T9" fmla="*/ 0 h 88"/>
                  <a:gd name="T10" fmla="*/ 24 w 68"/>
                  <a:gd name="T11" fmla="*/ 7 h 88"/>
                  <a:gd name="T12" fmla="*/ 24 w 68"/>
                  <a:gd name="T13" fmla="*/ 8 h 88"/>
                  <a:gd name="T14" fmla="*/ 26 w 68"/>
                  <a:gd name="T15" fmla="*/ 18 h 88"/>
                  <a:gd name="T16" fmla="*/ 27 w 68"/>
                  <a:gd name="T17" fmla="*/ 28 h 88"/>
                  <a:gd name="T18" fmla="*/ 27 w 68"/>
                  <a:gd name="T19" fmla="*/ 39 h 88"/>
                  <a:gd name="T20" fmla="*/ 16 w 68"/>
                  <a:gd name="T21" fmla="*/ 48 h 88"/>
                  <a:gd name="T22" fmla="*/ 7 w 68"/>
                  <a:gd name="T23" fmla="*/ 49 h 88"/>
                  <a:gd name="T24" fmla="*/ 5 w 68"/>
                  <a:gd name="T25" fmla="*/ 49 h 88"/>
                  <a:gd name="T26" fmla="*/ 4 w 68"/>
                  <a:gd name="T27" fmla="*/ 49 h 88"/>
                  <a:gd name="T28" fmla="*/ 0 w 68"/>
                  <a:gd name="T29" fmla="*/ 54 h 88"/>
                  <a:gd name="T30" fmla="*/ 5 w 68"/>
                  <a:gd name="T31" fmla="*/ 60 h 88"/>
                  <a:gd name="T32" fmla="*/ 11 w 68"/>
                  <a:gd name="T33" fmla="*/ 60 h 88"/>
                  <a:gd name="T34" fmla="*/ 13 w 68"/>
                  <a:gd name="T35" fmla="*/ 59 h 88"/>
                  <a:gd name="T36" fmla="*/ 20 w 68"/>
                  <a:gd name="T37" fmla="*/ 66 h 88"/>
                  <a:gd name="T38" fmla="*/ 17 w 68"/>
                  <a:gd name="T39" fmla="*/ 72 h 88"/>
                  <a:gd name="T40" fmla="*/ 13 w 68"/>
                  <a:gd name="T41" fmla="*/ 76 h 88"/>
                  <a:gd name="T42" fmla="*/ 2 w 68"/>
                  <a:gd name="T43" fmla="*/ 82 h 88"/>
                  <a:gd name="T44" fmla="*/ 2 w 68"/>
                  <a:gd name="T45" fmla="*/ 83 h 88"/>
                  <a:gd name="T46" fmla="*/ 2 w 68"/>
                  <a:gd name="T47" fmla="*/ 87 h 88"/>
                  <a:gd name="T48" fmla="*/ 4 w 68"/>
                  <a:gd name="T49" fmla="*/ 88 h 88"/>
                  <a:gd name="T50" fmla="*/ 25 w 68"/>
                  <a:gd name="T51" fmla="*/ 77 h 88"/>
                  <a:gd name="T52" fmla="*/ 31 w 68"/>
                  <a:gd name="T53" fmla="*/ 69 h 88"/>
                  <a:gd name="T54" fmla="*/ 40 w 68"/>
                  <a:gd name="T55" fmla="*/ 63 h 88"/>
                  <a:gd name="T56" fmla="*/ 52 w 68"/>
                  <a:gd name="T57" fmla="*/ 70 h 88"/>
                  <a:gd name="T58" fmla="*/ 48 w 68"/>
                  <a:gd name="T59" fmla="*/ 79 h 88"/>
                  <a:gd name="T60" fmla="*/ 59 w 68"/>
                  <a:gd name="T61" fmla="*/ 81 h 88"/>
                  <a:gd name="T62" fmla="*/ 68 w 68"/>
                  <a:gd name="T63" fmla="*/ 71 h 88"/>
                  <a:gd name="T64" fmla="*/ 59 w 68"/>
                  <a:gd name="T65" fmla="*/ 62 h 88"/>
                  <a:gd name="T66" fmla="*/ 44 w 68"/>
                  <a:gd name="T67" fmla="*/ 60 h 88"/>
                  <a:gd name="T68" fmla="*/ 42 w 68"/>
                  <a:gd name="T69" fmla="*/ 60 h 88"/>
                  <a:gd name="T70" fmla="*/ 36 w 68"/>
                  <a:gd name="T71" fmla="*/ 53 h 88"/>
                  <a:gd name="T72" fmla="*/ 48 w 68"/>
                  <a:gd name="T73" fmla="*/ 42 h 88"/>
                  <a:gd name="T74" fmla="*/ 59 w 68"/>
                  <a:gd name="T75" fmla="*/ 32 h 88"/>
                  <a:gd name="T76" fmla="*/ 59 w 68"/>
                  <a:gd name="T77" fmla="*/ 30 h 88"/>
                  <a:gd name="T78" fmla="*/ 59 w 68"/>
                  <a:gd name="T79" fmla="*/ 29 h 88"/>
                  <a:gd name="T80" fmla="*/ 54 w 68"/>
                  <a:gd name="T81" fmla="*/ 26 h 88"/>
                  <a:gd name="T82" fmla="*/ 51 w 68"/>
                  <a:gd name="T83" fmla="*/ 27 h 88"/>
                  <a:gd name="T84" fmla="*/ 50 w 68"/>
                  <a:gd name="T85" fmla="*/ 27 h 88"/>
                  <a:gd name="T86" fmla="*/ 41 w 68"/>
                  <a:gd name="T87" fmla="*/ 33 h 88"/>
                  <a:gd name="T88" fmla="*/ 38 w 68"/>
                  <a:gd name="T89" fmla="*/ 28 h 88"/>
                  <a:gd name="T90" fmla="*/ 38 w 68"/>
                  <a:gd name="T91" fmla="*/ 27 h 88"/>
                  <a:gd name="T92" fmla="*/ 38 w 68"/>
                  <a:gd name="T93" fmla="*/ 16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68" h="88">
                    <a:moveTo>
                      <a:pt x="38" y="16"/>
                    </a:moveTo>
                    <a:cubicBezTo>
                      <a:pt x="39" y="11"/>
                      <a:pt x="40" y="9"/>
                      <a:pt x="40" y="5"/>
                    </a:cubicBezTo>
                    <a:cubicBezTo>
                      <a:pt x="40" y="3"/>
                      <a:pt x="38" y="1"/>
                      <a:pt x="36" y="1"/>
                    </a:cubicBezTo>
                    <a:cubicBezTo>
                      <a:pt x="36" y="1"/>
                      <a:pt x="36" y="1"/>
                      <a:pt x="36" y="1"/>
                    </a:cubicBezTo>
                    <a:cubicBezTo>
                      <a:pt x="34" y="1"/>
                      <a:pt x="34" y="1"/>
                      <a:pt x="33" y="0"/>
                    </a:cubicBezTo>
                    <a:cubicBezTo>
                      <a:pt x="28" y="3"/>
                      <a:pt x="28" y="1"/>
                      <a:pt x="24" y="7"/>
                    </a:cubicBezTo>
                    <a:cubicBezTo>
                      <a:pt x="24" y="8"/>
                      <a:pt x="24" y="8"/>
                      <a:pt x="24" y="8"/>
                    </a:cubicBezTo>
                    <a:cubicBezTo>
                      <a:pt x="24" y="12"/>
                      <a:pt x="26" y="14"/>
                      <a:pt x="26" y="18"/>
                    </a:cubicBezTo>
                    <a:cubicBezTo>
                      <a:pt x="27" y="28"/>
                      <a:pt x="27" y="28"/>
                      <a:pt x="27" y="28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8" y="45"/>
                      <a:pt x="22" y="48"/>
                      <a:pt x="16" y="48"/>
                    </a:cubicBezTo>
                    <a:cubicBezTo>
                      <a:pt x="7" y="49"/>
                      <a:pt x="7" y="49"/>
                      <a:pt x="7" y="49"/>
                    </a:cubicBezTo>
                    <a:cubicBezTo>
                      <a:pt x="5" y="49"/>
                      <a:pt x="5" y="49"/>
                      <a:pt x="5" y="49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2" y="50"/>
                      <a:pt x="0" y="51"/>
                      <a:pt x="0" y="54"/>
                    </a:cubicBezTo>
                    <a:cubicBezTo>
                      <a:pt x="0" y="56"/>
                      <a:pt x="3" y="60"/>
                      <a:pt x="5" y="60"/>
                    </a:cubicBezTo>
                    <a:cubicBezTo>
                      <a:pt x="11" y="60"/>
                      <a:pt x="11" y="60"/>
                      <a:pt x="11" y="60"/>
                    </a:cubicBezTo>
                    <a:cubicBezTo>
                      <a:pt x="12" y="60"/>
                      <a:pt x="12" y="60"/>
                      <a:pt x="13" y="59"/>
                    </a:cubicBezTo>
                    <a:cubicBezTo>
                      <a:pt x="17" y="62"/>
                      <a:pt x="17" y="60"/>
                      <a:pt x="20" y="66"/>
                    </a:cubicBezTo>
                    <a:cubicBezTo>
                      <a:pt x="18" y="69"/>
                      <a:pt x="20" y="68"/>
                      <a:pt x="17" y="72"/>
                    </a:cubicBezTo>
                    <a:cubicBezTo>
                      <a:pt x="15" y="73"/>
                      <a:pt x="15" y="75"/>
                      <a:pt x="13" y="76"/>
                    </a:cubicBezTo>
                    <a:cubicBezTo>
                      <a:pt x="8" y="79"/>
                      <a:pt x="7" y="80"/>
                      <a:pt x="2" y="82"/>
                    </a:cubicBezTo>
                    <a:cubicBezTo>
                      <a:pt x="2" y="83"/>
                      <a:pt x="2" y="83"/>
                      <a:pt x="2" y="83"/>
                    </a:cubicBezTo>
                    <a:cubicBezTo>
                      <a:pt x="2" y="87"/>
                      <a:pt x="2" y="87"/>
                      <a:pt x="2" y="87"/>
                    </a:cubicBezTo>
                    <a:cubicBezTo>
                      <a:pt x="4" y="87"/>
                      <a:pt x="3" y="88"/>
                      <a:pt x="4" y="88"/>
                    </a:cubicBezTo>
                    <a:cubicBezTo>
                      <a:pt x="13" y="88"/>
                      <a:pt x="20" y="82"/>
                      <a:pt x="25" y="77"/>
                    </a:cubicBezTo>
                    <a:cubicBezTo>
                      <a:pt x="26" y="76"/>
                      <a:pt x="30" y="71"/>
                      <a:pt x="31" y="69"/>
                    </a:cubicBezTo>
                    <a:cubicBezTo>
                      <a:pt x="33" y="65"/>
                      <a:pt x="35" y="63"/>
                      <a:pt x="40" y="63"/>
                    </a:cubicBezTo>
                    <a:cubicBezTo>
                      <a:pt x="45" y="63"/>
                      <a:pt x="49" y="67"/>
                      <a:pt x="52" y="70"/>
                    </a:cubicBezTo>
                    <a:cubicBezTo>
                      <a:pt x="48" y="79"/>
                      <a:pt x="48" y="79"/>
                      <a:pt x="48" y="79"/>
                    </a:cubicBezTo>
                    <a:cubicBezTo>
                      <a:pt x="50" y="79"/>
                      <a:pt x="58" y="81"/>
                      <a:pt x="59" y="81"/>
                    </a:cubicBezTo>
                    <a:cubicBezTo>
                      <a:pt x="65" y="81"/>
                      <a:pt x="67" y="76"/>
                      <a:pt x="68" y="71"/>
                    </a:cubicBezTo>
                    <a:cubicBezTo>
                      <a:pt x="67" y="65"/>
                      <a:pt x="63" y="64"/>
                      <a:pt x="59" y="62"/>
                    </a:cubicBezTo>
                    <a:cubicBezTo>
                      <a:pt x="53" y="59"/>
                      <a:pt x="51" y="60"/>
                      <a:pt x="44" y="60"/>
                    </a:cubicBezTo>
                    <a:cubicBezTo>
                      <a:pt x="43" y="60"/>
                      <a:pt x="43" y="60"/>
                      <a:pt x="42" y="60"/>
                    </a:cubicBezTo>
                    <a:cubicBezTo>
                      <a:pt x="40" y="59"/>
                      <a:pt x="36" y="56"/>
                      <a:pt x="36" y="53"/>
                    </a:cubicBezTo>
                    <a:cubicBezTo>
                      <a:pt x="36" y="51"/>
                      <a:pt x="45" y="44"/>
                      <a:pt x="48" y="42"/>
                    </a:cubicBezTo>
                    <a:cubicBezTo>
                      <a:pt x="50" y="41"/>
                      <a:pt x="59" y="34"/>
                      <a:pt x="59" y="32"/>
                    </a:cubicBezTo>
                    <a:cubicBezTo>
                      <a:pt x="59" y="30"/>
                      <a:pt x="59" y="30"/>
                      <a:pt x="59" y="30"/>
                    </a:cubicBezTo>
                    <a:cubicBezTo>
                      <a:pt x="59" y="29"/>
                      <a:pt x="59" y="29"/>
                      <a:pt x="59" y="29"/>
                    </a:cubicBezTo>
                    <a:cubicBezTo>
                      <a:pt x="54" y="26"/>
                      <a:pt x="54" y="26"/>
                      <a:pt x="54" y="26"/>
                    </a:cubicBezTo>
                    <a:cubicBezTo>
                      <a:pt x="53" y="27"/>
                      <a:pt x="53" y="27"/>
                      <a:pt x="51" y="27"/>
                    </a:cubicBezTo>
                    <a:cubicBezTo>
                      <a:pt x="50" y="27"/>
                      <a:pt x="50" y="27"/>
                      <a:pt x="50" y="27"/>
                    </a:cubicBezTo>
                    <a:cubicBezTo>
                      <a:pt x="46" y="32"/>
                      <a:pt x="46" y="30"/>
                      <a:pt x="41" y="33"/>
                    </a:cubicBezTo>
                    <a:cubicBezTo>
                      <a:pt x="40" y="31"/>
                      <a:pt x="39" y="30"/>
                      <a:pt x="38" y="28"/>
                    </a:cubicBezTo>
                    <a:cubicBezTo>
                      <a:pt x="38" y="27"/>
                      <a:pt x="38" y="27"/>
                      <a:pt x="38" y="27"/>
                    </a:cubicBezTo>
                    <a:lnTo>
                      <a:pt x="38" y="16"/>
                    </a:lnTo>
                    <a:close/>
                  </a:path>
                </a:pathLst>
              </a:custGeom>
              <a:solidFill>
                <a:srgbClr val="E6001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8" name="ísḷïďè"/>
              <p:cNvSpPr/>
              <p:nvPr/>
            </p:nvSpPr>
            <p:spPr bwMode="auto">
              <a:xfrm>
                <a:off x="4518026" y="3506788"/>
                <a:ext cx="53975" cy="71438"/>
              </a:xfrm>
              <a:custGeom>
                <a:avLst/>
                <a:gdLst>
                  <a:gd name="T0" fmla="*/ 14 w 16"/>
                  <a:gd name="T1" fmla="*/ 17 h 21"/>
                  <a:gd name="T2" fmla="*/ 16 w 16"/>
                  <a:gd name="T3" fmla="*/ 12 h 21"/>
                  <a:gd name="T4" fmla="*/ 11 w 16"/>
                  <a:gd name="T5" fmla="*/ 5 h 21"/>
                  <a:gd name="T6" fmla="*/ 5 w 16"/>
                  <a:gd name="T7" fmla="*/ 0 h 21"/>
                  <a:gd name="T8" fmla="*/ 2 w 16"/>
                  <a:gd name="T9" fmla="*/ 4 h 21"/>
                  <a:gd name="T10" fmla="*/ 2 w 16"/>
                  <a:gd name="T11" fmla="*/ 5 h 21"/>
                  <a:gd name="T12" fmla="*/ 2 w 16"/>
                  <a:gd name="T13" fmla="*/ 8 h 21"/>
                  <a:gd name="T14" fmla="*/ 2 w 16"/>
                  <a:gd name="T15" fmla="*/ 9 h 21"/>
                  <a:gd name="T16" fmla="*/ 0 w 16"/>
                  <a:gd name="T17" fmla="*/ 17 h 21"/>
                  <a:gd name="T18" fmla="*/ 3 w 16"/>
                  <a:gd name="T19" fmla="*/ 21 h 21"/>
                  <a:gd name="T20" fmla="*/ 4 w 16"/>
                  <a:gd name="T21" fmla="*/ 21 h 21"/>
                  <a:gd name="T22" fmla="*/ 5 w 16"/>
                  <a:gd name="T23" fmla="*/ 21 h 21"/>
                  <a:gd name="T24" fmla="*/ 14 w 16"/>
                  <a:gd name="T25" fmla="*/ 17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" h="21">
                    <a:moveTo>
                      <a:pt x="14" y="17"/>
                    </a:moveTo>
                    <a:cubicBezTo>
                      <a:pt x="14" y="15"/>
                      <a:pt x="16" y="13"/>
                      <a:pt x="16" y="12"/>
                    </a:cubicBezTo>
                    <a:cubicBezTo>
                      <a:pt x="16" y="11"/>
                      <a:pt x="12" y="7"/>
                      <a:pt x="11" y="5"/>
                    </a:cubicBezTo>
                    <a:cubicBezTo>
                      <a:pt x="11" y="3"/>
                      <a:pt x="8" y="0"/>
                      <a:pt x="5" y="0"/>
                    </a:cubicBezTo>
                    <a:cubicBezTo>
                      <a:pt x="4" y="0"/>
                      <a:pt x="3" y="3"/>
                      <a:pt x="2" y="4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2" y="9"/>
                      <a:pt x="2" y="9"/>
                      <a:pt x="2" y="9"/>
                    </a:cubicBezTo>
                    <a:cubicBezTo>
                      <a:pt x="1" y="11"/>
                      <a:pt x="0" y="14"/>
                      <a:pt x="0" y="17"/>
                    </a:cubicBezTo>
                    <a:cubicBezTo>
                      <a:pt x="0" y="19"/>
                      <a:pt x="1" y="20"/>
                      <a:pt x="3" y="21"/>
                    </a:cubicBezTo>
                    <a:cubicBezTo>
                      <a:pt x="4" y="21"/>
                      <a:pt x="4" y="21"/>
                      <a:pt x="4" y="21"/>
                    </a:cubicBezTo>
                    <a:cubicBezTo>
                      <a:pt x="5" y="21"/>
                      <a:pt x="5" y="21"/>
                      <a:pt x="5" y="21"/>
                    </a:cubicBezTo>
                    <a:cubicBezTo>
                      <a:pt x="7" y="21"/>
                      <a:pt x="11" y="17"/>
                      <a:pt x="14" y="17"/>
                    </a:cubicBezTo>
                    <a:close/>
                  </a:path>
                </a:pathLst>
              </a:custGeom>
              <a:solidFill>
                <a:srgbClr val="E6001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9" name="îṧļîḓé"/>
              <p:cNvSpPr/>
              <p:nvPr/>
            </p:nvSpPr>
            <p:spPr bwMode="auto">
              <a:xfrm>
                <a:off x="5319713" y="3133725"/>
                <a:ext cx="222250" cy="500063"/>
              </a:xfrm>
              <a:custGeom>
                <a:avLst/>
                <a:gdLst>
                  <a:gd name="T0" fmla="*/ 47 w 67"/>
                  <a:gd name="T1" fmla="*/ 96 h 150"/>
                  <a:gd name="T2" fmla="*/ 51 w 67"/>
                  <a:gd name="T3" fmla="*/ 96 h 150"/>
                  <a:gd name="T4" fmla="*/ 46 w 67"/>
                  <a:gd name="T5" fmla="*/ 114 h 150"/>
                  <a:gd name="T6" fmla="*/ 42 w 67"/>
                  <a:gd name="T7" fmla="*/ 113 h 150"/>
                  <a:gd name="T8" fmla="*/ 39 w 67"/>
                  <a:gd name="T9" fmla="*/ 108 h 150"/>
                  <a:gd name="T10" fmla="*/ 21 w 67"/>
                  <a:gd name="T11" fmla="*/ 78 h 150"/>
                  <a:gd name="T12" fmla="*/ 29 w 67"/>
                  <a:gd name="T13" fmla="*/ 73 h 150"/>
                  <a:gd name="T14" fmla="*/ 32 w 67"/>
                  <a:gd name="T15" fmla="*/ 74 h 150"/>
                  <a:gd name="T16" fmla="*/ 32 w 67"/>
                  <a:gd name="T17" fmla="*/ 77 h 150"/>
                  <a:gd name="T18" fmla="*/ 32 w 67"/>
                  <a:gd name="T19" fmla="*/ 79 h 150"/>
                  <a:gd name="T20" fmla="*/ 21 w 67"/>
                  <a:gd name="T21" fmla="*/ 78 h 150"/>
                  <a:gd name="T22" fmla="*/ 53 w 67"/>
                  <a:gd name="T23" fmla="*/ 118 h 150"/>
                  <a:gd name="T24" fmla="*/ 66 w 67"/>
                  <a:gd name="T25" fmla="*/ 108 h 150"/>
                  <a:gd name="T26" fmla="*/ 60 w 67"/>
                  <a:gd name="T27" fmla="*/ 98 h 150"/>
                  <a:gd name="T28" fmla="*/ 51 w 67"/>
                  <a:gd name="T29" fmla="*/ 82 h 150"/>
                  <a:gd name="T30" fmla="*/ 47 w 67"/>
                  <a:gd name="T31" fmla="*/ 71 h 150"/>
                  <a:gd name="T32" fmla="*/ 60 w 67"/>
                  <a:gd name="T33" fmla="*/ 58 h 150"/>
                  <a:gd name="T34" fmla="*/ 53 w 67"/>
                  <a:gd name="T35" fmla="*/ 52 h 150"/>
                  <a:gd name="T36" fmla="*/ 44 w 67"/>
                  <a:gd name="T37" fmla="*/ 50 h 150"/>
                  <a:gd name="T38" fmla="*/ 48 w 67"/>
                  <a:gd name="T39" fmla="*/ 38 h 150"/>
                  <a:gd name="T40" fmla="*/ 66 w 67"/>
                  <a:gd name="T41" fmla="*/ 17 h 150"/>
                  <a:gd name="T42" fmla="*/ 66 w 67"/>
                  <a:gd name="T43" fmla="*/ 13 h 150"/>
                  <a:gd name="T44" fmla="*/ 56 w 67"/>
                  <a:gd name="T45" fmla="*/ 1 h 150"/>
                  <a:gd name="T46" fmla="*/ 55 w 67"/>
                  <a:gd name="T47" fmla="*/ 7 h 150"/>
                  <a:gd name="T48" fmla="*/ 50 w 67"/>
                  <a:gd name="T49" fmla="*/ 18 h 150"/>
                  <a:gd name="T50" fmla="*/ 42 w 67"/>
                  <a:gd name="T51" fmla="*/ 15 h 150"/>
                  <a:gd name="T52" fmla="*/ 40 w 67"/>
                  <a:gd name="T53" fmla="*/ 15 h 150"/>
                  <a:gd name="T54" fmla="*/ 41 w 67"/>
                  <a:gd name="T55" fmla="*/ 26 h 150"/>
                  <a:gd name="T56" fmla="*/ 41 w 67"/>
                  <a:gd name="T57" fmla="*/ 30 h 150"/>
                  <a:gd name="T58" fmla="*/ 37 w 67"/>
                  <a:gd name="T59" fmla="*/ 33 h 150"/>
                  <a:gd name="T60" fmla="*/ 30 w 67"/>
                  <a:gd name="T61" fmla="*/ 29 h 150"/>
                  <a:gd name="T62" fmla="*/ 9 w 67"/>
                  <a:gd name="T63" fmla="*/ 50 h 150"/>
                  <a:gd name="T64" fmla="*/ 4 w 67"/>
                  <a:gd name="T65" fmla="*/ 59 h 150"/>
                  <a:gd name="T66" fmla="*/ 23 w 67"/>
                  <a:gd name="T67" fmla="*/ 51 h 150"/>
                  <a:gd name="T68" fmla="*/ 30 w 67"/>
                  <a:gd name="T69" fmla="*/ 58 h 150"/>
                  <a:gd name="T70" fmla="*/ 26 w 67"/>
                  <a:gd name="T71" fmla="*/ 65 h 150"/>
                  <a:gd name="T72" fmla="*/ 19 w 67"/>
                  <a:gd name="T73" fmla="*/ 64 h 150"/>
                  <a:gd name="T74" fmla="*/ 16 w 67"/>
                  <a:gd name="T75" fmla="*/ 67 h 150"/>
                  <a:gd name="T76" fmla="*/ 16 w 67"/>
                  <a:gd name="T77" fmla="*/ 72 h 150"/>
                  <a:gd name="T78" fmla="*/ 3 w 67"/>
                  <a:gd name="T79" fmla="*/ 105 h 150"/>
                  <a:gd name="T80" fmla="*/ 6 w 67"/>
                  <a:gd name="T81" fmla="*/ 110 h 150"/>
                  <a:gd name="T82" fmla="*/ 9 w 67"/>
                  <a:gd name="T83" fmla="*/ 111 h 150"/>
                  <a:gd name="T84" fmla="*/ 24 w 67"/>
                  <a:gd name="T85" fmla="*/ 89 h 150"/>
                  <a:gd name="T86" fmla="*/ 32 w 67"/>
                  <a:gd name="T87" fmla="*/ 93 h 150"/>
                  <a:gd name="T88" fmla="*/ 32 w 67"/>
                  <a:gd name="T89" fmla="*/ 96 h 150"/>
                  <a:gd name="T90" fmla="*/ 29 w 67"/>
                  <a:gd name="T91" fmla="*/ 113 h 150"/>
                  <a:gd name="T92" fmla="*/ 29 w 67"/>
                  <a:gd name="T93" fmla="*/ 115 h 150"/>
                  <a:gd name="T94" fmla="*/ 22 w 67"/>
                  <a:gd name="T95" fmla="*/ 122 h 150"/>
                  <a:gd name="T96" fmla="*/ 10 w 67"/>
                  <a:gd name="T97" fmla="*/ 124 h 150"/>
                  <a:gd name="T98" fmla="*/ 15 w 67"/>
                  <a:gd name="T99" fmla="*/ 144 h 150"/>
                  <a:gd name="T100" fmla="*/ 17 w 67"/>
                  <a:gd name="T101" fmla="*/ 150 h 150"/>
                  <a:gd name="T102" fmla="*/ 38 w 67"/>
                  <a:gd name="T103" fmla="*/ 125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7" h="150">
                    <a:moveTo>
                      <a:pt x="39" y="107"/>
                    </a:moveTo>
                    <a:cubicBezTo>
                      <a:pt x="39" y="103"/>
                      <a:pt x="44" y="96"/>
                      <a:pt x="47" y="96"/>
                    </a:cubicBezTo>
                    <a:cubicBezTo>
                      <a:pt x="50" y="96"/>
                      <a:pt x="50" y="96"/>
                      <a:pt x="50" y="96"/>
                    </a:cubicBezTo>
                    <a:cubicBezTo>
                      <a:pt x="51" y="96"/>
                      <a:pt x="51" y="96"/>
                      <a:pt x="51" y="96"/>
                    </a:cubicBezTo>
                    <a:cubicBezTo>
                      <a:pt x="53" y="98"/>
                      <a:pt x="55" y="101"/>
                      <a:pt x="55" y="104"/>
                    </a:cubicBezTo>
                    <a:cubicBezTo>
                      <a:pt x="55" y="108"/>
                      <a:pt x="49" y="112"/>
                      <a:pt x="46" y="114"/>
                    </a:cubicBezTo>
                    <a:cubicBezTo>
                      <a:pt x="45" y="114"/>
                      <a:pt x="45" y="113"/>
                      <a:pt x="43" y="113"/>
                    </a:cubicBezTo>
                    <a:cubicBezTo>
                      <a:pt x="42" y="113"/>
                      <a:pt x="42" y="113"/>
                      <a:pt x="42" y="113"/>
                    </a:cubicBezTo>
                    <a:cubicBezTo>
                      <a:pt x="39" y="109"/>
                      <a:pt x="39" y="109"/>
                      <a:pt x="39" y="109"/>
                    </a:cubicBezTo>
                    <a:cubicBezTo>
                      <a:pt x="39" y="108"/>
                      <a:pt x="39" y="108"/>
                      <a:pt x="39" y="108"/>
                    </a:cubicBezTo>
                    <a:cubicBezTo>
                      <a:pt x="39" y="107"/>
                      <a:pt x="39" y="107"/>
                      <a:pt x="39" y="107"/>
                    </a:cubicBezTo>
                    <a:close/>
                    <a:moveTo>
                      <a:pt x="21" y="78"/>
                    </a:moveTo>
                    <a:cubicBezTo>
                      <a:pt x="21" y="77"/>
                      <a:pt x="25" y="73"/>
                      <a:pt x="26" y="73"/>
                    </a:cubicBezTo>
                    <a:cubicBezTo>
                      <a:pt x="27" y="73"/>
                      <a:pt x="27" y="73"/>
                      <a:pt x="29" y="73"/>
                    </a:cubicBezTo>
                    <a:cubicBezTo>
                      <a:pt x="30" y="73"/>
                      <a:pt x="30" y="73"/>
                      <a:pt x="30" y="73"/>
                    </a:cubicBezTo>
                    <a:cubicBezTo>
                      <a:pt x="32" y="74"/>
                      <a:pt x="32" y="74"/>
                      <a:pt x="32" y="74"/>
                    </a:cubicBezTo>
                    <a:cubicBezTo>
                      <a:pt x="32" y="76"/>
                      <a:pt x="32" y="76"/>
                      <a:pt x="32" y="76"/>
                    </a:cubicBezTo>
                    <a:cubicBezTo>
                      <a:pt x="32" y="77"/>
                      <a:pt x="32" y="77"/>
                      <a:pt x="32" y="77"/>
                    </a:cubicBezTo>
                    <a:cubicBezTo>
                      <a:pt x="32" y="78"/>
                      <a:pt x="32" y="78"/>
                      <a:pt x="32" y="78"/>
                    </a:cubicBezTo>
                    <a:cubicBezTo>
                      <a:pt x="32" y="79"/>
                      <a:pt x="32" y="79"/>
                      <a:pt x="32" y="79"/>
                    </a:cubicBezTo>
                    <a:cubicBezTo>
                      <a:pt x="31" y="82"/>
                      <a:pt x="29" y="83"/>
                      <a:pt x="25" y="83"/>
                    </a:cubicBezTo>
                    <a:cubicBezTo>
                      <a:pt x="23" y="83"/>
                      <a:pt x="21" y="81"/>
                      <a:pt x="21" y="78"/>
                    </a:cubicBezTo>
                    <a:close/>
                    <a:moveTo>
                      <a:pt x="38" y="125"/>
                    </a:moveTo>
                    <a:cubicBezTo>
                      <a:pt x="43" y="122"/>
                      <a:pt x="47" y="120"/>
                      <a:pt x="53" y="118"/>
                    </a:cubicBezTo>
                    <a:cubicBezTo>
                      <a:pt x="57" y="116"/>
                      <a:pt x="57" y="116"/>
                      <a:pt x="60" y="114"/>
                    </a:cubicBezTo>
                    <a:cubicBezTo>
                      <a:pt x="64" y="111"/>
                      <a:pt x="63" y="110"/>
                      <a:pt x="66" y="108"/>
                    </a:cubicBezTo>
                    <a:cubicBezTo>
                      <a:pt x="67" y="104"/>
                      <a:pt x="67" y="104"/>
                      <a:pt x="67" y="104"/>
                    </a:cubicBezTo>
                    <a:cubicBezTo>
                      <a:pt x="64" y="100"/>
                      <a:pt x="64" y="101"/>
                      <a:pt x="60" y="98"/>
                    </a:cubicBezTo>
                    <a:cubicBezTo>
                      <a:pt x="58" y="96"/>
                      <a:pt x="55" y="95"/>
                      <a:pt x="54" y="92"/>
                    </a:cubicBezTo>
                    <a:cubicBezTo>
                      <a:pt x="53" y="88"/>
                      <a:pt x="53" y="84"/>
                      <a:pt x="51" y="82"/>
                    </a:cubicBezTo>
                    <a:cubicBezTo>
                      <a:pt x="49" y="79"/>
                      <a:pt x="47" y="77"/>
                      <a:pt x="47" y="73"/>
                    </a:cubicBezTo>
                    <a:cubicBezTo>
                      <a:pt x="47" y="72"/>
                      <a:pt x="47" y="72"/>
                      <a:pt x="47" y="71"/>
                    </a:cubicBezTo>
                    <a:cubicBezTo>
                      <a:pt x="49" y="67"/>
                      <a:pt x="47" y="67"/>
                      <a:pt x="53" y="64"/>
                    </a:cubicBezTo>
                    <a:cubicBezTo>
                      <a:pt x="55" y="64"/>
                      <a:pt x="60" y="60"/>
                      <a:pt x="60" y="58"/>
                    </a:cubicBezTo>
                    <a:cubicBezTo>
                      <a:pt x="60" y="55"/>
                      <a:pt x="60" y="55"/>
                      <a:pt x="60" y="55"/>
                    </a:cubicBezTo>
                    <a:cubicBezTo>
                      <a:pt x="60" y="53"/>
                      <a:pt x="56" y="51"/>
                      <a:pt x="53" y="52"/>
                    </a:cubicBezTo>
                    <a:cubicBezTo>
                      <a:pt x="47" y="52"/>
                      <a:pt x="47" y="52"/>
                      <a:pt x="47" y="52"/>
                    </a:cubicBezTo>
                    <a:cubicBezTo>
                      <a:pt x="46" y="52"/>
                      <a:pt x="45" y="51"/>
                      <a:pt x="44" y="50"/>
                    </a:cubicBezTo>
                    <a:cubicBezTo>
                      <a:pt x="44" y="47"/>
                      <a:pt x="44" y="47"/>
                      <a:pt x="44" y="47"/>
                    </a:cubicBezTo>
                    <a:cubicBezTo>
                      <a:pt x="44" y="44"/>
                      <a:pt x="47" y="41"/>
                      <a:pt x="48" y="38"/>
                    </a:cubicBezTo>
                    <a:cubicBezTo>
                      <a:pt x="49" y="34"/>
                      <a:pt x="50" y="33"/>
                      <a:pt x="53" y="30"/>
                    </a:cubicBezTo>
                    <a:cubicBezTo>
                      <a:pt x="56" y="27"/>
                      <a:pt x="66" y="22"/>
                      <a:pt x="66" y="17"/>
                    </a:cubicBezTo>
                    <a:cubicBezTo>
                      <a:pt x="66" y="14"/>
                      <a:pt x="66" y="14"/>
                      <a:pt x="66" y="14"/>
                    </a:cubicBezTo>
                    <a:cubicBezTo>
                      <a:pt x="66" y="13"/>
                      <a:pt x="66" y="13"/>
                      <a:pt x="66" y="13"/>
                    </a:cubicBezTo>
                    <a:cubicBezTo>
                      <a:pt x="65" y="10"/>
                      <a:pt x="62" y="0"/>
                      <a:pt x="58" y="0"/>
                    </a:cubicBezTo>
                    <a:cubicBezTo>
                      <a:pt x="57" y="0"/>
                      <a:pt x="57" y="0"/>
                      <a:pt x="56" y="1"/>
                    </a:cubicBezTo>
                    <a:cubicBezTo>
                      <a:pt x="56" y="3"/>
                      <a:pt x="55" y="3"/>
                      <a:pt x="55" y="5"/>
                    </a:cubicBezTo>
                    <a:cubicBezTo>
                      <a:pt x="55" y="7"/>
                      <a:pt x="55" y="7"/>
                      <a:pt x="55" y="7"/>
                    </a:cubicBezTo>
                    <a:cubicBezTo>
                      <a:pt x="55" y="11"/>
                      <a:pt x="53" y="15"/>
                      <a:pt x="51" y="18"/>
                    </a:cubicBezTo>
                    <a:cubicBezTo>
                      <a:pt x="50" y="18"/>
                      <a:pt x="50" y="18"/>
                      <a:pt x="50" y="18"/>
                    </a:cubicBezTo>
                    <a:cubicBezTo>
                      <a:pt x="48" y="18"/>
                      <a:pt x="48" y="18"/>
                      <a:pt x="47" y="19"/>
                    </a:cubicBezTo>
                    <a:cubicBezTo>
                      <a:pt x="42" y="15"/>
                      <a:pt x="42" y="15"/>
                      <a:pt x="42" y="15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39" y="15"/>
                      <a:pt x="38" y="16"/>
                      <a:pt x="38" y="17"/>
                    </a:cubicBezTo>
                    <a:cubicBezTo>
                      <a:pt x="38" y="19"/>
                      <a:pt x="41" y="22"/>
                      <a:pt x="41" y="26"/>
                    </a:cubicBezTo>
                    <a:cubicBezTo>
                      <a:pt x="41" y="29"/>
                      <a:pt x="41" y="29"/>
                      <a:pt x="41" y="29"/>
                    </a:cubicBezTo>
                    <a:cubicBezTo>
                      <a:pt x="41" y="30"/>
                      <a:pt x="41" y="30"/>
                      <a:pt x="41" y="30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7" y="33"/>
                      <a:pt x="37" y="33"/>
                      <a:pt x="37" y="33"/>
                    </a:cubicBezTo>
                    <a:cubicBezTo>
                      <a:pt x="35" y="33"/>
                      <a:pt x="35" y="34"/>
                      <a:pt x="34" y="34"/>
                    </a:cubicBezTo>
                    <a:cubicBezTo>
                      <a:pt x="32" y="33"/>
                      <a:pt x="31" y="31"/>
                      <a:pt x="30" y="29"/>
                    </a:cubicBezTo>
                    <a:cubicBezTo>
                      <a:pt x="24" y="29"/>
                      <a:pt x="30" y="41"/>
                      <a:pt x="19" y="45"/>
                    </a:cubicBezTo>
                    <a:cubicBezTo>
                      <a:pt x="16" y="46"/>
                      <a:pt x="12" y="48"/>
                      <a:pt x="9" y="50"/>
                    </a:cubicBezTo>
                    <a:cubicBezTo>
                      <a:pt x="6" y="51"/>
                      <a:pt x="1" y="53"/>
                      <a:pt x="0" y="55"/>
                    </a:cubicBezTo>
                    <a:cubicBezTo>
                      <a:pt x="1" y="58"/>
                      <a:pt x="1" y="57"/>
                      <a:pt x="4" y="59"/>
                    </a:cubicBezTo>
                    <a:cubicBezTo>
                      <a:pt x="6" y="59"/>
                      <a:pt x="6" y="59"/>
                      <a:pt x="6" y="59"/>
                    </a:cubicBezTo>
                    <a:cubicBezTo>
                      <a:pt x="10" y="59"/>
                      <a:pt x="20" y="51"/>
                      <a:pt x="23" y="51"/>
                    </a:cubicBezTo>
                    <a:cubicBezTo>
                      <a:pt x="25" y="51"/>
                      <a:pt x="24" y="51"/>
                      <a:pt x="27" y="52"/>
                    </a:cubicBezTo>
                    <a:cubicBezTo>
                      <a:pt x="29" y="54"/>
                      <a:pt x="29" y="55"/>
                      <a:pt x="30" y="58"/>
                    </a:cubicBezTo>
                    <a:cubicBezTo>
                      <a:pt x="30" y="59"/>
                      <a:pt x="30" y="59"/>
                      <a:pt x="30" y="59"/>
                    </a:cubicBezTo>
                    <a:cubicBezTo>
                      <a:pt x="30" y="62"/>
                      <a:pt x="28" y="64"/>
                      <a:pt x="26" y="65"/>
                    </a:cubicBezTo>
                    <a:cubicBezTo>
                      <a:pt x="21" y="64"/>
                      <a:pt x="21" y="64"/>
                      <a:pt x="21" y="64"/>
                    </a:cubicBezTo>
                    <a:cubicBezTo>
                      <a:pt x="20" y="64"/>
                      <a:pt x="20" y="64"/>
                      <a:pt x="19" y="64"/>
                    </a:cubicBezTo>
                    <a:cubicBezTo>
                      <a:pt x="18" y="64"/>
                      <a:pt x="18" y="64"/>
                      <a:pt x="18" y="64"/>
                    </a:cubicBezTo>
                    <a:cubicBezTo>
                      <a:pt x="16" y="67"/>
                      <a:pt x="16" y="67"/>
                      <a:pt x="16" y="67"/>
                    </a:cubicBezTo>
                    <a:cubicBezTo>
                      <a:pt x="16" y="68"/>
                      <a:pt x="16" y="68"/>
                      <a:pt x="16" y="68"/>
                    </a:cubicBezTo>
                    <a:cubicBezTo>
                      <a:pt x="16" y="72"/>
                      <a:pt x="16" y="72"/>
                      <a:pt x="16" y="72"/>
                    </a:cubicBezTo>
                    <a:cubicBezTo>
                      <a:pt x="16" y="78"/>
                      <a:pt x="13" y="85"/>
                      <a:pt x="11" y="90"/>
                    </a:cubicBezTo>
                    <a:cubicBezTo>
                      <a:pt x="9" y="94"/>
                      <a:pt x="3" y="100"/>
                      <a:pt x="3" y="105"/>
                    </a:cubicBezTo>
                    <a:cubicBezTo>
                      <a:pt x="3" y="106"/>
                      <a:pt x="4" y="109"/>
                      <a:pt x="5" y="110"/>
                    </a:cubicBezTo>
                    <a:cubicBezTo>
                      <a:pt x="6" y="110"/>
                      <a:pt x="6" y="110"/>
                      <a:pt x="6" y="110"/>
                    </a:cubicBezTo>
                    <a:cubicBezTo>
                      <a:pt x="7" y="110"/>
                      <a:pt x="7" y="110"/>
                      <a:pt x="7" y="110"/>
                    </a:cubicBezTo>
                    <a:cubicBezTo>
                      <a:pt x="9" y="110"/>
                      <a:pt x="8" y="110"/>
                      <a:pt x="9" y="111"/>
                    </a:cubicBezTo>
                    <a:cubicBezTo>
                      <a:pt x="11" y="109"/>
                      <a:pt x="15" y="101"/>
                      <a:pt x="15" y="98"/>
                    </a:cubicBezTo>
                    <a:cubicBezTo>
                      <a:pt x="17" y="94"/>
                      <a:pt x="20" y="89"/>
                      <a:pt x="24" y="89"/>
                    </a:cubicBezTo>
                    <a:cubicBezTo>
                      <a:pt x="25" y="89"/>
                      <a:pt x="25" y="89"/>
                      <a:pt x="26" y="88"/>
                    </a:cubicBezTo>
                    <a:cubicBezTo>
                      <a:pt x="28" y="90"/>
                      <a:pt x="32" y="90"/>
                      <a:pt x="32" y="93"/>
                    </a:cubicBezTo>
                    <a:cubicBezTo>
                      <a:pt x="32" y="94"/>
                      <a:pt x="32" y="94"/>
                      <a:pt x="32" y="94"/>
                    </a:cubicBezTo>
                    <a:cubicBezTo>
                      <a:pt x="32" y="96"/>
                      <a:pt x="32" y="96"/>
                      <a:pt x="32" y="96"/>
                    </a:cubicBezTo>
                    <a:cubicBezTo>
                      <a:pt x="28" y="102"/>
                      <a:pt x="25" y="101"/>
                      <a:pt x="23" y="104"/>
                    </a:cubicBezTo>
                    <a:cubicBezTo>
                      <a:pt x="26" y="109"/>
                      <a:pt x="27" y="108"/>
                      <a:pt x="29" y="113"/>
                    </a:cubicBezTo>
                    <a:cubicBezTo>
                      <a:pt x="29" y="114"/>
                      <a:pt x="29" y="114"/>
                      <a:pt x="29" y="114"/>
                    </a:cubicBezTo>
                    <a:cubicBezTo>
                      <a:pt x="29" y="115"/>
                      <a:pt x="29" y="115"/>
                      <a:pt x="29" y="115"/>
                    </a:cubicBezTo>
                    <a:cubicBezTo>
                      <a:pt x="29" y="116"/>
                      <a:pt x="29" y="116"/>
                      <a:pt x="29" y="116"/>
                    </a:cubicBezTo>
                    <a:cubicBezTo>
                      <a:pt x="28" y="119"/>
                      <a:pt x="26" y="123"/>
                      <a:pt x="22" y="122"/>
                    </a:cubicBezTo>
                    <a:cubicBezTo>
                      <a:pt x="15" y="122"/>
                      <a:pt x="15" y="122"/>
                      <a:pt x="15" y="122"/>
                    </a:cubicBezTo>
                    <a:cubicBezTo>
                      <a:pt x="14" y="122"/>
                      <a:pt x="11" y="124"/>
                      <a:pt x="10" y="124"/>
                    </a:cubicBezTo>
                    <a:cubicBezTo>
                      <a:pt x="13" y="127"/>
                      <a:pt x="23" y="129"/>
                      <a:pt x="23" y="133"/>
                    </a:cubicBezTo>
                    <a:cubicBezTo>
                      <a:pt x="23" y="137"/>
                      <a:pt x="18" y="142"/>
                      <a:pt x="15" y="144"/>
                    </a:cubicBezTo>
                    <a:cubicBezTo>
                      <a:pt x="15" y="150"/>
                      <a:pt x="15" y="150"/>
                      <a:pt x="15" y="150"/>
                    </a:cubicBezTo>
                    <a:cubicBezTo>
                      <a:pt x="17" y="150"/>
                      <a:pt x="17" y="150"/>
                      <a:pt x="17" y="150"/>
                    </a:cubicBezTo>
                    <a:cubicBezTo>
                      <a:pt x="20" y="150"/>
                      <a:pt x="27" y="141"/>
                      <a:pt x="29" y="139"/>
                    </a:cubicBezTo>
                    <a:cubicBezTo>
                      <a:pt x="33" y="135"/>
                      <a:pt x="34" y="129"/>
                      <a:pt x="38" y="125"/>
                    </a:cubicBezTo>
                    <a:close/>
                  </a:path>
                </a:pathLst>
              </a:custGeom>
              <a:solidFill>
                <a:srgbClr val="E6001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0" name="iSļïḑé"/>
              <p:cNvSpPr/>
              <p:nvPr/>
            </p:nvSpPr>
            <p:spPr bwMode="auto">
              <a:xfrm>
                <a:off x="4422776" y="3106738"/>
                <a:ext cx="412750" cy="596900"/>
              </a:xfrm>
              <a:custGeom>
                <a:avLst/>
                <a:gdLst>
                  <a:gd name="T0" fmla="*/ 63 w 125"/>
                  <a:gd name="T1" fmla="*/ 83 h 179"/>
                  <a:gd name="T2" fmla="*/ 69 w 125"/>
                  <a:gd name="T3" fmla="*/ 84 h 179"/>
                  <a:gd name="T4" fmla="*/ 71 w 125"/>
                  <a:gd name="T5" fmla="*/ 95 h 179"/>
                  <a:gd name="T6" fmla="*/ 56 w 125"/>
                  <a:gd name="T7" fmla="*/ 91 h 179"/>
                  <a:gd name="T8" fmla="*/ 77 w 125"/>
                  <a:gd name="T9" fmla="*/ 77 h 179"/>
                  <a:gd name="T10" fmla="*/ 90 w 125"/>
                  <a:gd name="T11" fmla="*/ 82 h 179"/>
                  <a:gd name="T12" fmla="*/ 93 w 125"/>
                  <a:gd name="T13" fmla="*/ 96 h 179"/>
                  <a:gd name="T14" fmla="*/ 88 w 125"/>
                  <a:gd name="T15" fmla="*/ 106 h 179"/>
                  <a:gd name="T16" fmla="*/ 75 w 125"/>
                  <a:gd name="T17" fmla="*/ 89 h 179"/>
                  <a:gd name="T18" fmla="*/ 91 w 125"/>
                  <a:gd name="T19" fmla="*/ 29 h 179"/>
                  <a:gd name="T20" fmla="*/ 95 w 125"/>
                  <a:gd name="T21" fmla="*/ 4 h 179"/>
                  <a:gd name="T22" fmla="*/ 92 w 125"/>
                  <a:gd name="T23" fmla="*/ 0 h 179"/>
                  <a:gd name="T24" fmla="*/ 86 w 125"/>
                  <a:gd name="T25" fmla="*/ 0 h 179"/>
                  <a:gd name="T26" fmla="*/ 80 w 125"/>
                  <a:gd name="T27" fmla="*/ 7 h 179"/>
                  <a:gd name="T28" fmla="*/ 83 w 125"/>
                  <a:gd name="T29" fmla="*/ 30 h 179"/>
                  <a:gd name="T30" fmla="*/ 86 w 125"/>
                  <a:gd name="T31" fmla="*/ 50 h 179"/>
                  <a:gd name="T32" fmla="*/ 46 w 125"/>
                  <a:gd name="T33" fmla="*/ 84 h 179"/>
                  <a:gd name="T34" fmla="*/ 0 w 125"/>
                  <a:gd name="T35" fmla="*/ 99 h 179"/>
                  <a:gd name="T36" fmla="*/ 13 w 125"/>
                  <a:gd name="T37" fmla="*/ 108 h 179"/>
                  <a:gd name="T38" fmla="*/ 30 w 125"/>
                  <a:gd name="T39" fmla="*/ 100 h 179"/>
                  <a:gd name="T40" fmla="*/ 47 w 125"/>
                  <a:gd name="T41" fmla="*/ 92 h 179"/>
                  <a:gd name="T42" fmla="*/ 51 w 125"/>
                  <a:gd name="T43" fmla="*/ 109 h 179"/>
                  <a:gd name="T44" fmla="*/ 50 w 125"/>
                  <a:gd name="T45" fmla="*/ 118 h 179"/>
                  <a:gd name="T46" fmla="*/ 54 w 125"/>
                  <a:gd name="T47" fmla="*/ 125 h 179"/>
                  <a:gd name="T48" fmla="*/ 62 w 125"/>
                  <a:gd name="T49" fmla="*/ 119 h 179"/>
                  <a:gd name="T50" fmla="*/ 62 w 125"/>
                  <a:gd name="T51" fmla="*/ 113 h 179"/>
                  <a:gd name="T52" fmla="*/ 78 w 125"/>
                  <a:gd name="T53" fmla="*/ 111 h 179"/>
                  <a:gd name="T54" fmla="*/ 78 w 125"/>
                  <a:gd name="T55" fmla="*/ 113 h 179"/>
                  <a:gd name="T56" fmla="*/ 78 w 125"/>
                  <a:gd name="T57" fmla="*/ 118 h 179"/>
                  <a:gd name="T58" fmla="*/ 46 w 125"/>
                  <a:gd name="T59" fmla="*/ 147 h 179"/>
                  <a:gd name="T60" fmla="*/ 28 w 125"/>
                  <a:gd name="T61" fmla="*/ 158 h 179"/>
                  <a:gd name="T62" fmla="*/ 1 w 125"/>
                  <a:gd name="T63" fmla="*/ 170 h 179"/>
                  <a:gd name="T64" fmla="*/ 14 w 125"/>
                  <a:gd name="T65" fmla="*/ 178 h 179"/>
                  <a:gd name="T66" fmla="*/ 20 w 125"/>
                  <a:gd name="T67" fmla="*/ 179 h 179"/>
                  <a:gd name="T68" fmla="*/ 22 w 125"/>
                  <a:gd name="T69" fmla="*/ 179 h 179"/>
                  <a:gd name="T70" fmla="*/ 38 w 125"/>
                  <a:gd name="T71" fmla="*/ 169 h 179"/>
                  <a:gd name="T72" fmla="*/ 61 w 125"/>
                  <a:gd name="T73" fmla="*/ 150 h 179"/>
                  <a:gd name="T74" fmla="*/ 79 w 125"/>
                  <a:gd name="T75" fmla="*/ 135 h 179"/>
                  <a:gd name="T76" fmla="*/ 96 w 125"/>
                  <a:gd name="T77" fmla="*/ 119 h 179"/>
                  <a:gd name="T78" fmla="*/ 106 w 125"/>
                  <a:gd name="T79" fmla="*/ 149 h 179"/>
                  <a:gd name="T80" fmla="*/ 125 w 125"/>
                  <a:gd name="T81" fmla="*/ 152 h 179"/>
                  <a:gd name="T82" fmla="*/ 116 w 125"/>
                  <a:gd name="T83" fmla="*/ 120 h 179"/>
                  <a:gd name="T84" fmla="*/ 115 w 125"/>
                  <a:gd name="T85" fmla="*/ 125 h 179"/>
                  <a:gd name="T86" fmla="*/ 109 w 125"/>
                  <a:gd name="T87" fmla="*/ 129 h 179"/>
                  <a:gd name="T88" fmla="*/ 97 w 125"/>
                  <a:gd name="T89" fmla="*/ 92 h 179"/>
                  <a:gd name="T90" fmla="*/ 94 w 125"/>
                  <a:gd name="T91" fmla="*/ 76 h 179"/>
                  <a:gd name="T92" fmla="*/ 110 w 125"/>
                  <a:gd name="T93" fmla="*/ 60 h 179"/>
                  <a:gd name="T94" fmla="*/ 105 w 125"/>
                  <a:gd name="T95" fmla="*/ 57 h 179"/>
                  <a:gd name="T96" fmla="*/ 101 w 125"/>
                  <a:gd name="T97" fmla="*/ 59 h 179"/>
                  <a:gd name="T98" fmla="*/ 91 w 125"/>
                  <a:gd name="T99" fmla="*/ 54 h 179"/>
                  <a:gd name="T100" fmla="*/ 91 w 125"/>
                  <a:gd name="T101" fmla="*/ 29 h 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125" h="179">
                    <a:moveTo>
                      <a:pt x="56" y="91"/>
                    </a:moveTo>
                    <a:cubicBezTo>
                      <a:pt x="56" y="87"/>
                      <a:pt x="60" y="85"/>
                      <a:pt x="63" y="83"/>
                    </a:cubicBezTo>
                    <a:cubicBezTo>
                      <a:pt x="64" y="83"/>
                      <a:pt x="64" y="83"/>
                      <a:pt x="64" y="83"/>
                    </a:cubicBezTo>
                    <a:cubicBezTo>
                      <a:pt x="67" y="83"/>
                      <a:pt x="67" y="84"/>
                      <a:pt x="69" y="84"/>
                    </a:cubicBezTo>
                    <a:cubicBezTo>
                      <a:pt x="71" y="94"/>
                      <a:pt x="71" y="94"/>
                      <a:pt x="71" y="94"/>
                    </a:cubicBezTo>
                    <a:cubicBezTo>
                      <a:pt x="71" y="95"/>
                      <a:pt x="71" y="95"/>
                      <a:pt x="71" y="95"/>
                    </a:cubicBezTo>
                    <a:cubicBezTo>
                      <a:pt x="68" y="100"/>
                      <a:pt x="68" y="99"/>
                      <a:pt x="63" y="101"/>
                    </a:cubicBezTo>
                    <a:cubicBezTo>
                      <a:pt x="61" y="99"/>
                      <a:pt x="56" y="95"/>
                      <a:pt x="56" y="91"/>
                    </a:cubicBezTo>
                    <a:close/>
                    <a:moveTo>
                      <a:pt x="72" y="83"/>
                    </a:moveTo>
                    <a:cubicBezTo>
                      <a:pt x="74" y="79"/>
                      <a:pt x="73" y="79"/>
                      <a:pt x="77" y="77"/>
                    </a:cubicBezTo>
                    <a:cubicBezTo>
                      <a:pt x="79" y="75"/>
                      <a:pt x="82" y="75"/>
                      <a:pt x="83" y="73"/>
                    </a:cubicBezTo>
                    <a:cubicBezTo>
                      <a:pt x="88" y="76"/>
                      <a:pt x="89" y="76"/>
                      <a:pt x="90" y="82"/>
                    </a:cubicBezTo>
                    <a:cubicBezTo>
                      <a:pt x="92" y="95"/>
                      <a:pt x="92" y="95"/>
                      <a:pt x="92" y="95"/>
                    </a:cubicBezTo>
                    <a:cubicBezTo>
                      <a:pt x="93" y="96"/>
                      <a:pt x="93" y="96"/>
                      <a:pt x="93" y="96"/>
                    </a:cubicBezTo>
                    <a:cubicBezTo>
                      <a:pt x="94" y="99"/>
                      <a:pt x="94" y="99"/>
                      <a:pt x="94" y="99"/>
                    </a:cubicBezTo>
                    <a:cubicBezTo>
                      <a:pt x="91" y="105"/>
                      <a:pt x="93" y="103"/>
                      <a:pt x="88" y="106"/>
                    </a:cubicBezTo>
                    <a:cubicBezTo>
                      <a:pt x="83" y="101"/>
                      <a:pt x="82" y="101"/>
                      <a:pt x="79" y="95"/>
                    </a:cubicBezTo>
                    <a:cubicBezTo>
                      <a:pt x="77" y="93"/>
                      <a:pt x="77" y="91"/>
                      <a:pt x="75" y="89"/>
                    </a:cubicBezTo>
                    <a:cubicBezTo>
                      <a:pt x="73" y="87"/>
                      <a:pt x="73" y="86"/>
                      <a:pt x="72" y="83"/>
                    </a:cubicBezTo>
                    <a:close/>
                    <a:moveTo>
                      <a:pt x="91" y="29"/>
                    </a:moveTo>
                    <a:cubicBezTo>
                      <a:pt x="91" y="22"/>
                      <a:pt x="95" y="12"/>
                      <a:pt x="95" y="4"/>
                    </a:cubicBezTo>
                    <a:cubicBezTo>
                      <a:pt x="95" y="4"/>
                      <a:pt x="95" y="4"/>
                      <a:pt x="95" y="4"/>
                    </a:cubicBezTo>
                    <a:cubicBezTo>
                      <a:pt x="95" y="3"/>
                      <a:pt x="95" y="3"/>
                      <a:pt x="95" y="3"/>
                    </a:cubicBezTo>
                    <a:cubicBezTo>
                      <a:pt x="93" y="0"/>
                      <a:pt x="95" y="1"/>
                      <a:pt x="92" y="0"/>
                    </a:cubicBezTo>
                    <a:cubicBezTo>
                      <a:pt x="91" y="0"/>
                      <a:pt x="91" y="0"/>
                      <a:pt x="91" y="0"/>
                    </a:cubicBezTo>
                    <a:cubicBezTo>
                      <a:pt x="86" y="0"/>
                      <a:pt x="86" y="0"/>
                      <a:pt x="86" y="0"/>
                    </a:cubicBezTo>
                    <a:cubicBezTo>
                      <a:pt x="85" y="0"/>
                      <a:pt x="85" y="0"/>
                      <a:pt x="85" y="0"/>
                    </a:cubicBezTo>
                    <a:cubicBezTo>
                      <a:pt x="82" y="1"/>
                      <a:pt x="80" y="4"/>
                      <a:pt x="80" y="7"/>
                    </a:cubicBezTo>
                    <a:cubicBezTo>
                      <a:pt x="83" y="30"/>
                      <a:pt x="83" y="30"/>
                      <a:pt x="83" y="30"/>
                    </a:cubicBezTo>
                    <a:cubicBezTo>
                      <a:pt x="83" y="30"/>
                      <a:pt x="83" y="30"/>
                      <a:pt x="83" y="30"/>
                    </a:cubicBezTo>
                    <a:cubicBezTo>
                      <a:pt x="83" y="38"/>
                      <a:pt x="86" y="44"/>
                      <a:pt x="86" y="49"/>
                    </a:cubicBezTo>
                    <a:cubicBezTo>
                      <a:pt x="86" y="50"/>
                      <a:pt x="86" y="50"/>
                      <a:pt x="86" y="50"/>
                    </a:cubicBezTo>
                    <a:cubicBezTo>
                      <a:pt x="87" y="62"/>
                      <a:pt x="87" y="62"/>
                      <a:pt x="87" y="62"/>
                    </a:cubicBezTo>
                    <a:cubicBezTo>
                      <a:pt x="87" y="68"/>
                      <a:pt x="52" y="81"/>
                      <a:pt x="46" y="84"/>
                    </a:cubicBezTo>
                    <a:cubicBezTo>
                      <a:pt x="39" y="87"/>
                      <a:pt x="31" y="89"/>
                      <a:pt x="23" y="92"/>
                    </a:cubicBezTo>
                    <a:cubicBezTo>
                      <a:pt x="20" y="94"/>
                      <a:pt x="0" y="96"/>
                      <a:pt x="0" y="99"/>
                    </a:cubicBezTo>
                    <a:cubicBezTo>
                      <a:pt x="0" y="101"/>
                      <a:pt x="9" y="108"/>
                      <a:pt x="11" y="108"/>
                    </a:cubicBezTo>
                    <a:cubicBezTo>
                      <a:pt x="13" y="108"/>
                      <a:pt x="13" y="108"/>
                      <a:pt x="13" y="108"/>
                    </a:cubicBezTo>
                    <a:cubicBezTo>
                      <a:pt x="14" y="108"/>
                      <a:pt x="14" y="108"/>
                      <a:pt x="14" y="108"/>
                    </a:cubicBezTo>
                    <a:cubicBezTo>
                      <a:pt x="20" y="105"/>
                      <a:pt x="24" y="103"/>
                      <a:pt x="30" y="100"/>
                    </a:cubicBezTo>
                    <a:cubicBezTo>
                      <a:pt x="34" y="98"/>
                      <a:pt x="41" y="93"/>
                      <a:pt x="45" y="93"/>
                    </a:cubicBezTo>
                    <a:cubicBezTo>
                      <a:pt x="46" y="93"/>
                      <a:pt x="46" y="93"/>
                      <a:pt x="47" y="92"/>
                    </a:cubicBezTo>
                    <a:cubicBezTo>
                      <a:pt x="49" y="94"/>
                      <a:pt x="52" y="96"/>
                      <a:pt x="51" y="101"/>
                    </a:cubicBezTo>
                    <a:cubicBezTo>
                      <a:pt x="51" y="109"/>
                      <a:pt x="51" y="109"/>
                      <a:pt x="51" y="109"/>
                    </a:cubicBezTo>
                    <a:cubicBezTo>
                      <a:pt x="51" y="110"/>
                      <a:pt x="51" y="110"/>
                      <a:pt x="51" y="110"/>
                    </a:cubicBezTo>
                    <a:cubicBezTo>
                      <a:pt x="50" y="118"/>
                      <a:pt x="50" y="118"/>
                      <a:pt x="50" y="118"/>
                    </a:cubicBezTo>
                    <a:cubicBezTo>
                      <a:pt x="50" y="119"/>
                      <a:pt x="50" y="119"/>
                      <a:pt x="50" y="120"/>
                    </a:cubicBezTo>
                    <a:cubicBezTo>
                      <a:pt x="51" y="123"/>
                      <a:pt x="51" y="123"/>
                      <a:pt x="54" y="125"/>
                    </a:cubicBezTo>
                    <a:cubicBezTo>
                      <a:pt x="56" y="125"/>
                      <a:pt x="56" y="125"/>
                      <a:pt x="56" y="125"/>
                    </a:cubicBezTo>
                    <a:cubicBezTo>
                      <a:pt x="59" y="125"/>
                      <a:pt x="60" y="121"/>
                      <a:pt x="62" y="119"/>
                    </a:cubicBezTo>
                    <a:cubicBezTo>
                      <a:pt x="62" y="118"/>
                      <a:pt x="62" y="118"/>
                      <a:pt x="62" y="118"/>
                    </a:cubicBezTo>
                    <a:cubicBezTo>
                      <a:pt x="62" y="113"/>
                      <a:pt x="62" y="113"/>
                      <a:pt x="62" y="113"/>
                    </a:cubicBezTo>
                    <a:cubicBezTo>
                      <a:pt x="63" y="110"/>
                      <a:pt x="68" y="106"/>
                      <a:pt x="71" y="106"/>
                    </a:cubicBezTo>
                    <a:cubicBezTo>
                      <a:pt x="75" y="106"/>
                      <a:pt x="77" y="109"/>
                      <a:pt x="78" y="111"/>
                    </a:cubicBezTo>
                    <a:cubicBezTo>
                      <a:pt x="78" y="112"/>
                      <a:pt x="78" y="112"/>
                      <a:pt x="78" y="112"/>
                    </a:cubicBezTo>
                    <a:cubicBezTo>
                      <a:pt x="78" y="113"/>
                      <a:pt x="78" y="113"/>
                      <a:pt x="78" y="113"/>
                    </a:cubicBezTo>
                    <a:cubicBezTo>
                      <a:pt x="78" y="115"/>
                      <a:pt x="78" y="115"/>
                      <a:pt x="79" y="116"/>
                    </a:cubicBezTo>
                    <a:cubicBezTo>
                      <a:pt x="78" y="117"/>
                      <a:pt x="78" y="117"/>
                      <a:pt x="78" y="118"/>
                    </a:cubicBezTo>
                    <a:cubicBezTo>
                      <a:pt x="78" y="119"/>
                      <a:pt x="78" y="119"/>
                      <a:pt x="78" y="119"/>
                    </a:cubicBezTo>
                    <a:cubicBezTo>
                      <a:pt x="72" y="130"/>
                      <a:pt x="57" y="140"/>
                      <a:pt x="46" y="147"/>
                    </a:cubicBezTo>
                    <a:cubicBezTo>
                      <a:pt x="44" y="148"/>
                      <a:pt x="40" y="151"/>
                      <a:pt x="37" y="152"/>
                    </a:cubicBezTo>
                    <a:cubicBezTo>
                      <a:pt x="35" y="153"/>
                      <a:pt x="29" y="157"/>
                      <a:pt x="28" y="158"/>
                    </a:cubicBezTo>
                    <a:cubicBezTo>
                      <a:pt x="25" y="161"/>
                      <a:pt x="12" y="165"/>
                      <a:pt x="6" y="165"/>
                    </a:cubicBezTo>
                    <a:cubicBezTo>
                      <a:pt x="4" y="165"/>
                      <a:pt x="2" y="168"/>
                      <a:pt x="1" y="170"/>
                    </a:cubicBezTo>
                    <a:cubicBezTo>
                      <a:pt x="4" y="171"/>
                      <a:pt x="4" y="173"/>
                      <a:pt x="7" y="175"/>
                    </a:cubicBezTo>
                    <a:cubicBezTo>
                      <a:pt x="10" y="176"/>
                      <a:pt x="12" y="176"/>
                      <a:pt x="14" y="178"/>
                    </a:cubicBezTo>
                    <a:cubicBezTo>
                      <a:pt x="18" y="179"/>
                      <a:pt x="18" y="179"/>
                      <a:pt x="18" y="179"/>
                    </a:cubicBezTo>
                    <a:cubicBezTo>
                      <a:pt x="20" y="179"/>
                      <a:pt x="18" y="179"/>
                      <a:pt x="20" y="179"/>
                    </a:cubicBezTo>
                    <a:cubicBezTo>
                      <a:pt x="21" y="179"/>
                      <a:pt x="21" y="179"/>
                      <a:pt x="21" y="179"/>
                    </a:cubicBezTo>
                    <a:cubicBezTo>
                      <a:pt x="22" y="179"/>
                      <a:pt x="22" y="179"/>
                      <a:pt x="22" y="179"/>
                    </a:cubicBezTo>
                    <a:cubicBezTo>
                      <a:pt x="26" y="177"/>
                      <a:pt x="30" y="175"/>
                      <a:pt x="33" y="173"/>
                    </a:cubicBezTo>
                    <a:cubicBezTo>
                      <a:pt x="35" y="171"/>
                      <a:pt x="36" y="170"/>
                      <a:pt x="38" y="169"/>
                    </a:cubicBezTo>
                    <a:cubicBezTo>
                      <a:pt x="39" y="168"/>
                      <a:pt x="43" y="166"/>
                      <a:pt x="43" y="166"/>
                    </a:cubicBezTo>
                    <a:cubicBezTo>
                      <a:pt x="49" y="160"/>
                      <a:pt x="55" y="156"/>
                      <a:pt x="61" y="150"/>
                    </a:cubicBezTo>
                    <a:cubicBezTo>
                      <a:pt x="64" y="148"/>
                      <a:pt x="67" y="145"/>
                      <a:pt x="70" y="143"/>
                    </a:cubicBezTo>
                    <a:cubicBezTo>
                      <a:pt x="73" y="140"/>
                      <a:pt x="76" y="137"/>
                      <a:pt x="79" y="135"/>
                    </a:cubicBezTo>
                    <a:cubicBezTo>
                      <a:pt x="82" y="132"/>
                      <a:pt x="85" y="130"/>
                      <a:pt x="87" y="127"/>
                    </a:cubicBezTo>
                    <a:cubicBezTo>
                      <a:pt x="90" y="124"/>
                      <a:pt x="91" y="119"/>
                      <a:pt x="96" y="119"/>
                    </a:cubicBezTo>
                    <a:cubicBezTo>
                      <a:pt x="98" y="119"/>
                      <a:pt x="100" y="126"/>
                      <a:pt x="100" y="128"/>
                    </a:cubicBezTo>
                    <a:cubicBezTo>
                      <a:pt x="100" y="132"/>
                      <a:pt x="105" y="145"/>
                      <a:pt x="106" y="149"/>
                    </a:cubicBezTo>
                    <a:cubicBezTo>
                      <a:pt x="108" y="155"/>
                      <a:pt x="111" y="165"/>
                      <a:pt x="118" y="165"/>
                    </a:cubicBezTo>
                    <a:cubicBezTo>
                      <a:pt x="119" y="163"/>
                      <a:pt x="125" y="161"/>
                      <a:pt x="125" y="152"/>
                    </a:cubicBezTo>
                    <a:cubicBezTo>
                      <a:pt x="125" y="143"/>
                      <a:pt x="120" y="120"/>
                      <a:pt x="117" y="116"/>
                    </a:cubicBezTo>
                    <a:cubicBezTo>
                      <a:pt x="117" y="118"/>
                      <a:pt x="116" y="118"/>
                      <a:pt x="116" y="120"/>
                    </a:cubicBezTo>
                    <a:cubicBezTo>
                      <a:pt x="116" y="123"/>
                      <a:pt x="115" y="121"/>
                      <a:pt x="115" y="124"/>
                    </a:cubicBezTo>
                    <a:cubicBezTo>
                      <a:pt x="115" y="125"/>
                      <a:pt x="115" y="125"/>
                      <a:pt x="115" y="125"/>
                    </a:cubicBezTo>
                    <a:cubicBezTo>
                      <a:pt x="115" y="126"/>
                      <a:pt x="114" y="129"/>
                      <a:pt x="112" y="129"/>
                    </a:cubicBezTo>
                    <a:cubicBezTo>
                      <a:pt x="109" y="129"/>
                      <a:pt x="109" y="129"/>
                      <a:pt x="109" y="129"/>
                    </a:cubicBezTo>
                    <a:cubicBezTo>
                      <a:pt x="105" y="129"/>
                      <a:pt x="102" y="110"/>
                      <a:pt x="100" y="105"/>
                    </a:cubicBezTo>
                    <a:cubicBezTo>
                      <a:pt x="98" y="101"/>
                      <a:pt x="98" y="97"/>
                      <a:pt x="97" y="92"/>
                    </a:cubicBezTo>
                    <a:cubicBezTo>
                      <a:pt x="96" y="87"/>
                      <a:pt x="94" y="86"/>
                      <a:pt x="94" y="79"/>
                    </a:cubicBezTo>
                    <a:cubicBezTo>
                      <a:pt x="94" y="76"/>
                      <a:pt x="94" y="76"/>
                      <a:pt x="94" y="76"/>
                    </a:cubicBezTo>
                    <a:cubicBezTo>
                      <a:pt x="94" y="65"/>
                      <a:pt x="110" y="67"/>
                      <a:pt x="110" y="61"/>
                    </a:cubicBezTo>
                    <a:cubicBezTo>
                      <a:pt x="110" y="60"/>
                      <a:pt x="110" y="60"/>
                      <a:pt x="110" y="60"/>
                    </a:cubicBezTo>
                    <a:cubicBezTo>
                      <a:pt x="110" y="58"/>
                      <a:pt x="109" y="57"/>
                      <a:pt x="108" y="57"/>
                    </a:cubicBezTo>
                    <a:cubicBezTo>
                      <a:pt x="105" y="57"/>
                      <a:pt x="105" y="57"/>
                      <a:pt x="105" y="57"/>
                    </a:cubicBezTo>
                    <a:cubicBezTo>
                      <a:pt x="104" y="57"/>
                      <a:pt x="104" y="57"/>
                      <a:pt x="104" y="57"/>
                    </a:cubicBezTo>
                    <a:cubicBezTo>
                      <a:pt x="103" y="58"/>
                      <a:pt x="102" y="59"/>
                      <a:pt x="101" y="59"/>
                    </a:cubicBezTo>
                    <a:cubicBezTo>
                      <a:pt x="99" y="60"/>
                      <a:pt x="99" y="59"/>
                      <a:pt x="97" y="60"/>
                    </a:cubicBezTo>
                    <a:cubicBezTo>
                      <a:pt x="95" y="59"/>
                      <a:pt x="91" y="56"/>
                      <a:pt x="91" y="54"/>
                    </a:cubicBezTo>
                    <a:cubicBezTo>
                      <a:pt x="91" y="41"/>
                      <a:pt x="91" y="41"/>
                      <a:pt x="91" y="41"/>
                    </a:cubicBezTo>
                    <a:lnTo>
                      <a:pt x="91" y="29"/>
                    </a:lnTo>
                    <a:close/>
                  </a:path>
                </a:pathLst>
              </a:custGeom>
              <a:solidFill>
                <a:srgbClr val="E6001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1" name="íšlïďè"/>
              <p:cNvSpPr/>
              <p:nvPr/>
            </p:nvSpPr>
            <p:spPr bwMode="auto">
              <a:xfrm>
                <a:off x="5478463" y="3581400"/>
                <a:ext cx="46038" cy="76200"/>
              </a:xfrm>
              <a:custGeom>
                <a:avLst/>
                <a:gdLst>
                  <a:gd name="T0" fmla="*/ 14 w 14"/>
                  <a:gd name="T1" fmla="*/ 15 h 23"/>
                  <a:gd name="T2" fmla="*/ 10 w 14"/>
                  <a:gd name="T3" fmla="*/ 6 h 23"/>
                  <a:gd name="T4" fmla="*/ 3 w 14"/>
                  <a:gd name="T5" fmla="*/ 0 h 23"/>
                  <a:gd name="T6" fmla="*/ 0 w 14"/>
                  <a:gd name="T7" fmla="*/ 3 h 23"/>
                  <a:gd name="T8" fmla="*/ 5 w 14"/>
                  <a:gd name="T9" fmla="*/ 11 h 23"/>
                  <a:gd name="T10" fmla="*/ 5 w 14"/>
                  <a:gd name="T11" fmla="*/ 12 h 23"/>
                  <a:gd name="T12" fmla="*/ 5 w 14"/>
                  <a:gd name="T13" fmla="*/ 14 h 23"/>
                  <a:gd name="T14" fmla="*/ 5 w 14"/>
                  <a:gd name="T15" fmla="*/ 15 h 23"/>
                  <a:gd name="T16" fmla="*/ 2 w 14"/>
                  <a:gd name="T17" fmla="*/ 19 h 23"/>
                  <a:gd name="T18" fmla="*/ 2 w 14"/>
                  <a:gd name="T19" fmla="*/ 22 h 23"/>
                  <a:gd name="T20" fmla="*/ 5 w 14"/>
                  <a:gd name="T21" fmla="*/ 23 h 23"/>
                  <a:gd name="T22" fmla="*/ 6 w 14"/>
                  <a:gd name="T23" fmla="*/ 23 h 23"/>
                  <a:gd name="T24" fmla="*/ 11 w 14"/>
                  <a:gd name="T25" fmla="*/ 20 h 23"/>
                  <a:gd name="T26" fmla="*/ 14 w 14"/>
                  <a:gd name="T27" fmla="*/ 15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" h="23">
                    <a:moveTo>
                      <a:pt x="14" y="15"/>
                    </a:moveTo>
                    <a:cubicBezTo>
                      <a:pt x="14" y="11"/>
                      <a:pt x="12" y="9"/>
                      <a:pt x="10" y="6"/>
                    </a:cubicBezTo>
                    <a:cubicBezTo>
                      <a:pt x="8" y="5"/>
                      <a:pt x="3" y="1"/>
                      <a:pt x="3" y="0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2" y="19"/>
                      <a:pt x="2" y="19"/>
                      <a:pt x="2" y="19"/>
                    </a:cubicBezTo>
                    <a:cubicBezTo>
                      <a:pt x="2" y="22"/>
                      <a:pt x="2" y="22"/>
                      <a:pt x="2" y="22"/>
                    </a:cubicBezTo>
                    <a:cubicBezTo>
                      <a:pt x="5" y="23"/>
                      <a:pt x="5" y="23"/>
                      <a:pt x="5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7" y="23"/>
                      <a:pt x="11" y="21"/>
                      <a:pt x="11" y="20"/>
                    </a:cubicBezTo>
                    <a:cubicBezTo>
                      <a:pt x="13" y="19"/>
                      <a:pt x="13" y="17"/>
                      <a:pt x="14" y="15"/>
                    </a:cubicBezTo>
                    <a:close/>
                  </a:path>
                </a:pathLst>
              </a:custGeom>
              <a:solidFill>
                <a:srgbClr val="E6001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2" name="işḷîḑe"/>
              <p:cNvSpPr/>
              <p:nvPr/>
            </p:nvSpPr>
            <p:spPr bwMode="auto">
              <a:xfrm>
                <a:off x="6310313" y="3136900"/>
                <a:ext cx="406400" cy="554038"/>
              </a:xfrm>
              <a:custGeom>
                <a:avLst/>
                <a:gdLst>
                  <a:gd name="T0" fmla="*/ 101 w 123"/>
                  <a:gd name="T1" fmla="*/ 9 h 166"/>
                  <a:gd name="T2" fmla="*/ 96 w 123"/>
                  <a:gd name="T3" fmla="*/ 0 h 166"/>
                  <a:gd name="T4" fmla="*/ 76 w 123"/>
                  <a:gd name="T5" fmla="*/ 23 h 166"/>
                  <a:gd name="T6" fmla="*/ 66 w 123"/>
                  <a:gd name="T7" fmla="*/ 20 h 166"/>
                  <a:gd name="T8" fmla="*/ 69 w 123"/>
                  <a:gd name="T9" fmla="*/ 29 h 166"/>
                  <a:gd name="T10" fmla="*/ 64 w 123"/>
                  <a:gd name="T11" fmla="*/ 38 h 166"/>
                  <a:gd name="T12" fmla="*/ 71 w 123"/>
                  <a:gd name="T13" fmla="*/ 37 h 166"/>
                  <a:gd name="T14" fmla="*/ 78 w 123"/>
                  <a:gd name="T15" fmla="*/ 38 h 166"/>
                  <a:gd name="T16" fmla="*/ 104 w 123"/>
                  <a:gd name="T17" fmla="*/ 37 h 166"/>
                  <a:gd name="T18" fmla="*/ 97 w 123"/>
                  <a:gd name="T19" fmla="*/ 43 h 166"/>
                  <a:gd name="T20" fmla="*/ 85 w 123"/>
                  <a:gd name="T21" fmla="*/ 56 h 166"/>
                  <a:gd name="T22" fmla="*/ 78 w 123"/>
                  <a:gd name="T23" fmla="*/ 67 h 166"/>
                  <a:gd name="T24" fmla="*/ 72 w 123"/>
                  <a:gd name="T25" fmla="*/ 62 h 166"/>
                  <a:gd name="T26" fmla="*/ 72 w 123"/>
                  <a:gd name="T27" fmla="*/ 48 h 166"/>
                  <a:gd name="T28" fmla="*/ 63 w 123"/>
                  <a:gd name="T29" fmla="*/ 57 h 166"/>
                  <a:gd name="T30" fmla="*/ 56 w 123"/>
                  <a:gd name="T31" fmla="*/ 57 h 166"/>
                  <a:gd name="T32" fmla="*/ 61 w 123"/>
                  <a:gd name="T33" fmla="*/ 66 h 166"/>
                  <a:gd name="T34" fmla="*/ 59 w 123"/>
                  <a:gd name="T35" fmla="*/ 70 h 166"/>
                  <a:gd name="T36" fmla="*/ 68 w 123"/>
                  <a:gd name="T37" fmla="*/ 74 h 166"/>
                  <a:gd name="T38" fmla="*/ 68 w 123"/>
                  <a:gd name="T39" fmla="*/ 78 h 166"/>
                  <a:gd name="T40" fmla="*/ 40 w 123"/>
                  <a:gd name="T41" fmla="*/ 92 h 166"/>
                  <a:gd name="T42" fmla="*/ 24 w 123"/>
                  <a:gd name="T43" fmla="*/ 99 h 166"/>
                  <a:gd name="T44" fmla="*/ 3 w 123"/>
                  <a:gd name="T45" fmla="*/ 105 h 166"/>
                  <a:gd name="T46" fmla="*/ 2 w 123"/>
                  <a:gd name="T47" fmla="*/ 112 h 166"/>
                  <a:gd name="T48" fmla="*/ 14 w 123"/>
                  <a:gd name="T49" fmla="*/ 120 h 166"/>
                  <a:gd name="T50" fmla="*/ 32 w 123"/>
                  <a:gd name="T51" fmla="*/ 108 h 166"/>
                  <a:gd name="T52" fmla="*/ 55 w 123"/>
                  <a:gd name="T53" fmla="*/ 93 h 166"/>
                  <a:gd name="T54" fmla="*/ 63 w 123"/>
                  <a:gd name="T55" fmla="*/ 89 h 166"/>
                  <a:gd name="T56" fmla="*/ 82 w 123"/>
                  <a:gd name="T57" fmla="*/ 83 h 166"/>
                  <a:gd name="T58" fmla="*/ 82 w 123"/>
                  <a:gd name="T59" fmla="*/ 86 h 166"/>
                  <a:gd name="T60" fmla="*/ 74 w 123"/>
                  <a:gd name="T61" fmla="*/ 97 h 166"/>
                  <a:gd name="T62" fmla="*/ 61 w 123"/>
                  <a:gd name="T63" fmla="*/ 107 h 166"/>
                  <a:gd name="T64" fmla="*/ 64 w 123"/>
                  <a:gd name="T65" fmla="*/ 118 h 166"/>
                  <a:gd name="T66" fmla="*/ 55 w 123"/>
                  <a:gd name="T67" fmla="*/ 126 h 166"/>
                  <a:gd name="T68" fmla="*/ 40 w 123"/>
                  <a:gd name="T69" fmla="*/ 129 h 166"/>
                  <a:gd name="T70" fmla="*/ 30 w 123"/>
                  <a:gd name="T71" fmla="*/ 130 h 166"/>
                  <a:gd name="T72" fmla="*/ 35 w 123"/>
                  <a:gd name="T73" fmla="*/ 141 h 166"/>
                  <a:gd name="T74" fmla="*/ 38 w 123"/>
                  <a:gd name="T75" fmla="*/ 141 h 166"/>
                  <a:gd name="T76" fmla="*/ 56 w 123"/>
                  <a:gd name="T77" fmla="*/ 133 h 166"/>
                  <a:gd name="T78" fmla="*/ 63 w 123"/>
                  <a:gd name="T79" fmla="*/ 141 h 166"/>
                  <a:gd name="T80" fmla="*/ 56 w 123"/>
                  <a:gd name="T81" fmla="*/ 154 h 166"/>
                  <a:gd name="T82" fmla="*/ 53 w 123"/>
                  <a:gd name="T83" fmla="*/ 154 h 166"/>
                  <a:gd name="T84" fmla="*/ 49 w 123"/>
                  <a:gd name="T85" fmla="*/ 154 h 166"/>
                  <a:gd name="T86" fmla="*/ 46 w 123"/>
                  <a:gd name="T87" fmla="*/ 156 h 166"/>
                  <a:gd name="T88" fmla="*/ 56 w 123"/>
                  <a:gd name="T89" fmla="*/ 166 h 166"/>
                  <a:gd name="T90" fmla="*/ 71 w 123"/>
                  <a:gd name="T91" fmla="*/ 160 h 166"/>
                  <a:gd name="T92" fmla="*/ 75 w 123"/>
                  <a:gd name="T93" fmla="*/ 146 h 166"/>
                  <a:gd name="T94" fmla="*/ 80 w 123"/>
                  <a:gd name="T95" fmla="*/ 124 h 166"/>
                  <a:gd name="T96" fmla="*/ 94 w 123"/>
                  <a:gd name="T97" fmla="*/ 120 h 166"/>
                  <a:gd name="T98" fmla="*/ 81 w 123"/>
                  <a:gd name="T99" fmla="*/ 117 h 166"/>
                  <a:gd name="T100" fmla="*/ 72 w 123"/>
                  <a:gd name="T101" fmla="*/ 107 h 166"/>
                  <a:gd name="T102" fmla="*/ 78 w 123"/>
                  <a:gd name="T103" fmla="*/ 96 h 166"/>
                  <a:gd name="T104" fmla="*/ 92 w 123"/>
                  <a:gd name="T105" fmla="*/ 89 h 166"/>
                  <a:gd name="T106" fmla="*/ 102 w 123"/>
                  <a:gd name="T107" fmla="*/ 78 h 166"/>
                  <a:gd name="T108" fmla="*/ 95 w 123"/>
                  <a:gd name="T109" fmla="*/ 61 h 166"/>
                  <a:gd name="T110" fmla="*/ 109 w 123"/>
                  <a:gd name="T111" fmla="*/ 48 h 166"/>
                  <a:gd name="T112" fmla="*/ 116 w 123"/>
                  <a:gd name="T113" fmla="*/ 42 h 166"/>
                  <a:gd name="T114" fmla="*/ 121 w 123"/>
                  <a:gd name="T115" fmla="*/ 32 h 166"/>
                  <a:gd name="T116" fmla="*/ 116 w 123"/>
                  <a:gd name="T117" fmla="*/ 17 h 166"/>
                  <a:gd name="T118" fmla="*/ 104 w 123"/>
                  <a:gd name="T119" fmla="*/ 20 h 166"/>
                  <a:gd name="T120" fmla="*/ 93 w 123"/>
                  <a:gd name="T121" fmla="*/ 21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23" h="166">
                    <a:moveTo>
                      <a:pt x="93" y="21"/>
                    </a:moveTo>
                    <a:cubicBezTo>
                      <a:pt x="94" y="14"/>
                      <a:pt x="98" y="14"/>
                      <a:pt x="101" y="9"/>
                    </a:cubicBezTo>
                    <a:cubicBezTo>
                      <a:pt x="101" y="8"/>
                      <a:pt x="101" y="8"/>
                      <a:pt x="101" y="8"/>
                    </a:cubicBezTo>
                    <a:cubicBezTo>
                      <a:pt x="101" y="5"/>
                      <a:pt x="97" y="1"/>
                      <a:pt x="96" y="0"/>
                    </a:cubicBezTo>
                    <a:cubicBezTo>
                      <a:pt x="89" y="3"/>
                      <a:pt x="91" y="6"/>
                      <a:pt x="88" y="13"/>
                    </a:cubicBezTo>
                    <a:cubicBezTo>
                      <a:pt x="85" y="17"/>
                      <a:pt x="82" y="23"/>
                      <a:pt x="76" y="23"/>
                    </a:cubicBezTo>
                    <a:cubicBezTo>
                      <a:pt x="75" y="23"/>
                      <a:pt x="70" y="18"/>
                      <a:pt x="67" y="17"/>
                    </a:cubicBezTo>
                    <a:cubicBezTo>
                      <a:pt x="66" y="20"/>
                      <a:pt x="66" y="20"/>
                      <a:pt x="66" y="20"/>
                    </a:cubicBezTo>
                    <a:cubicBezTo>
                      <a:pt x="67" y="23"/>
                      <a:pt x="69" y="24"/>
                      <a:pt x="69" y="28"/>
                    </a:cubicBezTo>
                    <a:cubicBezTo>
                      <a:pt x="69" y="29"/>
                      <a:pt x="69" y="29"/>
                      <a:pt x="69" y="29"/>
                    </a:cubicBezTo>
                    <a:cubicBezTo>
                      <a:pt x="69" y="29"/>
                      <a:pt x="63" y="36"/>
                      <a:pt x="62" y="37"/>
                    </a:cubicBezTo>
                    <a:cubicBezTo>
                      <a:pt x="63" y="38"/>
                      <a:pt x="61" y="38"/>
                      <a:pt x="64" y="38"/>
                    </a:cubicBezTo>
                    <a:cubicBezTo>
                      <a:pt x="64" y="38"/>
                      <a:pt x="64" y="38"/>
                      <a:pt x="64" y="38"/>
                    </a:cubicBezTo>
                    <a:cubicBezTo>
                      <a:pt x="71" y="37"/>
                      <a:pt x="71" y="37"/>
                      <a:pt x="71" y="37"/>
                    </a:cubicBezTo>
                    <a:cubicBezTo>
                      <a:pt x="74" y="37"/>
                      <a:pt x="74" y="38"/>
                      <a:pt x="78" y="38"/>
                    </a:cubicBezTo>
                    <a:cubicBezTo>
                      <a:pt x="78" y="38"/>
                      <a:pt x="78" y="38"/>
                      <a:pt x="78" y="38"/>
                    </a:cubicBezTo>
                    <a:cubicBezTo>
                      <a:pt x="79" y="38"/>
                      <a:pt x="84" y="33"/>
                      <a:pt x="91" y="32"/>
                    </a:cubicBezTo>
                    <a:cubicBezTo>
                      <a:pt x="96" y="31"/>
                      <a:pt x="104" y="30"/>
                      <a:pt x="104" y="37"/>
                    </a:cubicBezTo>
                    <a:cubicBezTo>
                      <a:pt x="104" y="39"/>
                      <a:pt x="102" y="41"/>
                      <a:pt x="101" y="43"/>
                    </a:cubicBezTo>
                    <a:cubicBezTo>
                      <a:pt x="98" y="43"/>
                      <a:pt x="99" y="43"/>
                      <a:pt x="97" y="43"/>
                    </a:cubicBezTo>
                    <a:cubicBezTo>
                      <a:pt x="96" y="43"/>
                      <a:pt x="93" y="42"/>
                      <a:pt x="92" y="41"/>
                    </a:cubicBezTo>
                    <a:cubicBezTo>
                      <a:pt x="85" y="46"/>
                      <a:pt x="88" y="49"/>
                      <a:pt x="85" y="56"/>
                    </a:cubicBezTo>
                    <a:cubicBezTo>
                      <a:pt x="84" y="57"/>
                      <a:pt x="81" y="64"/>
                      <a:pt x="81" y="64"/>
                    </a:cubicBezTo>
                    <a:cubicBezTo>
                      <a:pt x="80" y="66"/>
                      <a:pt x="80" y="64"/>
                      <a:pt x="78" y="67"/>
                    </a:cubicBezTo>
                    <a:cubicBezTo>
                      <a:pt x="77" y="70"/>
                      <a:pt x="78" y="68"/>
                      <a:pt x="76" y="70"/>
                    </a:cubicBezTo>
                    <a:cubicBezTo>
                      <a:pt x="74" y="67"/>
                      <a:pt x="72" y="66"/>
                      <a:pt x="72" y="62"/>
                    </a:cubicBezTo>
                    <a:cubicBezTo>
                      <a:pt x="72" y="61"/>
                      <a:pt x="75" y="55"/>
                      <a:pt x="76" y="54"/>
                    </a:cubicBezTo>
                    <a:cubicBezTo>
                      <a:pt x="75" y="51"/>
                      <a:pt x="75" y="48"/>
                      <a:pt x="72" y="48"/>
                    </a:cubicBezTo>
                    <a:cubicBezTo>
                      <a:pt x="71" y="48"/>
                      <a:pt x="70" y="49"/>
                      <a:pt x="70" y="49"/>
                    </a:cubicBezTo>
                    <a:cubicBezTo>
                      <a:pt x="70" y="55"/>
                      <a:pt x="67" y="55"/>
                      <a:pt x="63" y="57"/>
                    </a:cubicBezTo>
                    <a:cubicBezTo>
                      <a:pt x="62" y="56"/>
                      <a:pt x="60" y="55"/>
                      <a:pt x="59" y="55"/>
                    </a:cubicBezTo>
                    <a:cubicBezTo>
                      <a:pt x="58" y="55"/>
                      <a:pt x="56" y="57"/>
                      <a:pt x="56" y="57"/>
                    </a:cubicBezTo>
                    <a:cubicBezTo>
                      <a:pt x="58" y="60"/>
                      <a:pt x="59" y="60"/>
                      <a:pt x="61" y="64"/>
                    </a:cubicBezTo>
                    <a:cubicBezTo>
                      <a:pt x="61" y="66"/>
                      <a:pt x="61" y="66"/>
                      <a:pt x="61" y="66"/>
                    </a:cubicBezTo>
                    <a:cubicBezTo>
                      <a:pt x="61" y="67"/>
                      <a:pt x="61" y="67"/>
                      <a:pt x="61" y="67"/>
                    </a:cubicBezTo>
                    <a:cubicBezTo>
                      <a:pt x="59" y="70"/>
                      <a:pt x="59" y="70"/>
                      <a:pt x="59" y="70"/>
                    </a:cubicBezTo>
                    <a:cubicBezTo>
                      <a:pt x="60" y="71"/>
                      <a:pt x="58" y="71"/>
                      <a:pt x="61" y="71"/>
                    </a:cubicBezTo>
                    <a:cubicBezTo>
                      <a:pt x="64" y="71"/>
                      <a:pt x="66" y="72"/>
                      <a:pt x="68" y="74"/>
                    </a:cubicBezTo>
                    <a:cubicBezTo>
                      <a:pt x="68" y="75"/>
                      <a:pt x="68" y="75"/>
                      <a:pt x="68" y="75"/>
                    </a:cubicBezTo>
                    <a:cubicBezTo>
                      <a:pt x="68" y="78"/>
                      <a:pt x="68" y="78"/>
                      <a:pt x="68" y="78"/>
                    </a:cubicBezTo>
                    <a:cubicBezTo>
                      <a:pt x="68" y="82"/>
                      <a:pt x="58" y="85"/>
                      <a:pt x="55" y="86"/>
                    </a:cubicBezTo>
                    <a:cubicBezTo>
                      <a:pt x="50" y="88"/>
                      <a:pt x="44" y="91"/>
                      <a:pt x="40" y="92"/>
                    </a:cubicBezTo>
                    <a:cubicBezTo>
                      <a:pt x="36" y="94"/>
                      <a:pt x="35" y="94"/>
                      <a:pt x="32" y="96"/>
                    </a:cubicBezTo>
                    <a:cubicBezTo>
                      <a:pt x="29" y="97"/>
                      <a:pt x="27" y="97"/>
                      <a:pt x="24" y="99"/>
                    </a:cubicBezTo>
                    <a:cubicBezTo>
                      <a:pt x="20" y="101"/>
                      <a:pt x="13" y="104"/>
                      <a:pt x="9" y="104"/>
                    </a:cubicBezTo>
                    <a:cubicBezTo>
                      <a:pt x="3" y="105"/>
                      <a:pt x="3" y="105"/>
                      <a:pt x="3" y="105"/>
                    </a:cubicBezTo>
                    <a:cubicBezTo>
                      <a:pt x="1" y="105"/>
                      <a:pt x="1" y="106"/>
                      <a:pt x="0" y="107"/>
                    </a:cubicBezTo>
                    <a:cubicBezTo>
                      <a:pt x="0" y="108"/>
                      <a:pt x="0" y="111"/>
                      <a:pt x="2" y="112"/>
                    </a:cubicBezTo>
                    <a:cubicBezTo>
                      <a:pt x="4" y="114"/>
                      <a:pt x="3" y="114"/>
                      <a:pt x="5" y="115"/>
                    </a:cubicBezTo>
                    <a:cubicBezTo>
                      <a:pt x="6" y="116"/>
                      <a:pt x="12" y="119"/>
                      <a:pt x="14" y="120"/>
                    </a:cubicBezTo>
                    <a:cubicBezTo>
                      <a:pt x="15" y="119"/>
                      <a:pt x="15" y="119"/>
                      <a:pt x="17" y="119"/>
                    </a:cubicBezTo>
                    <a:cubicBezTo>
                      <a:pt x="20" y="119"/>
                      <a:pt x="30" y="110"/>
                      <a:pt x="32" y="108"/>
                    </a:cubicBezTo>
                    <a:cubicBezTo>
                      <a:pt x="36" y="104"/>
                      <a:pt x="42" y="101"/>
                      <a:pt x="47" y="98"/>
                    </a:cubicBezTo>
                    <a:cubicBezTo>
                      <a:pt x="50" y="96"/>
                      <a:pt x="52" y="95"/>
                      <a:pt x="55" y="93"/>
                    </a:cubicBezTo>
                    <a:cubicBezTo>
                      <a:pt x="57" y="92"/>
                      <a:pt x="58" y="92"/>
                      <a:pt x="59" y="91"/>
                    </a:cubicBezTo>
                    <a:cubicBezTo>
                      <a:pt x="61" y="90"/>
                      <a:pt x="61" y="90"/>
                      <a:pt x="63" y="89"/>
                    </a:cubicBezTo>
                    <a:cubicBezTo>
                      <a:pt x="68" y="87"/>
                      <a:pt x="74" y="80"/>
                      <a:pt x="79" y="80"/>
                    </a:cubicBezTo>
                    <a:cubicBezTo>
                      <a:pt x="81" y="80"/>
                      <a:pt x="82" y="82"/>
                      <a:pt x="82" y="83"/>
                    </a:cubicBezTo>
                    <a:cubicBezTo>
                      <a:pt x="82" y="85"/>
                      <a:pt x="82" y="85"/>
                      <a:pt x="82" y="85"/>
                    </a:cubicBezTo>
                    <a:cubicBezTo>
                      <a:pt x="82" y="86"/>
                      <a:pt x="82" y="86"/>
                      <a:pt x="82" y="86"/>
                    </a:cubicBezTo>
                    <a:cubicBezTo>
                      <a:pt x="80" y="90"/>
                      <a:pt x="79" y="89"/>
                      <a:pt x="78" y="93"/>
                    </a:cubicBezTo>
                    <a:cubicBezTo>
                      <a:pt x="75" y="94"/>
                      <a:pt x="75" y="94"/>
                      <a:pt x="74" y="97"/>
                    </a:cubicBezTo>
                    <a:cubicBezTo>
                      <a:pt x="69" y="98"/>
                      <a:pt x="71" y="99"/>
                      <a:pt x="67" y="101"/>
                    </a:cubicBezTo>
                    <a:cubicBezTo>
                      <a:pt x="63" y="103"/>
                      <a:pt x="63" y="103"/>
                      <a:pt x="61" y="107"/>
                    </a:cubicBezTo>
                    <a:cubicBezTo>
                      <a:pt x="61" y="110"/>
                      <a:pt x="64" y="114"/>
                      <a:pt x="64" y="117"/>
                    </a:cubicBezTo>
                    <a:cubicBezTo>
                      <a:pt x="64" y="118"/>
                      <a:pt x="64" y="118"/>
                      <a:pt x="64" y="118"/>
                    </a:cubicBezTo>
                    <a:cubicBezTo>
                      <a:pt x="64" y="119"/>
                      <a:pt x="64" y="119"/>
                      <a:pt x="64" y="119"/>
                    </a:cubicBezTo>
                    <a:cubicBezTo>
                      <a:pt x="61" y="123"/>
                      <a:pt x="60" y="125"/>
                      <a:pt x="55" y="126"/>
                    </a:cubicBezTo>
                    <a:cubicBezTo>
                      <a:pt x="51" y="127"/>
                      <a:pt x="43" y="129"/>
                      <a:pt x="41" y="129"/>
                    </a:cubicBezTo>
                    <a:cubicBezTo>
                      <a:pt x="40" y="129"/>
                      <a:pt x="40" y="129"/>
                      <a:pt x="40" y="129"/>
                    </a:cubicBezTo>
                    <a:cubicBezTo>
                      <a:pt x="32" y="130"/>
                      <a:pt x="32" y="130"/>
                      <a:pt x="32" y="130"/>
                    </a:cubicBezTo>
                    <a:cubicBezTo>
                      <a:pt x="30" y="130"/>
                      <a:pt x="30" y="130"/>
                      <a:pt x="30" y="130"/>
                    </a:cubicBezTo>
                    <a:cubicBezTo>
                      <a:pt x="27" y="132"/>
                      <a:pt x="27" y="132"/>
                      <a:pt x="27" y="132"/>
                    </a:cubicBezTo>
                    <a:cubicBezTo>
                      <a:pt x="30" y="136"/>
                      <a:pt x="30" y="138"/>
                      <a:pt x="35" y="141"/>
                    </a:cubicBezTo>
                    <a:cubicBezTo>
                      <a:pt x="36" y="141"/>
                      <a:pt x="36" y="141"/>
                      <a:pt x="36" y="141"/>
                    </a:cubicBezTo>
                    <a:cubicBezTo>
                      <a:pt x="38" y="141"/>
                      <a:pt x="38" y="141"/>
                      <a:pt x="38" y="141"/>
                    </a:cubicBezTo>
                    <a:cubicBezTo>
                      <a:pt x="39" y="141"/>
                      <a:pt x="39" y="141"/>
                      <a:pt x="39" y="141"/>
                    </a:cubicBezTo>
                    <a:cubicBezTo>
                      <a:pt x="43" y="138"/>
                      <a:pt x="51" y="133"/>
                      <a:pt x="56" y="133"/>
                    </a:cubicBezTo>
                    <a:cubicBezTo>
                      <a:pt x="58" y="133"/>
                      <a:pt x="58" y="133"/>
                      <a:pt x="58" y="133"/>
                    </a:cubicBezTo>
                    <a:cubicBezTo>
                      <a:pt x="62" y="133"/>
                      <a:pt x="63" y="137"/>
                      <a:pt x="63" y="141"/>
                    </a:cubicBezTo>
                    <a:cubicBezTo>
                      <a:pt x="63" y="143"/>
                      <a:pt x="63" y="143"/>
                      <a:pt x="63" y="143"/>
                    </a:cubicBezTo>
                    <a:cubicBezTo>
                      <a:pt x="63" y="150"/>
                      <a:pt x="60" y="152"/>
                      <a:pt x="56" y="154"/>
                    </a:cubicBezTo>
                    <a:cubicBezTo>
                      <a:pt x="55" y="154"/>
                      <a:pt x="55" y="154"/>
                      <a:pt x="55" y="154"/>
                    </a:cubicBezTo>
                    <a:cubicBezTo>
                      <a:pt x="53" y="154"/>
                      <a:pt x="53" y="154"/>
                      <a:pt x="53" y="154"/>
                    </a:cubicBezTo>
                    <a:cubicBezTo>
                      <a:pt x="52" y="154"/>
                      <a:pt x="52" y="154"/>
                      <a:pt x="51" y="153"/>
                    </a:cubicBezTo>
                    <a:cubicBezTo>
                      <a:pt x="50" y="154"/>
                      <a:pt x="50" y="154"/>
                      <a:pt x="49" y="154"/>
                    </a:cubicBezTo>
                    <a:cubicBezTo>
                      <a:pt x="47" y="154"/>
                      <a:pt x="47" y="154"/>
                      <a:pt x="47" y="154"/>
                    </a:cubicBezTo>
                    <a:cubicBezTo>
                      <a:pt x="47" y="155"/>
                      <a:pt x="46" y="155"/>
                      <a:pt x="46" y="156"/>
                    </a:cubicBezTo>
                    <a:cubicBezTo>
                      <a:pt x="46" y="158"/>
                      <a:pt x="53" y="165"/>
                      <a:pt x="55" y="166"/>
                    </a:cubicBezTo>
                    <a:cubicBezTo>
                      <a:pt x="56" y="166"/>
                      <a:pt x="56" y="166"/>
                      <a:pt x="56" y="166"/>
                    </a:cubicBezTo>
                    <a:cubicBezTo>
                      <a:pt x="61" y="166"/>
                      <a:pt x="61" y="166"/>
                      <a:pt x="61" y="166"/>
                    </a:cubicBezTo>
                    <a:cubicBezTo>
                      <a:pt x="66" y="166"/>
                      <a:pt x="69" y="163"/>
                      <a:pt x="71" y="160"/>
                    </a:cubicBezTo>
                    <a:cubicBezTo>
                      <a:pt x="74" y="155"/>
                      <a:pt x="74" y="151"/>
                      <a:pt x="76" y="148"/>
                    </a:cubicBezTo>
                    <a:cubicBezTo>
                      <a:pt x="75" y="146"/>
                      <a:pt x="75" y="148"/>
                      <a:pt x="75" y="146"/>
                    </a:cubicBezTo>
                    <a:cubicBezTo>
                      <a:pt x="75" y="138"/>
                      <a:pt x="75" y="138"/>
                      <a:pt x="75" y="138"/>
                    </a:cubicBezTo>
                    <a:cubicBezTo>
                      <a:pt x="75" y="130"/>
                      <a:pt x="74" y="128"/>
                      <a:pt x="80" y="124"/>
                    </a:cubicBezTo>
                    <a:cubicBezTo>
                      <a:pt x="81" y="124"/>
                      <a:pt x="81" y="124"/>
                      <a:pt x="81" y="124"/>
                    </a:cubicBezTo>
                    <a:cubicBezTo>
                      <a:pt x="90" y="124"/>
                      <a:pt x="90" y="127"/>
                      <a:pt x="94" y="120"/>
                    </a:cubicBezTo>
                    <a:cubicBezTo>
                      <a:pt x="92" y="117"/>
                      <a:pt x="91" y="116"/>
                      <a:pt x="88" y="115"/>
                    </a:cubicBezTo>
                    <a:cubicBezTo>
                      <a:pt x="86" y="116"/>
                      <a:pt x="84" y="117"/>
                      <a:pt x="81" y="117"/>
                    </a:cubicBezTo>
                    <a:cubicBezTo>
                      <a:pt x="79" y="117"/>
                      <a:pt x="79" y="117"/>
                      <a:pt x="79" y="117"/>
                    </a:cubicBezTo>
                    <a:cubicBezTo>
                      <a:pt x="77" y="116"/>
                      <a:pt x="72" y="109"/>
                      <a:pt x="72" y="107"/>
                    </a:cubicBezTo>
                    <a:cubicBezTo>
                      <a:pt x="72" y="105"/>
                      <a:pt x="72" y="105"/>
                      <a:pt x="72" y="105"/>
                    </a:cubicBezTo>
                    <a:cubicBezTo>
                      <a:pt x="72" y="99"/>
                      <a:pt x="75" y="100"/>
                      <a:pt x="78" y="96"/>
                    </a:cubicBezTo>
                    <a:cubicBezTo>
                      <a:pt x="80" y="96"/>
                      <a:pt x="80" y="96"/>
                      <a:pt x="80" y="96"/>
                    </a:cubicBezTo>
                    <a:cubicBezTo>
                      <a:pt x="82" y="93"/>
                      <a:pt x="89" y="90"/>
                      <a:pt x="92" y="89"/>
                    </a:cubicBezTo>
                    <a:cubicBezTo>
                      <a:pt x="95" y="87"/>
                      <a:pt x="101" y="83"/>
                      <a:pt x="101" y="80"/>
                    </a:cubicBezTo>
                    <a:cubicBezTo>
                      <a:pt x="101" y="77"/>
                      <a:pt x="101" y="79"/>
                      <a:pt x="102" y="78"/>
                    </a:cubicBezTo>
                    <a:cubicBezTo>
                      <a:pt x="101" y="77"/>
                      <a:pt x="101" y="79"/>
                      <a:pt x="101" y="77"/>
                    </a:cubicBezTo>
                    <a:cubicBezTo>
                      <a:pt x="101" y="73"/>
                      <a:pt x="96" y="64"/>
                      <a:pt x="95" y="61"/>
                    </a:cubicBezTo>
                    <a:cubicBezTo>
                      <a:pt x="95" y="61"/>
                      <a:pt x="101" y="55"/>
                      <a:pt x="102" y="55"/>
                    </a:cubicBezTo>
                    <a:cubicBezTo>
                      <a:pt x="104" y="52"/>
                      <a:pt x="106" y="51"/>
                      <a:pt x="109" y="48"/>
                    </a:cubicBezTo>
                    <a:cubicBezTo>
                      <a:pt x="110" y="47"/>
                      <a:pt x="112" y="46"/>
                      <a:pt x="113" y="45"/>
                    </a:cubicBezTo>
                    <a:cubicBezTo>
                      <a:pt x="114" y="44"/>
                      <a:pt x="115" y="43"/>
                      <a:pt x="116" y="42"/>
                    </a:cubicBezTo>
                    <a:cubicBezTo>
                      <a:pt x="118" y="39"/>
                      <a:pt x="118" y="35"/>
                      <a:pt x="121" y="34"/>
                    </a:cubicBezTo>
                    <a:cubicBezTo>
                      <a:pt x="121" y="32"/>
                      <a:pt x="121" y="32"/>
                      <a:pt x="121" y="32"/>
                    </a:cubicBezTo>
                    <a:cubicBezTo>
                      <a:pt x="121" y="27"/>
                      <a:pt x="123" y="30"/>
                      <a:pt x="120" y="24"/>
                    </a:cubicBezTo>
                    <a:cubicBezTo>
                      <a:pt x="118" y="20"/>
                      <a:pt x="118" y="20"/>
                      <a:pt x="116" y="17"/>
                    </a:cubicBezTo>
                    <a:cubicBezTo>
                      <a:pt x="113" y="17"/>
                      <a:pt x="113" y="17"/>
                      <a:pt x="113" y="17"/>
                    </a:cubicBezTo>
                    <a:cubicBezTo>
                      <a:pt x="111" y="17"/>
                      <a:pt x="105" y="19"/>
                      <a:pt x="104" y="20"/>
                    </a:cubicBezTo>
                    <a:cubicBezTo>
                      <a:pt x="101" y="23"/>
                      <a:pt x="102" y="23"/>
                      <a:pt x="96" y="24"/>
                    </a:cubicBezTo>
                    <a:lnTo>
                      <a:pt x="93" y="21"/>
                    </a:lnTo>
                    <a:close/>
                  </a:path>
                </a:pathLst>
              </a:custGeom>
              <a:solidFill>
                <a:srgbClr val="E6001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3" name="íṥḻiďê"/>
              <p:cNvSpPr/>
              <p:nvPr/>
            </p:nvSpPr>
            <p:spPr bwMode="auto">
              <a:xfrm>
                <a:off x="5159376" y="3357563"/>
                <a:ext cx="117475" cy="366713"/>
              </a:xfrm>
              <a:custGeom>
                <a:avLst/>
                <a:gdLst>
                  <a:gd name="T0" fmla="*/ 23 w 36"/>
                  <a:gd name="T1" fmla="*/ 14 h 110"/>
                  <a:gd name="T2" fmla="*/ 23 w 36"/>
                  <a:gd name="T3" fmla="*/ 12 h 110"/>
                  <a:gd name="T4" fmla="*/ 18 w 36"/>
                  <a:gd name="T5" fmla="*/ 6 h 110"/>
                  <a:gd name="T6" fmla="*/ 13 w 36"/>
                  <a:gd name="T7" fmla="*/ 0 h 110"/>
                  <a:gd name="T8" fmla="*/ 11 w 36"/>
                  <a:gd name="T9" fmla="*/ 4 h 110"/>
                  <a:gd name="T10" fmla="*/ 13 w 36"/>
                  <a:gd name="T11" fmla="*/ 16 h 110"/>
                  <a:gd name="T12" fmla="*/ 12 w 36"/>
                  <a:gd name="T13" fmla="*/ 34 h 110"/>
                  <a:gd name="T14" fmla="*/ 7 w 36"/>
                  <a:gd name="T15" fmla="*/ 65 h 110"/>
                  <a:gd name="T16" fmla="*/ 3 w 36"/>
                  <a:gd name="T17" fmla="*/ 80 h 110"/>
                  <a:gd name="T18" fmla="*/ 0 w 36"/>
                  <a:gd name="T19" fmla="*/ 95 h 110"/>
                  <a:gd name="T20" fmla="*/ 0 w 36"/>
                  <a:gd name="T21" fmla="*/ 98 h 110"/>
                  <a:gd name="T22" fmla="*/ 0 w 36"/>
                  <a:gd name="T23" fmla="*/ 100 h 110"/>
                  <a:gd name="T24" fmla="*/ 4 w 36"/>
                  <a:gd name="T25" fmla="*/ 105 h 110"/>
                  <a:gd name="T26" fmla="*/ 9 w 36"/>
                  <a:gd name="T27" fmla="*/ 110 h 110"/>
                  <a:gd name="T28" fmla="*/ 15 w 36"/>
                  <a:gd name="T29" fmla="*/ 104 h 110"/>
                  <a:gd name="T30" fmla="*/ 18 w 36"/>
                  <a:gd name="T31" fmla="*/ 96 h 110"/>
                  <a:gd name="T32" fmla="*/ 18 w 36"/>
                  <a:gd name="T33" fmla="*/ 90 h 110"/>
                  <a:gd name="T34" fmla="*/ 21 w 36"/>
                  <a:gd name="T35" fmla="*/ 71 h 110"/>
                  <a:gd name="T36" fmla="*/ 25 w 36"/>
                  <a:gd name="T37" fmla="*/ 53 h 110"/>
                  <a:gd name="T38" fmla="*/ 30 w 36"/>
                  <a:gd name="T39" fmla="*/ 36 h 110"/>
                  <a:gd name="T40" fmla="*/ 35 w 36"/>
                  <a:gd name="T41" fmla="*/ 20 h 110"/>
                  <a:gd name="T42" fmla="*/ 33 w 36"/>
                  <a:gd name="T43" fmla="*/ 20 h 110"/>
                  <a:gd name="T44" fmla="*/ 30 w 36"/>
                  <a:gd name="T45" fmla="*/ 22 h 110"/>
                  <a:gd name="T46" fmla="*/ 23 w 36"/>
                  <a:gd name="T47" fmla="*/ 17 h 110"/>
                  <a:gd name="T48" fmla="*/ 23 w 36"/>
                  <a:gd name="T49" fmla="*/ 15 h 110"/>
                  <a:gd name="T50" fmla="*/ 23 w 36"/>
                  <a:gd name="T51" fmla="*/ 14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36" h="110">
                    <a:moveTo>
                      <a:pt x="23" y="14"/>
                    </a:moveTo>
                    <a:cubicBezTo>
                      <a:pt x="23" y="12"/>
                      <a:pt x="23" y="12"/>
                      <a:pt x="23" y="12"/>
                    </a:cubicBezTo>
                    <a:cubicBezTo>
                      <a:pt x="21" y="8"/>
                      <a:pt x="22" y="9"/>
                      <a:pt x="18" y="6"/>
                    </a:cubicBezTo>
                    <a:cubicBezTo>
                      <a:pt x="17" y="4"/>
                      <a:pt x="15" y="2"/>
                      <a:pt x="13" y="0"/>
                    </a:cubicBezTo>
                    <a:cubicBezTo>
                      <a:pt x="12" y="1"/>
                      <a:pt x="11" y="3"/>
                      <a:pt x="11" y="4"/>
                    </a:cubicBezTo>
                    <a:cubicBezTo>
                      <a:pt x="11" y="7"/>
                      <a:pt x="13" y="12"/>
                      <a:pt x="13" y="16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43"/>
                      <a:pt x="9" y="56"/>
                      <a:pt x="7" y="65"/>
                    </a:cubicBezTo>
                    <a:cubicBezTo>
                      <a:pt x="6" y="72"/>
                      <a:pt x="4" y="75"/>
                      <a:pt x="3" y="80"/>
                    </a:cubicBezTo>
                    <a:cubicBezTo>
                      <a:pt x="2" y="85"/>
                      <a:pt x="0" y="91"/>
                      <a:pt x="0" y="95"/>
                    </a:cubicBezTo>
                    <a:cubicBezTo>
                      <a:pt x="0" y="98"/>
                      <a:pt x="0" y="98"/>
                      <a:pt x="0" y="98"/>
                    </a:cubicBezTo>
                    <a:cubicBezTo>
                      <a:pt x="0" y="100"/>
                      <a:pt x="0" y="100"/>
                      <a:pt x="0" y="100"/>
                    </a:cubicBezTo>
                    <a:cubicBezTo>
                      <a:pt x="2" y="102"/>
                      <a:pt x="2" y="103"/>
                      <a:pt x="4" y="105"/>
                    </a:cubicBezTo>
                    <a:cubicBezTo>
                      <a:pt x="6" y="108"/>
                      <a:pt x="7" y="108"/>
                      <a:pt x="9" y="110"/>
                    </a:cubicBezTo>
                    <a:cubicBezTo>
                      <a:pt x="12" y="108"/>
                      <a:pt x="13" y="108"/>
                      <a:pt x="15" y="104"/>
                    </a:cubicBezTo>
                    <a:cubicBezTo>
                      <a:pt x="16" y="102"/>
                      <a:pt x="18" y="99"/>
                      <a:pt x="18" y="96"/>
                    </a:cubicBezTo>
                    <a:cubicBezTo>
                      <a:pt x="18" y="90"/>
                      <a:pt x="18" y="90"/>
                      <a:pt x="18" y="90"/>
                    </a:cubicBezTo>
                    <a:cubicBezTo>
                      <a:pt x="18" y="83"/>
                      <a:pt x="20" y="77"/>
                      <a:pt x="21" y="71"/>
                    </a:cubicBezTo>
                    <a:cubicBezTo>
                      <a:pt x="23" y="65"/>
                      <a:pt x="23" y="59"/>
                      <a:pt x="25" y="53"/>
                    </a:cubicBezTo>
                    <a:cubicBezTo>
                      <a:pt x="26" y="47"/>
                      <a:pt x="29" y="42"/>
                      <a:pt x="30" y="36"/>
                    </a:cubicBezTo>
                    <a:cubicBezTo>
                      <a:pt x="31" y="28"/>
                      <a:pt x="34" y="27"/>
                      <a:pt x="35" y="20"/>
                    </a:cubicBezTo>
                    <a:cubicBezTo>
                      <a:pt x="34" y="19"/>
                      <a:pt x="36" y="20"/>
                      <a:pt x="33" y="20"/>
                    </a:cubicBezTo>
                    <a:cubicBezTo>
                      <a:pt x="33" y="20"/>
                      <a:pt x="30" y="22"/>
                      <a:pt x="30" y="22"/>
                    </a:cubicBezTo>
                    <a:cubicBezTo>
                      <a:pt x="25" y="21"/>
                      <a:pt x="25" y="21"/>
                      <a:pt x="23" y="17"/>
                    </a:cubicBezTo>
                    <a:cubicBezTo>
                      <a:pt x="23" y="15"/>
                      <a:pt x="23" y="15"/>
                      <a:pt x="23" y="15"/>
                    </a:cubicBezTo>
                    <a:lnTo>
                      <a:pt x="23" y="14"/>
                    </a:lnTo>
                    <a:close/>
                  </a:path>
                </a:pathLst>
              </a:custGeom>
              <a:solidFill>
                <a:srgbClr val="E6001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6" name="ïšľîḍê"/>
            <p:cNvGrpSpPr/>
            <p:nvPr/>
          </p:nvGrpSpPr>
          <p:grpSpPr>
            <a:xfrm>
              <a:off x="4412452" y="3781425"/>
              <a:ext cx="2312689" cy="166461"/>
              <a:chOff x="6986588" y="3521075"/>
              <a:chExt cx="1654176" cy="119063"/>
            </a:xfrm>
          </p:grpSpPr>
          <p:sp>
            <p:nvSpPr>
              <p:cNvPr id="38" name="îṩľîḑê"/>
              <p:cNvSpPr/>
              <p:nvPr/>
            </p:nvSpPr>
            <p:spPr bwMode="auto">
              <a:xfrm>
                <a:off x="6986588" y="3521075"/>
                <a:ext cx="155575" cy="119063"/>
              </a:xfrm>
              <a:custGeom>
                <a:avLst/>
                <a:gdLst>
                  <a:gd name="T0" fmla="*/ 84 w 98"/>
                  <a:gd name="T1" fmla="*/ 0 h 75"/>
                  <a:gd name="T2" fmla="*/ 59 w 98"/>
                  <a:gd name="T3" fmla="*/ 52 h 75"/>
                  <a:gd name="T4" fmla="*/ 57 w 98"/>
                  <a:gd name="T5" fmla="*/ 0 h 75"/>
                  <a:gd name="T6" fmla="*/ 40 w 98"/>
                  <a:gd name="T7" fmla="*/ 0 h 75"/>
                  <a:gd name="T8" fmla="*/ 15 w 98"/>
                  <a:gd name="T9" fmla="*/ 52 h 75"/>
                  <a:gd name="T10" fmla="*/ 15 w 98"/>
                  <a:gd name="T11" fmla="*/ 0 h 75"/>
                  <a:gd name="T12" fmla="*/ 0 w 98"/>
                  <a:gd name="T13" fmla="*/ 0 h 75"/>
                  <a:gd name="T14" fmla="*/ 2 w 98"/>
                  <a:gd name="T15" fmla="*/ 75 h 75"/>
                  <a:gd name="T16" fmla="*/ 19 w 98"/>
                  <a:gd name="T17" fmla="*/ 75 h 75"/>
                  <a:gd name="T18" fmla="*/ 44 w 98"/>
                  <a:gd name="T19" fmla="*/ 21 h 75"/>
                  <a:gd name="T20" fmla="*/ 46 w 98"/>
                  <a:gd name="T21" fmla="*/ 75 h 75"/>
                  <a:gd name="T22" fmla="*/ 63 w 98"/>
                  <a:gd name="T23" fmla="*/ 75 h 75"/>
                  <a:gd name="T24" fmla="*/ 98 w 98"/>
                  <a:gd name="T25" fmla="*/ 0 h 75"/>
                  <a:gd name="T26" fmla="*/ 84 w 98"/>
                  <a:gd name="T27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8" h="75">
                    <a:moveTo>
                      <a:pt x="84" y="0"/>
                    </a:moveTo>
                    <a:lnTo>
                      <a:pt x="59" y="52"/>
                    </a:lnTo>
                    <a:lnTo>
                      <a:pt x="57" y="0"/>
                    </a:lnTo>
                    <a:lnTo>
                      <a:pt x="40" y="0"/>
                    </a:lnTo>
                    <a:lnTo>
                      <a:pt x="15" y="52"/>
                    </a:lnTo>
                    <a:lnTo>
                      <a:pt x="15" y="0"/>
                    </a:lnTo>
                    <a:lnTo>
                      <a:pt x="0" y="0"/>
                    </a:lnTo>
                    <a:lnTo>
                      <a:pt x="2" y="75"/>
                    </a:lnTo>
                    <a:lnTo>
                      <a:pt x="19" y="75"/>
                    </a:lnTo>
                    <a:lnTo>
                      <a:pt x="44" y="21"/>
                    </a:lnTo>
                    <a:lnTo>
                      <a:pt x="46" y="75"/>
                    </a:lnTo>
                    <a:lnTo>
                      <a:pt x="63" y="75"/>
                    </a:lnTo>
                    <a:lnTo>
                      <a:pt x="98" y="0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9" name="îṩḷîde"/>
              <p:cNvSpPr/>
              <p:nvPr/>
            </p:nvSpPr>
            <p:spPr bwMode="auto">
              <a:xfrm>
                <a:off x="7135813" y="3521075"/>
                <a:ext cx="112713" cy="119063"/>
              </a:xfrm>
              <a:custGeom>
                <a:avLst/>
                <a:gdLst>
                  <a:gd name="T0" fmla="*/ 22 w 34"/>
                  <a:gd name="T1" fmla="*/ 20 h 36"/>
                  <a:gd name="T2" fmla="*/ 20 w 34"/>
                  <a:gd name="T3" fmla="*/ 26 h 36"/>
                  <a:gd name="T4" fmla="*/ 18 w 34"/>
                  <a:gd name="T5" fmla="*/ 29 h 36"/>
                  <a:gd name="T6" fmla="*/ 13 w 34"/>
                  <a:gd name="T7" fmla="*/ 30 h 36"/>
                  <a:gd name="T8" fmla="*/ 9 w 34"/>
                  <a:gd name="T9" fmla="*/ 29 h 36"/>
                  <a:gd name="T10" fmla="*/ 7 w 34"/>
                  <a:gd name="T11" fmla="*/ 25 h 36"/>
                  <a:gd name="T12" fmla="*/ 7 w 34"/>
                  <a:gd name="T13" fmla="*/ 24 h 36"/>
                  <a:gd name="T14" fmla="*/ 8 w 34"/>
                  <a:gd name="T15" fmla="*/ 19 h 36"/>
                  <a:gd name="T16" fmla="*/ 12 w 34"/>
                  <a:gd name="T17" fmla="*/ 0 h 36"/>
                  <a:gd name="T18" fmla="*/ 5 w 34"/>
                  <a:gd name="T19" fmla="*/ 0 h 36"/>
                  <a:gd name="T20" fmla="*/ 1 w 34"/>
                  <a:gd name="T21" fmla="*/ 19 h 36"/>
                  <a:gd name="T22" fmla="*/ 0 w 34"/>
                  <a:gd name="T23" fmla="*/ 23 h 36"/>
                  <a:gd name="T24" fmla="*/ 0 w 34"/>
                  <a:gd name="T25" fmla="*/ 25 h 36"/>
                  <a:gd name="T26" fmla="*/ 3 w 34"/>
                  <a:gd name="T27" fmla="*/ 33 h 36"/>
                  <a:gd name="T28" fmla="*/ 13 w 34"/>
                  <a:gd name="T29" fmla="*/ 36 h 36"/>
                  <a:gd name="T30" fmla="*/ 22 w 34"/>
                  <a:gd name="T31" fmla="*/ 34 h 36"/>
                  <a:gd name="T32" fmla="*/ 27 w 34"/>
                  <a:gd name="T33" fmla="*/ 29 h 36"/>
                  <a:gd name="T34" fmla="*/ 30 w 34"/>
                  <a:gd name="T35" fmla="*/ 20 h 36"/>
                  <a:gd name="T36" fmla="*/ 34 w 34"/>
                  <a:gd name="T37" fmla="*/ 0 h 36"/>
                  <a:gd name="T38" fmla="*/ 26 w 34"/>
                  <a:gd name="T39" fmla="*/ 0 h 36"/>
                  <a:gd name="T40" fmla="*/ 22 w 34"/>
                  <a:gd name="T41" fmla="*/ 2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4" h="36">
                    <a:moveTo>
                      <a:pt x="22" y="20"/>
                    </a:moveTo>
                    <a:cubicBezTo>
                      <a:pt x="22" y="23"/>
                      <a:pt x="21" y="25"/>
                      <a:pt x="20" y="26"/>
                    </a:cubicBezTo>
                    <a:cubicBezTo>
                      <a:pt x="20" y="28"/>
                      <a:pt x="19" y="29"/>
                      <a:pt x="18" y="29"/>
                    </a:cubicBezTo>
                    <a:cubicBezTo>
                      <a:pt x="17" y="30"/>
                      <a:pt x="15" y="30"/>
                      <a:pt x="13" y="30"/>
                    </a:cubicBezTo>
                    <a:cubicBezTo>
                      <a:pt x="11" y="30"/>
                      <a:pt x="10" y="30"/>
                      <a:pt x="9" y="29"/>
                    </a:cubicBezTo>
                    <a:cubicBezTo>
                      <a:pt x="8" y="28"/>
                      <a:pt x="7" y="27"/>
                      <a:pt x="7" y="25"/>
                    </a:cubicBezTo>
                    <a:cubicBezTo>
                      <a:pt x="7" y="25"/>
                      <a:pt x="7" y="25"/>
                      <a:pt x="7" y="24"/>
                    </a:cubicBezTo>
                    <a:cubicBezTo>
                      <a:pt x="8" y="19"/>
                      <a:pt x="8" y="19"/>
                      <a:pt x="8" y="19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1" y="19"/>
                      <a:pt x="1" y="19"/>
                      <a:pt x="1" y="19"/>
                    </a:cubicBezTo>
                    <a:cubicBezTo>
                      <a:pt x="1" y="21"/>
                      <a:pt x="0" y="23"/>
                      <a:pt x="0" y="23"/>
                    </a:cubicBezTo>
                    <a:cubicBezTo>
                      <a:pt x="0" y="24"/>
                      <a:pt x="0" y="25"/>
                      <a:pt x="0" y="25"/>
                    </a:cubicBezTo>
                    <a:cubicBezTo>
                      <a:pt x="0" y="29"/>
                      <a:pt x="1" y="31"/>
                      <a:pt x="3" y="33"/>
                    </a:cubicBezTo>
                    <a:cubicBezTo>
                      <a:pt x="6" y="35"/>
                      <a:pt x="9" y="36"/>
                      <a:pt x="13" y="36"/>
                    </a:cubicBezTo>
                    <a:cubicBezTo>
                      <a:pt x="16" y="36"/>
                      <a:pt x="19" y="36"/>
                      <a:pt x="22" y="34"/>
                    </a:cubicBezTo>
                    <a:cubicBezTo>
                      <a:pt x="24" y="33"/>
                      <a:pt x="25" y="31"/>
                      <a:pt x="27" y="29"/>
                    </a:cubicBezTo>
                    <a:cubicBezTo>
                      <a:pt x="28" y="27"/>
                      <a:pt x="29" y="24"/>
                      <a:pt x="30" y="20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26" y="0"/>
                      <a:pt x="26" y="0"/>
                      <a:pt x="26" y="0"/>
                    </a:cubicBezTo>
                    <a:lnTo>
                      <a:pt x="22" y="2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0" name="îṣḻîḑê"/>
              <p:cNvSpPr/>
              <p:nvPr/>
            </p:nvSpPr>
            <p:spPr bwMode="auto">
              <a:xfrm>
                <a:off x="7248526" y="3521075"/>
                <a:ext cx="114300" cy="119063"/>
              </a:xfrm>
              <a:custGeom>
                <a:avLst/>
                <a:gdLst>
                  <a:gd name="T0" fmla="*/ 58 w 72"/>
                  <a:gd name="T1" fmla="*/ 0 h 75"/>
                  <a:gd name="T2" fmla="*/ 52 w 72"/>
                  <a:gd name="T3" fmla="*/ 29 h 75"/>
                  <a:gd name="T4" fmla="*/ 22 w 72"/>
                  <a:gd name="T5" fmla="*/ 29 h 75"/>
                  <a:gd name="T6" fmla="*/ 29 w 72"/>
                  <a:gd name="T7" fmla="*/ 0 h 75"/>
                  <a:gd name="T8" fmla="*/ 14 w 72"/>
                  <a:gd name="T9" fmla="*/ 0 h 75"/>
                  <a:gd name="T10" fmla="*/ 0 w 72"/>
                  <a:gd name="T11" fmla="*/ 75 h 75"/>
                  <a:gd name="T12" fmla="*/ 14 w 72"/>
                  <a:gd name="T13" fmla="*/ 75 h 75"/>
                  <a:gd name="T14" fmla="*/ 20 w 72"/>
                  <a:gd name="T15" fmla="*/ 42 h 75"/>
                  <a:gd name="T16" fmla="*/ 50 w 72"/>
                  <a:gd name="T17" fmla="*/ 42 h 75"/>
                  <a:gd name="T18" fmla="*/ 43 w 72"/>
                  <a:gd name="T19" fmla="*/ 75 h 75"/>
                  <a:gd name="T20" fmla="*/ 58 w 72"/>
                  <a:gd name="T21" fmla="*/ 75 h 75"/>
                  <a:gd name="T22" fmla="*/ 72 w 72"/>
                  <a:gd name="T23" fmla="*/ 0 h 75"/>
                  <a:gd name="T24" fmla="*/ 58 w 72"/>
                  <a:gd name="T25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2" h="75">
                    <a:moveTo>
                      <a:pt x="58" y="0"/>
                    </a:moveTo>
                    <a:lnTo>
                      <a:pt x="52" y="29"/>
                    </a:lnTo>
                    <a:lnTo>
                      <a:pt x="22" y="29"/>
                    </a:lnTo>
                    <a:lnTo>
                      <a:pt x="29" y="0"/>
                    </a:lnTo>
                    <a:lnTo>
                      <a:pt x="14" y="0"/>
                    </a:lnTo>
                    <a:lnTo>
                      <a:pt x="0" y="75"/>
                    </a:lnTo>
                    <a:lnTo>
                      <a:pt x="14" y="75"/>
                    </a:lnTo>
                    <a:lnTo>
                      <a:pt x="20" y="42"/>
                    </a:lnTo>
                    <a:lnTo>
                      <a:pt x="50" y="42"/>
                    </a:lnTo>
                    <a:lnTo>
                      <a:pt x="43" y="75"/>
                    </a:lnTo>
                    <a:lnTo>
                      <a:pt x="58" y="75"/>
                    </a:lnTo>
                    <a:lnTo>
                      <a:pt x="72" y="0"/>
                    </a:lnTo>
                    <a:lnTo>
                      <a:pt x="5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1" name="ïṥlíḑê"/>
              <p:cNvSpPr/>
              <p:nvPr/>
            </p:nvSpPr>
            <p:spPr bwMode="auto">
              <a:xfrm>
                <a:off x="7356476" y="3521075"/>
                <a:ext cx="112713" cy="119063"/>
              </a:xfrm>
              <a:custGeom>
                <a:avLst/>
                <a:gdLst>
                  <a:gd name="T0" fmla="*/ 42 w 71"/>
                  <a:gd name="T1" fmla="*/ 0 h 75"/>
                  <a:gd name="T2" fmla="*/ 0 w 71"/>
                  <a:gd name="T3" fmla="*/ 75 h 75"/>
                  <a:gd name="T4" fmla="*/ 15 w 71"/>
                  <a:gd name="T5" fmla="*/ 75 h 75"/>
                  <a:gd name="T6" fmla="*/ 23 w 71"/>
                  <a:gd name="T7" fmla="*/ 59 h 75"/>
                  <a:gd name="T8" fmla="*/ 54 w 71"/>
                  <a:gd name="T9" fmla="*/ 59 h 75"/>
                  <a:gd name="T10" fmla="*/ 56 w 71"/>
                  <a:gd name="T11" fmla="*/ 75 h 75"/>
                  <a:gd name="T12" fmla="*/ 71 w 71"/>
                  <a:gd name="T13" fmla="*/ 75 h 75"/>
                  <a:gd name="T14" fmla="*/ 58 w 71"/>
                  <a:gd name="T15" fmla="*/ 0 h 75"/>
                  <a:gd name="T16" fmla="*/ 42 w 71"/>
                  <a:gd name="T17" fmla="*/ 0 h 75"/>
                  <a:gd name="T18" fmla="*/ 29 w 71"/>
                  <a:gd name="T19" fmla="*/ 46 h 75"/>
                  <a:gd name="T20" fmla="*/ 48 w 71"/>
                  <a:gd name="T21" fmla="*/ 17 h 75"/>
                  <a:gd name="T22" fmla="*/ 52 w 71"/>
                  <a:gd name="T23" fmla="*/ 46 h 75"/>
                  <a:gd name="T24" fmla="*/ 29 w 71"/>
                  <a:gd name="T25" fmla="*/ 46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1" h="75">
                    <a:moveTo>
                      <a:pt x="42" y="0"/>
                    </a:moveTo>
                    <a:lnTo>
                      <a:pt x="0" y="75"/>
                    </a:lnTo>
                    <a:lnTo>
                      <a:pt x="15" y="75"/>
                    </a:lnTo>
                    <a:lnTo>
                      <a:pt x="23" y="59"/>
                    </a:lnTo>
                    <a:lnTo>
                      <a:pt x="54" y="59"/>
                    </a:lnTo>
                    <a:lnTo>
                      <a:pt x="56" y="75"/>
                    </a:lnTo>
                    <a:lnTo>
                      <a:pt x="71" y="75"/>
                    </a:lnTo>
                    <a:lnTo>
                      <a:pt x="58" y="0"/>
                    </a:lnTo>
                    <a:lnTo>
                      <a:pt x="42" y="0"/>
                    </a:lnTo>
                    <a:close/>
                    <a:moveTo>
                      <a:pt x="29" y="46"/>
                    </a:moveTo>
                    <a:lnTo>
                      <a:pt x="48" y="17"/>
                    </a:lnTo>
                    <a:lnTo>
                      <a:pt x="52" y="46"/>
                    </a:lnTo>
                    <a:lnTo>
                      <a:pt x="29" y="4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2" name="îş1íḋe"/>
              <p:cNvSpPr/>
              <p:nvPr/>
            </p:nvSpPr>
            <p:spPr bwMode="auto">
              <a:xfrm>
                <a:off x="7481888" y="3521075"/>
                <a:ext cx="119063" cy="119063"/>
              </a:xfrm>
              <a:custGeom>
                <a:avLst/>
                <a:gdLst>
                  <a:gd name="T0" fmla="*/ 50 w 75"/>
                  <a:gd name="T1" fmla="*/ 50 h 75"/>
                  <a:gd name="T2" fmla="*/ 31 w 75"/>
                  <a:gd name="T3" fmla="*/ 0 h 75"/>
                  <a:gd name="T4" fmla="*/ 17 w 75"/>
                  <a:gd name="T5" fmla="*/ 0 h 75"/>
                  <a:gd name="T6" fmla="*/ 0 w 75"/>
                  <a:gd name="T7" fmla="*/ 75 h 75"/>
                  <a:gd name="T8" fmla="*/ 15 w 75"/>
                  <a:gd name="T9" fmla="*/ 75 h 75"/>
                  <a:gd name="T10" fmla="*/ 25 w 75"/>
                  <a:gd name="T11" fmla="*/ 25 h 75"/>
                  <a:gd name="T12" fmla="*/ 46 w 75"/>
                  <a:gd name="T13" fmla="*/ 75 h 75"/>
                  <a:gd name="T14" fmla="*/ 58 w 75"/>
                  <a:gd name="T15" fmla="*/ 75 h 75"/>
                  <a:gd name="T16" fmla="*/ 75 w 75"/>
                  <a:gd name="T17" fmla="*/ 0 h 75"/>
                  <a:gd name="T18" fmla="*/ 61 w 75"/>
                  <a:gd name="T19" fmla="*/ 0 h 75"/>
                  <a:gd name="T20" fmla="*/ 50 w 75"/>
                  <a:gd name="T21" fmla="*/ 5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5">
                    <a:moveTo>
                      <a:pt x="50" y="50"/>
                    </a:moveTo>
                    <a:lnTo>
                      <a:pt x="31" y="0"/>
                    </a:lnTo>
                    <a:lnTo>
                      <a:pt x="17" y="0"/>
                    </a:lnTo>
                    <a:lnTo>
                      <a:pt x="0" y="75"/>
                    </a:lnTo>
                    <a:lnTo>
                      <a:pt x="15" y="75"/>
                    </a:lnTo>
                    <a:lnTo>
                      <a:pt x="25" y="25"/>
                    </a:lnTo>
                    <a:lnTo>
                      <a:pt x="46" y="75"/>
                    </a:lnTo>
                    <a:lnTo>
                      <a:pt x="58" y="75"/>
                    </a:lnTo>
                    <a:lnTo>
                      <a:pt x="75" y="0"/>
                    </a:lnTo>
                    <a:lnTo>
                      <a:pt x="61" y="0"/>
                    </a:lnTo>
                    <a:lnTo>
                      <a:pt x="50" y="5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3" name="îş1ïḋe"/>
              <p:cNvSpPr/>
              <p:nvPr/>
            </p:nvSpPr>
            <p:spPr bwMode="auto">
              <a:xfrm>
                <a:off x="7653338" y="3521075"/>
                <a:ext cx="112713" cy="119063"/>
              </a:xfrm>
              <a:custGeom>
                <a:avLst/>
                <a:gdLst>
                  <a:gd name="T0" fmla="*/ 22 w 34"/>
                  <a:gd name="T1" fmla="*/ 20 h 36"/>
                  <a:gd name="T2" fmla="*/ 20 w 34"/>
                  <a:gd name="T3" fmla="*/ 26 h 36"/>
                  <a:gd name="T4" fmla="*/ 18 w 34"/>
                  <a:gd name="T5" fmla="*/ 29 h 36"/>
                  <a:gd name="T6" fmla="*/ 13 w 34"/>
                  <a:gd name="T7" fmla="*/ 30 h 36"/>
                  <a:gd name="T8" fmla="*/ 9 w 34"/>
                  <a:gd name="T9" fmla="*/ 29 h 36"/>
                  <a:gd name="T10" fmla="*/ 7 w 34"/>
                  <a:gd name="T11" fmla="*/ 25 h 36"/>
                  <a:gd name="T12" fmla="*/ 7 w 34"/>
                  <a:gd name="T13" fmla="*/ 24 h 36"/>
                  <a:gd name="T14" fmla="*/ 8 w 34"/>
                  <a:gd name="T15" fmla="*/ 19 h 36"/>
                  <a:gd name="T16" fmla="*/ 12 w 34"/>
                  <a:gd name="T17" fmla="*/ 0 h 36"/>
                  <a:gd name="T18" fmla="*/ 5 w 34"/>
                  <a:gd name="T19" fmla="*/ 0 h 36"/>
                  <a:gd name="T20" fmla="*/ 1 w 34"/>
                  <a:gd name="T21" fmla="*/ 19 h 36"/>
                  <a:gd name="T22" fmla="*/ 0 w 34"/>
                  <a:gd name="T23" fmla="*/ 23 h 36"/>
                  <a:gd name="T24" fmla="*/ 0 w 34"/>
                  <a:gd name="T25" fmla="*/ 25 h 36"/>
                  <a:gd name="T26" fmla="*/ 3 w 34"/>
                  <a:gd name="T27" fmla="*/ 33 h 36"/>
                  <a:gd name="T28" fmla="*/ 13 w 34"/>
                  <a:gd name="T29" fmla="*/ 36 h 36"/>
                  <a:gd name="T30" fmla="*/ 22 w 34"/>
                  <a:gd name="T31" fmla="*/ 34 h 36"/>
                  <a:gd name="T32" fmla="*/ 27 w 34"/>
                  <a:gd name="T33" fmla="*/ 29 h 36"/>
                  <a:gd name="T34" fmla="*/ 30 w 34"/>
                  <a:gd name="T35" fmla="*/ 20 h 36"/>
                  <a:gd name="T36" fmla="*/ 34 w 34"/>
                  <a:gd name="T37" fmla="*/ 0 h 36"/>
                  <a:gd name="T38" fmla="*/ 26 w 34"/>
                  <a:gd name="T39" fmla="*/ 0 h 36"/>
                  <a:gd name="T40" fmla="*/ 22 w 34"/>
                  <a:gd name="T41" fmla="*/ 2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4" h="36">
                    <a:moveTo>
                      <a:pt x="22" y="20"/>
                    </a:moveTo>
                    <a:cubicBezTo>
                      <a:pt x="22" y="23"/>
                      <a:pt x="21" y="25"/>
                      <a:pt x="20" y="26"/>
                    </a:cubicBezTo>
                    <a:cubicBezTo>
                      <a:pt x="20" y="28"/>
                      <a:pt x="19" y="29"/>
                      <a:pt x="18" y="29"/>
                    </a:cubicBezTo>
                    <a:cubicBezTo>
                      <a:pt x="17" y="30"/>
                      <a:pt x="15" y="30"/>
                      <a:pt x="13" y="30"/>
                    </a:cubicBezTo>
                    <a:cubicBezTo>
                      <a:pt x="11" y="30"/>
                      <a:pt x="10" y="30"/>
                      <a:pt x="9" y="29"/>
                    </a:cubicBezTo>
                    <a:cubicBezTo>
                      <a:pt x="8" y="28"/>
                      <a:pt x="7" y="27"/>
                      <a:pt x="7" y="25"/>
                    </a:cubicBezTo>
                    <a:cubicBezTo>
                      <a:pt x="7" y="25"/>
                      <a:pt x="7" y="25"/>
                      <a:pt x="7" y="24"/>
                    </a:cubicBezTo>
                    <a:cubicBezTo>
                      <a:pt x="8" y="19"/>
                      <a:pt x="8" y="19"/>
                      <a:pt x="8" y="19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1" y="19"/>
                      <a:pt x="1" y="19"/>
                      <a:pt x="1" y="19"/>
                    </a:cubicBezTo>
                    <a:cubicBezTo>
                      <a:pt x="1" y="21"/>
                      <a:pt x="0" y="23"/>
                      <a:pt x="0" y="23"/>
                    </a:cubicBezTo>
                    <a:cubicBezTo>
                      <a:pt x="0" y="24"/>
                      <a:pt x="0" y="25"/>
                      <a:pt x="0" y="25"/>
                    </a:cubicBezTo>
                    <a:cubicBezTo>
                      <a:pt x="0" y="29"/>
                      <a:pt x="1" y="31"/>
                      <a:pt x="3" y="33"/>
                    </a:cubicBezTo>
                    <a:cubicBezTo>
                      <a:pt x="6" y="35"/>
                      <a:pt x="9" y="36"/>
                      <a:pt x="13" y="36"/>
                    </a:cubicBezTo>
                    <a:cubicBezTo>
                      <a:pt x="16" y="36"/>
                      <a:pt x="19" y="36"/>
                      <a:pt x="22" y="34"/>
                    </a:cubicBezTo>
                    <a:cubicBezTo>
                      <a:pt x="24" y="33"/>
                      <a:pt x="25" y="31"/>
                      <a:pt x="27" y="29"/>
                    </a:cubicBezTo>
                    <a:cubicBezTo>
                      <a:pt x="28" y="27"/>
                      <a:pt x="29" y="24"/>
                      <a:pt x="30" y="20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26" y="0"/>
                      <a:pt x="26" y="0"/>
                      <a:pt x="26" y="0"/>
                    </a:cubicBezTo>
                    <a:lnTo>
                      <a:pt x="22" y="2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4" name="íšlídè"/>
              <p:cNvSpPr/>
              <p:nvPr/>
            </p:nvSpPr>
            <p:spPr bwMode="auto">
              <a:xfrm>
                <a:off x="7766051" y="3521075"/>
                <a:ext cx="115888" cy="119063"/>
              </a:xfrm>
              <a:custGeom>
                <a:avLst/>
                <a:gdLst>
                  <a:gd name="T0" fmla="*/ 58 w 73"/>
                  <a:gd name="T1" fmla="*/ 0 h 75"/>
                  <a:gd name="T2" fmla="*/ 50 w 73"/>
                  <a:gd name="T3" fmla="*/ 50 h 75"/>
                  <a:gd name="T4" fmla="*/ 29 w 73"/>
                  <a:gd name="T5" fmla="*/ 0 h 75"/>
                  <a:gd name="T6" fmla="*/ 15 w 73"/>
                  <a:gd name="T7" fmla="*/ 0 h 75"/>
                  <a:gd name="T8" fmla="*/ 0 w 73"/>
                  <a:gd name="T9" fmla="*/ 75 h 75"/>
                  <a:gd name="T10" fmla="*/ 13 w 73"/>
                  <a:gd name="T11" fmla="*/ 75 h 75"/>
                  <a:gd name="T12" fmla="*/ 23 w 73"/>
                  <a:gd name="T13" fmla="*/ 25 h 75"/>
                  <a:gd name="T14" fmla="*/ 44 w 73"/>
                  <a:gd name="T15" fmla="*/ 75 h 75"/>
                  <a:gd name="T16" fmla="*/ 58 w 73"/>
                  <a:gd name="T17" fmla="*/ 75 h 75"/>
                  <a:gd name="T18" fmla="*/ 73 w 73"/>
                  <a:gd name="T19" fmla="*/ 0 h 75"/>
                  <a:gd name="T20" fmla="*/ 58 w 73"/>
                  <a:gd name="T21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3" h="75">
                    <a:moveTo>
                      <a:pt x="58" y="0"/>
                    </a:moveTo>
                    <a:lnTo>
                      <a:pt x="50" y="50"/>
                    </a:lnTo>
                    <a:lnTo>
                      <a:pt x="29" y="0"/>
                    </a:lnTo>
                    <a:lnTo>
                      <a:pt x="15" y="0"/>
                    </a:lnTo>
                    <a:lnTo>
                      <a:pt x="0" y="75"/>
                    </a:lnTo>
                    <a:lnTo>
                      <a:pt x="13" y="75"/>
                    </a:lnTo>
                    <a:lnTo>
                      <a:pt x="23" y="25"/>
                    </a:lnTo>
                    <a:lnTo>
                      <a:pt x="44" y="75"/>
                    </a:lnTo>
                    <a:lnTo>
                      <a:pt x="58" y="75"/>
                    </a:lnTo>
                    <a:lnTo>
                      <a:pt x="73" y="0"/>
                    </a:lnTo>
                    <a:lnTo>
                      <a:pt x="5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5" name="îṣḻîďe"/>
              <p:cNvSpPr/>
              <p:nvPr/>
            </p:nvSpPr>
            <p:spPr bwMode="auto">
              <a:xfrm>
                <a:off x="7881938" y="3521075"/>
                <a:ext cx="49213" cy="119063"/>
              </a:xfrm>
              <a:custGeom>
                <a:avLst/>
                <a:gdLst>
                  <a:gd name="T0" fmla="*/ 0 w 31"/>
                  <a:gd name="T1" fmla="*/ 75 h 75"/>
                  <a:gd name="T2" fmla="*/ 14 w 31"/>
                  <a:gd name="T3" fmla="*/ 75 h 75"/>
                  <a:gd name="T4" fmla="*/ 31 w 31"/>
                  <a:gd name="T5" fmla="*/ 0 h 75"/>
                  <a:gd name="T6" fmla="*/ 14 w 31"/>
                  <a:gd name="T7" fmla="*/ 0 h 75"/>
                  <a:gd name="T8" fmla="*/ 0 w 31"/>
                  <a:gd name="T9" fmla="*/ 75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75">
                    <a:moveTo>
                      <a:pt x="0" y="75"/>
                    </a:moveTo>
                    <a:lnTo>
                      <a:pt x="14" y="75"/>
                    </a:lnTo>
                    <a:lnTo>
                      <a:pt x="31" y="0"/>
                    </a:lnTo>
                    <a:lnTo>
                      <a:pt x="14" y="0"/>
                    </a:lnTo>
                    <a:lnTo>
                      <a:pt x="0" y="7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6" name="íŝḻiḋè"/>
              <p:cNvSpPr/>
              <p:nvPr/>
            </p:nvSpPr>
            <p:spPr bwMode="auto">
              <a:xfrm>
                <a:off x="7940676" y="3521075"/>
                <a:ext cx="109538" cy="119063"/>
              </a:xfrm>
              <a:custGeom>
                <a:avLst/>
                <a:gdLst>
                  <a:gd name="T0" fmla="*/ 54 w 69"/>
                  <a:gd name="T1" fmla="*/ 0 h 75"/>
                  <a:gd name="T2" fmla="*/ 23 w 69"/>
                  <a:gd name="T3" fmla="*/ 57 h 75"/>
                  <a:gd name="T4" fmla="*/ 15 w 69"/>
                  <a:gd name="T5" fmla="*/ 0 h 75"/>
                  <a:gd name="T6" fmla="*/ 0 w 69"/>
                  <a:gd name="T7" fmla="*/ 0 h 75"/>
                  <a:gd name="T8" fmla="*/ 13 w 69"/>
                  <a:gd name="T9" fmla="*/ 75 h 75"/>
                  <a:gd name="T10" fmla="*/ 29 w 69"/>
                  <a:gd name="T11" fmla="*/ 75 h 75"/>
                  <a:gd name="T12" fmla="*/ 69 w 69"/>
                  <a:gd name="T13" fmla="*/ 0 h 75"/>
                  <a:gd name="T14" fmla="*/ 54 w 69"/>
                  <a:gd name="T15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5">
                    <a:moveTo>
                      <a:pt x="54" y="0"/>
                    </a:moveTo>
                    <a:lnTo>
                      <a:pt x="23" y="57"/>
                    </a:lnTo>
                    <a:lnTo>
                      <a:pt x="15" y="0"/>
                    </a:lnTo>
                    <a:lnTo>
                      <a:pt x="0" y="0"/>
                    </a:lnTo>
                    <a:lnTo>
                      <a:pt x="13" y="75"/>
                    </a:lnTo>
                    <a:lnTo>
                      <a:pt x="29" y="75"/>
                    </a:lnTo>
                    <a:lnTo>
                      <a:pt x="69" y="0"/>
                    </a:lnTo>
                    <a:lnTo>
                      <a:pt x="5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7" name="î$ḷíďé"/>
              <p:cNvSpPr/>
              <p:nvPr/>
            </p:nvSpPr>
            <p:spPr bwMode="auto">
              <a:xfrm>
                <a:off x="8037513" y="3521075"/>
                <a:ext cx="111125" cy="119063"/>
              </a:xfrm>
              <a:custGeom>
                <a:avLst/>
                <a:gdLst>
                  <a:gd name="T0" fmla="*/ 68 w 70"/>
                  <a:gd name="T1" fmla="*/ 12 h 75"/>
                  <a:gd name="T2" fmla="*/ 70 w 70"/>
                  <a:gd name="T3" fmla="*/ 0 h 75"/>
                  <a:gd name="T4" fmla="*/ 16 w 70"/>
                  <a:gd name="T5" fmla="*/ 0 h 75"/>
                  <a:gd name="T6" fmla="*/ 0 w 70"/>
                  <a:gd name="T7" fmla="*/ 75 h 75"/>
                  <a:gd name="T8" fmla="*/ 58 w 70"/>
                  <a:gd name="T9" fmla="*/ 75 h 75"/>
                  <a:gd name="T10" fmla="*/ 60 w 70"/>
                  <a:gd name="T11" fmla="*/ 63 h 75"/>
                  <a:gd name="T12" fmla="*/ 16 w 70"/>
                  <a:gd name="T13" fmla="*/ 63 h 75"/>
                  <a:gd name="T14" fmla="*/ 22 w 70"/>
                  <a:gd name="T15" fmla="*/ 42 h 75"/>
                  <a:gd name="T16" fmla="*/ 60 w 70"/>
                  <a:gd name="T17" fmla="*/ 42 h 75"/>
                  <a:gd name="T18" fmla="*/ 62 w 70"/>
                  <a:gd name="T19" fmla="*/ 29 h 75"/>
                  <a:gd name="T20" fmla="*/ 24 w 70"/>
                  <a:gd name="T21" fmla="*/ 29 h 75"/>
                  <a:gd name="T22" fmla="*/ 29 w 70"/>
                  <a:gd name="T23" fmla="*/ 12 h 75"/>
                  <a:gd name="T24" fmla="*/ 68 w 70"/>
                  <a:gd name="T25" fmla="*/ 12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0" h="75">
                    <a:moveTo>
                      <a:pt x="68" y="12"/>
                    </a:moveTo>
                    <a:lnTo>
                      <a:pt x="70" y="0"/>
                    </a:lnTo>
                    <a:lnTo>
                      <a:pt x="16" y="0"/>
                    </a:lnTo>
                    <a:lnTo>
                      <a:pt x="0" y="75"/>
                    </a:lnTo>
                    <a:lnTo>
                      <a:pt x="58" y="75"/>
                    </a:lnTo>
                    <a:lnTo>
                      <a:pt x="60" y="63"/>
                    </a:lnTo>
                    <a:lnTo>
                      <a:pt x="16" y="63"/>
                    </a:lnTo>
                    <a:lnTo>
                      <a:pt x="22" y="42"/>
                    </a:lnTo>
                    <a:lnTo>
                      <a:pt x="60" y="42"/>
                    </a:lnTo>
                    <a:lnTo>
                      <a:pt x="62" y="29"/>
                    </a:lnTo>
                    <a:lnTo>
                      <a:pt x="24" y="29"/>
                    </a:lnTo>
                    <a:lnTo>
                      <a:pt x="29" y="12"/>
                    </a:lnTo>
                    <a:lnTo>
                      <a:pt x="68" y="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8" name="îṡlîďe"/>
              <p:cNvSpPr/>
              <p:nvPr/>
            </p:nvSpPr>
            <p:spPr bwMode="auto">
              <a:xfrm>
                <a:off x="8145463" y="3521075"/>
                <a:ext cx="115888" cy="119063"/>
              </a:xfrm>
              <a:custGeom>
                <a:avLst/>
                <a:gdLst>
                  <a:gd name="T0" fmla="*/ 30 w 35"/>
                  <a:gd name="T1" fmla="*/ 1 h 36"/>
                  <a:gd name="T2" fmla="*/ 24 w 35"/>
                  <a:gd name="T3" fmla="*/ 0 h 36"/>
                  <a:gd name="T4" fmla="*/ 8 w 35"/>
                  <a:gd name="T5" fmla="*/ 0 h 36"/>
                  <a:gd name="T6" fmla="*/ 0 w 35"/>
                  <a:gd name="T7" fmla="*/ 36 h 36"/>
                  <a:gd name="T8" fmla="*/ 8 w 35"/>
                  <a:gd name="T9" fmla="*/ 36 h 36"/>
                  <a:gd name="T10" fmla="*/ 11 w 35"/>
                  <a:gd name="T11" fmla="*/ 21 h 36"/>
                  <a:gd name="T12" fmla="*/ 14 w 35"/>
                  <a:gd name="T13" fmla="*/ 21 h 36"/>
                  <a:gd name="T14" fmla="*/ 17 w 35"/>
                  <a:gd name="T15" fmla="*/ 22 h 36"/>
                  <a:gd name="T16" fmla="*/ 21 w 35"/>
                  <a:gd name="T17" fmla="*/ 26 h 36"/>
                  <a:gd name="T18" fmla="*/ 24 w 35"/>
                  <a:gd name="T19" fmla="*/ 36 h 36"/>
                  <a:gd name="T20" fmla="*/ 32 w 35"/>
                  <a:gd name="T21" fmla="*/ 36 h 36"/>
                  <a:gd name="T22" fmla="*/ 27 w 35"/>
                  <a:gd name="T23" fmla="*/ 24 h 36"/>
                  <a:gd name="T24" fmla="*/ 24 w 35"/>
                  <a:gd name="T25" fmla="*/ 21 h 36"/>
                  <a:gd name="T26" fmla="*/ 32 w 35"/>
                  <a:gd name="T27" fmla="*/ 17 h 36"/>
                  <a:gd name="T28" fmla="*/ 35 w 35"/>
                  <a:gd name="T29" fmla="*/ 9 h 36"/>
                  <a:gd name="T30" fmla="*/ 34 w 35"/>
                  <a:gd name="T31" fmla="*/ 4 h 36"/>
                  <a:gd name="T32" fmla="*/ 30 w 35"/>
                  <a:gd name="T33" fmla="*/ 1 h 36"/>
                  <a:gd name="T34" fmla="*/ 27 w 35"/>
                  <a:gd name="T35" fmla="*/ 13 h 36"/>
                  <a:gd name="T36" fmla="*/ 24 w 35"/>
                  <a:gd name="T37" fmla="*/ 15 h 36"/>
                  <a:gd name="T38" fmla="*/ 16 w 35"/>
                  <a:gd name="T39" fmla="*/ 16 h 36"/>
                  <a:gd name="T40" fmla="*/ 12 w 35"/>
                  <a:gd name="T41" fmla="*/ 16 h 36"/>
                  <a:gd name="T42" fmla="*/ 14 w 35"/>
                  <a:gd name="T43" fmla="*/ 6 h 36"/>
                  <a:gd name="T44" fmla="*/ 22 w 35"/>
                  <a:gd name="T45" fmla="*/ 6 h 36"/>
                  <a:gd name="T46" fmla="*/ 26 w 35"/>
                  <a:gd name="T47" fmla="*/ 7 h 36"/>
                  <a:gd name="T48" fmla="*/ 28 w 35"/>
                  <a:gd name="T49" fmla="*/ 10 h 36"/>
                  <a:gd name="T50" fmla="*/ 27 w 35"/>
                  <a:gd name="T51" fmla="*/ 1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35" h="36">
                    <a:moveTo>
                      <a:pt x="30" y="1"/>
                    </a:moveTo>
                    <a:cubicBezTo>
                      <a:pt x="28" y="0"/>
                      <a:pt x="26" y="0"/>
                      <a:pt x="24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8" y="36"/>
                      <a:pt x="8" y="36"/>
                      <a:pt x="8" y="36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5" y="21"/>
                      <a:pt x="17" y="21"/>
                      <a:pt x="17" y="22"/>
                    </a:cubicBezTo>
                    <a:cubicBezTo>
                      <a:pt x="18" y="22"/>
                      <a:pt x="20" y="24"/>
                      <a:pt x="21" y="26"/>
                    </a:cubicBezTo>
                    <a:cubicBezTo>
                      <a:pt x="22" y="31"/>
                      <a:pt x="24" y="34"/>
                      <a:pt x="24" y="36"/>
                    </a:cubicBezTo>
                    <a:cubicBezTo>
                      <a:pt x="32" y="36"/>
                      <a:pt x="32" y="36"/>
                      <a:pt x="32" y="36"/>
                    </a:cubicBezTo>
                    <a:cubicBezTo>
                      <a:pt x="30" y="31"/>
                      <a:pt x="28" y="27"/>
                      <a:pt x="27" y="24"/>
                    </a:cubicBezTo>
                    <a:cubicBezTo>
                      <a:pt x="26" y="23"/>
                      <a:pt x="25" y="21"/>
                      <a:pt x="24" y="21"/>
                    </a:cubicBezTo>
                    <a:cubicBezTo>
                      <a:pt x="28" y="20"/>
                      <a:pt x="30" y="19"/>
                      <a:pt x="32" y="17"/>
                    </a:cubicBezTo>
                    <a:cubicBezTo>
                      <a:pt x="34" y="15"/>
                      <a:pt x="35" y="13"/>
                      <a:pt x="35" y="9"/>
                    </a:cubicBezTo>
                    <a:cubicBezTo>
                      <a:pt x="35" y="7"/>
                      <a:pt x="34" y="6"/>
                      <a:pt x="34" y="4"/>
                    </a:cubicBezTo>
                    <a:cubicBezTo>
                      <a:pt x="33" y="3"/>
                      <a:pt x="31" y="2"/>
                      <a:pt x="30" y="1"/>
                    </a:cubicBezTo>
                    <a:close/>
                    <a:moveTo>
                      <a:pt x="27" y="13"/>
                    </a:moveTo>
                    <a:cubicBezTo>
                      <a:pt x="26" y="14"/>
                      <a:pt x="25" y="14"/>
                      <a:pt x="24" y="15"/>
                    </a:cubicBezTo>
                    <a:cubicBezTo>
                      <a:pt x="22" y="15"/>
                      <a:pt x="20" y="16"/>
                      <a:pt x="16" y="16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22" y="6"/>
                      <a:pt x="22" y="6"/>
                      <a:pt x="22" y="6"/>
                    </a:cubicBezTo>
                    <a:cubicBezTo>
                      <a:pt x="24" y="6"/>
                      <a:pt x="25" y="6"/>
                      <a:pt x="26" y="7"/>
                    </a:cubicBezTo>
                    <a:cubicBezTo>
                      <a:pt x="27" y="7"/>
                      <a:pt x="28" y="8"/>
                      <a:pt x="28" y="10"/>
                    </a:cubicBezTo>
                    <a:cubicBezTo>
                      <a:pt x="28" y="11"/>
                      <a:pt x="27" y="12"/>
                      <a:pt x="27" y="1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9" name="ïşľîḍé"/>
              <p:cNvSpPr/>
              <p:nvPr/>
            </p:nvSpPr>
            <p:spPr bwMode="auto">
              <a:xfrm>
                <a:off x="8267701" y="3521075"/>
                <a:ext cx="98425" cy="119063"/>
              </a:xfrm>
              <a:custGeom>
                <a:avLst/>
                <a:gdLst>
                  <a:gd name="T0" fmla="*/ 17 w 30"/>
                  <a:gd name="T1" fmla="*/ 5 h 36"/>
                  <a:gd name="T2" fmla="*/ 22 w 30"/>
                  <a:gd name="T3" fmla="*/ 7 h 36"/>
                  <a:gd name="T4" fmla="*/ 23 w 30"/>
                  <a:gd name="T5" fmla="*/ 11 h 36"/>
                  <a:gd name="T6" fmla="*/ 30 w 30"/>
                  <a:gd name="T7" fmla="*/ 10 h 36"/>
                  <a:gd name="T8" fmla="*/ 27 w 30"/>
                  <a:gd name="T9" fmla="*/ 3 h 36"/>
                  <a:gd name="T10" fmla="*/ 17 w 30"/>
                  <a:gd name="T11" fmla="*/ 0 h 36"/>
                  <a:gd name="T12" fmla="*/ 8 w 30"/>
                  <a:gd name="T13" fmla="*/ 3 h 36"/>
                  <a:gd name="T14" fmla="*/ 4 w 30"/>
                  <a:gd name="T15" fmla="*/ 10 h 36"/>
                  <a:gd name="T16" fmla="*/ 6 w 30"/>
                  <a:gd name="T17" fmla="*/ 14 h 36"/>
                  <a:gd name="T18" fmla="*/ 8 w 30"/>
                  <a:gd name="T19" fmla="*/ 18 h 36"/>
                  <a:gd name="T20" fmla="*/ 15 w 30"/>
                  <a:gd name="T21" fmla="*/ 21 h 36"/>
                  <a:gd name="T22" fmla="*/ 20 w 30"/>
                  <a:gd name="T23" fmla="*/ 23 h 36"/>
                  <a:gd name="T24" fmla="*/ 21 w 30"/>
                  <a:gd name="T25" fmla="*/ 26 h 36"/>
                  <a:gd name="T26" fmla="*/ 19 w 30"/>
                  <a:gd name="T27" fmla="*/ 29 h 36"/>
                  <a:gd name="T28" fmla="*/ 14 w 30"/>
                  <a:gd name="T29" fmla="*/ 30 h 36"/>
                  <a:gd name="T30" fmla="*/ 8 w 30"/>
                  <a:gd name="T31" fmla="*/ 28 h 36"/>
                  <a:gd name="T32" fmla="*/ 7 w 30"/>
                  <a:gd name="T33" fmla="*/ 24 h 36"/>
                  <a:gd name="T34" fmla="*/ 0 w 30"/>
                  <a:gd name="T35" fmla="*/ 24 h 36"/>
                  <a:gd name="T36" fmla="*/ 1 w 30"/>
                  <a:gd name="T37" fmla="*/ 30 h 36"/>
                  <a:gd name="T38" fmla="*/ 6 w 30"/>
                  <a:gd name="T39" fmla="*/ 35 h 36"/>
                  <a:gd name="T40" fmla="*/ 14 w 30"/>
                  <a:gd name="T41" fmla="*/ 36 h 36"/>
                  <a:gd name="T42" fmla="*/ 24 w 30"/>
                  <a:gd name="T43" fmla="*/ 33 h 36"/>
                  <a:gd name="T44" fmla="*/ 28 w 30"/>
                  <a:gd name="T45" fmla="*/ 25 h 36"/>
                  <a:gd name="T46" fmla="*/ 26 w 30"/>
                  <a:gd name="T47" fmla="*/ 19 h 36"/>
                  <a:gd name="T48" fmla="*/ 18 w 30"/>
                  <a:gd name="T49" fmla="*/ 14 h 36"/>
                  <a:gd name="T50" fmla="*/ 13 w 30"/>
                  <a:gd name="T51" fmla="*/ 12 h 36"/>
                  <a:gd name="T52" fmla="*/ 11 w 30"/>
                  <a:gd name="T53" fmla="*/ 9 h 36"/>
                  <a:gd name="T54" fmla="*/ 13 w 30"/>
                  <a:gd name="T55" fmla="*/ 6 h 36"/>
                  <a:gd name="T56" fmla="*/ 17 w 30"/>
                  <a:gd name="T57" fmla="*/ 5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30" h="36">
                    <a:moveTo>
                      <a:pt x="17" y="5"/>
                    </a:moveTo>
                    <a:cubicBezTo>
                      <a:pt x="19" y="5"/>
                      <a:pt x="21" y="6"/>
                      <a:pt x="22" y="7"/>
                    </a:cubicBezTo>
                    <a:cubicBezTo>
                      <a:pt x="23" y="8"/>
                      <a:pt x="23" y="9"/>
                      <a:pt x="23" y="11"/>
                    </a:cubicBezTo>
                    <a:cubicBezTo>
                      <a:pt x="30" y="10"/>
                      <a:pt x="30" y="10"/>
                      <a:pt x="30" y="10"/>
                    </a:cubicBezTo>
                    <a:cubicBezTo>
                      <a:pt x="30" y="7"/>
                      <a:pt x="29" y="4"/>
                      <a:pt x="27" y="3"/>
                    </a:cubicBezTo>
                    <a:cubicBezTo>
                      <a:pt x="24" y="1"/>
                      <a:pt x="21" y="0"/>
                      <a:pt x="17" y="0"/>
                    </a:cubicBezTo>
                    <a:cubicBezTo>
                      <a:pt x="13" y="0"/>
                      <a:pt x="10" y="1"/>
                      <a:pt x="8" y="3"/>
                    </a:cubicBezTo>
                    <a:cubicBezTo>
                      <a:pt x="5" y="5"/>
                      <a:pt x="4" y="7"/>
                      <a:pt x="4" y="10"/>
                    </a:cubicBezTo>
                    <a:cubicBezTo>
                      <a:pt x="4" y="12"/>
                      <a:pt x="5" y="13"/>
                      <a:pt x="6" y="14"/>
                    </a:cubicBezTo>
                    <a:cubicBezTo>
                      <a:pt x="6" y="16"/>
                      <a:pt x="7" y="17"/>
                      <a:pt x="8" y="18"/>
                    </a:cubicBezTo>
                    <a:cubicBezTo>
                      <a:pt x="10" y="18"/>
                      <a:pt x="12" y="19"/>
                      <a:pt x="15" y="21"/>
                    </a:cubicBezTo>
                    <a:cubicBezTo>
                      <a:pt x="17" y="22"/>
                      <a:pt x="19" y="23"/>
                      <a:pt x="20" y="23"/>
                    </a:cubicBezTo>
                    <a:cubicBezTo>
                      <a:pt x="20" y="24"/>
                      <a:pt x="21" y="25"/>
                      <a:pt x="21" y="26"/>
                    </a:cubicBezTo>
                    <a:cubicBezTo>
                      <a:pt x="21" y="27"/>
                      <a:pt x="20" y="28"/>
                      <a:pt x="19" y="29"/>
                    </a:cubicBezTo>
                    <a:cubicBezTo>
                      <a:pt x="18" y="30"/>
                      <a:pt x="16" y="30"/>
                      <a:pt x="14" y="30"/>
                    </a:cubicBezTo>
                    <a:cubicBezTo>
                      <a:pt x="11" y="30"/>
                      <a:pt x="9" y="30"/>
                      <a:pt x="8" y="28"/>
                    </a:cubicBezTo>
                    <a:cubicBezTo>
                      <a:pt x="8" y="28"/>
                      <a:pt x="7" y="26"/>
                      <a:pt x="7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27"/>
                      <a:pt x="0" y="29"/>
                      <a:pt x="1" y="30"/>
                    </a:cubicBezTo>
                    <a:cubicBezTo>
                      <a:pt x="2" y="32"/>
                      <a:pt x="4" y="34"/>
                      <a:pt x="6" y="35"/>
                    </a:cubicBezTo>
                    <a:cubicBezTo>
                      <a:pt x="8" y="36"/>
                      <a:pt x="11" y="36"/>
                      <a:pt x="14" y="36"/>
                    </a:cubicBezTo>
                    <a:cubicBezTo>
                      <a:pt x="18" y="36"/>
                      <a:pt x="22" y="35"/>
                      <a:pt x="24" y="33"/>
                    </a:cubicBezTo>
                    <a:cubicBezTo>
                      <a:pt x="27" y="31"/>
                      <a:pt x="28" y="28"/>
                      <a:pt x="28" y="25"/>
                    </a:cubicBezTo>
                    <a:cubicBezTo>
                      <a:pt x="28" y="22"/>
                      <a:pt x="27" y="20"/>
                      <a:pt x="26" y="19"/>
                    </a:cubicBezTo>
                    <a:cubicBezTo>
                      <a:pt x="25" y="18"/>
                      <a:pt x="22" y="16"/>
                      <a:pt x="18" y="14"/>
                    </a:cubicBezTo>
                    <a:cubicBezTo>
                      <a:pt x="15" y="13"/>
                      <a:pt x="13" y="12"/>
                      <a:pt x="13" y="12"/>
                    </a:cubicBezTo>
                    <a:cubicBezTo>
                      <a:pt x="12" y="11"/>
                      <a:pt x="11" y="10"/>
                      <a:pt x="11" y="9"/>
                    </a:cubicBezTo>
                    <a:cubicBezTo>
                      <a:pt x="11" y="8"/>
                      <a:pt x="12" y="7"/>
                      <a:pt x="13" y="6"/>
                    </a:cubicBezTo>
                    <a:cubicBezTo>
                      <a:pt x="14" y="6"/>
                      <a:pt x="15" y="5"/>
                      <a:pt x="17" y="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0" name="îṩľîďe"/>
              <p:cNvSpPr/>
              <p:nvPr/>
            </p:nvSpPr>
            <p:spPr bwMode="auto">
              <a:xfrm>
                <a:off x="8374063" y="3521075"/>
                <a:ext cx="46038" cy="119063"/>
              </a:xfrm>
              <a:custGeom>
                <a:avLst/>
                <a:gdLst>
                  <a:gd name="T0" fmla="*/ 0 w 29"/>
                  <a:gd name="T1" fmla="*/ 75 h 75"/>
                  <a:gd name="T2" fmla="*/ 14 w 29"/>
                  <a:gd name="T3" fmla="*/ 75 h 75"/>
                  <a:gd name="T4" fmla="*/ 29 w 29"/>
                  <a:gd name="T5" fmla="*/ 0 h 75"/>
                  <a:gd name="T6" fmla="*/ 14 w 29"/>
                  <a:gd name="T7" fmla="*/ 0 h 75"/>
                  <a:gd name="T8" fmla="*/ 0 w 29"/>
                  <a:gd name="T9" fmla="*/ 75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75">
                    <a:moveTo>
                      <a:pt x="0" y="75"/>
                    </a:moveTo>
                    <a:lnTo>
                      <a:pt x="14" y="75"/>
                    </a:lnTo>
                    <a:lnTo>
                      <a:pt x="29" y="0"/>
                    </a:lnTo>
                    <a:lnTo>
                      <a:pt x="14" y="0"/>
                    </a:lnTo>
                    <a:lnTo>
                      <a:pt x="0" y="7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1" name="iS1idè"/>
              <p:cNvSpPr/>
              <p:nvPr/>
            </p:nvSpPr>
            <p:spPr bwMode="auto">
              <a:xfrm>
                <a:off x="8432801" y="3521075"/>
                <a:ext cx="95250" cy="119063"/>
              </a:xfrm>
              <a:custGeom>
                <a:avLst/>
                <a:gdLst>
                  <a:gd name="T0" fmla="*/ 0 w 60"/>
                  <a:gd name="T1" fmla="*/ 12 h 75"/>
                  <a:gd name="T2" fmla="*/ 21 w 60"/>
                  <a:gd name="T3" fmla="*/ 12 h 75"/>
                  <a:gd name="T4" fmla="*/ 8 w 60"/>
                  <a:gd name="T5" fmla="*/ 75 h 75"/>
                  <a:gd name="T6" fmla="*/ 23 w 60"/>
                  <a:gd name="T7" fmla="*/ 75 h 75"/>
                  <a:gd name="T8" fmla="*/ 35 w 60"/>
                  <a:gd name="T9" fmla="*/ 12 h 75"/>
                  <a:gd name="T10" fmla="*/ 58 w 60"/>
                  <a:gd name="T11" fmla="*/ 12 h 75"/>
                  <a:gd name="T12" fmla="*/ 60 w 60"/>
                  <a:gd name="T13" fmla="*/ 0 h 75"/>
                  <a:gd name="T14" fmla="*/ 2 w 60"/>
                  <a:gd name="T15" fmla="*/ 0 h 75"/>
                  <a:gd name="T16" fmla="*/ 0 w 60"/>
                  <a:gd name="T17" fmla="*/ 12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0" h="75">
                    <a:moveTo>
                      <a:pt x="0" y="12"/>
                    </a:moveTo>
                    <a:lnTo>
                      <a:pt x="21" y="12"/>
                    </a:lnTo>
                    <a:lnTo>
                      <a:pt x="8" y="75"/>
                    </a:lnTo>
                    <a:lnTo>
                      <a:pt x="23" y="75"/>
                    </a:lnTo>
                    <a:lnTo>
                      <a:pt x="35" y="12"/>
                    </a:lnTo>
                    <a:lnTo>
                      <a:pt x="58" y="12"/>
                    </a:lnTo>
                    <a:lnTo>
                      <a:pt x="60" y="0"/>
                    </a:lnTo>
                    <a:lnTo>
                      <a:pt x="2" y="0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2" name="iṣḷîḋe"/>
              <p:cNvSpPr/>
              <p:nvPr/>
            </p:nvSpPr>
            <p:spPr bwMode="auto">
              <a:xfrm>
                <a:off x="8531226" y="3521075"/>
                <a:ext cx="109538" cy="119063"/>
              </a:xfrm>
              <a:custGeom>
                <a:avLst/>
                <a:gdLst>
                  <a:gd name="T0" fmla="*/ 25 w 33"/>
                  <a:gd name="T1" fmla="*/ 0 h 36"/>
                  <a:gd name="T2" fmla="*/ 19 w 33"/>
                  <a:gd name="T3" fmla="*/ 7 h 36"/>
                  <a:gd name="T4" fmla="*/ 16 w 33"/>
                  <a:gd name="T5" fmla="*/ 12 h 36"/>
                  <a:gd name="T6" fmla="*/ 14 w 33"/>
                  <a:gd name="T7" fmla="*/ 15 h 36"/>
                  <a:gd name="T8" fmla="*/ 12 w 33"/>
                  <a:gd name="T9" fmla="*/ 10 h 36"/>
                  <a:gd name="T10" fmla="*/ 8 w 33"/>
                  <a:gd name="T11" fmla="*/ 0 h 36"/>
                  <a:gd name="T12" fmla="*/ 0 w 33"/>
                  <a:gd name="T13" fmla="*/ 0 h 36"/>
                  <a:gd name="T14" fmla="*/ 10 w 33"/>
                  <a:gd name="T15" fmla="*/ 22 h 36"/>
                  <a:gd name="T16" fmla="*/ 7 w 33"/>
                  <a:gd name="T17" fmla="*/ 36 h 36"/>
                  <a:gd name="T18" fmla="*/ 14 w 33"/>
                  <a:gd name="T19" fmla="*/ 36 h 36"/>
                  <a:gd name="T20" fmla="*/ 17 w 33"/>
                  <a:gd name="T21" fmla="*/ 23 h 36"/>
                  <a:gd name="T22" fmla="*/ 33 w 33"/>
                  <a:gd name="T23" fmla="*/ 0 h 36"/>
                  <a:gd name="T24" fmla="*/ 25 w 33"/>
                  <a:gd name="T25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3" h="36">
                    <a:moveTo>
                      <a:pt x="25" y="0"/>
                    </a:moveTo>
                    <a:cubicBezTo>
                      <a:pt x="19" y="7"/>
                      <a:pt x="19" y="7"/>
                      <a:pt x="19" y="7"/>
                    </a:cubicBezTo>
                    <a:cubicBezTo>
                      <a:pt x="16" y="12"/>
                      <a:pt x="16" y="12"/>
                      <a:pt x="16" y="12"/>
                    </a:cubicBezTo>
                    <a:cubicBezTo>
                      <a:pt x="15" y="13"/>
                      <a:pt x="15" y="14"/>
                      <a:pt x="14" y="15"/>
                    </a:cubicBezTo>
                    <a:cubicBezTo>
                      <a:pt x="14" y="14"/>
                      <a:pt x="13" y="13"/>
                      <a:pt x="12" y="1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0" y="22"/>
                      <a:pt x="10" y="22"/>
                      <a:pt x="10" y="22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33" y="0"/>
                      <a:pt x="33" y="0"/>
                      <a:pt x="33" y="0"/>
                    </a:cubicBez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3275" y="393486"/>
            <a:ext cx="8970989" cy="663575"/>
          </a:xfrm>
          <a:prstGeom prst="rect">
            <a:avLst/>
          </a:prstGeom>
        </p:spPr>
        <p:txBody>
          <a:bodyPr lIns="0"/>
          <a:lstStyle>
            <a:lvl1pPr>
              <a:defRPr sz="3600" b="1">
                <a:solidFill>
                  <a:schemeClr val="accent2"/>
                </a:solidFill>
                <a:latin typeface="方正小标宋简体" panose="03000509000000000000" pitchFamily="2" charset="-122"/>
                <a:ea typeface="方正小标宋简体" panose="03000509000000000000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245" name="组合 244"/>
          <p:cNvGrpSpPr/>
          <p:nvPr userDrawn="1"/>
        </p:nvGrpSpPr>
        <p:grpSpPr>
          <a:xfrm>
            <a:off x="9895088" y="468793"/>
            <a:ext cx="1480571" cy="458860"/>
            <a:chOff x="2558030" y="228446"/>
            <a:chExt cx="6774643" cy="2099603"/>
          </a:xfrm>
        </p:grpSpPr>
        <p:grpSp>
          <p:nvGrpSpPr>
            <p:cNvPr id="246" name="íšḻîďê"/>
            <p:cNvGrpSpPr/>
            <p:nvPr userDrawn="1"/>
          </p:nvGrpSpPr>
          <p:grpSpPr>
            <a:xfrm>
              <a:off x="2558030" y="228446"/>
              <a:ext cx="2085857" cy="2099603"/>
              <a:chOff x="3551238" y="3067050"/>
              <a:chExt cx="722313" cy="727075"/>
            </a:xfrm>
          </p:grpSpPr>
          <p:sp>
            <p:nvSpPr>
              <p:cNvPr id="276" name="ïş1íḍê"/>
              <p:cNvSpPr/>
              <p:nvPr/>
            </p:nvSpPr>
            <p:spPr bwMode="auto">
              <a:xfrm>
                <a:off x="3575051" y="3087688"/>
                <a:ext cx="673100" cy="679450"/>
              </a:xfrm>
              <a:custGeom>
                <a:avLst/>
                <a:gdLst>
                  <a:gd name="T0" fmla="*/ 102 w 204"/>
                  <a:gd name="T1" fmla="*/ 0 h 204"/>
                  <a:gd name="T2" fmla="*/ 204 w 204"/>
                  <a:gd name="T3" fmla="*/ 102 h 204"/>
                  <a:gd name="T4" fmla="*/ 102 w 204"/>
                  <a:gd name="T5" fmla="*/ 204 h 204"/>
                  <a:gd name="T6" fmla="*/ 0 w 204"/>
                  <a:gd name="T7" fmla="*/ 102 h 204"/>
                  <a:gd name="T8" fmla="*/ 102 w 204"/>
                  <a:gd name="T9" fmla="*/ 0 h 204"/>
                  <a:gd name="T10" fmla="*/ 102 w 204"/>
                  <a:gd name="T11" fmla="*/ 25 h 204"/>
                  <a:gd name="T12" fmla="*/ 24 w 204"/>
                  <a:gd name="T13" fmla="*/ 103 h 204"/>
                  <a:gd name="T14" fmla="*/ 102 w 204"/>
                  <a:gd name="T15" fmla="*/ 181 h 204"/>
                  <a:gd name="T16" fmla="*/ 180 w 204"/>
                  <a:gd name="T17" fmla="*/ 103 h 204"/>
                  <a:gd name="T18" fmla="*/ 102 w 204"/>
                  <a:gd name="T19" fmla="*/ 25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4" h="204">
                    <a:moveTo>
                      <a:pt x="102" y="0"/>
                    </a:moveTo>
                    <a:cubicBezTo>
                      <a:pt x="159" y="0"/>
                      <a:pt x="204" y="46"/>
                      <a:pt x="204" y="102"/>
                    </a:cubicBezTo>
                    <a:cubicBezTo>
                      <a:pt x="204" y="158"/>
                      <a:pt x="159" y="204"/>
                      <a:pt x="102" y="204"/>
                    </a:cubicBezTo>
                    <a:cubicBezTo>
                      <a:pt x="46" y="204"/>
                      <a:pt x="0" y="158"/>
                      <a:pt x="0" y="102"/>
                    </a:cubicBezTo>
                    <a:cubicBezTo>
                      <a:pt x="0" y="46"/>
                      <a:pt x="46" y="0"/>
                      <a:pt x="102" y="0"/>
                    </a:cubicBezTo>
                    <a:close/>
                    <a:moveTo>
                      <a:pt x="102" y="25"/>
                    </a:moveTo>
                    <a:cubicBezTo>
                      <a:pt x="59" y="25"/>
                      <a:pt x="24" y="60"/>
                      <a:pt x="24" y="103"/>
                    </a:cubicBezTo>
                    <a:cubicBezTo>
                      <a:pt x="24" y="146"/>
                      <a:pt x="59" y="181"/>
                      <a:pt x="102" y="181"/>
                    </a:cubicBezTo>
                    <a:cubicBezTo>
                      <a:pt x="145" y="181"/>
                      <a:pt x="180" y="146"/>
                      <a:pt x="180" y="103"/>
                    </a:cubicBezTo>
                    <a:cubicBezTo>
                      <a:pt x="180" y="60"/>
                      <a:pt x="145" y="25"/>
                      <a:pt x="102" y="25"/>
                    </a:cubicBezTo>
                    <a:close/>
                  </a:path>
                </a:pathLst>
              </a:custGeom>
              <a:solidFill>
                <a:srgbClr val="0052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7" name="íšḻïḍè"/>
              <p:cNvSpPr/>
              <p:nvPr/>
            </p:nvSpPr>
            <p:spPr bwMode="auto">
              <a:xfrm>
                <a:off x="3621088" y="3103563"/>
                <a:ext cx="584200" cy="203200"/>
              </a:xfrm>
              <a:custGeom>
                <a:avLst/>
                <a:gdLst>
                  <a:gd name="T0" fmla="*/ 8 w 177"/>
                  <a:gd name="T1" fmla="*/ 53 h 61"/>
                  <a:gd name="T2" fmla="*/ 0 w 177"/>
                  <a:gd name="T3" fmla="*/ 56 h 61"/>
                  <a:gd name="T4" fmla="*/ 5 w 177"/>
                  <a:gd name="T5" fmla="*/ 52 h 61"/>
                  <a:gd name="T6" fmla="*/ 4 w 177"/>
                  <a:gd name="T7" fmla="*/ 50 h 61"/>
                  <a:gd name="T8" fmla="*/ 5 w 177"/>
                  <a:gd name="T9" fmla="*/ 48 h 61"/>
                  <a:gd name="T10" fmla="*/ 10 w 177"/>
                  <a:gd name="T11" fmla="*/ 41 h 61"/>
                  <a:gd name="T12" fmla="*/ 17 w 177"/>
                  <a:gd name="T13" fmla="*/ 50 h 61"/>
                  <a:gd name="T14" fmla="*/ 14 w 177"/>
                  <a:gd name="T15" fmla="*/ 35 h 61"/>
                  <a:gd name="T16" fmla="*/ 23 w 177"/>
                  <a:gd name="T17" fmla="*/ 46 h 61"/>
                  <a:gd name="T18" fmla="*/ 31 w 177"/>
                  <a:gd name="T19" fmla="*/ 38 h 61"/>
                  <a:gd name="T20" fmla="*/ 29 w 177"/>
                  <a:gd name="T21" fmla="*/ 40 h 61"/>
                  <a:gd name="T22" fmla="*/ 18 w 177"/>
                  <a:gd name="T23" fmla="*/ 32 h 61"/>
                  <a:gd name="T24" fmla="*/ 19 w 177"/>
                  <a:gd name="T25" fmla="*/ 30 h 61"/>
                  <a:gd name="T26" fmla="*/ 21 w 177"/>
                  <a:gd name="T27" fmla="*/ 27 h 61"/>
                  <a:gd name="T28" fmla="*/ 41 w 177"/>
                  <a:gd name="T29" fmla="*/ 29 h 61"/>
                  <a:gd name="T30" fmla="*/ 43 w 177"/>
                  <a:gd name="T31" fmla="*/ 29 h 61"/>
                  <a:gd name="T32" fmla="*/ 35 w 177"/>
                  <a:gd name="T33" fmla="*/ 35 h 61"/>
                  <a:gd name="T34" fmla="*/ 31 w 177"/>
                  <a:gd name="T35" fmla="*/ 21 h 61"/>
                  <a:gd name="T36" fmla="*/ 46 w 177"/>
                  <a:gd name="T37" fmla="*/ 11 h 61"/>
                  <a:gd name="T38" fmla="*/ 47 w 177"/>
                  <a:gd name="T39" fmla="*/ 11 h 61"/>
                  <a:gd name="T40" fmla="*/ 47 w 177"/>
                  <a:gd name="T41" fmla="*/ 26 h 61"/>
                  <a:gd name="T42" fmla="*/ 39 w 177"/>
                  <a:gd name="T43" fmla="*/ 15 h 61"/>
                  <a:gd name="T44" fmla="*/ 72 w 177"/>
                  <a:gd name="T45" fmla="*/ 16 h 61"/>
                  <a:gd name="T46" fmla="*/ 71 w 177"/>
                  <a:gd name="T47" fmla="*/ 2 h 61"/>
                  <a:gd name="T48" fmla="*/ 65 w 177"/>
                  <a:gd name="T49" fmla="*/ 15 h 61"/>
                  <a:gd name="T50" fmla="*/ 64 w 177"/>
                  <a:gd name="T51" fmla="*/ 4 h 61"/>
                  <a:gd name="T52" fmla="*/ 84 w 177"/>
                  <a:gd name="T53" fmla="*/ 1 h 61"/>
                  <a:gd name="T54" fmla="*/ 84 w 177"/>
                  <a:gd name="T55" fmla="*/ 1 h 61"/>
                  <a:gd name="T56" fmla="*/ 78 w 177"/>
                  <a:gd name="T57" fmla="*/ 16 h 61"/>
                  <a:gd name="T58" fmla="*/ 77 w 177"/>
                  <a:gd name="T59" fmla="*/ 15 h 61"/>
                  <a:gd name="T60" fmla="*/ 90 w 177"/>
                  <a:gd name="T61" fmla="*/ 1 h 61"/>
                  <a:gd name="T62" fmla="*/ 94 w 177"/>
                  <a:gd name="T63" fmla="*/ 15 h 61"/>
                  <a:gd name="T64" fmla="*/ 92 w 177"/>
                  <a:gd name="T65" fmla="*/ 15 h 61"/>
                  <a:gd name="T66" fmla="*/ 113 w 177"/>
                  <a:gd name="T67" fmla="*/ 3 h 61"/>
                  <a:gd name="T68" fmla="*/ 102 w 177"/>
                  <a:gd name="T69" fmla="*/ 2 h 61"/>
                  <a:gd name="T70" fmla="*/ 105 w 177"/>
                  <a:gd name="T71" fmla="*/ 14 h 61"/>
                  <a:gd name="T72" fmla="*/ 117 w 177"/>
                  <a:gd name="T73" fmla="*/ 5 h 61"/>
                  <a:gd name="T74" fmla="*/ 122 w 177"/>
                  <a:gd name="T75" fmla="*/ 19 h 61"/>
                  <a:gd name="T76" fmla="*/ 119 w 177"/>
                  <a:gd name="T77" fmla="*/ 13 h 61"/>
                  <a:gd name="T78" fmla="*/ 121 w 177"/>
                  <a:gd name="T79" fmla="*/ 12 h 61"/>
                  <a:gd name="T80" fmla="*/ 124 w 177"/>
                  <a:gd name="T81" fmla="*/ 10 h 61"/>
                  <a:gd name="T82" fmla="*/ 131 w 177"/>
                  <a:gd name="T83" fmla="*/ 26 h 61"/>
                  <a:gd name="T84" fmla="*/ 126 w 177"/>
                  <a:gd name="T85" fmla="*/ 23 h 61"/>
                  <a:gd name="T86" fmla="*/ 124 w 177"/>
                  <a:gd name="T87" fmla="*/ 23 h 61"/>
                  <a:gd name="T88" fmla="*/ 137 w 177"/>
                  <a:gd name="T89" fmla="*/ 14 h 61"/>
                  <a:gd name="T90" fmla="*/ 133 w 177"/>
                  <a:gd name="T91" fmla="*/ 11 h 61"/>
                  <a:gd name="T92" fmla="*/ 137 w 177"/>
                  <a:gd name="T93" fmla="*/ 32 h 61"/>
                  <a:gd name="T94" fmla="*/ 137 w 177"/>
                  <a:gd name="T95" fmla="*/ 32 h 61"/>
                  <a:gd name="T96" fmla="*/ 145 w 177"/>
                  <a:gd name="T97" fmla="*/ 19 h 61"/>
                  <a:gd name="T98" fmla="*/ 146 w 177"/>
                  <a:gd name="T99" fmla="*/ 19 h 61"/>
                  <a:gd name="T100" fmla="*/ 159 w 177"/>
                  <a:gd name="T101" fmla="*/ 31 h 61"/>
                  <a:gd name="T102" fmla="*/ 149 w 177"/>
                  <a:gd name="T103" fmla="*/ 42 h 61"/>
                  <a:gd name="T104" fmla="*/ 155 w 177"/>
                  <a:gd name="T105" fmla="*/ 27 h 61"/>
                  <a:gd name="T106" fmla="*/ 166 w 177"/>
                  <a:gd name="T107" fmla="*/ 40 h 61"/>
                  <a:gd name="T108" fmla="*/ 160 w 177"/>
                  <a:gd name="T109" fmla="*/ 37 h 61"/>
                  <a:gd name="T110" fmla="*/ 153 w 177"/>
                  <a:gd name="T111" fmla="*/ 46 h 61"/>
                  <a:gd name="T112" fmla="*/ 177 w 177"/>
                  <a:gd name="T113" fmla="*/ 55 h 61"/>
                  <a:gd name="T114" fmla="*/ 162 w 177"/>
                  <a:gd name="T115" fmla="*/ 60 h 61"/>
                  <a:gd name="T116" fmla="*/ 165 w 177"/>
                  <a:gd name="T117" fmla="*/ 55 h 61"/>
                  <a:gd name="T118" fmla="*/ 173 w 177"/>
                  <a:gd name="T119" fmla="*/ 49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77" h="61">
                    <a:moveTo>
                      <a:pt x="6" y="46"/>
                    </a:moveTo>
                    <a:cubicBezTo>
                      <a:pt x="6" y="46"/>
                      <a:pt x="6" y="46"/>
                      <a:pt x="6" y="46"/>
                    </a:cubicBezTo>
                    <a:cubicBezTo>
                      <a:pt x="6" y="46"/>
                      <a:pt x="6" y="46"/>
                      <a:pt x="6" y="46"/>
                    </a:cubicBezTo>
                    <a:cubicBezTo>
                      <a:pt x="6" y="46"/>
                      <a:pt x="6" y="47"/>
                      <a:pt x="6" y="47"/>
                    </a:cubicBezTo>
                    <a:cubicBezTo>
                      <a:pt x="6" y="47"/>
                      <a:pt x="6" y="47"/>
                      <a:pt x="6" y="47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8" y="53"/>
                      <a:pt x="8" y="53"/>
                      <a:pt x="8" y="53"/>
                    </a:cubicBezTo>
                    <a:cubicBezTo>
                      <a:pt x="8" y="54"/>
                      <a:pt x="8" y="54"/>
                      <a:pt x="8" y="54"/>
                    </a:cubicBezTo>
                    <a:cubicBezTo>
                      <a:pt x="15" y="60"/>
                      <a:pt x="15" y="60"/>
                      <a:pt x="15" y="60"/>
                    </a:cubicBezTo>
                    <a:cubicBezTo>
                      <a:pt x="15" y="61"/>
                      <a:pt x="15" y="61"/>
                      <a:pt x="15" y="61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4"/>
                      <a:pt x="2" y="54"/>
                    </a:cubicBezTo>
                    <a:cubicBezTo>
                      <a:pt x="2" y="54"/>
                      <a:pt x="2" y="54"/>
                      <a:pt x="2" y="54"/>
                    </a:cubicBezTo>
                    <a:cubicBezTo>
                      <a:pt x="11" y="58"/>
                      <a:pt x="11" y="58"/>
                      <a:pt x="11" y="58"/>
                    </a:cubicBezTo>
                    <a:cubicBezTo>
                      <a:pt x="12" y="58"/>
                      <a:pt x="12" y="58"/>
                      <a:pt x="12" y="58"/>
                    </a:cubicBezTo>
                    <a:cubicBezTo>
                      <a:pt x="5" y="52"/>
                      <a:pt x="5" y="52"/>
                      <a:pt x="5" y="52"/>
                    </a:cubicBezTo>
                    <a:cubicBezTo>
                      <a:pt x="4" y="52"/>
                      <a:pt x="4" y="52"/>
                      <a:pt x="4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2" y="52"/>
                      <a:pt x="2" y="52"/>
                      <a:pt x="2" y="52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4" y="50"/>
                      <a:pt x="4" y="50"/>
                      <a:pt x="4" y="50"/>
                    </a:cubicBezTo>
                    <a:cubicBezTo>
                      <a:pt x="4" y="50"/>
                      <a:pt x="4" y="50"/>
                      <a:pt x="4" y="50"/>
                    </a:cubicBezTo>
                    <a:cubicBezTo>
                      <a:pt x="4" y="50"/>
                      <a:pt x="4" y="50"/>
                      <a:pt x="4" y="51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6" y="48"/>
                      <a:pt x="6" y="48"/>
                      <a:pt x="6" y="48"/>
                    </a:cubicBezTo>
                    <a:cubicBezTo>
                      <a:pt x="6" y="48"/>
                      <a:pt x="6" y="48"/>
                      <a:pt x="5" y="48"/>
                    </a:cubicBezTo>
                    <a:cubicBezTo>
                      <a:pt x="5" y="48"/>
                      <a:pt x="5" y="48"/>
                      <a:pt x="5" y="48"/>
                    </a:cubicBezTo>
                    <a:cubicBezTo>
                      <a:pt x="5" y="48"/>
                      <a:pt x="5" y="48"/>
                      <a:pt x="5" y="48"/>
                    </a:cubicBezTo>
                    <a:cubicBezTo>
                      <a:pt x="4" y="48"/>
                      <a:pt x="4" y="48"/>
                      <a:pt x="4" y="48"/>
                    </a:cubicBezTo>
                    <a:cubicBezTo>
                      <a:pt x="6" y="46"/>
                      <a:pt x="6" y="46"/>
                      <a:pt x="6" y="46"/>
                    </a:cubicBezTo>
                    <a:close/>
                    <a:moveTo>
                      <a:pt x="22" y="48"/>
                    </a:moveTo>
                    <a:cubicBezTo>
                      <a:pt x="22" y="49"/>
                      <a:pt x="21" y="49"/>
                      <a:pt x="21" y="49"/>
                    </a:cubicBezTo>
                    <a:cubicBezTo>
                      <a:pt x="20" y="50"/>
                      <a:pt x="19" y="49"/>
                      <a:pt x="18" y="48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1"/>
                      <a:pt x="10" y="41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7" y="43"/>
                      <a:pt x="7" y="43"/>
                      <a:pt x="7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9" y="43"/>
                      <a:pt x="9" y="43"/>
                      <a:pt x="9" y="43"/>
                    </a:cubicBezTo>
                    <a:cubicBezTo>
                      <a:pt x="17" y="50"/>
                      <a:pt x="17" y="50"/>
                      <a:pt x="17" y="50"/>
                    </a:cubicBezTo>
                    <a:cubicBezTo>
                      <a:pt x="18" y="50"/>
                      <a:pt x="19" y="51"/>
                      <a:pt x="20" y="50"/>
                    </a:cubicBezTo>
                    <a:cubicBezTo>
                      <a:pt x="21" y="50"/>
                      <a:pt x="22" y="50"/>
                      <a:pt x="23" y="49"/>
                    </a:cubicBezTo>
                    <a:cubicBezTo>
                      <a:pt x="24" y="48"/>
                      <a:pt x="24" y="47"/>
                      <a:pt x="24" y="46"/>
                    </a:cubicBezTo>
                    <a:cubicBezTo>
                      <a:pt x="24" y="45"/>
                      <a:pt x="23" y="44"/>
                      <a:pt x="22" y="43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4" y="35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2" y="38"/>
                      <a:pt x="12" y="38"/>
                      <a:pt x="12" y="38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3" y="37"/>
                      <a:pt x="14" y="37"/>
                      <a:pt x="14" y="37"/>
                    </a:cubicBezTo>
                    <a:cubicBezTo>
                      <a:pt x="22" y="44"/>
                      <a:pt x="22" y="44"/>
                      <a:pt x="22" y="44"/>
                    </a:cubicBezTo>
                    <a:cubicBezTo>
                      <a:pt x="23" y="44"/>
                      <a:pt x="23" y="45"/>
                      <a:pt x="23" y="46"/>
                    </a:cubicBezTo>
                    <a:cubicBezTo>
                      <a:pt x="23" y="47"/>
                      <a:pt x="23" y="47"/>
                      <a:pt x="22" y="48"/>
                    </a:cubicBezTo>
                    <a:close/>
                    <a:moveTo>
                      <a:pt x="33" y="36"/>
                    </a:moveTo>
                    <a:cubicBezTo>
                      <a:pt x="33" y="36"/>
                      <a:pt x="33" y="36"/>
                      <a:pt x="33" y="36"/>
                    </a:cubicBezTo>
                    <a:cubicBezTo>
                      <a:pt x="33" y="36"/>
                      <a:pt x="34" y="36"/>
                      <a:pt x="34" y="36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32" y="39"/>
                      <a:pt x="32" y="39"/>
                      <a:pt x="32" y="39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2" y="38"/>
                      <a:pt x="32" y="37"/>
                      <a:pt x="32" y="37"/>
                    </a:cubicBezTo>
                    <a:cubicBezTo>
                      <a:pt x="32" y="37"/>
                      <a:pt x="32" y="37"/>
                      <a:pt x="32" y="37"/>
                    </a:cubicBezTo>
                    <a:cubicBezTo>
                      <a:pt x="27" y="32"/>
                      <a:pt x="27" y="32"/>
                      <a:pt x="27" y="32"/>
                    </a:cubicBezTo>
                    <a:cubicBezTo>
                      <a:pt x="23" y="36"/>
                      <a:pt x="23" y="36"/>
                      <a:pt x="23" y="36"/>
                    </a:cubicBezTo>
                    <a:cubicBezTo>
                      <a:pt x="28" y="40"/>
                      <a:pt x="28" y="40"/>
                      <a:pt x="28" y="40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8" y="41"/>
                      <a:pt x="29" y="41"/>
                      <a:pt x="29" y="40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30" y="41"/>
                      <a:pt x="30" y="41"/>
                      <a:pt x="30" y="41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2"/>
                      <a:pt x="27" y="42"/>
                      <a:pt x="27" y="42"/>
                    </a:cubicBezTo>
                    <a:cubicBezTo>
                      <a:pt x="27" y="42"/>
                      <a:pt x="27" y="42"/>
                      <a:pt x="27" y="41"/>
                    </a:cubicBezTo>
                    <a:cubicBezTo>
                      <a:pt x="18" y="32"/>
                      <a:pt x="18" y="32"/>
                      <a:pt x="18" y="32"/>
                    </a:cubicBezTo>
                    <a:cubicBezTo>
                      <a:pt x="18" y="32"/>
                      <a:pt x="17" y="32"/>
                      <a:pt x="17" y="32"/>
                    </a:cubicBezTo>
                    <a:cubicBezTo>
                      <a:pt x="17" y="32"/>
                      <a:pt x="17" y="32"/>
                      <a:pt x="17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1"/>
                      <a:pt x="19" y="31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7" y="31"/>
                      <a:pt x="27" y="31"/>
                      <a:pt x="27" y="31"/>
                    </a:cubicBezTo>
                    <a:cubicBezTo>
                      <a:pt x="23" y="27"/>
                      <a:pt x="23" y="27"/>
                      <a:pt x="23" y="27"/>
                    </a:cubicBezTo>
                    <a:cubicBezTo>
                      <a:pt x="23" y="27"/>
                      <a:pt x="22" y="27"/>
                      <a:pt x="22" y="27"/>
                    </a:cubicBezTo>
                    <a:cubicBezTo>
                      <a:pt x="22" y="27"/>
                      <a:pt x="22" y="27"/>
                      <a:pt x="22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6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33" y="36"/>
                      <a:pt x="33" y="36"/>
                      <a:pt x="33" y="36"/>
                    </a:cubicBezTo>
                    <a:close/>
                    <a:moveTo>
                      <a:pt x="38" y="26"/>
                    </a:moveTo>
                    <a:cubicBezTo>
                      <a:pt x="41" y="29"/>
                      <a:pt x="41" y="29"/>
                      <a:pt x="41" y="29"/>
                    </a:cubicBezTo>
                    <a:cubicBezTo>
                      <a:pt x="41" y="29"/>
                      <a:pt x="41" y="30"/>
                      <a:pt x="41" y="30"/>
                    </a:cubicBezTo>
                    <a:cubicBezTo>
                      <a:pt x="41" y="30"/>
                      <a:pt x="41" y="30"/>
                      <a:pt x="41" y="30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3" y="29"/>
                      <a:pt x="42" y="29"/>
                      <a:pt x="42" y="28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5" y="33"/>
                      <a:pt x="35" y="33"/>
                      <a:pt x="35" y="33"/>
                    </a:cubicBezTo>
                    <a:cubicBezTo>
                      <a:pt x="35" y="33"/>
                      <a:pt x="35" y="34"/>
                      <a:pt x="35" y="34"/>
                    </a:cubicBezTo>
                    <a:cubicBezTo>
                      <a:pt x="35" y="34"/>
                      <a:pt x="35" y="34"/>
                      <a:pt x="35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7" y="33"/>
                      <a:pt x="37" y="33"/>
                      <a:pt x="37" y="33"/>
                    </a:cubicBezTo>
                    <a:cubicBezTo>
                      <a:pt x="37" y="33"/>
                      <a:pt x="37" y="33"/>
                      <a:pt x="36" y="33"/>
                    </a:cubicBezTo>
                    <a:cubicBezTo>
                      <a:pt x="36" y="33"/>
                      <a:pt x="36" y="32"/>
                      <a:pt x="36" y="32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8" y="26"/>
                      <a:pt x="38" y="26"/>
                      <a:pt x="38" y="26"/>
                    </a:cubicBezTo>
                    <a:close/>
                    <a:moveTo>
                      <a:pt x="31" y="21"/>
                    </a:moveTo>
                    <a:cubicBezTo>
                      <a:pt x="31" y="21"/>
                      <a:pt x="31" y="21"/>
                      <a:pt x="31" y="21"/>
                    </a:cubicBezTo>
                    <a:cubicBezTo>
                      <a:pt x="34" y="28"/>
                      <a:pt x="34" y="28"/>
                      <a:pt x="34" y="28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1" y="21"/>
                      <a:pt x="31" y="21"/>
                      <a:pt x="31" y="21"/>
                    </a:cubicBezTo>
                    <a:close/>
                    <a:moveTo>
                      <a:pt x="51" y="21"/>
                    </a:moveTo>
                    <a:cubicBezTo>
                      <a:pt x="51" y="21"/>
                      <a:pt x="51" y="21"/>
                      <a:pt x="51" y="2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6" y="11"/>
                      <a:pt x="45" y="11"/>
                    </a:cubicBezTo>
                    <a:cubicBezTo>
                      <a:pt x="45" y="11"/>
                      <a:pt x="45" y="11"/>
                      <a:pt x="45" y="11"/>
                    </a:cubicBezTo>
                    <a:cubicBezTo>
                      <a:pt x="44" y="11"/>
                      <a:pt x="44" y="11"/>
                      <a:pt x="44" y="11"/>
                    </a:cubicBezTo>
                    <a:cubicBezTo>
                      <a:pt x="48" y="9"/>
                      <a:pt x="48" y="9"/>
                      <a:pt x="48" y="9"/>
                    </a:cubicBezTo>
                    <a:cubicBezTo>
                      <a:pt x="48" y="10"/>
                      <a:pt x="48" y="10"/>
                      <a:pt x="48" y="1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47" y="10"/>
                      <a:pt x="47" y="11"/>
                      <a:pt x="47" y="11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7" y="26"/>
                      <a:pt x="47" y="26"/>
                      <a:pt x="47" y="26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5" y="28"/>
                      <a:pt x="45" y="28"/>
                      <a:pt x="45" y="28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6" y="27"/>
                      <a:pt x="46" y="26"/>
                      <a:pt x="45" y="26"/>
                    </a:cubicBezTo>
                    <a:cubicBezTo>
                      <a:pt x="39" y="15"/>
                      <a:pt x="39" y="15"/>
                      <a:pt x="39" y="15"/>
                    </a:cubicBezTo>
                    <a:cubicBezTo>
                      <a:pt x="39" y="14"/>
                      <a:pt x="39" y="14"/>
                      <a:pt x="39" y="14"/>
                    </a:cubicBezTo>
                    <a:cubicBezTo>
                      <a:pt x="39" y="14"/>
                      <a:pt x="39" y="14"/>
                      <a:pt x="38" y="14"/>
                    </a:cubicBezTo>
                    <a:cubicBezTo>
                      <a:pt x="38" y="15"/>
                      <a:pt x="38" y="15"/>
                      <a:pt x="38" y="15"/>
                    </a:cubicBezTo>
                    <a:cubicBezTo>
                      <a:pt x="37" y="14"/>
                      <a:pt x="37" y="14"/>
                      <a:pt x="37" y="14"/>
                    </a:cubicBezTo>
                    <a:cubicBezTo>
                      <a:pt x="40" y="13"/>
                      <a:pt x="40" y="13"/>
                      <a:pt x="40" y="13"/>
                    </a:cubicBezTo>
                    <a:cubicBezTo>
                      <a:pt x="51" y="21"/>
                      <a:pt x="51" y="21"/>
                      <a:pt x="51" y="21"/>
                    </a:cubicBezTo>
                    <a:close/>
                    <a:moveTo>
                      <a:pt x="70" y="17"/>
                    </a:moveTo>
                    <a:cubicBezTo>
                      <a:pt x="70" y="17"/>
                      <a:pt x="71" y="17"/>
                      <a:pt x="72" y="16"/>
                    </a:cubicBezTo>
                    <a:cubicBezTo>
                      <a:pt x="72" y="15"/>
                      <a:pt x="72" y="14"/>
                      <a:pt x="72" y="14"/>
                    </a:cubicBezTo>
                    <a:cubicBezTo>
                      <a:pt x="70" y="3"/>
                      <a:pt x="70" y="3"/>
                      <a:pt x="70" y="3"/>
                    </a:cubicBezTo>
                    <a:cubicBezTo>
                      <a:pt x="70" y="3"/>
                      <a:pt x="69" y="3"/>
                      <a:pt x="69" y="3"/>
                    </a:cubicBezTo>
                    <a:cubicBezTo>
                      <a:pt x="69" y="3"/>
                      <a:pt x="69" y="3"/>
                      <a:pt x="69" y="3"/>
                    </a:cubicBezTo>
                    <a:cubicBezTo>
                      <a:pt x="68" y="3"/>
                      <a:pt x="68" y="3"/>
                      <a:pt x="68" y="3"/>
                    </a:cubicBezTo>
                    <a:cubicBezTo>
                      <a:pt x="68" y="2"/>
                      <a:pt x="68" y="2"/>
                      <a:pt x="68" y="2"/>
                    </a:cubicBezTo>
                    <a:cubicBezTo>
                      <a:pt x="71" y="1"/>
                      <a:pt x="71" y="1"/>
                      <a:pt x="71" y="1"/>
                    </a:cubicBezTo>
                    <a:cubicBezTo>
                      <a:pt x="71" y="2"/>
                      <a:pt x="71" y="2"/>
                      <a:pt x="71" y="2"/>
                    </a:cubicBezTo>
                    <a:cubicBezTo>
                      <a:pt x="71" y="2"/>
                      <a:pt x="71" y="2"/>
                      <a:pt x="71" y="2"/>
                    </a:cubicBezTo>
                    <a:cubicBezTo>
                      <a:pt x="71" y="2"/>
                      <a:pt x="70" y="2"/>
                      <a:pt x="70" y="2"/>
                    </a:cubicBezTo>
                    <a:cubicBezTo>
                      <a:pt x="70" y="3"/>
                      <a:pt x="70" y="3"/>
                      <a:pt x="70" y="3"/>
                    </a:cubicBezTo>
                    <a:cubicBezTo>
                      <a:pt x="73" y="13"/>
                      <a:pt x="73" y="13"/>
                      <a:pt x="73" y="13"/>
                    </a:cubicBezTo>
                    <a:cubicBezTo>
                      <a:pt x="73" y="15"/>
                      <a:pt x="73" y="16"/>
                      <a:pt x="72" y="16"/>
                    </a:cubicBezTo>
                    <a:cubicBezTo>
                      <a:pt x="71" y="17"/>
                      <a:pt x="71" y="18"/>
                      <a:pt x="70" y="18"/>
                    </a:cubicBezTo>
                    <a:cubicBezTo>
                      <a:pt x="68" y="18"/>
                      <a:pt x="67" y="18"/>
                      <a:pt x="66" y="18"/>
                    </a:cubicBezTo>
                    <a:cubicBezTo>
                      <a:pt x="66" y="17"/>
                      <a:pt x="65" y="17"/>
                      <a:pt x="65" y="15"/>
                    </a:cubicBezTo>
                    <a:cubicBezTo>
                      <a:pt x="62" y="5"/>
                      <a:pt x="62" y="5"/>
                      <a:pt x="62" y="5"/>
                    </a:cubicBezTo>
                    <a:cubicBezTo>
                      <a:pt x="62" y="5"/>
                      <a:pt x="62" y="4"/>
                      <a:pt x="62" y="4"/>
                    </a:cubicBezTo>
                    <a:cubicBezTo>
                      <a:pt x="62" y="4"/>
                      <a:pt x="62" y="4"/>
                      <a:pt x="61" y="4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5" y="3"/>
                      <a:pt x="65" y="3"/>
                      <a:pt x="65" y="3"/>
                    </a:cubicBezTo>
                    <a:cubicBezTo>
                      <a:pt x="65" y="4"/>
                      <a:pt x="65" y="4"/>
                      <a:pt x="65" y="4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4"/>
                      <a:pt x="64" y="4"/>
                      <a:pt x="64" y="5"/>
                    </a:cubicBezTo>
                    <a:cubicBezTo>
                      <a:pt x="66" y="15"/>
                      <a:pt x="66" y="15"/>
                      <a:pt x="66" y="15"/>
                    </a:cubicBezTo>
                    <a:cubicBezTo>
                      <a:pt x="66" y="16"/>
                      <a:pt x="67" y="17"/>
                      <a:pt x="67" y="17"/>
                    </a:cubicBezTo>
                    <a:cubicBezTo>
                      <a:pt x="68" y="18"/>
                      <a:pt x="69" y="18"/>
                      <a:pt x="70" y="17"/>
                    </a:cubicBezTo>
                    <a:close/>
                    <a:moveTo>
                      <a:pt x="84" y="12"/>
                    </a:moveTo>
                    <a:cubicBezTo>
                      <a:pt x="84" y="12"/>
                      <a:pt x="84" y="12"/>
                      <a:pt x="84" y="12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4" y="1"/>
                      <a:pt x="84" y="1"/>
                      <a:pt x="83" y="1"/>
                    </a:cubicBezTo>
                    <a:cubicBezTo>
                      <a:pt x="83" y="1"/>
                      <a:pt x="83" y="1"/>
                      <a:pt x="83" y="1"/>
                    </a:cubicBezTo>
                    <a:cubicBezTo>
                      <a:pt x="82" y="1"/>
                      <a:pt x="82" y="1"/>
                      <a:pt x="82" y="1"/>
                    </a:cubicBezTo>
                    <a:cubicBezTo>
                      <a:pt x="82" y="0"/>
                      <a:pt x="82" y="0"/>
                      <a:pt x="82" y="0"/>
                    </a:cubicBezTo>
                    <a:cubicBezTo>
                      <a:pt x="86" y="0"/>
                      <a:pt x="86" y="0"/>
                      <a:pt x="86" y="0"/>
                    </a:cubicBezTo>
                    <a:cubicBezTo>
                      <a:pt x="86" y="1"/>
                      <a:pt x="86" y="1"/>
                      <a:pt x="86" y="1"/>
                    </a:cubicBezTo>
                    <a:cubicBezTo>
                      <a:pt x="85" y="1"/>
                      <a:pt x="85" y="1"/>
                      <a:pt x="85" y="1"/>
                    </a:cubicBezTo>
                    <a:cubicBezTo>
                      <a:pt x="85" y="1"/>
                      <a:pt x="85" y="1"/>
                      <a:pt x="84" y="1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77" y="3"/>
                      <a:pt x="77" y="3"/>
                      <a:pt x="77" y="3"/>
                    </a:cubicBezTo>
                    <a:cubicBezTo>
                      <a:pt x="77" y="3"/>
                      <a:pt x="77" y="3"/>
                      <a:pt x="77" y="3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77" y="15"/>
                      <a:pt x="78" y="15"/>
                      <a:pt x="78" y="16"/>
                    </a:cubicBezTo>
                    <a:cubicBezTo>
                      <a:pt x="78" y="16"/>
                      <a:pt x="78" y="16"/>
                      <a:pt x="78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76" y="16"/>
                      <a:pt x="76" y="16"/>
                      <a:pt x="76" y="16"/>
                    </a:cubicBezTo>
                    <a:cubicBezTo>
                      <a:pt x="76" y="16"/>
                      <a:pt x="77" y="16"/>
                      <a:pt x="77" y="16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76" y="2"/>
                      <a:pt x="76" y="2"/>
                      <a:pt x="76" y="2"/>
                    </a:cubicBezTo>
                    <a:cubicBezTo>
                      <a:pt x="76" y="2"/>
                      <a:pt x="76" y="2"/>
                      <a:pt x="76" y="1"/>
                    </a:cubicBezTo>
                    <a:cubicBezTo>
                      <a:pt x="76" y="1"/>
                      <a:pt x="75" y="1"/>
                      <a:pt x="75" y="1"/>
                    </a:cubicBezTo>
                    <a:cubicBezTo>
                      <a:pt x="74" y="1"/>
                      <a:pt x="74" y="1"/>
                      <a:pt x="74" y="1"/>
                    </a:cubicBezTo>
                    <a:cubicBezTo>
                      <a:pt x="74" y="1"/>
                      <a:pt x="74" y="1"/>
                      <a:pt x="74" y="1"/>
                    </a:cubicBezTo>
                    <a:cubicBezTo>
                      <a:pt x="77" y="1"/>
                      <a:pt x="77" y="1"/>
                      <a:pt x="77" y="1"/>
                    </a:cubicBezTo>
                    <a:cubicBezTo>
                      <a:pt x="84" y="12"/>
                      <a:pt x="84" y="12"/>
                      <a:pt x="84" y="12"/>
                    </a:cubicBezTo>
                    <a:close/>
                    <a:moveTo>
                      <a:pt x="90" y="1"/>
                    </a:moveTo>
                    <a:cubicBezTo>
                      <a:pt x="90" y="0"/>
                      <a:pt x="90" y="0"/>
                      <a:pt x="90" y="0"/>
                    </a:cubicBezTo>
                    <a:cubicBezTo>
                      <a:pt x="98" y="1"/>
                      <a:pt x="98" y="1"/>
                      <a:pt x="98" y="1"/>
                    </a:cubicBezTo>
                    <a:cubicBezTo>
                      <a:pt x="98" y="1"/>
                      <a:pt x="98" y="1"/>
                      <a:pt x="98" y="1"/>
                    </a:cubicBezTo>
                    <a:cubicBezTo>
                      <a:pt x="96" y="1"/>
                      <a:pt x="96" y="1"/>
                      <a:pt x="96" y="1"/>
                    </a:cubicBezTo>
                    <a:cubicBezTo>
                      <a:pt x="95" y="1"/>
                      <a:pt x="95" y="1"/>
                      <a:pt x="95" y="1"/>
                    </a:cubicBezTo>
                    <a:cubicBezTo>
                      <a:pt x="95" y="1"/>
                      <a:pt x="95" y="1"/>
                      <a:pt x="95" y="2"/>
                    </a:cubicBezTo>
                    <a:cubicBezTo>
                      <a:pt x="94" y="15"/>
                      <a:pt x="94" y="15"/>
                      <a:pt x="94" y="15"/>
                    </a:cubicBezTo>
                    <a:cubicBezTo>
                      <a:pt x="94" y="15"/>
                      <a:pt x="94" y="15"/>
                      <a:pt x="94" y="15"/>
                    </a:cubicBezTo>
                    <a:cubicBezTo>
                      <a:pt x="94" y="15"/>
                      <a:pt x="94" y="15"/>
                      <a:pt x="95" y="15"/>
                    </a:cubicBezTo>
                    <a:cubicBezTo>
                      <a:pt x="97" y="16"/>
                      <a:pt x="97" y="16"/>
                      <a:pt x="97" y="16"/>
                    </a:cubicBezTo>
                    <a:cubicBezTo>
                      <a:pt x="97" y="16"/>
                      <a:pt x="97" y="16"/>
                      <a:pt x="97" y="16"/>
                    </a:cubicBezTo>
                    <a:cubicBezTo>
                      <a:pt x="89" y="16"/>
                      <a:pt x="89" y="16"/>
                      <a:pt x="89" y="16"/>
                    </a:cubicBezTo>
                    <a:cubicBezTo>
                      <a:pt x="89" y="15"/>
                      <a:pt x="89" y="15"/>
                      <a:pt x="89" y="15"/>
                    </a:cubicBezTo>
                    <a:cubicBezTo>
                      <a:pt x="91" y="15"/>
                      <a:pt x="91" y="15"/>
                      <a:pt x="91" y="15"/>
                    </a:cubicBezTo>
                    <a:cubicBezTo>
                      <a:pt x="92" y="15"/>
                      <a:pt x="92" y="15"/>
                      <a:pt x="92" y="15"/>
                    </a:cubicBezTo>
                    <a:cubicBezTo>
                      <a:pt x="92" y="15"/>
                      <a:pt x="92" y="15"/>
                      <a:pt x="92" y="15"/>
                    </a:cubicBezTo>
                    <a:cubicBezTo>
                      <a:pt x="93" y="2"/>
                      <a:pt x="93" y="2"/>
                      <a:pt x="93" y="2"/>
                    </a:cubicBezTo>
                    <a:cubicBezTo>
                      <a:pt x="93" y="1"/>
                      <a:pt x="93" y="1"/>
                      <a:pt x="93" y="1"/>
                    </a:cubicBezTo>
                    <a:cubicBezTo>
                      <a:pt x="93" y="1"/>
                      <a:pt x="93" y="1"/>
                      <a:pt x="92" y="1"/>
                    </a:cubicBezTo>
                    <a:cubicBezTo>
                      <a:pt x="90" y="1"/>
                      <a:pt x="90" y="1"/>
                      <a:pt x="90" y="1"/>
                    </a:cubicBezTo>
                    <a:close/>
                    <a:moveTo>
                      <a:pt x="109" y="3"/>
                    </a:moveTo>
                    <a:cubicBezTo>
                      <a:pt x="109" y="2"/>
                      <a:pt x="109" y="2"/>
                      <a:pt x="109" y="2"/>
                    </a:cubicBezTo>
                    <a:cubicBezTo>
                      <a:pt x="113" y="3"/>
                      <a:pt x="113" y="3"/>
                      <a:pt x="113" y="3"/>
                    </a:cubicBezTo>
                    <a:cubicBezTo>
                      <a:pt x="113" y="3"/>
                      <a:pt x="113" y="3"/>
                      <a:pt x="113" y="3"/>
                    </a:cubicBezTo>
                    <a:cubicBezTo>
                      <a:pt x="112" y="3"/>
                      <a:pt x="112" y="3"/>
                      <a:pt x="112" y="3"/>
                    </a:cubicBezTo>
                    <a:cubicBezTo>
                      <a:pt x="112" y="3"/>
                      <a:pt x="112" y="3"/>
                      <a:pt x="111" y="4"/>
                    </a:cubicBezTo>
                    <a:cubicBezTo>
                      <a:pt x="111" y="4"/>
                      <a:pt x="111" y="4"/>
                      <a:pt x="111" y="4"/>
                    </a:cubicBezTo>
                    <a:cubicBezTo>
                      <a:pt x="105" y="17"/>
                      <a:pt x="105" y="17"/>
                      <a:pt x="105" y="17"/>
                    </a:cubicBezTo>
                    <a:cubicBezTo>
                      <a:pt x="104" y="17"/>
                      <a:pt x="104" y="17"/>
                      <a:pt x="104" y="17"/>
                    </a:cubicBezTo>
                    <a:cubicBezTo>
                      <a:pt x="103" y="3"/>
                      <a:pt x="103" y="3"/>
                      <a:pt x="103" y="3"/>
                    </a:cubicBezTo>
                    <a:cubicBezTo>
                      <a:pt x="103" y="3"/>
                      <a:pt x="103" y="2"/>
                      <a:pt x="103" y="2"/>
                    </a:cubicBezTo>
                    <a:cubicBezTo>
                      <a:pt x="103" y="2"/>
                      <a:pt x="103" y="2"/>
                      <a:pt x="102" y="2"/>
                    </a:cubicBezTo>
                    <a:cubicBezTo>
                      <a:pt x="102" y="2"/>
                      <a:pt x="102" y="2"/>
                      <a:pt x="102" y="2"/>
                    </a:cubicBezTo>
                    <a:cubicBezTo>
                      <a:pt x="102" y="1"/>
                      <a:pt x="102" y="1"/>
                      <a:pt x="102" y="1"/>
                    </a:cubicBezTo>
                    <a:cubicBezTo>
                      <a:pt x="106" y="2"/>
                      <a:pt x="106" y="2"/>
                      <a:pt x="106" y="2"/>
                    </a:cubicBezTo>
                    <a:cubicBezTo>
                      <a:pt x="106" y="2"/>
                      <a:pt x="106" y="2"/>
                      <a:pt x="106" y="2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5" y="3"/>
                      <a:pt x="105" y="3"/>
                      <a:pt x="105" y="3"/>
                    </a:cubicBezTo>
                    <a:cubicBezTo>
                      <a:pt x="105" y="14"/>
                      <a:pt x="105" y="14"/>
                      <a:pt x="105" y="14"/>
                    </a:cubicBezTo>
                    <a:cubicBezTo>
                      <a:pt x="106" y="14"/>
                      <a:pt x="106" y="14"/>
                      <a:pt x="106" y="14"/>
                    </a:cubicBezTo>
                    <a:cubicBezTo>
                      <a:pt x="110" y="4"/>
                      <a:pt x="110" y="4"/>
                      <a:pt x="110" y="4"/>
                    </a:cubicBezTo>
                    <a:cubicBezTo>
                      <a:pt x="110" y="4"/>
                      <a:pt x="110" y="4"/>
                      <a:pt x="110" y="3"/>
                    </a:cubicBezTo>
                    <a:cubicBezTo>
                      <a:pt x="110" y="3"/>
                      <a:pt x="110" y="3"/>
                      <a:pt x="110" y="3"/>
                    </a:cubicBezTo>
                    <a:cubicBezTo>
                      <a:pt x="109" y="3"/>
                      <a:pt x="109" y="3"/>
                      <a:pt x="109" y="3"/>
                    </a:cubicBezTo>
                    <a:close/>
                    <a:moveTo>
                      <a:pt x="116" y="5"/>
                    </a:moveTo>
                    <a:cubicBezTo>
                      <a:pt x="116" y="5"/>
                      <a:pt x="116" y="5"/>
                      <a:pt x="116" y="5"/>
                    </a:cubicBezTo>
                    <a:cubicBezTo>
                      <a:pt x="117" y="5"/>
                      <a:pt x="117" y="5"/>
                      <a:pt x="117" y="5"/>
                    </a:cubicBezTo>
                    <a:cubicBezTo>
                      <a:pt x="117" y="5"/>
                      <a:pt x="117" y="6"/>
                      <a:pt x="117" y="6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9"/>
                      <a:pt x="113" y="19"/>
                    </a:cubicBezTo>
                    <a:cubicBezTo>
                      <a:pt x="112" y="19"/>
                      <a:pt x="112" y="19"/>
                      <a:pt x="112" y="19"/>
                    </a:cubicBezTo>
                    <a:cubicBezTo>
                      <a:pt x="111" y="18"/>
                      <a:pt x="111" y="18"/>
                      <a:pt x="111" y="18"/>
                    </a:cubicBezTo>
                    <a:cubicBezTo>
                      <a:pt x="111" y="19"/>
                      <a:pt x="111" y="19"/>
                      <a:pt x="111" y="19"/>
                    </a:cubicBezTo>
                    <a:cubicBezTo>
                      <a:pt x="120" y="22"/>
                      <a:pt x="120" y="22"/>
                      <a:pt x="120" y="22"/>
                    </a:cubicBezTo>
                    <a:cubicBezTo>
                      <a:pt x="122" y="19"/>
                      <a:pt x="122" y="19"/>
                      <a:pt x="122" y="19"/>
                    </a:cubicBezTo>
                    <a:cubicBezTo>
                      <a:pt x="122" y="18"/>
                      <a:pt x="122" y="18"/>
                      <a:pt x="122" y="18"/>
                    </a:cubicBezTo>
                    <a:cubicBezTo>
                      <a:pt x="121" y="19"/>
                      <a:pt x="120" y="20"/>
                      <a:pt x="120" y="20"/>
                    </a:cubicBezTo>
                    <a:cubicBezTo>
                      <a:pt x="119" y="21"/>
                      <a:pt x="118" y="21"/>
                      <a:pt x="117" y="20"/>
                    </a:cubicBezTo>
                    <a:cubicBezTo>
                      <a:pt x="115" y="20"/>
                      <a:pt x="115" y="20"/>
                      <a:pt x="115" y="20"/>
                    </a:cubicBezTo>
                    <a:cubicBezTo>
                      <a:pt x="115" y="20"/>
                      <a:pt x="114" y="19"/>
                      <a:pt x="114" y="19"/>
                    </a:cubicBezTo>
                    <a:cubicBezTo>
                      <a:pt x="114" y="19"/>
                      <a:pt x="114" y="19"/>
                      <a:pt x="114" y="19"/>
                    </a:cubicBezTo>
                    <a:cubicBezTo>
                      <a:pt x="116" y="12"/>
                      <a:pt x="116" y="12"/>
                      <a:pt x="116" y="12"/>
                    </a:cubicBezTo>
                    <a:cubicBezTo>
                      <a:pt x="119" y="13"/>
                      <a:pt x="119" y="13"/>
                      <a:pt x="119" y="13"/>
                    </a:cubicBezTo>
                    <a:cubicBezTo>
                      <a:pt x="120" y="13"/>
                      <a:pt x="120" y="13"/>
                      <a:pt x="120" y="14"/>
                    </a:cubicBezTo>
                    <a:cubicBezTo>
                      <a:pt x="120" y="14"/>
                      <a:pt x="120" y="15"/>
                      <a:pt x="120" y="15"/>
                    </a:cubicBezTo>
                    <a:cubicBezTo>
                      <a:pt x="120" y="16"/>
                      <a:pt x="120" y="16"/>
                      <a:pt x="120" y="16"/>
                    </a:cubicBezTo>
                    <a:cubicBezTo>
                      <a:pt x="120" y="16"/>
                      <a:pt x="120" y="16"/>
                      <a:pt x="120" y="16"/>
                    </a:cubicBezTo>
                    <a:cubicBezTo>
                      <a:pt x="122" y="11"/>
                      <a:pt x="122" y="11"/>
                      <a:pt x="122" y="11"/>
                    </a:cubicBezTo>
                    <a:cubicBezTo>
                      <a:pt x="122" y="11"/>
                      <a:pt x="122" y="11"/>
                      <a:pt x="122" y="11"/>
                    </a:cubicBezTo>
                    <a:cubicBezTo>
                      <a:pt x="121" y="11"/>
                      <a:pt x="121" y="11"/>
                      <a:pt x="121" y="11"/>
                    </a:cubicBezTo>
                    <a:cubicBezTo>
                      <a:pt x="121" y="12"/>
                      <a:pt x="121" y="12"/>
                      <a:pt x="121" y="12"/>
                    </a:cubicBezTo>
                    <a:cubicBezTo>
                      <a:pt x="120" y="13"/>
                      <a:pt x="120" y="13"/>
                      <a:pt x="119" y="12"/>
                    </a:cubicBezTo>
                    <a:cubicBezTo>
                      <a:pt x="117" y="12"/>
                      <a:pt x="117" y="12"/>
                      <a:pt x="117" y="12"/>
                    </a:cubicBezTo>
                    <a:cubicBezTo>
                      <a:pt x="118" y="6"/>
                      <a:pt x="118" y="6"/>
                      <a:pt x="118" y="6"/>
                    </a:cubicBezTo>
                    <a:cubicBezTo>
                      <a:pt x="118" y="6"/>
                      <a:pt x="119" y="6"/>
                      <a:pt x="119" y="6"/>
                    </a:cubicBezTo>
                    <a:cubicBezTo>
                      <a:pt x="119" y="6"/>
                      <a:pt x="119" y="6"/>
                      <a:pt x="119" y="6"/>
                    </a:cubicBezTo>
                    <a:cubicBezTo>
                      <a:pt x="122" y="7"/>
                      <a:pt x="122" y="7"/>
                      <a:pt x="122" y="7"/>
                    </a:cubicBezTo>
                    <a:cubicBezTo>
                      <a:pt x="122" y="7"/>
                      <a:pt x="123" y="7"/>
                      <a:pt x="123" y="8"/>
                    </a:cubicBezTo>
                    <a:cubicBezTo>
                      <a:pt x="124" y="8"/>
                      <a:pt x="124" y="9"/>
                      <a:pt x="124" y="10"/>
                    </a:cubicBezTo>
                    <a:cubicBezTo>
                      <a:pt x="125" y="10"/>
                      <a:pt x="125" y="10"/>
                      <a:pt x="125" y="10"/>
                    </a:cubicBezTo>
                    <a:cubicBezTo>
                      <a:pt x="125" y="7"/>
                      <a:pt x="125" y="7"/>
                      <a:pt x="125" y="7"/>
                    </a:cubicBezTo>
                    <a:cubicBezTo>
                      <a:pt x="116" y="4"/>
                      <a:pt x="116" y="4"/>
                      <a:pt x="116" y="4"/>
                    </a:cubicBezTo>
                    <a:cubicBezTo>
                      <a:pt x="116" y="5"/>
                      <a:pt x="116" y="5"/>
                      <a:pt x="116" y="5"/>
                    </a:cubicBezTo>
                    <a:close/>
                    <a:moveTo>
                      <a:pt x="136" y="17"/>
                    </a:moveTo>
                    <a:cubicBezTo>
                      <a:pt x="136" y="18"/>
                      <a:pt x="135" y="19"/>
                      <a:pt x="134" y="19"/>
                    </a:cubicBezTo>
                    <a:cubicBezTo>
                      <a:pt x="133" y="19"/>
                      <a:pt x="133" y="19"/>
                      <a:pt x="132" y="19"/>
                    </a:cubicBezTo>
                    <a:cubicBezTo>
                      <a:pt x="131" y="26"/>
                      <a:pt x="131" y="26"/>
                      <a:pt x="131" y="26"/>
                    </a:cubicBezTo>
                    <a:cubicBezTo>
                      <a:pt x="131" y="26"/>
                      <a:pt x="131" y="27"/>
                      <a:pt x="131" y="27"/>
                    </a:cubicBezTo>
                    <a:cubicBezTo>
                      <a:pt x="131" y="27"/>
                      <a:pt x="131" y="27"/>
                      <a:pt x="132" y="27"/>
                    </a:cubicBezTo>
                    <a:cubicBezTo>
                      <a:pt x="132" y="27"/>
                      <a:pt x="132" y="27"/>
                      <a:pt x="132" y="27"/>
                    </a:cubicBezTo>
                    <a:cubicBezTo>
                      <a:pt x="132" y="28"/>
                      <a:pt x="132" y="28"/>
                      <a:pt x="132" y="28"/>
                    </a:cubicBezTo>
                    <a:cubicBezTo>
                      <a:pt x="130" y="27"/>
                      <a:pt x="130" y="27"/>
                      <a:pt x="130" y="27"/>
                    </a:cubicBezTo>
                    <a:cubicBezTo>
                      <a:pt x="130" y="18"/>
                      <a:pt x="130" y="18"/>
                      <a:pt x="130" y="18"/>
                    </a:cubicBezTo>
                    <a:cubicBezTo>
                      <a:pt x="129" y="17"/>
                      <a:pt x="129" y="17"/>
                      <a:pt x="129" y="17"/>
                    </a:cubicBezTo>
                    <a:cubicBezTo>
                      <a:pt x="126" y="23"/>
                      <a:pt x="126" y="23"/>
                      <a:pt x="126" y="23"/>
                    </a:cubicBezTo>
                    <a:cubicBezTo>
                      <a:pt x="125" y="24"/>
                      <a:pt x="125" y="24"/>
                      <a:pt x="126" y="24"/>
                    </a:cubicBezTo>
                    <a:cubicBezTo>
                      <a:pt x="126" y="24"/>
                      <a:pt x="126" y="24"/>
                      <a:pt x="126" y="24"/>
                    </a:cubicBezTo>
                    <a:cubicBezTo>
                      <a:pt x="126" y="25"/>
                      <a:pt x="126" y="25"/>
                      <a:pt x="126" y="25"/>
                    </a:cubicBezTo>
                    <a:cubicBezTo>
                      <a:pt x="126" y="25"/>
                      <a:pt x="126" y="25"/>
                      <a:pt x="126" y="25"/>
                    </a:cubicBezTo>
                    <a:cubicBezTo>
                      <a:pt x="122" y="23"/>
                      <a:pt x="122" y="23"/>
                      <a:pt x="122" y="23"/>
                    </a:cubicBezTo>
                    <a:cubicBezTo>
                      <a:pt x="123" y="23"/>
                      <a:pt x="123" y="23"/>
                      <a:pt x="123" y="23"/>
                    </a:cubicBezTo>
                    <a:cubicBezTo>
                      <a:pt x="123" y="23"/>
                      <a:pt x="123" y="23"/>
                      <a:pt x="123" y="23"/>
                    </a:cubicBezTo>
                    <a:cubicBezTo>
                      <a:pt x="123" y="23"/>
                      <a:pt x="124" y="23"/>
                      <a:pt x="124" y="23"/>
                    </a:cubicBezTo>
                    <a:cubicBezTo>
                      <a:pt x="124" y="23"/>
                      <a:pt x="124" y="23"/>
                      <a:pt x="124" y="23"/>
                    </a:cubicBezTo>
                    <a:cubicBezTo>
                      <a:pt x="130" y="11"/>
                      <a:pt x="130" y="11"/>
                      <a:pt x="130" y="11"/>
                    </a:cubicBezTo>
                    <a:cubicBezTo>
                      <a:pt x="130" y="11"/>
                      <a:pt x="130" y="11"/>
                      <a:pt x="130" y="10"/>
                    </a:cubicBezTo>
                    <a:cubicBezTo>
                      <a:pt x="130" y="10"/>
                      <a:pt x="130" y="10"/>
                      <a:pt x="130" y="10"/>
                    </a:cubicBezTo>
                    <a:cubicBezTo>
                      <a:pt x="129" y="10"/>
                      <a:pt x="129" y="10"/>
                      <a:pt x="129" y="10"/>
                    </a:cubicBezTo>
                    <a:cubicBezTo>
                      <a:pt x="130" y="9"/>
                      <a:pt x="130" y="9"/>
                      <a:pt x="130" y="9"/>
                    </a:cubicBezTo>
                    <a:cubicBezTo>
                      <a:pt x="134" y="12"/>
                      <a:pt x="134" y="12"/>
                      <a:pt x="134" y="12"/>
                    </a:cubicBezTo>
                    <a:cubicBezTo>
                      <a:pt x="135" y="12"/>
                      <a:pt x="136" y="13"/>
                      <a:pt x="137" y="14"/>
                    </a:cubicBezTo>
                    <a:cubicBezTo>
                      <a:pt x="137" y="15"/>
                      <a:pt x="137" y="16"/>
                      <a:pt x="136" y="17"/>
                    </a:cubicBezTo>
                    <a:close/>
                    <a:moveTo>
                      <a:pt x="129" y="17"/>
                    </a:moveTo>
                    <a:cubicBezTo>
                      <a:pt x="131" y="18"/>
                      <a:pt x="131" y="18"/>
                      <a:pt x="131" y="18"/>
                    </a:cubicBezTo>
                    <a:cubicBezTo>
                      <a:pt x="131" y="18"/>
                      <a:pt x="132" y="18"/>
                      <a:pt x="133" y="18"/>
                    </a:cubicBezTo>
                    <a:cubicBezTo>
                      <a:pt x="134" y="18"/>
                      <a:pt x="134" y="17"/>
                      <a:pt x="135" y="16"/>
                    </a:cubicBezTo>
                    <a:cubicBezTo>
                      <a:pt x="135" y="15"/>
                      <a:pt x="136" y="15"/>
                      <a:pt x="135" y="14"/>
                    </a:cubicBezTo>
                    <a:cubicBezTo>
                      <a:pt x="135" y="13"/>
                      <a:pt x="135" y="12"/>
                      <a:pt x="133" y="12"/>
                    </a:cubicBezTo>
                    <a:cubicBezTo>
                      <a:pt x="133" y="11"/>
                      <a:pt x="133" y="11"/>
                      <a:pt x="133" y="11"/>
                    </a:cubicBezTo>
                    <a:cubicBezTo>
                      <a:pt x="132" y="11"/>
                      <a:pt x="132" y="11"/>
                      <a:pt x="132" y="11"/>
                    </a:cubicBezTo>
                    <a:cubicBezTo>
                      <a:pt x="132" y="11"/>
                      <a:pt x="132" y="11"/>
                      <a:pt x="132" y="12"/>
                    </a:cubicBezTo>
                    <a:cubicBezTo>
                      <a:pt x="129" y="17"/>
                      <a:pt x="129" y="17"/>
                      <a:pt x="129" y="17"/>
                    </a:cubicBezTo>
                    <a:close/>
                    <a:moveTo>
                      <a:pt x="141" y="25"/>
                    </a:moveTo>
                    <a:cubicBezTo>
                      <a:pt x="142" y="27"/>
                      <a:pt x="142" y="28"/>
                      <a:pt x="142" y="28"/>
                    </a:cubicBezTo>
                    <a:cubicBezTo>
                      <a:pt x="142" y="29"/>
                      <a:pt x="142" y="30"/>
                      <a:pt x="142" y="30"/>
                    </a:cubicBezTo>
                    <a:cubicBezTo>
                      <a:pt x="141" y="31"/>
                      <a:pt x="141" y="32"/>
                      <a:pt x="140" y="32"/>
                    </a:cubicBezTo>
                    <a:cubicBezTo>
                      <a:pt x="139" y="32"/>
                      <a:pt x="138" y="32"/>
                      <a:pt x="137" y="32"/>
                    </a:cubicBezTo>
                    <a:cubicBezTo>
                      <a:pt x="137" y="31"/>
                      <a:pt x="136" y="30"/>
                      <a:pt x="136" y="29"/>
                    </a:cubicBezTo>
                    <a:cubicBezTo>
                      <a:pt x="135" y="28"/>
                      <a:pt x="136" y="27"/>
                      <a:pt x="136" y="26"/>
                    </a:cubicBezTo>
                    <a:cubicBezTo>
                      <a:pt x="136" y="26"/>
                      <a:pt x="136" y="26"/>
                      <a:pt x="136" y="26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5" y="30"/>
                      <a:pt x="135" y="30"/>
                      <a:pt x="135" y="30"/>
                    </a:cubicBezTo>
                    <a:cubicBezTo>
                      <a:pt x="135" y="30"/>
                      <a:pt x="135" y="30"/>
                      <a:pt x="136" y="31"/>
                    </a:cubicBezTo>
                    <a:cubicBezTo>
                      <a:pt x="136" y="31"/>
                      <a:pt x="136" y="32"/>
                      <a:pt x="137" y="32"/>
                    </a:cubicBezTo>
                    <a:cubicBezTo>
                      <a:pt x="138" y="33"/>
                      <a:pt x="139" y="33"/>
                      <a:pt x="140" y="33"/>
                    </a:cubicBezTo>
                    <a:cubicBezTo>
                      <a:pt x="142" y="33"/>
                      <a:pt x="142" y="32"/>
                      <a:pt x="143" y="31"/>
                    </a:cubicBezTo>
                    <a:cubicBezTo>
                      <a:pt x="144" y="30"/>
                      <a:pt x="144" y="29"/>
                      <a:pt x="144" y="28"/>
                    </a:cubicBezTo>
                    <a:cubicBezTo>
                      <a:pt x="144" y="27"/>
                      <a:pt x="143" y="26"/>
                      <a:pt x="142" y="25"/>
                    </a:cubicBezTo>
                    <a:cubicBezTo>
                      <a:pt x="141" y="23"/>
                      <a:pt x="141" y="22"/>
                      <a:pt x="141" y="22"/>
                    </a:cubicBezTo>
                    <a:cubicBezTo>
                      <a:pt x="141" y="21"/>
                      <a:pt x="141" y="20"/>
                      <a:pt x="141" y="20"/>
                    </a:cubicBezTo>
                    <a:cubicBezTo>
                      <a:pt x="142" y="19"/>
                      <a:pt x="142" y="19"/>
                      <a:pt x="143" y="19"/>
                    </a:cubicBezTo>
                    <a:cubicBezTo>
                      <a:pt x="144" y="18"/>
                      <a:pt x="144" y="18"/>
                      <a:pt x="145" y="19"/>
                    </a:cubicBezTo>
                    <a:cubicBezTo>
                      <a:pt x="146" y="20"/>
                      <a:pt x="147" y="20"/>
                      <a:pt x="147" y="21"/>
                    </a:cubicBezTo>
                    <a:cubicBezTo>
                      <a:pt x="147" y="22"/>
                      <a:pt x="147" y="23"/>
                      <a:pt x="147" y="24"/>
                    </a:cubicBezTo>
                    <a:cubicBezTo>
                      <a:pt x="147" y="24"/>
                      <a:pt x="147" y="24"/>
                      <a:pt x="147" y="24"/>
                    </a:cubicBezTo>
                    <a:cubicBezTo>
                      <a:pt x="149" y="21"/>
                      <a:pt x="149" y="21"/>
                      <a:pt x="149" y="21"/>
                    </a:cubicBezTo>
                    <a:cubicBezTo>
                      <a:pt x="149" y="21"/>
                      <a:pt x="149" y="21"/>
                      <a:pt x="148" y="21"/>
                    </a:cubicBezTo>
                    <a:cubicBezTo>
                      <a:pt x="148" y="21"/>
                      <a:pt x="148" y="21"/>
                      <a:pt x="148" y="21"/>
                    </a:cubicBezTo>
                    <a:cubicBezTo>
                      <a:pt x="148" y="21"/>
                      <a:pt x="147" y="20"/>
                      <a:pt x="147" y="20"/>
                    </a:cubicBezTo>
                    <a:cubicBezTo>
                      <a:pt x="147" y="19"/>
                      <a:pt x="146" y="19"/>
                      <a:pt x="146" y="19"/>
                    </a:cubicBezTo>
                    <a:cubicBezTo>
                      <a:pt x="145" y="18"/>
                      <a:pt x="144" y="18"/>
                      <a:pt x="143" y="18"/>
                    </a:cubicBezTo>
                    <a:cubicBezTo>
                      <a:pt x="141" y="18"/>
                      <a:pt x="141" y="19"/>
                      <a:pt x="140" y="19"/>
                    </a:cubicBezTo>
                    <a:cubicBezTo>
                      <a:pt x="139" y="20"/>
                      <a:pt x="139" y="21"/>
                      <a:pt x="139" y="22"/>
                    </a:cubicBezTo>
                    <a:cubicBezTo>
                      <a:pt x="140" y="23"/>
                      <a:pt x="140" y="24"/>
                      <a:pt x="141" y="25"/>
                    </a:cubicBezTo>
                    <a:close/>
                    <a:moveTo>
                      <a:pt x="154" y="26"/>
                    </a:moveTo>
                    <a:cubicBezTo>
                      <a:pt x="154" y="26"/>
                      <a:pt x="154" y="26"/>
                      <a:pt x="154" y="26"/>
                    </a:cubicBezTo>
                    <a:cubicBezTo>
                      <a:pt x="159" y="31"/>
                      <a:pt x="159" y="31"/>
                      <a:pt x="159" y="31"/>
                    </a:cubicBezTo>
                    <a:cubicBezTo>
                      <a:pt x="159" y="31"/>
                      <a:pt x="159" y="31"/>
                      <a:pt x="159" y="31"/>
                    </a:cubicBezTo>
                    <a:cubicBezTo>
                      <a:pt x="158" y="30"/>
                      <a:pt x="158" y="30"/>
                      <a:pt x="158" y="30"/>
                    </a:cubicBezTo>
                    <a:cubicBezTo>
                      <a:pt x="157" y="29"/>
                      <a:pt x="157" y="29"/>
                      <a:pt x="157" y="29"/>
                    </a:cubicBezTo>
                    <a:cubicBezTo>
                      <a:pt x="157" y="29"/>
                      <a:pt x="157" y="29"/>
                      <a:pt x="156" y="30"/>
                    </a:cubicBezTo>
                    <a:cubicBezTo>
                      <a:pt x="147" y="39"/>
                      <a:pt x="147" y="39"/>
                      <a:pt x="147" y="39"/>
                    </a:cubicBezTo>
                    <a:cubicBezTo>
                      <a:pt x="147" y="39"/>
                      <a:pt x="147" y="39"/>
                      <a:pt x="147" y="40"/>
                    </a:cubicBezTo>
                    <a:cubicBezTo>
                      <a:pt x="147" y="40"/>
                      <a:pt x="147" y="40"/>
                      <a:pt x="148" y="40"/>
                    </a:cubicBezTo>
                    <a:cubicBezTo>
                      <a:pt x="149" y="42"/>
                      <a:pt x="149" y="42"/>
                      <a:pt x="149" y="42"/>
                    </a:cubicBezTo>
                    <a:cubicBezTo>
                      <a:pt x="149" y="42"/>
                      <a:pt x="149" y="42"/>
                      <a:pt x="149" y="42"/>
                    </a:cubicBezTo>
                    <a:cubicBezTo>
                      <a:pt x="143" y="37"/>
                      <a:pt x="143" y="37"/>
                      <a:pt x="143" y="37"/>
                    </a:cubicBezTo>
                    <a:cubicBezTo>
                      <a:pt x="144" y="37"/>
                      <a:pt x="144" y="37"/>
                      <a:pt x="144" y="37"/>
                    </a:cubicBezTo>
                    <a:cubicBezTo>
                      <a:pt x="145" y="38"/>
                      <a:pt x="145" y="38"/>
                      <a:pt x="145" y="38"/>
                    </a:cubicBezTo>
                    <a:cubicBezTo>
                      <a:pt x="146" y="38"/>
                      <a:pt x="146" y="38"/>
                      <a:pt x="146" y="38"/>
                    </a:cubicBezTo>
                    <a:cubicBezTo>
                      <a:pt x="146" y="38"/>
                      <a:pt x="146" y="38"/>
                      <a:pt x="146" y="38"/>
                    </a:cubicBezTo>
                    <a:cubicBezTo>
                      <a:pt x="155" y="29"/>
                      <a:pt x="155" y="29"/>
                      <a:pt x="155" y="29"/>
                    </a:cubicBezTo>
                    <a:cubicBezTo>
                      <a:pt x="155" y="28"/>
                      <a:pt x="156" y="28"/>
                      <a:pt x="156" y="28"/>
                    </a:cubicBezTo>
                    <a:cubicBezTo>
                      <a:pt x="156" y="28"/>
                      <a:pt x="155" y="28"/>
                      <a:pt x="155" y="27"/>
                    </a:cubicBezTo>
                    <a:cubicBezTo>
                      <a:pt x="154" y="26"/>
                      <a:pt x="154" y="26"/>
                      <a:pt x="154" y="26"/>
                    </a:cubicBezTo>
                    <a:close/>
                    <a:moveTo>
                      <a:pt x="155" y="50"/>
                    </a:moveTo>
                    <a:cubicBezTo>
                      <a:pt x="156" y="50"/>
                      <a:pt x="156" y="50"/>
                      <a:pt x="156" y="50"/>
                    </a:cubicBezTo>
                    <a:cubicBezTo>
                      <a:pt x="155" y="49"/>
                      <a:pt x="155" y="49"/>
                      <a:pt x="155" y="49"/>
                    </a:cubicBezTo>
                    <a:cubicBezTo>
                      <a:pt x="155" y="49"/>
                      <a:pt x="155" y="49"/>
                      <a:pt x="155" y="49"/>
                    </a:cubicBezTo>
                    <a:cubicBezTo>
                      <a:pt x="155" y="49"/>
                      <a:pt x="155" y="48"/>
                      <a:pt x="155" y="48"/>
                    </a:cubicBezTo>
                    <a:cubicBezTo>
                      <a:pt x="165" y="40"/>
                      <a:pt x="165" y="40"/>
                      <a:pt x="165" y="40"/>
                    </a:cubicBezTo>
                    <a:cubicBezTo>
                      <a:pt x="166" y="40"/>
                      <a:pt x="166" y="40"/>
                      <a:pt x="166" y="40"/>
                    </a:cubicBezTo>
                    <a:cubicBezTo>
                      <a:pt x="166" y="40"/>
                      <a:pt x="166" y="40"/>
                      <a:pt x="167" y="40"/>
                    </a:cubicBezTo>
                    <a:cubicBezTo>
                      <a:pt x="167" y="41"/>
                      <a:pt x="167" y="42"/>
                      <a:pt x="167" y="42"/>
                    </a:cubicBezTo>
                    <a:cubicBezTo>
                      <a:pt x="167" y="43"/>
                      <a:pt x="167" y="43"/>
                      <a:pt x="166" y="45"/>
                    </a:cubicBezTo>
                    <a:cubicBezTo>
                      <a:pt x="166" y="45"/>
                      <a:pt x="166" y="45"/>
                      <a:pt x="166" y="45"/>
                    </a:cubicBezTo>
                    <a:cubicBezTo>
                      <a:pt x="169" y="42"/>
                      <a:pt x="169" y="42"/>
                      <a:pt x="169" y="42"/>
                    </a:cubicBezTo>
                    <a:cubicBezTo>
                      <a:pt x="163" y="35"/>
                      <a:pt x="163" y="35"/>
                      <a:pt x="163" y="35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62" y="37"/>
                      <a:pt x="163" y="37"/>
                      <a:pt x="163" y="37"/>
                    </a:cubicBezTo>
                    <a:cubicBezTo>
                      <a:pt x="163" y="37"/>
                      <a:pt x="164" y="37"/>
                      <a:pt x="164" y="38"/>
                    </a:cubicBezTo>
                    <a:cubicBezTo>
                      <a:pt x="165" y="38"/>
                      <a:pt x="165" y="38"/>
                      <a:pt x="165" y="38"/>
                    </a:cubicBezTo>
                    <a:cubicBezTo>
                      <a:pt x="165" y="39"/>
                      <a:pt x="165" y="39"/>
                      <a:pt x="164" y="39"/>
                    </a:cubicBezTo>
                    <a:cubicBezTo>
                      <a:pt x="154" y="47"/>
                      <a:pt x="154" y="47"/>
                      <a:pt x="154" y="47"/>
                    </a:cubicBezTo>
                    <a:cubicBezTo>
                      <a:pt x="154" y="47"/>
                      <a:pt x="154" y="47"/>
                      <a:pt x="154" y="47"/>
                    </a:cubicBezTo>
                    <a:cubicBezTo>
                      <a:pt x="154" y="47"/>
                      <a:pt x="153" y="47"/>
                      <a:pt x="153" y="47"/>
                    </a:cubicBezTo>
                    <a:cubicBezTo>
                      <a:pt x="153" y="46"/>
                      <a:pt x="153" y="46"/>
                      <a:pt x="153" y="46"/>
                    </a:cubicBezTo>
                    <a:cubicBezTo>
                      <a:pt x="152" y="47"/>
                      <a:pt x="152" y="47"/>
                      <a:pt x="152" y="47"/>
                    </a:cubicBezTo>
                    <a:cubicBezTo>
                      <a:pt x="155" y="50"/>
                      <a:pt x="155" y="50"/>
                      <a:pt x="155" y="50"/>
                    </a:cubicBezTo>
                    <a:close/>
                    <a:moveTo>
                      <a:pt x="174" y="54"/>
                    </a:moveTo>
                    <a:cubicBezTo>
                      <a:pt x="174" y="54"/>
                      <a:pt x="175" y="54"/>
                      <a:pt x="175" y="53"/>
                    </a:cubicBezTo>
                    <a:cubicBezTo>
                      <a:pt x="175" y="53"/>
                      <a:pt x="175" y="53"/>
                      <a:pt x="174" y="53"/>
                    </a:cubicBezTo>
                    <a:cubicBezTo>
                      <a:pt x="174" y="52"/>
                      <a:pt x="174" y="52"/>
                      <a:pt x="174" y="52"/>
                    </a:cubicBezTo>
                    <a:cubicBezTo>
                      <a:pt x="175" y="52"/>
                      <a:pt x="175" y="52"/>
                      <a:pt x="175" y="52"/>
                    </a:cubicBezTo>
                    <a:cubicBezTo>
                      <a:pt x="177" y="55"/>
                      <a:pt x="177" y="55"/>
                      <a:pt x="177" y="55"/>
                    </a:cubicBezTo>
                    <a:cubicBezTo>
                      <a:pt x="176" y="55"/>
                      <a:pt x="176" y="55"/>
                      <a:pt x="176" y="55"/>
                    </a:cubicBezTo>
                    <a:cubicBezTo>
                      <a:pt x="176" y="55"/>
                      <a:pt x="176" y="55"/>
                      <a:pt x="176" y="55"/>
                    </a:cubicBezTo>
                    <a:cubicBezTo>
                      <a:pt x="176" y="55"/>
                      <a:pt x="176" y="55"/>
                      <a:pt x="175" y="55"/>
                    </a:cubicBezTo>
                    <a:cubicBezTo>
                      <a:pt x="175" y="55"/>
                      <a:pt x="175" y="55"/>
                      <a:pt x="174" y="55"/>
                    </a:cubicBezTo>
                    <a:cubicBezTo>
                      <a:pt x="166" y="56"/>
                      <a:pt x="166" y="56"/>
                      <a:pt x="166" y="56"/>
                    </a:cubicBezTo>
                    <a:cubicBezTo>
                      <a:pt x="162" y="58"/>
                      <a:pt x="162" y="58"/>
                      <a:pt x="162" y="58"/>
                    </a:cubicBezTo>
                    <a:cubicBezTo>
                      <a:pt x="162" y="59"/>
                      <a:pt x="162" y="59"/>
                      <a:pt x="162" y="59"/>
                    </a:cubicBezTo>
                    <a:cubicBezTo>
                      <a:pt x="161" y="59"/>
                      <a:pt x="162" y="59"/>
                      <a:pt x="162" y="60"/>
                    </a:cubicBezTo>
                    <a:cubicBezTo>
                      <a:pt x="162" y="60"/>
                      <a:pt x="162" y="60"/>
                      <a:pt x="162" y="60"/>
                    </a:cubicBezTo>
                    <a:cubicBezTo>
                      <a:pt x="162" y="61"/>
                      <a:pt x="162" y="61"/>
                      <a:pt x="162" y="61"/>
                    </a:cubicBezTo>
                    <a:cubicBezTo>
                      <a:pt x="159" y="56"/>
                      <a:pt x="159" y="56"/>
                      <a:pt x="159" y="56"/>
                    </a:cubicBezTo>
                    <a:cubicBezTo>
                      <a:pt x="160" y="56"/>
                      <a:pt x="160" y="56"/>
                      <a:pt x="160" y="56"/>
                    </a:cubicBezTo>
                    <a:cubicBezTo>
                      <a:pt x="160" y="57"/>
                      <a:pt x="160" y="57"/>
                      <a:pt x="160" y="57"/>
                    </a:cubicBezTo>
                    <a:cubicBezTo>
                      <a:pt x="160" y="57"/>
                      <a:pt x="160" y="57"/>
                      <a:pt x="161" y="57"/>
                    </a:cubicBezTo>
                    <a:cubicBezTo>
                      <a:pt x="161" y="57"/>
                      <a:pt x="161" y="57"/>
                      <a:pt x="161" y="57"/>
                    </a:cubicBezTo>
                    <a:cubicBezTo>
                      <a:pt x="165" y="55"/>
                      <a:pt x="165" y="55"/>
                      <a:pt x="165" y="55"/>
                    </a:cubicBezTo>
                    <a:cubicBezTo>
                      <a:pt x="171" y="48"/>
                      <a:pt x="171" y="48"/>
                      <a:pt x="171" y="48"/>
                    </a:cubicBezTo>
                    <a:cubicBezTo>
                      <a:pt x="171" y="48"/>
                      <a:pt x="171" y="48"/>
                      <a:pt x="171" y="47"/>
                    </a:cubicBezTo>
                    <a:cubicBezTo>
                      <a:pt x="171" y="47"/>
                      <a:pt x="171" y="47"/>
                      <a:pt x="171" y="47"/>
                    </a:cubicBezTo>
                    <a:cubicBezTo>
                      <a:pt x="171" y="46"/>
                      <a:pt x="171" y="46"/>
                      <a:pt x="171" y="46"/>
                    </a:cubicBezTo>
                    <a:cubicBezTo>
                      <a:pt x="171" y="46"/>
                      <a:pt x="171" y="46"/>
                      <a:pt x="171" y="46"/>
                    </a:cubicBezTo>
                    <a:cubicBezTo>
                      <a:pt x="173" y="50"/>
                      <a:pt x="173" y="50"/>
                      <a:pt x="173" y="50"/>
                    </a:cubicBezTo>
                    <a:cubicBezTo>
                      <a:pt x="173" y="50"/>
                      <a:pt x="173" y="50"/>
                      <a:pt x="173" y="50"/>
                    </a:cubicBezTo>
                    <a:cubicBezTo>
                      <a:pt x="173" y="49"/>
                      <a:pt x="173" y="49"/>
                      <a:pt x="173" y="49"/>
                    </a:cubicBezTo>
                    <a:cubicBezTo>
                      <a:pt x="172" y="49"/>
                      <a:pt x="172" y="49"/>
                      <a:pt x="172" y="49"/>
                    </a:cubicBezTo>
                    <a:cubicBezTo>
                      <a:pt x="172" y="49"/>
                      <a:pt x="172" y="49"/>
                      <a:pt x="171" y="49"/>
                    </a:cubicBezTo>
                    <a:cubicBezTo>
                      <a:pt x="167" y="55"/>
                      <a:pt x="167" y="55"/>
                      <a:pt x="167" y="55"/>
                    </a:cubicBezTo>
                    <a:cubicBezTo>
                      <a:pt x="167" y="55"/>
                      <a:pt x="167" y="55"/>
                      <a:pt x="167" y="55"/>
                    </a:cubicBezTo>
                    <a:lnTo>
                      <a:pt x="174" y="54"/>
                    </a:lnTo>
                    <a:close/>
                  </a:path>
                </a:pathLst>
              </a:custGeom>
              <a:solidFill>
                <a:srgbClr val="FFFFFF"/>
              </a:solidFill>
              <a:ln w="3175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8" name="ïśľíḓé"/>
              <p:cNvSpPr/>
              <p:nvPr/>
            </p:nvSpPr>
            <p:spPr bwMode="auto">
              <a:xfrm>
                <a:off x="3667126" y="3184525"/>
                <a:ext cx="492125" cy="496888"/>
              </a:xfrm>
              <a:custGeom>
                <a:avLst/>
                <a:gdLst>
                  <a:gd name="T0" fmla="*/ 74 w 149"/>
                  <a:gd name="T1" fmla="*/ 0 h 149"/>
                  <a:gd name="T2" fmla="*/ 149 w 149"/>
                  <a:gd name="T3" fmla="*/ 74 h 149"/>
                  <a:gd name="T4" fmla="*/ 74 w 149"/>
                  <a:gd name="T5" fmla="*/ 149 h 149"/>
                  <a:gd name="T6" fmla="*/ 0 w 149"/>
                  <a:gd name="T7" fmla="*/ 74 h 149"/>
                  <a:gd name="T8" fmla="*/ 74 w 149"/>
                  <a:gd name="T9" fmla="*/ 0 h 149"/>
                  <a:gd name="T10" fmla="*/ 74 w 149"/>
                  <a:gd name="T11" fmla="*/ 2 h 149"/>
                  <a:gd name="T12" fmla="*/ 2 w 149"/>
                  <a:gd name="T13" fmla="*/ 74 h 149"/>
                  <a:gd name="T14" fmla="*/ 74 w 149"/>
                  <a:gd name="T15" fmla="*/ 146 h 149"/>
                  <a:gd name="T16" fmla="*/ 146 w 149"/>
                  <a:gd name="T17" fmla="*/ 74 h 149"/>
                  <a:gd name="T18" fmla="*/ 74 w 149"/>
                  <a:gd name="T19" fmla="*/ 2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9" h="149">
                    <a:moveTo>
                      <a:pt x="74" y="0"/>
                    </a:moveTo>
                    <a:cubicBezTo>
                      <a:pt x="115" y="0"/>
                      <a:pt x="149" y="33"/>
                      <a:pt x="149" y="74"/>
                    </a:cubicBezTo>
                    <a:cubicBezTo>
                      <a:pt x="149" y="115"/>
                      <a:pt x="115" y="149"/>
                      <a:pt x="74" y="149"/>
                    </a:cubicBezTo>
                    <a:cubicBezTo>
                      <a:pt x="33" y="149"/>
                      <a:pt x="0" y="115"/>
                      <a:pt x="0" y="74"/>
                    </a:cubicBezTo>
                    <a:cubicBezTo>
                      <a:pt x="0" y="33"/>
                      <a:pt x="33" y="0"/>
                      <a:pt x="74" y="0"/>
                    </a:cubicBezTo>
                    <a:close/>
                    <a:moveTo>
                      <a:pt x="74" y="2"/>
                    </a:moveTo>
                    <a:cubicBezTo>
                      <a:pt x="35" y="2"/>
                      <a:pt x="2" y="34"/>
                      <a:pt x="2" y="74"/>
                    </a:cubicBezTo>
                    <a:cubicBezTo>
                      <a:pt x="2" y="114"/>
                      <a:pt x="35" y="146"/>
                      <a:pt x="74" y="146"/>
                    </a:cubicBezTo>
                    <a:cubicBezTo>
                      <a:pt x="114" y="146"/>
                      <a:pt x="146" y="114"/>
                      <a:pt x="146" y="74"/>
                    </a:cubicBezTo>
                    <a:cubicBezTo>
                      <a:pt x="146" y="34"/>
                      <a:pt x="114" y="2"/>
                      <a:pt x="74" y="2"/>
                    </a:cubicBezTo>
                    <a:close/>
                  </a:path>
                </a:pathLst>
              </a:custGeom>
              <a:solidFill>
                <a:srgbClr val="0052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9" name="ïslíḍê"/>
              <p:cNvSpPr/>
              <p:nvPr/>
            </p:nvSpPr>
            <p:spPr bwMode="auto">
              <a:xfrm>
                <a:off x="3775076" y="3248025"/>
                <a:ext cx="274638" cy="146050"/>
              </a:xfrm>
              <a:custGeom>
                <a:avLst/>
                <a:gdLst>
                  <a:gd name="T0" fmla="*/ 10 w 83"/>
                  <a:gd name="T1" fmla="*/ 43 h 44"/>
                  <a:gd name="T2" fmla="*/ 18 w 83"/>
                  <a:gd name="T3" fmla="*/ 39 h 44"/>
                  <a:gd name="T4" fmla="*/ 67 w 83"/>
                  <a:gd name="T5" fmla="*/ 39 h 44"/>
                  <a:gd name="T6" fmla="*/ 73 w 83"/>
                  <a:gd name="T7" fmla="*/ 42 h 44"/>
                  <a:gd name="T8" fmla="*/ 76 w 83"/>
                  <a:gd name="T9" fmla="*/ 43 h 44"/>
                  <a:gd name="T10" fmla="*/ 83 w 83"/>
                  <a:gd name="T11" fmla="*/ 35 h 44"/>
                  <a:gd name="T12" fmla="*/ 76 w 83"/>
                  <a:gd name="T13" fmla="*/ 37 h 44"/>
                  <a:gd name="T14" fmla="*/ 69 w 83"/>
                  <a:gd name="T15" fmla="*/ 33 h 44"/>
                  <a:gd name="T16" fmla="*/ 70 w 83"/>
                  <a:gd name="T17" fmla="*/ 26 h 44"/>
                  <a:gd name="T18" fmla="*/ 64 w 83"/>
                  <a:gd name="T19" fmla="*/ 30 h 44"/>
                  <a:gd name="T20" fmla="*/ 59 w 83"/>
                  <a:gd name="T21" fmla="*/ 31 h 44"/>
                  <a:gd name="T22" fmla="*/ 56 w 83"/>
                  <a:gd name="T23" fmla="*/ 29 h 44"/>
                  <a:gd name="T24" fmla="*/ 56 w 83"/>
                  <a:gd name="T25" fmla="*/ 24 h 44"/>
                  <a:gd name="T26" fmla="*/ 58 w 83"/>
                  <a:gd name="T27" fmla="*/ 23 h 44"/>
                  <a:gd name="T28" fmla="*/ 58 w 83"/>
                  <a:gd name="T29" fmla="*/ 19 h 44"/>
                  <a:gd name="T30" fmla="*/ 54 w 83"/>
                  <a:gd name="T31" fmla="*/ 19 h 44"/>
                  <a:gd name="T32" fmla="*/ 53 w 83"/>
                  <a:gd name="T33" fmla="*/ 21 h 44"/>
                  <a:gd name="T34" fmla="*/ 44 w 83"/>
                  <a:gd name="T35" fmla="*/ 21 h 44"/>
                  <a:gd name="T36" fmla="*/ 43 w 83"/>
                  <a:gd name="T37" fmla="*/ 18 h 44"/>
                  <a:gd name="T38" fmla="*/ 44 w 83"/>
                  <a:gd name="T39" fmla="*/ 13 h 44"/>
                  <a:gd name="T40" fmla="*/ 43 w 83"/>
                  <a:gd name="T41" fmla="*/ 8 h 44"/>
                  <a:gd name="T42" fmla="*/ 43 w 83"/>
                  <a:gd name="T43" fmla="*/ 6 h 44"/>
                  <a:gd name="T44" fmla="*/ 43 w 83"/>
                  <a:gd name="T45" fmla="*/ 2 h 44"/>
                  <a:gd name="T46" fmla="*/ 43 w 83"/>
                  <a:gd name="T47" fmla="*/ 0 h 44"/>
                  <a:gd name="T48" fmla="*/ 40 w 83"/>
                  <a:gd name="T49" fmla="*/ 0 h 44"/>
                  <a:gd name="T50" fmla="*/ 39 w 83"/>
                  <a:gd name="T51" fmla="*/ 2 h 44"/>
                  <a:gd name="T52" fmla="*/ 39 w 83"/>
                  <a:gd name="T53" fmla="*/ 6 h 44"/>
                  <a:gd name="T54" fmla="*/ 39 w 83"/>
                  <a:gd name="T55" fmla="*/ 8 h 44"/>
                  <a:gd name="T56" fmla="*/ 38 w 83"/>
                  <a:gd name="T57" fmla="*/ 13 h 44"/>
                  <a:gd name="T58" fmla="*/ 38 w 83"/>
                  <a:gd name="T59" fmla="*/ 18 h 44"/>
                  <a:gd name="T60" fmla="*/ 38 w 83"/>
                  <a:gd name="T61" fmla="*/ 21 h 44"/>
                  <a:gd name="T62" fmla="*/ 30 w 83"/>
                  <a:gd name="T63" fmla="*/ 21 h 44"/>
                  <a:gd name="T64" fmla="*/ 29 w 83"/>
                  <a:gd name="T65" fmla="*/ 19 h 44"/>
                  <a:gd name="T66" fmla="*/ 25 w 83"/>
                  <a:gd name="T67" fmla="*/ 19 h 44"/>
                  <a:gd name="T68" fmla="*/ 25 w 83"/>
                  <a:gd name="T69" fmla="*/ 23 h 44"/>
                  <a:gd name="T70" fmla="*/ 26 w 83"/>
                  <a:gd name="T71" fmla="*/ 24 h 44"/>
                  <a:gd name="T72" fmla="*/ 27 w 83"/>
                  <a:gd name="T73" fmla="*/ 29 h 44"/>
                  <a:gd name="T74" fmla="*/ 22 w 83"/>
                  <a:gd name="T75" fmla="*/ 31 h 44"/>
                  <a:gd name="T76" fmla="*/ 13 w 83"/>
                  <a:gd name="T77" fmla="*/ 26 h 44"/>
                  <a:gd name="T78" fmla="*/ 13 w 83"/>
                  <a:gd name="T79" fmla="*/ 35 h 44"/>
                  <a:gd name="T80" fmla="*/ 7 w 83"/>
                  <a:gd name="T81" fmla="*/ 37 h 44"/>
                  <a:gd name="T82" fmla="*/ 0 w 83"/>
                  <a:gd name="T83" fmla="*/ 34 h 44"/>
                  <a:gd name="T84" fmla="*/ 5 w 83"/>
                  <a:gd name="T85" fmla="*/ 42 h 44"/>
                  <a:gd name="T86" fmla="*/ 10 w 83"/>
                  <a:gd name="T87" fmla="*/ 43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83" h="44">
                    <a:moveTo>
                      <a:pt x="10" y="43"/>
                    </a:moveTo>
                    <a:cubicBezTo>
                      <a:pt x="18" y="39"/>
                      <a:pt x="18" y="39"/>
                      <a:pt x="18" y="39"/>
                    </a:cubicBezTo>
                    <a:cubicBezTo>
                      <a:pt x="67" y="39"/>
                      <a:pt x="67" y="39"/>
                      <a:pt x="67" y="39"/>
                    </a:cubicBezTo>
                    <a:cubicBezTo>
                      <a:pt x="73" y="42"/>
                      <a:pt x="73" y="42"/>
                      <a:pt x="73" y="42"/>
                    </a:cubicBezTo>
                    <a:cubicBezTo>
                      <a:pt x="74" y="43"/>
                      <a:pt x="75" y="43"/>
                      <a:pt x="76" y="43"/>
                    </a:cubicBezTo>
                    <a:cubicBezTo>
                      <a:pt x="80" y="42"/>
                      <a:pt x="83" y="35"/>
                      <a:pt x="83" y="35"/>
                    </a:cubicBezTo>
                    <a:cubicBezTo>
                      <a:pt x="83" y="35"/>
                      <a:pt x="79" y="38"/>
                      <a:pt x="76" y="37"/>
                    </a:cubicBezTo>
                    <a:cubicBezTo>
                      <a:pt x="73" y="37"/>
                      <a:pt x="69" y="36"/>
                      <a:pt x="69" y="33"/>
                    </a:cubicBezTo>
                    <a:cubicBezTo>
                      <a:pt x="69" y="30"/>
                      <a:pt x="70" y="27"/>
                      <a:pt x="70" y="26"/>
                    </a:cubicBezTo>
                    <a:cubicBezTo>
                      <a:pt x="70" y="26"/>
                      <a:pt x="67" y="29"/>
                      <a:pt x="64" y="30"/>
                    </a:cubicBezTo>
                    <a:cubicBezTo>
                      <a:pt x="61" y="32"/>
                      <a:pt x="60" y="31"/>
                      <a:pt x="59" y="31"/>
                    </a:cubicBezTo>
                    <a:cubicBezTo>
                      <a:pt x="57" y="30"/>
                      <a:pt x="56" y="29"/>
                      <a:pt x="56" y="29"/>
                    </a:cubicBezTo>
                    <a:cubicBezTo>
                      <a:pt x="56" y="24"/>
                      <a:pt x="56" y="24"/>
                      <a:pt x="56" y="24"/>
                    </a:cubicBezTo>
                    <a:cubicBezTo>
                      <a:pt x="58" y="23"/>
                      <a:pt x="58" y="23"/>
                      <a:pt x="58" y="23"/>
                    </a:cubicBezTo>
                    <a:cubicBezTo>
                      <a:pt x="58" y="19"/>
                      <a:pt x="58" y="19"/>
                      <a:pt x="58" y="19"/>
                    </a:cubicBezTo>
                    <a:cubicBezTo>
                      <a:pt x="54" y="19"/>
                      <a:pt x="54" y="19"/>
                      <a:pt x="54" y="19"/>
                    </a:cubicBezTo>
                    <a:cubicBezTo>
                      <a:pt x="54" y="19"/>
                      <a:pt x="54" y="21"/>
                      <a:pt x="53" y="21"/>
                    </a:cubicBezTo>
                    <a:cubicBezTo>
                      <a:pt x="52" y="21"/>
                      <a:pt x="44" y="21"/>
                      <a:pt x="44" y="21"/>
                    </a:cubicBezTo>
                    <a:cubicBezTo>
                      <a:pt x="44" y="21"/>
                      <a:pt x="43" y="20"/>
                      <a:pt x="43" y="18"/>
                    </a:cubicBezTo>
                    <a:cubicBezTo>
                      <a:pt x="44" y="17"/>
                      <a:pt x="44" y="17"/>
                      <a:pt x="44" y="13"/>
                    </a:cubicBezTo>
                    <a:cubicBezTo>
                      <a:pt x="44" y="10"/>
                      <a:pt x="44" y="9"/>
                      <a:pt x="43" y="8"/>
                    </a:cubicBezTo>
                    <a:cubicBezTo>
                      <a:pt x="43" y="7"/>
                      <a:pt x="42" y="7"/>
                      <a:pt x="43" y="6"/>
                    </a:cubicBezTo>
                    <a:cubicBezTo>
                      <a:pt x="44" y="5"/>
                      <a:pt x="44" y="4"/>
                      <a:pt x="43" y="2"/>
                    </a:cubicBezTo>
                    <a:cubicBezTo>
                      <a:pt x="42" y="1"/>
                      <a:pt x="43" y="2"/>
                      <a:pt x="43" y="0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39" y="0"/>
                      <a:pt x="40" y="1"/>
                      <a:pt x="39" y="2"/>
                    </a:cubicBezTo>
                    <a:cubicBezTo>
                      <a:pt x="38" y="3"/>
                      <a:pt x="38" y="5"/>
                      <a:pt x="39" y="6"/>
                    </a:cubicBezTo>
                    <a:cubicBezTo>
                      <a:pt x="39" y="7"/>
                      <a:pt x="40" y="7"/>
                      <a:pt x="39" y="8"/>
                    </a:cubicBezTo>
                    <a:cubicBezTo>
                      <a:pt x="38" y="9"/>
                      <a:pt x="38" y="10"/>
                      <a:pt x="38" y="13"/>
                    </a:cubicBezTo>
                    <a:cubicBezTo>
                      <a:pt x="38" y="16"/>
                      <a:pt x="38" y="17"/>
                      <a:pt x="38" y="18"/>
                    </a:cubicBezTo>
                    <a:cubicBezTo>
                      <a:pt x="39" y="20"/>
                      <a:pt x="38" y="21"/>
                      <a:pt x="38" y="21"/>
                    </a:cubicBezTo>
                    <a:cubicBezTo>
                      <a:pt x="37" y="21"/>
                      <a:pt x="30" y="21"/>
                      <a:pt x="30" y="21"/>
                    </a:cubicBezTo>
                    <a:cubicBezTo>
                      <a:pt x="30" y="21"/>
                      <a:pt x="29" y="20"/>
                      <a:pt x="29" y="19"/>
                    </a:cubicBezTo>
                    <a:cubicBezTo>
                      <a:pt x="25" y="19"/>
                      <a:pt x="25" y="19"/>
                      <a:pt x="25" y="19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7" y="29"/>
                      <a:pt x="24" y="31"/>
                      <a:pt x="22" y="31"/>
                    </a:cubicBezTo>
                    <a:cubicBezTo>
                      <a:pt x="19" y="31"/>
                      <a:pt x="13" y="26"/>
                      <a:pt x="13" y="26"/>
                    </a:cubicBezTo>
                    <a:cubicBezTo>
                      <a:pt x="13" y="26"/>
                      <a:pt x="14" y="33"/>
                      <a:pt x="13" y="35"/>
                    </a:cubicBezTo>
                    <a:cubicBezTo>
                      <a:pt x="13" y="37"/>
                      <a:pt x="10" y="37"/>
                      <a:pt x="7" y="37"/>
                    </a:cubicBezTo>
                    <a:cubicBezTo>
                      <a:pt x="4" y="37"/>
                      <a:pt x="0" y="35"/>
                      <a:pt x="0" y="34"/>
                    </a:cubicBezTo>
                    <a:cubicBezTo>
                      <a:pt x="0" y="34"/>
                      <a:pt x="3" y="40"/>
                      <a:pt x="5" y="42"/>
                    </a:cubicBezTo>
                    <a:cubicBezTo>
                      <a:pt x="7" y="44"/>
                      <a:pt x="10" y="43"/>
                      <a:pt x="10" y="43"/>
                    </a:cubicBez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0" name="íṡļïdê"/>
              <p:cNvSpPr/>
              <p:nvPr/>
            </p:nvSpPr>
            <p:spPr bwMode="auto">
              <a:xfrm>
                <a:off x="3614738" y="3370263"/>
                <a:ext cx="596900" cy="241300"/>
              </a:xfrm>
              <a:custGeom>
                <a:avLst/>
                <a:gdLst>
                  <a:gd name="T0" fmla="*/ 58 w 181"/>
                  <a:gd name="T1" fmla="*/ 72 h 72"/>
                  <a:gd name="T2" fmla="*/ 8 w 181"/>
                  <a:gd name="T3" fmla="*/ 72 h 72"/>
                  <a:gd name="T4" fmla="*/ 3 w 181"/>
                  <a:gd name="T5" fmla="*/ 63 h 72"/>
                  <a:gd name="T6" fmla="*/ 6 w 181"/>
                  <a:gd name="T7" fmla="*/ 63 h 72"/>
                  <a:gd name="T8" fmla="*/ 11 w 181"/>
                  <a:gd name="T9" fmla="*/ 55 h 72"/>
                  <a:gd name="T10" fmla="*/ 14 w 181"/>
                  <a:gd name="T11" fmla="*/ 55 h 72"/>
                  <a:gd name="T12" fmla="*/ 14 w 181"/>
                  <a:gd name="T13" fmla="*/ 29 h 72"/>
                  <a:gd name="T14" fmla="*/ 0 w 181"/>
                  <a:gd name="T15" fmla="*/ 4 h 72"/>
                  <a:gd name="T16" fmla="*/ 30 w 181"/>
                  <a:gd name="T17" fmla="*/ 0 h 72"/>
                  <a:gd name="T18" fmla="*/ 58 w 181"/>
                  <a:gd name="T19" fmla="*/ 8 h 72"/>
                  <a:gd name="T20" fmla="*/ 51 w 181"/>
                  <a:gd name="T21" fmla="*/ 25 h 72"/>
                  <a:gd name="T22" fmla="*/ 131 w 181"/>
                  <a:gd name="T23" fmla="*/ 25 h 72"/>
                  <a:gd name="T24" fmla="*/ 122 w 181"/>
                  <a:gd name="T25" fmla="*/ 8 h 72"/>
                  <a:gd name="T26" fmla="*/ 150 w 181"/>
                  <a:gd name="T27" fmla="*/ 0 h 72"/>
                  <a:gd name="T28" fmla="*/ 181 w 181"/>
                  <a:gd name="T29" fmla="*/ 5 h 72"/>
                  <a:gd name="T30" fmla="*/ 166 w 181"/>
                  <a:gd name="T31" fmla="*/ 28 h 72"/>
                  <a:gd name="T32" fmla="*/ 166 w 181"/>
                  <a:gd name="T33" fmla="*/ 55 h 72"/>
                  <a:gd name="T34" fmla="*/ 171 w 181"/>
                  <a:gd name="T35" fmla="*/ 55 h 72"/>
                  <a:gd name="T36" fmla="*/ 178 w 181"/>
                  <a:gd name="T37" fmla="*/ 65 h 72"/>
                  <a:gd name="T38" fmla="*/ 174 w 181"/>
                  <a:gd name="T39" fmla="*/ 72 h 72"/>
                  <a:gd name="T40" fmla="*/ 58 w 181"/>
                  <a:gd name="T41" fmla="*/ 7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81" h="72">
                    <a:moveTo>
                      <a:pt x="58" y="72"/>
                    </a:moveTo>
                    <a:cubicBezTo>
                      <a:pt x="8" y="72"/>
                      <a:pt x="8" y="72"/>
                      <a:pt x="8" y="72"/>
                    </a:cubicBezTo>
                    <a:cubicBezTo>
                      <a:pt x="3" y="63"/>
                      <a:pt x="3" y="63"/>
                      <a:pt x="3" y="63"/>
                    </a:cubicBezTo>
                    <a:cubicBezTo>
                      <a:pt x="6" y="63"/>
                      <a:pt x="6" y="63"/>
                      <a:pt x="6" y="63"/>
                    </a:cubicBezTo>
                    <a:cubicBezTo>
                      <a:pt x="7" y="61"/>
                      <a:pt x="10" y="57"/>
                      <a:pt x="11" y="55"/>
                    </a:cubicBezTo>
                    <a:cubicBezTo>
                      <a:pt x="12" y="55"/>
                      <a:pt x="13" y="55"/>
                      <a:pt x="14" y="55"/>
                    </a:cubicBezTo>
                    <a:cubicBezTo>
                      <a:pt x="14" y="45"/>
                      <a:pt x="14" y="39"/>
                      <a:pt x="14" y="29"/>
                    </a:cubicBezTo>
                    <a:cubicBezTo>
                      <a:pt x="6" y="25"/>
                      <a:pt x="0" y="19"/>
                      <a:pt x="0" y="4"/>
                    </a:cubicBezTo>
                    <a:cubicBezTo>
                      <a:pt x="13" y="19"/>
                      <a:pt x="25" y="20"/>
                      <a:pt x="30" y="0"/>
                    </a:cubicBezTo>
                    <a:cubicBezTo>
                      <a:pt x="40" y="22"/>
                      <a:pt x="50" y="16"/>
                      <a:pt x="58" y="8"/>
                    </a:cubicBezTo>
                    <a:cubicBezTo>
                      <a:pt x="59" y="17"/>
                      <a:pt x="51" y="24"/>
                      <a:pt x="51" y="25"/>
                    </a:cubicBezTo>
                    <a:cubicBezTo>
                      <a:pt x="131" y="25"/>
                      <a:pt x="131" y="25"/>
                      <a:pt x="131" y="25"/>
                    </a:cubicBezTo>
                    <a:cubicBezTo>
                      <a:pt x="128" y="21"/>
                      <a:pt x="123" y="15"/>
                      <a:pt x="122" y="8"/>
                    </a:cubicBezTo>
                    <a:cubicBezTo>
                      <a:pt x="131" y="18"/>
                      <a:pt x="141" y="23"/>
                      <a:pt x="150" y="0"/>
                    </a:cubicBezTo>
                    <a:cubicBezTo>
                      <a:pt x="160" y="23"/>
                      <a:pt x="169" y="16"/>
                      <a:pt x="181" y="5"/>
                    </a:cubicBezTo>
                    <a:cubicBezTo>
                      <a:pt x="178" y="23"/>
                      <a:pt x="174" y="23"/>
                      <a:pt x="166" y="28"/>
                    </a:cubicBezTo>
                    <a:cubicBezTo>
                      <a:pt x="166" y="38"/>
                      <a:pt x="166" y="45"/>
                      <a:pt x="166" y="55"/>
                    </a:cubicBezTo>
                    <a:cubicBezTo>
                      <a:pt x="168" y="55"/>
                      <a:pt x="169" y="55"/>
                      <a:pt x="171" y="55"/>
                    </a:cubicBezTo>
                    <a:cubicBezTo>
                      <a:pt x="178" y="65"/>
                      <a:pt x="178" y="65"/>
                      <a:pt x="178" y="65"/>
                    </a:cubicBezTo>
                    <a:cubicBezTo>
                      <a:pt x="174" y="72"/>
                      <a:pt x="174" y="72"/>
                      <a:pt x="174" y="72"/>
                    </a:cubicBezTo>
                    <a:lnTo>
                      <a:pt x="58" y="7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1" name="iş1ïďe"/>
              <p:cNvSpPr/>
              <p:nvPr/>
            </p:nvSpPr>
            <p:spPr bwMode="auto">
              <a:xfrm>
                <a:off x="3624263" y="3381375"/>
                <a:ext cx="577850" cy="200025"/>
              </a:xfrm>
              <a:custGeom>
                <a:avLst/>
                <a:gdLst>
                  <a:gd name="T0" fmla="*/ 130 w 175"/>
                  <a:gd name="T1" fmla="*/ 51 h 60"/>
                  <a:gd name="T2" fmla="*/ 130 w 175"/>
                  <a:gd name="T3" fmla="*/ 50 h 60"/>
                  <a:gd name="T4" fmla="*/ 48 w 175"/>
                  <a:gd name="T5" fmla="*/ 50 h 60"/>
                  <a:gd name="T6" fmla="*/ 48 w 175"/>
                  <a:gd name="T7" fmla="*/ 51 h 60"/>
                  <a:gd name="T8" fmla="*/ 52 w 175"/>
                  <a:gd name="T9" fmla="*/ 51 h 60"/>
                  <a:gd name="T10" fmla="*/ 48 w 175"/>
                  <a:gd name="T11" fmla="*/ 60 h 60"/>
                  <a:gd name="T12" fmla="*/ 7 w 175"/>
                  <a:gd name="T13" fmla="*/ 60 h 60"/>
                  <a:gd name="T14" fmla="*/ 10 w 175"/>
                  <a:gd name="T15" fmla="*/ 54 h 60"/>
                  <a:gd name="T16" fmla="*/ 14 w 175"/>
                  <a:gd name="T17" fmla="*/ 54 h 60"/>
                  <a:gd name="T18" fmla="*/ 13 w 175"/>
                  <a:gd name="T19" fmla="*/ 25 h 60"/>
                  <a:gd name="T20" fmla="*/ 0 w 175"/>
                  <a:gd name="T21" fmla="*/ 7 h 60"/>
                  <a:gd name="T22" fmla="*/ 28 w 175"/>
                  <a:gd name="T23" fmla="*/ 0 h 60"/>
                  <a:gd name="T24" fmla="*/ 55 w 175"/>
                  <a:gd name="T25" fmla="*/ 7 h 60"/>
                  <a:gd name="T26" fmla="*/ 48 w 175"/>
                  <a:gd name="T27" fmla="*/ 22 h 60"/>
                  <a:gd name="T28" fmla="*/ 127 w 175"/>
                  <a:gd name="T29" fmla="*/ 22 h 60"/>
                  <a:gd name="T30" fmla="*/ 119 w 175"/>
                  <a:gd name="T31" fmla="*/ 7 h 60"/>
                  <a:gd name="T32" fmla="*/ 147 w 175"/>
                  <a:gd name="T33" fmla="*/ 0 h 60"/>
                  <a:gd name="T34" fmla="*/ 175 w 175"/>
                  <a:gd name="T35" fmla="*/ 7 h 60"/>
                  <a:gd name="T36" fmla="*/ 161 w 175"/>
                  <a:gd name="T37" fmla="*/ 24 h 60"/>
                  <a:gd name="T38" fmla="*/ 161 w 175"/>
                  <a:gd name="T39" fmla="*/ 53 h 60"/>
                  <a:gd name="T40" fmla="*/ 165 w 175"/>
                  <a:gd name="T41" fmla="*/ 53 h 60"/>
                  <a:gd name="T42" fmla="*/ 169 w 175"/>
                  <a:gd name="T43" fmla="*/ 60 h 60"/>
                  <a:gd name="T44" fmla="*/ 128 w 175"/>
                  <a:gd name="T45" fmla="*/ 60 h 60"/>
                  <a:gd name="T46" fmla="*/ 124 w 175"/>
                  <a:gd name="T47" fmla="*/ 51 h 60"/>
                  <a:gd name="T48" fmla="*/ 130 w 175"/>
                  <a:gd name="T49" fmla="*/ 51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75" h="60">
                    <a:moveTo>
                      <a:pt x="130" y="51"/>
                    </a:moveTo>
                    <a:cubicBezTo>
                      <a:pt x="130" y="50"/>
                      <a:pt x="130" y="50"/>
                      <a:pt x="130" y="50"/>
                    </a:cubicBezTo>
                    <a:cubicBezTo>
                      <a:pt x="48" y="50"/>
                      <a:pt x="48" y="50"/>
                      <a:pt x="48" y="50"/>
                    </a:cubicBezTo>
                    <a:cubicBezTo>
                      <a:pt x="48" y="51"/>
                      <a:pt x="48" y="51"/>
                      <a:pt x="48" y="51"/>
                    </a:cubicBezTo>
                    <a:cubicBezTo>
                      <a:pt x="52" y="51"/>
                      <a:pt x="52" y="51"/>
                      <a:pt x="52" y="51"/>
                    </a:cubicBezTo>
                    <a:cubicBezTo>
                      <a:pt x="48" y="60"/>
                      <a:pt x="48" y="60"/>
                      <a:pt x="48" y="60"/>
                    </a:cubicBezTo>
                    <a:cubicBezTo>
                      <a:pt x="34" y="60"/>
                      <a:pt x="20" y="60"/>
                      <a:pt x="7" y="60"/>
                    </a:cubicBezTo>
                    <a:cubicBezTo>
                      <a:pt x="8" y="58"/>
                      <a:pt x="9" y="56"/>
                      <a:pt x="10" y="54"/>
                    </a:cubicBezTo>
                    <a:cubicBezTo>
                      <a:pt x="11" y="54"/>
                      <a:pt x="12" y="54"/>
                      <a:pt x="14" y="54"/>
                    </a:cubicBezTo>
                    <a:cubicBezTo>
                      <a:pt x="14" y="44"/>
                      <a:pt x="13" y="34"/>
                      <a:pt x="13" y="25"/>
                    </a:cubicBezTo>
                    <a:cubicBezTo>
                      <a:pt x="5" y="20"/>
                      <a:pt x="1" y="14"/>
                      <a:pt x="0" y="7"/>
                    </a:cubicBezTo>
                    <a:cubicBezTo>
                      <a:pt x="12" y="18"/>
                      <a:pt x="22" y="17"/>
                      <a:pt x="28" y="0"/>
                    </a:cubicBezTo>
                    <a:cubicBezTo>
                      <a:pt x="37" y="22"/>
                      <a:pt x="47" y="15"/>
                      <a:pt x="55" y="7"/>
                    </a:cubicBezTo>
                    <a:cubicBezTo>
                      <a:pt x="55" y="14"/>
                      <a:pt x="50" y="17"/>
                      <a:pt x="48" y="22"/>
                    </a:cubicBezTo>
                    <a:cubicBezTo>
                      <a:pt x="127" y="22"/>
                      <a:pt x="127" y="22"/>
                      <a:pt x="127" y="22"/>
                    </a:cubicBezTo>
                    <a:cubicBezTo>
                      <a:pt x="125" y="18"/>
                      <a:pt x="120" y="14"/>
                      <a:pt x="119" y="7"/>
                    </a:cubicBezTo>
                    <a:cubicBezTo>
                      <a:pt x="127" y="15"/>
                      <a:pt x="137" y="22"/>
                      <a:pt x="147" y="0"/>
                    </a:cubicBezTo>
                    <a:cubicBezTo>
                      <a:pt x="153" y="17"/>
                      <a:pt x="163" y="18"/>
                      <a:pt x="175" y="7"/>
                    </a:cubicBezTo>
                    <a:cubicBezTo>
                      <a:pt x="173" y="14"/>
                      <a:pt x="169" y="19"/>
                      <a:pt x="161" y="24"/>
                    </a:cubicBezTo>
                    <a:cubicBezTo>
                      <a:pt x="161" y="34"/>
                      <a:pt x="161" y="44"/>
                      <a:pt x="161" y="53"/>
                    </a:cubicBezTo>
                    <a:cubicBezTo>
                      <a:pt x="162" y="53"/>
                      <a:pt x="164" y="53"/>
                      <a:pt x="165" y="53"/>
                    </a:cubicBezTo>
                    <a:cubicBezTo>
                      <a:pt x="166" y="55"/>
                      <a:pt x="167" y="58"/>
                      <a:pt x="169" y="60"/>
                    </a:cubicBezTo>
                    <a:cubicBezTo>
                      <a:pt x="155" y="60"/>
                      <a:pt x="142" y="60"/>
                      <a:pt x="128" y="60"/>
                    </a:cubicBezTo>
                    <a:cubicBezTo>
                      <a:pt x="124" y="51"/>
                      <a:pt x="124" y="51"/>
                      <a:pt x="124" y="51"/>
                    </a:cubicBezTo>
                    <a:lnTo>
                      <a:pt x="130" y="51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2" name="ïṩḷíḍé"/>
              <p:cNvSpPr/>
              <p:nvPr/>
            </p:nvSpPr>
            <p:spPr bwMode="auto">
              <a:xfrm>
                <a:off x="4065588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3" name="ïśľíḍè"/>
              <p:cNvSpPr/>
              <p:nvPr/>
            </p:nvSpPr>
            <p:spPr bwMode="auto">
              <a:xfrm>
                <a:off x="3740151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4" name="í$ḻîḋè"/>
              <p:cNvSpPr/>
              <p:nvPr/>
            </p:nvSpPr>
            <p:spPr bwMode="auto">
              <a:xfrm>
                <a:off x="4125913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5" name="iṣļíḋe"/>
              <p:cNvSpPr/>
              <p:nvPr/>
            </p:nvSpPr>
            <p:spPr bwMode="auto">
              <a:xfrm>
                <a:off x="3709988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6" name="iṩḷiḓé"/>
              <p:cNvSpPr/>
              <p:nvPr/>
            </p:nvSpPr>
            <p:spPr bwMode="auto">
              <a:xfrm>
                <a:off x="4095751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7" name="iSľiḍè"/>
              <p:cNvSpPr/>
              <p:nvPr/>
            </p:nvSpPr>
            <p:spPr bwMode="auto">
              <a:xfrm>
                <a:off x="3663951" y="3460750"/>
                <a:ext cx="495300" cy="31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8" name="ïṩḷîḍe"/>
              <p:cNvSpPr/>
              <p:nvPr/>
            </p:nvSpPr>
            <p:spPr bwMode="auto">
              <a:xfrm>
                <a:off x="3663951" y="3473450"/>
                <a:ext cx="115888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9" name="íšḻiḑê"/>
              <p:cNvSpPr/>
              <p:nvPr/>
            </p:nvSpPr>
            <p:spPr bwMode="auto">
              <a:xfrm>
                <a:off x="3789363" y="3473450"/>
                <a:ext cx="428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0" name="ïṩļïďè"/>
              <p:cNvSpPr/>
              <p:nvPr/>
            </p:nvSpPr>
            <p:spPr bwMode="auto">
              <a:xfrm>
                <a:off x="3851276" y="3473450"/>
                <a:ext cx="57150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1" name="îṥlïḋê"/>
              <p:cNvSpPr/>
              <p:nvPr/>
            </p:nvSpPr>
            <p:spPr bwMode="auto">
              <a:xfrm>
                <a:off x="3917951" y="3473450"/>
                <a:ext cx="555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2" name="îṧľïdè"/>
              <p:cNvSpPr/>
              <p:nvPr/>
            </p:nvSpPr>
            <p:spPr bwMode="auto">
              <a:xfrm>
                <a:off x="3994151" y="3473450"/>
                <a:ext cx="428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3" name="iSḷîḓê"/>
              <p:cNvSpPr/>
              <p:nvPr/>
            </p:nvSpPr>
            <p:spPr bwMode="auto">
              <a:xfrm>
                <a:off x="4046538" y="3473450"/>
                <a:ext cx="11271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4" name="îślíďè"/>
              <p:cNvSpPr/>
              <p:nvPr/>
            </p:nvSpPr>
            <p:spPr bwMode="auto">
              <a:xfrm>
                <a:off x="3979863" y="3473450"/>
                <a:ext cx="7938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5" name="iSḻïḍè"/>
              <p:cNvSpPr/>
              <p:nvPr/>
            </p:nvSpPr>
            <p:spPr bwMode="auto">
              <a:xfrm>
                <a:off x="3838576" y="3473450"/>
                <a:ext cx="6350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6" name="ïṡliḑê"/>
              <p:cNvSpPr/>
              <p:nvPr/>
            </p:nvSpPr>
            <p:spPr bwMode="auto">
              <a:xfrm>
                <a:off x="3851276" y="3384550"/>
                <a:ext cx="26988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7" name="islïďé"/>
              <p:cNvSpPr/>
              <p:nvPr/>
            </p:nvSpPr>
            <p:spPr bwMode="auto">
              <a:xfrm>
                <a:off x="3817938" y="3384550"/>
                <a:ext cx="26988" cy="15875"/>
              </a:xfrm>
              <a:custGeom>
                <a:avLst/>
                <a:gdLst>
                  <a:gd name="T0" fmla="*/ 7 w 8"/>
                  <a:gd name="T1" fmla="*/ 0 h 5"/>
                  <a:gd name="T2" fmla="*/ 8 w 8"/>
                  <a:gd name="T3" fmla="*/ 2 h 5"/>
                  <a:gd name="T4" fmla="*/ 1 w 8"/>
                  <a:gd name="T5" fmla="*/ 5 h 5"/>
                  <a:gd name="T6" fmla="*/ 7 w 8"/>
                  <a:gd name="T7" fmla="*/ 0 h 5"/>
                  <a:gd name="T8" fmla="*/ 7 w 8"/>
                  <a:gd name="T9" fmla="*/ 0 h 5"/>
                  <a:gd name="T10" fmla="*/ 7 w 8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5">
                    <a:moveTo>
                      <a:pt x="7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0" y="2"/>
                      <a:pt x="7" y="0"/>
                    </a:cubicBezTo>
                    <a:close/>
                    <a:moveTo>
                      <a:pt x="7" y="0"/>
                    </a:moveTo>
                    <a:cubicBezTo>
                      <a:pt x="7" y="0"/>
                      <a:pt x="7" y="0"/>
                      <a:pt x="7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8" name="îṥḷîdé"/>
              <p:cNvSpPr/>
              <p:nvPr/>
            </p:nvSpPr>
            <p:spPr bwMode="auto">
              <a:xfrm>
                <a:off x="3983038" y="3384550"/>
                <a:ext cx="26988" cy="15875"/>
              </a:xfrm>
              <a:custGeom>
                <a:avLst/>
                <a:gdLst>
                  <a:gd name="T0" fmla="*/ 1 w 8"/>
                  <a:gd name="T1" fmla="*/ 0 h 5"/>
                  <a:gd name="T2" fmla="*/ 0 w 8"/>
                  <a:gd name="T3" fmla="*/ 2 h 5"/>
                  <a:gd name="T4" fmla="*/ 7 w 8"/>
                  <a:gd name="T5" fmla="*/ 5 h 5"/>
                  <a:gd name="T6" fmla="*/ 1 w 8"/>
                  <a:gd name="T7" fmla="*/ 0 h 5"/>
                  <a:gd name="T8" fmla="*/ 1 w 8"/>
                  <a:gd name="T9" fmla="*/ 0 h 5"/>
                  <a:gd name="T10" fmla="*/ 1 w 8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5">
                    <a:moveTo>
                      <a:pt x="1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7" y="5"/>
                      <a:pt x="7" y="5"/>
                      <a:pt x="7" y="5"/>
                    </a:cubicBezTo>
                    <a:cubicBezTo>
                      <a:pt x="7" y="5"/>
                      <a:pt x="8" y="2"/>
                      <a:pt x="1" y="0"/>
                    </a:cubicBezTo>
                    <a:close/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9" name="isḷîḋé"/>
              <p:cNvSpPr/>
              <p:nvPr/>
            </p:nvSpPr>
            <p:spPr bwMode="auto">
              <a:xfrm>
                <a:off x="3884613" y="3384550"/>
                <a:ext cx="26988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0" name="iśḷïḑè"/>
              <p:cNvSpPr/>
              <p:nvPr/>
            </p:nvSpPr>
            <p:spPr bwMode="auto">
              <a:xfrm>
                <a:off x="3917951" y="3384550"/>
                <a:ext cx="25400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1" name="iṧľiďé"/>
              <p:cNvSpPr/>
              <p:nvPr/>
            </p:nvSpPr>
            <p:spPr bwMode="auto">
              <a:xfrm>
                <a:off x="3951288" y="3384550"/>
                <a:ext cx="25400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2" name="išľïḍé"/>
              <p:cNvSpPr/>
              <p:nvPr/>
            </p:nvSpPr>
            <p:spPr bwMode="auto">
              <a:xfrm>
                <a:off x="3771901" y="3484563"/>
                <a:ext cx="7938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3" name="îŝlîḑè"/>
              <p:cNvSpPr/>
              <p:nvPr/>
            </p:nvSpPr>
            <p:spPr bwMode="auto">
              <a:xfrm>
                <a:off x="3786188" y="3484563"/>
                <a:ext cx="46038" cy="60325"/>
              </a:xfrm>
              <a:custGeom>
                <a:avLst/>
                <a:gdLst>
                  <a:gd name="T0" fmla="*/ 8 w 29"/>
                  <a:gd name="T1" fmla="*/ 0 h 38"/>
                  <a:gd name="T2" fmla="*/ 20 w 29"/>
                  <a:gd name="T3" fmla="*/ 0 h 38"/>
                  <a:gd name="T4" fmla="*/ 29 w 29"/>
                  <a:gd name="T5" fmla="*/ 8 h 38"/>
                  <a:gd name="T6" fmla="*/ 29 w 29"/>
                  <a:gd name="T7" fmla="*/ 38 h 38"/>
                  <a:gd name="T8" fmla="*/ 0 w 29"/>
                  <a:gd name="T9" fmla="*/ 38 h 38"/>
                  <a:gd name="T10" fmla="*/ 0 w 29"/>
                  <a:gd name="T11" fmla="*/ 8 h 38"/>
                  <a:gd name="T12" fmla="*/ 8 w 29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8">
                    <a:moveTo>
                      <a:pt x="8" y="0"/>
                    </a:moveTo>
                    <a:lnTo>
                      <a:pt x="20" y="0"/>
                    </a:lnTo>
                    <a:lnTo>
                      <a:pt x="29" y="8"/>
                    </a:lnTo>
                    <a:lnTo>
                      <a:pt x="29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4" name="îṩḻíḓe"/>
              <p:cNvSpPr/>
              <p:nvPr/>
            </p:nvSpPr>
            <p:spPr bwMode="auto">
              <a:xfrm>
                <a:off x="3994151" y="3484563"/>
                <a:ext cx="46038" cy="60325"/>
              </a:xfrm>
              <a:custGeom>
                <a:avLst/>
                <a:gdLst>
                  <a:gd name="T0" fmla="*/ 8 w 29"/>
                  <a:gd name="T1" fmla="*/ 0 h 38"/>
                  <a:gd name="T2" fmla="*/ 18 w 29"/>
                  <a:gd name="T3" fmla="*/ 0 h 38"/>
                  <a:gd name="T4" fmla="*/ 29 w 29"/>
                  <a:gd name="T5" fmla="*/ 8 h 38"/>
                  <a:gd name="T6" fmla="*/ 29 w 29"/>
                  <a:gd name="T7" fmla="*/ 38 h 38"/>
                  <a:gd name="T8" fmla="*/ 0 w 29"/>
                  <a:gd name="T9" fmla="*/ 38 h 38"/>
                  <a:gd name="T10" fmla="*/ 0 w 29"/>
                  <a:gd name="T11" fmla="*/ 8 h 38"/>
                  <a:gd name="T12" fmla="*/ 8 w 29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8">
                    <a:moveTo>
                      <a:pt x="8" y="0"/>
                    </a:moveTo>
                    <a:lnTo>
                      <a:pt x="18" y="0"/>
                    </a:lnTo>
                    <a:lnTo>
                      <a:pt x="29" y="8"/>
                    </a:lnTo>
                    <a:lnTo>
                      <a:pt x="29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5" name="î$1îdè"/>
              <p:cNvSpPr/>
              <p:nvPr/>
            </p:nvSpPr>
            <p:spPr bwMode="auto">
              <a:xfrm>
                <a:off x="3851276" y="3484563"/>
                <a:ext cx="122238" cy="60325"/>
              </a:xfrm>
              <a:custGeom>
                <a:avLst/>
                <a:gdLst>
                  <a:gd name="T0" fmla="*/ 9 w 77"/>
                  <a:gd name="T1" fmla="*/ 0 h 38"/>
                  <a:gd name="T2" fmla="*/ 69 w 77"/>
                  <a:gd name="T3" fmla="*/ 0 h 38"/>
                  <a:gd name="T4" fmla="*/ 77 w 77"/>
                  <a:gd name="T5" fmla="*/ 8 h 38"/>
                  <a:gd name="T6" fmla="*/ 77 w 77"/>
                  <a:gd name="T7" fmla="*/ 38 h 38"/>
                  <a:gd name="T8" fmla="*/ 0 w 77"/>
                  <a:gd name="T9" fmla="*/ 38 h 38"/>
                  <a:gd name="T10" fmla="*/ 0 w 77"/>
                  <a:gd name="T11" fmla="*/ 8 h 38"/>
                  <a:gd name="T12" fmla="*/ 9 w 77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7" h="38">
                    <a:moveTo>
                      <a:pt x="9" y="0"/>
                    </a:moveTo>
                    <a:lnTo>
                      <a:pt x="69" y="0"/>
                    </a:lnTo>
                    <a:lnTo>
                      <a:pt x="77" y="8"/>
                    </a:lnTo>
                    <a:lnTo>
                      <a:pt x="77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6" name="iśľïḓe"/>
              <p:cNvSpPr/>
              <p:nvPr/>
            </p:nvSpPr>
            <p:spPr bwMode="auto">
              <a:xfrm>
                <a:off x="4046538" y="3484563"/>
                <a:ext cx="6350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7" name="iṣļïḑè"/>
              <p:cNvSpPr/>
              <p:nvPr/>
            </p:nvSpPr>
            <p:spPr bwMode="auto">
              <a:xfrm>
                <a:off x="3838576" y="3484563"/>
                <a:ext cx="6350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8" name="iṡḷidé"/>
              <p:cNvSpPr/>
              <p:nvPr/>
            </p:nvSpPr>
            <p:spPr bwMode="auto">
              <a:xfrm>
                <a:off x="3979863" y="3484563"/>
                <a:ext cx="3175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9" name="íṡḷíḋe"/>
              <p:cNvSpPr/>
              <p:nvPr/>
            </p:nvSpPr>
            <p:spPr bwMode="auto">
              <a:xfrm>
                <a:off x="3811588" y="3551238"/>
                <a:ext cx="20478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0" name="íŝ1iḑê"/>
              <p:cNvSpPr/>
              <p:nvPr/>
            </p:nvSpPr>
            <p:spPr bwMode="auto">
              <a:xfrm>
                <a:off x="3805238" y="3557588"/>
                <a:ext cx="214313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1" name="îṩḷiḑe"/>
              <p:cNvSpPr/>
              <p:nvPr/>
            </p:nvSpPr>
            <p:spPr bwMode="auto">
              <a:xfrm>
                <a:off x="3802063" y="3567113"/>
                <a:ext cx="220663" cy="1588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2" name="iṧḻiḑê"/>
              <p:cNvSpPr/>
              <p:nvPr/>
            </p:nvSpPr>
            <p:spPr bwMode="auto">
              <a:xfrm>
                <a:off x="3802063" y="3570288"/>
                <a:ext cx="22383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3" name="ïṣḻîḋè"/>
              <p:cNvSpPr/>
              <p:nvPr/>
            </p:nvSpPr>
            <p:spPr bwMode="auto">
              <a:xfrm>
                <a:off x="3795713" y="3581400"/>
                <a:ext cx="234950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4" name="îṡ1îḍé"/>
              <p:cNvSpPr/>
              <p:nvPr/>
            </p:nvSpPr>
            <p:spPr bwMode="auto">
              <a:xfrm>
                <a:off x="3633788" y="3587750"/>
                <a:ext cx="560388" cy="6350"/>
              </a:xfrm>
              <a:custGeom>
                <a:avLst/>
                <a:gdLst>
                  <a:gd name="T0" fmla="*/ 0 w 353"/>
                  <a:gd name="T1" fmla="*/ 0 h 4"/>
                  <a:gd name="T2" fmla="*/ 353 w 353"/>
                  <a:gd name="T3" fmla="*/ 0 h 4"/>
                  <a:gd name="T4" fmla="*/ 351 w 353"/>
                  <a:gd name="T5" fmla="*/ 4 h 4"/>
                  <a:gd name="T6" fmla="*/ 2 w 353"/>
                  <a:gd name="T7" fmla="*/ 4 h 4"/>
                  <a:gd name="T8" fmla="*/ 0 w 353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3" h="4">
                    <a:moveTo>
                      <a:pt x="0" y="0"/>
                    </a:moveTo>
                    <a:lnTo>
                      <a:pt x="353" y="0"/>
                    </a:lnTo>
                    <a:lnTo>
                      <a:pt x="351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5" name="îš1íḑe"/>
              <p:cNvSpPr/>
              <p:nvPr/>
            </p:nvSpPr>
            <p:spPr bwMode="auto">
              <a:xfrm>
                <a:off x="3640138" y="3600450"/>
                <a:ext cx="547688" cy="6350"/>
              </a:xfrm>
              <a:custGeom>
                <a:avLst/>
                <a:gdLst>
                  <a:gd name="T0" fmla="*/ 0 w 345"/>
                  <a:gd name="T1" fmla="*/ 0 h 4"/>
                  <a:gd name="T2" fmla="*/ 345 w 345"/>
                  <a:gd name="T3" fmla="*/ 0 h 4"/>
                  <a:gd name="T4" fmla="*/ 343 w 345"/>
                  <a:gd name="T5" fmla="*/ 4 h 4"/>
                  <a:gd name="T6" fmla="*/ 2 w 345"/>
                  <a:gd name="T7" fmla="*/ 4 h 4"/>
                  <a:gd name="T8" fmla="*/ 0 w 345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5" h="4">
                    <a:moveTo>
                      <a:pt x="0" y="0"/>
                    </a:moveTo>
                    <a:lnTo>
                      <a:pt x="345" y="0"/>
                    </a:lnTo>
                    <a:lnTo>
                      <a:pt x="343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6" name="iš1ïḍe"/>
              <p:cNvSpPr/>
              <p:nvPr/>
            </p:nvSpPr>
            <p:spPr bwMode="auto">
              <a:xfrm>
                <a:off x="3736976" y="3406775"/>
                <a:ext cx="352425" cy="4763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7" name="îSḻîde"/>
              <p:cNvSpPr/>
              <p:nvPr/>
            </p:nvSpPr>
            <p:spPr bwMode="auto">
              <a:xfrm>
                <a:off x="3746501" y="3417888"/>
                <a:ext cx="3333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" name="î$ḻîḑé"/>
              <p:cNvSpPr/>
              <p:nvPr/>
            </p:nvSpPr>
            <p:spPr bwMode="auto">
              <a:xfrm>
                <a:off x="3805238" y="3417888"/>
                <a:ext cx="211138" cy="1588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" name="íŝļïḓe"/>
              <p:cNvSpPr/>
              <p:nvPr/>
            </p:nvSpPr>
            <p:spPr bwMode="auto">
              <a:xfrm>
                <a:off x="3811588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" name="îS1iḍé"/>
              <p:cNvSpPr/>
              <p:nvPr/>
            </p:nvSpPr>
            <p:spPr bwMode="auto">
              <a:xfrm>
                <a:off x="3802063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" name="išlïdé"/>
              <p:cNvSpPr/>
              <p:nvPr/>
            </p:nvSpPr>
            <p:spPr bwMode="auto">
              <a:xfrm>
                <a:off x="3789363" y="3421063"/>
                <a:ext cx="6350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" name="ïSlïde"/>
              <p:cNvSpPr/>
              <p:nvPr/>
            </p:nvSpPr>
            <p:spPr bwMode="auto">
              <a:xfrm>
                <a:off x="3822701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" name="îşľïďe"/>
              <p:cNvSpPr/>
              <p:nvPr/>
            </p:nvSpPr>
            <p:spPr bwMode="auto">
              <a:xfrm>
                <a:off x="3832226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" name="ïşľíďê"/>
              <p:cNvSpPr/>
              <p:nvPr/>
            </p:nvSpPr>
            <p:spPr bwMode="auto">
              <a:xfrm>
                <a:off x="38449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" name="íś1ïdè"/>
              <p:cNvSpPr/>
              <p:nvPr/>
            </p:nvSpPr>
            <p:spPr bwMode="auto">
              <a:xfrm>
                <a:off x="3854451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6" name="iṩḷiḍe"/>
              <p:cNvSpPr/>
              <p:nvPr/>
            </p:nvSpPr>
            <p:spPr bwMode="auto">
              <a:xfrm>
                <a:off x="3865563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7" name="ïŝ1iďè"/>
              <p:cNvSpPr/>
              <p:nvPr/>
            </p:nvSpPr>
            <p:spPr bwMode="auto">
              <a:xfrm>
                <a:off x="3878263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8" name="íṩļíḋê"/>
              <p:cNvSpPr/>
              <p:nvPr/>
            </p:nvSpPr>
            <p:spPr bwMode="auto">
              <a:xfrm>
                <a:off x="3887788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9" name="ïṧ1ïdè"/>
              <p:cNvSpPr/>
              <p:nvPr/>
            </p:nvSpPr>
            <p:spPr bwMode="auto">
              <a:xfrm>
                <a:off x="3897313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0" name="íŝḻîḍé"/>
              <p:cNvSpPr/>
              <p:nvPr/>
            </p:nvSpPr>
            <p:spPr bwMode="auto">
              <a:xfrm>
                <a:off x="3908426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1" name="îşḻïḓé"/>
              <p:cNvSpPr/>
              <p:nvPr/>
            </p:nvSpPr>
            <p:spPr bwMode="auto">
              <a:xfrm>
                <a:off x="39211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2" name="íśļíďè"/>
              <p:cNvSpPr/>
              <p:nvPr/>
            </p:nvSpPr>
            <p:spPr bwMode="auto">
              <a:xfrm>
                <a:off x="3930651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3" name="iŝ1ïdé"/>
              <p:cNvSpPr/>
              <p:nvPr/>
            </p:nvSpPr>
            <p:spPr bwMode="auto">
              <a:xfrm>
                <a:off x="3940176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4" name="is1ídè"/>
              <p:cNvSpPr/>
              <p:nvPr/>
            </p:nvSpPr>
            <p:spPr bwMode="auto">
              <a:xfrm>
                <a:off x="3951288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2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5" name="islíďê"/>
              <p:cNvSpPr/>
              <p:nvPr/>
            </p:nvSpPr>
            <p:spPr bwMode="auto">
              <a:xfrm>
                <a:off x="3963988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6" name="iṩlíḑê"/>
              <p:cNvSpPr/>
              <p:nvPr/>
            </p:nvSpPr>
            <p:spPr bwMode="auto">
              <a:xfrm>
                <a:off x="3973513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7" name="îṥḷïďê"/>
              <p:cNvSpPr/>
              <p:nvPr/>
            </p:nvSpPr>
            <p:spPr bwMode="auto">
              <a:xfrm>
                <a:off x="3983038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8" name="íṥḻïďè"/>
              <p:cNvSpPr/>
              <p:nvPr/>
            </p:nvSpPr>
            <p:spPr bwMode="auto">
              <a:xfrm>
                <a:off x="39973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9" name="íṡḷíḍè"/>
              <p:cNvSpPr/>
              <p:nvPr/>
            </p:nvSpPr>
            <p:spPr bwMode="auto">
              <a:xfrm>
                <a:off x="4006851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0" name="î$ḷîḑé"/>
              <p:cNvSpPr/>
              <p:nvPr/>
            </p:nvSpPr>
            <p:spPr bwMode="auto">
              <a:xfrm>
                <a:off x="4016376" y="3421063"/>
                <a:ext cx="6350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1" name="í$ľîdè"/>
              <p:cNvSpPr/>
              <p:nvPr/>
            </p:nvSpPr>
            <p:spPr bwMode="auto">
              <a:xfrm>
                <a:off x="4025901" y="3421063"/>
                <a:ext cx="7938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2" name="iṥ1iḍè"/>
              <p:cNvSpPr/>
              <p:nvPr/>
            </p:nvSpPr>
            <p:spPr bwMode="auto">
              <a:xfrm>
                <a:off x="4040188" y="3417888"/>
                <a:ext cx="3968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3" name="ïslidé"/>
              <p:cNvSpPr/>
              <p:nvPr/>
            </p:nvSpPr>
            <p:spPr bwMode="auto">
              <a:xfrm>
                <a:off x="3679826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4" name="íṡlïďè"/>
              <p:cNvSpPr/>
              <p:nvPr/>
            </p:nvSpPr>
            <p:spPr bwMode="auto">
              <a:xfrm>
                <a:off x="3884613" y="3490913"/>
                <a:ext cx="55563" cy="53975"/>
              </a:xfrm>
              <a:custGeom>
                <a:avLst/>
                <a:gdLst>
                  <a:gd name="T0" fmla="*/ 0 w 35"/>
                  <a:gd name="T1" fmla="*/ 0 h 34"/>
                  <a:gd name="T2" fmla="*/ 35 w 35"/>
                  <a:gd name="T3" fmla="*/ 0 h 34"/>
                  <a:gd name="T4" fmla="*/ 35 w 35"/>
                  <a:gd name="T5" fmla="*/ 34 h 34"/>
                  <a:gd name="T6" fmla="*/ 0 w 35"/>
                  <a:gd name="T7" fmla="*/ 34 h 34"/>
                  <a:gd name="T8" fmla="*/ 0 w 35"/>
                  <a:gd name="T9" fmla="*/ 0 h 34"/>
                  <a:gd name="T10" fmla="*/ 0 w 35"/>
                  <a:gd name="T11" fmla="*/ 0 h 34"/>
                  <a:gd name="T12" fmla="*/ 4 w 35"/>
                  <a:gd name="T13" fmla="*/ 8 h 34"/>
                  <a:gd name="T14" fmla="*/ 4 w 35"/>
                  <a:gd name="T15" fmla="*/ 27 h 34"/>
                  <a:gd name="T16" fmla="*/ 8 w 35"/>
                  <a:gd name="T17" fmla="*/ 27 h 34"/>
                  <a:gd name="T18" fmla="*/ 8 w 35"/>
                  <a:gd name="T19" fmla="*/ 8 h 34"/>
                  <a:gd name="T20" fmla="*/ 4 w 35"/>
                  <a:gd name="T21" fmla="*/ 8 h 34"/>
                  <a:gd name="T22" fmla="*/ 4 w 35"/>
                  <a:gd name="T23" fmla="*/ 8 h 34"/>
                  <a:gd name="T24" fmla="*/ 29 w 35"/>
                  <a:gd name="T25" fmla="*/ 8 h 34"/>
                  <a:gd name="T26" fmla="*/ 29 w 35"/>
                  <a:gd name="T27" fmla="*/ 27 h 34"/>
                  <a:gd name="T28" fmla="*/ 31 w 35"/>
                  <a:gd name="T29" fmla="*/ 27 h 34"/>
                  <a:gd name="T30" fmla="*/ 31 w 35"/>
                  <a:gd name="T31" fmla="*/ 8 h 34"/>
                  <a:gd name="T32" fmla="*/ 29 w 35"/>
                  <a:gd name="T33" fmla="*/ 8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5" h="34">
                    <a:moveTo>
                      <a:pt x="0" y="0"/>
                    </a:moveTo>
                    <a:lnTo>
                      <a:pt x="35" y="0"/>
                    </a:lnTo>
                    <a:lnTo>
                      <a:pt x="35" y="34"/>
                    </a:lnTo>
                    <a:lnTo>
                      <a:pt x="0" y="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4" y="8"/>
                    </a:moveTo>
                    <a:lnTo>
                      <a:pt x="4" y="27"/>
                    </a:lnTo>
                    <a:lnTo>
                      <a:pt x="8" y="27"/>
                    </a:lnTo>
                    <a:lnTo>
                      <a:pt x="8" y="8"/>
                    </a:lnTo>
                    <a:lnTo>
                      <a:pt x="4" y="8"/>
                    </a:lnTo>
                    <a:lnTo>
                      <a:pt x="4" y="8"/>
                    </a:lnTo>
                    <a:close/>
                    <a:moveTo>
                      <a:pt x="29" y="8"/>
                    </a:moveTo>
                    <a:lnTo>
                      <a:pt x="29" y="27"/>
                    </a:lnTo>
                    <a:lnTo>
                      <a:pt x="31" y="27"/>
                    </a:lnTo>
                    <a:lnTo>
                      <a:pt x="31" y="8"/>
                    </a:lnTo>
                    <a:lnTo>
                      <a:pt x="29" y="8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5" name="iṧ1ïḓè"/>
              <p:cNvSpPr/>
              <p:nvPr/>
            </p:nvSpPr>
            <p:spPr bwMode="auto">
              <a:xfrm>
                <a:off x="3551238" y="3067050"/>
                <a:ext cx="722313" cy="727075"/>
              </a:xfrm>
              <a:custGeom>
                <a:avLst/>
                <a:gdLst>
                  <a:gd name="T0" fmla="*/ 109 w 219"/>
                  <a:gd name="T1" fmla="*/ 0 h 218"/>
                  <a:gd name="T2" fmla="*/ 219 w 219"/>
                  <a:gd name="T3" fmla="*/ 109 h 218"/>
                  <a:gd name="T4" fmla="*/ 109 w 219"/>
                  <a:gd name="T5" fmla="*/ 218 h 218"/>
                  <a:gd name="T6" fmla="*/ 0 w 219"/>
                  <a:gd name="T7" fmla="*/ 109 h 218"/>
                  <a:gd name="T8" fmla="*/ 109 w 219"/>
                  <a:gd name="T9" fmla="*/ 0 h 218"/>
                  <a:gd name="T10" fmla="*/ 109 w 219"/>
                  <a:gd name="T11" fmla="*/ 3 h 218"/>
                  <a:gd name="T12" fmla="*/ 4 w 219"/>
                  <a:gd name="T13" fmla="*/ 109 h 218"/>
                  <a:gd name="T14" fmla="*/ 109 w 219"/>
                  <a:gd name="T15" fmla="*/ 215 h 218"/>
                  <a:gd name="T16" fmla="*/ 215 w 219"/>
                  <a:gd name="T17" fmla="*/ 109 h 218"/>
                  <a:gd name="T18" fmla="*/ 109 w 219"/>
                  <a:gd name="T19" fmla="*/ 3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9" h="218">
                    <a:moveTo>
                      <a:pt x="109" y="0"/>
                    </a:moveTo>
                    <a:cubicBezTo>
                      <a:pt x="170" y="0"/>
                      <a:pt x="219" y="49"/>
                      <a:pt x="219" y="109"/>
                    </a:cubicBezTo>
                    <a:cubicBezTo>
                      <a:pt x="219" y="169"/>
                      <a:pt x="170" y="218"/>
                      <a:pt x="109" y="218"/>
                    </a:cubicBezTo>
                    <a:cubicBezTo>
                      <a:pt x="49" y="218"/>
                      <a:pt x="0" y="169"/>
                      <a:pt x="0" y="109"/>
                    </a:cubicBezTo>
                    <a:cubicBezTo>
                      <a:pt x="0" y="49"/>
                      <a:pt x="49" y="0"/>
                      <a:pt x="109" y="0"/>
                    </a:cubicBezTo>
                    <a:close/>
                    <a:moveTo>
                      <a:pt x="109" y="3"/>
                    </a:moveTo>
                    <a:cubicBezTo>
                      <a:pt x="51" y="3"/>
                      <a:pt x="4" y="51"/>
                      <a:pt x="4" y="109"/>
                    </a:cubicBezTo>
                    <a:cubicBezTo>
                      <a:pt x="4" y="167"/>
                      <a:pt x="51" y="215"/>
                      <a:pt x="109" y="215"/>
                    </a:cubicBezTo>
                    <a:cubicBezTo>
                      <a:pt x="168" y="215"/>
                      <a:pt x="215" y="167"/>
                      <a:pt x="215" y="109"/>
                    </a:cubicBezTo>
                    <a:cubicBezTo>
                      <a:pt x="215" y="51"/>
                      <a:pt x="168" y="3"/>
                      <a:pt x="109" y="3"/>
                    </a:cubicBez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47" name="íşḷïḑe"/>
            <p:cNvGrpSpPr/>
            <p:nvPr userDrawn="1"/>
          </p:nvGrpSpPr>
          <p:grpSpPr>
            <a:xfrm>
              <a:off x="4894762" y="471192"/>
              <a:ext cx="4437911" cy="1614111"/>
              <a:chOff x="4412452" y="3106738"/>
              <a:chExt cx="2312689" cy="841148"/>
            </a:xfrm>
          </p:grpSpPr>
          <p:grpSp>
            <p:nvGrpSpPr>
              <p:cNvPr id="248" name="îṥľíḑé"/>
              <p:cNvGrpSpPr/>
              <p:nvPr/>
            </p:nvGrpSpPr>
            <p:grpSpPr>
              <a:xfrm>
                <a:off x="4422776" y="3106738"/>
                <a:ext cx="2293937" cy="617538"/>
                <a:chOff x="4422776" y="3106738"/>
                <a:chExt cx="2293937" cy="617538"/>
              </a:xfrm>
            </p:grpSpPr>
            <p:sp>
              <p:nvSpPr>
                <p:cNvPr id="265" name="išḻiḑé"/>
                <p:cNvSpPr/>
                <p:nvPr/>
              </p:nvSpPr>
              <p:spPr bwMode="auto">
                <a:xfrm>
                  <a:off x="4811713" y="3200400"/>
                  <a:ext cx="49213" cy="100013"/>
                </a:xfrm>
                <a:custGeom>
                  <a:avLst/>
                  <a:gdLst>
                    <a:gd name="T0" fmla="*/ 0 w 15"/>
                    <a:gd name="T1" fmla="*/ 1 h 30"/>
                    <a:gd name="T2" fmla="*/ 1 w 15"/>
                    <a:gd name="T3" fmla="*/ 12 h 30"/>
                    <a:gd name="T4" fmla="*/ 0 w 15"/>
                    <a:gd name="T5" fmla="*/ 21 h 30"/>
                    <a:gd name="T6" fmla="*/ 2 w 15"/>
                    <a:gd name="T7" fmla="*/ 28 h 30"/>
                    <a:gd name="T8" fmla="*/ 7 w 15"/>
                    <a:gd name="T9" fmla="*/ 30 h 30"/>
                    <a:gd name="T10" fmla="*/ 12 w 15"/>
                    <a:gd name="T11" fmla="*/ 26 h 30"/>
                    <a:gd name="T12" fmla="*/ 15 w 15"/>
                    <a:gd name="T13" fmla="*/ 18 h 30"/>
                    <a:gd name="T14" fmla="*/ 3 w 15"/>
                    <a:gd name="T15" fmla="*/ 0 h 30"/>
                    <a:gd name="T16" fmla="*/ 0 w 15"/>
                    <a:gd name="T17" fmla="*/ 1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30">
                      <a:moveTo>
                        <a:pt x="0" y="1"/>
                      </a:moveTo>
                      <a:cubicBezTo>
                        <a:pt x="1" y="12"/>
                        <a:pt x="1" y="12"/>
                        <a:pt x="1" y="12"/>
                      </a:cubicBezTo>
                      <a:cubicBezTo>
                        <a:pt x="1" y="13"/>
                        <a:pt x="0" y="18"/>
                        <a:pt x="0" y="21"/>
                      </a:cubicBezTo>
                      <a:cubicBezTo>
                        <a:pt x="0" y="24"/>
                        <a:pt x="2" y="25"/>
                        <a:pt x="2" y="28"/>
                      </a:cubicBezTo>
                      <a:cubicBezTo>
                        <a:pt x="7" y="30"/>
                        <a:pt x="7" y="30"/>
                        <a:pt x="7" y="30"/>
                      </a:cubicBezTo>
                      <a:cubicBezTo>
                        <a:pt x="9" y="27"/>
                        <a:pt x="10" y="29"/>
                        <a:pt x="12" y="26"/>
                      </a:cubicBezTo>
                      <a:cubicBezTo>
                        <a:pt x="14" y="23"/>
                        <a:pt x="14" y="21"/>
                        <a:pt x="15" y="18"/>
                      </a:cubicBezTo>
                      <a:cubicBezTo>
                        <a:pt x="12" y="7"/>
                        <a:pt x="13" y="5"/>
                        <a:pt x="3" y="0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6" name="íṥľíďè"/>
                <p:cNvSpPr/>
                <p:nvPr/>
              </p:nvSpPr>
              <p:spPr bwMode="auto">
                <a:xfrm>
                  <a:off x="5221288" y="3184525"/>
                  <a:ext cx="36513" cy="122238"/>
                </a:xfrm>
                <a:custGeom>
                  <a:avLst/>
                  <a:gdLst>
                    <a:gd name="T0" fmla="*/ 0 w 11"/>
                    <a:gd name="T1" fmla="*/ 3 h 37"/>
                    <a:gd name="T2" fmla="*/ 2 w 11"/>
                    <a:gd name="T3" fmla="*/ 14 h 37"/>
                    <a:gd name="T4" fmla="*/ 0 w 11"/>
                    <a:gd name="T5" fmla="*/ 33 h 37"/>
                    <a:gd name="T6" fmla="*/ 0 w 11"/>
                    <a:gd name="T7" fmla="*/ 36 h 37"/>
                    <a:gd name="T8" fmla="*/ 2 w 11"/>
                    <a:gd name="T9" fmla="*/ 37 h 37"/>
                    <a:gd name="T10" fmla="*/ 8 w 11"/>
                    <a:gd name="T11" fmla="*/ 27 h 37"/>
                    <a:gd name="T12" fmla="*/ 11 w 11"/>
                    <a:gd name="T13" fmla="*/ 17 h 37"/>
                    <a:gd name="T14" fmla="*/ 11 w 11"/>
                    <a:gd name="T15" fmla="*/ 15 h 37"/>
                    <a:gd name="T16" fmla="*/ 7 w 11"/>
                    <a:gd name="T17" fmla="*/ 2 h 37"/>
                    <a:gd name="T18" fmla="*/ 2 w 11"/>
                    <a:gd name="T19" fmla="*/ 0 h 37"/>
                    <a:gd name="T20" fmla="*/ 0 w 11"/>
                    <a:gd name="T21" fmla="*/ 3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1" h="37">
                      <a:moveTo>
                        <a:pt x="0" y="3"/>
                      </a:moveTo>
                      <a:cubicBezTo>
                        <a:pt x="2" y="14"/>
                        <a:pt x="2" y="14"/>
                        <a:pt x="2" y="14"/>
                      </a:cubicBezTo>
                      <a:cubicBezTo>
                        <a:pt x="2" y="19"/>
                        <a:pt x="0" y="27"/>
                        <a:pt x="0" y="33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2" y="36"/>
                        <a:pt x="1" y="37"/>
                        <a:pt x="2" y="37"/>
                      </a:cubicBezTo>
                      <a:cubicBezTo>
                        <a:pt x="3" y="37"/>
                        <a:pt x="7" y="28"/>
                        <a:pt x="8" y="27"/>
                      </a:cubicBezTo>
                      <a:cubicBezTo>
                        <a:pt x="9" y="24"/>
                        <a:pt x="11" y="21"/>
                        <a:pt x="11" y="17"/>
                      </a:cubicBezTo>
                      <a:cubicBezTo>
                        <a:pt x="11" y="15"/>
                        <a:pt x="11" y="15"/>
                        <a:pt x="11" y="15"/>
                      </a:cubicBezTo>
                      <a:cubicBezTo>
                        <a:pt x="11" y="7"/>
                        <a:pt x="8" y="7"/>
                        <a:pt x="7" y="2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1"/>
                        <a:pt x="0" y="1"/>
                        <a:pt x="0" y="3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7" name="íś1iḑe"/>
                <p:cNvSpPr/>
                <p:nvPr/>
              </p:nvSpPr>
              <p:spPr bwMode="auto">
                <a:xfrm>
                  <a:off x="4554538" y="3251200"/>
                  <a:ext cx="119063" cy="58738"/>
                </a:xfrm>
                <a:custGeom>
                  <a:avLst/>
                  <a:gdLst>
                    <a:gd name="T0" fmla="*/ 0 w 36"/>
                    <a:gd name="T1" fmla="*/ 15 h 18"/>
                    <a:gd name="T2" fmla="*/ 2 w 36"/>
                    <a:gd name="T3" fmla="*/ 16 h 18"/>
                    <a:gd name="T4" fmla="*/ 13 w 36"/>
                    <a:gd name="T5" fmla="*/ 18 h 18"/>
                    <a:gd name="T6" fmla="*/ 16 w 36"/>
                    <a:gd name="T7" fmla="*/ 18 h 18"/>
                    <a:gd name="T8" fmla="*/ 22 w 36"/>
                    <a:gd name="T9" fmla="*/ 17 h 18"/>
                    <a:gd name="T10" fmla="*/ 23 w 36"/>
                    <a:gd name="T11" fmla="*/ 17 h 18"/>
                    <a:gd name="T12" fmla="*/ 30 w 36"/>
                    <a:gd name="T13" fmla="*/ 13 h 18"/>
                    <a:gd name="T14" fmla="*/ 36 w 36"/>
                    <a:gd name="T15" fmla="*/ 8 h 18"/>
                    <a:gd name="T16" fmla="*/ 36 w 36"/>
                    <a:gd name="T17" fmla="*/ 7 h 18"/>
                    <a:gd name="T18" fmla="*/ 36 w 36"/>
                    <a:gd name="T19" fmla="*/ 4 h 18"/>
                    <a:gd name="T20" fmla="*/ 32 w 36"/>
                    <a:gd name="T21" fmla="*/ 0 h 18"/>
                    <a:gd name="T22" fmla="*/ 24 w 36"/>
                    <a:gd name="T23" fmla="*/ 3 h 18"/>
                    <a:gd name="T24" fmla="*/ 16 w 36"/>
                    <a:gd name="T25" fmla="*/ 7 h 18"/>
                    <a:gd name="T26" fmla="*/ 0 w 36"/>
                    <a:gd name="T27" fmla="*/ 15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6" h="18">
                      <a:moveTo>
                        <a:pt x="0" y="15"/>
                      </a:moveTo>
                      <a:cubicBezTo>
                        <a:pt x="1" y="16"/>
                        <a:pt x="1" y="16"/>
                        <a:pt x="2" y="16"/>
                      </a:cubicBezTo>
                      <a:cubicBezTo>
                        <a:pt x="6" y="16"/>
                        <a:pt x="9" y="18"/>
                        <a:pt x="13" y="18"/>
                      </a:cubicBezTo>
                      <a:cubicBezTo>
                        <a:pt x="16" y="18"/>
                        <a:pt x="16" y="18"/>
                        <a:pt x="16" y="18"/>
                      </a:cubicBezTo>
                      <a:cubicBezTo>
                        <a:pt x="22" y="17"/>
                        <a:pt x="22" y="17"/>
                        <a:pt x="22" y="17"/>
                      </a:cubicBezTo>
                      <a:cubicBezTo>
                        <a:pt x="23" y="17"/>
                        <a:pt x="23" y="17"/>
                        <a:pt x="23" y="17"/>
                      </a:cubicBezTo>
                      <a:cubicBezTo>
                        <a:pt x="26" y="16"/>
                        <a:pt x="28" y="14"/>
                        <a:pt x="30" y="13"/>
                      </a:cubicBezTo>
                      <a:cubicBezTo>
                        <a:pt x="34" y="11"/>
                        <a:pt x="33" y="10"/>
                        <a:pt x="36" y="8"/>
                      </a:cubicBezTo>
                      <a:cubicBezTo>
                        <a:pt x="36" y="7"/>
                        <a:pt x="36" y="7"/>
                        <a:pt x="36" y="7"/>
                      </a:cubicBezTo>
                      <a:cubicBezTo>
                        <a:pt x="36" y="4"/>
                        <a:pt x="36" y="4"/>
                        <a:pt x="36" y="4"/>
                      </a:cubicBezTo>
                      <a:cubicBezTo>
                        <a:pt x="36" y="1"/>
                        <a:pt x="33" y="2"/>
                        <a:pt x="32" y="0"/>
                      </a:cubicBezTo>
                      <a:cubicBezTo>
                        <a:pt x="29" y="1"/>
                        <a:pt x="27" y="1"/>
                        <a:pt x="24" y="3"/>
                      </a:cubicBezTo>
                      <a:cubicBezTo>
                        <a:pt x="21" y="4"/>
                        <a:pt x="19" y="6"/>
                        <a:pt x="16" y="7"/>
                      </a:cubicBezTo>
                      <a:cubicBezTo>
                        <a:pt x="11" y="11"/>
                        <a:pt x="4" y="10"/>
                        <a:pt x="0" y="1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8" name="iṩ1iḋè"/>
                <p:cNvSpPr/>
                <p:nvPr/>
              </p:nvSpPr>
              <p:spPr bwMode="auto">
                <a:xfrm>
                  <a:off x="6359526" y="3263900"/>
                  <a:ext cx="93663" cy="139700"/>
                </a:xfrm>
                <a:custGeom>
                  <a:avLst/>
                  <a:gdLst>
                    <a:gd name="T0" fmla="*/ 15 w 28"/>
                    <a:gd name="T1" fmla="*/ 1 h 42"/>
                    <a:gd name="T2" fmla="*/ 6 w 28"/>
                    <a:gd name="T3" fmla="*/ 11 h 42"/>
                    <a:gd name="T4" fmla="*/ 6 w 28"/>
                    <a:gd name="T5" fmla="*/ 13 h 42"/>
                    <a:gd name="T6" fmla="*/ 5 w 28"/>
                    <a:gd name="T7" fmla="*/ 16 h 42"/>
                    <a:gd name="T8" fmla="*/ 6 w 28"/>
                    <a:gd name="T9" fmla="*/ 20 h 42"/>
                    <a:gd name="T10" fmla="*/ 6 w 28"/>
                    <a:gd name="T11" fmla="*/ 21 h 42"/>
                    <a:gd name="T12" fmla="*/ 0 w 28"/>
                    <a:gd name="T13" fmla="*/ 38 h 42"/>
                    <a:gd name="T14" fmla="*/ 0 w 28"/>
                    <a:gd name="T15" fmla="*/ 41 h 42"/>
                    <a:gd name="T16" fmla="*/ 3 w 28"/>
                    <a:gd name="T17" fmla="*/ 42 h 42"/>
                    <a:gd name="T18" fmla="*/ 9 w 28"/>
                    <a:gd name="T19" fmla="*/ 32 h 42"/>
                    <a:gd name="T20" fmla="*/ 12 w 28"/>
                    <a:gd name="T21" fmla="*/ 26 h 42"/>
                    <a:gd name="T22" fmla="*/ 14 w 28"/>
                    <a:gd name="T23" fmla="*/ 26 h 42"/>
                    <a:gd name="T24" fmla="*/ 20 w 28"/>
                    <a:gd name="T25" fmla="*/ 26 h 42"/>
                    <a:gd name="T26" fmla="*/ 28 w 28"/>
                    <a:gd name="T27" fmla="*/ 14 h 42"/>
                    <a:gd name="T28" fmla="*/ 28 w 28"/>
                    <a:gd name="T29" fmla="*/ 6 h 42"/>
                    <a:gd name="T30" fmla="*/ 28 w 28"/>
                    <a:gd name="T31" fmla="*/ 5 h 42"/>
                    <a:gd name="T32" fmla="*/ 27 w 28"/>
                    <a:gd name="T33" fmla="*/ 3 h 42"/>
                    <a:gd name="T34" fmla="*/ 26 w 28"/>
                    <a:gd name="T35" fmla="*/ 3 h 42"/>
                    <a:gd name="T36" fmla="*/ 24 w 28"/>
                    <a:gd name="T37" fmla="*/ 3 h 42"/>
                    <a:gd name="T38" fmla="*/ 23 w 28"/>
                    <a:gd name="T39" fmla="*/ 3 h 42"/>
                    <a:gd name="T40" fmla="*/ 20 w 28"/>
                    <a:gd name="T41" fmla="*/ 0 h 42"/>
                    <a:gd name="T42" fmla="*/ 15 w 28"/>
                    <a:gd name="T43" fmla="*/ 1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28" h="42">
                      <a:moveTo>
                        <a:pt x="15" y="1"/>
                      </a:moveTo>
                      <a:cubicBezTo>
                        <a:pt x="15" y="10"/>
                        <a:pt x="8" y="6"/>
                        <a:pt x="6" y="11"/>
                      </a:cubicBezTo>
                      <a:cubicBezTo>
                        <a:pt x="6" y="13"/>
                        <a:pt x="6" y="13"/>
                        <a:pt x="6" y="13"/>
                      </a:cubicBezTo>
                      <a:cubicBezTo>
                        <a:pt x="6" y="14"/>
                        <a:pt x="5" y="14"/>
                        <a:pt x="5" y="16"/>
                      </a:cubicBezTo>
                      <a:cubicBezTo>
                        <a:pt x="6" y="20"/>
                        <a:pt x="6" y="20"/>
                        <a:pt x="6" y="20"/>
                      </a:cubicBezTo>
                      <a:cubicBezTo>
                        <a:pt x="6" y="21"/>
                        <a:pt x="6" y="21"/>
                        <a:pt x="6" y="21"/>
                      </a:cubicBezTo>
                      <a:cubicBezTo>
                        <a:pt x="6" y="29"/>
                        <a:pt x="0" y="31"/>
                        <a:pt x="0" y="3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2" y="42"/>
                        <a:pt x="2" y="42"/>
                        <a:pt x="3" y="42"/>
                      </a:cubicBezTo>
                      <a:cubicBezTo>
                        <a:pt x="7" y="42"/>
                        <a:pt x="9" y="36"/>
                        <a:pt x="9" y="32"/>
                      </a:cubicBezTo>
                      <a:cubicBezTo>
                        <a:pt x="9" y="29"/>
                        <a:pt x="10" y="26"/>
                        <a:pt x="12" y="26"/>
                      </a:cubicBezTo>
                      <a:cubicBezTo>
                        <a:pt x="14" y="26"/>
                        <a:pt x="14" y="26"/>
                        <a:pt x="14" y="26"/>
                      </a:cubicBezTo>
                      <a:cubicBezTo>
                        <a:pt x="20" y="26"/>
                        <a:pt x="20" y="26"/>
                        <a:pt x="20" y="26"/>
                      </a:cubicBezTo>
                      <a:cubicBezTo>
                        <a:pt x="24" y="24"/>
                        <a:pt x="28" y="21"/>
                        <a:pt x="28" y="14"/>
                      </a:cubicBezTo>
                      <a:cubicBezTo>
                        <a:pt x="28" y="6"/>
                        <a:pt x="28" y="6"/>
                        <a:pt x="28" y="6"/>
                      </a:cubicBezTo>
                      <a:cubicBezTo>
                        <a:pt x="28" y="5"/>
                        <a:pt x="28" y="5"/>
                        <a:pt x="28" y="5"/>
                      </a:cubicBezTo>
                      <a:cubicBezTo>
                        <a:pt x="27" y="3"/>
                        <a:pt x="27" y="3"/>
                        <a:pt x="27" y="3"/>
                      </a:cubicBezTo>
                      <a:cubicBezTo>
                        <a:pt x="26" y="3"/>
                        <a:pt x="26" y="3"/>
                        <a:pt x="26" y="3"/>
                      </a:cubicBezTo>
                      <a:cubicBezTo>
                        <a:pt x="24" y="3"/>
                        <a:pt x="24" y="3"/>
                        <a:pt x="24" y="3"/>
                      </a:cubicBezTo>
                      <a:cubicBezTo>
                        <a:pt x="23" y="3"/>
                        <a:pt x="23" y="3"/>
                        <a:pt x="23" y="3"/>
                      </a:cubicBezTo>
                      <a:cubicBezTo>
                        <a:pt x="20" y="0"/>
                        <a:pt x="20" y="0"/>
                        <a:pt x="20" y="0"/>
                      </a:cubicBezTo>
                      <a:lnTo>
                        <a:pt x="15" y="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9" name="íṩlïḓè"/>
                <p:cNvSpPr/>
                <p:nvPr/>
              </p:nvSpPr>
              <p:spPr bwMode="auto">
                <a:xfrm>
                  <a:off x="5826126" y="3273425"/>
                  <a:ext cx="223838" cy="293688"/>
                </a:xfrm>
                <a:custGeom>
                  <a:avLst/>
                  <a:gdLst>
                    <a:gd name="T0" fmla="*/ 38 w 68"/>
                    <a:gd name="T1" fmla="*/ 16 h 88"/>
                    <a:gd name="T2" fmla="*/ 40 w 68"/>
                    <a:gd name="T3" fmla="*/ 5 h 88"/>
                    <a:gd name="T4" fmla="*/ 36 w 68"/>
                    <a:gd name="T5" fmla="*/ 1 h 88"/>
                    <a:gd name="T6" fmla="*/ 36 w 68"/>
                    <a:gd name="T7" fmla="*/ 1 h 88"/>
                    <a:gd name="T8" fmla="*/ 33 w 68"/>
                    <a:gd name="T9" fmla="*/ 0 h 88"/>
                    <a:gd name="T10" fmla="*/ 24 w 68"/>
                    <a:gd name="T11" fmla="*/ 7 h 88"/>
                    <a:gd name="T12" fmla="*/ 24 w 68"/>
                    <a:gd name="T13" fmla="*/ 8 h 88"/>
                    <a:gd name="T14" fmla="*/ 26 w 68"/>
                    <a:gd name="T15" fmla="*/ 18 h 88"/>
                    <a:gd name="T16" fmla="*/ 27 w 68"/>
                    <a:gd name="T17" fmla="*/ 28 h 88"/>
                    <a:gd name="T18" fmla="*/ 27 w 68"/>
                    <a:gd name="T19" fmla="*/ 39 h 88"/>
                    <a:gd name="T20" fmla="*/ 16 w 68"/>
                    <a:gd name="T21" fmla="*/ 48 h 88"/>
                    <a:gd name="T22" fmla="*/ 7 w 68"/>
                    <a:gd name="T23" fmla="*/ 49 h 88"/>
                    <a:gd name="T24" fmla="*/ 5 w 68"/>
                    <a:gd name="T25" fmla="*/ 49 h 88"/>
                    <a:gd name="T26" fmla="*/ 4 w 68"/>
                    <a:gd name="T27" fmla="*/ 49 h 88"/>
                    <a:gd name="T28" fmla="*/ 0 w 68"/>
                    <a:gd name="T29" fmla="*/ 54 h 88"/>
                    <a:gd name="T30" fmla="*/ 5 w 68"/>
                    <a:gd name="T31" fmla="*/ 60 h 88"/>
                    <a:gd name="T32" fmla="*/ 11 w 68"/>
                    <a:gd name="T33" fmla="*/ 60 h 88"/>
                    <a:gd name="T34" fmla="*/ 13 w 68"/>
                    <a:gd name="T35" fmla="*/ 59 h 88"/>
                    <a:gd name="T36" fmla="*/ 20 w 68"/>
                    <a:gd name="T37" fmla="*/ 66 h 88"/>
                    <a:gd name="T38" fmla="*/ 17 w 68"/>
                    <a:gd name="T39" fmla="*/ 72 h 88"/>
                    <a:gd name="T40" fmla="*/ 13 w 68"/>
                    <a:gd name="T41" fmla="*/ 76 h 88"/>
                    <a:gd name="T42" fmla="*/ 2 w 68"/>
                    <a:gd name="T43" fmla="*/ 82 h 88"/>
                    <a:gd name="T44" fmla="*/ 2 w 68"/>
                    <a:gd name="T45" fmla="*/ 83 h 88"/>
                    <a:gd name="T46" fmla="*/ 2 w 68"/>
                    <a:gd name="T47" fmla="*/ 87 h 88"/>
                    <a:gd name="T48" fmla="*/ 4 w 68"/>
                    <a:gd name="T49" fmla="*/ 88 h 88"/>
                    <a:gd name="T50" fmla="*/ 25 w 68"/>
                    <a:gd name="T51" fmla="*/ 77 h 88"/>
                    <a:gd name="T52" fmla="*/ 31 w 68"/>
                    <a:gd name="T53" fmla="*/ 69 h 88"/>
                    <a:gd name="T54" fmla="*/ 40 w 68"/>
                    <a:gd name="T55" fmla="*/ 63 h 88"/>
                    <a:gd name="T56" fmla="*/ 52 w 68"/>
                    <a:gd name="T57" fmla="*/ 70 h 88"/>
                    <a:gd name="T58" fmla="*/ 48 w 68"/>
                    <a:gd name="T59" fmla="*/ 79 h 88"/>
                    <a:gd name="T60" fmla="*/ 59 w 68"/>
                    <a:gd name="T61" fmla="*/ 81 h 88"/>
                    <a:gd name="T62" fmla="*/ 68 w 68"/>
                    <a:gd name="T63" fmla="*/ 71 h 88"/>
                    <a:gd name="T64" fmla="*/ 59 w 68"/>
                    <a:gd name="T65" fmla="*/ 62 h 88"/>
                    <a:gd name="T66" fmla="*/ 44 w 68"/>
                    <a:gd name="T67" fmla="*/ 60 h 88"/>
                    <a:gd name="T68" fmla="*/ 42 w 68"/>
                    <a:gd name="T69" fmla="*/ 60 h 88"/>
                    <a:gd name="T70" fmla="*/ 36 w 68"/>
                    <a:gd name="T71" fmla="*/ 53 h 88"/>
                    <a:gd name="T72" fmla="*/ 48 w 68"/>
                    <a:gd name="T73" fmla="*/ 42 h 88"/>
                    <a:gd name="T74" fmla="*/ 59 w 68"/>
                    <a:gd name="T75" fmla="*/ 32 h 88"/>
                    <a:gd name="T76" fmla="*/ 59 w 68"/>
                    <a:gd name="T77" fmla="*/ 30 h 88"/>
                    <a:gd name="T78" fmla="*/ 59 w 68"/>
                    <a:gd name="T79" fmla="*/ 29 h 88"/>
                    <a:gd name="T80" fmla="*/ 54 w 68"/>
                    <a:gd name="T81" fmla="*/ 26 h 88"/>
                    <a:gd name="T82" fmla="*/ 51 w 68"/>
                    <a:gd name="T83" fmla="*/ 27 h 88"/>
                    <a:gd name="T84" fmla="*/ 50 w 68"/>
                    <a:gd name="T85" fmla="*/ 27 h 88"/>
                    <a:gd name="T86" fmla="*/ 41 w 68"/>
                    <a:gd name="T87" fmla="*/ 33 h 88"/>
                    <a:gd name="T88" fmla="*/ 38 w 68"/>
                    <a:gd name="T89" fmla="*/ 28 h 88"/>
                    <a:gd name="T90" fmla="*/ 38 w 68"/>
                    <a:gd name="T91" fmla="*/ 27 h 88"/>
                    <a:gd name="T92" fmla="*/ 38 w 68"/>
                    <a:gd name="T93" fmla="*/ 16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68" h="88">
                      <a:moveTo>
                        <a:pt x="38" y="16"/>
                      </a:moveTo>
                      <a:cubicBezTo>
                        <a:pt x="39" y="11"/>
                        <a:pt x="40" y="9"/>
                        <a:pt x="40" y="5"/>
                      </a:cubicBezTo>
                      <a:cubicBezTo>
                        <a:pt x="40" y="3"/>
                        <a:pt x="38" y="1"/>
                        <a:pt x="36" y="1"/>
                      </a:cubicBezTo>
                      <a:cubicBezTo>
                        <a:pt x="36" y="1"/>
                        <a:pt x="36" y="1"/>
                        <a:pt x="36" y="1"/>
                      </a:cubicBezTo>
                      <a:cubicBezTo>
                        <a:pt x="34" y="1"/>
                        <a:pt x="34" y="1"/>
                        <a:pt x="33" y="0"/>
                      </a:cubicBezTo>
                      <a:cubicBezTo>
                        <a:pt x="28" y="3"/>
                        <a:pt x="28" y="1"/>
                        <a:pt x="24" y="7"/>
                      </a:cubicBezTo>
                      <a:cubicBezTo>
                        <a:pt x="24" y="8"/>
                        <a:pt x="24" y="8"/>
                        <a:pt x="24" y="8"/>
                      </a:cubicBezTo>
                      <a:cubicBezTo>
                        <a:pt x="24" y="12"/>
                        <a:pt x="26" y="14"/>
                        <a:pt x="26" y="18"/>
                      </a:cubicBezTo>
                      <a:cubicBezTo>
                        <a:pt x="27" y="28"/>
                        <a:pt x="27" y="28"/>
                        <a:pt x="27" y="28"/>
                      </a:cubicBezTo>
                      <a:cubicBezTo>
                        <a:pt x="27" y="39"/>
                        <a:pt x="27" y="39"/>
                        <a:pt x="27" y="39"/>
                      </a:cubicBezTo>
                      <a:cubicBezTo>
                        <a:pt x="28" y="45"/>
                        <a:pt x="22" y="48"/>
                        <a:pt x="16" y="48"/>
                      </a:cubicBezTo>
                      <a:cubicBezTo>
                        <a:pt x="7" y="49"/>
                        <a:pt x="7" y="49"/>
                        <a:pt x="7" y="49"/>
                      </a:cubicBezTo>
                      <a:cubicBezTo>
                        <a:pt x="5" y="49"/>
                        <a:pt x="5" y="49"/>
                        <a:pt x="5" y="49"/>
                      </a:cubicBezTo>
                      <a:cubicBezTo>
                        <a:pt x="4" y="49"/>
                        <a:pt x="4" y="49"/>
                        <a:pt x="4" y="49"/>
                      </a:cubicBezTo>
                      <a:cubicBezTo>
                        <a:pt x="2" y="50"/>
                        <a:pt x="0" y="51"/>
                        <a:pt x="0" y="54"/>
                      </a:cubicBezTo>
                      <a:cubicBezTo>
                        <a:pt x="0" y="56"/>
                        <a:pt x="3" y="60"/>
                        <a:pt x="5" y="60"/>
                      </a:cubicBezTo>
                      <a:cubicBezTo>
                        <a:pt x="11" y="60"/>
                        <a:pt x="11" y="60"/>
                        <a:pt x="11" y="60"/>
                      </a:cubicBezTo>
                      <a:cubicBezTo>
                        <a:pt x="12" y="60"/>
                        <a:pt x="12" y="60"/>
                        <a:pt x="13" y="59"/>
                      </a:cubicBezTo>
                      <a:cubicBezTo>
                        <a:pt x="17" y="62"/>
                        <a:pt x="17" y="60"/>
                        <a:pt x="20" y="66"/>
                      </a:cubicBezTo>
                      <a:cubicBezTo>
                        <a:pt x="18" y="69"/>
                        <a:pt x="20" y="68"/>
                        <a:pt x="17" y="72"/>
                      </a:cubicBezTo>
                      <a:cubicBezTo>
                        <a:pt x="15" y="73"/>
                        <a:pt x="15" y="75"/>
                        <a:pt x="13" y="76"/>
                      </a:cubicBezTo>
                      <a:cubicBezTo>
                        <a:pt x="8" y="79"/>
                        <a:pt x="7" y="80"/>
                        <a:pt x="2" y="82"/>
                      </a:cubicBezTo>
                      <a:cubicBezTo>
                        <a:pt x="2" y="83"/>
                        <a:pt x="2" y="83"/>
                        <a:pt x="2" y="83"/>
                      </a:cubicBezTo>
                      <a:cubicBezTo>
                        <a:pt x="2" y="87"/>
                        <a:pt x="2" y="87"/>
                        <a:pt x="2" y="87"/>
                      </a:cubicBezTo>
                      <a:cubicBezTo>
                        <a:pt x="4" y="87"/>
                        <a:pt x="3" y="88"/>
                        <a:pt x="4" y="88"/>
                      </a:cubicBezTo>
                      <a:cubicBezTo>
                        <a:pt x="13" y="88"/>
                        <a:pt x="20" y="82"/>
                        <a:pt x="25" y="77"/>
                      </a:cubicBezTo>
                      <a:cubicBezTo>
                        <a:pt x="26" y="76"/>
                        <a:pt x="30" y="71"/>
                        <a:pt x="31" y="69"/>
                      </a:cubicBezTo>
                      <a:cubicBezTo>
                        <a:pt x="33" y="65"/>
                        <a:pt x="35" y="63"/>
                        <a:pt x="40" y="63"/>
                      </a:cubicBezTo>
                      <a:cubicBezTo>
                        <a:pt x="45" y="63"/>
                        <a:pt x="49" y="67"/>
                        <a:pt x="52" y="70"/>
                      </a:cubicBezTo>
                      <a:cubicBezTo>
                        <a:pt x="48" y="79"/>
                        <a:pt x="48" y="79"/>
                        <a:pt x="48" y="79"/>
                      </a:cubicBezTo>
                      <a:cubicBezTo>
                        <a:pt x="50" y="79"/>
                        <a:pt x="58" y="81"/>
                        <a:pt x="59" y="81"/>
                      </a:cubicBezTo>
                      <a:cubicBezTo>
                        <a:pt x="65" y="81"/>
                        <a:pt x="67" y="76"/>
                        <a:pt x="68" y="71"/>
                      </a:cubicBezTo>
                      <a:cubicBezTo>
                        <a:pt x="67" y="65"/>
                        <a:pt x="63" y="64"/>
                        <a:pt x="59" y="62"/>
                      </a:cubicBezTo>
                      <a:cubicBezTo>
                        <a:pt x="53" y="59"/>
                        <a:pt x="51" y="60"/>
                        <a:pt x="44" y="60"/>
                      </a:cubicBezTo>
                      <a:cubicBezTo>
                        <a:pt x="43" y="60"/>
                        <a:pt x="43" y="60"/>
                        <a:pt x="42" y="60"/>
                      </a:cubicBezTo>
                      <a:cubicBezTo>
                        <a:pt x="40" y="59"/>
                        <a:pt x="36" y="56"/>
                        <a:pt x="36" y="53"/>
                      </a:cubicBezTo>
                      <a:cubicBezTo>
                        <a:pt x="36" y="51"/>
                        <a:pt x="45" y="44"/>
                        <a:pt x="48" y="42"/>
                      </a:cubicBezTo>
                      <a:cubicBezTo>
                        <a:pt x="50" y="41"/>
                        <a:pt x="59" y="34"/>
                        <a:pt x="59" y="32"/>
                      </a:cubicBezTo>
                      <a:cubicBezTo>
                        <a:pt x="59" y="30"/>
                        <a:pt x="59" y="30"/>
                        <a:pt x="59" y="30"/>
                      </a:cubicBezTo>
                      <a:cubicBezTo>
                        <a:pt x="59" y="29"/>
                        <a:pt x="59" y="29"/>
                        <a:pt x="59" y="29"/>
                      </a:cubicBezTo>
                      <a:cubicBezTo>
                        <a:pt x="54" y="26"/>
                        <a:pt x="54" y="26"/>
                        <a:pt x="54" y="26"/>
                      </a:cubicBezTo>
                      <a:cubicBezTo>
                        <a:pt x="53" y="27"/>
                        <a:pt x="53" y="27"/>
                        <a:pt x="51" y="27"/>
                      </a:cubicBezTo>
                      <a:cubicBezTo>
                        <a:pt x="50" y="27"/>
                        <a:pt x="50" y="27"/>
                        <a:pt x="50" y="27"/>
                      </a:cubicBezTo>
                      <a:cubicBezTo>
                        <a:pt x="46" y="32"/>
                        <a:pt x="46" y="30"/>
                        <a:pt x="41" y="33"/>
                      </a:cubicBezTo>
                      <a:cubicBezTo>
                        <a:pt x="40" y="31"/>
                        <a:pt x="39" y="30"/>
                        <a:pt x="38" y="28"/>
                      </a:cubicBezTo>
                      <a:cubicBezTo>
                        <a:pt x="38" y="27"/>
                        <a:pt x="38" y="27"/>
                        <a:pt x="38" y="27"/>
                      </a:cubicBezTo>
                      <a:lnTo>
                        <a:pt x="38" y="16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0" name="ísḷïďè"/>
                <p:cNvSpPr/>
                <p:nvPr/>
              </p:nvSpPr>
              <p:spPr bwMode="auto">
                <a:xfrm>
                  <a:off x="4518026" y="3506788"/>
                  <a:ext cx="53975" cy="71438"/>
                </a:xfrm>
                <a:custGeom>
                  <a:avLst/>
                  <a:gdLst>
                    <a:gd name="T0" fmla="*/ 14 w 16"/>
                    <a:gd name="T1" fmla="*/ 17 h 21"/>
                    <a:gd name="T2" fmla="*/ 16 w 16"/>
                    <a:gd name="T3" fmla="*/ 12 h 21"/>
                    <a:gd name="T4" fmla="*/ 11 w 16"/>
                    <a:gd name="T5" fmla="*/ 5 h 21"/>
                    <a:gd name="T6" fmla="*/ 5 w 16"/>
                    <a:gd name="T7" fmla="*/ 0 h 21"/>
                    <a:gd name="T8" fmla="*/ 2 w 16"/>
                    <a:gd name="T9" fmla="*/ 4 h 21"/>
                    <a:gd name="T10" fmla="*/ 2 w 16"/>
                    <a:gd name="T11" fmla="*/ 5 h 21"/>
                    <a:gd name="T12" fmla="*/ 2 w 16"/>
                    <a:gd name="T13" fmla="*/ 8 h 21"/>
                    <a:gd name="T14" fmla="*/ 2 w 16"/>
                    <a:gd name="T15" fmla="*/ 9 h 21"/>
                    <a:gd name="T16" fmla="*/ 0 w 16"/>
                    <a:gd name="T17" fmla="*/ 17 h 21"/>
                    <a:gd name="T18" fmla="*/ 3 w 16"/>
                    <a:gd name="T19" fmla="*/ 21 h 21"/>
                    <a:gd name="T20" fmla="*/ 4 w 16"/>
                    <a:gd name="T21" fmla="*/ 21 h 21"/>
                    <a:gd name="T22" fmla="*/ 5 w 16"/>
                    <a:gd name="T23" fmla="*/ 21 h 21"/>
                    <a:gd name="T24" fmla="*/ 14 w 16"/>
                    <a:gd name="T25" fmla="*/ 17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6" h="21">
                      <a:moveTo>
                        <a:pt x="14" y="17"/>
                      </a:moveTo>
                      <a:cubicBezTo>
                        <a:pt x="14" y="15"/>
                        <a:pt x="16" y="13"/>
                        <a:pt x="16" y="12"/>
                      </a:cubicBezTo>
                      <a:cubicBezTo>
                        <a:pt x="16" y="11"/>
                        <a:pt x="12" y="7"/>
                        <a:pt x="11" y="5"/>
                      </a:cubicBezTo>
                      <a:cubicBezTo>
                        <a:pt x="11" y="3"/>
                        <a:pt x="8" y="0"/>
                        <a:pt x="5" y="0"/>
                      </a:cubicBezTo>
                      <a:cubicBezTo>
                        <a:pt x="4" y="0"/>
                        <a:pt x="3" y="3"/>
                        <a:pt x="2" y="4"/>
                      </a:cubicBezTo>
                      <a:cubicBezTo>
                        <a:pt x="2" y="5"/>
                        <a:pt x="2" y="5"/>
                        <a:pt x="2" y="5"/>
                      </a:cubicBezTo>
                      <a:cubicBezTo>
                        <a:pt x="2" y="8"/>
                        <a:pt x="2" y="8"/>
                        <a:pt x="2" y="8"/>
                      </a:cubicBezTo>
                      <a:cubicBezTo>
                        <a:pt x="2" y="9"/>
                        <a:pt x="2" y="9"/>
                        <a:pt x="2" y="9"/>
                      </a:cubicBezTo>
                      <a:cubicBezTo>
                        <a:pt x="1" y="11"/>
                        <a:pt x="0" y="14"/>
                        <a:pt x="0" y="17"/>
                      </a:cubicBezTo>
                      <a:cubicBezTo>
                        <a:pt x="0" y="19"/>
                        <a:pt x="1" y="20"/>
                        <a:pt x="3" y="21"/>
                      </a:cubicBezTo>
                      <a:cubicBezTo>
                        <a:pt x="4" y="21"/>
                        <a:pt x="4" y="21"/>
                        <a:pt x="4" y="21"/>
                      </a:cubicBezTo>
                      <a:cubicBezTo>
                        <a:pt x="5" y="21"/>
                        <a:pt x="5" y="21"/>
                        <a:pt x="5" y="21"/>
                      </a:cubicBezTo>
                      <a:cubicBezTo>
                        <a:pt x="7" y="21"/>
                        <a:pt x="11" y="17"/>
                        <a:pt x="14" y="17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1" name="îṧļîḓé"/>
                <p:cNvSpPr/>
                <p:nvPr/>
              </p:nvSpPr>
              <p:spPr bwMode="auto">
                <a:xfrm>
                  <a:off x="5319713" y="3133725"/>
                  <a:ext cx="222250" cy="500063"/>
                </a:xfrm>
                <a:custGeom>
                  <a:avLst/>
                  <a:gdLst>
                    <a:gd name="T0" fmla="*/ 47 w 67"/>
                    <a:gd name="T1" fmla="*/ 96 h 150"/>
                    <a:gd name="T2" fmla="*/ 51 w 67"/>
                    <a:gd name="T3" fmla="*/ 96 h 150"/>
                    <a:gd name="T4" fmla="*/ 46 w 67"/>
                    <a:gd name="T5" fmla="*/ 114 h 150"/>
                    <a:gd name="T6" fmla="*/ 42 w 67"/>
                    <a:gd name="T7" fmla="*/ 113 h 150"/>
                    <a:gd name="T8" fmla="*/ 39 w 67"/>
                    <a:gd name="T9" fmla="*/ 108 h 150"/>
                    <a:gd name="T10" fmla="*/ 21 w 67"/>
                    <a:gd name="T11" fmla="*/ 78 h 150"/>
                    <a:gd name="T12" fmla="*/ 29 w 67"/>
                    <a:gd name="T13" fmla="*/ 73 h 150"/>
                    <a:gd name="T14" fmla="*/ 32 w 67"/>
                    <a:gd name="T15" fmla="*/ 74 h 150"/>
                    <a:gd name="T16" fmla="*/ 32 w 67"/>
                    <a:gd name="T17" fmla="*/ 77 h 150"/>
                    <a:gd name="T18" fmla="*/ 32 w 67"/>
                    <a:gd name="T19" fmla="*/ 79 h 150"/>
                    <a:gd name="T20" fmla="*/ 21 w 67"/>
                    <a:gd name="T21" fmla="*/ 78 h 150"/>
                    <a:gd name="T22" fmla="*/ 53 w 67"/>
                    <a:gd name="T23" fmla="*/ 118 h 150"/>
                    <a:gd name="T24" fmla="*/ 66 w 67"/>
                    <a:gd name="T25" fmla="*/ 108 h 150"/>
                    <a:gd name="T26" fmla="*/ 60 w 67"/>
                    <a:gd name="T27" fmla="*/ 98 h 150"/>
                    <a:gd name="T28" fmla="*/ 51 w 67"/>
                    <a:gd name="T29" fmla="*/ 82 h 150"/>
                    <a:gd name="T30" fmla="*/ 47 w 67"/>
                    <a:gd name="T31" fmla="*/ 71 h 150"/>
                    <a:gd name="T32" fmla="*/ 60 w 67"/>
                    <a:gd name="T33" fmla="*/ 58 h 150"/>
                    <a:gd name="T34" fmla="*/ 53 w 67"/>
                    <a:gd name="T35" fmla="*/ 52 h 150"/>
                    <a:gd name="T36" fmla="*/ 44 w 67"/>
                    <a:gd name="T37" fmla="*/ 50 h 150"/>
                    <a:gd name="T38" fmla="*/ 48 w 67"/>
                    <a:gd name="T39" fmla="*/ 38 h 150"/>
                    <a:gd name="T40" fmla="*/ 66 w 67"/>
                    <a:gd name="T41" fmla="*/ 17 h 150"/>
                    <a:gd name="T42" fmla="*/ 66 w 67"/>
                    <a:gd name="T43" fmla="*/ 13 h 150"/>
                    <a:gd name="T44" fmla="*/ 56 w 67"/>
                    <a:gd name="T45" fmla="*/ 1 h 150"/>
                    <a:gd name="T46" fmla="*/ 55 w 67"/>
                    <a:gd name="T47" fmla="*/ 7 h 150"/>
                    <a:gd name="T48" fmla="*/ 50 w 67"/>
                    <a:gd name="T49" fmla="*/ 18 h 150"/>
                    <a:gd name="T50" fmla="*/ 42 w 67"/>
                    <a:gd name="T51" fmla="*/ 15 h 150"/>
                    <a:gd name="T52" fmla="*/ 40 w 67"/>
                    <a:gd name="T53" fmla="*/ 15 h 150"/>
                    <a:gd name="T54" fmla="*/ 41 w 67"/>
                    <a:gd name="T55" fmla="*/ 26 h 150"/>
                    <a:gd name="T56" fmla="*/ 41 w 67"/>
                    <a:gd name="T57" fmla="*/ 30 h 150"/>
                    <a:gd name="T58" fmla="*/ 37 w 67"/>
                    <a:gd name="T59" fmla="*/ 33 h 150"/>
                    <a:gd name="T60" fmla="*/ 30 w 67"/>
                    <a:gd name="T61" fmla="*/ 29 h 150"/>
                    <a:gd name="T62" fmla="*/ 9 w 67"/>
                    <a:gd name="T63" fmla="*/ 50 h 150"/>
                    <a:gd name="T64" fmla="*/ 4 w 67"/>
                    <a:gd name="T65" fmla="*/ 59 h 150"/>
                    <a:gd name="T66" fmla="*/ 23 w 67"/>
                    <a:gd name="T67" fmla="*/ 51 h 150"/>
                    <a:gd name="T68" fmla="*/ 30 w 67"/>
                    <a:gd name="T69" fmla="*/ 58 h 150"/>
                    <a:gd name="T70" fmla="*/ 26 w 67"/>
                    <a:gd name="T71" fmla="*/ 65 h 150"/>
                    <a:gd name="T72" fmla="*/ 19 w 67"/>
                    <a:gd name="T73" fmla="*/ 64 h 150"/>
                    <a:gd name="T74" fmla="*/ 16 w 67"/>
                    <a:gd name="T75" fmla="*/ 67 h 150"/>
                    <a:gd name="T76" fmla="*/ 16 w 67"/>
                    <a:gd name="T77" fmla="*/ 72 h 150"/>
                    <a:gd name="T78" fmla="*/ 3 w 67"/>
                    <a:gd name="T79" fmla="*/ 105 h 150"/>
                    <a:gd name="T80" fmla="*/ 6 w 67"/>
                    <a:gd name="T81" fmla="*/ 110 h 150"/>
                    <a:gd name="T82" fmla="*/ 9 w 67"/>
                    <a:gd name="T83" fmla="*/ 111 h 150"/>
                    <a:gd name="T84" fmla="*/ 24 w 67"/>
                    <a:gd name="T85" fmla="*/ 89 h 150"/>
                    <a:gd name="T86" fmla="*/ 32 w 67"/>
                    <a:gd name="T87" fmla="*/ 93 h 150"/>
                    <a:gd name="T88" fmla="*/ 32 w 67"/>
                    <a:gd name="T89" fmla="*/ 96 h 150"/>
                    <a:gd name="T90" fmla="*/ 29 w 67"/>
                    <a:gd name="T91" fmla="*/ 113 h 150"/>
                    <a:gd name="T92" fmla="*/ 29 w 67"/>
                    <a:gd name="T93" fmla="*/ 115 h 150"/>
                    <a:gd name="T94" fmla="*/ 22 w 67"/>
                    <a:gd name="T95" fmla="*/ 122 h 150"/>
                    <a:gd name="T96" fmla="*/ 10 w 67"/>
                    <a:gd name="T97" fmla="*/ 124 h 150"/>
                    <a:gd name="T98" fmla="*/ 15 w 67"/>
                    <a:gd name="T99" fmla="*/ 144 h 150"/>
                    <a:gd name="T100" fmla="*/ 17 w 67"/>
                    <a:gd name="T101" fmla="*/ 150 h 150"/>
                    <a:gd name="T102" fmla="*/ 38 w 67"/>
                    <a:gd name="T103" fmla="*/ 125 h 1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67" h="150">
                      <a:moveTo>
                        <a:pt x="39" y="107"/>
                      </a:moveTo>
                      <a:cubicBezTo>
                        <a:pt x="39" y="103"/>
                        <a:pt x="44" y="96"/>
                        <a:pt x="47" y="96"/>
                      </a:cubicBezTo>
                      <a:cubicBezTo>
                        <a:pt x="50" y="96"/>
                        <a:pt x="50" y="96"/>
                        <a:pt x="50" y="96"/>
                      </a:cubicBezTo>
                      <a:cubicBezTo>
                        <a:pt x="51" y="96"/>
                        <a:pt x="51" y="96"/>
                        <a:pt x="51" y="96"/>
                      </a:cubicBezTo>
                      <a:cubicBezTo>
                        <a:pt x="53" y="98"/>
                        <a:pt x="55" y="101"/>
                        <a:pt x="55" y="104"/>
                      </a:cubicBezTo>
                      <a:cubicBezTo>
                        <a:pt x="55" y="108"/>
                        <a:pt x="49" y="112"/>
                        <a:pt x="46" y="114"/>
                      </a:cubicBezTo>
                      <a:cubicBezTo>
                        <a:pt x="45" y="114"/>
                        <a:pt x="45" y="113"/>
                        <a:pt x="43" y="113"/>
                      </a:cubicBezTo>
                      <a:cubicBezTo>
                        <a:pt x="42" y="113"/>
                        <a:pt x="42" y="113"/>
                        <a:pt x="42" y="113"/>
                      </a:cubicBezTo>
                      <a:cubicBezTo>
                        <a:pt x="39" y="109"/>
                        <a:pt x="39" y="109"/>
                        <a:pt x="39" y="109"/>
                      </a:cubicBezTo>
                      <a:cubicBezTo>
                        <a:pt x="39" y="108"/>
                        <a:pt x="39" y="108"/>
                        <a:pt x="39" y="108"/>
                      </a:cubicBezTo>
                      <a:cubicBezTo>
                        <a:pt x="39" y="107"/>
                        <a:pt x="39" y="107"/>
                        <a:pt x="39" y="107"/>
                      </a:cubicBezTo>
                      <a:close/>
                      <a:moveTo>
                        <a:pt x="21" y="78"/>
                      </a:moveTo>
                      <a:cubicBezTo>
                        <a:pt x="21" y="77"/>
                        <a:pt x="25" y="73"/>
                        <a:pt x="26" y="73"/>
                      </a:cubicBezTo>
                      <a:cubicBezTo>
                        <a:pt x="27" y="73"/>
                        <a:pt x="27" y="73"/>
                        <a:pt x="29" y="73"/>
                      </a:cubicBezTo>
                      <a:cubicBezTo>
                        <a:pt x="30" y="73"/>
                        <a:pt x="30" y="73"/>
                        <a:pt x="30" y="73"/>
                      </a:cubicBezTo>
                      <a:cubicBezTo>
                        <a:pt x="32" y="74"/>
                        <a:pt x="32" y="74"/>
                        <a:pt x="32" y="74"/>
                      </a:cubicBezTo>
                      <a:cubicBezTo>
                        <a:pt x="32" y="76"/>
                        <a:pt x="32" y="76"/>
                        <a:pt x="32" y="76"/>
                      </a:cubicBezTo>
                      <a:cubicBezTo>
                        <a:pt x="32" y="77"/>
                        <a:pt x="32" y="77"/>
                        <a:pt x="32" y="77"/>
                      </a:cubicBezTo>
                      <a:cubicBezTo>
                        <a:pt x="32" y="78"/>
                        <a:pt x="32" y="78"/>
                        <a:pt x="32" y="78"/>
                      </a:cubicBezTo>
                      <a:cubicBezTo>
                        <a:pt x="32" y="79"/>
                        <a:pt x="32" y="79"/>
                        <a:pt x="32" y="79"/>
                      </a:cubicBezTo>
                      <a:cubicBezTo>
                        <a:pt x="31" y="82"/>
                        <a:pt x="29" y="83"/>
                        <a:pt x="25" y="83"/>
                      </a:cubicBezTo>
                      <a:cubicBezTo>
                        <a:pt x="23" y="83"/>
                        <a:pt x="21" y="81"/>
                        <a:pt x="21" y="78"/>
                      </a:cubicBezTo>
                      <a:close/>
                      <a:moveTo>
                        <a:pt x="38" y="125"/>
                      </a:moveTo>
                      <a:cubicBezTo>
                        <a:pt x="43" y="122"/>
                        <a:pt x="47" y="120"/>
                        <a:pt x="53" y="118"/>
                      </a:cubicBezTo>
                      <a:cubicBezTo>
                        <a:pt x="57" y="116"/>
                        <a:pt x="57" y="116"/>
                        <a:pt x="60" y="114"/>
                      </a:cubicBezTo>
                      <a:cubicBezTo>
                        <a:pt x="64" y="111"/>
                        <a:pt x="63" y="110"/>
                        <a:pt x="66" y="108"/>
                      </a:cubicBezTo>
                      <a:cubicBezTo>
                        <a:pt x="67" y="104"/>
                        <a:pt x="67" y="104"/>
                        <a:pt x="67" y="104"/>
                      </a:cubicBezTo>
                      <a:cubicBezTo>
                        <a:pt x="64" y="100"/>
                        <a:pt x="64" y="101"/>
                        <a:pt x="60" y="98"/>
                      </a:cubicBezTo>
                      <a:cubicBezTo>
                        <a:pt x="58" y="96"/>
                        <a:pt x="55" y="95"/>
                        <a:pt x="54" y="92"/>
                      </a:cubicBezTo>
                      <a:cubicBezTo>
                        <a:pt x="53" y="88"/>
                        <a:pt x="53" y="84"/>
                        <a:pt x="51" y="82"/>
                      </a:cubicBezTo>
                      <a:cubicBezTo>
                        <a:pt x="49" y="79"/>
                        <a:pt x="47" y="77"/>
                        <a:pt x="47" y="73"/>
                      </a:cubicBezTo>
                      <a:cubicBezTo>
                        <a:pt x="47" y="72"/>
                        <a:pt x="47" y="72"/>
                        <a:pt x="47" y="71"/>
                      </a:cubicBezTo>
                      <a:cubicBezTo>
                        <a:pt x="49" y="67"/>
                        <a:pt x="47" y="67"/>
                        <a:pt x="53" y="64"/>
                      </a:cubicBezTo>
                      <a:cubicBezTo>
                        <a:pt x="55" y="64"/>
                        <a:pt x="60" y="60"/>
                        <a:pt x="60" y="58"/>
                      </a:cubicBezTo>
                      <a:cubicBezTo>
                        <a:pt x="60" y="55"/>
                        <a:pt x="60" y="55"/>
                        <a:pt x="60" y="55"/>
                      </a:cubicBezTo>
                      <a:cubicBezTo>
                        <a:pt x="60" y="53"/>
                        <a:pt x="56" y="51"/>
                        <a:pt x="53" y="52"/>
                      </a:cubicBezTo>
                      <a:cubicBezTo>
                        <a:pt x="47" y="52"/>
                        <a:pt x="47" y="52"/>
                        <a:pt x="47" y="52"/>
                      </a:cubicBezTo>
                      <a:cubicBezTo>
                        <a:pt x="46" y="52"/>
                        <a:pt x="45" y="51"/>
                        <a:pt x="44" y="50"/>
                      </a:cubicBezTo>
                      <a:cubicBezTo>
                        <a:pt x="44" y="47"/>
                        <a:pt x="44" y="47"/>
                        <a:pt x="44" y="47"/>
                      </a:cubicBezTo>
                      <a:cubicBezTo>
                        <a:pt x="44" y="44"/>
                        <a:pt x="47" y="41"/>
                        <a:pt x="48" y="38"/>
                      </a:cubicBezTo>
                      <a:cubicBezTo>
                        <a:pt x="49" y="34"/>
                        <a:pt x="50" y="33"/>
                        <a:pt x="53" y="30"/>
                      </a:cubicBezTo>
                      <a:cubicBezTo>
                        <a:pt x="56" y="27"/>
                        <a:pt x="66" y="22"/>
                        <a:pt x="66" y="17"/>
                      </a:cubicBezTo>
                      <a:cubicBezTo>
                        <a:pt x="66" y="14"/>
                        <a:pt x="66" y="14"/>
                        <a:pt x="66" y="14"/>
                      </a:cubicBezTo>
                      <a:cubicBezTo>
                        <a:pt x="66" y="13"/>
                        <a:pt x="66" y="13"/>
                        <a:pt x="66" y="13"/>
                      </a:cubicBezTo>
                      <a:cubicBezTo>
                        <a:pt x="65" y="10"/>
                        <a:pt x="62" y="0"/>
                        <a:pt x="58" y="0"/>
                      </a:cubicBezTo>
                      <a:cubicBezTo>
                        <a:pt x="57" y="0"/>
                        <a:pt x="57" y="0"/>
                        <a:pt x="56" y="1"/>
                      </a:cubicBezTo>
                      <a:cubicBezTo>
                        <a:pt x="56" y="3"/>
                        <a:pt x="55" y="3"/>
                        <a:pt x="55" y="5"/>
                      </a:cubicBezTo>
                      <a:cubicBezTo>
                        <a:pt x="55" y="7"/>
                        <a:pt x="55" y="7"/>
                        <a:pt x="55" y="7"/>
                      </a:cubicBezTo>
                      <a:cubicBezTo>
                        <a:pt x="55" y="11"/>
                        <a:pt x="53" y="15"/>
                        <a:pt x="51" y="18"/>
                      </a:cubicBezTo>
                      <a:cubicBezTo>
                        <a:pt x="50" y="18"/>
                        <a:pt x="50" y="18"/>
                        <a:pt x="50" y="18"/>
                      </a:cubicBezTo>
                      <a:cubicBezTo>
                        <a:pt x="48" y="18"/>
                        <a:pt x="48" y="18"/>
                        <a:pt x="47" y="19"/>
                      </a:cubicBezTo>
                      <a:cubicBezTo>
                        <a:pt x="42" y="15"/>
                        <a:pt x="42" y="15"/>
                        <a:pt x="42" y="15"/>
                      </a:cubicBezTo>
                      <a:cubicBezTo>
                        <a:pt x="41" y="15"/>
                        <a:pt x="41" y="15"/>
                        <a:pt x="41" y="15"/>
                      </a:cubicBezTo>
                      <a:cubicBezTo>
                        <a:pt x="40" y="15"/>
                        <a:pt x="40" y="15"/>
                        <a:pt x="40" y="15"/>
                      </a:cubicBezTo>
                      <a:cubicBezTo>
                        <a:pt x="39" y="15"/>
                        <a:pt x="38" y="16"/>
                        <a:pt x="38" y="17"/>
                      </a:cubicBezTo>
                      <a:cubicBezTo>
                        <a:pt x="38" y="19"/>
                        <a:pt x="41" y="22"/>
                        <a:pt x="41" y="26"/>
                      </a:cubicBezTo>
                      <a:cubicBezTo>
                        <a:pt x="41" y="29"/>
                        <a:pt x="41" y="29"/>
                        <a:pt x="41" y="29"/>
                      </a:cubicBezTo>
                      <a:cubicBezTo>
                        <a:pt x="41" y="30"/>
                        <a:pt x="41" y="30"/>
                        <a:pt x="41" y="30"/>
                      </a:cubicBezTo>
                      <a:cubicBezTo>
                        <a:pt x="38" y="33"/>
                        <a:pt x="38" y="33"/>
                        <a:pt x="38" y="33"/>
                      </a:cubicBezTo>
                      <a:cubicBezTo>
                        <a:pt x="37" y="33"/>
                        <a:pt x="37" y="33"/>
                        <a:pt x="37" y="33"/>
                      </a:cubicBezTo>
                      <a:cubicBezTo>
                        <a:pt x="35" y="33"/>
                        <a:pt x="35" y="34"/>
                        <a:pt x="34" y="34"/>
                      </a:cubicBezTo>
                      <a:cubicBezTo>
                        <a:pt x="32" y="33"/>
                        <a:pt x="31" y="31"/>
                        <a:pt x="30" y="29"/>
                      </a:cubicBezTo>
                      <a:cubicBezTo>
                        <a:pt x="24" y="29"/>
                        <a:pt x="30" y="41"/>
                        <a:pt x="19" y="45"/>
                      </a:cubicBezTo>
                      <a:cubicBezTo>
                        <a:pt x="16" y="46"/>
                        <a:pt x="12" y="48"/>
                        <a:pt x="9" y="50"/>
                      </a:cubicBezTo>
                      <a:cubicBezTo>
                        <a:pt x="6" y="51"/>
                        <a:pt x="1" y="53"/>
                        <a:pt x="0" y="55"/>
                      </a:cubicBezTo>
                      <a:cubicBezTo>
                        <a:pt x="1" y="58"/>
                        <a:pt x="1" y="57"/>
                        <a:pt x="4" y="59"/>
                      </a:cubicBezTo>
                      <a:cubicBezTo>
                        <a:pt x="6" y="59"/>
                        <a:pt x="6" y="59"/>
                        <a:pt x="6" y="59"/>
                      </a:cubicBezTo>
                      <a:cubicBezTo>
                        <a:pt x="10" y="59"/>
                        <a:pt x="20" y="51"/>
                        <a:pt x="23" y="51"/>
                      </a:cubicBezTo>
                      <a:cubicBezTo>
                        <a:pt x="25" y="51"/>
                        <a:pt x="24" y="51"/>
                        <a:pt x="27" y="52"/>
                      </a:cubicBezTo>
                      <a:cubicBezTo>
                        <a:pt x="29" y="54"/>
                        <a:pt x="29" y="55"/>
                        <a:pt x="30" y="58"/>
                      </a:cubicBezTo>
                      <a:cubicBezTo>
                        <a:pt x="30" y="59"/>
                        <a:pt x="30" y="59"/>
                        <a:pt x="30" y="59"/>
                      </a:cubicBezTo>
                      <a:cubicBezTo>
                        <a:pt x="30" y="62"/>
                        <a:pt x="28" y="64"/>
                        <a:pt x="26" y="65"/>
                      </a:cubicBezTo>
                      <a:cubicBezTo>
                        <a:pt x="21" y="64"/>
                        <a:pt x="21" y="64"/>
                        <a:pt x="21" y="64"/>
                      </a:cubicBezTo>
                      <a:cubicBezTo>
                        <a:pt x="20" y="64"/>
                        <a:pt x="20" y="64"/>
                        <a:pt x="19" y="64"/>
                      </a:cubicBezTo>
                      <a:cubicBezTo>
                        <a:pt x="18" y="64"/>
                        <a:pt x="18" y="64"/>
                        <a:pt x="18" y="64"/>
                      </a:cubicBezTo>
                      <a:cubicBezTo>
                        <a:pt x="16" y="67"/>
                        <a:pt x="16" y="67"/>
                        <a:pt x="16" y="67"/>
                      </a:cubicBezTo>
                      <a:cubicBezTo>
                        <a:pt x="16" y="68"/>
                        <a:pt x="16" y="68"/>
                        <a:pt x="16" y="68"/>
                      </a:cubicBezTo>
                      <a:cubicBezTo>
                        <a:pt x="16" y="72"/>
                        <a:pt x="16" y="72"/>
                        <a:pt x="16" y="72"/>
                      </a:cubicBezTo>
                      <a:cubicBezTo>
                        <a:pt x="16" y="78"/>
                        <a:pt x="13" y="85"/>
                        <a:pt x="11" y="90"/>
                      </a:cubicBezTo>
                      <a:cubicBezTo>
                        <a:pt x="9" y="94"/>
                        <a:pt x="3" y="100"/>
                        <a:pt x="3" y="105"/>
                      </a:cubicBezTo>
                      <a:cubicBezTo>
                        <a:pt x="3" y="106"/>
                        <a:pt x="4" y="109"/>
                        <a:pt x="5" y="110"/>
                      </a:cubicBezTo>
                      <a:cubicBezTo>
                        <a:pt x="6" y="110"/>
                        <a:pt x="6" y="110"/>
                        <a:pt x="6" y="110"/>
                      </a:cubicBezTo>
                      <a:cubicBezTo>
                        <a:pt x="7" y="110"/>
                        <a:pt x="7" y="110"/>
                        <a:pt x="7" y="110"/>
                      </a:cubicBezTo>
                      <a:cubicBezTo>
                        <a:pt x="9" y="110"/>
                        <a:pt x="8" y="110"/>
                        <a:pt x="9" y="111"/>
                      </a:cubicBezTo>
                      <a:cubicBezTo>
                        <a:pt x="11" y="109"/>
                        <a:pt x="15" y="101"/>
                        <a:pt x="15" y="98"/>
                      </a:cubicBezTo>
                      <a:cubicBezTo>
                        <a:pt x="17" y="94"/>
                        <a:pt x="20" y="89"/>
                        <a:pt x="24" y="89"/>
                      </a:cubicBezTo>
                      <a:cubicBezTo>
                        <a:pt x="25" y="89"/>
                        <a:pt x="25" y="89"/>
                        <a:pt x="26" y="88"/>
                      </a:cubicBezTo>
                      <a:cubicBezTo>
                        <a:pt x="28" y="90"/>
                        <a:pt x="32" y="90"/>
                        <a:pt x="32" y="93"/>
                      </a:cubicBezTo>
                      <a:cubicBezTo>
                        <a:pt x="32" y="94"/>
                        <a:pt x="32" y="94"/>
                        <a:pt x="32" y="94"/>
                      </a:cubicBezTo>
                      <a:cubicBezTo>
                        <a:pt x="32" y="96"/>
                        <a:pt x="32" y="96"/>
                        <a:pt x="32" y="96"/>
                      </a:cubicBezTo>
                      <a:cubicBezTo>
                        <a:pt x="28" y="102"/>
                        <a:pt x="25" y="101"/>
                        <a:pt x="23" y="104"/>
                      </a:cubicBezTo>
                      <a:cubicBezTo>
                        <a:pt x="26" y="109"/>
                        <a:pt x="27" y="108"/>
                        <a:pt x="29" y="113"/>
                      </a:cubicBezTo>
                      <a:cubicBezTo>
                        <a:pt x="29" y="114"/>
                        <a:pt x="29" y="114"/>
                        <a:pt x="29" y="114"/>
                      </a:cubicBezTo>
                      <a:cubicBezTo>
                        <a:pt x="29" y="115"/>
                        <a:pt x="29" y="115"/>
                        <a:pt x="29" y="115"/>
                      </a:cubicBezTo>
                      <a:cubicBezTo>
                        <a:pt x="29" y="116"/>
                        <a:pt x="29" y="116"/>
                        <a:pt x="29" y="116"/>
                      </a:cubicBezTo>
                      <a:cubicBezTo>
                        <a:pt x="28" y="119"/>
                        <a:pt x="26" y="123"/>
                        <a:pt x="22" y="122"/>
                      </a:cubicBezTo>
                      <a:cubicBezTo>
                        <a:pt x="15" y="122"/>
                        <a:pt x="15" y="122"/>
                        <a:pt x="15" y="122"/>
                      </a:cubicBezTo>
                      <a:cubicBezTo>
                        <a:pt x="14" y="122"/>
                        <a:pt x="11" y="124"/>
                        <a:pt x="10" y="124"/>
                      </a:cubicBezTo>
                      <a:cubicBezTo>
                        <a:pt x="13" y="127"/>
                        <a:pt x="23" y="129"/>
                        <a:pt x="23" y="133"/>
                      </a:cubicBezTo>
                      <a:cubicBezTo>
                        <a:pt x="23" y="137"/>
                        <a:pt x="18" y="142"/>
                        <a:pt x="15" y="144"/>
                      </a:cubicBezTo>
                      <a:cubicBezTo>
                        <a:pt x="15" y="150"/>
                        <a:pt x="15" y="150"/>
                        <a:pt x="15" y="150"/>
                      </a:cubicBezTo>
                      <a:cubicBezTo>
                        <a:pt x="17" y="150"/>
                        <a:pt x="17" y="150"/>
                        <a:pt x="17" y="150"/>
                      </a:cubicBezTo>
                      <a:cubicBezTo>
                        <a:pt x="20" y="150"/>
                        <a:pt x="27" y="141"/>
                        <a:pt x="29" y="139"/>
                      </a:cubicBezTo>
                      <a:cubicBezTo>
                        <a:pt x="33" y="135"/>
                        <a:pt x="34" y="129"/>
                        <a:pt x="38" y="12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2" name="iSļïḑé"/>
                <p:cNvSpPr/>
                <p:nvPr/>
              </p:nvSpPr>
              <p:spPr bwMode="auto">
                <a:xfrm>
                  <a:off x="4422776" y="3106738"/>
                  <a:ext cx="412750" cy="596900"/>
                </a:xfrm>
                <a:custGeom>
                  <a:avLst/>
                  <a:gdLst>
                    <a:gd name="T0" fmla="*/ 63 w 125"/>
                    <a:gd name="T1" fmla="*/ 83 h 179"/>
                    <a:gd name="T2" fmla="*/ 69 w 125"/>
                    <a:gd name="T3" fmla="*/ 84 h 179"/>
                    <a:gd name="T4" fmla="*/ 71 w 125"/>
                    <a:gd name="T5" fmla="*/ 95 h 179"/>
                    <a:gd name="T6" fmla="*/ 56 w 125"/>
                    <a:gd name="T7" fmla="*/ 91 h 179"/>
                    <a:gd name="T8" fmla="*/ 77 w 125"/>
                    <a:gd name="T9" fmla="*/ 77 h 179"/>
                    <a:gd name="T10" fmla="*/ 90 w 125"/>
                    <a:gd name="T11" fmla="*/ 82 h 179"/>
                    <a:gd name="T12" fmla="*/ 93 w 125"/>
                    <a:gd name="T13" fmla="*/ 96 h 179"/>
                    <a:gd name="T14" fmla="*/ 88 w 125"/>
                    <a:gd name="T15" fmla="*/ 106 h 179"/>
                    <a:gd name="T16" fmla="*/ 75 w 125"/>
                    <a:gd name="T17" fmla="*/ 89 h 179"/>
                    <a:gd name="T18" fmla="*/ 91 w 125"/>
                    <a:gd name="T19" fmla="*/ 29 h 179"/>
                    <a:gd name="T20" fmla="*/ 95 w 125"/>
                    <a:gd name="T21" fmla="*/ 4 h 179"/>
                    <a:gd name="T22" fmla="*/ 92 w 125"/>
                    <a:gd name="T23" fmla="*/ 0 h 179"/>
                    <a:gd name="T24" fmla="*/ 86 w 125"/>
                    <a:gd name="T25" fmla="*/ 0 h 179"/>
                    <a:gd name="T26" fmla="*/ 80 w 125"/>
                    <a:gd name="T27" fmla="*/ 7 h 179"/>
                    <a:gd name="T28" fmla="*/ 83 w 125"/>
                    <a:gd name="T29" fmla="*/ 30 h 179"/>
                    <a:gd name="T30" fmla="*/ 86 w 125"/>
                    <a:gd name="T31" fmla="*/ 50 h 179"/>
                    <a:gd name="T32" fmla="*/ 46 w 125"/>
                    <a:gd name="T33" fmla="*/ 84 h 179"/>
                    <a:gd name="T34" fmla="*/ 0 w 125"/>
                    <a:gd name="T35" fmla="*/ 99 h 179"/>
                    <a:gd name="T36" fmla="*/ 13 w 125"/>
                    <a:gd name="T37" fmla="*/ 108 h 179"/>
                    <a:gd name="T38" fmla="*/ 30 w 125"/>
                    <a:gd name="T39" fmla="*/ 100 h 179"/>
                    <a:gd name="T40" fmla="*/ 47 w 125"/>
                    <a:gd name="T41" fmla="*/ 92 h 179"/>
                    <a:gd name="T42" fmla="*/ 51 w 125"/>
                    <a:gd name="T43" fmla="*/ 109 h 179"/>
                    <a:gd name="T44" fmla="*/ 50 w 125"/>
                    <a:gd name="T45" fmla="*/ 118 h 179"/>
                    <a:gd name="T46" fmla="*/ 54 w 125"/>
                    <a:gd name="T47" fmla="*/ 125 h 179"/>
                    <a:gd name="T48" fmla="*/ 62 w 125"/>
                    <a:gd name="T49" fmla="*/ 119 h 179"/>
                    <a:gd name="T50" fmla="*/ 62 w 125"/>
                    <a:gd name="T51" fmla="*/ 113 h 179"/>
                    <a:gd name="T52" fmla="*/ 78 w 125"/>
                    <a:gd name="T53" fmla="*/ 111 h 179"/>
                    <a:gd name="T54" fmla="*/ 78 w 125"/>
                    <a:gd name="T55" fmla="*/ 113 h 179"/>
                    <a:gd name="T56" fmla="*/ 78 w 125"/>
                    <a:gd name="T57" fmla="*/ 118 h 179"/>
                    <a:gd name="T58" fmla="*/ 46 w 125"/>
                    <a:gd name="T59" fmla="*/ 147 h 179"/>
                    <a:gd name="T60" fmla="*/ 28 w 125"/>
                    <a:gd name="T61" fmla="*/ 158 h 179"/>
                    <a:gd name="T62" fmla="*/ 1 w 125"/>
                    <a:gd name="T63" fmla="*/ 170 h 179"/>
                    <a:gd name="T64" fmla="*/ 14 w 125"/>
                    <a:gd name="T65" fmla="*/ 178 h 179"/>
                    <a:gd name="T66" fmla="*/ 20 w 125"/>
                    <a:gd name="T67" fmla="*/ 179 h 179"/>
                    <a:gd name="T68" fmla="*/ 22 w 125"/>
                    <a:gd name="T69" fmla="*/ 179 h 179"/>
                    <a:gd name="T70" fmla="*/ 38 w 125"/>
                    <a:gd name="T71" fmla="*/ 169 h 179"/>
                    <a:gd name="T72" fmla="*/ 61 w 125"/>
                    <a:gd name="T73" fmla="*/ 150 h 179"/>
                    <a:gd name="T74" fmla="*/ 79 w 125"/>
                    <a:gd name="T75" fmla="*/ 135 h 179"/>
                    <a:gd name="T76" fmla="*/ 96 w 125"/>
                    <a:gd name="T77" fmla="*/ 119 h 179"/>
                    <a:gd name="T78" fmla="*/ 106 w 125"/>
                    <a:gd name="T79" fmla="*/ 149 h 179"/>
                    <a:gd name="T80" fmla="*/ 125 w 125"/>
                    <a:gd name="T81" fmla="*/ 152 h 179"/>
                    <a:gd name="T82" fmla="*/ 116 w 125"/>
                    <a:gd name="T83" fmla="*/ 120 h 179"/>
                    <a:gd name="T84" fmla="*/ 115 w 125"/>
                    <a:gd name="T85" fmla="*/ 125 h 179"/>
                    <a:gd name="T86" fmla="*/ 109 w 125"/>
                    <a:gd name="T87" fmla="*/ 129 h 179"/>
                    <a:gd name="T88" fmla="*/ 97 w 125"/>
                    <a:gd name="T89" fmla="*/ 92 h 179"/>
                    <a:gd name="T90" fmla="*/ 94 w 125"/>
                    <a:gd name="T91" fmla="*/ 76 h 179"/>
                    <a:gd name="T92" fmla="*/ 110 w 125"/>
                    <a:gd name="T93" fmla="*/ 60 h 179"/>
                    <a:gd name="T94" fmla="*/ 105 w 125"/>
                    <a:gd name="T95" fmla="*/ 57 h 179"/>
                    <a:gd name="T96" fmla="*/ 101 w 125"/>
                    <a:gd name="T97" fmla="*/ 59 h 179"/>
                    <a:gd name="T98" fmla="*/ 91 w 125"/>
                    <a:gd name="T99" fmla="*/ 54 h 179"/>
                    <a:gd name="T100" fmla="*/ 91 w 125"/>
                    <a:gd name="T101" fmla="*/ 29 h 1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125" h="179">
                      <a:moveTo>
                        <a:pt x="56" y="91"/>
                      </a:moveTo>
                      <a:cubicBezTo>
                        <a:pt x="56" y="87"/>
                        <a:pt x="60" y="85"/>
                        <a:pt x="63" y="83"/>
                      </a:cubicBezTo>
                      <a:cubicBezTo>
                        <a:pt x="64" y="83"/>
                        <a:pt x="64" y="83"/>
                        <a:pt x="64" y="83"/>
                      </a:cubicBezTo>
                      <a:cubicBezTo>
                        <a:pt x="67" y="83"/>
                        <a:pt x="67" y="84"/>
                        <a:pt x="69" y="84"/>
                      </a:cubicBezTo>
                      <a:cubicBezTo>
                        <a:pt x="71" y="94"/>
                        <a:pt x="71" y="94"/>
                        <a:pt x="71" y="94"/>
                      </a:cubicBezTo>
                      <a:cubicBezTo>
                        <a:pt x="71" y="95"/>
                        <a:pt x="71" y="95"/>
                        <a:pt x="71" y="95"/>
                      </a:cubicBezTo>
                      <a:cubicBezTo>
                        <a:pt x="68" y="100"/>
                        <a:pt x="68" y="99"/>
                        <a:pt x="63" y="101"/>
                      </a:cubicBezTo>
                      <a:cubicBezTo>
                        <a:pt x="61" y="99"/>
                        <a:pt x="56" y="95"/>
                        <a:pt x="56" y="91"/>
                      </a:cubicBezTo>
                      <a:close/>
                      <a:moveTo>
                        <a:pt x="72" y="83"/>
                      </a:moveTo>
                      <a:cubicBezTo>
                        <a:pt x="74" y="79"/>
                        <a:pt x="73" y="79"/>
                        <a:pt x="77" y="77"/>
                      </a:cubicBezTo>
                      <a:cubicBezTo>
                        <a:pt x="79" y="75"/>
                        <a:pt x="82" y="75"/>
                        <a:pt x="83" y="73"/>
                      </a:cubicBezTo>
                      <a:cubicBezTo>
                        <a:pt x="88" y="76"/>
                        <a:pt x="89" y="76"/>
                        <a:pt x="90" y="82"/>
                      </a:cubicBezTo>
                      <a:cubicBezTo>
                        <a:pt x="92" y="95"/>
                        <a:pt x="92" y="95"/>
                        <a:pt x="92" y="95"/>
                      </a:cubicBezTo>
                      <a:cubicBezTo>
                        <a:pt x="93" y="96"/>
                        <a:pt x="93" y="96"/>
                        <a:pt x="93" y="96"/>
                      </a:cubicBezTo>
                      <a:cubicBezTo>
                        <a:pt x="94" y="99"/>
                        <a:pt x="94" y="99"/>
                        <a:pt x="94" y="99"/>
                      </a:cubicBezTo>
                      <a:cubicBezTo>
                        <a:pt x="91" y="105"/>
                        <a:pt x="93" y="103"/>
                        <a:pt x="88" y="106"/>
                      </a:cubicBezTo>
                      <a:cubicBezTo>
                        <a:pt x="83" y="101"/>
                        <a:pt x="82" y="101"/>
                        <a:pt x="79" y="95"/>
                      </a:cubicBezTo>
                      <a:cubicBezTo>
                        <a:pt x="77" y="93"/>
                        <a:pt x="77" y="91"/>
                        <a:pt x="75" y="89"/>
                      </a:cubicBezTo>
                      <a:cubicBezTo>
                        <a:pt x="73" y="87"/>
                        <a:pt x="73" y="86"/>
                        <a:pt x="72" y="83"/>
                      </a:cubicBezTo>
                      <a:close/>
                      <a:moveTo>
                        <a:pt x="91" y="29"/>
                      </a:moveTo>
                      <a:cubicBezTo>
                        <a:pt x="91" y="22"/>
                        <a:pt x="95" y="12"/>
                        <a:pt x="95" y="4"/>
                      </a:cubicBezTo>
                      <a:cubicBezTo>
                        <a:pt x="95" y="4"/>
                        <a:pt x="95" y="4"/>
                        <a:pt x="95" y="4"/>
                      </a:cubicBezTo>
                      <a:cubicBezTo>
                        <a:pt x="95" y="3"/>
                        <a:pt x="95" y="3"/>
                        <a:pt x="95" y="3"/>
                      </a:cubicBezTo>
                      <a:cubicBezTo>
                        <a:pt x="93" y="0"/>
                        <a:pt x="95" y="1"/>
                        <a:pt x="92" y="0"/>
                      </a:cubicBezTo>
                      <a:cubicBezTo>
                        <a:pt x="91" y="0"/>
                        <a:pt x="91" y="0"/>
                        <a:pt x="91" y="0"/>
                      </a:cubicBezTo>
                      <a:cubicBezTo>
                        <a:pt x="86" y="0"/>
                        <a:pt x="86" y="0"/>
                        <a:pt x="86" y="0"/>
                      </a:cubicBezTo>
                      <a:cubicBezTo>
                        <a:pt x="85" y="0"/>
                        <a:pt x="85" y="0"/>
                        <a:pt x="85" y="0"/>
                      </a:cubicBezTo>
                      <a:cubicBezTo>
                        <a:pt x="82" y="1"/>
                        <a:pt x="80" y="4"/>
                        <a:pt x="80" y="7"/>
                      </a:cubicBezTo>
                      <a:cubicBezTo>
                        <a:pt x="83" y="30"/>
                        <a:pt x="83" y="30"/>
                        <a:pt x="83" y="30"/>
                      </a:cubicBezTo>
                      <a:cubicBezTo>
                        <a:pt x="83" y="30"/>
                        <a:pt x="83" y="30"/>
                        <a:pt x="83" y="30"/>
                      </a:cubicBezTo>
                      <a:cubicBezTo>
                        <a:pt x="83" y="38"/>
                        <a:pt x="86" y="44"/>
                        <a:pt x="86" y="49"/>
                      </a:cubicBezTo>
                      <a:cubicBezTo>
                        <a:pt x="86" y="50"/>
                        <a:pt x="86" y="50"/>
                        <a:pt x="86" y="50"/>
                      </a:cubicBezTo>
                      <a:cubicBezTo>
                        <a:pt x="87" y="62"/>
                        <a:pt x="87" y="62"/>
                        <a:pt x="87" y="62"/>
                      </a:cubicBezTo>
                      <a:cubicBezTo>
                        <a:pt x="87" y="68"/>
                        <a:pt x="52" y="81"/>
                        <a:pt x="46" y="84"/>
                      </a:cubicBezTo>
                      <a:cubicBezTo>
                        <a:pt x="39" y="87"/>
                        <a:pt x="31" y="89"/>
                        <a:pt x="23" y="92"/>
                      </a:cubicBezTo>
                      <a:cubicBezTo>
                        <a:pt x="20" y="94"/>
                        <a:pt x="0" y="96"/>
                        <a:pt x="0" y="99"/>
                      </a:cubicBezTo>
                      <a:cubicBezTo>
                        <a:pt x="0" y="101"/>
                        <a:pt x="9" y="108"/>
                        <a:pt x="11" y="108"/>
                      </a:cubicBezTo>
                      <a:cubicBezTo>
                        <a:pt x="13" y="108"/>
                        <a:pt x="13" y="108"/>
                        <a:pt x="13" y="108"/>
                      </a:cubicBezTo>
                      <a:cubicBezTo>
                        <a:pt x="14" y="108"/>
                        <a:pt x="14" y="108"/>
                        <a:pt x="14" y="108"/>
                      </a:cubicBezTo>
                      <a:cubicBezTo>
                        <a:pt x="20" y="105"/>
                        <a:pt x="24" y="103"/>
                        <a:pt x="30" y="100"/>
                      </a:cubicBezTo>
                      <a:cubicBezTo>
                        <a:pt x="34" y="98"/>
                        <a:pt x="41" y="93"/>
                        <a:pt x="45" y="93"/>
                      </a:cubicBezTo>
                      <a:cubicBezTo>
                        <a:pt x="46" y="93"/>
                        <a:pt x="46" y="93"/>
                        <a:pt x="47" y="92"/>
                      </a:cubicBezTo>
                      <a:cubicBezTo>
                        <a:pt x="49" y="94"/>
                        <a:pt x="52" y="96"/>
                        <a:pt x="51" y="101"/>
                      </a:cubicBezTo>
                      <a:cubicBezTo>
                        <a:pt x="51" y="109"/>
                        <a:pt x="51" y="109"/>
                        <a:pt x="51" y="109"/>
                      </a:cubicBezTo>
                      <a:cubicBezTo>
                        <a:pt x="51" y="110"/>
                        <a:pt x="51" y="110"/>
                        <a:pt x="51" y="110"/>
                      </a:cubicBezTo>
                      <a:cubicBezTo>
                        <a:pt x="50" y="118"/>
                        <a:pt x="50" y="118"/>
                        <a:pt x="50" y="118"/>
                      </a:cubicBezTo>
                      <a:cubicBezTo>
                        <a:pt x="50" y="119"/>
                        <a:pt x="50" y="119"/>
                        <a:pt x="50" y="120"/>
                      </a:cubicBezTo>
                      <a:cubicBezTo>
                        <a:pt x="51" y="123"/>
                        <a:pt x="51" y="123"/>
                        <a:pt x="54" y="125"/>
                      </a:cubicBezTo>
                      <a:cubicBezTo>
                        <a:pt x="56" y="125"/>
                        <a:pt x="56" y="125"/>
                        <a:pt x="56" y="125"/>
                      </a:cubicBezTo>
                      <a:cubicBezTo>
                        <a:pt x="59" y="125"/>
                        <a:pt x="60" y="121"/>
                        <a:pt x="62" y="119"/>
                      </a:cubicBezTo>
                      <a:cubicBezTo>
                        <a:pt x="62" y="118"/>
                        <a:pt x="62" y="118"/>
                        <a:pt x="62" y="118"/>
                      </a:cubicBezTo>
                      <a:cubicBezTo>
                        <a:pt x="62" y="113"/>
                        <a:pt x="62" y="113"/>
                        <a:pt x="62" y="113"/>
                      </a:cubicBezTo>
                      <a:cubicBezTo>
                        <a:pt x="63" y="110"/>
                        <a:pt x="68" y="106"/>
                        <a:pt x="71" y="106"/>
                      </a:cubicBezTo>
                      <a:cubicBezTo>
                        <a:pt x="75" y="106"/>
                        <a:pt x="77" y="109"/>
                        <a:pt x="78" y="111"/>
                      </a:cubicBezTo>
                      <a:cubicBezTo>
                        <a:pt x="78" y="112"/>
                        <a:pt x="78" y="112"/>
                        <a:pt x="78" y="112"/>
                      </a:cubicBezTo>
                      <a:cubicBezTo>
                        <a:pt x="78" y="113"/>
                        <a:pt x="78" y="113"/>
                        <a:pt x="78" y="113"/>
                      </a:cubicBezTo>
                      <a:cubicBezTo>
                        <a:pt x="78" y="115"/>
                        <a:pt x="78" y="115"/>
                        <a:pt x="79" y="116"/>
                      </a:cubicBezTo>
                      <a:cubicBezTo>
                        <a:pt x="78" y="117"/>
                        <a:pt x="78" y="117"/>
                        <a:pt x="78" y="118"/>
                      </a:cubicBezTo>
                      <a:cubicBezTo>
                        <a:pt x="78" y="119"/>
                        <a:pt x="78" y="119"/>
                        <a:pt x="78" y="119"/>
                      </a:cubicBezTo>
                      <a:cubicBezTo>
                        <a:pt x="72" y="130"/>
                        <a:pt x="57" y="140"/>
                        <a:pt x="46" y="147"/>
                      </a:cubicBezTo>
                      <a:cubicBezTo>
                        <a:pt x="44" y="148"/>
                        <a:pt x="40" y="151"/>
                        <a:pt x="37" y="152"/>
                      </a:cubicBezTo>
                      <a:cubicBezTo>
                        <a:pt x="35" y="153"/>
                        <a:pt x="29" y="157"/>
                        <a:pt x="28" y="158"/>
                      </a:cubicBezTo>
                      <a:cubicBezTo>
                        <a:pt x="25" y="161"/>
                        <a:pt x="12" y="165"/>
                        <a:pt x="6" y="165"/>
                      </a:cubicBezTo>
                      <a:cubicBezTo>
                        <a:pt x="4" y="165"/>
                        <a:pt x="2" y="168"/>
                        <a:pt x="1" y="170"/>
                      </a:cubicBezTo>
                      <a:cubicBezTo>
                        <a:pt x="4" y="171"/>
                        <a:pt x="4" y="173"/>
                        <a:pt x="7" y="175"/>
                      </a:cubicBezTo>
                      <a:cubicBezTo>
                        <a:pt x="10" y="176"/>
                        <a:pt x="12" y="176"/>
                        <a:pt x="14" y="178"/>
                      </a:cubicBezTo>
                      <a:cubicBezTo>
                        <a:pt x="18" y="179"/>
                        <a:pt x="18" y="179"/>
                        <a:pt x="18" y="179"/>
                      </a:cubicBezTo>
                      <a:cubicBezTo>
                        <a:pt x="20" y="179"/>
                        <a:pt x="18" y="179"/>
                        <a:pt x="20" y="179"/>
                      </a:cubicBezTo>
                      <a:cubicBezTo>
                        <a:pt x="21" y="179"/>
                        <a:pt x="21" y="179"/>
                        <a:pt x="21" y="179"/>
                      </a:cubicBezTo>
                      <a:cubicBezTo>
                        <a:pt x="22" y="179"/>
                        <a:pt x="22" y="179"/>
                        <a:pt x="22" y="179"/>
                      </a:cubicBezTo>
                      <a:cubicBezTo>
                        <a:pt x="26" y="177"/>
                        <a:pt x="30" y="175"/>
                        <a:pt x="33" y="173"/>
                      </a:cubicBezTo>
                      <a:cubicBezTo>
                        <a:pt x="35" y="171"/>
                        <a:pt x="36" y="170"/>
                        <a:pt x="38" y="169"/>
                      </a:cubicBezTo>
                      <a:cubicBezTo>
                        <a:pt x="39" y="168"/>
                        <a:pt x="43" y="166"/>
                        <a:pt x="43" y="166"/>
                      </a:cubicBezTo>
                      <a:cubicBezTo>
                        <a:pt x="49" y="160"/>
                        <a:pt x="55" y="156"/>
                        <a:pt x="61" y="150"/>
                      </a:cubicBezTo>
                      <a:cubicBezTo>
                        <a:pt x="64" y="148"/>
                        <a:pt x="67" y="145"/>
                        <a:pt x="70" y="143"/>
                      </a:cubicBezTo>
                      <a:cubicBezTo>
                        <a:pt x="73" y="140"/>
                        <a:pt x="76" y="137"/>
                        <a:pt x="79" y="135"/>
                      </a:cubicBezTo>
                      <a:cubicBezTo>
                        <a:pt x="82" y="132"/>
                        <a:pt x="85" y="130"/>
                        <a:pt x="87" y="127"/>
                      </a:cubicBezTo>
                      <a:cubicBezTo>
                        <a:pt x="90" y="124"/>
                        <a:pt x="91" y="119"/>
                        <a:pt x="96" y="119"/>
                      </a:cubicBezTo>
                      <a:cubicBezTo>
                        <a:pt x="98" y="119"/>
                        <a:pt x="100" y="126"/>
                        <a:pt x="100" y="128"/>
                      </a:cubicBezTo>
                      <a:cubicBezTo>
                        <a:pt x="100" y="132"/>
                        <a:pt x="105" y="145"/>
                        <a:pt x="106" y="149"/>
                      </a:cubicBezTo>
                      <a:cubicBezTo>
                        <a:pt x="108" y="155"/>
                        <a:pt x="111" y="165"/>
                        <a:pt x="118" y="165"/>
                      </a:cubicBezTo>
                      <a:cubicBezTo>
                        <a:pt x="119" y="163"/>
                        <a:pt x="125" y="161"/>
                        <a:pt x="125" y="152"/>
                      </a:cubicBezTo>
                      <a:cubicBezTo>
                        <a:pt x="125" y="143"/>
                        <a:pt x="120" y="120"/>
                        <a:pt x="117" y="116"/>
                      </a:cubicBezTo>
                      <a:cubicBezTo>
                        <a:pt x="117" y="118"/>
                        <a:pt x="116" y="118"/>
                        <a:pt x="116" y="120"/>
                      </a:cubicBezTo>
                      <a:cubicBezTo>
                        <a:pt x="116" y="123"/>
                        <a:pt x="115" y="121"/>
                        <a:pt x="115" y="124"/>
                      </a:cubicBezTo>
                      <a:cubicBezTo>
                        <a:pt x="115" y="125"/>
                        <a:pt x="115" y="125"/>
                        <a:pt x="115" y="125"/>
                      </a:cubicBezTo>
                      <a:cubicBezTo>
                        <a:pt x="115" y="126"/>
                        <a:pt x="114" y="129"/>
                        <a:pt x="112" y="129"/>
                      </a:cubicBezTo>
                      <a:cubicBezTo>
                        <a:pt x="109" y="129"/>
                        <a:pt x="109" y="129"/>
                        <a:pt x="109" y="129"/>
                      </a:cubicBezTo>
                      <a:cubicBezTo>
                        <a:pt x="105" y="129"/>
                        <a:pt x="102" y="110"/>
                        <a:pt x="100" y="105"/>
                      </a:cubicBezTo>
                      <a:cubicBezTo>
                        <a:pt x="98" y="101"/>
                        <a:pt x="98" y="97"/>
                        <a:pt x="97" y="92"/>
                      </a:cubicBezTo>
                      <a:cubicBezTo>
                        <a:pt x="96" y="87"/>
                        <a:pt x="94" y="86"/>
                        <a:pt x="94" y="79"/>
                      </a:cubicBezTo>
                      <a:cubicBezTo>
                        <a:pt x="94" y="76"/>
                        <a:pt x="94" y="76"/>
                        <a:pt x="94" y="76"/>
                      </a:cubicBezTo>
                      <a:cubicBezTo>
                        <a:pt x="94" y="65"/>
                        <a:pt x="110" y="67"/>
                        <a:pt x="110" y="61"/>
                      </a:cubicBezTo>
                      <a:cubicBezTo>
                        <a:pt x="110" y="60"/>
                        <a:pt x="110" y="60"/>
                        <a:pt x="110" y="60"/>
                      </a:cubicBezTo>
                      <a:cubicBezTo>
                        <a:pt x="110" y="58"/>
                        <a:pt x="109" y="57"/>
                        <a:pt x="108" y="57"/>
                      </a:cubicBezTo>
                      <a:cubicBezTo>
                        <a:pt x="105" y="57"/>
                        <a:pt x="105" y="57"/>
                        <a:pt x="105" y="57"/>
                      </a:cubicBezTo>
                      <a:cubicBezTo>
                        <a:pt x="104" y="57"/>
                        <a:pt x="104" y="57"/>
                        <a:pt x="104" y="57"/>
                      </a:cubicBezTo>
                      <a:cubicBezTo>
                        <a:pt x="103" y="58"/>
                        <a:pt x="102" y="59"/>
                        <a:pt x="101" y="59"/>
                      </a:cubicBezTo>
                      <a:cubicBezTo>
                        <a:pt x="99" y="60"/>
                        <a:pt x="99" y="59"/>
                        <a:pt x="97" y="60"/>
                      </a:cubicBezTo>
                      <a:cubicBezTo>
                        <a:pt x="95" y="59"/>
                        <a:pt x="91" y="56"/>
                        <a:pt x="91" y="54"/>
                      </a:cubicBezTo>
                      <a:cubicBezTo>
                        <a:pt x="91" y="41"/>
                        <a:pt x="91" y="41"/>
                        <a:pt x="91" y="41"/>
                      </a:cubicBezTo>
                      <a:lnTo>
                        <a:pt x="91" y="29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3" name="íšlïďè"/>
                <p:cNvSpPr/>
                <p:nvPr/>
              </p:nvSpPr>
              <p:spPr bwMode="auto">
                <a:xfrm>
                  <a:off x="5478463" y="3581400"/>
                  <a:ext cx="46038" cy="76200"/>
                </a:xfrm>
                <a:custGeom>
                  <a:avLst/>
                  <a:gdLst>
                    <a:gd name="T0" fmla="*/ 14 w 14"/>
                    <a:gd name="T1" fmla="*/ 15 h 23"/>
                    <a:gd name="T2" fmla="*/ 10 w 14"/>
                    <a:gd name="T3" fmla="*/ 6 h 23"/>
                    <a:gd name="T4" fmla="*/ 3 w 14"/>
                    <a:gd name="T5" fmla="*/ 0 h 23"/>
                    <a:gd name="T6" fmla="*/ 0 w 14"/>
                    <a:gd name="T7" fmla="*/ 3 h 23"/>
                    <a:gd name="T8" fmla="*/ 5 w 14"/>
                    <a:gd name="T9" fmla="*/ 11 h 23"/>
                    <a:gd name="T10" fmla="*/ 5 w 14"/>
                    <a:gd name="T11" fmla="*/ 12 h 23"/>
                    <a:gd name="T12" fmla="*/ 5 w 14"/>
                    <a:gd name="T13" fmla="*/ 14 h 23"/>
                    <a:gd name="T14" fmla="*/ 5 w 14"/>
                    <a:gd name="T15" fmla="*/ 15 h 23"/>
                    <a:gd name="T16" fmla="*/ 2 w 14"/>
                    <a:gd name="T17" fmla="*/ 19 h 23"/>
                    <a:gd name="T18" fmla="*/ 2 w 14"/>
                    <a:gd name="T19" fmla="*/ 22 h 23"/>
                    <a:gd name="T20" fmla="*/ 5 w 14"/>
                    <a:gd name="T21" fmla="*/ 23 h 23"/>
                    <a:gd name="T22" fmla="*/ 6 w 14"/>
                    <a:gd name="T23" fmla="*/ 23 h 23"/>
                    <a:gd name="T24" fmla="*/ 11 w 14"/>
                    <a:gd name="T25" fmla="*/ 20 h 23"/>
                    <a:gd name="T26" fmla="*/ 14 w 14"/>
                    <a:gd name="T27" fmla="*/ 15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4" h="23">
                      <a:moveTo>
                        <a:pt x="14" y="15"/>
                      </a:moveTo>
                      <a:cubicBezTo>
                        <a:pt x="14" y="11"/>
                        <a:pt x="12" y="9"/>
                        <a:pt x="10" y="6"/>
                      </a:cubicBezTo>
                      <a:cubicBezTo>
                        <a:pt x="8" y="5"/>
                        <a:pt x="3" y="1"/>
                        <a:pt x="3" y="0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5" y="12"/>
                        <a:pt x="5" y="12"/>
                        <a:pt x="5" y="12"/>
                      </a:cubicBez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5" y="15"/>
                        <a:pt x="5" y="15"/>
                        <a:pt x="5" y="15"/>
                      </a:cubicBezTo>
                      <a:cubicBezTo>
                        <a:pt x="2" y="19"/>
                        <a:pt x="2" y="19"/>
                        <a:pt x="2" y="19"/>
                      </a:cubicBezTo>
                      <a:cubicBezTo>
                        <a:pt x="2" y="22"/>
                        <a:pt x="2" y="22"/>
                        <a:pt x="2" y="22"/>
                      </a:cubicBezTo>
                      <a:cubicBezTo>
                        <a:pt x="5" y="23"/>
                        <a:pt x="5" y="23"/>
                        <a:pt x="5" y="23"/>
                      </a:cubicBezTo>
                      <a:cubicBezTo>
                        <a:pt x="6" y="23"/>
                        <a:pt x="6" y="23"/>
                        <a:pt x="6" y="23"/>
                      </a:cubicBezTo>
                      <a:cubicBezTo>
                        <a:pt x="7" y="23"/>
                        <a:pt x="11" y="21"/>
                        <a:pt x="11" y="20"/>
                      </a:cubicBezTo>
                      <a:cubicBezTo>
                        <a:pt x="13" y="19"/>
                        <a:pt x="13" y="17"/>
                        <a:pt x="14" y="1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4" name="işḷîḑe"/>
                <p:cNvSpPr/>
                <p:nvPr/>
              </p:nvSpPr>
              <p:spPr bwMode="auto">
                <a:xfrm>
                  <a:off x="6310313" y="3136900"/>
                  <a:ext cx="406400" cy="554038"/>
                </a:xfrm>
                <a:custGeom>
                  <a:avLst/>
                  <a:gdLst>
                    <a:gd name="T0" fmla="*/ 101 w 123"/>
                    <a:gd name="T1" fmla="*/ 9 h 166"/>
                    <a:gd name="T2" fmla="*/ 96 w 123"/>
                    <a:gd name="T3" fmla="*/ 0 h 166"/>
                    <a:gd name="T4" fmla="*/ 76 w 123"/>
                    <a:gd name="T5" fmla="*/ 23 h 166"/>
                    <a:gd name="T6" fmla="*/ 66 w 123"/>
                    <a:gd name="T7" fmla="*/ 20 h 166"/>
                    <a:gd name="T8" fmla="*/ 69 w 123"/>
                    <a:gd name="T9" fmla="*/ 29 h 166"/>
                    <a:gd name="T10" fmla="*/ 64 w 123"/>
                    <a:gd name="T11" fmla="*/ 38 h 166"/>
                    <a:gd name="T12" fmla="*/ 71 w 123"/>
                    <a:gd name="T13" fmla="*/ 37 h 166"/>
                    <a:gd name="T14" fmla="*/ 78 w 123"/>
                    <a:gd name="T15" fmla="*/ 38 h 166"/>
                    <a:gd name="T16" fmla="*/ 104 w 123"/>
                    <a:gd name="T17" fmla="*/ 37 h 166"/>
                    <a:gd name="T18" fmla="*/ 97 w 123"/>
                    <a:gd name="T19" fmla="*/ 43 h 166"/>
                    <a:gd name="T20" fmla="*/ 85 w 123"/>
                    <a:gd name="T21" fmla="*/ 56 h 166"/>
                    <a:gd name="T22" fmla="*/ 78 w 123"/>
                    <a:gd name="T23" fmla="*/ 67 h 166"/>
                    <a:gd name="T24" fmla="*/ 72 w 123"/>
                    <a:gd name="T25" fmla="*/ 62 h 166"/>
                    <a:gd name="T26" fmla="*/ 72 w 123"/>
                    <a:gd name="T27" fmla="*/ 48 h 166"/>
                    <a:gd name="T28" fmla="*/ 63 w 123"/>
                    <a:gd name="T29" fmla="*/ 57 h 166"/>
                    <a:gd name="T30" fmla="*/ 56 w 123"/>
                    <a:gd name="T31" fmla="*/ 57 h 166"/>
                    <a:gd name="T32" fmla="*/ 61 w 123"/>
                    <a:gd name="T33" fmla="*/ 66 h 166"/>
                    <a:gd name="T34" fmla="*/ 59 w 123"/>
                    <a:gd name="T35" fmla="*/ 70 h 166"/>
                    <a:gd name="T36" fmla="*/ 68 w 123"/>
                    <a:gd name="T37" fmla="*/ 74 h 166"/>
                    <a:gd name="T38" fmla="*/ 68 w 123"/>
                    <a:gd name="T39" fmla="*/ 78 h 166"/>
                    <a:gd name="T40" fmla="*/ 40 w 123"/>
                    <a:gd name="T41" fmla="*/ 92 h 166"/>
                    <a:gd name="T42" fmla="*/ 24 w 123"/>
                    <a:gd name="T43" fmla="*/ 99 h 166"/>
                    <a:gd name="T44" fmla="*/ 3 w 123"/>
                    <a:gd name="T45" fmla="*/ 105 h 166"/>
                    <a:gd name="T46" fmla="*/ 2 w 123"/>
                    <a:gd name="T47" fmla="*/ 112 h 166"/>
                    <a:gd name="T48" fmla="*/ 14 w 123"/>
                    <a:gd name="T49" fmla="*/ 120 h 166"/>
                    <a:gd name="T50" fmla="*/ 32 w 123"/>
                    <a:gd name="T51" fmla="*/ 108 h 166"/>
                    <a:gd name="T52" fmla="*/ 55 w 123"/>
                    <a:gd name="T53" fmla="*/ 93 h 166"/>
                    <a:gd name="T54" fmla="*/ 63 w 123"/>
                    <a:gd name="T55" fmla="*/ 89 h 166"/>
                    <a:gd name="T56" fmla="*/ 82 w 123"/>
                    <a:gd name="T57" fmla="*/ 83 h 166"/>
                    <a:gd name="T58" fmla="*/ 82 w 123"/>
                    <a:gd name="T59" fmla="*/ 86 h 166"/>
                    <a:gd name="T60" fmla="*/ 74 w 123"/>
                    <a:gd name="T61" fmla="*/ 97 h 166"/>
                    <a:gd name="T62" fmla="*/ 61 w 123"/>
                    <a:gd name="T63" fmla="*/ 107 h 166"/>
                    <a:gd name="T64" fmla="*/ 64 w 123"/>
                    <a:gd name="T65" fmla="*/ 118 h 166"/>
                    <a:gd name="T66" fmla="*/ 55 w 123"/>
                    <a:gd name="T67" fmla="*/ 126 h 166"/>
                    <a:gd name="T68" fmla="*/ 40 w 123"/>
                    <a:gd name="T69" fmla="*/ 129 h 166"/>
                    <a:gd name="T70" fmla="*/ 30 w 123"/>
                    <a:gd name="T71" fmla="*/ 130 h 166"/>
                    <a:gd name="T72" fmla="*/ 35 w 123"/>
                    <a:gd name="T73" fmla="*/ 141 h 166"/>
                    <a:gd name="T74" fmla="*/ 38 w 123"/>
                    <a:gd name="T75" fmla="*/ 141 h 166"/>
                    <a:gd name="T76" fmla="*/ 56 w 123"/>
                    <a:gd name="T77" fmla="*/ 133 h 166"/>
                    <a:gd name="T78" fmla="*/ 63 w 123"/>
                    <a:gd name="T79" fmla="*/ 141 h 166"/>
                    <a:gd name="T80" fmla="*/ 56 w 123"/>
                    <a:gd name="T81" fmla="*/ 154 h 166"/>
                    <a:gd name="T82" fmla="*/ 53 w 123"/>
                    <a:gd name="T83" fmla="*/ 154 h 166"/>
                    <a:gd name="T84" fmla="*/ 49 w 123"/>
                    <a:gd name="T85" fmla="*/ 154 h 166"/>
                    <a:gd name="T86" fmla="*/ 46 w 123"/>
                    <a:gd name="T87" fmla="*/ 156 h 166"/>
                    <a:gd name="T88" fmla="*/ 56 w 123"/>
                    <a:gd name="T89" fmla="*/ 166 h 166"/>
                    <a:gd name="T90" fmla="*/ 71 w 123"/>
                    <a:gd name="T91" fmla="*/ 160 h 166"/>
                    <a:gd name="T92" fmla="*/ 75 w 123"/>
                    <a:gd name="T93" fmla="*/ 146 h 166"/>
                    <a:gd name="T94" fmla="*/ 80 w 123"/>
                    <a:gd name="T95" fmla="*/ 124 h 166"/>
                    <a:gd name="T96" fmla="*/ 94 w 123"/>
                    <a:gd name="T97" fmla="*/ 120 h 166"/>
                    <a:gd name="T98" fmla="*/ 81 w 123"/>
                    <a:gd name="T99" fmla="*/ 117 h 166"/>
                    <a:gd name="T100" fmla="*/ 72 w 123"/>
                    <a:gd name="T101" fmla="*/ 107 h 166"/>
                    <a:gd name="T102" fmla="*/ 78 w 123"/>
                    <a:gd name="T103" fmla="*/ 96 h 166"/>
                    <a:gd name="T104" fmla="*/ 92 w 123"/>
                    <a:gd name="T105" fmla="*/ 89 h 166"/>
                    <a:gd name="T106" fmla="*/ 102 w 123"/>
                    <a:gd name="T107" fmla="*/ 78 h 166"/>
                    <a:gd name="T108" fmla="*/ 95 w 123"/>
                    <a:gd name="T109" fmla="*/ 61 h 166"/>
                    <a:gd name="T110" fmla="*/ 109 w 123"/>
                    <a:gd name="T111" fmla="*/ 48 h 166"/>
                    <a:gd name="T112" fmla="*/ 116 w 123"/>
                    <a:gd name="T113" fmla="*/ 42 h 166"/>
                    <a:gd name="T114" fmla="*/ 121 w 123"/>
                    <a:gd name="T115" fmla="*/ 32 h 166"/>
                    <a:gd name="T116" fmla="*/ 116 w 123"/>
                    <a:gd name="T117" fmla="*/ 17 h 166"/>
                    <a:gd name="T118" fmla="*/ 104 w 123"/>
                    <a:gd name="T119" fmla="*/ 20 h 166"/>
                    <a:gd name="T120" fmla="*/ 93 w 123"/>
                    <a:gd name="T121" fmla="*/ 21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123" h="166">
                      <a:moveTo>
                        <a:pt x="93" y="21"/>
                      </a:moveTo>
                      <a:cubicBezTo>
                        <a:pt x="94" y="14"/>
                        <a:pt x="98" y="14"/>
                        <a:pt x="101" y="9"/>
                      </a:cubicBezTo>
                      <a:cubicBezTo>
                        <a:pt x="101" y="8"/>
                        <a:pt x="101" y="8"/>
                        <a:pt x="101" y="8"/>
                      </a:cubicBezTo>
                      <a:cubicBezTo>
                        <a:pt x="101" y="5"/>
                        <a:pt x="97" y="1"/>
                        <a:pt x="96" y="0"/>
                      </a:cubicBezTo>
                      <a:cubicBezTo>
                        <a:pt x="89" y="3"/>
                        <a:pt x="91" y="6"/>
                        <a:pt x="88" y="13"/>
                      </a:cubicBezTo>
                      <a:cubicBezTo>
                        <a:pt x="85" y="17"/>
                        <a:pt x="82" y="23"/>
                        <a:pt x="76" y="23"/>
                      </a:cubicBezTo>
                      <a:cubicBezTo>
                        <a:pt x="75" y="23"/>
                        <a:pt x="70" y="18"/>
                        <a:pt x="67" y="17"/>
                      </a:cubicBezTo>
                      <a:cubicBezTo>
                        <a:pt x="66" y="20"/>
                        <a:pt x="66" y="20"/>
                        <a:pt x="66" y="20"/>
                      </a:cubicBezTo>
                      <a:cubicBezTo>
                        <a:pt x="67" y="23"/>
                        <a:pt x="69" y="24"/>
                        <a:pt x="69" y="28"/>
                      </a:cubicBezTo>
                      <a:cubicBezTo>
                        <a:pt x="69" y="29"/>
                        <a:pt x="69" y="29"/>
                        <a:pt x="69" y="29"/>
                      </a:cubicBezTo>
                      <a:cubicBezTo>
                        <a:pt x="69" y="29"/>
                        <a:pt x="63" y="36"/>
                        <a:pt x="62" y="37"/>
                      </a:cubicBezTo>
                      <a:cubicBezTo>
                        <a:pt x="63" y="38"/>
                        <a:pt x="61" y="38"/>
                        <a:pt x="64" y="38"/>
                      </a:cubicBezTo>
                      <a:cubicBezTo>
                        <a:pt x="64" y="38"/>
                        <a:pt x="64" y="38"/>
                        <a:pt x="64" y="38"/>
                      </a:cubicBezTo>
                      <a:cubicBezTo>
                        <a:pt x="71" y="37"/>
                        <a:pt x="71" y="37"/>
                        <a:pt x="71" y="37"/>
                      </a:cubicBezTo>
                      <a:cubicBezTo>
                        <a:pt x="74" y="37"/>
                        <a:pt x="74" y="38"/>
                        <a:pt x="78" y="38"/>
                      </a:cubicBezTo>
                      <a:cubicBezTo>
                        <a:pt x="78" y="38"/>
                        <a:pt x="78" y="38"/>
                        <a:pt x="78" y="38"/>
                      </a:cubicBezTo>
                      <a:cubicBezTo>
                        <a:pt x="79" y="38"/>
                        <a:pt x="84" y="33"/>
                        <a:pt x="91" y="32"/>
                      </a:cubicBezTo>
                      <a:cubicBezTo>
                        <a:pt x="96" y="31"/>
                        <a:pt x="104" y="30"/>
                        <a:pt x="104" y="37"/>
                      </a:cubicBezTo>
                      <a:cubicBezTo>
                        <a:pt x="104" y="39"/>
                        <a:pt x="102" y="41"/>
                        <a:pt x="101" y="43"/>
                      </a:cubicBezTo>
                      <a:cubicBezTo>
                        <a:pt x="98" y="43"/>
                        <a:pt x="99" y="43"/>
                        <a:pt x="97" y="43"/>
                      </a:cubicBezTo>
                      <a:cubicBezTo>
                        <a:pt x="96" y="43"/>
                        <a:pt x="93" y="42"/>
                        <a:pt x="92" y="41"/>
                      </a:cubicBezTo>
                      <a:cubicBezTo>
                        <a:pt x="85" y="46"/>
                        <a:pt x="88" y="49"/>
                        <a:pt x="85" y="56"/>
                      </a:cubicBezTo>
                      <a:cubicBezTo>
                        <a:pt x="84" y="57"/>
                        <a:pt x="81" y="64"/>
                        <a:pt x="81" y="64"/>
                      </a:cubicBezTo>
                      <a:cubicBezTo>
                        <a:pt x="80" y="66"/>
                        <a:pt x="80" y="64"/>
                        <a:pt x="78" y="67"/>
                      </a:cubicBezTo>
                      <a:cubicBezTo>
                        <a:pt x="77" y="70"/>
                        <a:pt x="78" y="68"/>
                        <a:pt x="76" y="70"/>
                      </a:cubicBezTo>
                      <a:cubicBezTo>
                        <a:pt x="74" y="67"/>
                        <a:pt x="72" y="66"/>
                        <a:pt x="72" y="62"/>
                      </a:cubicBezTo>
                      <a:cubicBezTo>
                        <a:pt x="72" y="61"/>
                        <a:pt x="75" y="55"/>
                        <a:pt x="76" y="54"/>
                      </a:cubicBezTo>
                      <a:cubicBezTo>
                        <a:pt x="75" y="51"/>
                        <a:pt x="75" y="48"/>
                        <a:pt x="72" y="48"/>
                      </a:cubicBezTo>
                      <a:cubicBezTo>
                        <a:pt x="71" y="48"/>
                        <a:pt x="70" y="49"/>
                        <a:pt x="70" y="49"/>
                      </a:cubicBezTo>
                      <a:cubicBezTo>
                        <a:pt x="70" y="55"/>
                        <a:pt x="67" y="55"/>
                        <a:pt x="63" y="57"/>
                      </a:cubicBezTo>
                      <a:cubicBezTo>
                        <a:pt x="62" y="56"/>
                        <a:pt x="60" y="55"/>
                        <a:pt x="59" y="55"/>
                      </a:cubicBezTo>
                      <a:cubicBezTo>
                        <a:pt x="58" y="55"/>
                        <a:pt x="56" y="57"/>
                        <a:pt x="56" y="57"/>
                      </a:cubicBezTo>
                      <a:cubicBezTo>
                        <a:pt x="58" y="60"/>
                        <a:pt x="59" y="60"/>
                        <a:pt x="61" y="64"/>
                      </a:cubicBezTo>
                      <a:cubicBezTo>
                        <a:pt x="61" y="66"/>
                        <a:pt x="61" y="66"/>
                        <a:pt x="61" y="66"/>
                      </a:cubicBezTo>
                      <a:cubicBezTo>
                        <a:pt x="61" y="67"/>
                        <a:pt x="61" y="67"/>
                        <a:pt x="61" y="67"/>
                      </a:cubicBezTo>
                      <a:cubicBezTo>
                        <a:pt x="59" y="70"/>
                        <a:pt x="59" y="70"/>
                        <a:pt x="59" y="70"/>
                      </a:cubicBezTo>
                      <a:cubicBezTo>
                        <a:pt x="60" y="71"/>
                        <a:pt x="58" y="71"/>
                        <a:pt x="61" y="71"/>
                      </a:cubicBezTo>
                      <a:cubicBezTo>
                        <a:pt x="64" y="71"/>
                        <a:pt x="66" y="72"/>
                        <a:pt x="68" y="74"/>
                      </a:cubicBezTo>
                      <a:cubicBezTo>
                        <a:pt x="68" y="75"/>
                        <a:pt x="68" y="75"/>
                        <a:pt x="68" y="75"/>
                      </a:cubicBezTo>
                      <a:cubicBezTo>
                        <a:pt x="68" y="78"/>
                        <a:pt x="68" y="78"/>
                        <a:pt x="68" y="78"/>
                      </a:cubicBezTo>
                      <a:cubicBezTo>
                        <a:pt x="68" y="82"/>
                        <a:pt x="58" y="85"/>
                        <a:pt x="55" y="86"/>
                      </a:cubicBezTo>
                      <a:cubicBezTo>
                        <a:pt x="50" y="88"/>
                        <a:pt x="44" y="91"/>
                        <a:pt x="40" y="92"/>
                      </a:cubicBezTo>
                      <a:cubicBezTo>
                        <a:pt x="36" y="94"/>
                        <a:pt x="35" y="94"/>
                        <a:pt x="32" y="96"/>
                      </a:cubicBezTo>
                      <a:cubicBezTo>
                        <a:pt x="29" y="97"/>
                        <a:pt x="27" y="97"/>
                        <a:pt x="24" y="99"/>
                      </a:cubicBezTo>
                      <a:cubicBezTo>
                        <a:pt x="20" y="101"/>
                        <a:pt x="13" y="104"/>
                        <a:pt x="9" y="104"/>
                      </a:cubicBezTo>
                      <a:cubicBezTo>
                        <a:pt x="3" y="105"/>
                        <a:pt x="3" y="105"/>
                        <a:pt x="3" y="105"/>
                      </a:cubicBezTo>
                      <a:cubicBezTo>
                        <a:pt x="1" y="105"/>
                        <a:pt x="1" y="106"/>
                        <a:pt x="0" y="107"/>
                      </a:cubicBezTo>
                      <a:cubicBezTo>
                        <a:pt x="0" y="108"/>
                        <a:pt x="0" y="111"/>
                        <a:pt x="2" y="112"/>
                      </a:cubicBezTo>
                      <a:cubicBezTo>
                        <a:pt x="4" y="114"/>
                        <a:pt x="3" y="114"/>
                        <a:pt x="5" y="115"/>
                      </a:cubicBezTo>
                      <a:cubicBezTo>
                        <a:pt x="6" y="116"/>
                        <a:pt x="12" y="119"/>
                        <a:pt x="14" y="120"/>
                      </a:cubicBezTo>
                      <a:cubicBezTo>
                        <a:pt x="15" y="119"/>
                        <a:pt x="15" y="119"/>
                        <a:pt x="17" y="119"/>
                      </a:cubicBezTo>
                      <a:cubicBezTo>
                        <a:pt x="20" y="119"/>
                        <a:pt x="30" y="110"/>
                        <a:pt x="32" y="108"/>
                      </a:cubicBezTo>
                      <a:cubicBezTo>
                        <a:pt x="36" y="104"/>
                        <a:pt x="42" y="101"/>
                        <a:pt x="47" y="98"/>
                      </a:cubicBezTo>
                      <a:cubicBezTo>
                        <a:pt x="50" y="96"/>
                        <a:pt x="52" y="95"/>
                        <a:pt x="55" y="93"/>
                      </a:cubicBezTo>
                      <a:cubicBezTo>
                        <a:pt x="57" y="92"/>
                        <a:pt x="58" y="92"/>
                        <a:pt x="59" y="91"/>
                      </a:cubicBezTo>
                      <a:cubicBezTo>
                        <a:pt x="61" y="90"/>
                        <a:pt x="61" y="90"/>
                        <a:pt x="63" y="89"/>
                      </a:cubicBezTo>
                      <a:cubicBezTo>
                        <a:pt x="68" y="87"/>
                        <a:pt x="74" y="80"/>
                        <a:pt x="79" y="80"/>
                      </a:cubicBezTo>
                      <a:cubicBezTo>
                        <a:pt x="81" y="80"/>
                        <a:pt x="82" y="82"/>
                        <a:pt x="82" y="83"/>
                      </a:cubicBezTo>
                      <a:cubicBezTo>
                        <a:pt x="82" y="85"/>
                        <a:pt x="82" y="85"/>
                        <a:pt x="82" y="85"/>
                      </a:cubicBezTo>
                      <a:cubicBezTo>
                        <a:pt x="82" y="86"/>
                        <a:pt x="82" y="86"/>
                        <a:pt x="82" y="86"/>
                      </a:cubicBezTo>
                      <a:cubicBezTo>
                        <a:pt x="80" y="90"/>
                        <a:pt x="79" y="89"/>
                        <a:pt x="78" y="93"/>
                      </a:cubicBezTo>
                      <a:cubicBezTo>
                        <a:pt x="75" y="94"/>
                        <a:pt x="75" y="94"/>
                        <a:pt x="74" y="97"/>
                      </a:cubicBezTo>
                      <a:cubicBezTo>
                        <a:pt x="69" y="98"/>
                        <a:pt x="71" y="99"/>
                        <a:pt x="67" y="101"/>
                      </a:cubicBezTo>
                      <a:cubicBezTo>
                        <a:pt x="63" y="103"/>
                        <a:pt x="63" y="103"/>
                        <a:pt x="61" y="107"/>
                      </a:cubicBezTo>
                      <a:cubicBezTo>
                        <a:pt x="61" y="110"/>
                        <a:pt x="64" y="114"/>
                        <a:pt x="64" y="117"/>
                      </a:cubicBezTo>
                      <a:cubicBezTo>
                        <a:pt x="64" y="118"/>
                        <a:pt x="64" y="118"/>
                        <a:pt x="64" y="118"/>
                      </a:cubicBezTo>
                      <a:cubicBezTo>
                        <a:pt x="64" y="119"/>
                        <a:pt x="64" y="119"/>
                        <a:pt x="64" y="119"/>
                      </a:cubicBezTo>
                      <a:cubicBezTo>
                        <a:pt x="61" y="123"/>
                        <a:pt x="60" y="125"/>
                        <a:pt x="55" y="126"/>
                      </a:cubicBezTo>
                      <a:cubicBezTo>
                        <a:pt x="51" y="127"/>
                        <a:pt x="43" y="129"/>
                        <a:pt x="41" y="129"/>
                      </a:cubicBezTo>
                      <a:cubicBezTo>
                        <a:pt x="40" y="129"/>
                        <a:pt x="40" y="129"/>
                        <a:pt x="40" y="129"/>
                      </a:cubicBezTo>
                      <a:cubicBezTo>
                        <a:pt x="32" y="130"/>
                        <a:pt x="32" y="130"/>
                        <a:pt x="32" y="130"/>
                      </a:cubicBezTo>
                      <a:cubicBezTo>
                        <a:pt x="30" y="130"/>
                        <a:pt x="30" y="130"/>
                        <a:pt x="30" y="130"/>
                      </a:cubicBezTo>
                      <a:cubicBezTo>
                        <a:pt x="27" y="132"/>
                        <a:pt x="27" y="132"/>
                        <a:pt x="27" y="132"/>
                      </a:cubicBezTo>
                      <a:cubicBezTo>
                        <a:pt x="30" y="136"/>
                        <a:pt x="30" y="138"/>
                        <a:pt x="35" y="141"/>
                      </a:cubicBezTo>
                      <a:cubicBezTo>
                        <a:pt x="36" y="141"/>
                        <a:pt x="36" y="141"/>
                        <a:pt x="36" y="141"/>
                      </a:cubicBezTo>
                      <a:cubicBezTo>
                        <a:pt x="38" y="141"/>
                        <a:pt x="38" y="141"/>
                        <a:pt x="38" y="141"/>
                      </a:cubicBezTo>
                      <a:cubicBezTo>
                        <a:pt x="39" y="141"/>
                        <a:pt x="39" y="141"/>
                        <a:pt x="39" y="141"/>
                      </a:cubicBezTo>
                      <a:cubicBezTo>
                        <a:pt x="43" y="138"/>
                        <a:pt x="51" y="133"/>
                        <a:pt x="56" y="133"/>
                      </a:cubicBezTo>
                      <a:cubicBezTo>
                        <a:pt x="58" y="133"/>
                        <a:pt x="58" y="133"/>
                        <a:pt x="58" y="133"/>
                      </a:cubicBezTo>
                      <a:cubicBezTo>
                        <a:pt x="62" y="133"/>
                        <a:pt x="63" y="137"/>
                        <a:pt x="63" y="141"/>
                      </a:cubicBezTo>
                      <a:cubicBezTo>
                        <a:pt x="63" y="143"/>
                        <a:pt x="63" y="143"/>
                        <a:pt x="63" y="143"/>
                      </a:cubicBezTo>
                      <a:cubicBezTo>
                        <a:pt x="63" y="150"/>
                        <a:pt x="60" y="152"/>
                        <a:pt x="56" y="154"/>
                      </a:cubicBezTo>
                      <a:cubicBezTo>
                        <a:pt x="55" y="154"/>
                        <a:pt x="55" y="154"/>
                        <a:pt x="55" y="154"/>
                      </a:cubicBezTo>
                      <a:cubicBezTo>
                        <a:pt x="53" y="154"/>
                        <a:pt x="53" y="154"/>
                        <a:pt x="53" y="154"/>
                      </a:cubicBezTo>
                      <a:cubicBezTo>
                        <a:pt x="52" y="154"/>
                        <a:pt x="52" y="154"/>
                        <a:pt x="51" y="153"/>
                      </a:cubicBezTo>
                      <a:cubicBezTo>
                        <a:pt x="50" y="154"/>
                        <a:pt x="50" y="154"/>
                        <a:pt x="49" y="154"/>
                      </a:cubicBezTo>
                      <a:cubicBezTo>
                        <a:pt x="47" y="154"/>
                        <a:pt x="47" y="154"/>
                        <a:pt x="47" y="154"/>
                      </a:cubicBezTo>
                      <a:cubicBezTo>
                        <a:pt x="47" y="155"/>
                        <a:pt x="46" y="155"/>
                        <a:pt x="46" y="156"/>
                      </a:cubicBezTo>
                      <a:cubicBezTo>
                        <a:pt x="46" y="158"/>
                        <a:pt x="53" y="165"/>
                        <a:pt x="55" y="166"/>
                      </a:cubicBezTo>
                      <a:cubicBezTo>
                        <a:pt x="56" y="166"/>
                        <a:pt x="56" y="166"/>
                        <a:pt x="56" y="166"/>
                      </a:cubicBezTo>
                      <a:cubicBezTo>
                        <a:pt x="61" y="166"/>
                        <a:pt x="61" y="166"/>
                        <a:pt x="61" y="166"/>
                      </a:cubicBezTo>
                      <a:cubicBezTo>
                        <a:pt x="66" y="166"/>
                        <a:pt x="69" y="163"/>
                        <a:pt x="71" y="160"/>
                      </a:cubicBezTo>
                      <a:cubicBezTo>
                        <a:pt x="74" y="155"/>
                        <a:pt x="74" y="151"/>
                        <a:pt x="76" y="148"/>
                      </a:cubicBezTo>
                      <a:cubicBezTo>
                        <a:pt x="75" y="146"/>
                        <a:pt x="75" y="148"/>
                        <a:pt x="75" y="146"/>
                      </a:cubicBezTo>
                      <a:cubicBezTo>
                        <a:pt x="75" y="138"/>
                        <a:pt x="75" y="138"/>
                        <a:pt x="75" y="138"/>
                      </a:cubicBezTo>
                      <a:cubicBezTo>
                        <a:pt x="75" y="130"/>
                        <a:pt x="74" y="128"/>
                        <a:pt x="80" y="124"/>
                      </a:cubicBezTo>
                      <a:cubicBezTo>
                        <a:pt x="81" y="124"/>
                        <a:pt x="81" y="124"/>
                        <a:pt x="81" y="124"/>
                      </a:cubicBezTo>
                      <a:cubicBezTo>
                        <a:pt x="90" y="124"/>
                        <a:pt x="90" y="127"/>
                        <a:pt x="94" y="120"/>
                      </a:cubicBezTo>
                      <a:cubicBezTo>
                        <a:pt x="92" y="117"/>
                        <a:pt x="91" y="116"/>
                        <a:pt x="88" y="115"/>
                      </a:cubicBezTo>
                      <a:cubicBezTo>
                        <a:pt x="86" y="116"/>
                        <a:pt x="84" y="117"/>
                        <a:pt x="81" y="117"/>
                      </a:cubicBezTo>
                      <a:cubicBezTo>
                        <a:pt x="79" y="117"/>
                        <a:pt x="79" y="117"/>
                        <a:pt x="79" y="117"/>
                      </a:cubicBezTo>
                      <a:cubicBezTo>
                        <a:pt x="77" y="116"/>
                        <a:pt x="72" y="109"/>
                        <a:pt x="72" y="107"/>
                      </a:cubicBezTo>
                      <a:cubicBezTo>
                        <a:pt x="72" y="105"/>
                        <a:pt x="72" y="105"/>
                        <a:pt x="72" y="105"/>
                      </a:cubicBezTo>
                      <a:cubicBezTo>
                        <a:pt x="72" y="99"/>
                        <a:pt x="75" y="100"/>
                        <a:pt x="78" y="96"/>
                      </a:cubicBezTo>
                      <a:cubicBezTo>
                        <a:pt x="80" y="96"/>
                        <a:pt x="80" y="96"/>
                        <a:pt x="80" y="96"/>
                      </a:cubicBezTo>
                      <a:cubicBezTo>
                        <a:pt x="82" y="93"/>
                        <a:pt x="89" y="90"/>
                        <a:pt x="92" y="89"/>
                      </a:cubicBezTo>
                      <a:cubicBezTo>
                        <a:pt x="95" y="87"/>
                        <a:pt x="101" y="83"/>
                        <a:pt x="101" y="80"/>
                      </a:cubicBezTo>
                      <a:cubicBezTo>
                        <a:pt x="101" y="77"/>
                        <a:pt x="101" y="79"/>
                        <a:pt x="102" y="78"/>
                      </a:cubicBezTo>
                      <a:cubicBezTo>
                        <a:pt x="101" y="77"/>
                        <a:pt x="101" y="79"/>
                        <a:pt x="101" y="77"/>
                      </a:cubicBezTo>
                      <a:cubicBezTo>
                        <a:pt x="101" y="73"/>
                        <a:pt x="96" y="64"/>
                        <a:pt x="95" y="61"/>
                      </a:cubicBezTo>
                      <a:cubicBezTo>
                        <a:pt x="95" y="61"/>
                        <a:pt x="101" y="55"/>
                        <a:pt x="102" y="55"/>
                      </a:cubicBezTo>
                      <a:cubicBezTo>
                        <a:pt x="104" y="52"/>
                        <a:pt x="106" y="51"/>
                        <a:pt x="109" y="48"/>
                      </a:cubicBezTo>
                      <a:cubicBezTo>
                        <a:pt x="110" y="47"/>
                        <a:pt x="112" y="46"/>
                        <a:pt x="113" y="45"/>
                      </a:cubicBezTo>
                      <a:cubicBezTo>
                        <a:pt x="114" y="44"/>
                        <a:pt x="115" y="43"/>
                        <a:pt x="116" y="42"/>
                      </a:cubicBezTo>
                      <a:cubicBezTo>
                        <a:pt x="118" y="39"/>
                        <a:pt x="118" y="35"/>
                        <a:pt x="121" y="34"/>
                      </a:cubicBezTo>
                      <a:cubicBezTo>
                        <a:pt x="121" y="32"/>
                        <a:pt x="121" y="32"/>
                        <a:pt x="121" y="32"/>
                      </a:cubicBezTo>
                      <a:cubicBezTo>
                        <a:pt x="121" y="27"/>
                        <a:pt x="123" y="30"/>
                        <a:pt x="120" y="24"/>
                      </a:cubicBezTo>
                      <a:cubicBezTo>
                        <a:pt x="118" y="20"/>
                        <a:pt x="118" y="20"/>
                        <a:pt x="116" y="17"/>
                      </a:cubicBezTo>
                      <a:cubicBezTo>
                        <a:pt x="113" y="17"/>
                        <a:pt x="113" y="17"/>
                        <a:pt x="113" y="17"/>
                      </a:cubicBezTo>
                      <a:cubicBezTo>
                        <a:pt x="111" y="17"/>
                        <a:pt x="105" y="19"/>
                        <a:pt x="104" y="20"/>
                      </a:cubicBezTo>
                      <a:cubicBezTo>
                        <a:pt x="101" y="23"/>
                        <a:pt x="102" y="23"/>
                        <a:pt x="96" y="24"/>
                      </a:cubicBezTo>
                      <a:lnTo>
                        <a:pt x="93" y="2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5" name="íṥḻiďê"/>
                <p:cNvSpPr/>
                <p:nvPr/>
              </p:nvSpPr>
              <p:spPr bwMode="auto">
                <a:xfrm>
                  <a:off x="5159376" y="3357563"/>
                  <a:ext cx="117475" cy="366713"/>
                </a:xfrm>
                <a:custGeom>
                  <a:avLst/>
                  <a:gdLst>
                    <a:gd name="T0" fmla="*/ 23 w 36"/>
                    <a:gd name="T1" fmla="*/ 14 h 110"/>
                    <a:gd name="T2" fmla="*/ 23 w 36"/>
                    <a:gd name="T3" fmla="*/ 12 h 110"/>
                    <a:gd name="T4" fmla="*/ 18 w 36"/>
                    <a:gd name="T5" fmla="*/ 6 h 110"/>
                    <a:gd name="T6" fmla="*/ 13 w 36"/>
                    <a:gd name="T7" fmla="*/ 0 h 110"/>
                    <a:gd name="T8" fmla="*/ 11 w 36"/>
                    <a:gd name="T9" fmla="*/ 4 h 110"/>
                    <a:gd name="T10" fmla="*/ 13 w 36"/>
                    <a:gd name="T11" fmla="*/ 16 h 110"/>
                    <a:gd name="T12" fmla="*/ 12 w 36"/>
                    <a:gd name="T13" fmla="*/ 34 h 110"/>
                    <a:gd name="T14" fmla="*/ 7 w 36"/>
                    <a:gd name="T15" fmla="*/ 65 h 110"/>
                    <a:gd name="T16" fmla="*/ 3 w 36"/>
                    <a:gd name="T17" fmla="*/ 80 h 110"/>
                    <a:gd name="T18" fmla="*/ 0 w 36"/>
                    <a:gd name="T19" fmla="*/ 95 h 110"/>
                    <a:gd name="T20" fmla="*/ 0 w 36"/>
                    <a:gd name="T21" fmla="*/ 98 h 110"/>
                    <a:gd name="T22" fmla="*/ 0 w 36"/>
                    <a:gd name="T23" fmla="*/ 100 h 110"/>
                    <a:gd name="T24" fmla="*/ 4 w 36"/>
                    <a:gd name="T25" fmla="*/ 105 h 110"/>
                    <a:gd name="T26" fmla="*/ 9 w 36"/>
                    <a:gd name="T27" fmla="*/ 110 h 110"/>
                    <a:gd name="T28" fmla="*/ 15 w 36"/>
                    <a:gd name="T29" fmla="*/ 104 h 110"/>
                    <a:gd name="T30" fmla="*/ 18 w 36"/>
                    <a:gd name="T31" fmla="*/ 96 h 110"/>
                    <a:gd name="T32" fmla="*/ 18 w 36"/>
                    <a:gd name="T33" fmla="*/ 90 h 110"/>
                    <a:gd name="T34" fmla="*/ 21 w 36"/>
                    <a:gd name="T35" fmla="*/ 71 h 110"/>
                    <a:gd name="T36" fmla="*/ 25 w 36"/>
                    <a:gd name="T37" fmla="*/ 53 h 110"/>
                    <a:gd name="T38" fmla="*/ 30 w 36"/>
                    <a:gd name="T39" fmla="*/ 36 h 110"/>
                    <a:gd name="T40" fmla="*/ 35 w 36"/>
                    <a:gd name="T41" fmla="*/ 20 h 110"/>
                    <a:gd name="T42" fmla="*/ 33 w 36"/>
                    <a:gd name="T43" fmla="*/ 20 h 110"/>
                    <a:gd name="T44" fmla="*/ 30 w 36"/>
                    <a:gd name="T45" fmla="*/ 22 h 110"/>
                    <a:gd name="T46" fmla="*/ 23 w 36"/>
                    <a:gd name="T47" fmla="*/ 17 h 110"/>
                    <a:gd name="T48" fmla="*/ 23 w 36"/>
                    <a:gd name="T49" fmla="*/ 15 h 110"/>
                    <a:gd name="T50" fmla="*/ 23 w 36"/>
                    <a:gd name="T51" fmla="*/ 14 h 1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6" h="110">
                      <a:moveTo>
                        <a:pt x="23" y="14"/>
                      </a:moveTo>
                      <a:cubicBezTo>
                        <a:pt x="23" y="12"/>
                        <a:pt x="23" y="12"/>
                        <a:pt x="23" y="12"/>
                      </a:cubicBezTo>
                      <a:cubicBezTo>
                        <a:pt x="21" y="8"/>
                        <a:pt x="22" y="9"/>
                        <a:pt x="18" y="6"/>
                      </a:cubicBezTo>
                      <a:cubicBezTo>
                        <a:pt x="17" y="4"/>
                        <a:pt x="15" y="2"/>
                        <a:pt x="13" y="0"/>
                      </a:cubicBezTo>
                      <a:cubicBezTo>
                        <a:pt x="12" y="1"/>
                        <a:pt x="11" y="3"/>
                        <a:pt x="11" y="4"/>
                      </a:cubicBezTo>
                      <a:cubicBezTo>
                        <a:pt x="11" y="7"/>
                        <a:pt x="13" y="12"/>
                        <a:pt x="13" y="16"/>
                      </a:cubicBezTo>
                      <a:cubicBezTo>
                        <a:pt x="12" y="34"/>
                        <a:pt x="12" y="34"/>
                        <a:pt x="12" y="34"/>
                      </a:cubicBezTo>
                      <a:cubicBezTo>
                        <a:pt x="12" y="43"/>
                        <a:pt x="9" y="56"/>
                        <a:pt x="7" y="65"/>
                      </a:cubicBezTo>
                      <a:cubicBezTo>
                        <a:pt x="6" y="72"/>
                        <a:pt x="4" y="75"/>
                        <a:pt x="3" y="80"/>
                      </a:cubicBezTo>
                      <a:cubicBezTo>
                        <a:pt x="2" y="85"/>
                        <a:pt x="0" y="91"/>
                        <a:pt x="0" y="95"/>
                      </a:cubicBezTo>
                      <a:cubicBezTo>
                        <a:pt x="0" y="98"/>
                        <a:pt x="0" y="98"/>
                        <a:pt x="0" y="98"/>
                      </a:cubicBezTo>
                      <a:cubicBezTo>
                        <a:pt x="0" y="100"/>
                        <a:pt x="0" y="100"/>
                        <a:pt x="0" y="100"/>
                      </a:cubicBezTo>
                      <a:cubicBezTo>
                        <a:pt x="2" y="102"/>
                        <a:pt x="2" y="103"/>
                        <a:pt x="4" y="105"/>
                      </a:cubicBezTo>
                      <a:cubicBezTo>
                        <a:pt x="6" y="108"/>
                        <a:pt x="7" y="108"/>
                        <a:pt x="9" y="110"/>
                      </a:cubicBezTo>
                      <a:cubicBezTo>
                        <a:pt x="12" y="108"/>
                        <a:pt x="13" y="108"/>
                        <a:pt x="15" y="104"/>
                      </a:cubicBezTo>
                      <a:cubicBezTo>
                        <a:pt x="16" y="102"/>
                        <a:pt x="18" y="99"/>
                        <a:pt x="18" y="96"/>
                      </a:cubicBezTo>
                      <a:cubicBezTo>
                        <a:pt x="18" y="90"/>
                        <a:pt x="18" y="90"/>
                        <a:pt x="18" y="90"/>
                      </a:cubicBezTo>
                      <a:cubicBezTo>
                        <a:pt x="18" y="83"/>
                        <a:pt x="20" y="77"/>
                        <a:pt x="21" y="71"/>
                      </a:cubicBezTo>
                      <a:cubicBezTo>
                        <a:pt x="23" y="65"/>
                        <a:pt x="23" y="59"/>
                        <a:pt x="25" y="53"/>
                      </a:cubicBezTo>
                      <a:cubicBezTo>
                        <a:pt x="26" y="47"/>
                        <a:pt x="29" y="42"/>
                        <a:pt x="30" y="36"/>
                      </a:cubicBezTo>
                      <a:cubicBezTo>
                        <a:pt x="31" y="28"/>
                        <a:pt x="34" y="27"/>
                        <a:pt x="35" y="20"/>
                      </a:cubicBezTo>
                      <a:cubicBezTo>
                        <a:pt x="34" y="19"/>
                        <a:pt x="36" y="20"/>
                        <a:pt x="33" y="20"/>
                      </a:cubicBezTo>
                      <a:cubicBezTo>
                        <a:pt x="33" y="20"/>
                        <a:pt x="30" y="22"/>
                        <a:pt x="30" y="22"/>
                      </a:cubicBezTo>
                      <a:cubicBezTo>
                        <a:pt x="25" y="21"/>
                        <a:pt x="25" y="21"/>
                        <a:pt x="23" y="17"/>
                      </a:cubicBezTo>
                      <a:cubicBezTo>
                        <a:pt x="23" y="15"/>
                        <a:pt x="23" y="15"/>
                        <a:pt x="23" y="15"/>
                      </a:cubicBezTo>
                      <a:lnTo>
                        <a:pt x="23" y="14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grpSp>
            <p:nvGrpSpPr>
              <p:cNvPr id="249" name="ïšľîḍê"/>
              <p:cNvGrpSpPr/>
              <p:nvPr/>
            </p:nvGrpSpPr>
            <p:grpSpPr>
              <a:xfrm>
                <a:off x="4412452" y="3781425"/>
                <a:ext cx="2312689" cy="166461"/>
                <a:chOff x="6986588" y="3521075"/>
                <a:chExt cx="1654176" cy="119063"/>
              </a:xfrm>
            </p:grpSpPr>
            <p:sp>
              <p:nvSpPr>
                <p:cNvPr id="250" name="îṩľîḑê"/>
                <p:cNvSpPr/>
                <p:nvPr/>
              </p:nvSpPr>
              <p:spPr bwMode="auto">
                <a:xfrm>
                  <a:off x="6986588" y="3521075"/>
                  <a:ext cx="155575" cy="119063"/>
                </a:xfrm>
                <a:custGeom>
                  <a:avLst/>
                  <a:gdLst>
                    <a:gd name="T0" fmla="*/ 84 w 98"/>
                    <a:gd name="T1" fmla="*/ 0 h 75"/>
                    <a:gd name="T2" fmla="*/ 59 w 98"/>
                    <a:gd name="T3" fmla="*/ 52 h 75"/>
                    <a:gd name="T4" fmla="*/ 57 w 98"/>
                    <a:gd name="T5" fmla="*/ 0 h 75"/>
                    <a:gd name="T6" fmla="*/ 40 w 98"/>
                    <a:gd name="T7" fmla="*/ 0 h 75"/>
                    <a:gd name="T8" fmla="*/ 15 w 98"/>
                    <a:gd name="T9" fmla="*/ 52 h 75"/>
                    <a:gd name="T10" fmla="*/ 15 w 98"/>
                    <a:gd name="T11" fmla="*/ 0 h 75"/>
                    <a:gd name="T12" fmla="*/ 0 w 98"/>
                    <a:gd name="T13" fmla="*/ 0 h 75"/>
                    <a:gd name="T14" fmla="*/ 2 w 98"/>
                    <a:gd name="T15" fmla="*/ 75 h 75"/>
                    <a:gd name="T16" fmla="*/ 19 w 98"/>
                    <a:gd name="T17" fmla="*/ 75 h 75"/>
                    <a:gd name="T18" fmla="*/ 44 w 98"/>
                    <a:gd name="T19" fmla="*/ 21 h 75"/>
                    <a:gd name="T20" fmla="*/ 46 w 98"/>
                    <a:gd name="T21" fmla="*/ 75 h 75"/>
                    <a:gd name="T22" fmla="*/ 63 w 98"/>
                    <a:gd name="T23" fmla="*/ 75 h 75"/>
                    <a:gd name="T24" fmla="*/ 98 w 98"/>
                    <a:gd name="T25" fmla="*/ 0 h 75"/>
                    <a:gd name="T26" fmla="*/ 84 w 98"/>
                    <a:gd name="T27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98" h="75">
                      <a:moveTo>
                        <a:pt x="84" y="0"/>
                      </a:moveTo>
                      <a:lnTo>
                        <a:pt x="59" y="52"/>
                      </a:lnTo>
                      <a:lnTo>
                        <a:pt x="57" y="0"/>
                      </a:lnTo>
                      <a:lnTo>
                        <a:pt x="40" y="0"/>
                      </a:lnTo>
                      <a:lnTo>
                        <a:pt x="15" y="52"/>
                      </a:ln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2" y="75"/>
                      </a:lnTo>
                      <a:lnTo>
                        <a:pt x="19" y="75"/>
                      </a:lnTo>
                      <a:lnTo>
                        <a:pt x="44" y="21"/>
                      </a:lnTo>
                      <a:lnTo>
                        <a:pt x="46" y="75"/>
                      </a:lnTo>
                      <a:lnTo>
                        <a:pt x="63" y="75"/>
                      </a:lnTo>
                      <a:lnTo>
                        <a:pt x="98" y="0"/>
                      </a:lnTo>
                      <a:lnTo>
                        <a:pt x="8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1" name="îṩḷîde"/>
                <p:cNvSpPr/>
                <p:nvPr/>
              </p:nvSpPr>
              <p:spPr bwMode="auto">
                <a:xfrm>
                  <a:off x="7135813" y="3521075"/>
                  <a:ext cx="112713" cy="119063"/>
                </a:xfrm>
                <a:custGeom>
                  <a:avLst/>
                  <a:gdLst>
                    <a:gd name="T0" fmla="*/ 22 w 34"/>
                    <a:gd name="T1" fmla="*/ 20 h 36"/>
                    <a:gd name="T2" fmla="*/ 20 w 34"/>
                    <a:gd name="T3" fmla="*/ 26 h 36"/>
                    <a:gd name="T4" fmla="*/ 18 w 34"/>
                    <a:gd name="T5" fmla="*/ 29 h 36"/>
                    <a:gd name="T6" fmla="*/ 13 w 34"/>
                    <a:gd name="T7" fmla="*/ 30 h 36"/>
                    <a:gd name="T8" fmla="*/ 9 w 34"/>
                    <a:gd name="T9" fmla="*/ 29 h 36"/>
                    <a:gd name="T10" fmla="*/ 7 w 34"/>
                    <a:gd name="T11" fmla="*/ 25 h 36"/>
                    <a:gd name="T12" fmla="*/ 7 w 34"/>
                    <a:gd name="T13" fmla="*/ 24 h 36"/>
                    <a:gd name="T14" fmla="*/ 8 w 34"/>
                    <a:gd name="T15" fmla="*/ 19 h 36"/>
                    <a:gd name="T16" fmla="*/ 12 w 34"/>
                    <a:gd name="T17" fmla="*/ 0 h 36"/>
                    <a:gd name="T18" fmla="*/ 5 w 34"/>
                    <a:gd name="T19" fmla="*/ 0 h 36"/>
                    <a:gd name="T20" fmla="*/ 1 w 34"/>
                    <a:gd name="T21" fmla="*/ 19 h 36"/>
                    <a:gd name="T22" fmla="*/ 0 w 34"/>
                    <a:gd name="T23" fmla="*/ 23 h 36"/>
                    <a:gd name="T24" fmla="*/ 0 w 34"/>
                    <a:gd name="T25" fmla="*/ 25 h 36"/>
                    <a:gd name="T26" fmla="*/ 3 w 34"/>
                    <a:gd name="T27" fmla="*/ 33 h 36"/>
                    <a:gd name="T28" fmla="*/ 13 w 34"/>
                    <a:gd name="T29" fmla="*/ 36 h 36"/>
                    <a:gd name="T30" fmla="*/ 22 w 34"/>
                    <a:gd name="T31" fmla="*/ 34 h 36"/>
                    <a:gd name="T32" fmla="*/ 27 w 34"/>
                    <a:gd name="T33" fmla="*/ 29 h 36"/>
                    <a:gd name="T34" fmla="*/ 30 w 34"/>
                    <a:gd name="T35" fmla="*/ 20 h 36"/>
                    <a:gd name="T36" fmla="*/ 34 w 34"/>
                    <a:gd name="T37" fmla="*/ 0 h 36"/>
                    <a:gd name="T38" fmla="*/ 26 w 34"/>
                    <a:gd name="T39" fmla="*/ 0 h 36"/>
                    <a:gd name="T40" fmla="*/ 22 w 34"/>
                    <a:gd name="T41" fmla="*/ 2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34" h="36">
                      <a:moveTo>
                        <a:pt x="22" y="20"/>
                      </a:moveTo>
                      <a:cubicBezTo>
                        <a:pt x="22" y="23"/>
                        <a:pt x="21" y="25"/>
                        <a:pt x="20" y="26"/>
                      </a:cubicBezTo>
                      <a:cubicBezTo>
                        <a:pt x="20" y="28"/>
                        <a:pt x="19" y="29"/>
                        <a:pt x="18" y="29"/>
                      </a:cubicBezTo>
                      <a:cubicBezTo>
                        <a:pt x="17" y="30"/>
                        <a:pt x="15" y="30"/>
                        <a:pt x="13" y="30"/>
                      </a:cubicBezTo>
                      <a:cubicBezTo>
                        <a:pt x="11" y="30"/>
                        <a:pt x="10" y="30"/>
                        <a:pt x="9" y="29"/>
                      </a:cubicBezTo>
                      <a:cubicBezTo>
                        <a:pt x="8" y="28"/>
                        <a:pt x="7" y="27"/>
                        <a:pt x="7" y="25"/>
                      </a:cubicBezTo>
                      <a:cubicBezTo>
                        <a:pt x="7" y="25"/>
                        <a:pt x="7" y="25"/>
                        <a:pt x="7" y="24"/>
                      </a:cubicBezTo>
                      <a:cubicBezTo>
                        <a:pt x="8" y="19"/>
                        <a:pt x="8" y="19"/>
                        <a:pt x="8" y="19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1" y="19"/>
                        <a:pt x="1" y="19"/>
                        <a:pt x="1" y="19"/>
                      </a:cubicBezTo>
                      <a:cubicBezTo>
                        <a:pt x="1" y="21"/>
                        <a:pt x="0" y="23"/>
                        <a:pt x="0" y="23"/>
                      </a:cubicBezTo>
                      <a:cubicBezTo>
                        <a:pt x="0" y="24"/>
                        <a:pt x="0" y="25"/>
                        <a:pt x="0" y="25"/>
                      </a:cubicBezTo>
                      <a:cubicBezTo>
                        <a:pt x="0" y="29"/>
                        <a:pt x="1" y="31"/>
                        <a:pt x="3" y="33"/>
                      </a:cubicBezTo>
                      <a:cubicBezTo>
                        <a:pt x="6" y="35"/>
                        <a:pt x="9" y="36"/>
                        <a:pt x="13" y="36"/>
                      </a:cubicBezTo>
                      <a:cubicBezTo>
                        <a:pt x="16" y="36"/>
                        <a:pt x="19" y="36"/>
                        <a:pt x="22" y="34"/>
                      </a:cubicBezTo>
                      <a:cubicBezTo>
                        <a:pt x="24" y="33"/>
                        <a:pt x="25" y="31"/>
                        <a:pt x="27" y="29"/>
                      </a:cubicBezTo>
                      <a:cubicBezTo>
                        <a:pt x="28" y="27"/>
                        <a:pt x="29" y="24"/>
                        <a:pt x="30" y="20"/>
                      </a:cubicBezTo>
                      <a:cubicBezTo>
                        <a:pt x="34" y="0"/>
                        <a:pt x="34" y="0"/>
                        <a:pt x="34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lnTo>
                        <a:pt x="22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2" name="îṣḻîḑê"/>
                <p:cNvSpPr/>
                <p:nvPr/>
              </p:nvSpPr>
              <p:spPr bwMode="auto">
                <a:xfrm>
                  <a:off x="7248526" y="3521075"/>
                  <a:ext cx="114300" cy="119063"/>
                </a:xfrm>
                <a:custGeom>
                  <a:avLst/>
                  <a:gdLst>
                    <a:gd name="T0" fmla="*/ 58 w 72"/>
                    <a:gd name="T1" fmla="*/ 0 h 75"/>
                    <a:gd name="T2" fmla="*/ 52 w 72"/>
                    <a:gd name="T3" fmla="*/ 29 h 75"/>
                    <a:gd name="T4" fmla="*/ 22 w 72"/>
                    <a:gd name="T5" fmla="*/ 29 h 75"/>
                    <a:gd name="T6" fmla="*/ 29 w 72"/>
                    <a:gd name="T7" fmla="*/ 0 h 75"/>
                    <a:gd name="T8" fmla="*/ 14 w 72"/>
                    <a:gd name="T9" fmla="*/ 0 h 75"/>
                    <a:gd name="T10" fmla="*/ 0 w 72"/>
                    <a:gd name="T11" fmla="*/ 75 h 75"/>
                    <a:gd name="T12" fmla="*/ 14 w 72"/>
                    <a:gd name="T13" fmla="*/ 75 h 75"/>
                    <a:gd name="T14" fmla="*/ 20 w 72"/>
                    <a:gd name="T15" fmla="*/ 42 h 75"/>
                    <a:gd name="T16" fmla="*/ 50 w 72"/>
                    <a:gd name="T17" fmla="*/ 42 h 75"/>
                    <a:gd name="T18" fmla="*/ 43 w 72"/>
                    <a:gd name="T19" fmla="*/ 75 h 75"/>
                    <a:gd name="T20" fmla="*/ 58 w 72"/>
                    <a:gd name="T21" fmla="*/ 75 h 75"/>
                    <a:gd name="T22" fmla="*/ 72 w 72"/>
                    <a:gd name="T23" fmla="*/ 0 h 75"/>
                    <a:gd name="T24" fmla="*/ 58 w 72"/>
                    <a:gd name="T25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2" h="75">
                      <a:moveTo>
                        <a:pt x="58" y="0"/>
                      </a:moveTo>
                      <a:lnTo>
                        <a:pt x="52" y="29"/>
                      </a:lnTo>
                      <a:lnTo>
                        <a:pt x="22" y="29"/>
                      </a:lnTo>
                      <a:lnTo>
                        <a:pt x="29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lnTo>
                        <a:pt x="14" y="75"/>
                      </a:lnTo>
                      <a:lnTo>
                        <a:pt x="20" y="42"/>
                      </a:lnTo>
                      <a:lnTo>
                        <a:pt x="50" y="42"/>
                      </a:lnTo>
                      <a:lnTo>
                        <a:pt x="43" y="75"/>
                      </a:lnTo>
                      <a:lnTo>
                        <a:pt x="58" y="75"/>
                      </a:lnTo>
                      <a:lnTo>
                        <a:pt x="72" y="0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3" name="ïṥlíḑê"/>
                <p:cNvSpPr/>
                <p:nvPr/>
              </p:nvSpPr>
              <p:spPr bwMode="auto">
                <a:xfrm>
                  <a:off x="7356476" y="3521075"/>
                  <a:ext cx="112713" cy="119063"/>
                </a:xfrm>
                <a:custGeom>
                  <a:avLst/>
                  <a:gdLst>
                    <a:gd name="T0" fmla="*/ 42 w 71"/>
                    <a:gd name="T1" fmla="*/ 0 h 75"/>
                    <a:gd name="T2" fmla="*/ 0 w 71"/>
                    <a:gd name="T3" fmla="*/ 75 h 75"/>
                    <a:gd name="T4" fmla="*/ 15 w 71"/>
                    <a:gd name="T5" fmla="*/ 75 h 75"/>
                    <a:gd name="T6" fmla="*/ 23 w 71"/>
                    <a:gd name="T7" fmla="*/ 59 h 75"/>
                    <a:gd name="T8" fmla="*/ 54 w 71"/>
                    <a:gd name="T9" fmla="*/ 59 h 75"/>
                    <a:gd name="T10" fmla="*/ 56 w 71"/>
                    <a:gd name="T11" fmla="*/ 75 h 75"/>
                    <a:gd name="T12" fmla="*/ 71 w 71"/>
                    <a:gd name="T13" fmla="*/ 75 h 75"/>
                    <a:gd name="T14" fmla="*/ 58 w 71"/>
                    <a:gd name="T15" fmla="*/ 0 h 75"/>
                    <a:gd name="T16" fmla="*/ 42 w 71"/>
                    <a:gd name="T17" fmla="*/ 0 h 75"/>
                    <a:gd name="T18" fmla="*/ 29 w 71"/>
                    <a:gd name="T19" fmla="*/ 46 h 75"/>
                    <a:gd name="T20" fmla="*/ 48 w 71"/>
                    <a:gd name="T21" fmla="*/ 17 h 75"/>
                    <a:gd name="T22" fmla="*/ 52 w 71"/>
                    <a:gd name="T23" fmla="*/ 46 h 75"/>
                    <a:gd name="T24" fmla="*/ 29 w 71"/>
                    <a:gd name="T25" fmla="*/ 46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1" h="75">
                      <a:moveTo>
                        <a:pt x="42" y="0"/>
                      </a:moveTo>
                      <a:lnTo>
                        <a:pt x="0" y="75"/>
                      </a:lnTo>
                      <a:lnTo>
                        <a:pt x="15" y="75"/>
                      </a:lnTo>
                      <a:lnTo>
                        <a:pt x="23" y="59"/>
                      </a:lnTo>
                      <a:lnTo>
                        <a:pt x="54" y="59"/>
                      </a:lnTo>
                      <a:lnTo>
                        <a:pt x="56" y="75"/>
                      </a:lnTo>
                      <a:lnTo>
                        <a:pt x="71" y="75"/>
                      </a:lnTo>
                      <a:lnTo>
                        <a:pt x="58" y="0"/>
                      </a:lnTo>
                      <a:lnTo>
                        <a:pt x="42" y="0"/>
                      </a:lnTo>
                      <a:close/>
                      <a:moveTo>
                        <a:pt x="29" y="46"/>
                      </a:moveTo>
                      <a:lnTo>
                        <a:pt x="48" y="17"/>
                      </a:lnTo>
                      <a:lnTo>
                        <a:pt x="52" y="46"/>
                      </a:lnTo>
                      <a:lnTo>
                        <a:pt x="29" y="4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4" name="îş1íḋe"/>
                <p:cNvSpPr/>
                <p:nvPr/>
              </p:nvSpPr>
              <p:spPr bwMode="auto">
                <a:xfrm>
                  <a:off x="7481888" y="3521075"/>
                  <a:ext cx="119063" cy="119063"/>
                </a:xfrm>
                <a:custGeom>
                  <a:avLst/>
                  <a:gdLst>
                    <a:gd name="T0" fmla="*/ 50 w 75"/>
                    <a:gd name="T1" fmla="*/ 50 h 75"/>
                    <a:gd name="T2" fmla="*/ 31 w 75"/>
                    <a:gd name="T3" fmla="*/ 0 h 75"/>
                    <a:gd name="T4" fmla="*/ 17 w 75"/>
                    <a:gd name="T5" fmla="*/ 0 h 75"/>
                    <a:gd name="T6" fmla="*/ 0 w 75"/>
                    <a:gd name="T7" fmla="*/ 75 h 75"/>
                    <a:gd name="T8" fmla="*/ 15 w 75"/>
                    <a:gd name="T9" fmla="*/ 75 h 75"/>
                    <a:gd name="T10" fmla="*/ 25 w 75"/>
                    <a:gd name="T11" fmla="*/ 25 h 75"/>
                    <a:gd name="T12" fmla="*/ 46 w 75"/>
                    <a:gd name="T13" fmla="*/ 75 h 75"/>
                    <a:gd name="T14" fmla="*/ 58 w 75"/>
                    <a:gd name="T15" fmla="*/ 75 h 75"/>
                    <a:gd name="T16" fmla="*/ 75 w 75"/>
                    <a:gd name="T17" fmla="*/ 0 h 75"/>
                    <a:gd name="T18" fmla="*/ 61 w 75"/>
                    <a:gd name="T19" fmla="*/ 0 h 75"/>
                    <a:gd name="T20" fmla="*/ 50 w 75"/>
                    <a:gd name="T21" fmla="*/ 5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5" h="75">
                      <a:moveTo>
                        <a:pt x="50" y="50"/>
                      </a:moveTo>
                      <a:lnTo>
                        <a:pt x="31" y="0"/>
                      </a:lnTo>
                      <a:lnTo>
                        <a:pt x="17" y="0"/>
                      </a:lnTo>
                      <a:lnTo>
                        <a:pt x="0" y="75"/>
                      </a:lnTo>
                      <a:lnTo>
                        <a:pt x="15" y="75"/>
                      </a:lnTo>
                      <a:lnTo>
                        <a:pt x="25" y="25"/>
                      </a:lnTo>
                      <a:lnTo>
                        <a:pt x="46" y="75"/>
                      </a:lnTo>
                      <a:lnTo>
                        <a:pt x="58" y="75"/>
                      </a:lnTo>
                      <a:lnTo>
                        <a:pt x="75" y="0"/>
                      </a:lnTo>
                      <a:lnTo>
                        <a:pt x="61" y="0"/>
                      </a:lnTo>
                      <a:lnTo>
                        <a:pt x="50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5" name="îş1ïḋe"/>
                <p:cNvSpPr/>
                <p:nvPr/>
              </p:nvSpPr>
              <p:spPr bwMode="auto">
                <a:xfrm>
                  <a:off x="7653338" y="3521075"/>
                  <a:ext cx="112713" cy="119063"/>
                </a:xfrm>
                <a:custGeom>
                  <a:avLst/>
                  <a:gdLst>
                    <a:gd name="T0" fmla="*/ 22 w 34"/>
                    <a:gd name="T1" fmla="*/ 20 h 36"/>
                    <a:gd name="T2" fmla="*/ 20 w 34"/>
                    <a:gd name="T3" fmla="*/ 26 h 36"/>
                    <a:gd name="T4" fmla="*/ 18 w 34"/>
                    <a:gd name="T5" fmla="*/ 29 h 36"/>
                    <a:gd name="T6" fmla="*/ 13 w 34"/>
                    <a:gd name="T7" fmla="*/ 30 h 36"/>
                    <a:gd name="T8" fmla="*/ 9 w 34"/>
                    <a:gd name="T9" fmla="*/ 29 h 36"/>
                    <a:gd name="T10" fmla="*/ 7 w 34"/>
                    <a:gd name="T11" fmla="*/ 25 h 36"/>
                    <a:gd name="T12" fmla="*/ 7 w 34"/>
                    <a:gd name="T13" fmla="*/ 24 h 36"/>
                    <a:gd name="T14" fmla="*/ 8 w 34"/>
                    <a:gd name="T15" fmla="*/ 19 h 36"/>
                    <a:gd name="T16" fmla="*/ 12 w 34"/>
                    <a:gd name="T17" fmla="*/ 0 h 36"/>
                    <a:gd name="T18" fmla="*/ 5 w 34"/>
                    <a:gd name="T19" fmla="*/ 0 h 36"/>
                    <a:gd name="T20" fmla="*/ 1 w 34"/>
                    <a:gd name="T21" fmla="*/ 19 h 36"/>
                    <a:gd name="T22" fmla="*/ 0 w 34"/>
                    <a:gd name="T23" fmla="*/ 23 h 36"/>
                    <a:gd name="T24" fmla="*/ 0 w 34"/>
                    <a:gd name="T25" fmla="*/ 25 h 36"/>
                    <a:gd name="T26" fmla="*/ 3 w 34"/>
                    <a:gd name="T27" fmla="*/ 33 h 36"/>
                    <a:gd name="T28" fmla="*/ 13 w 34"/>
                    <a:gd name="T29" fmla="*/ 36 h 36"/>
                    <a:gd name="T30" fmla="*/ 22 w 34"/>
                    <a:gd name="T31" fmla="*/ 34 h 36"/>
                    <a:gd name="T32" fmla="*/ 27 w 34"/>
                    <a:gd name="T33" fmla="*/ 29 h 36"/>
                    <a:gd name="T34" fmla="*/ 30 w 34"/>
                    <a:gd name="T35" fmla="*/ 20 h 36"/>
                    <a:gd name="T36" fmla="*/ 34 w 34"/>
                    <a:gd name="T37" fmla="*/ 0 h 36"/>
                    <a:gd name="T38" fmla="*/ 26 w 34"/>
                    <a:gd name="T39" fmla="*/ 0 h 36"/>
                    <a:gd name="T40" fmla="*/ 22 w 34"/>
                    <a:gd name="T41" fmla="*/ 2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34" h="36">
                      <a:moveTo>
                        <a:pt x="22" y="20"/>
                      </a:moveTo>
                      <a:cubicBezTo>
                        <a:pt x="22" y="23"/>
                        <a:pt x="21" y="25"/>
                        <a:pt x="20" y="26"/>
                      </a:cubicBezTo>
                      <a:cubicBezTo>
                        <a:pt x="20" y="28"/>
                        <a:pt x="19" y="29"/>
                        <a:pt x="18" y="29"/>
                      </a:cubicBezTo>
                      <a:cubicBezTo>
                        <a:pt x="17" y="30"/>
                        <a:pt x="15" y="30"/>
                        <a:pt x="13" y="30"/>
                      </a:cubicBezTo>
                      <a:cubicBezTo>
                        <a:pt x="11" y="30"/>
                        <a:pt x="10" y="30"/>
                        <a:pt x="9" y="29"/>
                      </a:cubicBezTo>
                      <a:cubicBezTo>
                        <a:pt x="8" y="28"/>
                        <a:pt x="7" y="27"/>
                        <a:pt x="7" y="25"/>
                      </a:cubicBezTo>
                      <a:cubicBezTo>
                        <a:pt x="7" y="25"/>
                        <a:pt x="7" y="25"/>
                        <a:pt x="7" y="24"/>
                      </a:cubicBezTo>
                      <a:cubicBezTo>
                        <a:pt x="8" y="19"/>
                        <a:pt x="8" y="19"/>
                        <a:pt x="8" y="19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1" y="19"/>
                        <a:pt x="1" y="19"/>
                        <a:pt x="1" y="19"/>
                      </a:cubicBezTo>
                      <a:cubicBezTo>
                        <a:pt x="1" y="21"/>
                        <a:pt x="0" y="23"/>
                        <a:pt x="0" y="23"/>
                      </a:cubicBezTo>
                      <a:cubicBezTo>
                        <a:pt x="0" y="24"/>
                        <a:pt x="0" y="25"/>
                        <a:pt x="0" y="25"/>
                      </a:cubicBezTo>
                      <a:cubicBezTo>
                        <a:pt x="0" y="29"/>
                        <a:pt x="1" y="31"/>
                        <a:pt x="3" y="33"/>
                      </a:cubicBezTo>
                      <a:cubicBezTo>
                        <a:pt x="6" y="35"/>
                        <a:pt x="9" y="36"/>
                        <a:pt x="13" y="36"/>
                      </a:cubicBezTo>
                      <a:cubicBezTo>
                        <a:pt x="16" y="36"/>
                        <a:pt x="19" y="36"/>
                        <a:pt x="22" y="34"/>
                      </a:cubicBezTo>
                      <a:cubicBezTo>
                        <a:pt x="24" y="33"/>
                        <a:pt x="25" y="31"/>
                        <a:pt x="27" y="29"/>
                      </a:cubicBezTo>
                      <a:cubicBezTo>
                        <a:pt x="28" y="27"/>
                        <a:pt x="29" y="24"/>
                        <a:pt x="30" y="20"/>
                      </a:cubicBezTo>
                      <a:cubicBezTo>
                        <a:pt x="34" y="0"/>
                        <a:pt x="34" y="0"/>
                        <a:pt x="34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lnTo>
                        <a:pt x="22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6" name="íšlídè"/>
                <p:cNvSpPr/>
                <p:nvPr/>
              </p:nvSpPr>
              <p:spPr bwMode="auto">
                <a:xfrm>
                  <a:off x="7766051" y="3521075"/>
                  <a:ext cx="115888" cy="119063"/>
                </a:xfrm>
                <a:custGeom>
                  <a:avLst/>
                  <a:gdLst>
                    <a:gd name="T0" fmla="*/ 58 w 73"/>
                    <a:gd name="T1" fmla="*/ 0 h 75"/>
                    <a:gd name="T2" fmla="*/ 50 w 73"/>
                    <a:gd name="T3" fmla="*/ 50 h 75"/>
                    <a:gd name="T4" fmla="*/ 29 w 73"/>
                    <a:gd name="T5" fmla="*/ 0 h 75"/>
                    <a:gd name="T6" fmla="*/ 15 w 73"/>
                    <a:gd name="T7" fmla="*/ 0 h 75"/>
                    <a:gd name="T8" fmla="*/ 0 w 73"/>
                    <a:gd name="T9" fmla="*/ 75 h 75"/>
                    <a:gd name="T10" fmla="*/ 13 w 73"/>
                    <a:gd name="T11" fmla="*/ 75 h 75"/>
                    <a:gd name="T12" fmla="*/ 23 w 73"/>
                    <a:gd name="T13" fmla="*/ 25 h 75"/>
                    <a:gd name="T14" fmla="*/ 44 w 73"/>
                    <a:gd name="T15" fmla="*/ 75 h 75"/>
                    <a:gd name="T16" fmla="*/ 58 w 73"/>
                    <a:gd name="T17" fmla="*/ 75 h 75"/>
                    <a:gd name="T18" fmla="*/ 73 w 73"/>
                    <a:gd name="T19" fmla="*/ 0 h 75"/>
                    <a:gd name="T20" fmla="*/ 58 w 73"/>
                    <a:gd name="T21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3" h="75">
                      <a:moveTo>
                        <a:pt x="58" y="0"/>
                      </a:moveTo>
                      <a:lnTo>
                        <a:pt x="50" y="50"/>
                      </a:lnTo>
                      <a:lnTo>
                        <a:pt x="29" y="0"/>
                      </a:lnTo>
                      <a:lnTo>
                        <a:pt x="15" y="0"/>
                      </a:lnTo>
                      <a:lnTo>
                        <a:pt x="0" y="75"/>
                      </a:lnTo>
                      <a:lnTo>
                        <a:pt x="13" y="75"/>
                      </a:lnTo>
                      <a:lnTo>
                        <a:pt x="23" y="25"/>
                      </a:lnTo>
                      <a:lnTo>
                        <a:pt x="44" y="75"/>
                      </a:lnTo>
                      <a:lnTo>
                        <a:pt x="58" y="75"/>
                      </a:lnTo>
                      <a:lnTo>
                        <a:pt x="73" y="0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7" name="îṣḻîďe"/>
                <p:cNvSpPr/>
                <p:nvPr/>
              </p:nvSpPr>
              <p:spPr bwMode="auto">
                <a:xfrm>
                  <a:off x="7881938" y="3521075"/>
                  <a:ext cx="49213" cy="119063"/>
                </a:xfrm>
                <a:custGeom>
                  <a:avLst/>
                  <a:gdLst>
                    <a:gd name="T0" fmla="*/ 0 w 31"/>
                    <a:gd name="T1" fmla="*/ 75 h 75"/>
                    <a:gd name="T2" fmla="*/ 14 w 31"/>
                    <a:gd name="T3" fmla="*/ 75 h 75"/>
                    <a:gd name="T4" fmla="*/ 31 w 31"/>
                    <a:gd name="T5" fmla="*/ 0 h 75"/>
                    <a:gd name="T6" fmla="*/ 14 w 31"/>
                    <a:gd name="T7" fmla="*/ 0 h 75"/>
                    <a:gd name="T8" fmla="*/ 0 w 31"/>
                    <a:gd name="T9" fmla="*/ 75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75">
                      <a:moveTo>
                        <a:pt x="0" y="75"/>
                      </a:moveTo>
                      <a:lnTo>
                        <a:pt x="14" y="75"/>
                      </a:lnTo>
                      <a:lnTo>
                        <a:pt x="31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8" name="íŝḻiḋè"/>
                <p:cNvSpPr/>
                <p:nvPr/>
              </p:nvSpPr>
              <p:spPr bwMode="auto">
                <a:xfrm>
                  <a:off x="7940676" y="3521075"/>
                  <a:ext cx="109538" cy="119063"/>
                </a:xfrm>
                <a:custGeom>
                  <a:avLst/>
                  <a:gdLst>
                    <a:gd name="T0" fmla="*/ 54 w 69"/>
                    <a:gd name="T1" fmla="*/ 0 h 75"/>
                    <a:gd name="T2" fmla="*/ 23 w 69"/>
                    <a:gd name="T3" fmla="*/ 57 h 75"/>
                    <a:gd name="T4" fmla="*/ 15 w 69"/>
                    <a:gd name="T5" fmla="*/ 0 h 75"/>
                    <a:gd name="T6" fmla="*/ 0 w 69"/>
                    <a:gd name="T7" fmla="*/ 0 h 75"/>
                    <a:gd name="T8" fmla="*/ 13 w 69"/>
                    <a:gd name="T9" fmla="*/ 75 h 75"/>
                    <a:gd name="T10" fmla="*/ 29 w 69"/>
                    <a:gd name="T11" fmla="*/ 75 h 75"/>
                    <a:gd name="T12" fmla="*/ 69 w 69"/>
                    <a:gd name="T13" fmla="*/ 0 h 75"/>
                    <a:gd name="T14" fmla="*/ 54 w 69"/>
                    <a:gd name="T15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69" h="75">
                      <a:moveTo>
                        <a:pt x="54" y="0"/>
                      </a:moveTo>
                      <a:lnTo>
                        <a:pt x="23" y="57"/>
                      </a:ln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13" y="75"/>
                      </a:lnTo>
                      <a:lnTo>
                        <a:pt x="29" y="75"/>
                      </a:lnTo>
                      <a:lnTo>
                        <a:pt x="69" y="0"/>
                      </a:lnTo>
                      <a:lnTo>
                        <a:pt x="5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9" name="î$ḷíďé"/>
                <p:cNvSpPr/>
                <p:nvPr/>
              </p:nvSpPr>
              <p:spPr bwMode="auto">
                <a:xfrm>
                  <a:off x="8037513" y="3521075"/>
                  <a:ext cx="111125" cy="119063"/>
                </a:xfrm>
                <a:custGeom>
                  <a:avLst/>
                  <a:gdLst>
                    <a:gd name="T0" fmla="*/ 68 w 70"/>
                    <a:gd name="T1" fmla="*/ 12 h 75"/>
                    <a:gd name="T2" fmla="*/ 70 w 70"/>
                    <a:gd name="T3" fmla="*/ 0 h 75"/>
                    <a:gd name="T4" fmla="*/ 16 w 70"/>
                    <a:gd name="T5" fmla="*/ 0 h 75"/>
                    <a:gd name="T6" fmla="*/ 0 w 70"/>
                    <a:gd name="T7" fmla="*/ 75 h 75"/>
                    <a:gd name="T8" fmla="*/ 58 w 70"/>
                    <a:gd name="T9" fmla="*/ 75 h 75"/>
                    <a:gd name="T10" fmla="*/ 60 w 70"/>
                    <a:gd name="T11" fmla="*/ 63 h 75"/>
                    <a:gd name="T12" fmla="*/ 16 w 70"/>
                    <a:gd name="T13" fmla="*/ 63 h 75"/>
                    <a:gd name="T14" fmla="*/ 22 w 70"/>
                    <a:gd name="T15" fmla="*/ 42 h 75"/>
                    <a:gd name="T16" fmla="*/ 60 w 70"/>
                    <a:gd name="T17" fmla="*/ 42 h 75"/>
                    <a:gd name="T18" fmla="*/ 62 w 70"/>
                    <a:gd name="T19" fmla="*/ 29 h 75"/>
                    <a:gd name="T20" fmla="*/ 24 w 70"/>
                    <a:gd name="T21" fmla="*/ 29 h 75"/>
                    <a:gd name="T22" fmla="*/ 29 w 70"/>
                    <a:gd name="T23" fmla="*/ 12 h 75"/>
                    <a:gd name="T24" fmla="*/ 68 w 70"/>
                    <a:gd name="T25" fmla="*/ 12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0" h="75">
                      <a:moveTo>
                        <a:pt x="68" y="12"/>
                      </a:moveTo>
                      <a:lnTo>
                        <a:pt x="70" y="0"/>
                      </a:lnTo>
                      <a:lnTo>
                        <a:pt x="16" y="0"/>
                      </a:lnTo>
                      <a:lnTo>
                        <a:pt x="0" y="75"/>
                      </a:lnTo>
                      <a:lnTo>
                        <a:pt x="58" y="75"/>
                      </a:lnTo>
                      <a:lnTo>
                        <a:pt x="60" y="63"/>
                      </a:lnTo>
                      <a:lnTo>
                        <a:pt x="16" y="63"/>
                      </a:lnTo>
                      <a:lnTo>
                        <a:pt x="22" y="42"/>
                      </a:lnTo>
                      <a:lnTo>
                        <a:pt x="60" y="42"/>
                      </a:lnTo>
                      <a:lnTo>
                        <a:pt x="62" y="29"/>
                      </a:lnTo>
                      <a:lnTo>
                        <a:pt x="24" y="29"/>
                      </a:lnTo>
                      <a:lnTo>
                        <a:pt x="29" y="12"/>
                      </a:lnTo>
                      <a:lnTo>
                        <a:pt x="68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0" name="îṡlîďe"/>
                <p:cNvSpPr/>
                <p:nvPr/>
              </p:nvSpPr>
              <p:spPr bwMode="auto">
                <a:xfrm>
                  <a:off x="8145463" y="3521075"/>
                  <a:ext cx="115888" cy="119063"/>
                </a:xfrm>
                <a:custGeom>
                  <a:avLst/>
                  <a:gdLst>
                    <a:gd name="T0" fmla="*/ 30 w 35"/>
                    <a:gd name="T1" fmla="*/ 1 h 36"/>
                    <a:gd name="T2" fmla="*/ 24 w 35"/>
                    <a:gd name="T3" fmla="*/ 0 h 36"/>
                    <a:gd name="T4" fmla="*/ 8 w 35"/>
                    <a:gd name="T5" fmla="*/ 0 h 36"/>
                    <a:gd name="T6" fmla="*/ 0 w 35"/>
                    <a:gd name="T7" fmla="*/ 36 h 36"/>
                    <a:gd name="T8" fmla="*/ 8 w 35"/>
                    <a:gd name="T9" fmla="*/ 36 h 36"/>
                    <a:gd name="T10" fmla="*/ 11 w 35"/>
                    <a:gd name="T11" fmla="*/ 21 h 36"/>
                    <a:gd name="T12" fmla="*/ 14 w 35"/>
                    <a:gd name="T13" fmla="*/ 21 h 36"/>
                    <a:gd name="T14" fmla="*/ 17 w 35"/>
                    <a:gd name="T15" fmla="*/ 22 h 36"/>
                    <a:gd name="T16" fmla="*/ 21 w 35"/>
                    <a:gd name="T17" fmla="*/ 26 h 36"/>
                    <a:gd name="T18" fmla="*/ 24 w 35"/>
                    <a:gd name="T19" fmla="*/ 36 h 36"/>
                    <a:gd name="T20" fmla="*/ 32 w 35"/>
                    <a:gd name="T21" fmla="*/ 36 h 36"/>
                    <a:gd name="T22" fmla="*/ 27 w 35"/>
                    <a:gd name="T23" fmla="*/ 24 h 36"/>
                    <a:gd name="T24" fmla="*/ 24 w 35"/>
                    <a:gd name="T25" fmla="*/ 21 h 36"/>
                    <a:gd name="T26" fmla="*/ 32 w 35"/>
                    <a:gd name="T27" fmla="*/ 17 h 36"/>
                    <a:gd name="T28" fmla="*/ 35 w 35"/>
                    <a:gd name="T29" fmla="*/ 9 h 36"/>
                    <a:gd name="T30" fmla="*/ 34 w 35"/>
                    <a:gd name="T31" fmla="*/ 4 h 36"/>
                    <a:gd name="T32" fmla="*/ 30 w 35"/>
                    <a:gd name="T33" fmla="*/ 1 h 36"/>
                    <a:gd name="T34" fmla="*/ 27 w 35"/>
                    <a:gd name="T35" fmla="*/ 13 h 36"/>
                    <a:gd name="T36" fmla="*/ 24 w 35"/>
                    <a:gd name="T37" fmla="*/ 15 h 36"/>
                    <a:gd name="T38" fmla="*/ 16 w 35"/>
                    <a:gd name="T39" fmla="*/ 16 h 36"/>
                    <a:gd name="T40" fmla="*/ 12 w 35"/>
                    <a:gd name="T41" fmla="*/ 16 h 36"/>
                    <a:gd name="T42" fmla="*/ 14 w 35"/>
                    <a:gd name="T43" fmla="*/ 6 h 36"/>
                    <a:gd name="T44" fmla="*/ 22 w 35"/>
                    <a:gd name="T45" fmla="*/ 6 h 36"/>
                    <a:gd name="T46" fmla="*/ 26 w 35"/>
                    <a:gd name="T47" fmla="*/ 7 h 36"/>
                    <a:gd name="T48" fmla="*/ 28 w 35"/>
                    <a:gd name="T49" fmla="*/ 10 h 36"/>
                    <a:gd name="T50" fmla="*/ 27 w 35"/>
                    <a:gd name="T51" fmla="*/ 13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5" h="36">
                      <a:moveTo>
                        <a:pt x="30" y="1"/>
                      </a:moveTo>
                      <a:cubicBezTo>
                        <a:pt x="28" y="0"/>
                        <a:pt x="26" y="0"/>
                        <a:pt x="24" y="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8" y="36"/>
                        <a:pt x="8" y="36"/>
                        <a:pt x="8" y="36"/>
                      </a:cubicBezTo>
                      <a:cubicBezTo>
                        <a:pt x="11" y="21"/>
                        <a:pt x="11" y="21"/>
                        <a:pt x="11" y="21"/>
                      </a:cubicBezTo>
                      <a:cubicBezTo>
                        <a:pt x="14" y="21"/>
                        <a:pt x="14" y="21"/>
                        <a:pt x="14" y="21"/>
                      </a:cubicBezTo>
                      <a:cubicBezTo>
                        <a:pt x="15" y="21"/>
                        <a:pt x="17" y="21"/>
                        <a:pt x="17" y="22"/>
                      </a:cubicBezTo>
                      <a:cubicBezTo>
                        <a:pt x="18" y="22"/>
                        <a:pt x="20" y="24"/>
                        <a:pt x="21" y="26"/>
                      </a:cubicBezTo>
                      <a:cubicBezTo>
                        <a:pt x="22" y="31"/>
                        <a:pt x="24" y="34"/>
                        <a:pt x="24" y="36"/>
                      </a:cubicBezTo>
                      <a:cubicBezTo>
                        <a:pt x="32" y="36"/>
                        <a:pt x="32" y="36"/>
                        <a:pt x="32" y="36"/>
                      </a:cubicBezTo>
                      <a:cubicBezTo>
                        <a:pt x="30" y="31"/>
                        <a:pt x="28" y="27"/>
                        <a:pt x="27" y="24"/>
                      </a:cubicBezTo>
                      <a:cubicBezTo>
                        <a:pt x="26" y="23"/>
                        <a:pt x="25" y="21"/>
                        <a:pt x="24" y="21"/>
                      </a:cubicBezTo>
                      <a:cubicBezTo>
                        <a:pt x="28" y="20"/>
                        <a:pt x="30" y="19"/>
                        <a:pt x="32" y="17"/>
                      </a:cubicBezTo>
                      <a:cubicBezTo>
                        <a:pt x="34" y="15"/>
                        <a:pt x="35" y="13"/>
                        <a:pt x="35" y="9"/>
                      </a:cubicBezTo>
                      <a:cubicBezTo>
                        <a:pt x="35" y="7"/>
                        <a:pt x="34" y="6"/>
                        <a:pt x="34" y="4"/>
                      </a:cubicBezTo>
                      <a:cubicBezTo>
                        <a:pt x="33" y="3"/>
                        <a:pt x="31" y="2"/>
                        <a:pt x="30" y="1"/>
                      </a:cubicBezTo>
                      <a:close/>
                      <a:moveTo>
                        <a:pt x="27" y="13"/>
                      </a:moveTo>
                      <a:cubicBezTo>
                        <a:pt x="26" y="14"/>
                        <a:pt x="25" y="14"/>
                        <a:pt x="24" y="15"/>
                      </a:cubicBezTo>
                      <a:cubicBezTo>
                        <a:pt x="22" y="15"/>
                        <a:pt x="20" y="16"/>
                        <a:pt x="16" y="16"/>
                      </a:cubicBezTo>
                      <a:cubicBezTo>
                        <a:pt x="12" y="16"/>
                        <a:pt x="12" y="16"/>
                        <a:pt x="12" y="16"/>
                      </a:cubicBezTo>
                      <a:cubicBezTo>
                        <a:pt x="14" y="6"/>
                        <a:pt x="14" y="6"/>
                        <a:pt x="14" y="6"/>
                      </a:cubicBezTo>
                      <a:cubicBezTo>
                        <a:pt x="22" y="6"/>
                        <a:pt x="22" y="6"/>
                        <a:pt x="22" y="6"/>
                      </a:cubicBezTo>
                      <a:cubicBezTo>
                        <a:pt x="24" y="6"/>
                        <a:pt x="25" y="6"/>
                        <a:pt x="26" y="7"/>
                      </a:cubicBezTo>
                      <a:cubicBezTo>
                        <a:pt x="27" y="7"/>
                        <a:pt x="28" y="8"/>
                        <a:pt x="28" y="10"/>
                      </a:cubicBezTo>
                      <a:cubicBezTo>
                        <a:pt x="28" y="11"/>
                        <a:pt x="27" y="12"/>
                        <a:pt x="27" y="1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1" name="ïşľîḍé"/>
                <p:cNvSpPr/>
                <p:nvPr/>
              </p:nvSpPr>
              <p:spPr bwMode="auto">
                <a:xfrm>
                  <a:off x="8267701" y="3521075"/>
                  <a:ext cx="98425" cy="119063"/>
                </a:xfrm>
                <a:custGeom>
                  <a:avLst/>
                  <a:gdLst>
                    <a:gd name="T0" fmla="*/ 17 w 30"/>
                    <a:gd name="T1" fmla="*/ 5 h 36"/>
                    <a:gd name="T2" fmla="*/ 22 w 30"/>
                    <a:gd name="T3" fmla="*/ 7 h 36"/>
                    <a:gd name="T4" fmla="*/ 23 w 30"/>
                    <a:gd name="T5" fmla="*/ 11 h 36"/>
                    <a:gd name="T6" fmla="*/ 30 w 30"/>
                    <a:gd name="T7" fmla="*/ 10 h 36"/>
                    <a:gd name="T8" fmla="*/ 27 w 30"/>
                    <a:gd name="T9" fmla="*/ 3 h 36"/>
                    <a:gd name="T10" fmla="*/ 17 w 30"/>
                    <a:gd name="T11" fmla="*/ 0 h 36"/>
                    <a:gd name="T12" fmla="*/ 8 w 30"/>
                    <a:gd name="T13" fmla="*/ 3 h 36"/>
                    <a:gd name="T14" fmla="*/ 4 w 30"/>
                    <a:gd name="T15" fmla="*/ 10 h 36"/>
                    <a:gd name="T16" fmla="*/ 6 w 30"/>
                    <a:gd name="T17" fmla="*/ 14 h 36"/>
                    <a:gd name="T18" fmla="*/ 8 w 30"/>
                    <a:gd name="T19" fmla="*/ 18 h 36"/>
                    <a:gd name="T20" fmla="*/ 15 w 30"/>
                    <a:gd name="T21" fmla="*/ 21 h 36"/>
                    <a:gd name="T22" fmla="*/ 20 w 30"/>
                    <a:gd name="T23" fmla="*/ 23 h 36"/>
                    <a:gd name="T24" fmla="*/ 21 w 30"/>
                    <a:gd name="T25" fmla="*/ 26 h 36"/>
                    <a:gd name="T26" fmla="*/ 19 w 30"/>
                    <a:gd name="T27" fmla="*/ 29 h 36"/>
                    <a:gd name="T28" fmla="*/ 14 w 30"/>
                    <a:gd name="T29" fmla="*/ 30 h 36"/>
                    <a:gd name="T30" fmla="*/ 8 w 30"/>
                    <a:gd name="T31" fmla="*/ 28 h 36"/>
                    <a:gd name="T32" fmla="*/ 7 w 30"/>
                    <a:gd name="T33" fmla="*/ 24 h 36"/>
                    <a:gd name="T34" fmla="*/ 0 w 30"/>
                    <a:gd name="T35" fmla="*/ 24 h 36"/>
                    <a:gd name="T36" fmla="*/ 1 w 30"/>
                    <a:gd name="T37" fmla="*/ 30 h 36"/>
                    <a:gd name="T38" fmla="*/ 6 w 30"/>
                    <a:gd name="T39" fmla="*/ 35 h 36"/>
                    <a:gd name="T40" fmla="*/ 14 w 30"/>
                    <a:gd name="T41" fmla="*/ 36 h 36"/>
                    <a:gd name="T42" fmla="*/ 24 w 30"/>
                    <a:gd name="T43" fmla="*/ 33 h 36"/>
                    <a:gd name="T44" fmla="*/ 28 w 30"/>
                    <a:gd name="T45" fmla="*/ 25 h 36"/>
                    <a:gd name="T46" fmla="*/ 26 w 30"/>
                    <a:gd name="T47" fmla="*/ 19 h 36"/>
                    <a:gd name="T48" fmla="*/ 18 w 30"/>
                    <a:gd name="T49" fmla="*/ 14 h 36"/>
                    <a:gd name="T50" fmla="*/ 13 w 30"/>
                    <a:gd name="T51" fmla="*/ 12 h 36"/>
                    <a:gd name="T52" fmla="*/ 11 w 30"/>
                    <a:gd name="T53" fmla="*/ 9 h 36"/>
                    <a:gd name="T54" fmla="*/ 13 w 30"/>
                    <a:gd name="T55" fmla="*/ 6 h 36"/>
                    <a:gd name="T56" fmla="*/ 17 w 30"/>
                    <a:gd name="T57" fmla="*/ 5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30" h="36">
                      <a:moveTo>
                        <a:pt x="17" y="5"/>
                      </a:moveTo>
                      <a:cubicBezTo>
                        <a:pt x="19" y="5"/>
                        <a:pt x="21" y="6"/>
                        <a:pt x="22" y="7"/>
                      </a:cubicBezTo>
                      <a:cubicBezTo>
                        <a:pt x="23" y="8"/>
                        <a:pt x="23" y="9"/>
                        <a:pt x="23" y="11"/>
                      </a:cubicBezTo>
                      <a:cubicBezTo>
                        <a:pt x="30" y="10"/>
                        <a:pt x="30" y="10"/>
                        <a:pt x="30" y="10"/>
                      </a:cubicBezTo>
                      <a:cubicBezTo>
                        <a:pt x="30" y="7"/>
                        <a:pt x="29" y="4"/>
                        <a:pt x="27" y="3"/>
                      </a:cubicBezTo>
                      <a:cubicBezTo>
                        <a:pt x="24" y="1"/>
                        <a:pt x="21" y="0"/>
                        <a:pt x="17" y="0"/>
                      </a:cubicBezTo>
                      <a:cubicBezTo>
                        <a:pt x="13" y="0"/>
                        <a:pt x="10" y="1"/>
                        <a:pt x="8" y="3"/>
                      </a:cubicBezTo>
                      <a:cubicBezTo>
                        <a:pt x="5" y="5"/>
                        <a:pt x="4" y="7"/>
                        <a:pt x="4" y="10"/>
                      </a:cubicBezTo>
                      <a:cubicBezTo>
                        <a:pt x="4" y="12"/>
                        <a:pt x="5" y="13"/>
                        <a:pt x="6" y="14"/>
                      </a:cubicBezTo>
                      <a:cubicBezTo>
                        <a:pt x="6" y="16"/>
                        <a:pt x="7" y="17"/>
                        <a:pt x="8" y="18"/>
                      </a:cubicBezTo>
                      <a:cubicBezTo>
                        <a:pt x="10" y="18"/>
                        <a:pt x="12" y="19"/>
                        <a:pt x="15" y="21"/>
                      </a:cubicBezTo>
                      <a:cubicBezTo>
                        <a:pt x="17" y="22"/>
                        <a:pt x="19" y="23"/>
                        <a:pt x="20" y="23"/>
                      </a:cubicBezTo>
                      <a:cubicBezTo>
                        <a:pt x="20" y="24"/>
                        <a:pt x="21" y="25"/>
                        <a:pt x="21" y="26"/>
                      </a:cubicBezTo>
                      <a:cubicBezTo>
                        <a:pt x="21" y="27"/>
                        <a:pt x="20" y="28"/>
                        <a:pt x="19" y="29"/>
                      </a:cubicBezTo>
                      <a:cubicBezTo>
                        <a:pt x="18" y="30"/>
                        <a:pt x="16" y="30"/>
                        <a:pt x="14" y="30"/>
                      </a:cubicBezTo>
                      <a:cubicBezTo>
                        <a:pt x="11" y="30"/>
                        <a:pt x="9" y="30"/>
                        <a:pt x="8" y="28"/>
                      </a:cubicBezTo>
                      <a:cubicBezTo>
                        <a:pt x="8" y="28"/>
                        <a:pt x="7" y="26"/>
                        <a:pt x="7" y="24"/>
                      </a:cubicBezTo>
                      <a:cubicBezTo>
                        <a:pt x="0" y="24"/>
                        <a:pt x="0" y="24"/>
                        <a:pt x="0" y="24"/>
                      </a:cubicBezTo>
                      <a:cubicBezTo>
                        <a:pt x="0" y="27"/>
                        <a:pt x="0" y="29"/>
                        <a:pt x="1" y="30"/>
                      </a:cubicBezTo>
                      <a:cubicBezTo>
                        <a:pt x="2" y="32"/>
                        <a:pt x="4" y="34"/>
                        <a:pt x="6" y="35"/>
                      </a:cubicBezTo>
                      <a:cubicBezTo>
                        <a:pt x="8" y="36"/>
                        <a:pt x="11" y="36"/>
                        <a:pt x="14" y="36"/>
                      </a:cubicBezTo>
                      <a:cubicBezTo>
                        <a:pt x="18" y="36"/>
                        <a:pt x="22" y="35"/>
                        <a:pt x="24" y="33"/>
                      </a:cubicBezTo>
                      <a:cubicBezTo>
                        <a:pt x="27" y="31"/>
                        <a:pt x="28" y="28"/>
                        <a:pt x="28" y="25"/>
                      </a:cubicBezTo>
                      <a:cubicBezTo>
                        <a:pt x="28" y="22"/>
                        <a:pt x="27" y="20"/>
                        <a:pt x="26" y="19"/>
                      </a:cubicBezTo>
                      <a:cubicBezTo>
                        <a:pt x="25" y="18"/>
                        <a:pt x="22" y="16"/>
                        <a:pt x="18" y="14"/>
                      </a:cubicBezTo>
                      <a:cubicBezTo>
                        <a:pt x="15" y="13"/>
                        <a:pt x="13" y="12"/>
                        <a:pt x="13" y="12"/>
                      </a:cubicBezTo>
                      <a:cubicBezTo>
                        <a:pt x="12" y="11"/>
                        <a:pt x="11" y="10"/>
                        <a:pt x="11" y="9"/>
                      </a:cubicBezTo>
                      <a:cubicBezTo>
                        <a:pt x="11" y="8"/>
                        <a:pt x="12" y="7"/>
                        <a:pt x="13" y="6"/>
                      </a:cubicBezTo>
                      <a:cubicBezTo>
                        <a:pt x="14" y="6"/>
                        <a:pt x="15" y="5"/>
                        <a:pt x="17" y="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2" name="îṩľîďe"/>
                <p:cNvSpPr/>
                <p:nvPr/>
              </p:nvSpPr>
              <p:spPr bwMode="auto">
                <a:xfrm>
                  <a:off x="8374063" y="3521075"/>
                  <a:ext cx="46038" cy="119063"/>
                </a:xfrm>
                <a:custGeom>
                  <a:avLst/>
                  <a:gdLst>
                    <a:gd name="T0" fmla="*/ 0 w 29"/>
                    <a:gd name="T1" fmla="*/ 75 h 75"/>
                    <a:gd name="T2" fmla="*/ 14 w 29"/>
                    <a:gd name="T3" fmla="*/ 75 h 75"/>
                    <a:gd name="T4" fmla="*/ 29 w 29"/>
                    <a:gd name="T5" fmla="*/ 0 h 75"/>
                    <a:gd name="T6" fmla="*/ 14 w 29"/>
                    <a:gd name="T7" fmla="*/ 0 h 75"/>
                    <a:gd name="T8" fmla="*/ 0 w 29"/>
                    <a:gd name="T9" fmla="*/ 75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75">
                      <a:moveTo>
                        <a:pt x="0" y="75"/>
                      </a:moveTo>
                      <a:lnTo>
                        <a:pt x="14" y="75"/>
                      </a:lnTo>
                      <a:lnTo>
                        <a:pt x="29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3" name="iS1idè"/>
                <p:cNvSpPr/>
                <p:nvPr/>
              </p:nvSpPr>
              <p:spPr bwMode="auto">
                <a:xfrm>
                  <a:off x="8432801" y="3521075"/>
                  <a:ext cx="95250" cy="119063"/>
                </a:xfrm>
                <a:custGeom>
                  <a:avLst/>
                  <a:gdLst>
                    <a:gd name="T0" fmla="*/ 0 w 60"/>
                    <a:gd name="T1" fmla="*/ 12 h 75"/>
                    <a:gd name="T2" fmla="*/ 21 w 60"/>
                    <a:gd name="T3" fmla="*/ 12 h 75"/>
                    <a:gd name="T4" fmla="*/ 8 w 60"/>
                    <a:gd name="T5" fmla="*/ 75 h 75"/>
                    <a:gd name="T6" fmla="*/ 23 w 60"/>
                    <a:gd name="T7" fmla="*/ 75 h 75"/>
                    <a:gd name="T8" fmla="*/ 35 w 60"/>
                    <a:gd name="T9" fmla="*/ 12 h 75"/>
                    <a:gd name="T10" fmla="*/ 58 w 60"/>
                    <a:gd name="T11" fmla="*/ 12 h 75"/>
                    <a:gd name="T12" fmla="*/ 60 w 60"/>
                    <a:gd name="T13" fmla="*/ 0 h 75"/>
                    <a:gd name="T14" fmla="*/ 2 w 60"/>
                    <a:gd name="T15" fmla="*/ 0 h 75"/>
                    <a:gd name="T16" fmla="*/ 0 w 60"/>
                    <a:gd name="T17" fmla="*/ 12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0" h="75">
                      <a:moveTo>
                        <a:pt x="0" y="12"/>
                      </a:moveTo>
                      <a:lnTo>
                        <a:pt x="21" y="12"/>
                      </a:lnTo>
                      <a:lnTo>
                        <a:pt x="8" y="75"/>
                      </a:lnTo>
                      <a:lnTo>
                        <a:pt x="23" y="75"/>
                      </a:lnTo>
                      <a:lnTo>
                        <a:pt x="35" y="12"/>
                      </a:lnTo>
                      <a:lnTo>
                        <a:pt x="58" y="12"/>
                      </a:lnTo>
                      <a:lnTo>
                        <a:pt x="60" y="0"/>
                      </a:lnTo>
                      <a:lnTo>
                        <a:pt x="2" y="0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4" name="iṣḷîḋe"/>
                <p:cNvSpPr/>
                <p:nvPr/>
              </p:nvSpPr>
              <p:spPr bwMode="auto">
                <a:xfrm>
                  <a:off x="8531226" y="3521075"/>
                  <a:ext cx="109538" cy="119063"/>
                </a:xfrm>
                <a:custGeom>
                  <a:avLst/>
                  <a:gdLst>
                    <a:gd name="T0" fmla="*/ 25 w 33"/>
                    <a:gd name="T1" fmla="*/ 0 h 36"/>
                    <a:gd name="T2" fmla="*/ 19 w 33"/>
                    <a:gd name="T3" fmla="*/ 7 h 36"/>
                    <a:gd name="T4" fmla="*/ 16 w 33"/>
                    <a:gd name="T5" fmla="*/ 12 h 36"/>
                    <a:gd name="T6" fmla="*/ 14 w 33"/>
                    <a:gd name="T7" fmla="*/ 15 h 36"/>
                    <a:gd name="T8" fmla="*/ 12 w 33"/>
                    <a:gd name="T9" fmla="*/ 10 h 36"/>
                    <a:gd name="T10" fmla="*/ 8 w 33"/>
                    <a:gd name="T11" fmla="*/ 0 h 36"/>
                    <a:gd name="T12" fmla="*/ 0 w 33"/>
                    <a:gd name="T13" fmla="*/ 0 h 36"/>
                    <a:gd name="T14" fmla="*/ 10 w 33"/>
                    <a:gd name="T15" fmla="*/ 22 h 36"/>
                    <a:gd name="T16" fmla="*/ 7 w 33"/>
                    <a:gd name="T17" fmla="*/ 36 h 36"/>
                    <a:gd name="T18" fmla="*/ 14 w 33"/>
                    <a:gd name="T19" fmla="*/ 36 h 36"/>
                    <a:gd name="T20" fmla="*/ 17 w 33"/>
                    <a:gd name="T21" fmla="*/ 23 h 36"/>
                    <a:gd name="T22" fmla="*/ 33 w 33"/>
                    <a:gd name="T23" fmla="*/ 0 h 36"/>
                    <a:gd name="T24" fmla="*/ 25 w 33"/>
                    <a:gd name="T25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33" h="36">
                      <a:moveTo>
                        <a:pt x="25" y="0"/>
                      </a:moveTo>
                      <a:cubicBezTo>
                        <a:pt x="19" y="7"/>
                        <a:pt x="19" y="7"/>
                        <a:pt x="19" y="7"/>
                      </a:cubicBezTo>
                      <a:cubicBezTo>
                        <a:pt x="16" y="12"/>
                        <a:pt x="16" y="12"/>
                        <a:pt x="16" y="12"/>
                      </a:cubicBezTo>
                      <a:cubicBezTo>
                        <a:pt x="15" y="13"/>
                        <a:pt x="15" y="14"/>
                        <a:pt x="14" y="15"/>
                      </a:cubicBezTo>
                      <a:cubicBezTo>
                        <a:pt x="14" y="14"/>
                        <a:pt x="13" y="13"/>
                        <a:pt x="12" y="1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0" y="22"/>
                        <a:pt x="10" y="22"/>
                        <a:pt x="10" y="22"/>
                      </a:cubicBezTo>
                      <a:cubicBezTo>
                        <a:pt x="7" y="36"/>
                        <a:pt x="7" y="36"/>
                        <a:pt x="7" y="36"/>
                      </a:cubicBezTo>
                      <a:cubicBezTo>
                        <a:pt x="14" y="36"/>
                        <a:pt x="14" y="36"/>
                        <a:pt x="14" y="36"/>
                      </a:cubicBezTo>
                      <a:cubicBezTo>
                        <a:pt x="17" y="23"/>
                        <a:pt x="17" y="23"/>
                        <a:pt x="17" y="23"/>
                      </a:cubicBezTo>
                      <a:cubicBezTo>
                        <a:pt x="33" y="0"/>
                        <a:pt x="33" y="0"/>
                        <a:pt x="33" y="0"/>
                      </a:cubicBezTo>
                      <a:lnTo>
                        <a:pt x="2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</p:grpSp>
      </p:grpSp>
      <p:cxnSp>
        <p:nvCxnSpPr>
          <p:cNvPr id="4" name="直线连接符 3"/>
          <p:cNvCxnSpPr/>
          <p:nvPr userDrawn="1"/>
        </p:nvCxnSpPr>
        <p:spPr>
          <a:xfrm>
            <a:off x="0" y="1016000"/>
            <a:ext cx="12192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0" name="图片 109" descr="图片包含 天空, 户外, 建筑物, 日落&#10;&#10;描述已自动生成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9500" l="10000" r="98000">
                        <a14:foregroundMark x1="45583" y1="28625" x2="72750" y2="47875"/>
                        <a14:foregroundMark x1="72750" y1="47875" x2="79000" y2="48875"/>
                        <a14:foregroundMark x1="79000" y1="48875" x2="87083" y2="44750"/>
                        <a14:foregroundMark x1="87083" y1="44750" x2="89333" y2="42875"/>
                        <a14:foregroundMark x1="49697" y1="28104" x2="51500" y2="30625"/>
                        <a14:foregroundMark x1="46583" y1="23750" x2="49595" y2="27961"/>
                        <a14:foregroundMark x1="46917" y1="21000" x2="48333" y2="17125"/>
                        <a14:foregroundMark x1="62917" y1="48125" x2="65250" y2="51750"/>
                        <a14:foregroundMark x1="65250" y1="51750" x2="86750" y2="67750"/>
                        <a14:foregroundMark x1="94417" y1="36500" x2="92917" y2="90875"/>
                        <a14:foregroundMark x1="98000" y1="30875" x2="91667" y2="84250"/>
                        <a14:foregroundMark x1="91667" y1="84250" x2="91333" y2="85500"/>
                        <a14:foregroundMark x1="70000" y1="67000" x2="89333" y2="84250"/>
                        <a14:foregroundMark x1="89333" y1="84250" x2="89333" y2="84250"/>
                        <a14:foregroundMark x1="70500" y1="67000" x2="66333" y2="64125"/>
                        <a14:foregroundMark x1="66333" y1="64125" x2="59333" y2="53500"/>
                        <a14:foregroundMark x1="79333" y1="90625" x2="80167" y2="96250"/>
                        <a14:foregroundMark x1="80167" y1="96250" x2="85167" y2="96625"/>
                        <a14:foregroundMark x1="85167" y1="96625" x2="88083" y2="94625"/>
                        <a14:foregroundMark x1="88083" y1="94625" x2="88167" y2="94625"/>
                        <a14:foregroundMark x1="96750" y1="97500" x2="76750" y2="99500"/>
                        <a14:foregroundMark x1="77799" y1="89875" x2="77667" y2="86250"/>
                        <a14:foregroundMark x1="77984" y1="94938" x2="77927" y2="93375"/>
                        <a14:foregroundMark x1="78000" y1="95375" x2="78056" y2="96909"/>
                        <a14:foregroundMark x1="68667" y1="40875" x2="68417" y2="41125"/>
                        <a14:backgroundMark x1="77667" y1="89875" x2="77667" y2="93375"/>
                        <a14:backgroundMark x1="77833" y1="95625" x2="78167" y2="90625"/>
                        <a14:backgroundMark x1="78500" y1="96125" x2="79000" y2="90375"/>
                        <a14:backgroundMark x1="19833" y1="30625" x2="46417" y2="71000"/>
                        <a14:backgroundMark x1="46417" y1="71000" x2="46417" y2="71000"/>
                        <a14:backgroundMark x1="17000" y1="72500" x2="23583" y2="72625"/>
                        <a14:backgroundMark x1="23583" y1="72625" x2="37833" y2="71875"/>
                        <a14:backgroundMark x1="37833" y1="71875" x2="57167" y2="75375"/>
                        <a14:backgroundMark x1="61667" y1="37000" x2="62000" y2="37375"/>
                        <a14:backgroundMark x1="66667" y1="39375" x2="66917" y2="39750"/>
                        <a14:backgroundMark x1="50917" y1="27125" x2="51000" y2="27625"/>
                      </a14:backgroundRemoval>
                    </a14:imgEffect>
                    <a14:imgEffect>
                      <a14:brightnessContrast bright="72000"/>
                    </a14:imgEffect>
                    <a14:imgEffect>
                      <a14:colorTemperature colorTemp="9660"/>
                    </a14:imgEffect>
                    <a14:imgEffect>
                      <a14:saturation sat="11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8743" t="8413"/>
          <a:stretch>
            <a:fillRect/>
          </a:stretch>
        </p:blipFill>
        <p:spPr>
          <a:xfrm flipH="1">
            <a:off x="-1" y="60500"/>
            <a:ext cx="958611" cy="955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引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3275" y="393486"/>
            <a:ext cx="8970989" cy="663575"/>
          </a:xfrm>
          <a:prstGeom prst="rect">
            <a:avLst/>
          </a:prstGeom>
        </p:spPr>
        <p:txBody>
          <a:bodyPr lIns="0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245" name="组合 244"/>
          <p:cNvGrpSpPr/>
          <p:nvPr userDrawn="1"/>
        </p:nvGrpSpPr>
        <p:grpSpPr>
          <a:xfrm>
            <a:off x="9895088" y="468793"/>
            <a:ext cx="1480571" cy="458860"/>
            <a:chOff x="2558030" y="228446"/>
            <a:chExt cx="6774643" cy="2099603"/>
          </a:xfrm>
        </p:grpSpPr>
        <p:grpSp>
          <p:nvGrpSpPr>
            <p:cNvPr id="246" name="íšḻîďê"/>
            <p:cNvGrpSpPr/>
            <p:nvPr userDrawn="1"/>
          </p:nvGrpSpPr>
          <p:grpSpPr>
            <a:xfrm>
              <a:off x="2558030" y="228446"/>
              <a:ext cx="2085857" cy="2099603"/>
              <a:chOff x="3551238" y="3067050"/>
              <a:chExt cx="722313" cy="727075"/>
            </a:xfrm>
          </p:grpSpPr>
          <p:sp>
            <p:nvSpPr>
              <p:cNvPr id="276" name="ïş1íḍê"/>
              <p:cNvSpPr/>
              <p:nvPr/>
            </p:nvSpPr>
            <p:spPr bwMode="auto">
              <a:xfrm>
                <a:off x="3575051" y="3087688"/>
                <a:ext cx="673100" cy="679450"/>
              </a:xfrm>
              <a:custGeom>
                <a:avLst/>
                <a:gdLst>
                  <a:gd name="T0" fmla="*/ 102 w 204"/>
                  <a:gd name="T1" fmla="*/ 0 h 204"/>
                  <a:gd name="T2" fmla="*/ 204 w 204"/>
                  <a:gd name="T3" fmla="*/ 102 h 204"/>
                  <a:gd name="T4" fmla="*/ 102 w 204"/>
                  <a:gd name="T5" fmla="*/ 204 h 204"/>
                  <a:gd name="T6" fmla="*/ 0 w 204"/>
                  <a:gd name="T7" fmla="*/ 102 h 204"/>
                  <a:gd name="T8" fmla="*/ 102 w 204"/>
                  <a:gd name="T9" fmla="*/ 0 h 204"/>
                  <a:gd name="T10" fmla="*/ 102 w 204"/>
                  <a:gd name="T11" fmla="*/ 25 h 204"/>
                  <a:gd name="T12" fmla="*/ 24 w 204"/>
                  <a:gd name="T13" fmla="*/ 103 h 204"/>
                  <a:gd name="T14" fmla="*/ 102 w 204"/>
                  <a:gd name="T15" fmla="*/ 181 h 204"/>
                  <a:gd name="T16" fmla="*/ 180 w 204"/>
                  <a:gd name="T17" fmla="*/ 103 h 204"/>
                  <a:gd name="T18" fmla="*/ 102 w 204"/>
                  <a:gd name="T19" fmla="*/ 25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4" h="204">
                    <a:moveTo>
                      <a:pt x="102" y="0"/>
                    </a:moveTo>
                    <a:cubicBezTo>
                      <a:pt x="159" y="0"/>
                      <a:pt x="204" y="46"/>
                      <a:pt x="204" y="102"/>
                    </a:cubicBezTo>
                    <a:cubicBezTo>
                      <a:pt x="204" y="158"/>
                      <a:pt x="159" y="204"/>
                      <a:pt x="102" y="204"/>
                    </a:cubicBezTo>
                    <a:cubicBezTo>
                      <a:pt x="46" y="204"/>
                      <a:pt x="0" y="158"/>
                      <a:pt x="0" y="102"/>
                    </a:cubicBezTo>
                    <a:cubicBezTo>
                      <a:pt x="0" y="46"/>
                      <a:pt x="46" y="0"/>
                      <a:pt x="102" y="0"/>
                    </a:cubicBezTo>
                    <a:close/>
                    <a:moveTo>
                      <a:pt x="102" y="25"/>
                    </a:moveTo>
                    <a:cubicBezTo>
                      <a:pt x="59" y="25"/>
                      <a:pt x="24" y="60"/>
                      <a:pt x="24" y="103"/>
                    </a:cubicBezTo>
                    <a:cubicBezTo>
                      <a:pt x="24" y="146"/>
                      <a:pt x="59" y="181"/>
                      <a:pt x="102" y="181"/>
                    </a:cubicBezTo>
                    <a:cubicBezTo>
                      <a:pt x="145" y="181"/>
                      <a:pt x="180" y="146"/>
                      <a:pt x="180" y="103"/>
                    </a:cubicBezTo>
                    <a:cubicBezTo>
                      <a:pt x="180" y="60"/>
                      <a:pt x="145" y="25"/>
                      <a:pt x="102" y="25"/>
                    </a:cubicBezTo>
                    <a:close/>
                  </a:path>
                </a:pathLst>
              </a:custGeom>
              <a:solidFill>
                <a:srgbClr val="0052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7" name="íšḻïḍè"/>
              <p:cNvSpPr/>
              <p:nvPr/>
            </p:nvSpPr>
            <p:spPr bwMode="auto">
              <a:xfrm>
                <a:off x="3621088" y="3103563"/>
                <a:ext cx="584200" cy="203200"/>
              </a:xfrm>
              <a:custGeom>
                <a:avLst/>
                <a:gdLst>
                  <a:gd name="T0" fmla="*/ 8 w 177"/>
                  <a:gd name="T1" fmla="*/ 53 h 61"/>
                  <a:gd name="T2" fmla="*/ 0 w 177"/>
                  <a:gd name="T3" fmla="*/ 56 h 61"/>
                  <a:gd name="T4" fmla="*/ 5 w 177"/>
                  <a:gd name="T5" fmla="*/ 52 h 61"/>
                  <a:gd name="T6" fmla="*/ 4 w 177"/>
                  <a:gd name="T7" fmla="*/ 50 h 61"/>
                  <a:gd name="T8" fmla="*/ 5 w 177"/>
                  <a:gd name="T9" fmla="*/ 48 h 61"/>
                  <a:gd name="T10" fmla="*/ 10 w 177"/>
                  <a:gd name="T11" fmla="*/ 41 h 61"/>
                  <a:gd name="T12" fmla="*/ 17 w 177"/>
                  <a:gd name="T13" fmla="*/ 50 h 61"/>
                  <a:gd name="T14" fmla="*/ 14 w 177"/>
                  <a:gd name="T15" fmla="*/ 35 h 61"/>
                  <a:gd name="T16" fmla="*/ 23 w 177"/>
                  <a:gd name="T17" fmla="*/ 46 h 61"/>
                  <a:gd name="T18" fmla="*/ 31 w 177"/>
                  <a:gd name="T19" fmla="*/ 38 h 61"/>
                  <a:gd name="T20" fmla="*/ 29 w 177"/>
                  <a:gd name="T21" fmla="*/ 40 h 61"/>
                  <a:gd name="T22" fmla="*/ 18 w 177"/>
                  <a:gd name="T23" fmla="*/ 32 h 61"/>
                  <a:gd name="T24" fmla="*/ 19 w 177"/>
                  <a:gd name="T25" fmla="*/ 30 h 61"/>
                  <a:gd name="T26" fmla="*/ 21 w 177"/>
                  <a:gd name="T27" fmla="*/ 27 h 61"/>
                  <a:gd name="T28" fmla="*/ 41 w 177"/>
                  <a:gd name="T29" fmla="*/ 29 h 61"/>
                  <a:gd name="T30" fmla="*/ 43 w 177"/>
                  <a:gd name="T31" fmla="*/ 29 h 61"/>
                  <a:gd name="T32" fmla="*/ 35 w 177"/>
                  <a:gd name="T33" fmla="*/ 35 h 61"/>
                  <a:gd name="T34" fmla="*/ 31 w 177"/>
                  <a:gd name="T35" fmla="*/ 21 h 61"/>
                  <a:gd name="T36" fmla="*/ 46 w 177"/>
                  <a:gd name="T37" fmla="*/ 11 h 61"/>
                  <a:gd name="T38" fmla="*/ 47 w 177"/>
                  <a:gd name="T39" fmla="*/ 11 h 61"/>
                  <a:gd name="T40" fmla="*/ 47 w 177"/>
                  <a:gd name="T41" fmla="*/ 26 h 61"/>
                  <a:gd name="T42" fmla="*/ 39 w 177"/>
                  <a:gd name="T43" fmla="*/ 15 h 61"/>
                  <a:gd name="T44" fmla="*/ 72 w 177"/>
                  <a:gd name="T45" fmla="*/ 16 h 61"/>
                  <a:gd name="T46" fmla="*/ 71 w 177"/>
                  <a:gd name="T47" fmla="*/ 2 h 61"/>
                  <a:gd name="T48" fmla="*/ 65 w 177"/>
                  <a:gd name="T49" fmla="*/ 15 h 61"/>
                  <a:gd name="T50" fmla="*/ 64 w 177"/>
                  <a:gd name="T51" fmla="*/ 4 h 61"/>
                  <a:gd name="T52" fmla="*/ 84 w 177"/>
                  <a:gd name="T53" fmla="*/ 1 h 61"/>
                  <a:gd name="T54" fmla="*/ 84 w 177"/>
                  <a:gd name="T55" fmla="*/ 1 h 61"/>
                  <a:gd name="T56" fmla="*/ 78 w 177"/>
                  <a:gd name="T57" fmla="*/ 16 h 61"/>
                  <a:gd name="T58" fmla="*/ 77 w 177"/>
                  <a:gd name="T59" fmla="*/ 15 h 61"/>
                  <a:gd name="T60" fmla="*/ 90 w 177"/>
                  <a:gd name="T61" fmla="*/ 1 h 61"/>
                  <a:gd name="T62" fmla="*/ 94 w 177"/>
                  <a:gd name="T63" fmla="*/ 15 h 61"/>
                  <a:gd name="T64" fmla="*/ 92 w 177"/>
                  <a:gd name="T65" fmla="*/ 15 h 61"/>
                  <a:gd name="T66" fmla="*/ 113 w 177"/>
                  <a:gd name="T67" fmla="*/ 3 h 61"/>
                  <a:gd name="T68" fmla="*/ 102 w 177"/>
                  <a:gd name="T69" fmla="*/ 2 h 61"/>
                  <a:gd name="T70" fmla="*/ 105 w 177"/>
                  <a:gd name="T71" fmla="*/ 14 h 61"/>
                  <a:gd name="T72" fmla="*/ 117 w 177"/>
                  <a:gd name="T73" fmla="*/ 5 h 61"/>
                  <a:gd name="T74" fmla="*/ 122 w 177"/>
                  <a:gd name="T75" fmla="*/ 19 h 61"/>
                  <a:gd name="T76" fmla="*/ 119 w 177"/>
                  <a:gd name="T77" fmla="*/ 13 h 61"/>
                  <a:gd name="T78" fmla="*/ 121 w 177"/>
                  <a:gd name="T79" fmla="*/ 12 h 61"/>
                  <a:gd name="T80" fmla="*/ 124 w 177"/>
                  <a:gd name="T81" fmla="*/ 10 h 61"/>
                  <a:gd name="T82" fmla="*/ 131 w 177"/>
                  <a:gd name="T83" fmla="*/ 26 h 61"/>
                  <a:gd name="T84" fmla="*/ 126 w 177"/>
                  <a:gd name="T85" fmla="*/ 23 h 61"/>
                  <a:gd name="T86" fmla="*/ 124 w 177"/>
                  <a:gd name="T87" fmla="*/ 23 h 61"/>
                  <a:gd name="T88" fmla="*/ 137 w 177"/>
                  <a:gd name="T89" fmla="*/ 14 h 61"/>
                  <a:gd name="T90" fmla="*/ 133 w 177"/>
                  <a:gd name="T91" fmla="*/ 11 h 61"/>
                  <a:gd name="T92" fmla="*/ 137 w 177"/>
                  <a:gd name="T93" fmla="*/ 32 h 61"/>
                  <a:gd name="T94" fmla="*/ 137 w 177"/>
                  <a:gd name="T95" fmla="*/ 32 h 61"/>
                  <a:gd name="T96" fmla="*/ 145 w 177"/>
                  <a:gd name="T97" fmla="*/ 19 h 61"/>
                  <a:gd name="T98" fmla="*/ 146 w 177"/>
                  <a:gd name="T99" fmla="*/ 19 h 61"/>
                  <a:gd name="T100" fmla="*/ 159 w 177"/>
                  <a:gd name="T101" fmla="*/ 31 h 61"/>
                  <a:gd name="T102" fmla="*/ 149 w 177"/>
                  <a:gd name="T103" fmla="*/ 42 h 61"/>
                  <a:gd name="T104" fmla="*/ 155 w 177"/>
                  <a:gd name="T105" fmla="*/ 27 h 61"/>
                  <a:gd name="T106" fmla="*/ 166 w 177"/>
                  <a:gd name="T107" fmla="*/ 40 h 61"/>
                  <a:gd name="T108" fmla="*/ 160 w 177"/>
                  <a:gd name="T109" fmla="*/ 37 h 61"/>
                  <a:gd name="T110" fmla="*/ 153 w 177"/>
                  <a:gd name="T111" fmla="*/ 46 h 61"/>
                  <a:gd name="T112" fmla="*/ 177 w 177"/>
                  <a:gd name="T113" fmla="*/ 55 h 61"/>
                  <a:gd name="T114" fmla="*/ 162 w 177"/>
                  <a:gd name="T115" fmla="*/ 60 h 61"/>
                  <a:gd name="T116" fmla="*/ 165 w 177"/>
                  <a:gd name="T117" fmla="*/ 55 h 61"/>
                  <a:gd name="T118" fmla="*/ 173 w 177"/>
                  <a:gd name="T119" fmla="*/ 49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77" h="61">
                    <a:moveTo>
                      <a:pt x="6" y="46"/>
                    </a:moveTo>
                    <a:cubicBezTo>
                      <a:pt x="6" y="46"/>
                      <a:pt x="6" y="46"/>
                      <a:pt x="6" y="46"/>
                    </a:cubicBezTo>
                    <a:cubicBezTo>
                      <a:pt x="6" y="46"/>
                      <a:pt x="6" y="46"/>
                      <a:pt x="6" y="46"/>
                    </a:cubicBezTo>
                    <a:cubicBezTo>
                      <a:pt x="6" y="46"/>
                      <a:pt x="6" y="47"/>
                      <a:pt x="6" y="47"/>
                    </a:cubicBezTo>
                    <a:cubicBezTo>
                      <a:pt x="6" y="47"/>
                      <a:pt x="6" y="47"/>
                      <a:pt x="6" y="47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8" y="53"/>
                      <a:pt x="8" y="53"/>
                      <a:pt x="8" y="53"/>
                    </a:cubicBezTo>
                    <a:cubicBezTo>
                      <a:pt x="8" y="54"/>
                      <a:pt x="8" y="54"/>
                      <a:pt x="8" y="54"/>
                    </a:cubicBezTo>
                    <a:cubicBezTo>
                      <a:pt x="15" y="60"/>
                      <a:pt x="15" y="60"/>
                      <a:pt x="15" y="60"/>
                    </a:cubicBezTo>
                    <a:cubicBezTo>
                      <a:pt x="15" y="61"/>
                      <a:pt x="15" y="61"/>
                      <a:pt x="15" y="61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4"/>
                      <a:pt x="2" y="54"/>
                    </a:cubicBezTo>
                    <a:cubicBezTo>
                      <a:pt x="2" y="54"/>
                      <a:pt x="2" y="54"/>
                      <a:pt x="2" y="54"/>
                    </a:cubicBezTo>
                    <a:cubicBezTo>
                      <a:pt x="11" y="58"/>
                      <a:pt x="11" y="58"/>
                      <a:pt x="11" y="58"/>
                    </a:cubicBezTo>
                    <a:cubicBezTo>
                      <a:pt x="12" y="58"/>
                      <a:pt x="12" y="58"/>
                      <a:pt x="12" y="58"/>
                    </a:cubicBezTo>
                    <a:cubicBezTo>
                      <a:pt x="5" y="52"/>
                      <a:pt x="5" y="52"/>
                      <a:pt x="5" y="52"/>
                    </a:cubicBezTo>
                    <a:cubicBezTo>
                      <a:pt x="4" y="52"/>
                      <a:pt x="4" y="52"/>
                      <a:pt x="4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2" y="52"/>
                      <a:pt x="2" y="52"/>
                      <a:pt x="2" y="52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4" y="50"/>
                      <a:pt x="4" y="50"/>
                      <a:pt x="4" y="50"/>
                    </a:cubicBezTo>
                    <a:cubicBezTo>
                      <a:pt x="4" y="50"/>
                      <a:pt x="4" y="50"/>
                      <a:pt x="4" y="50"/>
                    </a:cubicBezTo>
                    <a:cubicBezTo>
                      <a:pt x="4" y="50"/>
                      <a:pt x="4" y="50"/>
                      <a:pt x="4" y="51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6" y="48"/>
                      <a:pt x="6" y="48"/>
                      <a:pt x="6" y="48"/>
                    </a:cubicBezTo>
                    <a:cubicBezTo>
                      <a:pt x="6" y="48"/>
                      <a:pt x="6" y="48"/>
                      <a:pt x="5" y="48"/>
                    </a:cubicBezTo>
                    <a:cubicBezTo>
                      <a:pt x="5" y="48"/>
                      <a:pt x="5" y="48"/>
                      <a:pt x="5" y="48"/>
                    </a:cubicBezTo>
                    <a:cubicBezTo>
                      <a:pt x="5" y="48"/>
                      <a:pt x="5" y="48"/>
                      <a:pt x="5" y="48"/>
                    </a:cubicBezTo>
                    <a:cubicBezTo>
                      <a:pt x="4" y="48"/>
                      <a:pt x="4" y="48"/>
                      <a:pt x="4" y="48"/>
                    </a:cubicBezTo>
                    <a:cubicBezTo>
                      <a:pt x="6" y="46"/>
                      <a:pt x="6" y="46"/>
                      <a:pt x="6" y="46"/>
                    </a:cubicBezTo>
                    <a:close/>
                    <a:moveTo>
                      <a:pt x="22" y="48"/>
                    </a:moveTo>
                    <a:cubicBezTo>
                      <a:pt x="22" y="49"/>
                      <a:pt x="21" y="49"/>
                      <a:pt x="21" y="49"/>
                    </a:cubicBezTo>
                    <a:cubicBezTo>
                      <a:pt x="20" y="50"/>
                      <a:pt x="19" y="49"/>
                      <a:pt x="18" y="48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1"/>
                      <a:pt x="10" y="41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7" y="43"/>
                      <a:pt x="7" y="43"/>
                      <a:pt x="7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9" y="43"/>
                      <a:pt x="9" y="43"/>
                      <a:pt x="9" y="43"/>
                    </a:cubicBezTo>
                    <a:cubicBezTo>
                      <a:pt x="17" y="50"/>
                      <a:pt x="17" y="50"/>
                      <a:pt x="17" y="50"/>
                    </a:cubicBezTo>
                    <a:cubicBezTo>
                      <a:pt x="18" y="50"/>
                      <a:pt x="19" y="51"/>
                      <a:pt x="20" y="50"/>
                    </a:cubicBezTo>
                    <a:cubicBezTo>
                      <a:pt x="21" y="50"/>
                      <a:pt x="22" y="50"/>
                      <a:pt x="23" y="49"/>
                    </a:cubicBezTo>
                    <a:cubicBezTo>
                      <a:pt x="24" y="48"/>
                      <a:pt x="24" y="47"/>
                      <a:pt x="24" y="46"/>
                    </a:cubicBezTo>
                    <a:cubicBezTo>
                      <a:pt x="24" y="45"/>
                      <a:pt x="23" y="44"/>
                      <a:pt x="22" y="43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4" y="35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2" y="38"/>
                      <a:pt x="12" y="38"/>
                      <a:pt x="12" y="38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3" y="37"/>
                      <a:pt x="14" y="37"/>
                      <a:pt x="14" y="37"/>
                    </a:cubicBezTo>
                    <a:cubicBezTo>
                      <a:pt x="22" y="44"/>
                      <a:pt x="22" y="44"/>
                      <a:pt x="22" y="44"/>
                    </a:cubicBezTo>
                    <a:cubicBezTo>
                      <a:pt x="23" y="44"/>
                      <a:pt x="23" y="45"/>
                      <a:pt x="23" y="46"/>
                    </a:cubicBezTo>
                    <a:cubicBezTo>
                      <a:pt x="23" y="47"/>
                      <a:pt x="23" y="47"/>
                      <a:pt x="22" y="48"/>
                    </a:cubicBezTo>
                    <a:close/>
                    <a:moveTo>
                      <a:pt x="33" y="36"/>
                    </a:moveTo>
                    <a:cubicBezTo>
                      <a:pt x="33" y="36"/>
                      <a:pt x="33" y="36"/>
                      <a:pt x="33" y="36"/>
                    </a:cubicBezTo>
                    <a:cubicBezTo>
                      <a:pt x="33" y="36"/>
                      <a:pt x="34" y="36"/>
                      <a:pt x="34" y="36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32" y="39"/>
                      <a:pt x="32" y="39"/>
                      <a:pt x="32" y="39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2" y="38"/>
                      <a:pt x="32" y="37"/>
                      <a:pt x="32" y="37"/>
                    </a:cubicBezTo>
                    <a:cubicBezTo>
                      <a:pt x="32" y="37"/>
                      <a:pt x="32" y="37"/>
                      <a:pt x="32" y="37"/>
                    </a:cubicBezTo>
                    <a:cubicBezTo>
                      <a:pt x="27" y="32"/>
                      <a:pt x="27" y="32"/>
                      <a:pt x="27" y="32"/>
                    </a:cubicBezTo>
                    <a:cubicBezTo>
                      <a:pt x="23" y="36"/>
                      <a:pt x="23" y="36"/>
                      <a:pt x="23" y="36"/>
                    </a:cubicBezTo>
                    <a:cubicBezTo>
                      <a:pt x="28" y="40"/>
                      <a:pt x="28" y="40"/>
                      <a:pt x="28" y="40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8" y="41"/>
                      <a:pt x="29" y="41"/>
                      <a:pt x="29" y="40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30" y="41"/>
                      <a:pt x="30" y="41"/>
                      <a:pt x="30" y="41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2"/>
                      <a:pt x="27" y="42"/>
                      <a:pt x="27" y="42"/>
                    </a:cubicBezTo>
                    <a:cubicBezTo>
                      <a:pt x="27" y="42"/>
                      <a:pt x="27" y="42"/>
                      <a:pt x="27" y="41"/>
                    </a:cubicBezTo>
                    <a:cubicBezTo>
                      <a:pt x="18" y="32"/>
                      <a:pt x="18" y="32"/>
                      <a:pt x="18" y="32"/>
                    </a:cubicBezTo>
                    <a:cubicBezTo>
                      <a:pt x="18" y="32"/>
                      <a:pt x="17" y="32"/>
                      <a:pt x="17" y="32"/>
                    </a:cubicBezTo>
                    <a:cubicBezTo>
                      <a:pt x="17" y="32"/>
                      <a:pt x="17" y="32"/>
                      <a:pt x="17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1"/>
                      <a:pt x="19" y="31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7" y="31"/>
                      <a:pt x="27" y="31"/>
                      <a:pt x="27" y="31"/>
                    </a:cubicBezTo>
                    <a:cubicBezTo>
                      <a:pt x="23" y="27"/>
                      <a:pt x="23" y="27"/>
                      <a:pt x="23" y="27"/>
                    </a:cubicBezTo>
                    <a:cubicBezTo>
                      <a:pt x="23" y="27"/>
                      <a:pt x="22" y="27"/>
                      <a:pt x="22" y="27"/>
                    </a:cubicBezTo>
                    <a:cubicBezTo>
                      <a:pt x="22" y="27"/>
                      <a:pt x="22" y="27"/>
                      <a:pt x="22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6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33" y="36"/>
                      <a:pt x="33" y="36"/>
                      <a:pt x="33" y="36"/>
                    </a:cubicBezTo>
                    <a:close/>
                    <a:moveTo>
                      <a:pt x="38" y="26"/>
                    </a:moveTo>
                    <a:cubicBezTo>
                      <a:pt x="41" y="29"/>
                      <a:pt x="41" y="29"/>
                      <a:pt x="41" y="29"/>
                    </a:cubicBezTo>
                    <a:cubicBezTo>
                      <a:pt x="41" y="29"/>
                      <a:pt x="41" y="30"/>
                      <a:pt x="41" y="30"/>
                    </a:cubicBezTo>
                    <a:cubicBezTo>
                      <a:pt x="41" y="30"/>
                      <a:pt x="41" y="30"/>
                      <a:pt x="41" y="30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3" y="29"/>
                      <a:pt x="42" y="29"/>
                      <a:pt x="42" y="28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5" y="33"/>
                      <a:pt x="35" y="33"/>
                      <a:pt x="35" y="33"/>
                    </a:cubicBezTo>
                    <a:cubicBezTo>
                      <a:pt x="35" y="33"/>
                      <a:pt x="35" y="34"/>
                      <a:pt x="35" y="34"/>
                    </a:cubicBezTo>
                    <a:cubicBezTo>
                      <a:pt x="35" y="34"/>
                      <a:pt x="35" y="34"/>
                      <a:pt x="35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7" y="33"/>
                      <a:pt x="37" y="33"/>
                      <a:pt x="37" y="33"/>
                    </a:cubicBezTo>
                    <a:cubicBezTo>
                      <a:pt x="37" y="33"/>
                      <a:pt x="37" y="33"/>
                      <a:pt x="36" y="33"/>
                    </a:cubicBezTo>
                    <a:cubicBezTo>
                      <a:pt x="36" y="33"/>
                      <a:pt x="36" y="32"/>
                      <a:pt x="36" y="32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8" y="26"/>
                      <a:pt x="38" y="26"/>
                      <a:pt x="38" y="26"/>
                    </a:cubicBezTo>
                    <a:close/>
                    <a:moveTo>
                      <a:pt x="31" y="21"/>
                    </a:moveTo>
                    <a:cubicBezTo>
                      <a:pt x="31" y="21"/>
                      <a:pt x="31" y="21"/>
                      <a:pt x="31" y="21"/>
                    </a:cubicBezTo>
                    <a:cubicBezTo>
                      <a:pt x="34" y="28"/>
                      <a:pt x="34" y="28"/>
                      <a:pt x="34" y="28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1" y="21"/>
                      <a:pt x="31" y="21"/>
                      <a:pt x="31" y="21"/>
                    </a:cubicBezTo>
                    <a:close/>
                    <a:moveTo>
                      <a:pt x="51" y="21"/>
                    </a:moveTo>
                    <a:cubicBezTo>
                      <a:pt x="51" y="21"/>
                      <a:pt x="51" y="21"/>
                      <a:pt x="51" y="2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6" y="11"/>
                      <a:pt x="45" y="11"/>
                    </a:cubicBezTo>
                    <a:cubicBezTo>
                      <a:pt x="45" y="11"/>
                      <a:pt x="45" y="11"/>
                      <a:pt x="45" y="11"/>
                    </a:cubicBezTo>
                    <a:cubicBezTo>
                      <a:pt x="44" y="11"/>
                      <a:pt x="44" y="11"/>
                      <a:pt x="44" y="11"/>
                    </a:cubicBezTo>
                    <a:cubicBezTo>
                      <a:pt x="48" y="9"/>
                      <a:pt x="48" y="9"/>
                      <a:pt x="48" y="9"/>
                    </a:cubicBezTo>
                    <a:cubicBezTo>
                      <a:pt x="48" y="10"/>
                      <a:pt x="48" y="10"/>
                      <a:pt x="48" y="1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47" y="10"/>
                      <a:pt x="47" y="11"/>
                      <a:pt x="47" y="11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7" y="26"/>
                      <a:pt x="47" y="26"/>
                      <a:pt x="47" y="26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5" y="28"/>
                      <a:pt x="45" y="28"/>
                      <a:pt x="45" y="28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6" y="27"/>
                      <a:pt x="46" y="26"/>
                      <a:pt x="45" y="26"/>
                    </a:cubicBezTo>
                    <a:cubicBezTo>
                      <a:pt x="39" y="15"/>
                      <a:pt x="39" y="15"/>
                      <a:pt x="39" y="15"/>
                    </a:cubicBezTo>
                    <a:cubicBezTo>
                      <a:pt x="39" y="14"/>
                      <a:pt x="39" y="14"/>
                      <a:pt x="39" y="14"/>
                    </a:cubicBezTo>
                    <a:cubicBezTo>
                      <a:pt x="39" y="14"/>
                      <a:pt x="39" y="14"/>
                      <a:pt x="38" y="14"/>
                    </a:cubicBezTo>
                    <a:cubicBezTo>
                      <a:pt x="38" y="15"/>
                      <a:pt x="38" y="15"/>
                      <a:pt x="38" y="15"/>
                    </a:cubicBezTo>
                    <a:cubicBezTo>
                      <a:pt x="37" y="14"/>
                      <a:pt x="37" y="14"/>
                      <a:pt x="37" y="14"/>
                    </a:cubicBezTo>
                    <a:cubicBezTo>
                      <a:pt x="40" y="13"/>
                      <a:pt x="40" y="13"/>
                      <a:pt x="40" y="13"/>
                    </a:cubicBezTo>
                    <a:cubicBezTo>
                      <a:pt x="51" y="21"/>
                      <a:pt x="51" y="21"/>
                      <a:pt x="51" y="21"/>
                    </a:cubicBezTo>
                    <a:close/>
                    <a:moveTo>
                      <a:pt x="70" y="17"/>
                    </a:moveTo>
                    <a:cubicBezTo>
                      <a:pt x="70" y="17"/>
                      <a:pt x="71" y="17"/>
                      <a:pt x="72" y="16"/>
                    </a:cubicBezTo>
                    <a:cubicBezTo>
                      <a:pt x="72" y="15"/>
                      <a:pt x="72" y="14"/>
                      <a:pt x="72" y="14"/>
                    </a:cubicBezTo>
                    <a:cubicBezTo>
                      <a:pt x="70" y="3"/>
                      <a:pt x="70" y="3"/>
                      <a:pt x="70" y="3"/>
                    </a:cubicBezTo>
                    <a:cubicBezTo>
                      <a:pt x="70" y="3"/>
                      <a:pt x="69" y="3"/>
                      <a:pt x="69" y="3"/>
                    </a:cubicBezTo>
                    <a:cubicBezTo>
                      <a:pt x="69" y="3"/>
                      <a:pt x="69" y="3"/>
                      <a:pt x="69" y="3"/>
                    </a:cubicBezTo>
                    <a:cubicBezTo>
                      <a:pt x="68" y="3"/>
                      <a:pt x="68" y="3"/>
                      <a:pt x="68" y="3"/>
                    </a:cubicBezTo>
                    <a:cubicBezTo>
                      <a:pt x="68" y="2"/>
                      <a:pt x="68" y="2"/>
                      <a:pt x="68" y="2"/>
                    </a:cubicBezTo>
                    <a:cubicBezTo>
                      <a:pt x="71" y="1"/>
                      <a:pt x="71" y="1"/>
                      <a:pt x="71" y="1"/>
                    </a:cubicBezTo>
                    <a:cubicBezTo>
                      <a:pt x="71" y="2"/>
                      <a:pt x="71" y="2"/>
                      <a:pt x="71" y="2"/>
                    </a:cubicBezTo>
                    <a:cubicBezTo>
                      <a:pt x="71" y="2"/>
                      <a:pt x="71" y="2"/>
                      <a:pt x="71" y="2"/>
                    </a:cubicBezTo>
                    <a:cubicBezTo>
                      <a:pt x="71" y="2"/>
                      <a:pt x="70" y="2"/>
                      <a:pt x="70" y="2"/>
                    </a:cubicBezTo>
                    <a:cubicBezTo>
                      <a:pt x="70" y="3"/>
                      <a:pt x="70" y="3"/>
                      <a:pt x="70" y="3"/>
                    </a:cubicBezTo>
                    <a:cubicBezTo>
                      <a:pt x="73" y="13"/>
                      <a:pt x="73" y="13"/>
                      <a:pt x="73" y="13"/>
                    </a:cubicBezTo>
                    <a:cubicBezTo>
                      <a:pt x="73" y="15"/>
                      <a:pt x="73" y="16"/>
                      <a:pt x="72" y="16"/>
                    </a:cubicBezTo>
                    <a:cubicBezTo>
                      <a:pt x="71" y="17"/>
                      <a:pt x="71" y="18"/>
                      <a:pt x="70" y="18"/>
                    </a:cubicBezTo>
                    <a:cubicBezTo>
                      <a:pt x="68" y="18"/>
                      <a:pt x="67" y="18"/>
                      <a:pt x="66" y="18"/>
                    </a:cubicBezTo>
                    <a:cubicBezTo>
                      <a:pt x="66" y="17"/>
                      <a:pt x="65" y="17"/>
                      <a:pt x="65" y="15"/>
                    </a:cubicBezTo>
                    <a:cubicBezTo>
                      <a:pt x="62" y="5"/>
                      <a:pt x="62" y="5"/>
                      <a:pt x="62" y="5"/>
                    </a:cubicBezTo>
                    <a:cubicBezTo>
                      <a:pt x="62" y="5"/>
                      <a:pt x="62" y="4"/>
                      <a:pt x="62" y="4"/>
                    </a:cubicBezTo>
                    <a:cubicBezTo>
                      <a:pt x="62" y="4"/>
                      <a:pt x="62" y="4"/>
                      <a:pt x="61" y="4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5" y="3"/>
                      <a:pt x="65" y="3"/>
                      <a:pt x="65" y="3"/>
                    </a:cubicBezTo>
                    <a:cubicBezTo>
                      <a:pt x="65" y="4"/>
                      <a:pt x="65" y="4"/>
                      <a:pt x="65" y="4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4"/>
                      <a:pt x="64" y="4"/>
                      <a:pt x="64" y="5"/>
                    </a:cubicBezTo>
                    <a:cubicBezTo>
                      <a:pt x="66" y="15"/>
                      <a:pt x="66" y="15"/>
                      <a:pt x="66" y="15"/>
                    </a:cubicBezTo>
                    <a:cubicBezTo>
                      <a:pt x="66" y="16"/>
                      <a:pt x="67" y="17"/>
                      <a:pt x="67" y="17"/>
                    </a:cubicBezTo>
                    <a:cubicBezTo>
                      <a:pt x="68" y="18"/>
                      <a:pt x="69" y="18"/>
                      <a:pt x="70" y="17"/>
                    </a:cubicBezTo>
                    <a:close/>
                    <a:moveTo>
                      <a:pt x="84" y="12"/>
                    </a:moveTo>
                    <a:cubicBezTo>
                      <a:pt x="84" y="12"/>
                      <a:pt x="84" y="12"/>
                      <a:pt x="84" y="12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4" y="1"/>
                      <a:pt x="84" y="1"/>
                      <a:pt x="83" y="1"/>
                    </a:cubicBezTo>
                    <a:cubicBezTo>
                      <a:pt x="83" y="1"/>
                      <a:pt x="83" y="1"/>
                      <a:pt x="83" y="1"/>
                    </a:cubicBezTo>
                    <a:cubicBezTo>
                      <a:pt x="82" y="1"/>
                      <a:pt x="82" y="1"/>
                      <a:pt x="82" y="1"/>
                    </a:cubicBezTo>
                    <a:cubicBezTo>
                      <a:pt x="82" y="0"/>
                      <a:pt x="82" y="0"/>
                      <a:pt x="82" y="0"/>
                    </a:cubicBezTo>
                    <a:cubicBezTo>
                      <a:pt x="86" y="0"/>
                      <a:pt x="86" y="0"/>
                      <a:pt x="86" y="0"/>
                    </a:cubicBezTo>
                    <a:cubicBezTo>
                      <a:pt x="86" y="1"/>
                      <a:pt x="86" y="1"/>
                      <a:pt x="86" y="1"/>
                    </a:cubicBezTo>
                    <a:cubicBezTo>
                      <a:pt x="85" y="1"/>
                      <a:pt x="85" y="1"/>
                      <a:pt x="85" y="1"/>
                    </a:cubicBezTo>
                    <a:cubicBezTo>
                      <a:pt x="85" y="1"/>
                      <a:pt x="85" y="1"/>
                      <a:pt x="84" y="1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77" y="3"/>
                      <a:pt x="77" y="3"/>
                      <a:pt x="77" y="3"/>
                    </a:cubicBezTo>
                    <a:cubicBezTo>
                      <a:pt x="77" y="3"/>
                      <a:pt x="77" y="3"/>
                      <a:pt x="77" y="3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77" y="15"/>
                      <a:pt x="78" y="15"/>
                      <a:pt x="78" y="16"/>
                    </a:cubicBezTo>
                    <a:cubicBezTo>
                      <a:pt x="78" y="16"/>
                      <a:pt x="78" y="16"/>
                      <a:pt x="78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76" y="16"/>
                      <a:pt x="76" y="16"/>
                      <a:pt x="76" y="16"/>
                    </a:cubicBezTo>
                    <a:cubicBezTo>
                      <a:pt x="76" y="16"/>
                      <a:pt x="77" y="16"/>
                      <a:pt x="77" y="16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76" y="2"/>
                      <a:pt x="76" y="2"/>
                      <a:pt x="76" y="2"/>
                    </a:cubicBezTo>
                    <a:cubicBezTo>
                      <a:pt x="76" y="2"/>
                      <a:pt x="76" y="2"/>
                      <a:pt x="76" y="1"/>
                    </a:cubicBezTo>
                    <a:cubicBezTo>
                      <a:pt x="76" y="1"/>
                      <a:pt x="75" y="1"/>
                      <a:pt x="75" y="1"/>
                    </a:cubicBezTo>
                    <a:cubicBezTo>
                      <a:pt x="74" y="1"/>
                      <a:pt x="74" y="1"/>
                      <a:pt x="74" y="1"/>
                    </a:cubicBezTo>
                    <a:cubicBezTo>
                      <a:pt x="74" y="1"/>
                      <a:pt x="74" y="1"/>
                      <a:pt x="74" y="1"/>
                    </a:cubicBezTo>
                    <a:cubicBezTo>
                      <a:pt x="77" y="1"/>
                      <a:pt x="77" y="1"/>
                      <a:pt x="77" y="1"/>
                    </a:cubicBezTo>
                    <a:cubicBezTo>
                      <a:pt x="84" y="12"/>
                      <a:pt x="84" y="12"/>
                      <a:pt x="84" y="12"/>
                    </a:cubicBezTo>
                    <a:close/>
                    <a:moveTo>
                      <a:pt x="90" y="1"/>
                    </a:moveTo>
                    <a:cubicBezTo>
                      <a:pt x="90" y="0"/>
                      <a:pt x="90" y="0"/>
                      <a:pt x="90" y="0"/>
                    </a:cubicBezTo>
                    <a:cubicBezTo>
                      <a:pt x="98" y="1"/>
                      <a:pt x="98" y="1"/>
                      <a:pt x="98" y="1"/>
                    </a:cubicBezTo>
                    <a:cubicBezTo>
                      <a:pt x="98" y="1"/>
                      <a:pt x="98" y="1"/>
                      <a:pt x="98" y="1"/>
                    </a:cubicBezTo>
                    <a:cubicBezTo>
                      <a:pt x="96" y="1"/>
                      <a:pt x="96" y="1"/>
                      <a:pt x="96" y="1"/>
                    </a:cubicBezTo>
                    <a:cubicBezTo>
                      <a:pt x="95" y="1"/>
                      <a:pt x="95" y="1"/>
                      <a:pt x="95" y="1"/>
                    </a:cubicBezTo>
                    <a:cubicBezTo>
                      <a:pt x="95" y="1"/>
                      <a:pt x="95" y="1"/>
                      <a:pt x="95" y="2"/>
                    </a:cubicBezTo>
                    <a:cubicBezTo>
                      <a:pt x="94" y="15"/>
                      <a:pt x="94" y="15"/>
                      <a:pt x="94" y="15"/>
                    </a:cubicBezTo>
                    <a:cubicBezTo>
                      <a:pt x="94" y="15"/>
                      <a:pt x="94" y="15"/>
                      <a:pt x="94" y="15"/>
                    </a:cubicBezTo>
                    <a:cubicBezTo>
                      <a:pt x="94" y="15"/>
                      <a:pt x="94" y="15"/>
                      <a:pt x="95" y="15"/>
                    </a:cubicBezTo>
                    <a:cubicBezTo>
                      <a:pt x="97" y="16"/>
                      <a:pt x="97" y="16"/>
                      <a:pt x="97" y="16"/>
                    </a:cubicBezTo>
                    <a:cubicBezTo>
                      <a:pt x="97" y="16"/>
                      <a:pt x="97" y="16"/>
                      <a:pt x="97" y="16"/>
                    </a:cubicBezTo>
                    <a:cubicBezTo>
                      <a:pt x="89" y="16"/>
                      <a:pt x="89" y="16"/>
                      <a:pt x="89" y="16"/>
                    </a:cubicBezTo>
                    <a:cubicBezTo>
                      <a:pt x="89" y="15"/>
                      <a:pt x="89" y="15"/>
                      <a:pt x="89" y="15"/>
                    </a:cubicBezTo>
                    <a:cubicBezTo>
                      <a:pt x="91" y="15"/>
                      <a:pt x="91" y="15"/>
                      <a:pt x="91" y="15"/>
                    </a:cubicBezTo>
                    <a:cubicBezTo>
                      <a:pt x="92" y="15"/>
                      <a:pt x="92" y="15"/>
                      <a:pt x="92" y="15"/>
                    </a:cubicBezTo>
                    <a:cubicBezTo>
                      <a:pt x="92" y="15"/>
                      <a:pt x="92" y="15"/>
                      <a:pt x="92" y="15"/>
                    </a:cubicBezTo>
                    <a:cubicBezTo>
                      <a:pt x="93" y="2"/>
                      <a:pt x="93" y="2"/>
                      <a:pt x="93" y="2"/>
                    </a:cubicBezTo>
                    <a:cubicBezTo>
                      <a:pt x="93" y="1"/>
                      <a:pt x="93" y="1"/>
                      <a:pt x="93" y="1"/>
                    </a:cubicBezTo>
                    <a:cubicBezTo>
                      <a:pt x="93" y="1"/>
                      <a:pt x="93" y="1"/>
                      <a:pt x="92" y="1"/>
                    </a:cubicBezTo>
                    <a:cubicBezTo>
                      <a:pt x="90" y="1"/>
                      <a:pt x="90" y="1"/>
                      <a:pt x="90" y="1"/>
                    </a:cubicBezTo>
                    <a:close/>
                    <a:moveTo>
                      <a:pt x="109" y="3"/>
                    </a:moveTo>
                    <a:cubicBezTo>
                      <a:pt x="109" y="2"/>
                      <a:pt x="109" y="2"/>
                      <a:pt x="109" y="2"/>
                    </a:cubicBezTo>
                    <a:cubicBezTo>
                      <a:pt x="113" y="3"/>
                      <a:pt x="113" y="3"/>
                      <a:pt x="113" y="3"/>
                    </a:cubicBezTo>
                    <a:cubicBezTo>
                      <a:pt x="113" y="3"/>
                      <a:pt x="113" y="3"/>
                      <a:pt x="113" y="3"/>
                    </a:cubicBezTo>
                    <a:cubicBezTo>
                      <a:pt x="112" y="3"/>
                      <a:pt x="112" y="3"/>
                      <a:pt x="112" y="3"/>
                    </a:cubicBezTo>
                    <a:cubicBezTo>
                      <a:pt x="112" y="3"/>
                      <a:pt x="112" y="3"/>
                      <a:pt x="111" y="4"/>
                    </a:cubicBezTo>
                    <a:cubicBezTo>
                      <a:pt x="111" y="4"/>
                      <a:pt x="111" y="4"/>
                      <a:pt x="111" y="4"/>
                    </a:cubicBezTo>
                    <a:cubicBezTo>
                      <a:pt x="105" y="17"/>
                      <a:pt x="105" y="17"/>
                      <a:pt x="105" y="17"/>
                    </a:cubicBezTo>
                    <a:cubicBezTo>
                      <a:pt x="104" y="17"/>
                      <a:pt x="104" y="17"/>
                      <a:pt x="104" y="17"/>
                    </a:cubicBezTo>
                    <a:cubicBezTo>
                      <a:pt x="103" y="3"/>
                      <a:pt x="103" y="3"/>
                      <a:pt x="103" y="3"/>
                    </a:cubicBezTo>
                    <a:cubicBezTo>
                      <a:pt x="103" y="3"/>
                      <a:pt x="103" y="2"/>
                      <a:pt x="103" y="2"/>
                    </a:cubicBezTo>
                    <a:cubicBezTo>
                      <a:pt x="103" y="2"/>
                      <a:pt x="103" y="2"/>
                      <a:pt x="102" y="2"/>
                    </a:cubicBezTo>
                    <a:cubicBezTo>
                      <a:pt x="102" y="2"/>
                      <a:pt x="102" y="2"/>
                      <a:pt x="102" y="2"/>
                    </a:cubicBezTo>
                    <a:cubicBezTo>
                      <a:pt x="102" y="1"/>
                      <a:pt x="102" y="1"/>
                      <a:pt x="102" y="1"/>
                    </a:cubicBezTo>
                    <a:cubicBezTo>
                      <a:pt x="106" y="2"/>
                      <a:pt x="106" y="2"/>
                      <a:pt x="106" y="2"/>
                    </a:cubicBezTo>
                    <a:cubicBezTo>
                      <a:pt x="106" y="2"/>
                      <a:pt x="106" y="2"/>
                      <a:pt x="106" y="2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5" y="3"/>
                      <a:pt x="105" y="3"/>
                      <a:pt x="105" y="3"/>
                    </a:cubicBezTo>
                    <a:cubicBezTo>
                      <a:pt x="105" y="14"/>
                      <a:pt x="105" y="14"/>
                      <a:pt x="105" y="14"/>
                    </a:cubicBezTo>
                    <a:cubicBezTo>
                      <a:pt x="106" y="14"/>
                      <a:pt x="106" y="14"/>
                      <a:pt x="106" y="14"/>
                    </a:cubicBezTo>
                    <a:cubicBezTo>
                      <a:pt x="110" y="4"/>
                      <a:pt x="110" y="4"/>
                      <a:pt x="110" y="4"/>
                    </a:cubicBezTo>
                    <a:cubicBezTo>
                      <a:pt x="110" y="4"/>
                      <a:pt x="110" y="4"/>
                      <a:pt x="110" y="3"/>
                    </a:cubicBezTo>
                    <a:cubicBezTo>
                      <a:pt x="110" y="3"/>
                      <a:pt x="110" y="3"/>
                      <a:pt x="110" y="3"/>
                    </a:cubicBezTo>
                    <a:cubicBezTo>
                      <a:pt x="109" y="3"/>
                      <a:pt x="109" y="3"/>
                      <a:pt x="109" y="3"/>
                    </a:cubicBezTo>
                    <a:close/>
                    <a:moveTo>
                      <a:pt x="116" y="5"/>
                    </a:moveTo>
                    <a:cubicBezTo>
                      <a:pt x="116" y="5"/>
                      <a:pt x="116" y="5"/>
                      <a:pt x="116" y="5"/>
                    </a:cubicBezTo>
                    <a:cubicBezTo>
                      <a:pt x="117" y="5"/>
                      <a:pt x="117" y="5"/>
                      <a:pt x="117" y="5"/>
                    </a:cubicBezTo>
                    <a:cubicBezTo>
                      <a:pt x="117" y="5"/>
                      <a:pt x="117" y="6"/>
                      <a:pt x="117" y="6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9"/>
                      <a:pt x="113" y="19"/>
                    </a:cubicBezTo>
                    <a:cubicBezTo>
                      <a:pt x="112" y="19"/>
                      <a:pt x="112" y="19"/>
                      <a:pt x="112" y="19"/>
                    </a:cubicBezTo>
                    <a:cubicBezTo>
                      <a:pt x="111" y="18"/>
                      <a:pt x="111" y="18"/>
                      <a:pt x="111" y="18"/>
                    </a:cubicBezTo>
                    <a:cubicBezTo>
                      <a:pt x="111" y="19"/>
                      <a:pt x="111" y="19"/>
                      <a:pt x="111" y="19"/>
                    </a:cubicBezTo>
                    <a:cubicBezTo>
                      <a:pt x="120" y="22"/>
                      <a:pt x="120" y="22"/>
                      <a:pt x="120" y="22"/>
                    </a:cubicBezTo>
                    <a:cubicBezTo>
                      <a:pt x="122" y="19"/>
                      <a:pt x="122" y="19"/>
                      <a:pt x="122" y="19"/>
                    </a:cubicBezTo>
                    <a:cubicBezTo>
                      <a:pt x="122" y="18"/>
                      <a:pt x="122" y="18"/>
                      <a:pt x="122" y="18"/>
                    </a:cubicBezTo>
                    <a:cubicBezTo>
                      <a:pt x="121" y="19"/>
                      <a:pt x="120" y="20"/>
                      <a:pt x="120" y="20"/>
                    </a:cubicBezTo>
                    <a:cubicBezTo>
                      <a:pt x="119" y="21"/>
                      <a:pt x="118" y="21"/>
                      <a:pt x="117" y="20"/>
                    </a:cubicBezTo>
                    <a:cubicBezTo>
                      <a:pt x="115" y="20"/>
                      <a:pt x="115" y="20"/>
                      <a:pt x="115" y="20"/>
                    </a:cubicBezTo>
                    <a:cubicBezTo>
                      <a:pt x="115" y="20"/>
                      <a:pt x="114" y="19"/>
                      <a:pt x="114" y="19"/>
                    </a:cubicBezTo>
                    <a:cubicBezTo>
                      <a:pt x="114" y="19"/>
                      <a:pt x="114" y="19"/>
                      <a:pt x="114" y="19"/>
                    </a:cubicBezTo>
                    <a:cubicBezTo>
                      <a:pt x="116" y="12"/>
                      <a:pt x="116" y="12"/>
                      <a:pt x="116" y="12"/>
                    </a:cubicBezTo>
                    <a:cubicBezTo>
                      <a:pt x="119" y="13"/>
                      <a:pt x="119" y="13"/>
                      <a:pt x="119" y="13"/>
                    </a:cubicBezTo>
                    <a:cubicBezTo>
                      <a:pt x="120" y="13"/>
                      <a:pt x="120" y="13"/>
                      <a:pt x="120" y="14"/>
                    </a:cubicBezTo>
                    <a:cubicBezTo>
                      <a:pt x="120" y="14"/>
                      <a:pt x="120" y="15"/>
                      <a:pt x="120" y="15"/>
                    </a:cubicBezTo>
                    <a:cubicBezTo>
                      <a:pt x="120" y="16"/>
                      <a:pt x="120" y="16"/>
                      <a:pt x="120" y="16"/>
                    </a:cubicBezTo>
                    <a:cubicBezTo>
                      <a:pt x="120" y="16"/>
                      <a:pt x="120" y="16"/>
                      <a:pt x="120" y="16"/>
                    </a:cubicBezTo>
                    <a:cubicBezTo>
                      <a:pt x="122" y="11"/>
                      <a:pt x="122" y="11"/>
                      <a:pt x="122" y="11"/>
                    </a:cubicBezTo>
                    <a:cubicBezTo>
                      <a:pt x="122" y="11"/>
                      <a:pt x="122" y="11"/>
                      <a:pt x="122" y="11"/>
                    </a:cubicBezTo>
                    <a:cubicBezTo>
                      <a:pt x="121" y="11"/>
                      <a:pt x="121" y="11"/>
                      <a:pt x="121" y="11"/>
                    </a:cubicBezTo>
                    <a:cubicBezTo>
                      <a:pt x="121" y="12"/>
                      <a:pt x="121" y="12"/>
                      <a:pt x="121" y="12"/>
                    </a:cubicBezTo>
                    <a:cubicBezTo>
                      <a:pt x="120" y="13"/>
                      <a:pt x="120" y="13"/>
                      <a:pt x="119" y="12"/>
                    </a:cubicBezTo>
                    <a:cubicBezTo>
                      <a:pt x="117" y="12"/>
                      <a:pt x="117" y="12"/>
                      <a:pt x="117" y="12"/>
                    </a:cubicBezTo>
                    <a:cubicBezTo>
                      <a:pt x="118" y="6"/>
                      <a:pt x="118" y="6"/>
                      <a:pt x="118" y="6"/>
                    </a:cubicBezTo>
                    <a:cubicBezTo>
                      <a:pt x="118" y="6"/>
                      <a:pt x="119" y="6"/>
                      <a:pt x="119" y="6"/>
                    </a:cubicBezTo>
                    <a:cubicBezTo>
                      <a:pt x="119" y="6"/>
                      <a:pt x="119" y="6"/>
                      <a:pt x="119" y="6"/>
                    </a:cubicBezTo>
                    <a:cubicBezTo>
                      <a:pt x="122" y="7"/>
                      <a:pt x="122" y="7"/>
                      <a:pt x="122" y="7"/>
                    </a:cubicBezTo>
                    <a:cubicBezTo>
                      <a:pt x="122" y="7"/>
                      <a:pt x="123" y="7"/>
                      <a:pt x="123" y="8"/>
                    </a:cubicBezTo>
                    <a:cubicBezTo>
                      <a:pt x="124" y="8"/>
                      <a:pt x="124" y="9"/>
                      <a:pt x="124" y="10"/>
                    </a:cubicBezTo>
                    <a:cubicBezTo>
                      <a:pt x="125" y="10"/>
                      <a:pt x="125" y="10"/>
                      <a:pt x="125" y="10"/>
                    </a:cubicBezTo>
                    <a:cubicBezTo>
                      <a:pt x="125" y="7"/>
                      <a:pt x="125" y="7"/>
                      <a:pt x="125" y="7"/>
                    </a:cubicBezTo>
                    <a:cubicBezTo>
                      <a:pt x="116" y="4"/>
                      <a:pt x="116" y="4"/>
                      <a:pt x="116" y="4"/>
                    </a:cubicBezTo>
                    <a:cubicBezTo>
                      <a:pt x="116" y="5"/>
                      <a:pt x="116" y="5"/>
                      <a:pt x="116" y="5"/>
                    </a:cubicBezTo>
                    <a:close/>
                    <a:moveTo>
                      <a:pt x="136" y="17"/>
                    </a:moveTo>
                    <a:cubicBezTo>
                      <a:pt x="136" y="18"/>
                      <a:pt x="135" y="19"/>
                      <a:pt x="134" y="19"/>
                    </a:cubicBezTo>
                    <a:cubicBezTo>
                      <a:pt x="133" y="19"/>
                      <a:pt x="133" y="19"/>
                      <a:pt x="132" y="19"/>
                    </a:cubicBezTo>
                    <a:cubicBezTo>
                      <a:pt x="131" y="26"/>
                      <a:pt x="131" y="26"/>
                      <a:pt x="131" y="26"/>
                    </a:cubicBezTo>
                    <a:cubicBezTo>
                      <a:pt x="131" y="26"/>
                      <a:pt x="131" y="27"/>
                      <a:pt x="131" y="27"/>
                    </a:cubicBezTo>
                    <a:cubicBezTo>
                      <a:pt x="131" y="27"/>
                      <a:pt x="131" y="27"/>
                      <a:pt x="132" y="27"/>
                    </a:cubicBezTo>
                    <a:cubicBezTo>
                      <a:pt x="132" y="27"/>
                      <a:pt x="132" y="27"/>
                      <a:pt x="132" y="27"/>
                    </a:cubicBezTo>
                    <a:cubicBezTo>
                      <a:pt x="132" y="28"/>
                      <a:pt x="132" y="28"/>
                      <a:pt x="132" y="28"/>
                    </a:cubicBezTo>
                    <a:cubicBezTo>
                      <a:pt x="130" y="27"/>
                      <a:pt x="130" y="27"/>
                      <a:pt x="130" y="27"/>
                    </a:cubicBezTo>
                    <a:cubicBezTo>
                      <a:pt x="130" y="18"/>
                      <a:pt x="130" y="18"/>
                      <a:pt x="130" y="18"/>
                    </a:cubicBezTo>
                    <a:cubicBezTo>
                      <a:pt x="129" y="17"/>
                      <a:pt x="129" y="17"/>
                      <a:pt x="129" y="17"/>
                    </a:cubicBezTo>
                    <a:cubicBezTo>
                      <a:pt x="126" y="23"/>
                      <a:pt x="126" y="23"/>
                      <a:pt x="126" y="23"/>
                    </a:cubicBezTo>
                    <a:cubicBezTo>
                      <a:pt x="125" y="24"/>
                      <a:pt x="125" y="24"/>
                      <a:pt x="126" y="24"/>
                    </a:cubicBezTo>
                    <a:cubicBezTo>
                      <a:pt x="126" y="24"/>
                      <a:pt x="126" y="24"/>
                      <a:pt x="126" y="24"/>
                    </a:cubicBezTo>
                    <a:cubicBezTo>
                      <a:pt x="126" y="25"/>
                      <a:pt x="126" y="25"/>
                      <a:pt x="126" y="25"/>
                    </a:cubicBezTo>
                    <a:cubicBezTo>
                      <a:pt x="126" y="25"/>
                      <a:pt x="126" y="25"/>
                      <a:pt x="126" y="25"/>
                    </a:cubicBezTo>
                    <a:cubicBezTo>
                      <a:pt x="122" y="23"/>
                      <a:pt x="122" y="23"/>
                      <a:pt x="122" y="23"/>
                    </a:cubicBezTo>
                    <a:cubicBezTo>
                      <a:pt x="123" y="23"/>
                      <a:pt x="123" y="23"/>
                      <a:pt x="123" y="23"/>
                    </a:cubicBezTo>
                    <a:cubicBezTo>
                      <a:pt x="123" y="23"/>
                      <a:pt x="123" y="23"/>
                      <a:pt x="123" y="23"/>
                    </a:cubicBezTo>
                    <a:cubicBezTo>
                      <a:pt x="123" y="23"/>
                      <a:pt x="124" y="23"/>
                      <a:pt x="124" y="23"/>
                    </a:cubicBezTo>
                    <a:cubicBezTo>
                      <a:pt x="124" y="23"/>
                      <a:pt x="124" y="23"/>
                      <a:pt x="124" y="23"/>
                    </a:cubicBezTo>
                    <a:cubicBezTo>
                      <a:pt x="130" y="11"/>
                      <a:pt x="130" y="11"/>
                      <a:pt x="130" y="11"/>
                    </a:cubicBezTo>
                    <a:cubicBezTo>
                      <a:pt x="130" y="11"/>
                      <a:pt x="130" y="11"/>
                      <a:pt x="130" y="10"/>
                    </a:cubicBezTo>
                    <a:cubicBezTo>
                      <a:pt x="130" y="10"/>
                      <a:pt x="130" y="10"/>
                      <a:pt x="130" y="10"/>
                    </a:cubicBezTo>
                    <a:cubicBezTo>
                      <a:pt x="129" y="10"/>
                      <a:pt x="129" y="10"/>
                      <a:pt x="129" y="10"/>
                    </a:cubicBezTo>
                    <a:cubicBezTo>
                      <a:pt x="130" y="9"/>
                      <a:pt x="130" y="9"/>
                      <a:pt x="130" y="9"/>
                    </a:cubicBezTo>
                    <a:cubicBezTo>
                      <a:pt x="134" y="12"/>
                      <a:pt x="134" y="12"/>
                      <a:pt x="134" y="12"/>
                    </a:cubicBezTo>
                    <a:cubicBezTo>
                      <a:pt x="135" y="12"/>
                      <a:pt x="136" y="13"/>
                      <a:pt x="137" y="14"/>
                    </a:cubicBezTo>
                    <a:cubicBezTo>
                      <a:pt x="137" y="15"/>
                      <a:pt x="137" y="16"/>
                      <a:pt x="136" y="17"/>
                    </a:cubicBezTo>
                    <a:close/>
                    <a:moveTo>
                      <a:pt x="129" y="17"/>
                    </a:moveTo>
                    <a:cubicBezTo>
                      <a:pt x="131" y="18"/>
                      <a:pt x="131" y="18"/>
                      <a:pt x="131" y="18"/>
                    </a:cubicBezTo>
                    <a:cubicBezTo>
                      <a:pt x="131" y="18"/>
                      <a:pt x="132" y="18"/>
                      <a:pt x="133" y="18"/>
                    </a:cubicBezTo>
                    <a:cubicBezTo>
                      <a:pt x="134" y="18"/>
                      <a:pt x="134" y="17"/>
                      <a:pt x="135" y="16"/>
                    </a:cubicBezTo>
                    <a:cubicBezTo>
                      <a:pt x="135" y="15"/>
                      <a:pt x="136" y="15"/>
                      <a:pt x="135" y="14"/>
                    </a:cubicBezTo>
                    <a:cubicBezTo>
                      <a:pt x="135" y="13"/>
                      <a:pt x="135" y="12"/>
                      <a:pt x="133" y="12"/>
                    </a:cubicBezTo>
                    <a:cubicBezTo>
                      <a:pt x="133" y="11"/>
                      <a:pt x="133" y="11"/>
                      <a:pt x="133" y="11"/>
                    </a:cubicBezTo>
                    <a:cubicBezTo>
                      <a:pt x="132" y="11"/>
                      <a:pt x="132" y="11"/>
                      <a:pt x="132" y="11"/>
                    </a:cubicBezTo>
                    <a:cubicBezTo>
                      <a:pt x="132" y="11"/>
                      <a:pt x="132" y="11"/>
                      <a:pt x="132" y="12"/>
                    </a:cubicBezTo>
                    <a:cubicBezTo>
                      <a:pt x="129" y="17"/>
                      <a:pt x="129" y="17"/>
                      <a:pt x="129" y="17"/>
                    </a:cubicBezTo>
                    <a:close/>
                    <a:moveTo>
                      <a:pt x="141" y="25"/>
                    </a:moveTo>
                    <a:cubicBezTo>
                      <a:pt x="142" y="27"/>
                      <a:pt x="142" y="28"/>
                      <a:pt x="142" y="28"/>
                    </a:cubicBezTo>
                    <a:cubicBezTo>
                      <a:pt x="142" y="29"/>
                      <a:pt x="142" y="30"/>
                      <a:pt x="142" y="30"/>
                    </a:cubicBezTo>
                    <a:cubicBezTo>
                      <a:pt x="141" y="31"/>
                      <a:pt x="141" y="32"/>
                      <a:pt x="140" y="32"/>
                    </a:cubicBezTo>
                    <a:cubicBezTo>
                      <a:pt x="139" y="32"/>
                      <a:pt x="138" y="32"/>
                      <a:pt x="137" y="32"/>
                    </a:cubicBezTo>
                    <a:cubicBezTo>
                      <a:pt x="137" y="31"/>
                      <a:pt x="136" y="30"/>
                      <a:pt x="136" y="29"/>
                    </a:cubicBezTo>
                    <a:cubicBezTo>
                      <a:pt x="135" y="28"/>
                      <a:pt x="136" y="27"/>
                      <a:pt x="136" y="26"/>
                    </a:cubicBezTo>
                    <a:cubicBezTo>
                      <a:pt x="136" y="26"/>
                      <a:pt x="136" y="26"/>
                      <a:pt x="136" y="26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5" y="30"/>
                      <a:pt x="135" y="30"/>
                      <a:pt x="135" y="30"/>
                    </a:cubicBezTo>
                    <a:cubicBezTo>
                      <a:pt x="135" y="30"/>
                      <a:pt x="135" y="30"/>
                      <a:pt x="136" y="31"/>
                    </a:cubicBezTo>
                    <a:cubicBezTo>
                      <a:pt x="136" y="31"/>
                      <a:pt x="136" y="32"/>
                      <a:pt x="137" y="32"/>
                    </a:cubicBezTo>
                    <a:cubicBezTo>
                      <a:pt x="138" y="33"/>
                      <a:pt x="139" y="33"/>
                      <a:pt x="140" y="33"/>
                    </a:cubicBezTo>
                    <a:cubicBezTo>
                      <a:pt x="142" y="33"/>
                      <a:pt x="142" y="32"/>
                      <a:pt x="143" y="31"/>
                    </a:cubicBezTo>
                    <a:cubicBezTo>
                      <a:pt x="144" y="30"/>
                      <a:pt x="144" y="29"/>
                      <a:pt x="144" y="28"/>
                    </a:cubicBezTo>
                    <a:cubicBezTo>
                      <a:pt x="144" y="27"/>
                      <a:pt x="143" y="26"/>
                      <a:pt x="142" y="25"/>
                    </a:cubicBezTo>
                    <a:cubicBezTo>
                      <a:pt x="141" y="23"/>
                      <a:pt x="141" y="22"/>
                      <a:pt x="141" y="22"/>
                    </a:cubicBezTo>
                    <a:cubicBezTo>
                      <a:pt x="141" y="21"/>
                      <a:pt x="141" y="20"/>
                      <a:pt x="141" y="20"/>
                    </a:cubicBezTo>
                    <a:cubicBezTo>
                      <a:pt x="142" y="19"/>
                      <a:pt x="142" y="19"/>
                      <a:pt x="143" y="19"/>
                    </a:cubicBezTo>
                    <a:cubicBezTo>
                      <a:pt x="144" y="18"/>
                      <a:pt x="144" y="18"/>
                      <a:pt x="145" y="19"/>
                    </a:cubicBezTo>
                    <a:cubicBezTo>
                      <a:pt x="146" y="20"/>
                      <a:pt x="147" y="20"/>
                      <a:pt x="147" y="21"/>
                    </a:cubicBezTo>
                    <a:cubicBezTo>
                      <a:pt x="147" y="22"/>
                      <a:pt x="147" y="23"/>
                      <a:pt x="147" y="24"/>
                    </a:cubicBezTo>
                    <a:cubicBezTo>
                      <a:pt x="147" y="24"/>
                      <a:pt x="147" y="24"/>
                      <a:pt x="147" y="24"/>
                    </a:cubicBezTo>
                    <a:cubicBezTo>
                      <a:pt x="149" y="21"/>
                      <a:pt x="149" y="21"/>
                      <a:pt x="149" y="21"/>
                    </a:cubicBezTo>
                    <a:cubicBezTo>
                      <a:pt x="149" y="21"/>
                      <a:pt x="149" y="21"/>
                      <a:pt x="148" y="21"/>
                    </a:cubicBezTo>
                    <a:cubicBezTo>
                      <a:pt x="148" y="21"/>
                      <a:pt x="148" y="21"/>
                      <a:pt x="148" y="21"/>
                    </a:cubicBezTo>
                    <a:cubicBezTo>
                      <a:pt x="148" y="21"/>
                      <a:pt x="147" y="20"/>
                      <a:pt x="147" y="20"/>
                    </a:cubicBezTo>
                    <a:cubicBezTo>
                      <a:pt x="147" y="19"/>
                      <a:pt x="146" y="19"/>
                      <a:pt x="146" y="19"/>
                    </a:cubicBezTo>
                    <a:cubicBezTo>
                      <a:pt x="145" y="18"/>
                      <a:pt x="144" y="18"/>
                      <a:pt x="143" y="18"/>
                    </a:cubicBezTo>
                    <a:cubicBezTo>
                      <a:pt x="141" y="18"/>
                      <a:pt x="141" y="19"/>
                      <a:pt x="140" y="19"/>
                    </a:cubicBezTo>
                    <a:cubicBezTo>
                      <a:pt x="139" y="20"/>
                      <a:pt x="139" y="21"/>
                      <a:pt x="139" y="22"/>
                    </a:cubicBezTo>
                    <a:cubicBezTo>
                      <a:pt x="140" y="23"/>
                      <a:pt x="140" y="24"/>
                      <a:pt x="141" y="25"/>
                    </a:cubicBezTo>
                    <a:close/>
                    <a:moveTo>
                      <a:pt x="154" y="26"/>
                    </a:moveTo>
                    <a:cubicBezTo>
                      <a:pt x="154" y="26"/>
                      <a:pt x="154" y="26"/>
                      <a:pt x="154" y="26"/>
                    </a:cubicBezTo>
                    <a:cubicBezTo>
                      <a:pt x="159" y="31"/>
                      <a:pt x="159" y="31"/>
                      <a:pt x="159" y="31"/>
                    </a:cubicBezTo>
                    <a:cubicBezTo>
                      <a:pt x="159" y="31"/>
                      <a:pt x="159" y="31"/>
                      <a:pt x="159" y="31"/>
                    </a:cubicBezTo>
                    <a:cubicBezTo>
                      <a:pt x="158" y="30"/>
                      <a:pt x="158" y="30"/>
                      <a:pt x="158" y="30"/>
                    </a:cubicBezTo>
                    <a:cubicBezTo>
                      <a:pt x="157" y="29"/>
                      <a:pt x="157" y="29"/>
                      <a:pt x="157" y="29"/>
                    </a:cubicBezTo>
                    <a:cubicBezTo>
                      <a:pt x="157" y="29"/>
                      <a:pt x="157" y="29"/>
                      <a:pt x="156" y="30"/>
                    </a:cubicBezTo>
                    <a:cubicBezTo>
                      <a:pt x="147" y="39"/>
                      <a:pt x="147" y="39"/>
                      <a:pt x="147" y="39"/>
                    </a:cubicBezTo>
                    <a:cubicBezTo>
                      <a:pt x="147" y="39"/>
                      <a:pt x="147" y="39"/>
                      <a:pt x="147" y="40"/>
                    </a:cubicBezTo>
                    <a:cubicBezTo>
                      <a:pt x="147" y="40"/>
                      <a:pt x="147" y="40"/>
                      <a:pt x="148" y="40"/>
                    </a:cubicBezTo>
                    <a:cubicBezTo>
                      <a:pt x="149" y="42"/>
                      <a:pt x="149" y="42"/>
                      <a:pt x="149" y="42"/>
                    </a:cubicBezTo>
                    <a:cubicBezTo>
                      <a:pt x="149" y="42"/>
                      <a:pt x="149" y="42"/>
                      <a:pt x="149" y="42"/>
                    </a:cubicBezTo>
                    <a:cubicBezTo>
                      <a:pt x="143" y="37"/>
                      <a:pt x="143" y="37"/>
                      <a:pt x="143" y="37"/>
                    </a:cubicBezTo>
                    <a:cubicBezTo>
                      <a:pt x="144" y="37"/>
                      <a:pt x="144" y="37"/>
                      <a:pt x="144" y="37"/>
                    </a:cubicBezTo>
                    <a:cubicBezTo>
                      <a:pt x="145" y="38"/>
                      <a:pt x="145" y="38"/>
                      <a:pt x="145" y="38"/>
                    </a:cubicBezTo>
                    <a:cubicBezTo>
                      <a:pt x="146" y="38"/>
                      <a:pt x="146" y="38"/>
                      <a:pt x="146" y="38"/>
                    </a:cubicBezTo>
                    <a:cubicBezTo>
                      <a:pt x="146" y="38"/>
                      <a:pt x="146" y="38"/>
                      <a:pt x="146" y="38"/>
                    </a:cubicBezTo>
                    <a:cubicBezTo>
                      <a:pt x="155" y="29"/>
                      <a:pt x="155" y="29"/>
                      <a:pt x="155" y="29"/>
                    </a:cubicBezTo>
                    <a:cubicBezTo>
                      <a:pt x="155" y="28"/>
                      <a:pt x="156" y="28"/>
                      <a:pt x="156" y="28"/>
                    </a:cubicBezTo>
                    <a:cubicBezTo>
                      <a:pt x="156" y="28"/>
                      <a:pt x="155" y="28"/>
                      <a:pt x="155" y="27"/>
                    </a:cubicBezTo>
                    <a:cubicBezTo>
                      <a:pt x="154" y="26"/>
                      <a:pt x="154" y="26"/>
                      <a:pt x="154" y="26"/>
                    </a:cubicBezTo>
                    <a:close/>
                    <a:moveTo>
                      <a:pt x="155" y="50"/>
                    </a:moveTo>
                    <a:cubicBezTo>
                      <a:pt x="156" y="50"/>
                      <a:pt x="156" y="50"/>
                      <a:pt x="156" y="50"/>
                    </a:cubicBezTo>
                    <a:cubicBezTo>
                      <a:pt x="155" y="49"/>
                      <a:pt x="155" y="49"/>
                      <a:pt x="155" y="49"/>
                    </a:cubicBezTo>
                    <a:cubicBezTo>
                      <a:pt x="155" y="49"/>
                      <a:pt x="155" y="49"/>
                      <a:pt x="155" y="49"/>
                    </a:cubicBezTo>
                    <a:cubicBezTo>
                      <a:pt x="155" y="49"/>
                      <a:pt x="155" y="48"/>
                      <a:pt x="155" y="48"/>
                    </a:cubicBezTo>
                    <a:cubicBezTo>
                      <a:pt x="165" y="40"/>
                      <a:pt x="165" y="40"/>
                      <a:pt x="165" y="40"/>
                    </a:cubicBezTo>
                    <a:cubicBezTo>
                      <a:pt x="166" y="40"/>
                      <a:pt x="166" y="40"/>
                      <a:pt x="166" y="40"/>
                    </a:cubicBezTo>
                    <a:cubicBezTo>
                      <a:pt x="166" y="40"/>
                      <a:pt x="166" y="40"/>
                      <a:pt x="167" y="40"/>
                    </a:cubicBezTo>
                    <a:cubicBezTo>
                      <a:pt x="167" y="41"/>
                      <a:pt x="167" y="42"/>
                      <a:pt x="167" y="42"/>
                    </a:cubicBezTo>
                    <a:cubicBezTo>
                      <a:pt x="167" y="43"/>
                      <a:pt x="167" y="43"/>
                      <a:pt x="166" y="45"/>
                    </a:cubicBezTo>
                    <a:cubicBezTo>
                      <a:pt x="166" y="45"/>
                      <a:pt x="166" y="45"/>
                      <a:pt x="166" y="45"/>
                    </a:cubicBezTo>
                    <a:cubicBezTo>
                      <a:pt x="169" y="42"/>
                      <a:pt x="169" y="42"/>
                      <a:pt x="169" y="42"/>
                    </a:cubicBezTo>
                    <a:cubicBezTo>
                      <a:pt x="163" y="35"/>
                      <a:pt x="163" y="35"/>
                      <a:pt x="163" y="35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62" y="37"/>
                      <a:pt x="163" y="37"/>
                      <a:pt x="163" y="37"/>
                    </a:cubicBezTo>
                    <a:cubicBezTo>
                      <a:pt x="163" y="37"/>
                      <a:pt x="164" y="37"/>
                      <a:pt x="164" y="38"/>
                    </a:cubicBezTo>
                    <a:cubicBezTo>
                      <a:pt x="165" y="38"/>
                      <a:pt x="165" y="38"/>
                      <a:pt x="165" y="38"/>
                    </a:cubicBezTo>
                    <a:cubicBezTo>
                      <a:pt x="165" y="39"/>
                      <a:pt x="165" y="39"/>
                      <a:pt x="164" y="39"/>
                    </a:cubicBezTo>
                    <a:cubicBezTo>
                      <a:pt x="154" y="47"/>
                      <a:pt x="154" y="47"/>
                      <a:pt x="154" y="47"/>
                    </a:cubicBezTo>
                    <a:cubicBezTo>
                      <a:pt x="154" y="47"/>
                      <a:pt x="154" y="47"/>
                      <a:pt x="154" y="47"/>
                    </a:cubicBezTo>
                    <a:cubicBezTo>
                      <a:pt x="154" y="47"/>
                      <a:pt x="153" y="47"/>
                      <a:pt x="153" y="47"/>
                    </a:cubicBezTo>
                    <a:cubicBezTo>
                      <a:pt x="153" y="46"/>
                      <a:pt x="153" y="46"/>
                      <a:pt x="153" y="46"/>
                    </a:cubicBezTo>
                    <a:cubicBezTo>
                      <a:pt x="152" y="47"/>
                      <a:pt x="152" y="47"/>
                      <a:pt x="152" y="47"/>
                    </a:cubicBezTo>
                    <a:cubicBezTo>
                      <a:pt x="155" y="50"/>
                      <a:pt x="155" y="50"/>
                      <a:pt x="155" y="50"/>
                    </a:cubicBezTo>
                    <a:close/>
                    <a:moveTo>
                      <a:pt x="174" y="54"/>
                    </a:moveTo>
                    <a:cubicBezTo>
                      <a:pt x="174" y="54"/>
                      <a:pt x="175" y="54"/>
                      <a:pt x="175" y="53"/>
                    </a:cubicBezTo>
                    <a:cubicBezTo>
                      <a:pt x="175" y="53"/>
                      <a:pt x="175" y="53"/>
                      <a:pt x="174" y="53"/>
                    </a:cubicBezTo>
                    <a:cubicBezTo>
                      <a:pt x="174" y="52"/>
                      <a:pt x="174" y="52"/>
                      <a:pt x="174" y="52"/>
                    </a:cubicBezTo>
                    <a:cubicBezTo>
                      <a:pt x="175" y="52"/>
                      <a:pt x="175" y="52"/>
                      <a:pt x="175" y="52"/>
                    </a:cubicBezTo>
                    <a:cubicBezTo>
                      <a:pt x="177" y="55"/>
                      <a:pt x="177" y="55"/>
                      <a:pt x="177" y="55"/>
                    </a:cubicBezTo>
                    <a:cubicBezTo>
                      <a:pt x="176" y="55"/>
                      <a:pt x="176" y="55"/>
                      <a:pt x="176" y="55"/>
                    </a:cubicBezTo>
                    <a:cubicBezTo>
                      <a:pt x="176" y="55"/>
                      <a:pt x="176" y="55"/>
                      <a:pt x="176" y="55"/>
                    </a:cubicBezTo>
                    <a:cubicBezTo>
                      <a:pt x="176" y="55"/>
                      <a:pt x="176" y="55"/>
                      <a:pt x="175" y="55"/>
                    </a:cubicBezTo>
                    <a:cubicBezTo>
                      <a:pt x="175" y="55"/>
                      <a:pt x="175" y="55"/>
                      <a:pt x="174" y="55"/>
                    </a:cubicBezTo>
                    <a:cubicBezTo>
                      <a:pt x="166" y="56"/>
                      <a:pt x="166" y="56"/>
                      <a:pt x="166" y="56"/>
                    </a:cubicBezTo>
                    <a:cubicBezTo>
                      <a:pt x="162" y="58"/>
                      <a:pt x="162" y="58"/>
                      <a:pt x="162" y="58"/>
                    </a:cubicBezTo>
                    <a:cubicBezTo>
                      <a:pt x="162" y="59"/>
                      <a:pt x="162" y="59"/>
                      <a:pt x="162" y="59"/>
                    </a:cubicBezTo>
                    <a:cubicBezTo>
                      <a:pt x="161" y="59"/>
                      <a:pt x="162" y="59"/>
                      <a:pt x="162" y="60"/>
                    </a:cubicBezTo>
                    <a:cubicBezTo>
                      <a:pt x="162" y="60"/>
                      <a:pt x="162" y="60"/>
                      <a:pt x="162" y="60"/>
                    </a:cubicBezTo>
                    <a:cubicBezTo>
                      <a:pt x="162" y="61"/>
                      <a:pt x="162" y="61"/>
                      <a:pt x="162" y="61"/>
                    </a:cubicBezTo>
                    <a:cubicBezTo>
                      <a:pt x="159" y="56"/>
                      <a:pt x="159" y="56"/>
                      <a:pt x="159" y="56"/>
                    </a:cubicBezTo>
                    <a:cubicBezTo>
                      <a:pt x="160" y="56"/>
                      <a:pt x="160" y="56"/>
                      <a:pt x="160" y="56"/>
                    </a:cubicBezTo>
                    <a:cubicBezTo>
                      <a:pt x="160" y="57"/>
                      <a:pt x="160" y="57"/>
                      <a:pt x="160" y="57"/>
                    </a:cubicBezTo>
                    <a:cubicBezTo>
                      <a:pt x="160" y="57"/>
                      <a:pt x="160" y="57"/>
                      <a:pt x="161" y="57"/>
                    </a:cubicBezTo>
                    <a:cubicBezTo>
                      <a:pt x="161" y="57"/>
                      <a:pt x="161" y="57"/>
                      <a:pt x="161" y="57"/>
                    </a:cubicBezTo>
                    <a:cubicBezTo>
                      <a:pt x="165" y="55"/>
                      <a:pt x="165" y="55"/>
                      <a:pt x="165" y="55"/>
                    </a:cubicBezTo>
                    <a:cubicBezTo>
                      <a:pt x="171" y="48"/>
                      <a:pt x="171" y="48"/>
                      <a:pt x="171" y="48"/>
                    </a:cubicBezTo>
                    <a:cubicBezTo>
                      <a:pt x="171" y="48"/>
                      <a:pt x="171" y="48"/>
                      <a:pt x="171" y="47"/>
                    </a:cubicBezTo>
                    <a:cubicBezTo>
                      <a:pt x="171" y="47"/>
                      <a:pt x="171" y="47"/>
                      <a:pt x="171" y="47"/>
                    </a:cubicBezTo>
                    <a:cubicBezTo>
                      <a:pt x="171" y="46"/>
                      <a:pt x="171" y="46"/>
                      <a:pt x="171" y="46"/>
                    </a:cubicBezTo>
                    <a:cubicBezTo>
                      <a:pt x="171" y="46"/>
                      <a:pt x="171" y="46"/>
                      <a:pt x="171" y="46"/>
                    </a:cubicBezTo>
                    <a:cubicBezTo>
                      <a:pt x="173" y="50"/>
                      <a:pt x="173" y="50"/>
                      <a:pt x="173" y="50"/>
                    </a:cubicBezTo>
                    <a:cubicBezTo>
                      <a:pt x="173" y="50"/>
                      <a:pt x="173" y="50"/>
                      <a:pt x="173" y="50"/>
                    </a:cubicBezTo>
                    <a:cubicBezTo>
                      <a:pt x="173" y="49"/>
                      <a:pt x="173" y="49"/>
                      <a:pt x="173" y="49"/>
                    </a:cubicBezTo>
                    <a:cubicBezTo>
                      <a:pt x="172" y="49"/>
                      <a:pt x="172" y="49"/>
                      <a:pt x="172" y="49"/>
                    </a:cubicBezTo>
                    <a:cubicBezTo>
                      <a:pt x="172" y="49"/>
                      <a:pt x="172" y="49"/>
                      <a:pt x="171" y="49"/>
                    </a:cubicBezTo>
                    <a:cubicBezTo>
                      <a:pt x="167" y="55"/>
                      <a:pt x="167" y="55"/>
                      <a:pt x="167" y="55"/>
                    </a:cubicBezTo>
                    <a:cubicBezTo>
                      <a:pt x="167" y="55"/>
                      <a:pt x="167" y="55"/>
                      <a:pt x="167" y="55"/>
                    </a:cubicBezTo>
                    <a:lnTo>
                      <a:pt x="174" y="54"/>
                    </a:lnTo>
                    <a:close/>
                  </a:path>
                </a:pathLst>
              </a:custGeom>
              <a:solidFill>
                <a:srgbClr val="FFFFFF"/>
              </a:solidFill>
              <a:ln w="3175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8" name="ïśľíḓé"/>
              <p:cNvSpPr/>
              <p:nvPr/>
            </p:nvSpPr>
            <p:spPr bwMode="auto">
              <a:xfrm>
                <a:off x="3667126" y="3184525"/>
                <a:ext cx="492125" cy="496888"/>
              </a:xfrm>
              <a:custGeom>
                <a:avLst/>
                <a:gdLst>
                  <a:gd name="T0" fmla="*/ 74 w 149"/>
                  <a:gd name="T1" fmla="*/ 0 h 149"/>
                  <a:gd name="T2" fmla="*/ 149 w 149"/>
                  <a:gd name="T3" fmla="*/ 74 h 149"/>
                  <a:gd name="T4" fmla="*/ 74 w 149"/>
                  <a:gd name="T5" fmla="*/ 149 h 149"/>
                  <a:gd name="T6" fmla="*/ 0 w 149"/>
                  <a:gd name="T7" fmla="*/ 74 h 149"/>
                  <a:gd name="T8" fmla="*/ 74 w 149"/>
                  <a:gd name="T9" fmla="*/ 0 h 149"/>
                  <a:gd name="T10" fmla="*/ 74 w 149"/>
                  <a:gd name="T11" fmla="*/ 2 h 149"/>
                  <a:gd name="T12" fmla="*/ 2 w 149"/>
                  <a:gd name="T13" fmla="*/ 74 h 149"/>
                  <a:gd name="T14" fmla="*/ 74 w 149"/>
                  <a:gd name="T15" fmla="*/ 146 h 149"/>
                  <a:gd name="T16" fmla="*/ 146 w 149"/>
                  <a:gd name="T17" fmla="*/ 74 h 149"/>
                  <a:gd name="T18" fmla="*/ 74 w 149"/>
                  <a:gd name="T19" fmla="*/ 2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9" h="149">
                    <a:moveTo>
                      <a:pt x="74" y="0"/>
                    </a:moveTo>
                    <a:cubicBezTo>
                      <a:pt x="115" y="0"/>
                      <a:pt x="149" y="33"/>
                      <a:pt x="149" y="74"/>
                    </a:cubicBezTo>
                    <a:cubicBezTo>
                      <a:pt x="149" y="115"/>
                      <a:pt x="115" y="149"/>
                      <a:pt x="74" y="149"/>
                    </a:cubicBezTo>
                    <a:cubicBezTo>
                      <a:pt x="33" y="149"/>
                      <a:pt x="0" y="115"/>
                      <a:pt x="0" y="74"/>
                    </a:cubicBezTo>
                    <a:cubicBezTo>
                      <a:pt x="0" y="33"/>
                      <a:pt x="33" y="0"/>
                      <a:pt x="74" y="0"/>
                    </a:cubicBezTo>
                    <a:close/>
                    <a:moveTo>
                      <a:pt x="74" y="2"/>
                    </a:moveTo>
                    <a:cubicBezTo>
                      <a:pt x="35" y="2"/>
                      <a:pt x="2" y="34"/>
                      <a:pt x="2" y="74"/>
                    </a:cubicBezTo>
                    <a:cubicBezTo>
                      <a:pt x="2" y="114"/>
                      <a:pt x="35" y="146"/>
                      <a:pt x="74" y="146"/>
                    </a:cubicBezTo>
                    <a:cubicBezTo>
                      <a:pt x="114" y="146"/>
                      <a:pt x="146" y="114"/>
                      <a:pt x="146" y="74"/>
                    </a:cubicBezTo>
                    <a:cubicBezTo>
                      <a:pt x="146" y="34"/>
                      <a:pt x="114" y="2"/>
                      <a:pt x="74" y="2"/>
                    </a:cubicBezTo>
                    <a:close/>
                  </a:path>
                </a:pathLst>
              </a:custGeom>
              <a:solidFill>
                <a:srgbClr val="0052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9" name="ïslíḍê"/>
              <p:cNvSpPr/>
              <p:nvPr/>
            </p:nvSpPr>
            <p:spPr bwMode="auto">
              <a:xfrm>
                <a:off x="3775076" y="3248025"/>
                <a:ext cx="274638" cy="146050"/>
              </a:xfrm>
              <a:custGeom>
                <a:avLst/>
                <a:gdLst>
                  <a:gd name="T0" fmla="*/ 10 w 83"/>
                  <a:gd name="T1" fmla="*/ 43 h 44"/>
                  <a:gd name="T2" fmla="*/ 18 w 83"/>
                  <a:gd name="T3" fmla="*/ 39 h 44"/>
                  <a:gd name="T4" fmla="*/ 67 w 83"/>
                  <a:gd name="T5" fmla="*/ 39 h 44"/>
                  <a:gd name="T6" fmla="*/ 73 w 83"/>
                  <a:gd name="T7" fmla="*/ 42 h 44"/>
                  <a:gd name="T8" fmla="*/ 76 w 83"/>
                  <a:gd name="T9" fmla="*/ 43 h 44"/>
                  <a:gd name="T10" fmla="*/ 83 w 83"/>
                  <a:gd name="T11" fmla="*/ 35 h 44"/>
                  <a:gd name="T12" fmla="*/ 76 w 83"/>
                  <a:gd name="T13" fmla="*/ 37 h 44"/>
                  <a:gd name="T14" fmla="*/ 69 w 83"/>
                  <a:gd name="T15" fmla="*/ 33 h 44"/>
                  <a:gd name="T16" fmla="*/ 70 w 83"/>
                  <a:gd name="T17" fmla="*/ 26 h 44"/>
                  <a:gd name="T18" fmla="*/ 64 w 83"/>
                  <a:gd name="T19" fmla="*/ 30 h 44"/>
                  <a:gd name="T20" fmla="*/ 59 w 83"/>
                  <a:gd name="T21" fmla="*/ 31 h 44"/>
                  <a:gd name="T22" fmla="*/ 56 w 83"/>
                  <a:gd name="T23" fmla="*/ 29 h 44"/>
                  <a:gd name="T24" fmla="*/ 56 w 83"/>
                  <a:gd name="T25" fmla="*/ 24 h 44"/>
                  <a:gd name="T26" fmla="*/ 58 w 83"/>
                  <a:gd name="T27" fmla="*/ 23 h 44"/>
                  <a:gd name="T28" fmla="*/ 58 w 83"/>
                  <a:gd name="T29" fmla="*/ 19 h 44"/>
                  <a:gd name="T30" fmla="*/ 54 w 83"/>
                  <a:gd name="T31" fmla="*/ 19 h 44"/>
                  <a:gd name="T32" fmla="*/ 53 w 83"/>
                  <a:gd name="T33" fmla="*/ 21 h 44"/>
                  <a:gd name="T34" fmla="*/ 44 w 83"/>
                  <a:gd name="T35" fmla="*/ 21 h 44"/>
                  <a:gd name="T36" fmla="*/ 43 w 83"/>
                  <a:gd name="T37" fmla="*/ 18 h 44"/>
                  <a:gd name="T38" fmla="*/ 44 w 83"/>
                  <a:gd name="T39" fmla="*/ 13 h 44"/>
                  <a:gd name="T40" fmla="*/ 43 w 83"/>
                  <a:gd name="T41" fmla="*/ 8 h 44"/>
                  <a:gd name="T42" fmla="*/ 43 w 83"/>
                  <a:gd name="T43" fmla="*/ 6 h 44"/>
                  <a:gd name="T44" fmla="*/ 43 w 83"/>
                  <a:gd name="T45" fmla="*/ 2 h 44"/>
                  <a:gd name="T46" fmla="*/ 43 w 83"/>
                  <a:gd name="T47" fmla="*/ 0 h 44"/>
                  <a:gd name="T48" fmla="*/ 40 w 83"/>
                  <a:gd name="T49" fmla="*/ 0 h 44"/>
                  <a:gd name="T50" fmla="*/ 39 w 83"/>
                  <a:gd name="T51" fmla="*/ 2 h 44"/>
                  <a:gd name="T52" fmla="*/ 39 w 83"/>
                  <a:gd name="T53" fmla="*/ 6 h 44"/>
                  <a:gd name="T54" fmla="*/ 39 w 83"/>
                  <a:gd name="T55" fmla="*/ 8 h 44"/>
                  <a:gd name="T56" fmla="*/ 38 w 83"/>
                  <a:gd name="T57" fmla="*/ 13 h 44"/>
                  <a:gd name="T58" fmla="*/ 38 w 83"/>
                  <a:gd name="T59" fmla="*/ 18 h 44"/>
                  <a:gd name="T60" fmla="*/ 38 w 83"/>
                  <a:gd name="T61" fmla="*/ 21 h 44"/>
                  <a:gd name="T62" fmla="*/ 30 w 83"/>
                  <a:gd name="T63" fmla="*/ 21 h 44"/>
                  <a:gd name="T64" fmla="*/ 29 w 83"/>
                  <a:gd name="T65" fmla="*/ 19 h 44"/>
                  <a:gd name="T66" fmla="*/ 25 w 83"/>
                  <a:gd name="T67" fmla="*/ 19 h 44"/>
                  <a:gd name="T68" fmla="*/ 25 w 83"/>
                  <a:gd name="T69" fmla="*/ 23 h 44"/>
                  <a:gd name="T70" fmla="*/ 26 w 83"/>
                  <a:gd name="T71" fmla="*/ 24 h 44"/>
                  <a:gd name="T72" fmla="*/ 27 w 83"/>
                  <a:gd name="T73" fmla="*/ 29 h 44"/>
                  <a:gd name="T74" fmla="*/ 22 w 83"/>
                  <a:gd name="T75" fmla="*/ 31 h 44"/>
                  <a:gd name="T76" fmla="*/ 13 w 83"/>
                  <a:gd name="T77" fmla="*/ 26 h 44"/>
                  <a:gd name="T78" fmla="*/ 13 w 83"/>
                  <a:gd name="T79" fmla="*/ 35 h 44"/>
                  <a:gd name="T80" fmla="*/ 7 w 83"/>
                  <a:gd name="T81" fmla="*/ 37 h 44"/>
                  <a:gd name="T82" fmla="*/ 0 w 83"/>
                  <a:gd name="T83" fmla="*/ 34 h 44"/>
                  <a:gd name="T84" fmla="*/ 5 w 83"/>
                  <a:gd name="T85" fmla="*/ 42 h 44"/>
                  <a:gd name="T86" fmla="*/ 10 w 83"/>
                  <a:gd name="T87" fmla="*/ 43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83" h="44">
                    <a:moveTo>
                      <a:pt x="10" y="43"/>
                    </a:moveTo>
                    <a:cubicBezTo>
                      <a:pt x="18" y="39"/>
                      <a:pt x="18" y="39"/>
                      <a:pt x="18" y="39"/>
                    </a:cubicBezTo>
                    <a:cubicBezTo>
                      <a:pt x="67" y="39"/>
                      <a:pt x="67" y="39"/>
                      <a:pt x="67" y="39"/>
                    </a:cubicBezTo>
                    <a:cubicBezTo>
                      <a:pt x="73" y="42"/>
                      <a:pt x="73" y="42"/>
                      <a:pt x="73" y="42"/>
                    </a:cubicBezTo>
                    <a:cubicBezTo>
                      <a:pt x="74" y="43"/>
                      <a:pt x="75" y="43"/>
                      <a:pt x="76" y="43"/>
                    </a:cubicBezTo>
                    <a:cubicBezTo>
                      <a:pt x="80" y="42"/>
                      <a:pt x="83" y="35"/>
                      <a:pt x="83" y="35"/>
                    </a:cubicBezTo>
                    <a:cubicBezTo>
                      <a:pt x="83" y="35"/>
                      <a:pt x="79" y="38"/>
                      <a:pt x="76" y="37"/>
                    </a:cubicBezTo>
                    <a:cubicBezTo>
                      <a:pt x="73" y="37"/>
                      <a:pt x="69" y="36"/>
                      <a:pt x="69" y="33"/>
                    </a:cubicBezTo>
                    <a:cubicBezTo>
                      <a:pt x="69" y="30"/>
                      <a:pt x="70" y="27"/>
                      <a:pt x="70" y="26"/>
                    </a:cubicBezTo>
                    <a:cubicBezTo>
                      <a:pt x="70" y="26"/>
                      <a:pt x="67" y="29"/>
                      <a:pt x="64" y="30"/>
                    </a:cubicBezTo>
                    <a:cubicBezTo>
                      <a:pt x="61" y="32"/>
                      <a:pt x="60" y="31"/>
                      <a:pt x="59" y="31"/>
                    </a:cubicBezTo>
                    <a:cubicBezTo>
                      <a:pt x="57" y="30"/>
                      <a:pt x="56" y="29"/>
                      <a:pt x="56" y="29"/>
                    </a:cubicBezTo>
                    <a:cubicBezTo>
                      <a:pt x="56" y="24"/>
                      <a:pt x="56" y="24"/>
                      <a:pt x="56" y="24"/>
                    </a:cubicBezTo>
                    <a:cubicBezTo>
                      <a:pt x="58" y="23"/>
                      <a:pt x="58" y="23"/>
                      <a:pt x="58" y="23"/>
                    </a:cubicBezTo>
                    <a:cubicBezTo>
                      <a:pt x="58" y="19"/>
                      <a:pt x="58" y="19"/>
                      <a:pt x="58" y="19"/>
                    </a:cubicBezTo>
                    <a:cubicBezTo>
                      <a:pt x="54" y="19"/>
                      <a:pt x="54" y="19"/>
                      <a:pt x="54" y="19"/>
                    </a:cubicBezTo>
                    <a:cubicBezTo>
                      <a:pt x="54" y="19"/>
                      <a:pt x="54" y="21"/>
                      <a:pt x="53" y="21"/>
                    </a:cubicBezTo>
                    <a:cubicBezTo>
                      <a:pt x="52" y="21"/>
                      <a:pt x="44" y="21"/>
                      <a:pt x="44" y="21"/>
                    </a:cubicBezTo>
                    <a:cubicBezTo>
                      <a:pt x="44" y="21"/>
                      <a:pt x="43" y="20"/>
                      <a:pt x="43" y="18"/>
                    </a:cubicBezTo>
                    <a:cubicBezTo>
                      <a:pt x="44" y="17"/>
                      <a:pt x="44" y="17"/>
                      <a:pt x="44" y="13"/>
                    </a:cubicBezTo>
                    <a:cubicBezTo>
                      <a:pt x="44" y="10"/>
                      <a:pt x="44" y="9"/>
                      <a:pt x="43" y="8"/>
                    </a:cubicBezTo>
                    <a:cubicBezTo>
                      <a:pt x="43" y="7"/>
                      <a:pt x="42" y="7"/>
                      <a:pt x="43" y="6"/>
                    </a:cubicBezTo>
                    <a:cubicBezTo>
                      <a:pt x="44" y="5"/>
                      <a:pt x="44" y="4"/>
                      <a:pt x="43" y="2"/>
                    </a:cubicBezTo>
                    <a:cubicBezTo>
                      <a:pt x="42" y="1"/>
                      <a:pt x="43" y="2"/>
                      <a:pt x="43" y="0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39" y="0"/>
                      <a:pt x="40" y="1"/>
                      <a:pt x="39" y="2"/>
                    </a:cubicBezTo>
                    <a:cubicBezTo>
                      <a:pt x="38" y="3"/>
                      <a:pt x="38" y="5"/>
                      <a:pt x="39" y="6"/>
                    </a:cubicBezTo>
                    <a:cubicBezTo>
                      <a:pt x="39" y="7"/>
                      <a:pt x="40" y="7"/>
                      <a:pt x="39" y="8"/>
                    </a:cubicBezTo>
                    <a:cubicBezTo>
                      <a:pt x="38" y="9"/>
                      <a:pt x="38" y="10"/>
                      <a:pt x="38" y="13"/>
                    </a:cubicBezTo>
                    <a:cubicBezTo>
                      <a:pt x="38" y="16"/>
                      <a:pt x="38" y="17"/>
                      <a:pt x="38" y="18"/>
                    </a:cubicBezTo>
                    <a:cubicBezTo>
                      <a:pt x="39" y="20"/>
                      <a:pt x="38" y="21"/>
                      <a:pt x="38" y="21"/>
                    </a:cubicBezTo>
                    <a:cubicBezTo>
                      <a:pt x="37" y="21"/>
                      <a:pt x="30" y="21"/>
                      <a:pt x="30" y="21"/>
                    </a:cubicBezTo>
                    <a:cubicBezTo>
                      <a:pt x="30" y="21"/>
                      <a:pt x="29" y="20"/>
                      <a:pt x="29" y="19"/>
                    </a:cubicBezTo>
                    <a:cubicBezTo>
                      <a:pt x="25" y="19"/>
                      <a:pt x="25" y="19"/>
                      <a:pt x="25" y="19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7" y="29"/>
                      <a:pt x="24" y="31"/>
                      <a:pt x="22" y="31"/>
                    </a:cubicBezTo>
                    <a:cubicBezTo>
                      <a:pt x="19" y="31"/>
                      <a:pt x="13" y="26"/>
                      <a:pt x="13" y="26"/>
                    </a:cubicBezTo>
                    <a:cubicBezTo>
                      <a:pt x="13" y="26"/>
                      <a:pt x="14" y="33"/>
                      <a:pt x="13" y="35"/>
                    </a:cubicBezTo>
                    <a:cubicBezTo>
                      <a:pt x="13" y="37"/>
                      <a:pt x="10" y="37"/>
                      <a:pt x="7" y="37"/>
                    </a:cubicBezTo>
                    <a:cubicBezTo>
                      <a:pt x="4" y="37"/>
                      <a:pt x="0" y="35"/>
                      <a:pt x="0" y="34"/>
                    </a:cubicBezTo>
                    <a:cubicBezTo>
                      <a:pt x="0" y="34"/>
                      <a:pt x="3" y="40"/>
                      <a:pt x="5" y="42"/>
                    </a:cubicBezTo>
                    <a:cubicBezTo>
                      <a:pt x="7" y="44"/>
                      <a:pt x="10" y="43"/>
                      <a:pt x="10" y="43"/>
                    </a:cubicBez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0" name="íṡļïdê"/>
              <p:cNvSpPr/>
              <p:nvPr/>
            </p:nvSpPr>
            <p:spPr bwMode="auto">
              <a:xfrm>
                <a:off x="3614738" y="3370263"/>
                <a:ext cx="596900" cy="241300"/>
              </a:xfrm>
              <a:custGeom>
                <a:avLst/>
                <a:gdLst>
                  <a:gd name="T0" fmla="*/ 58 w 181"/>
                  <a:gd name="T1" fmla="*/ 72 h 72"/>
                  <a:gd name="T2" fmla="*/ 8 w 181"/>
                  <a:gd name="T3" fmla="*/ 72 h 72"/>
                  <a:gd name="T4" fmla="*/ 3 w 181"/>
                  <a:gd name="T5" fmla="*/ 63 h 72"/>
                  <a:gd name="T6" fmla="*/ 6 w 181"/>
                  <a:gd name="T7" fmla="*/ 63 h 72"/>
                  <a:gd name="T8" fmla="*/ 11 w 181"/>
                  <a:gd name="T9" fmla="*/ 55 h 72"/>
                  <a:gd name="T10" fmla="*/ 14 w 181"/>
                  <a:gd name="T11" fmla="*/ 55 h 72"/>
                  <a:gd name="T12" fmla="*/ 14 w 181"/>
                  <a:gd name="T13" fmla="*/ 29 h 72"/>
                  <a:gd name="T14" fmla="*/ 0 w 181"/>
                  <a:gd name="T15" fmla="*/ 4 h 72"/>
                  <a:gd name="T16" fmla="*/ 30 w 181"/>
                  <a:gd name="T17" fmla="*/ 0 h 72"/>
                  <a:gd name="T18" fmla="*/ 58 w 181"/>
                  <a:gd name="T19" fmla="*/ 8 h 72"/>
                  <a:gd name="T20" fmla="*/ 51 w 181"/>
                  <a:gd name="T21" fmla="*/ 25 h 72"/>
                  <a:gd name="T22" fmla="*/ 131 w 181"/>
                  <a:gd name="T23" fmla="*/ 25 h 72"/>
                  <a:gd name="T24" fmla="*/ 122 w 181"/>
                  <a:gd name="T25" fmla="*/ 8 h 72"/>
                  <a:gd name="T26" fmla="*/ 150 w 181"/>
                  <a:gd name="T27" fmla="*/ 0 h 72"/>
                  <a:gd name="T28" fmla="*/ 181 w 181"/>
                  <a:gd name="T29" fmla="*/ 5 h 72"/>
                  <a:gd name="T30" fmla="*/ 166 w 181"/>
                  <a:gd name="T31" fmla="*/ 28 h 72"/>
                  <a:gd name="T32" fmla="*/ 166 w 181"/>
                  <a:gd name="T33" fmla="*/ 55 h 72"/>
                  <a:gd name="T34" fmla="*/ 171 w 181"/>
                  <a:gd name="T35" fmla="*/ 55 h 72"/>
                  <a:gd name="T36" fmla="*/ 178 w 181"/>
                  <a:gd name="T37" fmla="*/ 65 h 72"/>
                  <a:gd name="T38" fmla="*/ 174 w 181"/>
                  <a:gd name="T39" fmla="*/ 72 h 72"/>
                  <a:gd name="T40" fmla="*/ 58 w 181"/>
                  <a:gd name="T41" fmla="*/ 7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81" h="72">
                    <a:moveTo>
                      <a:pt x="58" y="72"/>
                    </a:moveTo>
                    <a:cubicBezTo>
                      <a:pt x="8" y="72"/>
                      <a:pt x="8" y="72"/>
                      <a:pt x="8" y="72"/>
                    </a:cubicBezTo>
                    <a:cubicBezTo>
                      <a:pt x="3" y="63"/>
                      <a:pt x="3" y="63"/>
                      <a:pt x="3" y="63"/>
                    </a:cubicBezTo>
                    <a:cubicBezTo>
                      <a:pt x="6" y="63"/>
                      <a:pt x="6" y="63"/>
                      <a:pt x="6" y="63"/>
                    </a:cubicBezTo>
                    <a:cubicBezTo>
                      <a:pt x="7" y="61"/>
                      <a:pt x="10" y="57"/>
                      <a:pt x="11" y="55"/>
                    </a:cubicBezTo>
                    <a:cubicBezTo>
                      <a:pt x="12" y="55"/>
                      <a:pt x="13" y="55"/>
                      <a:pt x="14" y="55"/>
                    </a:cubicBezTo>
                    <a:cubicBezTo>
                      <a:pt x="14" y="45"/>
                      <a:pt x="14" y="39"/>
                      <a:pt x="14" y="29"/>
                    </a:cubicBezTo>
                    <a:cubicBezTo>
                      <a:pt x="6" y="25"/>
                      <a:pt x="0" y="19"/>
                      <a:pt x="0" y="4"/>
                    </a:cubicBezTo>
                    <a:cubicBezTo>
                      <a:pt x="13" y="19"/>
                      <a:pt x="25" y="20"/>
                      <a:pt x="30" y="0"/>
                    </a:cubicBezTo>
                    <a:cubicBezTo>
                      <a:pt x="40" y="22"/>
                      <a:pt x="50" y="16"/>
                      <a:pt x="58" y="8"/>
                    </a:cubicBezTo>
                    <a:cubicBezTo>
                      <a:pt x="59" y="17"/>
                      <a:pt x="51" y="24"/>
                      <a:pt x="51" y="25"/>
                    </a:cubicBezTo>
                    <a:cubicBezTo>
                      <a:pt x="131" y="25"/>
                      <a:pt x="131" y="25"/>
                      <a:pt x="131" y="25"/>
                    </a:cubicBezTo>
                    <a:cubicBezTo>
                      <a:pt x="128" y="21"/>
                      <a:pt x="123" y="15"/>
                      <a:pt x="122" y="8"/>
                    </a:cubicBezTo>
                    <a:cubicBezTo>
                      <a:pt x="131" y="18"/>
                      <a:pt x="141" y="23"/>
                      <a:pt x="150" y="0"/>
                    </a:cubicBezTo>
                    <a:cubicBezTo>
                      <a:pt x="160" y="23"/>
                      <a:pt x="169" y="16"/>
                      <a:pt x="181" y="5"/>
                    </a:cubicBezTo>
                    <a:cubicBezTo>
                      <a:pt x="178" y="23"/>
                      <a:pt x="174" y="23"/>
                      <a:pt x="166" y="28"/>
                    </a:cubicBezTo>
                    <a:cubicBezTo>
                      <a:pt x="166" y="38"/>
                      <a:pt x="166" y="45"/>
                      <a:pt x="166" y="55"/>
                    </a:cubicBezTo>
                    <a:cubicBezTo>
                      <a:pt x="168" y="55"/>
                      <a:pt x="169" y="55"/>
                      <a:pt x="171" y="55"/>
                    </a:cubicBezTo>
                    <a:cubicBezTo>
                      <a:pt x="178" y="65"/>
                      <a:pt x="178" y="65"/>
                      <a:pt x="178" y="65"/>
                    </a:cubicBezTo>
                    <a:cubicBezTo>
                      <a:pt x="174" y="72"/>
                      <a:pt x="174" y="72"/>
                      <a:pt x="174" y="72"/>
                    </a:cubicBezTo>
                    <a:lnTo>
                      <a:pt x="58" y="7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1" name="iş1ïďe"/>
              <p:cNvSpPr/>
              <p:nvPr/>
            </p:nvSpPr>
            <p:spPr bwMode="auto">
              <a:xfrm>
                <a:off x="3624263" y="3381375"/>
                <a:ext cx="577850" cy="200025"/>
              </a:xfrm>
              <a:custGeom>
                <a:avLst/>
                <a:gdLst>
                  <a:gd name="T0" fmla="*/ 130 w 175"/>
                  <a:gd name="T1" fmla="*/ 51 h 60"/>
                  <a:gd name="T2" fmla="*/ 130 w 175"/>
                  <a:gd name="T3" fmla="*/ 50 h 60"/>
                  <a:gd name="T4" fmla="*/ 48 w 175"/>
                  <a:gd name="T5" fmla="*/ 50 h 60"/>
                  <a:gd name="T6" fmla="*/ 48 w 175"/>
                  <a:gd name="T7" fmla="*/ 51 h 60"/>
                  <a:gd name="T8" fmla="*/ 52 w 175"/>
                  <a:gd name="T9" fmla="*/ 51 h 60"/>
                  <a:gd name="T10" fmla="*/ 48 w 175"/>
                  <a:gd name="T11" fmla="*/ 60 h 60"/>
                  <a:gd name="T12" fmla="*/ 7 w 175"/>
                  <a:gd name="T13" fmla="*/ 60 h 60"/>
                  <a:gd name="T14" fmla="*/ 10 w 175"/>
                  <a:gd name="T15" fmla="*/ 54 h 60"/>
                  <a:gd name="T16" fmla="*/ 14 w 175"/>
                  <a:gd name="T17" fmla="*/ 54 h 60"/>
                  <a:gd name="T18" fmla="*/ 13 w 175"/>
                  <a:gd name="T19" fmla="*/ 25 h 60"/>
                  <a:gd name="T20" fmla="*/ 0 w 175"/>
                  <a:gd name="T21" fmla="*/ 7 h 60"/>
                  <a:gd name="T22" fmla="*/ 28 w 175"/>
                  <a:gd name="T23" fmla="*/ 0 h 60"/>
                  <a:gd name="T24" fmla="*/ 55 w 175"/>
                  <a:gd name="T25" fmla="*/ 7 h 60"/>
                  <a:gd name="T26" fmla="*/ 48 w 175"/>
                  <a:gd name="T27" fmla="*/ 22 h 60"/>
                  <a:gd name="T28" fmla="*/ 127 w 175"/>
                  <a:gd name="T29" fmla="*/ 22 h 60"/>
                  <a:gd name="T30" fmla="*/ 119 w 175"/>
                  <a:gd name="T31" fmla="*/ 7 h 60"/>
                  <a:gd name="T32" fmla="*/ 147 w 175"/>
                  <a:gd name="T33" fmla="*/ 0 h 60"/>
                  <a:gd name="T34" fmla="*/ 175 w 175"/>
                  <a:gd name="T35" fmla="*/ 7 h 60"/>
                  <a:gd name="T36" fmla="*/ 161 w 175"/>
                  <a:gd name="T37" fmla="*/ 24 h 60"/>
                  <a:gd name="T38" fmla="*/ 161 w 175"/>
                  <a:gd name="T39" fmla="*/ 53 h 60"/>
                  <a:gd name="T40" fmla="*/ 165 w 175"/>
                  <a:gd name="T41" fmla="*/ 53 h 60"/>
                  <a:gd name="T42" fmla="*/ 169 w 175"/>
                  <a:gd name="T43" fmla="*/ 60 h 60"/>
                  <a:gd name="T44" fmla="*/ 128 w 175"/>
                  <a:gd name="T45" fmla="*/ 60 h 60"/>
                  <a:gd name="T46" fmla="*/ 124 w 175"/>
                  <a:gd name="T47" fmla="*/ 51 h 60"/>
                  <a:gd name="T48" fmla="*/ 130 w 175"/>
                  <a:gd name="T49" fmla="*/ 51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75" h="60">
                    <a:moveTo>
                      <a:pt x="130" y="51"/>
                    </a:moveTo>
                    <a:cubicBezTo>
                      <a:pt x="130" y="50"/>
                      <a:pt x="130" y="50"/>
                      <a:pt x="130" y="50"/>
                    </a:cubicBezTo>
                    <a:cubicBezTo>
                      <a:pt x="48" y="50"/>
                      <a:pt x="48" y="50"/>
                      <a:pt x="48" y="50"/>
                    </a:cubicBezTo>
                    <a:cubicBezTo>
                      <a:pt x="48" y="51"/>
                      <a:pt x="48" y="51"/>
                      <a:pt x="48" y="51"/>
                    </a:cubicBezTo>
                    <a:cubicBezTo>
                      <a:pt x="52" y="51"/>
                      <a:pt x="52" y="51"/>
                      <a:pt x="52" y="51"/>
                    </a:cubicBezTo>
                    <a:cubicBezTo>
                      <a:pt x="48" y="60"/>
                      <a:pt x="48" y="60"/>
                      <a:pt x="48" y="60"/>
                    </a:cubicBezTo>
                    <a:cubicBezTo>
                      <a:pt x="34" y="60"/>
                      <a:pt x="20" y="60"/>
                      <a:pt x="7" y="60"/>
                    </a:cubicBezTo>
                    <a:cubicBezTo>
                      <a:pt x="8" y="58"/>
                      <a:pt x="9" y="56"/>
                      <a:pt x="10" y="54"/>
                    </a:cubicBezTo>
                    <a:cubicBezTo>
                      <a:pt x="11" y="54"/>
                      <a:pt x="12" y="54"/>
                      <a:pt x="14" y="54"/>
                    </a:cubicBezTo>
                    <a:cubicBezTo>
                      <a:pt x="14" y="44"/>
                      <a:pt x="13" y="34"/>
                      <a:pt x="13" y="25"/>
                    </a:cubicBezTo>
                    <a:cubicBezTo>
                      <a:pt x="5" y="20"/>
                      <a:pt x="1" y="14"/>
                      <a:pt x="0" y="7"/>
                    </a:cubicBezTo>
                    <a:cubicBezTo>
                      <a:pt x="12" y="18"/>
                      <a:pt x="22" y="17"/>
                      <a:pt x="28" y="0"/>
                    </a:cubicBezTo>
                    <a:cubicBezTo>
                      <a:pt x="37" y="22"/>
                      <a:pt x="47" y="15"/>
                      <a:pt x="55" y="7"/>
                    </a:cubicBezTo>
                    <a:cubicBezTo>
                      <a:pt x="55" y="14"/>
                      <a:pt x="50" y="17"/>
                      <a:pt x="48" y="22"/>
                    </a:cubicBezTo>
                    <a:cubicBezTo>
                      <a:pt x="127" y="22"/>
                      <a:pt x="127" y="22"/>
                      <a:pt x="127" y="22"/>
                    </a:cubicBezTo>
                    <a:cubicBezTo>
                      <a:pt x="125" y="18"/>
                      <a:pt x="120" y="14"/>
                      <a:pt x="119" y="7"/>
                    </a:cubicBezTo>
                    <a:cubicBezTo>
                      <a:pt x="127" y="15"/>
                      <a:pt x="137" y="22"/>
                      <a:pt x="147" y="0"/>
                    </a:cubicBezTo>
                    <a:cubicBezTo>
                      <a:pt x="153" y="17"/>
                      <a:pt x="163" y="18"/>
                      <a:pt x="175" y="7"/>
                    </a:cubicBezTo>
                    <a:cubicBezTo>
                      <a:pt x="173" y="14"/>
                      <a:pt x="169" y="19"/>
                      <a:pt x="161" y="24"/>
                    </a:cubicBezTo>
                    <a:cubicBezTo>
                      <a:pt x="161" y="34"/>
                      <a:pt x="161" y="44"/>
                      <a:pt x="161" y="53"/>
                    </a:cubicBezTo>
                    <a:cubicBezTo>
                      <a:pt x="162" y="53"/>
                      <a:pt x="164" y="53"/>
                      <a:pt x="165" y="53"/>
                    </a:cubicBezTo>
                    <a:cubicBezTo>
                      <a:pt x="166" y="55"/>
                      <a:pt x="167" y="58"/>
                      <a:pt x="169" y="60"/>
                    </a:cubicBezTo>
                    <a:cubicBezTo>
                      <a:pt x="155" y="60"/>
                      <a:pt x="142" y="60"/>
                      <a:pt x="128" y="60"/>
                    </a:cubicBezTo>
                    <a:cubicBezTo>
                      <a:pt x="124" y="51"/>
                      <a:pt x="124" y="51"/>
                      <a:pt x="124" y="51"/>
                    </a:cubicBezTo>
                    <a:lnTo>
                      <a:pt x="130" y="51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2" name="ïṩḷíḍé"/>
              <p:cNvSpPr/>
              <p:nvPr/>
            </p:nvSpPr>
            <p:spPr bwMode="auto">
              <a:xfrm>
                <a:off x="4065588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3" name="ïśľíḍè"/>
              <p:cNvSpPr/>
              <p:nvPr/>
            </p:nvSpPr>
            <p:spPr bwMode="auto">
              <a:xfrm>
                <a:off x="3740151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4" name="í$ḻîḋè"/>
              <p:cNvSpPr/>
              <p:nvPr/>
            </p:nvSpPr>
            <p:spPr bwMode="auto">
              <a:xfrm>
                <a:off x="4125913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5" name="iṣļíḋe"/>
              <p:cNvSpPr/>
              <p:nvPr/>
            </p:nvSpPr>
            <p:spPr bwMode="auto">
              <a:xfrm>
                <a:off x="3709988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6" name="iṩḷiḓé"/>
              <p:cNvSpPr/>
              <p:nvPr/>
            </p:nvSpPr>
            <p:spPr bwMode="auto">
              <a:xfrm>
                <a:off x="4095751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7" name="iSľiḍè"/>
              <p:cNvSpPr/>
              <p:nvPr/>
            </p:nvSpPr>
            <p:spPr bwMode="auto">
              <a:xfrm>
                <a:off x="3663951" y="3460750"/>
                <a:ext cx="495300" cy="31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8" name="ïṩḷîḍe"/>
              <p:cNvSpPr/>
              <p:nvPr/>
            </p:nvSpPr>
            <p:spPr bwMode="auto">
              <a:xfrm>
                <a:off x="3663951" y="3473450"/>
                <a:ext cx="115888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9" name="íšḻiḑê"/>
              <p:cNvSpPr/>
              <p:nvPr/>
            </p:nvSpPr>
            <p:spPr bwMode="auto">
              <a:xfrm>
                <a:off x="3789363" y="3473450"/>
                <a:ext cx="428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0" name="ïṩļïďè"/>
              <p:cNvSpPr/>
              <p:nvPr/>
            </p:nvSpPr>
            <p:spPr bwMode="auto">
              <a:xfrm>
                <a:off x="3851276" y="3473450"/>
                <a:ext cx="57150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1" name="îṥlïḋê"/>
              <p:cNvSpPr/>
              <p:nvPr/>
            </p:nvSpPr>
            <p:spPr bwMode="auto">
              <a:xfrm>
                <a:off x="3917951" y="3473450"/>
                <a:ext cx="555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2" name="îṧľïdè"/>
              <p:cNvSpPr/>
              <p:nvPr/>
            </p:nvSpPr>
            <p:spPr bwMode="auto">
              <a:xfrm>
                <a:off x="3994151" y="3473450"/>
                <a:ext cx="428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3" name="iSḷîḓê"/>
              <p:cNvSpPr/>
              <p:nvPr/>
            </p:nvSpPr>
            <p:spPr bwMode="auto">
              <a:xfrm>
                <a:off x="4046538" y="3473450"/>
                <a:ext cx="11271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4" name="îślíďè"/>
              <p:cNvSpPr/>
              <p:nvPr/>
            </p:nvSpPr>
            <p:spPr bwMode="auto">
              <a:xfrm>
                <a:off x="3979863" y="3473450"/>
                <a:ext cx="7938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5" name="iSḻïḍè"/>
              <p:cNvSpPr/>
              <p:nvPr/>
            </p:nvSpPr>
            <p:spPr bwMode="auto">
              <a:xfrm>
                <a:off x="3838576" y="3473450"/>
                <a:ext cx="6350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6" name="ïṡliḑê"/>
              <p:cNvSpPr/>
              <p:nvPr/>
            </p:nvSpPr>
            <p:spPr bwMode="auto">
              <a:xfrm>
                <a:off x="3851276" y="3384550"/>
                <a:ext cx="26988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7" name="islïďé"/>
              <p:cNvSpPr/>
              <p:nvPr/>
            </p:nvSpPr>
            <p:spPr bwMode="auto">
              <a:xfrm>
                <a:off x="3817938" y="3384550"/>
                <a:ext cx="26988" cy="15875"/>
              </a:xfrm>
              <a:custGeom>
                <a:avLst/>
                <a:gdLst>
                  <a:gd name="T0" fmla="*/ 7 w 8"/>
                  <a:gd name="T1" fmla="*/ 0 h 5"/>
                  <a:gd name="T2" fmla="*/ 8 w 8"/>
                  <a:gd name="T3" fmla="*/ 2 h 5"/>
                  <a:gd name="T4" fmla="*/ 1 w 8"/>
                  <a:gd name="T5" fmla="*/ 5 h 5"/>
                  <a:gd name="T6" fmla="*/ 7 w 8"/>
                  <a:gd name="T7" fmla="*/ 0 h 5"/>
                  <a:gd name="T8" fmla="*/ 7 w 8"/>
                  <a:gd name="T9" fmla="*/ 0 h 5"/>
                  <a:gd name="T10" fmla="*/ 7 w 8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5">
                    <a:moveTo>
                      <a:pt x="7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0" y="2"/>
                      <a:pt x="7" y="0"/>
                    </a:cubicBezTo>
                    <a:close/>
                    <a:moveTo>
                      <a:pt x="7" y="0"/>
                    </a:moveTo>
                    <a:cubicBezTo>
                      <a:pt x="7" y="0"/>
                      <a:pt x="7" y="0"/>
                      <a:pt x="7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8" name="îṥḷîdé"/>
              <p:cNvSpPr/>
              <p:nvPr/>
            </p:nvSpPr>
            <p:spPr bwMode="auto">
              <a:xfrm>
                <a:off x="3983038" y="3384550"/>
                <a:ext cx="26988" cy="15875"/>
              </a:xfrm>
              <a:custGeom>
                <a:avLst/>
                <a:gdLst>
                  <a:gd name="T0" fmla="*/ 1 w 8"/>
                  <a:gd name="T1" fmla="*/ 0 h 5"/>
                  <a:gd name="T2" fmla="*/ 0 w 8"/>
                  <a:gd name="T3" fmla="*/ 2 h 5"/>
                  <a:gd name="T4" fmla="*/ 7 w 8"/>
                  <a:gd name="T5" fmla="*/ 5 h 5"/>
                  <a:gd name="T6" fmla="*/ 1 w 8"/>
                  <a:gd name="T7" fmla="*/ 0 h 5"/>
                  <a:gd name="T8" fmla="*/ 1 w 8"/>
                  <a:gd name="T9" fmla="*/ 0 h 5"/>
                  <a:gd name="T10" fmla="*/ 1 w 8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5">
                    <a:moveTo>
                      <a:pt x="1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7" y="5"/>
                      <a:pt x="7" y="5"/>
                      <a:pt x="7" y="5"/>
                    </a:cubicBezTo>
                    <a:cubicBezTo>
                      <a:pt x="7" y="5"/>
                      <a:pt x="8" y="2"/>
                      <a:pt x="1" y="0"/>
                    </a:cubicBezTo>
                    <a:close/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9" name="isḷîḋé"/>
              <p:cNvSpPr/>
              <p:nvPr/>
            </p:nvSpPr>
            <p:spPr bwMode="auto">
              <a:xfrm>
                <a:off x="3884613" y="3384550"/>
                <a:ext cx="26988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0" name="iśḷïḑè"/>
              <p:cNvSpPr/>
              <p:nvPr/>
            </p:nvSpPr>
            <p:spPr bwMode="auto">
              <a:xfrm>
                <a:off x="3917951" y="3384550"/>
                <a:ext cx="25400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1" name="iṧľiďé"/>
              <p:cNvSpPr/>
              <p:nvPr/>
            </p:nvSpPr>
            <p:spPr bwMode="auto">
              <a:xfrm>
                <a:off x="3951288" y="3384550"/>
                <a:ext cx="25400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2" name="išľïḍé"/>
              <p:cNvSpPr/>
              <p:nvPr/>
            </p:nvSpPr>
            <p:spPr bwMode="auto">
              <a:xfrm>
                <a:off x="3771901" y="3484563"/>
                <a:ext cx="7938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3" name="îŝlîḑè"/>
              <p:cNvSpPr/>
              <p:nvPr/>
            </p:nvSpPr>
            <p:spPr bwMode="auto">
              <a:xfrm>
                <a:off x="3786188" y="3484563"/>
                <a:ext cx="46038" cy="60325"/>
              </a:xfrm>
              <a:custGeom>
                <a:avLst/>
                <a:gdLst>
                  <a:gd name="T0" fmla="*/ 8 w 29"/>
                  <a:gd name="T1" fmla="*/ 0 h 38"/>
                  <a:gd name="T2" fmla="*/ 20 w 29"/>
                  <a:gd name="T3" fmla="*/ 0 h 38"/>
                  <a:gd name="T4" fmla="*/ 29 w 29"/>
                  <a:gd name="T5" fmla="*/ 8 h 38"/>
                  <a:gd name="T6" fmla="*/ 29 w 29"/>
                  <a:gd name="T7" fmla="*/ 38 h 38"/>
                  <a:gd name="T8" fmla="*/ 0 w 29"/>
                  <a:gd name="T9" fmla="*/ 38 h 38"/>
                  <a:gd name="T10" fmla="*/ 0 w 29"/>
                  <a:gd name="T11" fmla="*/ 8 h 38"/>
                  <a:gd name="T12" fmla="*/ 8 w 29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8">
                    <a:moveTo>
                      <a:pt x="8" y="0"/>
                    </a:moveTo>
                    <a:lnTo>
                      <a:pt x="20" y="0"/>
                    </a:lnTo>
                    <a:lnTo>
                      <a:pt x="29" y="8"/>
                    </a:lnTo>
                    <a:lnTo>
                      <a:pt x="29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4" name="îṩḻíḓe"/>
              <p:cNvSpPr/>
              <p:nvPr/>
            </p:nvSpPr>
            <p:spPr bwMode="auto">
              <a:xfrm>
                <a:off x="3994151" y="3484563"/>
                <a:ext cx="46038" cy="60325"/>
              </a:xfrm>
              <a:custGeom>
                <a:avLst/>
                <a:gdLst>
                  <a:gd name="T0" fmla="*/ 8 w 29"/>
                  <a:gd name="T1" fmla="*/ 0 h 38"/>
                  <a:gd name="T2" fmla="*/ 18 w 29"/>
                  <a:gd name="T3" fmla="*/ 0 h 38"/>
                  <a:gd name="T4" fmla="*/ 29 w 29"/>
                  <a:gd name="T5" fmla="*/ 8 h 38"/>
                  <a:gd name="T6" fmla="*/ 29 w 29"/>
                  <a:gd name="T7" fmla="*/ 38 h 38"/>
                  <a:gd name="T8" fmla="*/ 0 w 29"/>
                  <a:gd name="T9" fmla="*/ 38 h 38"/>
                  <a:gd name="T10" fmla="*/ 0 w 29"/>
                  <a:gd name="T11" fmla="*/ 8 h 38"/>
                  <a:gd name="T12" fmla="*/ 8 w 29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8">
                    <a:moveTo>
                      <a:pt x="8" y="0"/>
                    </a:moveTo>
                    <a:lnTo>
                      <a:pt x="18" y="0"/>
                    </a:lnTo>
                    <a:lnTo>
                      <a:pt x="29" y="8"/>
                    </a:lnTo>
                    <a:lnTo>
                      <a:pt x="29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5" name="î$1îdè"/>
              <p:cNvSpPr/>
              <p:nvPr/>
            </p:nvSpPr>
            <p:spPr bwMode="auto">
              <a:xfrm>
                <a:off x="3851276" y="3484563"/>
                <a:ext cx="122238" cy="60325"/>
              </a:xfrm>
              <a:custGeom>
                <a:avLst/>
                <a:gdLst>
                  <a:gd name="T0" fmla="*/ 9 w 77"/>
                  <a:gd name="T1" fmla="*/ 0 h 38"/>
                  <a:gd name="T2" fmla="*/ 69 w 77"/>
                  <a:gd name="T3" fmla="*/ 0 h 38"/>
                  <a:gd name="T4" fmla="*/ 77 w 77"/>
                  <a:gd name="T5" fmla="*/ 8 h 38"/>
                  <a:gd name="T6" fmla="*/ 77 w 77"/>
                  <a:gd name="T7" fmla="*/ 38 h 38"/>
                  <a:gd name="T8" fmla="*/ 0 w 77"/>
                  <a:gd name="T9" fmla="*/ 38 h 38"/>
                  <a:gd name="T10" fmla="*/ 0 w 77"/>
                  <a:gd name="T11" fmla="*/ 8 h 38"/>
                  <a:gd name="T12" fmla="*/ 9 w 77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7" h="38">
                    <a:moveTo>
                      <a:pt x="9" y="0"/>
                    </a:moveTo>
                    <a:lnTo>
                      <a:pt x="69" y="0"/>
                    </a:lnTo>
                    <a:lnTo>
                      <a:pt x="77" y="8"/>
                    </a:lnTo>
                    <a:lnTo>
                      <a:pt x="77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6" name="iśľïḓe"/>
              <p:cNvSpPr/>
              <p:nvPr/>
            </p:nvSpPr>
            <p:spPr bwMode="auto">
              <a:xfrm>
                <a:off x="4046538" y="3484563"/>
                <a:ext cx="6350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7" name="iṣļïḑè"/>
              <p:cNvSpPr/>
              <p:nvPr/>
            </p:nvSpPr>
            <p:spPr bwMode="auto">
              <a:xfrm>
                <a:off x="3838576" y="3484563"/>
                <a:ext cx="6350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8" name="iṡḷidé"/>
              <p:cNvSpPr/>
              <p:nvPr/>
            </p:nvSpPr>
            <p:spPr bwMode="auto">
              <a:xfrm>
                <a:off x="3979863" y="3484563"/>
                <a:ext cx="3175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9" name="íṡḷíḋe"/>
              <p:cNvSpPr/>
              <p:nvPr/>
            </p:nvSpPr>
            <p:spPr bwMode="auto">
              <a:xfrm>
                <a:off x="3811588" y="3551238"/>
                <a:ext cx="20478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0" name="íŝ1iḑê"/>
              <p:cNvSpPr/>
              <p:nvPr/>
            </p:nvSpPr>
            <p:spPr bwMode="auto">
              <a:xfrm>
                <a:off x="3805238" y="3557588"/>
                <a:ext cx="214313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1" name="îṩḷiḑe"/>
              <p:cNvSpPr/>
              <p:nvPr/>
            </p:nvSpPr>
            <p:spPr bwMode="auto">
              <a:xfrm>
                <a:off x="3802063" y="3567113"/>
                <a:ext cx="220663" cy="1588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2" name="iṧḻiḑê"/>
              <p:cNvSpPr/>
              <p:nvPr/>
            </p:nvSpPr>
            <p:spPr bwMode="auto">
              <a:xfrm>
                <a:off x="3802063" y="3570288"/>
                <a:ext cx="22383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3" name="ïṣḻîḋè"/>
              <p:cNvSpPr/>
              <p:nvPr/>
            </p:nvSpPr>
            <p:spPr bwMode="auto">
              <a:xfrm>
                <a:off x="3795713" y="3581400"/>
                <a:ext cx="234950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4" name="îṡ1îḍé"/>
              <p:cNvSpPr/>
              <p:nvPr/>
            </p:nvSpPr>
            <p:spPr bwMode="auto">
              <a:xfrm>
                <a:off x="3633788" y="3587750"/>
                <a:ext cx="560388" cy="6350"/>
              </a:xfrm>
              <a:custGeom>
                <a:avLst/>
                <a:gdLst>
                  <a:gd name="T0" fmla="*/ 0 w 353"/>
                  <a:gd name="T1" fmla="*/ 0 h 4"/>
                  <a:gd name="T2" fmla="*/ 353 w 353"/>
                  <a:gd name="T3" fmla="*/ 0 h 4"/>
                  <a:gd name="T4" fmla="*/ 351 w 353"/>
                  <a:gd name="T5" fmla="*/ 4 h 4"/>
                  <a:gd name="T6" fmla="*/ 2 w 353"/>
                  <a:gd name="T7" fmla="*/ 4 h 4"/>
                  <a:gd name="T8" fmla="*/ 0 w 353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3" h="4">
                    <a:moveTo>
                      <a:pt x="0" y="0"/>
                    </a:moveTo>
                    <a:lnTo>
                      <a:pt x="353" y="0"/>
                    </a:lnTo>
                    <a:lnTo>
                      <a:pt x="351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5" name="îš1íḑe"/>
              <p:cNvSpPr/>
              <p:nvPr/>
            </p:nvSpPr>
            <p:spPr bwMode="auto">
              <a:xfrm>
                <a:off x="3640138" y="3600450"/>
                <a:ext cx="547688" cy="6350"/>
              </a:xfrm>
              <a:custGeom>
                <a:avLst/>
                <a:gdLst>
                  <a:gd name="T0" fmla="*/ 0 w 345"/>
                  <a:gd name="T1" fmla="*/ 0 h 4"/>
                  <a:gd name="T2" fmla="*/ 345 w 345"/>
                  <a:gd name="T3" fmla="*/ 0 h 4"/>
                  <a:gd name="T4" fmla="*/ 343 w 345"/>
                  <a:gd name="T5" fmla="*/ 4 h 4"/>
                  <a:gd name="T6" fmla="*/ 2 w 345"/>
                  <a:gd name="T7" fmla="*/ 4 h 4"/>
                  <a:gd name="T8" fmla="*/ 0 w 345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5" h="4">
                    <a:moveTo>
                      <a:pt x="0" y="0"/>
                    </a:moveTo>
                    <a:lnTo>
                      <a:pt x="345" y="0"/>
                    </a:lnTo>
                    <a:lnTo>
                      <a:pt x="343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6" name="iš1ïḍe"/>
              <p:cNvSpPr/>
              <p:nvPr/>
            </p:nvSpPr>
            <p:spPr bwMode="auto">
              <a:xfrm>
                <a:off x="3736976" y="3406775"/>
                <a:ext cx="352425" cy="4763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7" name="îSḻîde"/>
              <p:cNvSpPr/>
              <p:nvPr/>
            </p:nvSpPr>
            <p:spPr bwMode="auto">
              <a:xfrm>
                <a:off x="3746501" y="3417888"/>
                <a:ext cx="3333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" name="î$ḻîḑé"/>
              <p:cNvSpPr/>
              <p:nvPr/>
            </p:nvSpPr>
            <p:spPr bwMode="auto">
              <a:xfrm>
                <a:off x="3805238" y="3417888"/>
                <a:ext cx="211138" cy="1588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" name="íŝļïḓe"/>
              <p:cNvSpPr/>
              <p:nvPr/>
            </p:nvSpPr>
            <p:spPr bwMode="auto">
              <a:xfrm>
                <a:off x="3811588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" name="îS1iḍé"/>
              <p:cNvSpPr/>
              <p:nvPr/>
            </p:nvSpPr>
            <p:spPr bwMode="auto">
              <a:xfrm>
                <a:off x="3802063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" name="išlïdé"/>
              <p:cNvSpPr/>
              <p:nvPr/>
            </p:nvSpPr>
            <p:spPr bwMode="auto">
              <a:xfrm>
                <a:off x="3789363" y="3421063"/>
                <a:ext cx="6350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" name="ïSlïde"/>
              <p:cNvSpPr/>
              <p:nvPr/>
            </p:nvSpPr>
            <p:spPr bwMode="auto">
              <a:xfrm>
                <a:off x="3822701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" name="îşľïďe"/>
              <p:cNvSpPr/>
              <p:nvPr/>
            </p:nvSpPr>
            <p:spPr bwMode="auto">
              <a:xfrm>
                <a:off x="3832226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" name="ïşľíďê"/>
              <p:cNvSpPr/>
              <p:nvPr/>
            </p:nvSpPr>
            <p:spPr bwMode="auto">
              <a:xfrm>
                <a:off x="38449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" name="íś1ïdè"/>
              <p:cNvSpPr/>
              <p:nvPr/>
            </p:nvSpPr>
            <p:spPr bwMode="auto">
              <a:xfrm>
                <a:off x="3854451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6" name="iṩḷiḍe"/>
              <p:cNvSpPr/>
              <p:nvPr/>
            </p:nvSpPr>
            <p:spPr bwMode="auto">
              <a:xfrm>
                <a:off x="3865563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7" name="ïŝ1iďè"/>
              <p:cNvSpPr/>
              <p:nvPr/>
            </p:nvSpPr>
            <p:spPr bwMode="auto">
              <a:xfrm>
                <a:off x="3878263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8" name="íṩļíḋê"/>
              <p:cNvSpPr/>
              <p:nvPr/>
            </p:nvSpPr>
            <p:spPr bwMode="auto">
              <a:xfrm>
                <a:off x="3887788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9" name="ïṧ1ïdè"/>
              <p:cNvSpPr/>
              <p:nvPr/>
            </p:nvSpPr>
            <p:spPr bwMode="auto">
              <a:xfrm>
                <a:off x="3897313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0" name="íŝḻîḍé"/>
              <p:cNvSpPr/>
              <p:nvPr/>
            </p:nvSpPr>
            <p:spPr bwMode="auto">
              <a:xfrm>
                <a:off x="3908426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1" name="îşḻïḓé"/>
              <p:cNvSpPr/>
              <p:nvPr/>
            </p:nvSpPr>
            <p:spPr bwMode="auto">
              <a:xfrm>
                <a:off x="39211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2" name="íśļíďè"/>
              <p:cNvSpPr/>
              <p:nvPr/>
            </p:nvSpPr>
            <p:spPr bwMode="auto">
              <a:xfrm>
                <a:off x="3930651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3" name="iŝ1ïdé"/>
              <p:cNvSpPr/>
              <p:nvPr/>
            </p:nvSpPr>
            <p:spPr bwMode="auto">
              <a:xfrm>
                <a:off x="3940176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4" name="is1ídè"/>
              <p:cNvSpPr/>
              <p:nvPr/>
            </p:nvSpPr>
            <p:spPr bwMode="auto">
              <a:xfrm>
                <a:off x="3951288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2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5" name="islíďê"/>
              <p:cNvSpPr/>
              <p:nvPr/>
            </p:nvSpPr>
            <p:spPr bwMode="auto">
              <a:xfrm>
                <a:off x="3963988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6" name="iṩlíḑê"/>
              <p:cNvSpPr/>
              <p:nvPr/>
            </p:nvSpPr>
            <p:spPr bwMode="auto">
              <a:xfrm>
                <a:off x="3973513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7" name="îṥḷïďê"/>
              <p:cNvSpPr/>
              <p:nvPr/>
            </p:nvSpPr>
            <p:spPr bwMode="auto">
              <a:xfrm>
                <a:off x="3983038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8" name="íṥḻïďè"/>
              <p:cNvSpPr/>
              <p:nvPr/>
            </p:nvSpPr>
            <p:spPr bwMode="auto">
              <a:xfrm>
                <a:off x="39973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9" name="íṡḷíḍè"/>
              <p:cNvSpPr/>
              <p:nvPr/>
            </p:nvSpPr>
            <p:spPr bwMode="auto">
              <a:xfrm>
                <a:off x="4006851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0" name="î$ḷîḑé"/>
              <p:cNvSpPr/>
              <p:nvPr/>
            </p:nvSpPr>
            <p:spPr bwMode="auto">
              <a:xfrm>
                <a:off x="4016376" y="3421063"/>
                <a:ext cx="6350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1" name="í$ľîdè"/>
              <p:cNvSpPr/>
              <p:nvPr/>
            </p:nvSpPr>
            <p:spPr bwMode="auto">
              <a:xfrm>
                <a:off x="4025901" y="3421063"/>
                <a:ext cx="7938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2" name="iṥ1iḍè"/>
              <p:cNvSpPr/>
              <p:nvPr/>
            </p:nvSpPr>
            <p:spPr bwMode="auto">
              <a:xfrm>
                <a:off x="4040188" y="3417888"/>
                <a:ext cx="3968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3" name="ïslidé"/>
              <p:cNvSpPr/>
              <p:nvPr/>
            </p:nvSpPr>
            <p:spPr bwMode="auto">
              <a:xfrm>
                <a:off x="3679826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4" name="íṡlïďè"/>
              <p:cNvSpPr/>
              <p:nvPr/>
            </p:nvSpPr>
            <p:spPr bwMode="auto">
              <a:xfrm>
                <a:off x="3884613" y="3490913"/>
                <a:ext cx="55563" cy="53975"/>
              </a:xfrm>
              <a:custGeom>
                <a:avLst/>
                <a:gdLst>
                  <a:gd name="T0" fmla="*/ 0 w 35"/>
                  <a:gd name="T1" fmla="*/ 0 h 34"/>
                  <a:gd name="T2" fmla="*/ 35 w 35"/>
                  <a:gd name="T3" fmla="*/ 0 h 34"/>
                  <a:gd name="T4" fmla="*/ 35 w 35"/>
                  <a:gd name="T5" fmla="*/ 34 h 34"/>
                  <a:gd name="T6" fmla="*/ 0 w 35"/>
                  <a:gd name="T7" fmla="*/ 34 h 34"/>
                  <a:gd name="T8" fmla="*/ 0 w 35"/>
                  <a:gd name="T9" fmla="*/ 0 h 34"/>
                  <a:gd name="T10" fmla="*/ 0 w 35"/>
                  <a:gd name="T11" fmla="*/ 0 h 34"/>
                  <a:gd name="T12" fmla="*/ 4 w 35"/>
                  <a:gd name="T13" fmla="*/ 8 h 34"/>
                  <a:gd name="T14" fmla="*/ 4 w 35"/>
                  <a:gd name="T15" fmla="*/ 27 h 34"/>
                  <a:gd name="T16" fmla="*/ 8 w 35"/>
                  <a:gd name="T17" fmla="*/ 27 h 34"/>
                  <a:gd name="T18" fmla="*/ 8 w 35"/>
                  <a:gd name="T19" fmla="*/ 8 h 34"/>
                  <a:gd name="T20" fmla="*/ 4 w 35"/>
                  <a:gd name="T21" fmla="*/ 8 h 34"/>
                  <a:gd name="T22" fmla="*/ 4 w 35"/>
                  <a:gd name="T23" fmla="*/ 8 h 34"/>
                  <a:gd name="T24" fmla="*/ 29 w 35"/>
                  <a:gd name="T25" fmla="*/ 8 h 34"/>
                  <a:gd name="T26" fmla="*/ 29 w 35"/>
                  <a:gd name="T27" fmla="*/ 27 h 34"/>
                  <a:gd name="T28" fmla="*/ 31 w 35"/>
                  <a:gd name="T29" fmla="*/ 27 h 34"/>
                  <a:gd name="T30" fmla="*/ 31 w 35"/>
                  <a:gd name="T31" fmla="*/ 8 h 34"/>
                  <a:gd name="T32" fmla="*/ 29 w 35"/>
                  <a:gd name="T33" fmla="*/ 8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5" h="34">
                    <a:moveTo>
                      <a:pt x="0" y="0"/>
                    </a:moveTo>
                    <a:lnTo>
                      <a:pt x="35" y="0"/>
                    </a:lnTo>
                    <a:lnTo>
                      <a:pt x="35" y="34"/>
                    </a:lnTo>
                    <a:lnTo>
                      <a:pt x="0" y="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4" y="8"/>
                    </a:moveTo>
                    <a:lnTo>
                      <a:pt x="4" y="27"/>
                    </a:lnTo>
                    <a:lnTo>
                      <a:pt x="8" y="27"/>
                    </a:lnTo>
                    <a:lnTo>
                      <a:pt x="8" y="8"/>
                    </a:lnTo>
                    <a:lnTo>
                      <a:pt x="4" y="8"/>
                    </a:lnTo>
                    <a:lnTo>
                      <a:pt x="4" y="8"/>
                    </a:lnTo>
                    <a:close/>
                    <a:moveTo>
                      <a:pt x="29" y="8"/>
                    </a:moveTo>
                    <a:lnTo>
                      <a:pt x="29" y="27"/>
                    </a:lnTo>
                    <a:lnTo>
                      <a:pt x="31" y="27"/>
                    </a:lnTo>
                    <a:lnTo>
                      <a:pt x="31" y="8"/>
                    </a:lnTo>
                    <a:lnTo>
                      <a:pt x="29" y="8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5" name="iṧ1ïḓè"/>
              <p:cNvSpPr/>
              <p:nvPr/>
            </p:nvSpPr>
            <p:spPr bwMode="auto">
              <a:xfrm>
                <a:off x="3551238" y="3067050"/>
                <a:ext cx="722313" cy="727075"/>
              </a:xfrm>
              <a:custGeom>
                <a:avLst/>
                <a:gdLst>
                  <a:gd name="T0" fmla="*/ 109 w 219"/>
                  <a:gd name="T1" fmla="*/ 0 h 218"/>
                  <a:gd name="T2" fmla="*/ 219 w 219"/>
                  <a:gd name="T3" fmla="*/ 109 h 218"/>
                  <a:gd name="T4" fmla="*/ 109 w 219"/>
                  <a:gd name="T5" fmla="*/ 218 h 218"/>
                  <a:gd name="T6" fmla="*/ 0 w 219"/>
                  <a:gd name="T7" fmla="*/ 109 h 218"/>
                  <a:gd name="T8" fmla="*/ 109 w 219"/>
                  <a:gd name="T9" fmla="*/ 0 h 218"/>
                  <a:gd name="T10" fmla="*/ 109 w 219"/>
                  <a:gd name="T11" fmla="*/ 3 h 218"/>
                  <a:gd name="T12" fmla="*/ 4 w 219"/>
                  <a:gd name="T13" fmla="*/ 109 h 218"/>
                  <a:gd name="T14" fmla="*/ 109 w 219"/>
                  <a:gd name="T15" fmla="*/ 215 h 218"/>
                  <a:gd name="T16" fmla="*/ 215 w 219"/>
                  <a:gd name="T17" fmla="*/ 109 h 218"/>
                  <a:gd name="T18" fmla="*/ 109 w 219"/>
                  <a:gd name="T19" fmla="*/ 3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9" h="218">
                    <a:moveTo>
                      <a:pt x="109" y="0"/>
                    </a:moveTo>
                    <a:cubicBezTo>
                      <a:pt x="170" y="0"/>
                      <a:pt x="219" y="49"/>
                      <a:pt x="219" y="109"/>
                    </a:cubicBezTo>
                    <a:cubicBezTo>
                      <a:pt x="219" y="169"/>
                      <a:pt x="170" y="218"/>
                      <a:pt x="109" y="218"/>
                    </a:cubicBezTo>
                    <a:cubicBezTo>
                      <a:pt x="49" y="218"/>
                      <a:pt x="0" y="169"/>
                      <a:pt x="0" y="109"/>
                    </a:cubicBezTo>
                    <a:cubicBezTo>
                      <a:pt x="0" y="49"/>
                      <a:pt x="49" y="0"/>
                      <a:pt x="109" y="0"/>
                    </a:cubicBezTo>
                    <a:close/>
                    <a:moveTo>
                      <a:pt x="109" y="3"/>
                    </a:moveTo>
                    <a:cubicBezTo>
                      <a:pt x="51" y="3"/>
                      <a:pt x="4" y="51"/>
                      <a:pt x="4" y="109"/>
                    </a:cubicBezTo>
                    <a:cubicBezTo>
                      <a:pt x="4" y="167"/>
                      <a:pt x="51" y="215"/>
                      <a:pt x="109" y="215"/>
                    </a:cubicBezTo>
                    <a:cubicBezTo>
                      <a:pt x="168" y="215"/>
                      <a:pt x="215" y="167"/>
                      <a:pt x="215" y="109"/>
                    </a:cubicBezTo>
                    <a:cubicBezTo>
                      <a:pt x="215" y="51"/>
                      <a:pt x="168" y="3"/>
                      <a:pt x="109" y="3"/>
                    </a:cubicBez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47" name="íşḷïḑe"/>
            <p:cNvGrpSpPr/>
            <p:nvPr userDrawn="1"/>
          </p:nvGrpSpPr>
          <p:grpSpPr>
            <a:xfrm>
              <a:off x="4894762" y="471192"/>
              <a:ext cx="4437911" cy="1614111"/>
              <a:chOff x="4412452" y="3106738"/>
              <a:chExt cx="2312689" cy="841148"/>
            </a:xfrm>
          </p:grpSpPr>
          <p:grpSp>
            <p:nvGrpSpPr>
              <p:cNvPr id="248" name="îṥľíḑé"/>
              <p:cNvGrpSpPr/>
              <p:nvPr/>
            </p:nvGrpSpPr>
            <p:grpSpPr>
              <a:xfrm>
                <a:off x="4422776" y="3106738"/>
                <a:ext cx="2293937" cy="617538"/>
                <a:chOff x="4422776" y="3106738"/>
                <a:chExt cx="2293937" cy="617538"/>
              </a:xfrm>
            </p:grpSpPr>
            <p:sp>
              <p:nvSpPr>
                <p:cNvPr id="265" name="išḻiḑé"/>
                <p:cNvSpPr/>
                <p:nvPr/>
              </p:nvSpPr>
              <p:spPr bwMode="auto">
                <a:xfrm>
                  <a:off x="4811713" y="3200400"/>
                  <a:ext cx="49213" cy="100013"/>
                </a:xfrm>
                <a:custGeom>
                  <a:avLst/>
                  <a:gdLst>
                    <a:gd name="T0" fmla="*/ 0 w 15"/>
                    <a:gd name="T1" fmla="*/ 1 h 30"/>
                    <a:gd name="T2" fmla="*/ 1 w 15"/>
                    <a:gd name="T3" fmla="*/ 12 h 30"/>
                    <a:gd name="T4" fmla="*/ 0 w 15"/>
                    <a:gd name="T5" fmla="*/ 21 h 30"/>
                    <a:gd name="T6" fmla="*/ 2 w 15"/>
                    <a:gd name="T7" fmla="*/ 28 h 30"/>
                    <a:gd name="T8" fmla="*/ 7 w 15"/>
                    <a:gd name="T9" fmla="*/ 30 h 30"/>
                    <a:gd name="T10" fmla="*/ 12 w 15"/>
                    <a:gd name="T11" fmla="*/ 26 h 30"/>
                    <a:gd name="T12" fmla="*/ 15 w 15"/>
                    <a:gd name="T13" fmla="*/ 18 h 30"/>
                    <a:gd name="T14" fmla="*/ 3 w 15"/>
                    <a:gd name="T15" fmla="*/ 0 h 30"/>
                    <a:gd name="T16" fmla="*/ 0 w 15"/>
                    <a:gd name="T17" fmla="*/ 1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30">
                      <a:moveTo>
                        <a:pt x="0" y="1"/>
                      </a:moveTo>
                      <a:cubicBezTo>
                        <a:pt x="1" y="12"/>
                        <a:pt x="1" y="12"/>
                        <a:pt x="1" y="12"/>
                      </a:cubicBezTo>
                      <a:cubicBezTo>
                        <a:pt x="1" y="13"/>
                        <a:pt x="0" y="18"/>
                        <a:pt x="0" y="21"/>
                      </a:cubicBezTo>
                      <a:cubicBezTo>
                        <a:pt x="0" y="24"/>
                        <a:pt x="2" y="25"/>
                        <a:pt x="2" y="28"/>
                      </a:cubicBezTo>
                      <a:cubicBezTo>
                        <a:pt x="7" y="30"/>
                        <a:pt x="7" y="30"/>
                        <a:pt x="7" y="30"/>
                      </a:cubicBezTo>
                      <a:cubicBezTo>
                        <a:pt x="9" y="27"/>
                        <a:pt x="10" y="29"/>
                        <a:pt x="12" y="26"/>
                      </a:cubicBezTo>
                      <a:cubicBezTo>
                        <a:pt x="14" y="23"/>
                        <a:pt x="14" y="21"/>
                        <a:pt x="15" y="18"/>
                      </a:cubicBezTo>
                      <a:cubicBezTo>
                        <a:pt x="12" y="7"/>
                        <a:pt x="13" y="5"/>
                        <a:pt x="3" y="0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6" name="íṥľíďè"/>
                <p:cNvSpPr/>
                <p:nvPr/>
              </p:nvSpPr>
              <p:spPr bwMode="auto">
                <a:xfrm>
                  <a:off x="5221288" y="3184525"/>
                  <a:ext cx="36513" cy="122238"/>
                </a:xfrm>
                <a:custGeom>
                  <a:avLst/>
                  <a:gdLst>
                    <a:gd name="T0" fmla="*/ 0 w 11"/>
                    <a:gd name="T1" fmla="*/ 3 h 37"/>
                    <a:gd name="T2" fmla="*/ 2 w 11"/>
                    <a:gd name="T3" fmla="*/ 14 h 37"/>
                    <a:gd name="T4" fmla="*/ 0 w 11"/>
                    <a:gd name="T5" fmla="*/ 33 h 37"/>
                    <a:gd name="T6" fmla="*/ 0 w 11"/>
                    <a:gd name="T7" fmla="*/ 36 h 37"/>
                    <a:gd name="T8" fmla="*/ 2 w 11"/>
                    <a:gd name="T9" fmla="*/ 37 h 37"/>
                    <a:gd name="T10" fmla="*/ 8 w 11"/>
                    <a:gd name="T11" fmla="*/ 27 h 37"/>
                    <a:gd name="T12" fmla="*/ 11 w 11"/>
                    <a:gd name="T13" fmla="*/ 17 h 37"/>
                    <a:gd name="T14" fmla="*/ 11 w 11"/>
                    <a:gd name="T15" fmla="*/ 15 h 37"/>
                    <a:gd name="T16" fmla="*/ 7 w 11"/>
                    <a:gd name="T17" fmla="*/ 2 h 37"/>
                    <a:gd name="T18" fmla="*/ 2 w 11"/>
                    <a:gd name="T19" fmla="*/ 0 h 37"/>
                    <a:gd name="T20" fmla="*/ 0 w 11"/>
                    <a:gd name="T21" fmla="*/ 3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1" h="37">
                      <a:moveTo>
                        <a:pt x="0" y="3"/>
                      </a:moveTo>
                      <a:cubicBezTo>
                        <a:pt x="2" y="14"/>
                        <a:pt x="2" y="14"/>
                        <a:pt x="2" y="14"/>
                      </a:cubicBezTo>
                      <a:cubicBezTo>
                        <a:pt x="2" y="19"/>
                        <a:pt x="0" y="27"/>
                        <a:pt x="0" y="33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2" y="36"/>
                        <a:pt x="1" y="37"/>
                        <a:pt x="2" y="37"/>
                      </a:cubicBezTo>
                      <a:cubicBezTo>
                        <a:pt x="3" y="37"/>
                        <a:pt x="7" y="28"/>
                        <a:pt x="8" y="27"/>
                      </a:cubicBezTo>
                      <a:cubicBezTo>
                        <a:pt x="9" y="24"/>
                        <a:pt x="11" y="21"/>
                        <a:pt x="11" y="17"/>
                      </a:cubicBezTo>
                      <a:cubicBezTo>
                        <a:pt x="11" y="15"/>
                        <a:pt x="11" y="15"/>
                        <a:pt x="11" y="15"/>
                      </a:cubicBezTo>
                      <a:cubicBezTo>
                        <a:pt x="11" y="7"/>
                        <a:pt x="8" y="7"/>
                        <a:pt x="7" y="2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1"/>
                        <a:pt x="0" y="1"/>
                        <a:pt x="0" y="3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7" name="íś1iḑe"/>
                <p:cNvSpPr/>
                <p:nvPr/>
              </p:nvSpPr>
              <p:spPr bwMode="auto">
                <a:xfrm>
                  <a:off x="4554538" y="3251200"/>
                  <a:ext cx="119063" cy="58738"/>
                </a:xfrm>
                <a:custGeom>
                  <a:avLst/>
                  <a:gdLst>
                    <a:gd name="T0" fmla="*/ 0 w 36"/>
                    <a:gd name="T1" fmla="*/ 15 h 18"/>
                    <a:gd name="T2" fmla="*/ 2 w 36"/>
                    <a:gd name="T3" fmla="*/ 16 h 18"/>
                    <a:gd name="T4" fmla="*/ 13 w 36"/>
                    <a:gd name="T5" fmla="*/ 18 h 18"/>
                    <a:gd name="T6" fmla="*/ 16 w 36"/>
                    <a:gd name="T7" fmla="*/ 18 h 18"/>
                    <a:gd name="T8" fmla="*/ 22 w 36"/>
                    <a:gd name="T9" fmla="*/ 17 h 18"/>
                    <a:gd name="T10" fmla="*/ 23 w 36"/>
                    <a:gd name="T11" fmla="*/ 17 h 18"/>
                    <a:gd name="T12" fmla="*/ 30 w 36"/>
                    <a:gd name="T13" fmla="*/ 13 h 18"/>
                    <a:gd name="T14" fmla="*/ 36 w 36"/>
                    <a:gd name="T15" fmla="*/ 8 h 18"/>
                    <a:gd name="T16" fmla="*/ 36 w 36"/>
                    <a:gd name="T17" fmla="*/ 7 h 18"/>
                    <a:gd name="T18" fmla="*/ 36 w 36"/>
                    <a:gd name="T19" fmla="*/ 4 h 18"/>
                    <a:gd name="T20" fmla="*/ 32 w 36"/>
                    <a:gd name="T21" fmla="*/ 0 h 18"/>
                    <a:gd name="T22" fmla="*/ 24 w 36"/>
                    <a:gd name="T23" fmla="*/ 3 h 18"/>
                    <a:gd name="T24" fmla="*/ 16 w 36"/>
                    <a:gd name="T25" fmla="*/ 7 h 18"/>
                    <a:gd name="T26" fmla="*/ 0 w 36"/>
                    <a:gd name="T27" fmla="*/ 15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6" h="18">
                      <a:moveTo>
                        <a:pt x="0" y="15"/>
                      </a:moveTo>
                      <a:cubicBezTo>
                        <a:pt x="1" y="16"/>
                        <a:pt x="1" y="16"/>
                        <a:pt x="2" y="16"/>
                      </a:cubicBezTo>
                      <a:cubicBezTo>
                        <a:pt x="6" y="16"/>
                        <a:pt x="9" y="18"/>
                        <a:pt x="13" y="18"/>
                      </a:cubicBezTo>
                      <a:cubicBezTo>
                        <a:pt x="16" y="18"/>
                        <a:pt x="16" y="18"/>
                        <a:pt x="16" y="18"/>
                      </a:cubicBezTo>
                      <a:cubicBezTo>
                        <a:pt x="22" y="17"/>
                        <a:pt x="22" y="17"/>
                        <a:pt x="22" y="17"/>
                      </a:cubicBezTo>
                      <a:cubicBezTo>
                        <a:pt x="23" y="17"/>
                        <a:pt x="23" y="17"/>
                        <a:pt x="23" y="17"/>
                      </a:cubicBezTo>
                      <a:cubicBezTo>
                        <a:pt x="26" y="16"/>
                        <a:pt x="28" y="14"/>
                        <a:pt x="30" y="13"/>
                      </a:cubicBezTo>
                      <a:cubicBezTo>
                        <a:pt x="34" y="11"/>
                        <a:pt x="33" y="10"/>
                        <a:pt x="36" y="8"/>
                      </a:cubicBezTo>
                      <a:cubicBezTo>
                        <a:pt x="36" y="7"/>
                        <a:pt x="36" y="7"/>
                        <a:pt x="36" y="7"/>
                      </a:cubicBezTo>
                      <a:cubicBezTo>
                        <a:pt x="36" y="4"/>
                        <a:pt x="36" y="4"/>
                        <a:pt x="36" y="4"/>
                      </a:cubicBezTo>
                      <a:cubicBezTo>
                        <a:pt x="36" y="1"/>
                        <a:pt x="33" y="2"/>
                        <a:pt x="32" y="0"/>
                      </a:cubicBezTo>
                      <a:cubicBezTo>
                        <a:pt x="29" y="1"/>
                        <a:pt x="27" y="1"/>
                        <a:pt x="24" y="3"/>
                      </a:cubicBezTo>
                      <a:cubicBezTo>
                        <a:pt x="21" y="4"/>
                        <a:pt x="19" y="6"/>
                        <a:pt x="16" y="7"/>
                      </a:cubicBezTo>
                      <a:cubicBezTo>
                        <a:pt x="11" y="11"/>
                        <a:pt x="4" y="10"/>
                        <a:pt x="0" y="1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8" name="iṩ1iḋè"/>
                <p:cNvSpPr/>
                <p:nvPr/>
              </p:nvSpPr>
              <p:spPr bwMode="auto">
                <a:xfrm>
                  <a:off x="6359526" y="3263900"/>
                  <a:ext cx="93663" cy="139700"/>
                </a:xfrm>
                <a:custGeom>
                  <a:avLst/>
                  <a:gdLst>
                    <a:gd name="T0" fmla="*/ 15 w 28"/>
                    <a:gd name="T1" fmla="*/ 1 h 42"/>
                    <a:gd name="T2" fmla="*/ 6 w 28"/>
                    <a:gd name="T3" fmla="*/ 11 h 42"/>
                    <a:gd name="T4" fmla="*/ 6 w 28"/>
                    <a:gd name="T5" fmla="*/ 13 h 42"/>
                    <a:gd name="T6" fmla="*/ 5 w 28"/>
                    <a:gd name="T7" fmla="*/ 16 h 42"/>
                    <a:gd name="T8" fmla="*/ 6 w 28"/>
                    <a:gd name="T9" fmla="*/ 20 h 42"/>
                    <a:gd name="T10" fmla="*/ 6 w 28"/>
                    <a:gd name="T11" fmla="*/ 21 h 42"/>
                    <a:gd name="T12" fmla="*/ 0 w 28"/>
                    <a:gd name="T13" fmla="*/ 38 h 42"/>
                    <a:gd name="T14" fmla="*/ 0 w 28"/>
                    <a:gd name="T15" fmla="*/ 41 h 42"/>
                    <a:gd name="T16" fmla="*/ 3 w 28"/>
                    <a:gd name="T17" fmla="*/ 42 h 42"/>
                    <a:gd name="T18" fmla="*/ 9 w 28"/>
                    <a:gd name="T19" fmla="*/ 32 h 42"/>
                    <a:gd name="T20" fmla="*/ 12 w 28"/>
                    <a:gd name="T21" fmla="*/ 26 h 42"/>
                    <a:gd name="T22" fmla="*/ 14 w 28"/>
                    <a:gd name="T23" fmla="*/ 26 h 42"/>
                    <a:gd name="T24" fmla="*/ 20 w 28"/>
                    <a:gd name="T25" fmla="*/ 26 h 42"/>
                    <a:gd name="T26" fmla="*/ 28 w 28"/>
                    <a:gd name="T27" fmla="*/ 14 h 42"/>
                    <a:gd name="T28" fmla="*/ 28 w 28"/>
                    <a:gd name="T29" fmla="*/ 6 h 42"/>
                    <a:gd name="T30" fmla="*/ 28 w 28"/>
                    <a:gd name="T31" fmla="*/ 5 h 42"/>
                    <a:gd name="T32" fmla="*/ 27 w 28"/>
                    <a:gd name="T33" fmla="*/ 3 h 42"/>
                    <a:gd name="T34" fmla="*/ 26 w 28"/>
                    <a:gd name="T35" fmla="*/ 3 h 42"/>
                    <a:gd name="T36" fmla="*/ 24 w 28"/>
                    <a:gd name="T37" fmla="*/ 3 h 42"/>
                    <a:gd name="T38" fmla="*/ 23 w 28"/>
                    <a:gd name="T39" fmla="*/ 3 h 42"/>
                    <a:gd name="T40" fmla="*/ 20 w 28"/>
                    <a:gd name="T41" fmla="*/ 0 h 42"/>
                    <a:gd name="T42" fmla="*/ 15 w 28"/>
                    <a:gd name="T43" fmla="*/ 1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28" h="42">
                      <a:moveTo>
                        <a:pt x="15" y="1"/>
                      </a:moveTo>
                      <a:cubicBezTo>
                        <a:pt x="15" y="10"/>
                        <a:pt x="8" y="6"/>
                        <a:pt x="6" y="11"/>
                      </a:cubicBezTo>
                      <a:cubicBezTo>
                        <a:pt x="6" y="13"/>
                        <a:pt x="6" y="13"/>
                        <a:pt x="6" y="13"/>
                      </a:cubicBezTo>
                      <a:cubicBezTo>
                        <a:pt x="6" y="14"/>
                        <a:pt x="5" y="14"/>
                        <a:pt x="5" y="16"/>
                      </a:cubicBezTo>
                      <a:cubicBezTo>
                        <a:pt x="6" y="20"/>
                        <a:pt x="6" y="20"/>
                        <a:pt x="6" y="20"/>
                      </a:cubicBezTo>
                      <a:cubicBezTo>
                        <a:pt x="6" y="21"/>
                        <a:pt x="6" y="21"/>
                        <a:pt x="6" y="21"/>
                      </a:cubicBezTo>
                      <a:cubicBezTo>
                        <a:pt x="6" y="29"/>
                        <a:pt x="0" y="31"/>
                        <a:pt x="0" y="3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2" y="42"/>
                        <a:pt x="2" y="42"/>
                        <a:pt x="3" y="42"/>
                      </a:cubicBezTo>
                      <a:cubicBezTo>
                        <a:pt x="7" y="42"/>
                        <a:pt x="9" y="36"/>
                        <a:pt x="9" y="32"/>
                      </a:cubicBezTo>
                      <a:cubicBezTo>
                        <a:pt x="9" y="29"/>
                        <a:pt x="10" y="26"/>
                        <a:pt x="12" y="26"/>
                      </a:cubicBezTo>
                      <a:cubicBezTo>
                        <a:pt x="14" y="26"/>
                        <a:pt x="14" y="26"/>
                        <a:pt x="14" y="26"/>
                      </a:cubicBezTo>
                      <a:cubicBezTo>
                        <a:pt x="20" y="26"/>
                        <a:pt x="20" y="26"/>
                        <a:pt x="20" y="26"/>
                      </a:cubicBezTo>
                      <a:cubicBezTo>
                        <a:pt x="24" y="24"/>
                        <a:pt x="28" y="21"/>
                        <a:pt x="28" y="14"/>
                      </a:cubicBezTo>
                      <a:cubicBezTo>
                        <a:pt x="28" y="6"/>
                        <a:pt x="28" y="6"/>
                        <a:pt x="28" y="6"/>
                      </a:cubicBezTo>
                      <a:cubicBezTo>
                        <a:pt x="28" y="5"/>
                        <a:pt x="28" y="5"/>
                        <a:pt x="28" y="5"/>
                      </a:cubicBezTo>
                      <a:cubicBezTo>
                        <a:pt x="27" y="3"/>
                        <a:pt x="27" y="3"/>
                        <a:pt x="27" y="3"/>
                      </a:cubicBezTo>
                      <a:cubicBezTo>
                        <a:pt x="26" y="3"/>
                        <a:pt x="26" y="3"/>
                        <a:pt x="26" y="3"/>
                      </a:cubicBezTo>
                      <a:cubicBezTo>
                        <a:pt x="24" y="3"/>
                        <a:pt x="24" y="3"/>
                        <a:pt x="24" y="3"/>
                      </a:cubicBezTo>
                      <a:cubicBezTo>
                        <a:pt x="23" y="3"/>
                        <a:pt x="23" y="3"/>
                        <a:pt x="23" y="3"/>
                      </a:cubicBezTo>
                      <a:cubicBezTo>
                        <a:pt x="20" y="0"/>
                        <a:pt x="20" y="0"/>
                        <a:pt x="20" y="0"/>
                      </a:cubicBezTo>
                      <a:lnTo>
                        <a:pt x="15" y="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9" name="íṩlïḓè"/>
                <p:cNvSpPr/>
                <p:nvPr/>
              </p:nvSpPr>
              <p:spPr bwMode="auto">
                <a:xfrm>
                  <a:off x="5826126" y="3273425"/>
                  <a:ext cx="223838" cy="293688"/>
                </a:xfrm>
                <a:custGeom>
                  <a:avLst/>
                  <a:gdLst>
                    <a:gd name="T0" fmla="*/ 38 w 68"/>
                    <a:gd name="T1" fmla="*/ 16 h 88"/>
                    <a:gd name="T2" fmla="*/ 40 w 68"/>
                    <a:gd name="T3" fmla="*/ 5 h 88"/>
                    <a:gd name="T4" fmla="*/ 36 w 68"/>
                    <a:gd name="T5" fmla="*/ 1 h 88"/>
                    <a:gd name="T6" fmla="*/ 36 w 68"/>
                    <a:gd name="T7" fmla="*/ 1 h 88"/>
                    <a:gd name="T8" fmla="*/ 33 w 68"/>
                    <a:gd name="T9" fmla="*/ 0 h 88"/>
                    <a:gd name="T10" fmla="*/ 24 w 68"/>
                    <a:gd name="T11" fmla="*/ 7 h 88"/>
                    <a:gd name="T12" fmla="*/ 24 w 68"/>
                    <a:gd name="T13" fmla="*/ 8 h 88"/>
                    <a:gd name="T14" fmla="*/ 26 w 68"/>
                    <a:gd name="T15" fmla="*/ 18 h 88"/>
                    <a:gd name="T16" fmla="*/ 27 w 68"/>
                    <a:gd name="T17" fmla="*/ 28 h 88"/>
                    <a:gd name="T18" fmla="*/ 27 w 68"/>
                    <a:gd name="T19" fmla="*/ 39 h 88"/>
                    <a:gd name="T20" fmla="*/ 16 w 68"/>
                    <a:gd name="T21" fmla="*/ 48 h 88"/>
                    <a:gd name="T22" fmla="*/ 7 w 68"/>
                    <a:gd name="T23" fmla="*/ 49 h 88"/>
                    <a:gd name="T24" fmla="*/ 5 w 68"/>
                    <a:gd name="T25" fmla="*/ 49 h 88"/>
                    <a:gd name="T26" fmla="*/ 4 w 68"/>
                    <a:gd name="T27" fmla="*/ 49 h 88"/>
                    <a:gd name="T28" fmla="*/ 0 w 68"/>
                    <a:gd name="T29" fmla="*/ 54 h 88"/>
                    <a:gd name="T30" fmla="*/ 5 w 68"/>
                    <a:gd name="T31" fmla="*/ 60 h 88"/>
                    <a:gd name="T32" fmla="*/ 11 w 68"/>
                    <a:gd name="T33" fmla="*/ 60 h 88"/>
                    <a:gd name="T34" fmla="*/ 13 w 68"/>
                    <a:gd name="T35" fmla="*/ 59 h 88"/>
                    <a:gd name="T36" fmla="*/ 20 w 68"/>
                    <a:gd name="T37" fmla="*/ 66 h 88"/>
                    <a:gd name="T38" fmla="*/ 17 w 68"/>
                    <a:gd name="T39" fmla="*/ 72 h 88"/>
                    <a:gd name="T40" fmla="*/ 13 w 68"/>
                    <a:gd name="T41" fmla="*/ 76 h 88"/>
                    <a:gd name="T42" fmla="*/ 2 w 68"/>
                    <a:gd name="T43" fmla="*/ 82 h 88"/>
                    <a:gd name="T44" fmla="*/ 2 w 68"/>
                    <a:gd name="T45" fmla="*/ 83 h 88"/>
                    <a:gd name="T46" fmla="*/ 2 w 68"/>
                    <a:gd name="T47" fmla="*/ 87 h 88"/>
                    <a:gd name="T48" fmla="*/ 4 w 68"/>
                    <a:gd name="T49" fmla="*/ 88 h 88"/>
                    <a:gd name="T50" fmla="*/ 25 w 68"/>
                    <a:gd name="T51" fmla="*/ 77 h 88"/>
                    <a:gd name="T52" fmla="*/ 31 w 68"/>
                    <a:gd name="T53" fmla="*/ 69 h 88"/>
                    <a:gd name="T54" fmla="*/ 40 w 68"/>
                    <a:gd name="T55" fmla="*/ 63 h 88"/>
                    <a:gd name="T56" fmla="*/ 52 w 68"/>
                    <a:gd name="T57" fmla="*/ 70 h 88"/>
                    <a:gd name="T58" fmla="*/ 48 w 68"/>
                    <a:gd name="T59" fmla="*/ 79 h 88"/>
                    <a:gd name="T60" fmla="*/ 59 w 68"/>
                    <a:gd name="T61" fmla="*/ 81 h 88"/>
                    <a:gd name="T62" fmla="*/ 68 w 68"/>
                    <a:gd name="T63" fmla="*/ 71 h 88"/>
                    <a:gd name="T64" fmla="*/ 59 w 68"/>
                    <a:gd name="T65" fmla="*/ 62 h 88"/>
                    <a:gd name="T66" fmla="*/ 44 w 68"/>
                    <a:gd name="T67" fmla="*/ 60 h 88"/>
                    <a:gd name="T68" fmla="*/ 42 w 68"/>
                    <a:gd name="T69" fmla="*/ 60 h 88"/>
                    <a:gd name="T70" fmla="*/ 36 w 68"/>
                    <a:gd name="T71" fmla="*/ 53 h 88"/>
                    <a:gd name="T72" fmla="*/ 48 w 68"/>
                    <a:gd name="T73" fmla="*/ 42 h 88"/>
                    <a:gd name="T74" fmla="*/ 59 w 68"/>
                    <a:gd name="T75" fmla="*/ 32 h 88"/>
                    <a:gd name="T76" fmla="*/ 59 w 68"/>
                    <a:gd name="T77" fmla="*/ 30 h 88"/>
                    <a:gd name="T78" fmla="*/ 59 w 68"/>
                    <a:gd name="T79" fmla="*/ 29 h 88"/>
                    <a:gd name="T80" fmla="*/ 54 w 68"/>
                    <a:gd name="T81" fmla="*/ 26 h 88"/>
                    <a:gd name="T82" fmla="*/ 51 w 68"/>
                    <a:gd name="T83" fmla="*/ 27 h 88"/>
                    <a:gd name="T84" fmla="*/ 50 w 68"/>
                    <a:gd name="T85" fmla="*/ 27 h 88"/>
                    <a:gd name="T86" fmla="*/ 41 w 68"/>
                    <a:gd name="T87" fmla="*/ 33 h 88"/>
                    <a:gd name="T88" fmla="*/ 38 w 68"/>
                    <a:gd name="T89" fmla="*/ 28 h 88"/>
                    <a:gd name="T90" fmla="*/ 38 w 68"/>
                    <a:gd name="T91" fmla="*/ 27 h 88"/>
                    <a:gd name="T92" fmla="*/ 38 w 68"/>
                    <a:gd name="T93" fmla="*/ 16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68" h="88">
                      <a:moveTo>
                        <a:pt x="38" y="16"/>
                      </a:moveTo>
                      <a:cubicBezTo>
                        <a:pt x="39" y="11"/>
                        <a:pt x="40" y="9"/>
                        <a:pt x="40" y="5"/>
                      </a:cubicBezTo>
                      <a:cubicBezTo>
                        <a:pt x="40" y="3"/>
                        <a:pt x="38" y="1"/>
                        <a:pt x="36" y="1"/>
                      </a:cubicBezTo>
                      <a:cubicBezTo>
                        <a:pt x="36" y="1"/>
                        <a:pt x="36" y="1"/>
                        <a:pt x="36" y="1"/>
                      </a:cubicBezTo>
                      <a:cubicBezTo>
                        <a:pt x="34" y="1"/>
                        <a:pt x="34" y="1"/>
                        <a:pt x="33" y="0"/>
                      </a:cubicBezTo>
                      <a:cubicBezTo>
                        <a:pt x="28" y="3"/>
                        <a:pt x="28" y="1"/>
                        <a:pt x="24" y="7"/>
                      </a:cubicBezTo>
                      <a:cubicBezTo>
                        <a:pt x="24" y="8"/>
                        <a:pt x="24" y="8"/>
                        <a:pt x="24" y="8"/>
                      </a:cubicBezTo>
                      <a:cubicBezTo>
                        <a:pt x="24" y="12"/>
                        <a:pt x="26" y="14"/>
                        <a:pt x="26" y="18"/>
                      </a:cubicBezTo>
                      <a:cubicBezTo>
                        <a:pt x="27" y="28"/>
                        <a:pt x="27" y="28"/>
                        <a:pt x="27" y="28"/>
                      </a:cubicBezTo>
                      <a:cubicBezTo>
                        <a:pt x="27" y="39"/>
                        <a:pt x="27" y="39"/>
                        <a:pt x="27" y="39"/>
                      </a:cubicBezTo>
                      <a:cubicBezTo>
                        <a:pt x="28" y="45"/>
                        <a:pt x="22" y="48"/>
                        <a:pt x="16" y="48"/>
                      </a:cubicBezTo>
                      <a:cubicBezTo>
                        <a:pt x="7" y="49"/>
                        <a:pt x="7" y="49"/>
                        <a:pt x="7" y="49"/>
                      </a:cubicBezTo>
                      <a:cubicBezTo>
                        <a:pt x="5" y="49"/>
                        <a:pt x="5" y="49"/>
                        <a:pt x="5" y="49"/>
                      </a:cubicBezTo>
                      <a:cubicBezTo>
                        <a:pt x="4" y="49"/>
                        <a:pt x="4" y="49"/>
                        <a:pt x="4" y="49"/>
                      </a:cubicBezTo>
                      <a:cubicBezTo>
                        <a:pt x="2" y="50"/>
                        <a:pt x="0" y="51"/>
                        <a:pt x="0" y="54"/>
                      </a:cubicBezTo>
                      <a:cubicBezTo>
                        <a:pt x="0" y="56"/>
                        <a:pt x="3" y="60"/>
                        <a:pt x="5" y="60"/>
                      </a:cubicBezTo>
                      <a:cubicBezTo>
                        <a:pt x="11" y="60"/>
                        <a:pt x="11" y="60"/>
                        <a:pt x="11" y="60"/>
                      </a:cubicBezTo>
                      <a:cubicBezTo>
                        <a:pt x="12" y="60"/>
                        <a:pt x="12" y="60"/>
                        <a:pt x="13" y="59"/>
                      </a:cubicBezTo>
                      <a:cubicBezTo>
                        <a:pt x="17" y="62"/>
                        <a:pt x="17" y="60"/>
                        <a:pt x="20" y="66"/>
                      </a:cubicBezTo>
                      <a:cubicBezTo>
                        <a:pt x="18" y="69"/>
                        <a:pt x="20" y="68"/>
                        <a:pt x="17" y="72"/>
                      </a:cubicBezTo>
                      <a:cubicBezTo>
                        <a:pt x="15" y="73"/>
                        <a:pt x="15" y="75"/>
                        <a:pt x="13" y="76"/>
                      </a:cubicBezTo>
                      <a:cubicBezTo>
                        <a:pt x="8" y="79"/>
                        <a:pt x="7" y="80"/>
                        <a:pt x="2" y="82"/>
                      </a:cubicBezTo>
                      <a:cubicBezTo>
                        <a:pt x="2" y="83"/>
                        <a:pt x="2" y="83"/>
                        <a:pt x="2" y="83"/>
                      </a:cubicBezTo>
                      <a:cubicBezTo>
                        <a:pt x="2" y="87"/>
                        <a:pt x="2" y="87"/>
                        <a:pt x="2" y="87"/>
                      </a:cubicBezTo>
                      <a:cubicBezTo>
                        <a:pt x="4" y="87"/>
                        <a:pt x="3" y="88"/>
                        <a:pt x="4" y="88"/>
                      </a:cubicBezTo>
                      <a:cubicBezTo>
                        <a:pt x="13" y="88"/>
                        <a:pt x="20" y="82"/>
                        <a:pt x="25" y="77"/>
                      </a:cubicBezTo>
                      <a:cubicBezTo>
                        <a:pt x="26" y="76"/>
                        <a:pt x="30" y="71"/>
                        <a:pt x="31" y="69"/>
                      </a:cubicBezTo>
                      <a:cubicBezTo>
                        <a:pt x="33" y="65"/>
                        <a:pt x="35" y="63"/>
                        <a:pt x="40" y="63"/>
                      </a:cubicBezTo>
                      <a:cubicBezTo>
                        <a:pt x="45" y="63"/>
                        <a:pt x="49" y="67"/>
                        <a:pt x="52" y="70"/>
                      </a:cubicBezTo>
                      <a:cubicBezTo>
                        <a:pt x="48" y="79"/>
                        <a:pt x="48" y="79"/>
                        <a:pt x="48" y="79"/>
                      </a:cubicBezTo>
                      <a:cubicBezTo>
                        <a:pt x="50" y="79"/>
                        <a:pt x="58" y="81"/>
                        <a:pt x="59" y="81"/>
                      </a:cubicBezTo>
                      <a:cubicBezTo>
                        <a:pt x="65" y="81"/>
                        <a:pt x="67" y="76"/>
                        <a:pt x="68" y="71"/>
                      </a:cubicBezTo>
                      <a:cubicBezTo>
                        <a:pt x="67" y="65"/>
                        <a:pt x="63" y="64"/>
                        <a:pt x="59" y="62"/>
                      </a:cubicBezTo>
                      <a:cubicBezTo>
                        <a:pt x="53" y="59"/>
                        <a:pt x="51" y="60"/>
                        <a:pt x="44" y="60"/>
                      </a:cubicBezTo>
                      <a:cubicBezTo>
                        <a:pt x="43" y="60"/>
                        <a:pt x="43" y="60"/>
                        <a:pt x="42" y="60"/>
                      </a:cubicBezTo>
                      <a:cubicBezTo>
                        <a:pt x="40" y="59"/>
                        <a:pt x="36" y="56"/>
                        <a:pt x="36" y="53"/>
                      </a:cubicBezTo>
                      <a:cubicBezTo>
                        <a:pt x="36" y="51"/>
                        <a:pt x="45" y="44"/>
                        <a:pt x="48" y="42"/>
                      </a:cubicBezTo>
                      <a:cubicBezTo>
                        <a:pt x="50" y="41"/>
                        <a:pt x="59" y="34"/>
                        <a:pt x="59" y="32"/>
                      </a:cubicBezTo>
                      <a:cubicBezTo>
                        <a:pt x="59" y="30"/>
                        <a:pt x="59" y="30"/>
                        <a:pt x="59" y="30"/>
                      </a:cubicBezTo>
                      <a:cubicBezTo>
                        <a:pt x="59" y="29"/>
                        <a:pt x="59" y="29"/>
                        <a:pt x="59" y="29"/>
                      </a:cubicBezTo>
                      <a:cubicBezTo>
                        <a:pt x="54" y="26"/>
                        <a:pt x="54" y="26"/>
                        <a:pt x="54" y="26"/>
                      </a:cubicBezTo>
                      <a:cubicBezTo>
                        <a:pt x="53" y="27"/>
                        <a:pt x="53" y="27"/>
                        <a:pt x="51" y="27"/>
                      </a:cubicBezTo>
                      <a:cubicBezTo>
                        <a:pt x="50" y="27"/>
                        <a:pt x="50" y="27"/>
                        <a:pt x="50" y="27"/>
                      </a:cubicBezTo>
                      <a:cubicBezTo>
                        <a:pt x="46" y="32"/>
                        <a:pt x="46" y="30"/>
                        <a:pt x="41" y="33"/>
                      </a:cubicBezTo>
                      <a:cubicBezTo>
                        <a:pt x="40" y="31"/>
                        <a:pt x="39" y="30"/>
                        <a:pt x="38" y="28"/>
                      </a:cubicBezTo>
                      <a:cubicBezTo>
                        <a:pt x="38" y="27"/>
                        <a:pt x="38" y="27"/>
                        <a:pt x="38" y="27"/>
                      </a:cubicBezTo>
                      <a:lnTo>
                        <a:pt x="38" y="16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0" name="ísḷïďè"/>
                <p:cNvSpPr/>
                <p:nvPr/>
              </p:nvSpPr>
              <p:spPr bwMode="auto">
                <a:xfrm>
                  <a:off x="4518026" y="3506788"/>
                  <a:ext cx="53975" cy="71438"/>
                </a:xfrm>
                <a:custGeom>
                  <a:avLst/>
                  <a:gdLst>
                    <a:gd name="T0" fmla="*/ 14 w 16"/>
                    <a:gd name="T1" fmla="*/ 17 h 21"/>
                    <a:gd name="T2" fmla="*/ 16 w 16"/>
                    <a:gd name="T3" fmla="*/ 12 h 21"/>
                    <a:gd name="T4" fmla="*/ 11 w 16"/>
                    <a:gd name="T5" fmla="*/ 5 h 21"/>
                    <a:gd name="T6" fmla="*/ 5 w 16"/>
                    <a:gd name="T7" fmla="*/ 0 h 21"/>
                    <a:gd name="T8" fmla="*/ 2 w 16"/>
                    <a:gd name="T9" fmla="*/ 4 h 21"/>
                    <a:gd name="T10" fmla="*/ 2 w 16"/>
                    <a:gd name="T11" fmla="*/ 5 h 21"/>
                    <a:gd name="T12" fmla="*/ 2 w 16"/>
                    <a:gd name="T13" fmla="*/ 8 h 21"/>
                    <a:gd name="T14" fmla="*/ 2 w 16"/>
                    <a:gd name="T15" fmla="*/ 9 h 21"/>
                    <a:gd name="T16" fmla="*/ 0 w 16"/>
                    <a:gd name="T17" fmla="*/ 17 h 21"/>
                    <a:gd name="T18" fmla="*/ 3 w 16"/>
                    <a:gd name="T19" fmla="*/ 21 h 21"/>
                    <a:gd name="T20" fmla="*/ 4 w 16"/>
                    <a:gd name="T21" fmla="*/ 21 h 21"/>
                    <a:gd name="T22" fmla="*/ 5 w 16"/>
                    <a:gd name="T23" fmla="*/ 21 h 21"/>
                    <a:gd name="T24" fmla="*/ 14 w 16"/>
                    <a:gd name="T25" fmla="*/ 17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6" h="21">
                      <a:moveTo>
                        <a:pt x="14" y="17"/>
                      </a:moveTo>
                      <a:cubicBezTo>
                        <a:pt x="14" y="15"/>
                        <a:pt x="16" y="13"/>
                        <a:pt x="16" y="12"/>
                      </a:cubicBezTo>
                      <a:cubicBezTo>
                        <a:pt x="16" y="11"/>
                        <a:pt x="12" y="7"/>
                        <a:pt x="11" y="5"/>
                      </a:cubicBezTo>
                      <a:cubicBezTo>
                        <a:pt x="11" y="3"/>
                        <a:pt x="8" y="0"/>
                        <a:pt x="5" y="0"/>
                      </a:cubicBezTo>
                      <a:cubicBezTo>
                        <a:pt x="4" y="0"/>
                        <a:pt x="3" y="3"/>
                        <a:pt x="2" y="4"/>
                      </a:cubicBezTo>
                      <a:cubicBezTo>
                        <a:pt x="2" y="5"/>
                        <a:pt x="2" y="5"/>
                        <a:pt x="2" y="5"/>
                      </a:cubicBezTo>
                      <a:cubicBezTo>
                        <a:pt x="2" y="8"/>
                        <a:pt x="2" y="8"/>
                        <a:pt x="2" y="8"/>
                      </a:cubicBezTo>
                      <a:cubicBezTo>
                        <a:pt x="2" y="9"/>
                        <a:pt x="2" y="9"/>
                        <a:pt x="2" y="9"/>
                      </a:cubicBezTo>
                      <a:cubicBezTo>
                        <a:pt x="1" y="11"/>
                        <a:pt x="0" y="14"/>
                        <a:pt x="0" y="17"/>
                      </a:cubicBezTo>
                      <a:cubicBezTo>
                        <a:pt x="0" y="19"/>
                        <a:pt x="1" y="20"/>
                        <a:pt x="3" y="21"/>
                      </a:cubicBezTo>
                      <a:cubicBezTo>
                        <a:pt x="4" y="21"/>
                        <a:pt x="4" y="21"/>
                        <a:pt x="4" y="21"/>
                      </a:cubicBezTo>
                      <a:cubicBezTo>
                        <a:pt x="5" y="21"/>
                        <a:pt x="5" y="21"/>
                        <a:pt x="5" y="21"/>
                      </a:cubicBezTo>
                      <a:cubicBezTo>
                        <a:pt x="7" y="21"/>
                        <a:pt x="11" y="17"/>
                        <a:pt x="14" y="17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1" name="îṧļîḓé"/>
                <p:cNvSpPr/>
                <p:nvPr/>
              </p:nvSpPr>
              <p:spPr bwMode="auto">
                <a:xfrm>
                  <a:off x="5319713" y="3133725"/>
                  <a:ext cx="222250" cy="500063"/>
                </a:xfrm>
                <a:custGeom>
                  <a:avLst/>
                  <a:gdLst>
                    <a:gd name="T0" fmla="*/ 47 w 67"/>
                    <a:gd name="T1" fmla="*/ 96 h 150"/>
                    <a:gd name="T2" fmla="*/ 51 w 67"/>
                    <a:gd name="T3" fmla="*/ 96 h 150"/>
                    <a:gd name="T4" fmla="*/ 46 w 67"/>
                    <a:gd name="T5" fmla="*/ 114 h 150"/>
                    <a:gd name="T6" fmla="*/ 42 w 67"/>
                    <a:gd name="T7" fmla="*/ 113 h 150"/>
                    <a:gd name="T8" fmla="*/ 39 w 67"/>
                    <a:gd name="T9" fmla="*/ 108 h 150"/>
                    <a:gd name="T10" fmla="*/ 21 w 67"/>
                    <a:gd name="T11" fmla="*/ 78 h 150"/>
                    <a:gd name="T12" fmla="*/ 29 w 67"/>
                    <a:gd name="T13" fmla="*/ 73 h 150"/>
                    <a:gd name="T14" fmla="*/ 32 w 67"/>
                    <a:gd name="T15" fmla="*/ 74 h 150"/>
                    <a:gd name="T16" fmla="*/ 32 w 67"/>
                    <a:gd name="T17" fmla="*/ 77 h 150"/>
                    <a:gd name="T18" fmla="*/ 32 w 67"/>
                    <a:gd name="T19" fmla="*/ 79 h 150"/>
                    <a:gd name="T20" fmla="*/ 21 w 67"/>
                    <a:gd name="T21" fmla="*/ 78 h 150"/>
                    <a:gd name="T22" fmla="*/ 53 w 67"/>
                    <a:gd name="T23" fmla="*/ 118 h 150"/>
                    <a:gd name="T24" fmla="*/ 66 w 67"/>
                    <a:gd name="T25" fmla="*/ 108 h 150"/>
                    <a:gd name="T26" fmla="*/ 60 w 67"/>
                    <a:gd name="T27" fmla="*/ 98 h 150"/>
                    <a:gd name="T28" fmla="*/ 51 w 67"/>
                    <a:gd name="T29" fmla="*/ 82 h 150"/>
                    <a:gd name="T30" fmla="*/ 47 w 67"/>
                    <a:gd name="T31" fmla="*/ 71 h 150"/>
                    <a:gd name="T32" fmla="*/ 60 w 67"/>
                    <a:gd name="T33" fmla="*/ 58 h 150"/>
                    <a:gd name="T34" fmla="*/ 53 w 67"/>
                    <a:gd name="T35" fmla="*/ 52 h 150"/>
                    <a:gd name="T36" fmla="*/ 44 w 67"/>
                    <a:gd name="T37" fmla="*/ 50 h 150"/>
                    <a:gd name="T38" fmla="*/ 48 w 67"/>
                    <a:gd name="T39" fmla="*/ 38 h 150"/>
                    <a:gd name="T40" fmla="*/ 66 w 67"/>
                    <a:gd name="T41" fmla="*/ 17 h 150"/>
                    <a:gd name="T42" fmla="*/ 66 w 67"/>
                    <a:gd name="T43" fmla="*/ 13 h 150"/>
                    <a:gd name="T44" fmla="*/ 56 w 67"/>
                    <a:gd name="T45" fmla="*/ 1 h 150"/>
                    <a:gd name="T46" fmla="*/ 55 w 67"/>
                    <a:gd name="T47" fmla="*/ 7 h 150"/>
                    <a:gd name="T48" fmla="*/ 50 w 67"/>
                    <a:gd name="T49" fmla="*/ 18 h 150"/>
                    <a:gd name="T50" fmla="*/ 42 w 67"/>
                    <a:gd name="T51" fmla="*/ 15 h 150"/>
                    <a:gd name="T52" fmla="*/ 40 w 67"/>
                    <a:gd name="T53" fmla="*/ 15 h 150"/>
                    <a:gd name="T54" fmla="*/ 41 w 67"/>
                    <a:gd name="T55" fmla="*/ 26 h 150"/>
                    <a:gd name="T56" fmla="*/ 41 w 67"/>
                    <a:gd name="T57" fmla="*/ 30 h 150"/>
                    <a:gd name="T58" fmla="*/ 37 w 67"/>
                    <a:gd name="T59" fmla="*/ 33 h 150"/>
                    <a:gd name="T60" fmla="*/ 30 w 67"/>
                    <a:gd name="T61" fmla="*/ 29 h 150"/>
                    <a:gd name="T62" fmla="*/ 9 w 67"/>
                    <a:gd name="T63" fmla="*/ 50 h 150"/>
                    <a:gd name="T64" fmla="*/ 4 w 67"/>
                    <a:gd name="T65" fmla="*/ 59 h 150"/>
                    <a:gd name="T66" fmla="*/ 23 w 67"/>
                    <a:gd name="T67" fmla="*/ 51 h 150"/>
                    <a:gd name="T68" fmla="*/ 30 w 67"/>
                    <a:gd name="T69" fmla="*/ 58 h 150"/>
                    <a:gd name="T70" fmla="*/ 26 w 67"/>
                    <a:gd name="T71" fmla="*/ 65 h 150"/>
                    <a:gd name="T72" fmla="*/ 19 w 67"/>
                    <a:gd name="T73" fmla="*/ 64 h 150"/>
                    <a:gd name="T74" fmla="*/ 16 w 67"/>
                    <a:gd name="T75" fmla="*/ 67 h 150"/>
                    <a:gd name="T76" fmla="*/ 16 w 67"/>
                    <a:gd name="T77" fmla="*/ 72 h 150"/>
                    <a:gd name="T78" fmla="*/ 3 w 67"/>
                    <a:gd name="T79" fmla="*/ 105 h 150"/>
                    <a:gd name="T80" fmla="*/ 6 w 67"/>
                    <a:gd name="T81" fmla="*/ 110 h 150"/>
                    <a:gd name="T82" fmla="*/ 9 w 67"/>
                    <a:gd name="T83" fmla="*/ 111 h 150"/>
                    <a:gd name="T84" fmla="*/ 24 w 67"/>
                    <a:gd name="T85" fmla="*/ 89 h 150"/>
                    <a:gd name="T86" fmla="*/ 32 w 67"/>
                    <a:gd name="T87" fmla="*/ 93 h 150"/>
                    <a:gd name="T88" fmla="*/ 32 w 67"/>
                    <a:gd name="T89" fmla="*/ 96 h 150"/>
                    <a:gd name="T90" fmla="*/ 29 w 67"/>
                    <a:gd name="T91" fmla="*/ 113 h 150"/>
                    <a:gd name="T92" fmla="*/ 29 w 67"/>
                    <a:gd name="T93" fmla="*/ 115 h 150"/>
                    <a:gd name="T94" fmla="*/ 22 w 67"/>
                    <a:gd name="T95" fmla="*/ 122 h 150"/>
                    <a:gd name="T96" fmla="*/ 10 w 67"/>
                    <a:gd name="T97" fmla="*/ 124 h 150"/>
                    <a:gd name="T98" fmla="*/ 15 w 67"/>
                    <a:gd name="T99" fmla="*/ 144 h 150"/>
                    <a:gd name="T100" fmla="*/ 17 w 67"/>
                    <a:gd name="T101" fmla="*/ 150 h 150"/>
                    <a:gd name="T102" fmla="*/ 38 w 67"/>
                    <a:gd name="T103" fmla="*/ 125 h 1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67" h="150">
                      <a:moveTo>
                        <a:pt x="39" y="107"/>
                      </a:moveTo>
                      <a:cubicBezTo>
                        <a:pt x="39" y="103"/>
                        <a:pt x="44" y="96"/>
                        <a:pt x="47" y="96"/>
                      </a:cubicBezTo>
                      <a:cubicBezTo>
                        <a:pt x="50" y="96"/>
                        <a:pt x="50" y="96"/>
                        <a:pt x="50" y="96"/>
                      </a:cubicBezTo>
                      <a:cubicBezTo>
                        <a:pt x="51" y="96"/>
                        <a:pt x="51" y="96"/>
                        <a:pt x="51" y="96"/>
                      </a:cubicBezTo>
                      <a:cubicBezTo>
                        <a:pt x="53" y="98"/>
                        <a:pt x="55" y="101"/>
                        <a:pt x="55" y="104"/>
                      </a:cubicBezTo>
                      <a:cubicBezTo>
                        <a:pt x="55" y="108"/>
                        <a:pt x="49" y="112"/>
                        <a:pt x="46" y="114"/>
                      </a:cubicBezTo>
                      <a:cubicBezTo>
                        <a:pt x="45" y="114"/>
                        <a:pt x="45" y="113"/>
                        <a:pt x="43" y="113"/>
                      </a:cubicBezTo>
                      <a:cubicBezTo>
                        <a:pt x="42" y="113"/>
                        <a:pt x="42" y="113"/>
                        <a:pt x="42" y="113"/>
                      </a:cubicBezTo>
                      <a:cubicBezTo>
                        <a:pt x="39" y="109"/>
                        <a:pt x="39" y="109"/>
                        <a:pt x="39" y="109"/>
                      </a:cubicBezTo>
                      <a:cubicBezTo>
                        <a:pt x="39" y="108"/>
                        <a:pt x="39" y="108"/>
                        <a:pt x="39" y="108"/>
                      </a:cubicBezTo>
                      <a:cubicBezTo>
                        <a:pt x="39" y="107"/>
                        <a:pt x="39" y="107"/>
                        <a:pt x="39" y="107"/>
                      </a:cubicBezTo>
                      <a:close/>
                      <a:moveTo>
                        <a:pt x="21" y="78"/>
                      </a:moveTo>
                      <a:cubicBezTo>
                        <a:pt x="21" y="77"/>
                        <a:pt x="25" y="73"/>
                        <a:pt x="26" y="73"/>
                      </a:cubicBezTo>
                      <a:cubicBezTo>
                        <a:pt x="27" y="73"/>
                        <a:pt x="27" y="73"/>
                        <a:pt x="29" y="73"/>
                      </a:cubicBezTo>
                      <a:cubicBezTo>
                        <a:pt x="30" y="73"/>
                        <a:pt x="30" y="73"/>
                        <a:pt x="30" y="73"/>
                      </a:cubicBezTo>
                      <a:cubicBezTo>
                        <a:pt x="32" y="74"/>
                        <a:pt x="32" y="74"/>
                        <a:pt x="32" y="74"/>
                      </a:cubicBezTo>
                      <a:cubicBezTo>
                        <a:pt x="32" y="76"/>
                        <a:pt x="32" y="76"/>
                        <a:pt x="32" y="76"/>
                      </a:cubicBezTo>
                      <a:cubicBezTo>
                        <a:pt x="32" y="77"/>
                        <a:pt x="32" y="77"/>
                        <a:pt x="32" y="77"/>
                      </a:cubicBezTo>
                      <a:cubicBezTo>
                        <a:pt x="32" y="78"/>
                        <a:pt x="32" y="78"/>
                        <a:pt x="32" y="78"/>
                      </a:cubicBezTo>
                      <a:cubicBezTo>
                        <a:pt x="32" y="79"/>
                        <a:pt x="32" y="79"/>
                        <a:pt x="32" y="79"/>
                      </a:cubicBezTo>
                      <a:cubicBezTo>
                        <a:pt x="31" y="82"/>
                        <a:pt x="29" y="83"/>
                        <a:pt x="25" y="83"/>
                      </a:cubicBezTo>
                      <a:cubicBezTo>
                        <a:pt x="23" y="83"/>
                        <a:pt x="21" y="81"/>
                        <a:pt x="21" y="78"/>
                      </a:cubicBezTo>
                      <a:close/>
                      <a:moveTo>
                        <a:pt x="38" y="125"/>
                      </a:moveTo>
                      <a:cubicBezTo>
                        <a:pt x="43" y="122"/>
                        <a:pt x="47" y="120"/>
                        <a:pt x="53" y="118"/>
                      </a:cubicBezTo>
                      <a:cubicBezTo>
                        <a:pt x="57" y="116"/>
                        <a:pt x="57" y="116"/>
                        <a:pt x="60" y="114"/>
                      </a:cubicBezTo>
                      <a:cubicBezTo>
                        <a:pt x="64" y="111"/>
                        <a:pt x="63" y="110"/>
                        <a:pt x="66" y="108"/>
                      </a:cubicBezTo>
                      <a:cubicBezTo>
                        <a:pt x="67" y="104"/>
                        <a:pt x="67" y="104"/>
                        <a:pt x="67" y="104"/>
                      </a:cubicBezTo>
                      <a:cubicBezTo>
                        <a:pt x="64" y="100"/>
                        <a:pt x="64" y="101"/>
                        <a:pt x="60" y="98"/>
                      </a:cubicBezTo>
                      <a:cubicBezTo>
                        <a:pt x="58" y="96"/>
                        <a:pt x="55" y="95"/>
                        <a:pt x="54" y="92"/>
                      </a:cubicBezTo>
                      <a:cubicBezTo>
                        <a:pt x="53" y="88"/>
                        <a:pt x="53" y="84"/>
                        <a:pt x="51" y="82"/>
                      </a:cubicBezTo>
                      <a:cubicBezTo>
                        <a:pt x="49" y="79"/>
                        <a:pt x="47" y="77"/>
                        <a:pt x="47" y="73"/>
                      </a:cubicBezTo>
                      <a:cubicBezTo>
                        <a:pt x="47" y="72"/>
                        <a:pt x="47" y="72"/>
                        <a:pt x="47" y="71"/>
                      </a:cubicBezTo>
                      <a:cubicBezTo>
                        <a:pt x="49" y="67"/>
                        <a:pt x="47" y="67"/>
                        <a:pt x="53" y="64"/>
                      </a:cubicBezTo>
                      <a:cubicBezTo>
                        <a:pt x="55" y="64"/>
                        <a:pt x="60" y="60"/>
                        <a:pt x="60" y="58"/>
                      </a:cubicBezTo>
                      <a:cubicBezTo>
                        <a:pt x="60" y="55"/>
                        <a:pt x="60" y="55"/>
                        <a:pt x="60" y="55"/>
                      </a:cubicBezTo>
                      <a:cubicBezTo>
                        <a:pt x="60" y="53"/>
                        <a:pt x="56" y="51"/>
                        <a:pt x="53" y="52"/>
                      </a:cubicBezTo>
                      <a:cubicBezTo>
                        <a:pt x="47" y="52"/>
                        <a:pt x="47" y="52"/>
                        <a:pt x="47" y="52"/>
                      </a:cubicBezTo>
                      <a:cubicBezTo>
                        <a:pt x="46" y="52"/>
                        <a:pt x="45" y="51"/>
                        <a:pt x="44" y="50"/>
                      </a:cubicBezTo>
                      <a:cubicBezTo>
                        <a:pt x="44" y="47"/>
                        <a:pt x="44" y="47"/>
                        <a:pt x="44" y="47"/>
                      </a:cubicBezTo>
                      <a:cubicBezTo>
                        <a:pt x="44" y="44"/>
                        <a:pt x="47" y="41"/>
                        <a:pt x="48" y="38"/>
                      </a:cubicBezTo>
                      <a:cubicBezTo>
                        <a:pt x="49" y="34"/>
                        <a:pt x="50" y="33"/>
                        <a:pt x="53" y="30"/>
                      </a:cubicBezTo>
                      <a:cubicBezTo>
                        <a:pt x="56" y="27"/>
                        <a:pt x="66" y="22"/>
                        <a:pt x="66" y="17"/>
                      </a:cubicBezTo>
                      <a:cubicBezTo>
                        <a:pt x="66" y="14"/>
                        <a:pt x="66" y="14"/>
                        <a:pt x="66" y="14"/>
                      </a:cubicBezTo>
                      <a:cubicBezTo>
                        <a:pt x="66" y="13"/>
                        <a:pt x="66" y="13"/>
                        <a:pt x="66" y="13"/>
                      </a:cubicBezTo>
                      <a:cubicBezTo>
                        <a:pt x="65" y="10"/>
                        <a:pt x="62" y="0"/>
                        <a:pt x="58" y="0"/>
                      </a:cubicBezTo>
                      <a:cubicBezTo>
                        <a:pt x="57" y="0"/>
                        <a:pt x="57" y="0"/>
                        <a:pt x="56" y="1"/>
                      </a:cubicBezTo>
                      <a:cubicBezTo>
                        <a:pt x="56" y="3"/>
                        <a:pt x="55" y="3"/>
                        <a:pt x="55" y="5"/>
                      </a:cubicBezTo>
                      <a:cubicBezTo>
                        <a:pt x="55" y="7"/>
                        <a:pt x="55" y="7"/>
                        <a:pt x="55" y="7"/>
                      </a:cubicBezTo>
                      <a:cubicBezTo>
                        <a:pt x="55" y="11"/>
                        <a:pt x="53" y="15"/>
                        <a:pt x="51" y="18"/>
                      </a:cubicBezTo>
                      <a:cubicBezTo>
                        <a:pt x="50" y="18"/>
                        <a:pt x="50" y="18"/>
                        <a:pt x="50" y="18"/>
                      </a:cubicBezTo>
                      <a:cubicBezTo>
                        <a:pt x="48" y="18"/>
                        <a:pt x="48" y="18"/>
                        <a:pt x="47" y="19"/>
                      </a:cubicBezTo>
                      <a:cubicBezTo>
                        <a:pt x="42" y="15"/>
                        <a:pt x="42" y="15"/>
                        <a:pt x="42" y="15"/>
                      </a:cubicBezTo>
                      <a:cubicBezTo>
                        <a:pt x="41" y="15"/>
                        <a:pt x="41" y="15"/>
                        <a:pt x="41" y="15"/>
                      </a:cubicBezTo>
                      <a:cubicBezTo>
                        <a:pt x="40" y="15"/>
                        <a:pt x="40" y="15"/>
                        <a:pt x="40" y="15"/>
                      </a:cubicBezTo>
                      <a:cubicBezTo>
                        <a:pt x="39" y="15"/>
                        <a:pt x="38" y="16"/>
                        <a:pt x="38" y="17"/>
                      </a:cubicBezTo>
                      <a:cubicBezTo>
                        <a:pt x="38" y="19"/>
                        <a:pt x="41" y="22"/>
                        <a:pt x="41" y="26"/>
                      </a:cubicBezTo>
                      <a:cubicBezTo>
                        <a:pt x="41" y="29"/>
                        <a:pt x="41" y="29"/>
                        <a:pt x="41" y="29"/>
                      </a:cubicBezTo>
                      <a:cubicBezTo>
                        <a:pt x="41" y="30"/>
                        <a:pt x="41" y="30"/>
                        <a:pt x="41" y="30"/>
                      </a:cubicBezTo>
                      <a:cubicBezTo>
                        <a:pt x="38" y="33"/>
                        <a:pt x="38" y="33"/>
                        <a:pt x="38" y="33"/>
                      </a:cubicBezTo>
                      <a:cubicBezTo>
                        <a:pt x="37" y="33"/>
                        <a:pt x="37" y="33"/>
                        <a:pt x="37" y="33"/>
                      </a:cubicBezTo>
                      <a:cubicBezTo>
                        <a:pt x="35" y="33"/>
                        <a:pt x="35" y="34"/>
                        <a:pt x="34" y="34"/>
                      </a:cubicBezTo>
                      <a:cubicBezTo>
                        <a:pt x="32" y="33"/>
                        <a:pt x="31" y="31"/>
                        <a:pt x="30" y="29"/>
                      </a:cubicBezTo>
                      <a:cubicBezTo>
                        <a:pt x="24" y="29"/>
                        <a:pt x="30" y="41"/>
                        <a:pt x="19" y="45"/>
                      </a:cubicBezTo>
                      <a:cubicBezTo>
                        <a:pt x="16" y="46"/>
                        <a:pt x="12" y="48"/>
                        <a:pt x="9" y="50"/>
                      </a:cubicBezTo>
                      <a:cubicBezTo>
                        <a:pt x="6" y="51"/>
                        <a:pt x="1" y="53"/>
                        <a:pt x="0" y="55"/>
                      </a:cubicBezTo>
                      <a:cubicBezTo>
                        <a:pt x="1" y="58"/>
                        <a:pt x="1" y="57"/>
                        <a:pt x="4" y="59"/>
                      </a:cubicBezTo>
                      <a:cubicBezTo>
                        <a:pt x="6" y="59"/>
                        <a:pt x="6" y="59"/>
                        <a:pt x="6" y="59"/>
                      </a:cubicBezTo>
                      <a:cubicBezTo>
                        <a:pt x="10" y="59"/>
                        <a:pt x="20" y="51"/>
                        <a:pt x="23" y="51"/>
                      </a:cubicBezTo>
                      <a:cubicBezTo>
                        <a:pt x="25" y="51"/>
                        <a:pt x="24" y="51"/>
                        <a:pt x="27" y="52"/>
                      </a:cubicBezTo>
                      <a:cubicBezTo>
                        <a:pt x="29" y="54"/>
                        <a:pt x="29" y="55"/>
                        <a:pt x="30" y="58"/>
                      </a:cubicBezTo>
                      <a:cubicBezTo>
                        <a:pt x="30" y="59"/>
                        <a:pt x="30" y="59"/>
                        <a:pt x="30" y="59"/>
                      </a:cubicBezTo>
                      <a:cubicBezTo>
                        <a:pt x="30" y="62"/>
                        <a:pt x="28" y="64"/>
                        <a:pt x="26" y="65"/>
                      </a:cubicBezTo>
                      <a:cubicBezTo>
                        <a:pt x="21" y="64"/>
                        <a:pt x="21" y="64"/>
                        <a:pt x="21" y="64"/>
                      </a:cubicBezTo>
                      <a:cubicBezTo>
                        <a:pt x="20" y="64"/>
                        <a:pt x="20" y="64"/>
                        <a:pt x="19" y="64"/>
                      </a:cubicBezTo>
                      <a:cubicBezTo>
                        <a:pt x="18" y="64"/>
                        <a:pt x="18" y="64"/>
                        <a:pt x="18" y="64"/>
                      </a:cubicBezTo>
                      <a:cubicBezTo>
                        <a:pt x="16" y="67"/>
                        <a:pt x="16" y="67"/>
                        <a:pt x="16" y="67"/>
                      </a:cubicBezTo>
                      <a:cubicBezTo>
                        <a:pt x="16" y="68"/>
                        <a:pt x="16" y="68"/>
                        <a:pt x="16" y="68"/>
                      </a:cubicBezTo>
                      <a:cubicBezTo>
                        <a:pt x="16" y="72"/>
                        <a:pt x="16" y="72"/>
                        <a:pt x="16" y="72"/>
                      </a:cubicBezTo>
                      <a:cubicBezTo>
                        <a:pt x="16" y="78"/>
                        <a:pt x="13" y="85"/>
                        <a:pt x="11" y="90"/>
                      </a:cubicBezTo>
                      <a:cubicBezTo>
                        <a:pt x="9" y="94"/>
                        <a:pt x="3" y="100"/>
                        <a:pt x="3" y="105"/>
                      </a:cubicBezTo>
                      <a:cubicBezTo>
                        <a:pt x="3" y="106"/>
                        <a:pt x="4" y="109"/>
                        <a:pt x="5" y="110"/>
                      </a:cubicBezTo>
                      <a:cubicBezTo>
                        <a:pt x="6" y="110"/>
                        <a:pt x="6" y="110"/>
                        <a:pt x="6" y="110"/>
                      </a:cubicBezTo>
                      <a:cubicBezTo>
                        <a:pt x="7" y="110"/>
                        <a:pt x="7" y="110"/>
                        <a:pt x="7" y="110"/>
                      </a:cubicBezTo>
                      <a:cubicBezTo>
                        <a:pt x="9" y="110"/>
                        <a:pt x="8" y="110"/>
                        <a:pt x="9" y="111"/>
                      </a:cubicBezTo>
                      <a:cubicBezTo>
                        <a:pt x="11" y="109"/>
                        <a:pt x="15" y="101"/>
                        <a:pt x="15" y="98"/>
                      </a:cubicBezTo>
                      <a:cubicBezTo>
                        <a:pt x="17" y="94"/>
                        <a:pt x="20" y="89"/>
                        <a:pt x="24" y="89"/>
                      </a:cubicBezTo>
                      <a:cubicBezTo>
                        <a:pt x="25" y="89"/>
                        <a:pt x="25" y="89"/>
                        <a:pt x="26" y="88"/>
                      </a:cubicBezTo>
                      <a:cubicBezTo>
                        <a:pt x="28" y="90"/>
                        <a:pt x="32" y="90"/>
                        <a:pt x="32" y="93"/>
                      </a:cubicBezTo>
                      <a:cubicBezTo>
                        <a:pt x="32" y="94"/>
                        <a:pt x="32" y="94"/>
                        <a:pt x="32" y="94"/>
                      </a:cubicBezTo>
                      <a:cubicBezTo>
                        <a:pt x="32" y="96"/>
                        <a:pt x="32" y="96"/>
                        <a:pt x="32" y="96"/>
                      </a:cubicBezTo>
                      <a:cubicBezTo>
                        <a:pt x="28" y="102"/>
                        <a:pt x="25" y="101"/>
                        <a:pt x="23" y="104"/>
                      </a:cubicBezTo>
                      <a:cubicBezTo>
                        <a:pt x="26" y="109"/>
                        <a:pt x="27" y="108"/>
                        <a:pt x="29" y="113"/>
                      </a:cubicBezTo>
                      <a:cubicBezTo>
                        <a:pt x="29" y="114"/>
                        <a:pt x="29" y="114"/>
                        <a:pt x="29" y="114"/>
                      </a:cubicBezTo>
                      <a:cubicBezTo>
                        <a:pt x="29" y="115"/>
                        <a:pt x="29" y="115"/>
                        <a:pt x="29" y="115"/>
                      </a:cubicBezTo>
                      <a:cubicBezTo>
                        <a:pt x="29" y="116"/>
                        <a:pt x="29" y="116"/>
                        <a:pt x="29" y="116"/>
                      </a:cubicBezTo>
                      <a:cubicBezTo>
                        <a:pt x="28" y="119"/>
                        <a:pt x="26" y="123"/>
                        <a:pt x="22" y="122"/>
                      </a:cubicBezTo>
                      <a:cubicBezTo>
                        <a:pt x="15" y="122"/>
                        <a:pt x="15" y="122"/>
                        <a:pt x="15" y="122"/>
                      </a:cubicBezTo>
                      <a:cubicBezTo>
                        <a:pt x="14" y="122"/>
                        <a:pt x="11" y="124"/>
                        <a:pt x="10" y="124"/>
                      </a:cubicBezTo>
                      <a:cubicBezTo>
                        <a:pt x="13" y="127"/>
                        <a:pt x="23" y="129"/>
                        <a:pt x="23" y="133"/>
                      </a:cubicBezTo>
                      <a:cubicBezTo>
                        <a:pt x="23" y="137"/>
                        <a:pt x="18" y="142"/>
                        <a:pt x="15" y="144"/>
                      </a:cubicBezTo>
                      <a:cubicBezTo>
                        <a:pt x="15" y="150"/>
                        <a:pt x="15" y="150"/>
                        <a:pt x="15" y="150"/>
                      </a:cubicBezTo>
                      <a:cubicBezTo>
                        <a:pt x="17" y="150"/>
                        <a:pt x="17" y="150"/>
                        <a:pt x="17" y="150"/>
                      </a:cubicBezTo>
                      <a:cubicBezTo>
                        <a:pt x="20" y="150"/>
                        <a:pt x="27" y="141"/>
                        <a:pt x="29" y="139"/>
                      </a:cubicBezTo>
                      <a:cubicBezTo>
                        <a:pt x="33" y="135"/>
                        <a:pt x="34" y="129"/>
                        <a:pt x="38" y="12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2" name="iSļïḑé"/>
                <p:cNvSpPr/>
                <p:nvPr/>
              </p:nvSpPr>
              <p:spPr bwMode="auto">
                <a:xfrm>
                  <a:off x="4422776" y="3106738"/>
                  <a:ext cx="412750" cy="596900"/>
                </a:xfrm>
                <a:custGeom>
                  <a:avLst/>
                  <a:gdLst>
                    <a:gd name="T0" fmla="*/ 63 w 125"/>
                    <a:gd name="T1" fmla="*/ 83 h 179"/>
                    <a:gd name="T2" fmla="*/ 69 w 125"/>
                    <a:gd name="T3" fmla="*/ 84 h 179"/>
                    <a:gd name="T4" fmla="*/ 71 w 125"/>
                    <a:gd name="T5" fmla="*/ 95 h 179"/>
                    <a:gd name="T6" fmla="*/ 56 w 125"/>
                    <a:gd name="T7" fmla="*/ 91 h 179"/>
                    <a:gd name="T8" fmla="*/ 77 w 125"/>
                    <a:gd name="T9" fmla="*/ 77 h 179"/>
                    <a:gd name="T10" fmla="*/ 90 w 125"/>
                    <a:gd name="T11" fmla="*/ 82 h 179"/>
                    <a:gd name="T12" fmla="*/ 93 w 125"/>
                    <a:gd name="T13" fmla="*/ 96 h 179"/>
                    <a:gd name="T14" fmla="*/ 88 w 125"/>
                    <a:gd name="T15" fmla="*/ 106 h 179"/>
                    <a:gd name="T16" fmla="*/ 75 w 125"/>
                    <a:gd name="T17" fmla="*/ 89 h 179"/>
                    <a:gd name="T18" fmla="*/ 91 w 125"/>
                    <a:gd name="T19" fmla="*/ 29 h 179"/>
                    <a:gd name="T20" fmla="*/ 95 w 125"/>
                    <a:gd name="T21" fmla="*/ 4 h 179"/>
                    <a:gd name="T22" fmla="*/ 92 w 125"/>
                    <a:gd name="T23" fmla="*/ 0 h 179"/>
                    <a:gd name="T24" fmla="*/ 86 w 125"/>
                    <a:gd name="T25" fmla="*/ 0 h 179"/>
                    <a:gd name="T26" fmla="*/ 80 w 125"/>
                    <a:gd name="T27" fmla="*/ 7 h 179"/>
                    <a:gd name="T28" fmla="*/ 83 w 125"/>
                    <a:gd name="T29" fmla="*/ 30 h 179"/>
                    <a:gd name="T30" fmla="*/ 86 w 125"/>
                    <a:gd name="T31" fmla="*/ 50 h 179"/>
                    <a:gd name="T32" fmla="*/ 46 w 125"/>
                    <a:gd name="T33" fmla="*/ 84 h 179"/>
                    <a:gd name="T34" fmla="*/ 0 w 125"/>
                    <a:gd name="T35" fmla="*/ 99 h 179"/>
                    <a:gd name="T36" fmla="*/ 13 w 125"/>
                    <a:gd name="T37" fmla="*/ 108 h 179"/>
                    <a:gd name="T38" fmla="*/ 30 w 125"/>
                    <a:gd name="T39" fmla="*/ 100 h 179"/>
                    <a:gd name="T40" fmla="*/ 47 w 125"/>
                    <a:gd name="T41" fmla="*/ 92 h 179"/>
                    <a:gd name="T42" fmla="*/ 51 w 125"/>
                    <a:gd name="T43" fmla="*/ 109 h 179"/>
                    <a:gd name="T44" fmla="*/ 50 w 125"/>
                    <a:gd name="T45" fmla="*/ 118 h 179"/>
                    <a:gd name="T46" fmla="*/ 54 w 125"/>
                    <a:gd name="T47" fmla="*/ 125 h 179"/>
                    <a:gd name="T48" fmla="*/ 62 w 125"/>
                    <a:gd name="T49" fmla="*/ 119 h 179"/>
                    <a:gd name="T50" fmla="*/ 62 w 125"/>
                    <a:gd name="T51" fmla="*/ 113 h 179"/>
                    <a:gd name="T52" fmla="*/ 78 w 125"/>
                    <a:gd name="T53" fmla="*/ 111 h 179"/>
                    <a:gd name="T54" fmla="*/ 78 w 125"/>
                    <a:gd name="T55" fmla="*/ 113 h 179"/>
                    <a:gd name="T56" fmla="*/ 78 w 125"/>
                    <a:gd name="T57" fmla="*/ 118 h 179"/>
                    <a:gd name="T58" fmla="*/ 46 w 125"/>
                    <a:gd name="T59" fmla="*/ 147 h 179"/>
                    <a:gd name="T60" fmla="*/ 28 w 125"/>
                    <a:gd name="T61" fmla="*/ 158 h 179"/>
                    <a:gd name="T62" fmla="*/ 1 w 125"/>
                    <a:gd name="T63" fmla="*/ 170 h 179"/>
                    <a:gd name="T64" fmla="*/ 14 w 125"/>
                    <a:gd name="T65" fmla="*/ 178 h 179"/>
                    <a:gd name="T66" fmla="*/ 20 w 125"/>
                    <a:gd name="T67" fmla="*/ 179 h 179"/>
                    <a:gd name="T68" fmla="*/ 22 w 125"/>
                    <a:gd name="T69" fmla="*/ 179 h 179"/>
                    <a:gd name="T70" fmla="*/ 38 w 125"/>
                    <a:gd name="T71" fmla="*/ 169 h 179"/>
                    <a:gd name="T72" fmla="*/ 61 w 125"/>
                    <a:gd name="T73" fmla="*/ 150 h 179"/>
                    <a:gd name="T74" fmla="*/ 79 w 125"/>
                    <a:gd name="T75" fmla="*/ 135 h 179"/>
                    <a:gd name="T76" fmla="*/ 96 w 125"/>
                    <a:gd name="T77" fmla="*/ 119 h 179"/>
                    <a:gd name="T78" fmla="*/ 106 w 125"/>
                    <a:gd name="T79" fmla="*/ 149 h 179"/>
                    <a:gd name="T80" fmla="*/ 125 w 125"/>
                    <a:gd name="T81" fmla="*/ 152 h 179"/>
                    <a:gd name="T82" fmla="*/ 116 w 125"/>
                    <a:gd name="T83" fmla="*/ 120 h 179"/>
                    <a:gd name="T84" fmla="*/ 115 w 125"/>
                    <a:gd name="T85" fmla="*/ 125 h 179"/>
                    <a:gd name="T86" fmla="*/ 109 w 125"/>
                    <a:gd name="T87" fmla="*/ 129 h 179"/>
                    <a:gd name="T88" fmla="*/ 97 w 125"/>
                    <a:gd name="T89" fmla="*/ 92 h 179"/>
                    <a:gd name="T90" fmla="*/ 94 w 125"/>
                    <a:gd name="T91" fmla="*/ 76 h 179"/>
                    <a:gd name="T92" fmla="*/ 110 w 125"/>
                    <a:gd name="T93" fmla="*/ 60 h 179"/>
                    <a:gd name="T94" fmla="*/ 105 w 125"/>
                    <a:gd name="T95" fmla="*/ 57 h 179"/>
                    <a:gd name="T96" fmla="*/ 101 w 125"/>
                    <a:gd name="T97" fmla="*/ 59 h 179"/>
                    <a:gd name="T98" fmla="*/ 91 w 125"/>
                    <a:gd name="T99" fmla="*/ 54 h 179"/>
                    <a:gd name="T100" fmla="*/ 91 w 125"/>
                    <a:gd name="T101" fmla="*/ 29 h 1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125" h="179">
                      <a:moveTo>
                        <a:pt x="56" y="91"/>
                      </a:moveTo>
                      <a:cubicBezTo>
                        <a:pt x="56" y="87"/>
                        <a:pt x="60" y="85"/>
                        <a:pt x="63" y="83"/>
                      </a:cubicBezTo>
                      <a:cubicBezTo>
                        <a:pt x="64" y="83"/>
                        <a:pt x="64" y="83"/>
                        <a:pt x="64" y="83"/>
                      </a:cubicBezTo>
                      <a:cubicBezTo>
                        <a:pt x="67" y="83"/>
                        <a:pt x="67" y="84"/>
                        <a:pt x="69" y="84"/>
                      </a:cubicBezTo>
                      <a:cubicBezTo>
                        <a:pt x="71" y="94"/>
                        <a:pt x="71" y="94"/>
                        <a:pt x="71" y="94"/>
                      </a:cubicBezTo>
                      <a:cubicBezTo>
                        <a:pt x="71" y="95"/>
                        <a:pt x="71" y="95"/>
                        <a:pt x="71" y="95"/>
                      </a:cubicBezTo>
                      <a:cubicBezTo>
                        <a:pt x="68" y="100"/>
                        <a:pt x="68" y="99"/>
                        <a:pt x="63" y="101"/>
                      </a:cubicBezTo>
                      <a:cubicBezTo>
                        <a:pt x="61" y="99"/>
                        <a:pt x="56" y="95"/>
                        <a:pt x="56" y="91"/>
                      </a:cubicBezTo>
                      <a:close/>
                      <a:moveTo>
                        <a:pt x="72" y="83"/>
                      </a:moveTo>
                      <a:cubicBezTo>
                        <a:pt x="74" y="79"/>
                        <a:pt x="73" y="79"/>
                        <a:pt x="77" y="77"/>
                      </a:cubicBezTo>
                      <a:cubicBezTo>
                        <a:pt x="79" y="75"/>
                        <a:pt x="82" y="75"/>
                        <a:pt x="83" y="73"/>
                      </a:cubicBezTo>
                      <a:cubicBezTo>
                        <a:pt x="88" y="76"/>
                        <a:pt x="89" y="76"/>
                        <a:pt x="90" y="82"/>
                      </a:cubicBezTo>
                      <a:cubicBezTo>
                        <a:pt x="92" y="95"/>
                        <a:pt x="92" y="95"/>
                        <a:pt x="92" y="95"/>
                      </a:cubicBezTo>
                      <a:cubicBezTo>
                        <a:pt x="93" y="96"/>
                        <a:pt x="93" y="96"/>
                        <a:pt x="93" y="96"/>
                      </a:cubicBezTo>
                      <a:cubicBezTo>
                        <a:pt x="94" y="99"/>
                        <a:pt x="94" y="99"/>
                        <a:pt x="94" y="99"/>
                      </a:cubicBezTo>
                      <a:cubicBezTo>
                        <a:pt x="91" y="105"/>
                        <a:pt x="93" y="103"/>
                        <a:pt x="88" y="106"/>
                      </a:cubicBezTo>
                      <a:cubicBezTo>
                        <a:pt x="83" y="101"/>
                        <a:pt x="82" y="101"/>
                        <a:pt x="79" y="95"/>
                      </a:cubicBezTo>
                      <a:cubicBezTo>
                        <a:pt x="77" y="93"/>
                        <a:pt x="77" y="91"/>
                        <a:pt x="75" y="89"/>
                      </a:cubicBezTo>
                      <a:cubicBezTo>
                        <a:pt x="73" y="87"/>
                        <a:pt x="73" y="86"/>
                        <a:pt x="72" y="83"/>
                      </a:cubicBezTo>
                      <a:close/>
                      <a:moveTo>
                        <a:pt x="91" y="29"/>
                      </a:moveTo>
                      <a:cubicBezTo>
                        <a:pt x="91" y="22"/>
                        <a:pt x="95" y="12"/>
                        <a:pt x="95" y="4"/>
                      </a:cubicBezTo>
                      <a:cubicBezTo>
                        <a:pt x="95" y="4"/>
                        <a:pt x="95" y="4"/>
                        <a:pt x="95" y="4"/>
                      </a:cubicBezTo>
                      <a:cubicBezTo>
                        <a:pt x="95" y="3"/>
                        <a:pt x="95" y="3"/>
                        <a:pt x="95" y="3"/>
                      </a:cubicBezTo>
                      <a:cubicBezTo>
                        <a:pt x="93" y="0"/>
                        <a:pt x="95" y="1"/>
                        <a:pt x="92" y="0"/>
                      </a:cubicBezTo>
                      <a:cubicBezTo>
                        <a:pt x="91" y="0"/>
                        <a:pt x="91" y="0"/>
                        <a:pt x="91" y="0"/>
                      </a:cubicBezTo>
                      <a:cubicBezTo>
                        <a:pt x="86" y="0"/>
                        <a:pt x="86" y="0"/>
                        <a:pt x="86" y="0"/>
                      </a:cubicBezTo>
                      <a:cubicBezTo>
                        <a:pt x="85" y="0"/>
                        <a:pt x="85" y="0"/>
                        <a:pt x="85" y="0"/>
                      </a:cubicBezTo>
                      <a:cubicBezTo>
                        <a:pt x="82" y="1"/>
                        <a:pt x="80" y="4"/>
                        <a:pt x="80" y="7"/>
                      </a:cubicBezTo>
                      <a:cubicBezTo>
                        <a:pt x="83" y="30"/>
                        <a:pt x="83" y="30"/>
                        <a:pt x="83" y="30"/>
                      </a:cubicBezTo>
                      <a:cubicBezTo>
                        <a:pt x="83" y="30"/>
                        <a:pt x="83" y="30"/>
                        <a:pt x="83" y="30"/>
                      </a:cubicBezTo>
                      <a:cubicBezTo>
                        <a:pt x="83" y="38"/>
                        <a:pt x="86" y="44"/>
                        <a:pt x="86" y="49"/>
                      </a:cubicBezTo>
                      <a:cubicBezTo>
                        <a:pt x="86" y="50"/>
                        <a:pt x="86" y="50"/>
                        <a:pt x="86" y="50"/>
                      </a:cubicBezTo>
                      <a:cubicBezTo>
                        <a:pt x="87" y="62"/>
                        <a:pt x="87" y="62"/>
                        <a:pt x="87" y="62"/>
                      </a:cubicBezTo>
                      <a:cubicBezTo>
                        <a:pt x="87" y="68"/>
                        <a:pt x="52" y="81"/>
                        <a:pt x="46" y="84"/>
                      </a:cubicBezTo>
                      <a:cubicBezTo>
                        <a:pt x="39" y="87"/>
                        <a:pt x="31" y="89"/>
                        <a:pt x="23" y="92"/>
                      </a:cubicBezTo>
                      <a:cubicBezTo>
                        <a:pt x="20" y="94"/>
                        <a:pt x="0" y="96"/>
                        <a:pt x="0" y="99"/>
                      </a:cubicBezTo>
                      <a:cubicBezTo>
                        <a:pt x="0" y="101"/>
                        <a:pt x="9" y="108"/>
                        <a:pt x="11" y="108"/>
                      </a:cubicBezTo>
                      <a:cubicBezTo>
                        <a:pt x="13" y="108"/>
                        <a:pt x="13" y="108"/>
                        <a:pt x="13" y="108"/>
                      </a:cubicBezTo>
                      <a:cubicBezTo>
                        <a:pt x="14" y="108"/>
                        <a:pt x="14" y="108"/>
                        <a:pt x="14" y="108"/>
                      </a:cubicBezTo>
                      <a:cubicBezTo>
                        <a:pt x="20" y="105"/>
                        <a:pt x="24" y="103"/>
                        <a:pt x="30" y="100"/>
                      </a:cubicBezTo>
                      <a:cubicBezTo>
                        <a:pt x="34" y="98"/>
                        <a:pt x="41" y="93"/>
                        <a:pt x="45" y="93"/>
                      </a:cubicBezTo>
                      <a:cubicBezTo>
                        <a:pt x="46" y="93"/>
                        <a:pt x="46" y="93"/>
                        <a:pt x="47" y="92"/>
                      </a:cubicBezTo>
                      <a:cubicBezTo>
                        <a:pt x="49" y="94"/>
                        <a:pt x="52" y="96"/>
                        <a:pt x="51" y="101"/>
                      </a:cubicBezTo>
                      <a:cubicBezTo>
                        <a:pt x="51" y="109"/>
                        <a:pt x="51" y="109"/>
                        <a:pt x="51" y="109"/>
                      </a:cubicBezTo>
                      <a:cubicBezTo>
                        <a:pt x="51" y="110"/>
                        <a:pt x="51" y="110"/>
                        <a:pt x="51" y="110"/>
                      </a:cubicBezTo>
                      <a:cubicBezTo>
                        <a:pt x="50" y="118"/>
                        <a:pt x="50" y="118"/>
                        <a:pt x="50" y="118"/>
                      </a:cubicBezTo>
                      <a:cubicBezTo>
                        <a:pt x="50" y="119"/>
                        <a:pt x="50" y="119"/>
                        <a:pt x="50" y="120"/>
                      </a:cubicBezTo>
                      <a:cubicBezTo>
                        <a:pt x="51" y="123"/>
                        <a:pt x="51" y="123"/>
                        <a:pt x="54" y="125"/>
                      </a:cubicBezTo>
                      <a:cubicBezTo>
                        <a:pt x="56" y="125"/>
                        <a:pt x="56" y="125"/>
                        <a:pt x="56" y="125"/>
                      </a:cubicBezTo>
                      <a:cubicBezTo>
                        <a:pt x="59" y="125"/>
                        <a:pt x="60" y="121"/>
                        <a:pt x="62" y="119"/>
                      </a:cubicBezTo>
                      <a:cubicBezTo>
                        <a:pt x="62" y="118"/>
                        <a:pt x="62" y="118"/>
                        <a:pt x="62" y="118"/>
                      </a:cubicBezTo>
                      <a:cubicBezTo>
                        <a:pt x="62" y="113"/>
                        <a:pt x="62" y="113"/>
                        <a:pt x="62" y="113"/>
                      </a:cubicBezTo>
                      <a:cubicBezTo>
                        <a:pt x="63" y="110"/>
                        <a:pt x="68" y="106"/>
                        <a:pt x="71" y="106"/>
                      </a:cubicBezTo>
                      <a:cubicBezTo>
                        <a:pt x="75" y="106"/>
                        <a:pt x="77" y="109"/>
                        <a:pt x="78" y="111"/>
                      </a:cubicBezTo>
                      <a:cubicBezTo>
                        <a:pt x="78" y="112"/>
                        <a:pt x="78" y="112"/>
                        <a:pt x="78" y="112"/>
                      </a:cubicBezTo>
                      <a:cubicBezTo>
                        <a:pt x="78" y="113"/>
                        <a:pt x="78" y="113"/>
                        <a:pt x="78" y="113"/>
                      </a:cubicBezTo>
                      <a:cubicBezTo>
                        <a:pt x="78" y="115"/>
                        <a:pt x="78" y="115"/>
                        <a:pt x="79" y="116"/>
                      </a:cubicBezTo>
                      <a:cubicBezTo>
                        <a:pt x="78" y="117"/>
                        <a:pt x="78" y="117"/>
                        <a:pt x="78" y="118"/>
                      </a:cubicBezTo>
                      <a:cubicBezTo>
                        <a:pt x="78" y="119"/>
                        <a:pt x="78" y="119"/>
                        <a:pt x="78" y="119"/>
                      </a:cubicBezTo>
                      <a:cubicBezTo>
                        <a:pt x="72" y="130"/>
                        <a:pt x="57" y="140"/>
                        <a:pt x="46" y="147"/>
                      </a:cubicBezTo>
                      <a:cubicBezTo>
                        <a:pt x="44" y="148"/>
                        <a:pt x="40" y="151"/>
                        <a:pt x="37" y="152"/>
                      </a:cubicBezTo>
                      <a:cubicBezTo>
                        <a:pt x="35" y="153"/>
                        <a:pt x="29" y="157"/>
                        <a:pt x="28" y="158"/>
                      </a:cubicBezTo>
                      <a:cubicBezTo>
                        <a:pt x="25" y="161"/>
                        <a:pt x="12" y="165"/>
                        <a:pt x="6" y="165"/>
                      </a:cubicBezTo>
                      <a:cubicBezTo>
                        <a:pt x="4" y="165"/>
                        <a:pt x="2" y="168"/>
                        <a:pt x="1" y="170"/>
                      </a:cubicBezTo>
                      <a:cubicBezTo>
                        <a:pt x="4" y="171"/>
                        <a:pt x="4" y="173"/>
                        <a:pt x="7" y="175"/>
                      </a:cubicBezTo>
                      <a:cubicBezTo>
                        <a:pt x="10" y="176"/>
                        <a:pt x="12" y="176"/>
                        <a:pt x="14" y="178"/>
                      </a:cubicBezTo>
                      <a:cubicBezTo>
                        <a:pt x="18" y="179"/>
                        <a:pt x="18" y="179"/>
                        <a:pt x="18" y="179"/>
                      </a:cubicBezTo>
                      <a:cubicBezTo>
                        <a:pt x="20" y="179"/>
                        <a:pt x="18" y="179"/>
                        <a:pt x="20" y="179"/>
                      </a:cubicBezTo>
                      <a:cubicBezTo>
                        <a:pt x="21" y="179"/>
                        <a:pt x="21" y="179"/>
                        <a:pt x="21" y="179"/>
                      </a:cubicBezTo>
                      <a:cubicBezTo>
                        <a:pt x="22" y="179"/>
                        <a:pt x="22" y="179"/>
                        <a:pt x="22" y="179"/>
                      </a:cubicBezTo>
                      <a:cubicBezTo>
                        <a:pt x="26" y="177"/>
                        <a:pt x="30" y="175"/>
                        <a:pt x="33" y="173"/>
                      </a:cubicBezTo>
                      <a:cubicBezTo>
                        <a:pt x="35" y="171"/>
                        <a:pt x="36" y="170"/>
                        <a:pt x="38" y="169"/>
                      </a:cubicBezTo>
                      <a:cubicBezTo>
                        <a:pt x="39" y="168"/>
                        <a:pt x="43" y="166"/>
                        <a:pt x="43" y="166"/>
                      </a:cubicBezTo>
                      <a:cubicBezTo>
                        <a:pt x="49" y="160"/>
                        <a:pt x="55" y="156"/>
                        <a:pt x="61" y="150"/>
                      </a:cubicBezTo>
                      <a:cubicBezTo>
                        <a:pt x="64" y="148"/>
                        <a:pt x="67" y="145"/>
                        <a:pt x="70" y="143"/>
                      </a:cubicBezTo>
                      <a:cubicBezTo>
                        <a:pt x="73" y="140"/>
                        <a:pt x="76" y="137"/>
                        <a:pt x="79" y="135"/>
                      </a:cubicBezTo>
                      <a:cubicBezTo>
                        <a:pt x="82" y="132"/>
                        <a:pt x="85" y="130"/>
                        <a:pt x="87" y="127"/>
                      </a:cubicBezTo>
                      <a:cubicBezTo>
                        <a:pt x="90" y="124"/>
                        <a:pt x="91" y="119"/>
                        <a:pt x="96" y="119"/>
                      </a:cubicBezTo>
                      <a:cubicBezTo>
                        <a:pt x="98" y="119"/>
                        <a:pt x="100" y="126"/>
                        <a:pt x="100" y="128"/>
                      </a:cubicBezTo>
                      <a:cubicBezTo>
                        <a:pt x="100" y="132"/>
                        <a:pt x="105" y="145"/>
                        <a:pt x="106" y="149"/>
                      </a:cubicBezTo>
                      <a:cubicBezTo>
                        <a:pt x="108" y="155"/>
                        <a:pt x="111" y="165"/>
                        <a:pt x="118" y="165"/>
                      </a:cubicBezTo>
                      <a:cubicBezTo>
                        <a:pt x="119" y="163"/>
                        <a:pt x="125" y="161"/>
                        <a:pt x="125" y="152"/>
                      </a:cubicBezTo>
                      <a:cubicBezTo>
                        <a:pt x="125" y="143"/>
                        <a:pt x="120" y="120"/>
                        <a:pt x="117" y="116"/>
                      </a:cubicBezTo>
                      <a:cubicBezTo>
                        <a:pt x="117" y="118"/>
                        <a:pt x="116" y="118"/>
                        <a:pt x="116" y="120"/>
                      </a:cubicBezTo>
                      <a:cubicBezTo>
                        <a:pt x="116" y="123"/>
                        <a:pt x="115" y="121"/>
                        <a:pt x="115" y="124"/>
                      </a:cubicBezTo>
                      <a:cubicBezTo>
                        <a:pt x="115" y="125"/>
                        <a:pt x="115" y="125"/>
                        <a:pt x="115" y="125"/>
                      </a:cubicBezTo>
                      <a:cubicBezTo>
                        <a:pt x="115" y="126"/>
                        <a:pt x="114" y="129"/>
                        <a:pt x="112" y="129"/>
                      </a:cubicBezTo>
                      <a:cubicBezTo>
                        <a:pt x="109" y="129"/>
                        <a:pt x="109" y="129"/>
                        <a:pt x="109" y="129"/>
                      </a:cubicBezTo>
                      <a:cubicBezTo>
                        <a:pt x="105" y="129"/>
                        <a:pt x="102" y="110"/>
                        <a:pt x="100" y="105"/>
                      </a:cubicBezTo>
                      <a:cubicBezTo>
                        <a:pt x="98" y="101"/>
                        <a:pt x="98" y="97"/>
                        <a:pt x="97" y="92"/>
                      </a:cubicBezTo>
                      <a:cubicBezTo>
                        <a:pt x="96" y="87"/>
                        <a:pt x="94" y="86"/>
                        <a:pt x="94" y="79"/>
                      </a:cubicBezTo>
                      <a:cubicBezTo>
                        <a:pt x="94" y="76"/>
                        <a:pt x="94" y="76"/>
                        <a:pt x="94" y="76"/>
                      </a:cubicBezTo>
                      <a:cubicBezTo>
                        <a:pt x="94" y="65"/>
                        <a:pt x="110" y="67"/>
                        <a:pt x="110" y="61"/>
                      </a:cubicBezTo>
                      <a:cubicBezTo>
                        <a:pt x="110" y="60"/>
                        <a:pt x="110" y="60"/>
                        <a:pt x="110" y="60"/>
                      </a:cubicBezTo>
                      <a:cubicBezTo>
                        <a:pt x="110" y="58"/>
                        <a:pt x="109" y="57"/>
                        <a:pt x="108" y="57"/>
                      </a:cubicBezTo>
                      <a:cubicBezTo>
                        <a:pt x="105" y="57"/>
                        <a:pt x="105" y="57"/>
                        <a:pt x="105" y="57"/>
                      </a:cubicBezTo>
                      <a:cubicBezTo>
                        <a:pt x="104" y="57"/>
                        <a:pt x="104" y="57"/>
                        <a:pt x="104" y="57"/>
                      </a:cubicBezTo>
                      <a:cubicBezTo>
                        <a:pt x="103" y="58"/>
                        <a:pt x="102" y="59"/>
                        <a:pt x="101" y="59"/>
                      </a:cubicBezTo>
                      <a:cubicBezTo>
                        <a:pt x="99" y="60"/>
                        <a:pt x="99" y="59"/>
                        <a:pt x="97" y="60"/>
                      </a:cubicBezTo>
                      <a:cubicBezTo>
                        <a:pt x="95" y="59"/>
                        <a:pt x="91" y="56"/>
                        <a:pt x="91" y="54"/>
                      </a:cubicBezTo>
                      <a:cubicBezTo>
                        <a:pt x="91" y="41"/>
                        <a:pt x="91" y="41"/>
                        <a:pt x="91" y="41"/>
                      </a:cubicBezTo>
                      <a:lnTo>
                        <a:pt x="91" y="29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3" name="íšlïďè"/>
                <p:cNvSpPr/>
                <p:nvPr/>
              </p:nvSpPr>
              <p:spPr bwMode="auto">
                <a:xfrm>
                  <a:off x="5478463" y="3581400"/>
                  <a:ext cx="46038" cy="76200"/>
                </a:xfrm>
                <a:custGeom>
                  <a:avLst/>
                  <a:gdLst>
                    <a:gd name="T0" fmla="*/ 14 w 14"/>
                    <a:gd name="T1" fmla="*/ 15 h 23"/>
                    <a:gd name="T2" fmla="*/ 10 w 14"/>
                    <a:gd name="T3" fmla="*/ 6 h 23"/>
                    <a:gd name="T4" fmla="*/ 3 w 14"/>
                    <a:gd name="T5" fmla="*/ 0 h 23"/>
                    <a:gd name="T6" fmla="*/ 0 w 14"/>
                    <a:gd name="T7" fmla="*/ 3 h 23"/>
                    <a:gd name="T8" fmla="*/ 5 w 14"/>
                    <a:gd name="T9" fmla="*/ 11 h 23"/>
                    <a:gd name="T10" fmla="*/ 5 w 14"/>
                    <a:gd name="T11" fmla="*/ 12 h 23"/>
                    <a:gd name="T12" fmla="*/ 5 w 14"/>
                    <a:gd name="T13" fmla="*/ 14 h 23"/>
                    <a:gd name="T14" fmla="*/ 5 w 14"/>
                    <a:gd name="T15" fmla="*/ 15 h 23"/>
                    <a:gd name="T16" fmla="*/ 2 w 14"/>
                    <a:gd name="T17" fmla="*/ 19 h 23"/>
                    <a:gd name="T18" fmla="*/ 2 w 14"/>
                    <a:gd name="T19" fmla="*/ 22 h 23"/>
                    <a:gd name="T20" fmla="*/ 5 w 14"/>
                    <a:gd name="T21" fmla="*/ 23 h 23"/>
                    <a:gd name="T22" fmla="*/ 6 w 14"/>
                    <a:gd name="T23" fmla="*/ 23 h 23"/>
                    <a:gd name="T24" fmla="*/ 11 w 14"/>
                    <a:gd name="T25" fmla="*/ 20 h 23"/>
                    <a:gd name="T26" fmla="*/ 14 w 14"/>
                    <a:gd name="T27" fmla="*/ 15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4" h="23">
                      <a:moveTo>
                        <a:pt x="14" y="15"/>
                      </a:moveTo>
                      <a:cubicBezTo>
                        <a:pt x="14" y="11"/>
                        <a:pt x="12" y="9"/>
                        <a:pt x="10" y="6"/>
                      </a:cubicBezTo>
                      <a:cubicBezTo>
                        <a:pt x="8" y="5"/>
                        <a:pt x="3" y="1"/>
                        <a:pt x="3" y="0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5" y="12"/>
                        <a:pt x="5" y="12"/>
                        <a:pt x="5" y="12"/>
                      </a:cubicBez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5" y="15"/>
                        <a:pt x="5" y="15"/>
                        <a:pt x="5" y="15"/>
                      </a:cubicBezTo>
                      <a:cubicBezTo>
                        <a:pt x="2" y="19"/>
                        <a:pt x="2" y="19"/>
                        <a:pt x="2" y="19"/>
                      </a:cubicBezTo>
                      <a:cubicBezTo>
                        <a:pt x="2" y="22"/>
                        <a:pt x="2" y="22"/>
                        <a:pt x="2" y="22"/>
                      </a:cubicBezTo>
                      <a:cubicBezTo>
                        <a:pt x="5" y="23"/>
                        <a:pt x="5" y="23"/>
                        <a:pt x="5" y="23"/>
                      </a:cubicBezTo>
                      <a:cubicBezTo>
                        <a:pt x="6" y="23"/>
                        <a:pt x="6" y="23"/>
                        <a:pt x="6" y="23"/>
                      </a:cubicBezTo>
                      <a:cubicBezTo>
                        <a:pt x="7" y="23"/>
                        <a:pt x="11" y="21"/>
                        <a:pt x="11" y="20"/>
                      </a:cubicBezTo>
                      <a:cubicBezTo>
                        <a:pt x="13" y="19"/>
                        <a:pt x="13" y="17"/>
                        <a:pt x="14" y="1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4" name="işḷîḑe"/>
                <p:cNvSpPr/>
                <p:nvPr/>
              </p:nvSpPr>
              <p:spPr bwMode="auto">
                <a:xfrm>
                  <a:off x="6310313" y="3136900"/>
                  <a:ext cx="406400" cy="554038"/>
                </a:xfrm>
                <a:custGeom>
                  <a:avLst/>
                  <a:gdLst>
                    <a:gd name="T0" fmla="*/ 101 w 123"/>
                    <a:gd name="T1" fmla="*/ 9 h 166"/>
                    <a:gd name="T2" fmla="*/ 96 w 123"/>
                    <a:gd name="T3" fmla="*/ 0 h 166"/>
                    <a:gd name="T4" fmla="*/ 76 w 123"/>
                    <a:gd name="T5" fmla="*/ 23 h 166"/>
                    <a:gd name="T6" fmla="*/ 66 w 123"/>
                    <a:gd name="T7" fmla="*/ 20 h 166"/>
                    <a:gd name="T8" fmla="*/ 69 w 123"/>
                    <a:gd name="T9" fmla="*/ 29 h 166"/>
                    <a:gd name="T10" fmla="*/ 64 w 123"/>
                    <a:gd name="T11" fmla="*/ 38 h 166"/>
                    <a:gd name="T12" fmla="*/ 71 w 123"/>
                    <a:gd name="T13" fmla="*/ 37 h 166"/>
                    <a:gd name="T14" fmla="*/ 78 w 123"/>
                    <a:gd name="T15" fmla="*/ 38 h 166"/>
                    <a:gd name="T16" fmla="*/ 104 w 123"/>
                    <a:gd name="T17" fmla="*/ 37 h 166"/>
                    <a:gd name="T18" fmla="*/ 97 w 123"/>
                    <a:gd name="T19" fmla="*/ 43 h 166"/>
                    <a:gd name="T20" fmla="*/ 85 w 123"/>
                    <a:gd name="T21" fmla="*/ 56 h 166"/>
                    <a:gd name="T22" fmla="*/ 78 w 123"/>
                    <a:gd name="T23" fmla="*/ 67 h 166"/>
                    <a:gd name="T24" fmla="*/ 72 w 123"/>
                    <a:gd name="T25" fmla="*/ 62 h 166"/>
                    <a:gd name="T26" fmla="*/ 72 w 123"/>
                    <a:gd name="T27" fmla="*/ 48 h 166"/>
                    <a:gd name="T28" fmla="*/ 63 w 123"/>
                    <a:gd name="T29" fmla="*/ 57 h 166"/>
                    <a:gd name="T30" fmla="*/ 56 w 123"/>
                    <a:gd name="T31" fmla="*/ 57 h 166"/>
                    <a:gd name="T32" fmla="*/ 61 w 123"/>
                    <a:gd name="T33" fmla="*/ 66 h 166"/>
                    <a:gd name="T34" fmla="*/ 59 w 123"/>
                    <a:gd name="T35" fmla="*/ 70 h 166"/>
                    <a:gd name="T36" fmla="*/ 68 w 123"/>
                    <a:gd name="T37" fmla="*/ 74 h 166"/>
                    <a:gd name="T38" fmla="*/ 68 w 123"/>
                    <a:gd name="T39" fmla="*/ 78 h 166"/>
                    <a:gd name="T40" fmla="*/ 40 w 123"/>
                    <a:gd name="T41" fmla="*/ 92 h 166"/>
                    <a:gd name="T42" fmla="*/ 24 w 123"/>
                    <a:gd name="T43" fmla="*/ 99 h 166"/>
                    <a:gd name="T44" fmla="*/ 3 w 123"/>
                    <a:gd name="T45" fmla="*/ 105 h 166"/>
                    <a:gd name="T46" fmla="*/ 2 w 123"/>
                    <a:gd name="T47" fmla="*/ 112 h 166"/>
                    <a:gd name="T48" fmla="*/ 14 w 123"/>
                    <a:gd name="T49" fmla="*/ 120 h 166"/>
                    <a:gd name="T50" fmla="*/ 32 w 123"/>
                    <a:gd name="T51" fmla="*/ 108 h 166"/>
                    <a:gd name="T52" fmla="*/ 55 w 123"/>
                    <a:gd name="T53" fmla="*/ 93 h 166"/>
                    <a:gd name="T54" fmla="*/ 63 w 123"/>
                    <a:gd name="T55" fmla="*/ 89 h 166"/>
                    <a:gd name="T56" fmla="*/ 82 w 123"/>
                    <a:gd name="T57" fmla="*/ 83 h 166"/>
                    <a:gd name="T58" fmla="*/ 82 w 123"/>
                    <a:gd name="T59" fmla="*/ 86 h 166"/>
                    <a:gd name="T60" fmla="*/ 74 w 123"/>
                    <a:gd name="T61" fmla="*/ 97 h 166"/>
                    <a:gd name="T62" fmla="*/ 61 w 123"/>
                    <a:gd name="T63" fmla="*/ 107 h 166"/>
                    <a:gd name="T64" fmla="*/ 64 w 123"/>
                    <a:gd name="T65" fmla="*/ 118 h 166"/>
                    <a:gd name="T66" fmla="*/ 55 w 123"/>
                    <a:gd name="T67" fmla="*/ 126 h 166"/>
                    <a:gd name="T68" fmla="*/ 40 w 123"/>
                    <a:gd name="T69" fmla="*/ 129 h 166"/>
                    <a:gd name="T70" fmla="*/ 30 w 123"/>
                    <a:gd name="T71" fmla="*/ 130 h 166"/>
                    <a:gd name="T72" fmla="*/ 35 w 123"/>
                    <a:gd name="T73" fmla="*/ 141 h 166"/>
                    <a:gd name="T74" fmla="*/ 38 w 123"/>
                    <a:gd name="T75" fmla="*/ 141 h 166"/>
                    <a:gd name="T76" fmla="*/ 56 w 123"/>
                    <a:gd name="T77" fmla="*/ 133 h 166"/>
                    <a:gd name="T78" fmla="*/ 63 w 123"/>
                    <a:gd name="T79" fmla="*/ 141 h 166"/>
                    <a:gd name="T80" fmla="*/ 56 w 123"/>
                    <a:gd name="T81" fmla="*/ 154 h 166"/>
                    <a:gd name="T82" fmla="*/ 53 w 123"/>
                    <a:gd name="T83" fmla="*/ 154 h 166"/>
                    <a:gd name="T84" fmla="*/ 49 w 123"/>
                    <a:gd name="T85" fmla="*/ 154 h 166"/>
                    <a:gd name="T86" fmla="*/ 46 w 123"/>
                    <a:gd name="T87" fmla="*/ 156 h 166"/>
                    <a:gd name="T88" fmla="*/ 56 w 123"/>
                    <a:gd name="T89" fmla="*/ 166 h 166"/>
                    <a:gd name="T90" fmla="*/ 71 w 123"/>
                    <a:gd name="T91" fmla="*/ 160 h 166"/>
                    <a:gd name="T92" fmla="*/ 75 w 123"/>
                    <a:gd name="T93" fmla="*/ 146 h 166"/>
                    <a:gd name="T94" fmla="*/ 80 w 123"/>
                    <a:gd name="T95" fmla="*/ 124 h 166"/>
                    <a:gd name="T96" fmla="*/ 94 w 123"/>
                    <a:gd name="T97" fmla="*/ 120 h 166"/>
                    <a:gd name="T98" fmla="*/ 81 w 123"/>
                    <a:gd name="T99" fmla="*/ 117 h 166"/>
                    <a:gd name="T100" fmla="*/ 72 w 123"/>
                    <a:gd name="T101" fmla="*/ 107 h 166"/>
                    <a:gd name="T102" fmla="*/ 78 w 123"/>
                    <a:gd name="T103" fmla="*/ 96 h 166"/>
                    <a:gd name="T104" fmla="*/ 92 w 123"/>
                    <a:gd name="T105" fmla="*/ 89 h 166"/>
                    <a:gd name="T106" fmla="*/ 102 w 123"/>
                    <a:gd name="T107" fmla="*/ 78 h 166"/>
                    <a:gd name="T108" fmla="*/ 95 w 123"/>
                    <a:gd name="T109" fmla="*/ 61 h 166"/>
                    <a:gd name="T110" fmla="*/ 109 w 123"/>
                    <a:gd name="T111" fmla="*/ 48 h 166"/>
                    <a:gd name="T112" fmla="*/ 116 w 123"/>
                    <a:gd name="T113" fmla="*/ 42 h 166"/>
                    <a:gd name="T114" fmla="*/ 121 w 123"/>
                    <a:gd name="T115" fmla="*/ 32 h 166"/>
                    <a:gd name="T116" fmla="*/ 116 w 123"/>
                    <a:gd name="T117" fmla="*/ 17 h 166"/>
                    <a:gd name="T118" fmla="*/ 104 w 123"/>
                    <a:gd name="T119" fmla="*/ 20 h 166"/>
                    <a:gd name="T120" fmla="*/ 93 w 123"/>
                    <a:gd name="T121" fmla="*/ 21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123" h="166">
                      <a:moveTo>
                        <a:pt x="93" y="21"/>
                      </a:moveTo>
                      <a:cubicBezTo>
                        <a:pt x="94" y="14"/>
                        <a:pt x="98" y="14"/>
                        <a:pt x="101" y="9"/>
                      </a:cubicBezTo>
                      <a:cubicBezTo>
                        <a:pt x="101" y="8"/>
                        <a:pt x="101" y="8"/>
                        <a:pt x="101" y="8"/>
                      </a:cubicBezTo>
                      <a:cubicBezTo>
                        <a:pt x="101" y="5"/>
                        <a:pt x="97" y="1"/>
                        <a:pt x="96" y="0"/>
                      </a:cubicBezTo>
                      <a:cubicBezTo>
                        <a:pt x="89" y="3"/>
                        <a:pt x="91" y="6"/>
                        <a:pt x="88" y="13"/>
                      </a:cubicBezTo>
                      <a:cubicBezTo>
                        <a:pt x="85" y="17"/>
                        <a:pt x="82" y="23"/>
                        <a:pt x="76" y="23"/>
                      </a:cubicBezTo>
                      <a:cubicBezTo>
                        <a:pt x="75" y="23"/>
                        <a:pt x="70" y="18"/>
                        <a:pt x="67" y="17"/>
                      </a:cubicBezTo>
                      <a:cubicBezTo>
                        <a:pt x="66" y="20"/>
                        <a:pt x="66" y="20"/>
                        <a:pt x="66" y="20"/>
                      </a:cubicBezTo>
                      <a:cubicBezTo>
                        <a:pt x="67" y="23"/>
                        <a:pt x="69" y="24"/>
                        <a:pt x="69" y="28"/>
                      </a:cubicBezTo>
                      <a:cubicBezTo>
                        <a:pt x="69" y="29"/>
                        <a:pt x="69" y="29"/>
                        <a:pt x="69" y="29"/>
                      </a:cubicBezTo>
                      <a:cubicBezTo>
                        <a:pt x="69" y="29"/>
                        <a:pt x="63" y="36"/>
                        <a:pt x="62" y="37"/>
                      </a:cubicBezTo>
                      <a:cubicBezTo>
                        <a:pt x="63" y="38"/>
                        <a:pt x="61" y="38"/>
                        <a:pt x="64" y="38"/>
                      </a:cubicBezTo>
                      <a:cubicBezTo>
                        <a:pt x="64" y="38"/>
                        <a:pt x="64" y="38"/>
                        <a:pt x="64" y="38"/>
                      </a:cubicBezTo>
                      <a:cubicBezTo>
                        <a:pt x="71" y="37"/>
                        <a:pt x="71" y="37"/>
                        <a:pt x="71" y="37"/>
                      </a:cubicBezTo>
                      <a:cubicBezTo>
                        <a:pt x="74" y="37"/>
                        <a:pt x="74" y="38"/>
                        <a:pt x="78" y="38"/>
                      </a:cubicBezTo>
                      <a:cubicBezTo>
                        <a:pt x="78" y="38"/>
                        <a:pt x="78" y="38"/>
                        <a:pt x="78" y="38"/>
                      </a:cubicBezTo>
                      <a:cubicBezTo>
                        <a:pt x="79" y="38"/>
                        <a:pt x="84" y="33"/>
                        <a:pt x="91" y="32"/>
                      </a:cubicBezTo>
                      <a:cubicBezTo>
                        <a:pt x="96" y="31"/>
                        <a:pt x="104" y="30"/>
                        <a:pt x="104" y="37"/>
                      </a:cubicBezTo>
                      <a:cubicBezTo>
                        <a:pt x="104" y="39"/>
                        <a:pt x="102" y="41"/>
                        <a:pt x="101" y="43"/>
                      </a:cubicBezTo>
                      <a:cubicBezTo>
                        <a:pt x="98" y="43"/>
                        <a:pt x="99" y="43"/>
                        <a:pt x="97" y="43"/>
                      </a:cubicBezTo>
                      <a:cubicBezTo>
                        <a:pt x="96" y="43"/>
                        <a:pt x="93" y="42"/>
                        <a:pt x="92" y="41"/>
                      </a:cubicBezTo>
                      <a:cubicBezTo>
                        <a:pt x="85" y="46"/>
                        <a:pt x="88" y="49"/>
                        <a:pt x="85" y="56"/>
                      </a:cubicBezTo>
                      <a:cubicBezTo>
                        <a:pt x="84" y="57"/>
                        <a:pt x="81" y="64"/>
                        <a:pt x="81" y="64"/>
                      </a:cubicBezTo>
                      <a:cubicBezTo>
                        <a:pt x="80" y="66"/>
                        <a:pt x="80" y="64"/>
                        <a:pt x="78" y="67"/>
                      </a:cubicBezTo>
                      <a:cubicBezTo>
                        <a:pt x="77" y="70"/>
                        <a:pt x="78" y="68"/>
                        <a:pt x="76" y="70"/>
                      </a:cubicBezTo>
                      <a:cubicBezTo>
                        <a:pt x="74" y="67"/>
                        <a:pt x="72" y="66"/>
                        <a:pt x="72" y="62"/>
                      </a:cubicBezTo>
                      <a:cubicBezTo>
                        <a:pt x="72" y="61"/>
                        <a:pt x="75" y="55"/>
                        <a:pt x="76" y="54"/>
                      </a:cubicBezTo>
                      <a:cubicBezTo>
                        <a:pt x="75" y="51"/>
                        <a:pt x="75" y="48"/>
                        <a:pt x="72" y="48"/>
                      </a:cubicBezTo>
                      <a:cubicBezTo>
                        <a:pt x="71" y="48"/>
                        <a:pt x="70" y="49"/>
                        <a:pt x="70" y="49"/>
                      </a:cubicBezTo>
                      <a:cubicBezTo>
                        <a:pt x="70" y="55"/>
                        <a:pt x="67" y="55"/>
                        <a:pt x="63" y="57"/>
                      </a:cubicBezTo>
                      <a:cubicBezTo>
                        <a:pt x="62" y="56"/>
                        <a:pt x="60" y="55"/>
                        <a:pt x="59" y="55"/>
                      </a:cubicBezTo>
                      <a:cubicBezTo>
                        <a:pt x="58" y="55"/>
                        <a:pt x="56" y="57"/>
                        <a:pt x="56" y="57"/>
                      </a:cubicBezTo>
                      <a:cubicBezTo>
                        <a:pt x="58" y="60"/>
                        <a:pt x="59" y="60"/>
                        <a:pt x="61" y="64"/>
                      </a:cubicBezTo>
                      <a:cubicBezTo>
                        <a:pt x="61" y="66"/>
                        <a:pt x="61" y="66"/>
                        <a:pt x="61" y="66"/>
                      </a:cubicBezTo>
                      <a:cubicBezTo>
                        <a:pt x="61" y="67"/>
                        <a:pt x="61" y="67"/>
                        <a:pt x="61" y="67"/>
                      </a:cubicBezTo>
                      <a:cubicBezTo>
                        <a:pt x="59" y="70"/>
                        <a:pt x="59" y="70"/>
                        <a:pt x="59" y="70"/>
                      </a:cubicBezTo>
                      <a:cubicBezTo>
                        <a:pt x="60" y="71"/>
                        <a:pt x="58" y="71"/>
                        <a:pt x="61" y="71"/>
                      </a:cubicBezTo>
                      <a:cubicBezTo>
                        <a:pt x="64" y="71"/>
                        <a:pt x="66" y="72"/>
                        <a:pt x="68" y="74"/>
                      </a:cubicBezTo>
                      <a:cubicBezTo>
                        <a:pt x="68" y="75"/>
                        <a:pt x="68" y="75"/>
                        <a:pt x="68" y="75"/>
                      </a:cubicBezTo>
                      <a:cubicBezTo>
                        <a:pt x="68" y="78"/>
                        <a:pt x="68" y="78"/>
                        <a:pt x="68" y="78"/>
                      </a:cubicBezTo>
                      <a:cubicBezTo>
                        <a:pt x="68" y="82"/>
                        <a:pt x="58" y="85"/>
                        <a:pt x="55" y="86"/>
                      </a:cubicBezTo>
                      <a:cubicBezTo>
                        <a:pt x="50" y="88"/>
                        <a:pt x="44" y="91"/>
                        <a:pt x="40" y="92"/>
                      </a:cubicBezTo>
                      <a:cubicBezTo>
                        <a:pt x="36" y="94"/>
                        <a:pt x="35" y="94"/>
                        <a:pt x="32" y="96"/>
                      </a:cubicBezTo>
                      <a:cubicBezTo>
                        <a:pt x="29" y="97"/>
                        <a:pt x="27" y="97"/>
                        <a:pt x="24" y="99"/>
                      </a:cubicBezTo>
                      <a:cubicBezTo>
                        <a:pt x="20" y="101"/>
                        <a:pt x="13" y="104"/>
                        <a:pt x="9" y="104"/>
                      </a:cubicBezTo>
                      <a:cubicBezTo>
                        <a:pt x="3" y="105"/>
                        <a:pt x="3" y="105"/>
                        <a:pt x="3" y="105"/>
                      </a:cubicBezTo>
                      <a:cubicBezTo>
                        <a:pt x="1" y="105"/>
                        <a:pt x="1" y="106"/>
                        <a:pt x="0" y="107"/>
                      </a:cubicBezTo>
                      <a:cubicBezTo>
                        <a:pt x="0" y="108"/>
                        <a:pt x="0" y="111"/>
                        <a:pt x="2" y="112"/>
                      </a:cubicBezTo>
                      <a:cubicBezTo>
                        <a:pt x="4" y="114"/>
                        <a:pt x="3" y="114"/>
                        <a:pt x="5" y="115"/>
                      </a:cubicBezTo>
                      <a:cubicBezTo>
                        <a:pt x="6" y="116"/>
                        <a:pt x="12" y="119"/>
                        <a:pt x="14" y="120"/>
                      </a:cubicBezTo>
                      <a:cubicBezTo>
                        <a:pt x="15" y="119"/>
                        <a:pt x="15" y="119"/>
                        <a:pt x="17" y="119"/>
                      </a:cubicBezTo>
                      <a:cubicBezTo>
                        <a:pt x="20" y="119"/>
                        <a:pt x="30" y="110"/>
                        <a:pt x="32" y="108"/>
                      </a:cubicBezTo>
                      <a:cubicBezTo>
                        <a:pt x="36" y="104"/>
                        <a:pt x="42" y="101"/>
                        <a:pt x="47" y="98"/>
                      </a:cubicBezTo>
                      <a:cubicBezTo>
                        <a:pt x="50" y="96"/>
                        <a:pt x="52" y="95"/>
                        <a:pt x="55" y="93"/>
                      </a:cubicBezTo>
                      <a:cubicBezTo>
                        <a:pt x="57" y="92"/>
                        <a:pt x="58" y="92"/>
                        <a:pt x="59" y="91"/>
                      </a:cubicBezTo>
                      <a:cubicBezTo>
                        <a:pt x="61" y="90"/>
                        <a:pt x="61" y="90"/>
                        <a:pt x="63" y="89"/>
                      </a:cubicBezTo>
                      <a:cubicBezTo>
                        <a:pt x="68" y="87"/>
                        <a:pt x="74" y="80"/>
                        <a:pt x="79" y="80"/>
                      </a:cubicBezTo>
                      <a:cubicBezTo>
                        <a:pt x="81" y="80"/>
                        <a:pt x="82" y="82"/>
                        <a:pt x="82" y="83"/>
                      </a:cubicBezTo>
                      <a:cubicBezTo>
                        <a:pt x="82" y="85"/>
                        <a:pt x="82" y="85"/>
                        <a:pt x="82" y="85"/>
                      </a:cubicBezTo>
                      <a:cubicBezTo>
                        <a:pt x="82" y="86"/>
                        <a:pt x="82" y="86"/>
                        <a:pt x="82" y="86"/>
                      </a:cubicBezTo>
                      <a:cubicBezTo>
                        <a:pt x="80" y="90"/>
                        <a:pt x="79" y="89"/>
                        <a:pt x="78" y="93"/>
                      </a:cubicBezTo>
                      <a:cubicBezTo>
                        <a:pt x="75" y="94"/>
                        <a:pt x="75" y="94"/>
                        <a:pt x="74" y="97"/>
                      </a:cubicBezTo>
                      <a:cubicBezTo>
                        <a:pt x="69" y="98"/>
                        <a:pt x="71" y="99"/>
                        <a:pt x="67" y="101"/>
                      </a:cubicBezTo>
                      <a:cubicBezTo>
                        <a:pt x="63" y="103"/>
                        <a:pt x="63" y="103"/>
                        <a:pt x="61" y="107"/>
                      </a:cubicBezTo>
                      <a:cubicBezTo>
                        <a:pt x="61" y="110"/>
                        <a:pt x="64" y="114"/>
                        <a:pt x="64" y="117"/>
                      </a:cubicBezTo>
                      <a:cubicBezTo>
                        <a:pt x="64" y="118"/>
                        <a:pt x="64" y="118"/>
                        <a:pt x="64" y="118"/>
                      </a:cubicBezTo>
                      <a:cubicBezTo>
                        <a:pt x="64" y="119"/>
                        <a:pt x="64" y="119"/>
                        <a:pt x="64" y="119"/>
                      </a:cubicBezTo>
                      <a:cubicBezTo>
                        <a:pt x="61" y="123"/>
                        <a:pt x="60" y="125"/>
                        <a:pt x="55" y="126"/>
                      </a:cubicBezTo>
                      <a:cubicBezTo>
                        <a:pt x="51" y="127"/>
                        <a:pt x="43" y="129"/>
                        <a:pt x="41" y="129"/>
                      </a:cubicBezTo>
                      <a:cubicBezTo>
                        <a:pt x="40" y="129"/>
                        <a:pt x="40" y="129"/>
                        <a:pt x="40" y="129"/>
                      </a:cubicBezTo>
                      <a:cubicBezTo>
                        <a:pt x="32" y="130"/>
                        <a:pt x="32" y="130"/>
                        <a:pt x="32" y="130"/>
                      </a:cubicBezTo>
                      <a:cubicBezTo>
                        <a:pt x="30" y="130"/>
                        <a:pt x="30" y="130"/>
                        <a:pt x="30" y="130"/>
                      </a:cubicBezTo>
                      <a:cubicBezTo>
                        <a:pt x="27" y="132"/>
                        <a:pt x="27" y="132"/>
                        <a:pt x="27" y="132"/>
                      </a:cubicBezTo>
                      <a:cubicBezTo>
                        <a:pt x="30" y="136"/>
                        <a:pt x="30" y="138"/>
                        <a:pt x="35" y="141"/>
                      </a:cubicBezTo>
                      <a:cubicBezTo>
                        <a:pt x="36" y="141"/>
                        <a:pt x="36" y="141"/>
                        <a:pt x="36" y="141"/>
                      </a:cubicBezTo>
                      <a:cubicBezTo>
                        <a:pt x="38" y="141"/>
                        <a:pt x="38" y="141"/>
                        <a:pt x="38" y="141"/>
                      </a:cubicBezTo>
                      <a:cubicBezTo>
                        <a:pt x="39" y="141"/>
                        <a:pt x="39" y="141"/>
                        <a:pt x="39" y="141"/>
                      </a:cubicBezTo>
                      <a:cubicBezTo>
                        <a:pt x="43" y="138"/>
                        <a:pt x="51" y="133"/>
                        <a:pt x="56" y="133"/>
                      </a:cubicBezTo>
                      <a:cubicBezTo>
                        <a:pt x="58" y="133"/>
                        <a:pt x="58" y="133"/>
                        <a:pt x="58" y="133"/>
                      </a:cubicBezTo>
                      <a:cubicBezTo>
                        <a:pt x="62" y="133"/>
                        <a:pt x="63" y="137"/>
                        <a:pt x="63" y="141"/>
                      </a:cubicBezTo>
                      <a:cubicBezTo>
                        <a:pt x="63" y="143"/>
                        <a:pt x="63" y="143"/>
                        <a:pt x="63" y="143"/>
                      </a:cubicBezTo>
                      <a:cubicBezTo>
                        <a:pt x="63" y="150"/>
                        <a:pt x="60" y="152"/>
                        <a:pt x="56" y="154"/>
                      </a:cubicBezTo>
                      <a:cubicBezTo>
                        <a:pt x="55" y="154"/>
                        <a:pt x="55" y="154"/>
                        <a:pt x="55" y="154"/>
                      </a:cubicBezTo>
                      <a:cubicBezTo>
                        <a:pt x="53" y="154"/>
                        <a:pt x="53" y="154"/>
                        <a:pt x="53" y="154"/>
                      </a:cubicBezTo>
                      <a:cubicBezTo>
                        <a:pt x="52" y="154"/>
                        <a:pt x="52" y="154"/>
                        <a:pt x="51" y="153"/>
                      </a:cubicBezTo>
                      <a:cubicBezTo>
                        <a:pt x="50" y="154"/>
                        <a:pt x="50" y="154"/>
                        <a:pt x="49" y="154"/>
                      </a:cubicBezTo>
                      <a:cubicBezTo>
                        <a:pt x="47" y="154"/>
                        <a:pt x="47" y="154"/>
                        <a:pt x="47" y="154"/>
                      </a:cubicBezTo>
                      <a:cubicBezTo>
                        <a:pt x="47" y="155"/>
                        <a:pt x="46" y="155"/>
                        <a:pt x="46" y="156"/>
                      </a:cubicBezTo>
                      <a:cubicBezTo>
                        <a:pt x="46" y="158"/>
                        <a:pt x="53" y="165"/>
                        <a:pt x="55" y="166"/>
                      </a:cubicBezTo>
                      <a:cubicBezTo>
                        <a:pt x="56" y="166"/>
                        <a:pt x="56" y="166"/>
                        <a:pt x="56" y="166"/>
                      </a:cubicBezTo>
                      <a:cubicBezTo>
                        <a:pt x="61" y="166"/>
                        <a:pt x="61" y="166"/>
                        <a:pt x="61" y="166"/>
                      </a:cubicBezTo>
                      <a:cubicBezTo>
                        <a:pt x="66" y="166"/>
                        <a:pt x="69" y="163"/>
                        <a:pt x="71" y="160"/>
                      </a:cubicBezTo>
                      <a:cubicBezTo>
                        <a:pt x="74" y="155"/>
                        <a:pt x="74" y="151"/>
                        <a:pt x="76" y="148"/>
                      </a:cubicBezTo>
                      <a:cubicBezTo>
                        <a:pt x="75" y="146"/>
                        <a:pt x="75" y="148"/>
                        <a:pt x="75" y="146"/>
                      </a:cubicBezTo>
                      <a:cubicBezTo>
                        <a:pt x="75" y="138"/>
                        <a:pt x="75" y="138"/>
                        <a:pt x="75" y="138"/>
                      </a:cubicBezTo>
                      <a:cubicBezTo>
                        <a:pt x="75" y="130"/>
                        <a:pt x="74" y="128"/>
                        <a:pt x="80" y="124"/>
                      </a:cubicBezTo>
                      <a:cubicBezTo>
                        <a:pt x="81" y="124"/>
                        <a:pt x="81" y="124"/>
                        <a:pt x="81" y="124"/>
                      </a:cubicBezTo>
                      <a:cubicBezTo>
                        <a:pt x="90" y="124"/>
                        <a:pt x="90" y="127"/>
                        <a:pt x="94" y="120"/>
                      </a:cubicBezTo>
                      <a:cubicBezTo>
                        <a:pt x="92" y="117"/>
                        <a:pt x="91" y="116"/>
                        <a:pt x="88" y="115"/>
                      </a:cubicBezTo>
                      <a:cubicBezTo>
                        <a:pt x="86" y="116"/>
                        <a:pt x="84" y="117"/>
                        <a:pt x="81" y="117"/>
                      </a:cubicBezTo>
                      <a:cubicBezTo>
                        <a:pt x="79" y="117"/>
                        <a:pt x="79" y="117"/>
                        <a:pt x="79" y="117"/>
                      </a:cubicBezTo>
                      <a:cubicBezTo>
                        <a:pt x="77" y="116"/>
                        <a:pt x="72" y="109"/>
                        <a:pt x="72" y="107"/>
                      </a:cubicBezTo>
                      <a:cubicBezTo>
                        <a:pt x="72" y="105"/>
                        <a:pt x="72" y="105"/>
                        <a:pt x="72" y="105"/>
                      </a:cubicBezTo>
                      <a:cubicBezTo>
                        <a:pt x="72" y="99"/>
                        <a:pt x="75" y="100"/>
                        <a:pt x="78" y="96"/>
                      </a:cubicBezTo>
                      <a:cubicBezTo>
                        <a:pt x="80" y="96"/>
                        <a:pt x="80" y="96"/>
                        <a:pt x="80" y="96"/>
                      </a:cubicBezTo>
                      <a:cubicBezTo>
                        <a:pt x="82" y="93"/>
                        <a:pt x="89" y="90"/>
                        <a:pt x="92" y="89"/>
                      </a:cubicBezTo>
                      <a:cubicBezTo>
                        <a:pt x="95" y="87"/>
                        <a:pt x="101" y="83"/>
                        <a:pt x="101" y="80"/>
                      </a:cubicBezTo>
                      <a:cubicBezTo>
                        <a:pt x="101" y="77"/>
                        <a:pt x="101" y="79"/>
                        <a:pt x="102" y="78"/>
                      </a:cubicBezTo>
                      <a:cubicBezTo>
                        <a:pt x="101" y="77"/>
                        <a:pt x="101" y="79"/>
                        <a:pt x="101" y="77"/>
                      </a:cubicBezTo>
                      <a:cubicBezTo>
                        <a:pt x="101" y="73"/>
                        <a:pt x="96" y="64"/>
                        <a:pt x="95" y="61"/>
                      </a:cubicBezTo>
                      <a:cubicBezTo>
                        <a:pt x="95" y="61"/>
                        <a:pt x="101" y="55"/>
                        <a:pt x="102" y="55"/>
                      </a:cubicBezTo>
                      <a:cubicBezTo>
                        <a:pt x="104" y="52"/>
                        <a:pt x="106" y="51"/>
                        <a:pt x="109" y="48"/>
                      </a:cubicBezTo>
                      <a:cubicBezTo>
                        <a:pt x="110" y="47"/>
                        <a:pt x="112" y="46"/>
                        <a:pt x="113" y="45"/>
                      </a:cubicBezTo>
                      <a:cubicBezTo>
                        <a:pt x="114" y="44"/>
                        <a:pt x="115" y="43"/>
                        <a:pt x="116" y="42"/>
                      </a:cubicBezTo>
                      <a:cubicBezTo>
                        <a:pt x="118" y="39"/>
                        <a:pt x="118" y="35"/>
                        <a:pt x="121" y="34"/>
                      </a:cubicBezTo>
                      <a:cubicBezTo>
                        <a:pt x="121" y="32"/>
                        <a:pt x="121" y="32"/>
                        <a:pt x="121" y="32"/>
                      </a:cubicBezTo>
                      <a:cubicBezTo>
                        <a:pt x="121" y="27"/>
                        <a:pt x="123" y="30"/>
                        <a:pt x="120" y="24"/>
                      </a:cubicBezTo>
                      <a:cubicBezTo>
                        <a:pt x="118" y="20"/>
                        <a:pt x="118" y="20"/>
                        <a:pt x="116" y="17"/>
                      </a:cubicBezTo>
                      <a:cubicBezTo>
                        <a:pt x="113" y="17"/>
                        <a:pt x="113" y="17"/>
                        <a:pt x="113" y="17"/>
                      </a:cubicBezTo>
                      <a:cubicBezTo>
                        <a:pt x="111" y="17"/>
                        <a:pt x="105" y="19"/>
                        <a:pt x="104" y="20"/>
                      </a:cubicBezTo>
                      <a:cubicBezTo>
                        <a:pt x="101" y="23"/>
                        <a:pt x="102" y="23"/>
                        <a:pt x="96" y="24"/>
                      </a:cubicBezTo>
                      <a:lnTo>
                        <a:pt x="93" y="2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5" name="íṥḻiďê"/>
                <p:cNvSpPr/>
                <p:nvPr/>
              </p:nvSpPr>
              <p:spPr bwMode="auto">
                <a:xfrm>
                  <a:off x="5159376" y="3357563"/>
                  <a:ext cx="117475" cy="366713"/>
                </a:xfrm>
                <a:custGeom>
                  <a:avLst/>
                  <a:gdLst>
                    <a:gd name="T0" fmla="*/ 23 w 36"/>
                    <a:gd name="T1" fmla="*/ 14 h 110"/>
                    <a:gd name="T2" fmla="*/ 23 w 36"/>
                    <a:gd name="T3" fmla="*/ 12 h 110"/>
                    <a:gd name="T4" fmla="*/ 18 w 36"/>
                    <a:gd name="T5" fmla="*/ 6 h 110"/>
                    <a:gd name="T6" fmla="*/ 13 w 36"/>
                    <a:gd name="T7" fmla="*/ 0 h 110"/>
                    <a:gd name="T8" fmla="*/ 11 w 36"/>
                    <a:gd name="T9" fmla="*/ 4 h 110"/>
                    <a:gd name="T10" fmla="*/ 13 w 36"/>
                    <a:gd name="T11" fmla="*/ 16 h 110"/>
                    <a:gd name="T12" fmla="*/ 12 w 36"/>
                    <a:gd name="T13" fmla="*/ 34 h 110"/>
                    <a:gd name="T14" fmla="*/ 7 w 36"/>
                    <a:gd name="T15" fmla="*/ 65 h 110"/>
                    <a:gd name="T16" fmla="*/ 3 w 36"/>
                    <a:gd name="T17" fmla="*/ 80 h 110"/>
                    <a:gd name="T18" fmla="*/ 0 w 36"/>
                    <a:gd name="T19" fmla="*/ 95 h 110"/>
                    <a:gd name="T20" fmla="*/ 0 w 36"/>
                    <a:gd name="T21" fmla="*/ 98 h 110"/>
                    <a:gd name="T22" fmla="*/ 0 w 36"/>
                    <a:gd name="T23" fmla="*/ 100 h 110"/>
                    <a:gd name="T24" fmla="*/ 4 w 36"/>
                    <a:gd name="T25" fmla="*/ 105 h 110"/>
                    <a:gd name="T26" fmla="*/ 9 w 36"/>
                    <a:gd name="T27" fmla="*/ 110 h 110"/>
                    <a:gd name="T28" fmla="*/ 15 w 36"/>
                    <a:gd name="T29" fmla="*/ 104 h 110"/>
                    <a:gd name="T30" fmla="*/ 18 w 36"/>
                    <a:gd name="T31" fmla="*/ 96 h 110"/>
                    <a:gd name="T32" fmla="*/ 18 w 36"/>
                    <a:gd name="T33" fmla="*/ 90 h 110"/>
                    <a:gd name="T34" fmla="*/ 21 w 36"/>
                    <a:gd name="T35" fmla="*/ 71 h 110"/>
                    <a:gd name="T36" fmla="*/ 25 w 36"/>
                    <a:gd name="T37" fmla="*/ 53 h 110"/>
                    <a:gd name="T38" fmla="*/ 30 w 36"/>
                    <a:gd name="T39" fmla="*/ 36 h 110"/>
                    <a:gd name="T40" fmla="*/ 35 w 36"/>
                    <a:gd name="T41" fmla="*/ 20 h 110"/>
                    <a:gd name="T42" fmla="*/ 33 w 36"/>
                    <a:gd name="T43" fmla="*/ 20 h 110"/>
                    <a:gd name="T44" fmla="*/ 30 w 36"/>
                    <a:gd name="T45" fmla="*/ 22 h 110"/>
                    <a:gd name="T46" fmla="*/ 23 w 36"/>
                    <a:gd name="T47" fmla="*/ 17 h 110"/>
                    <a:gd name="T48" fmla="*/ 23 w 36"/>
                    <a:gd name="T49" fmla="*/ 15 h 110"/>
                    <a:gd name="T50" fmla="*/ 23 w 36"/>
                    <a:gd name="T51" fmla="*/ 14 h 1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6" h="110">
                      <a:moveTo>
                        <a:pt x="23" y="14"/>
                      </a:moveTo>
                      <a:cubicBezTo>
                        <a:pt x="23" y="12"/>
                        <a:pt x="23" y="12"/>
                        <a:pt x="23" y="12"/>
                      </a:cubicBezTo>
                      <a:cubicBezTo>
                        <a:pt x="21" y="8"/>
                        <a:pt x="22" y="9"/>
                        <a:pt x="18" y="6"/>
                      </a:cubicBezTo>
                      <a:cubicBezTo>
                        <a:pt x="17" y="4"/>
                        <a:pt x="15" y="2"/>
                        <a:pt x="13" y="0"/>
                      </a:cubicBezTo>
                      <a:cubicBezTo>
                        <a:pt x="12" y="1"/>
                        <a:pt x="11" y="3"/>
                        <a:pt x="11" y="4"/>
                      </a:cubicBezTo>
                      <a:cubicBezTo>
                        <a:pt x="11" y="7"/>
                        <a:pt x="13" y="12"/>
                        <a:pt x="13" y="16"/>
                      </a:cubicBezTo>
                      <a:cubicBezTo>
                        <a:pt x="12" y="34"/>
                        <a:pt x="12" y="34"/>
                        <a:pt x="12" y="34"/>
                      </a:cubicBezTo>
                      <a:cubicBezTo>
                        <a:pt x="12" y="43"/>
                        <a:pt x="9" y="56"/>
                        <a:pt x="7" y="65"/>
                      </a:cubicBezTo>
                      <a:cubicBezTo>
                        <a:pt x="6" y="72"/>
                        <a:pt x="4" y="75"/>
                        <a:pt x="3" y="80"/>
                      </a:cubicBezTo>
                      <a:cubicBezTo>
                        <a:pt x="2" y="85"/>
                        <a:pt x="0" y="91"/>
                        <a:pt x="0" y="95"/>
                      </a:cubicBezTo>
                      <a:cubicBezTo>
                        <a:pt x="0" y="98"/>
                        <a:pt x="0" y="98"/>
                        <a:pt x="0" y="98"/>
                      </a:cubicBezTo>
                      <a:cubicBezTo>
                        <a:pt x="0" y="100"/>
                        <a:pt x="0" y="100"/>
                        <a:pt x="0" y="100"/>
                      </a:cubicBezTo>
                      <a:cubicBezTo>
                        <a:pt x="2" y="102"/>
                        <a:pt x="2" y="103"/>
                        <a:pt x="4" y="105"/>
                      </a:cubicBezTo>
                      <a:cubicBezTo>
                        <a:pt x="6" y="108"/>
                        <a:pt x="7" y="108"/>
                        <a:pt x="9" y="110"/>
                      </a:cubicBezTo>
                      <a:cubicBezTo>
                        <a:pt x="12" y="108"/>
                        <a:pt x="13" y="108"/>
                        <a:pt x="15" y="104"/>
                      </a:cubicBezTo>
                      <a:cubicBezTo>
                        <a:pt x="16" y="102"/>
                        <a:pt x="18" y="99"/>
                        <a:pt x="18" y="96"/>
                      </a:cubicBezTo>
                      <a:cubicBezTo>
                        <a:pt x="18" y="90"/>
                        <a:pt x="18" y="90"/>
                        <a:pt x="18" y="90"/>
                      </a:cubicBezTo>
                      <a:cubicBezTo>
                        <a:pt x="18" y="83"/>
                        <a:pt x="20" y="77"/>
                        <a:pt x="21" y="71"/>
                      </a:cubicBezTo>
                      <a:cubicBezTo>
                        <a:pt x="23" y="65"/>
                        <a:pt x="23" y="59"/>
                        <a:pt x="25" y="53"/>
                      </a:cubicBezTo>
                      <a:cubicBezTo>
                        <a:pt x="26" y="47"/>
                        <a:pt x="29" y="42"/>
                        <a:pt x="30" y="36"/>
                      </a:cubicBezTo>
                      <a:cubicBezTo>
                        <a:pt x="31" y="28"/>
                        <a:pt x="34" y="27"/>
                        <a:pt x="35" y="20"/>
                      </a:cubicBezTo>
                      <a:cubicBezTo>
                        <a:pt x="34" y="19"/>
                        <a:pt x="36" y="20"/>
                        <a:pt x="33" y="20"/>
                      </a:cubicBezTo>
                      <a:cubicBezTo>
                        <a:pt x="33" y="20"/>
                        <a:pt x="30" y="22"/>
                        <a:pt x="30" y="22"/>
                      </a:cubicBezTo>
                      <a:cubicBezTo>
                        <a:pt x="25" y="21"/>
                        <a:pt x="25" y="21"/>
                        <a:pt x="23" y="17"/>
                      </a:cubicBezTo>
                      <a:cubicBezTo>
                        <a:pt x="23" y="15"/>
                        <a:pt x="23" y="15"/>
                        <a:pt x="23" y="15"/>
                      </a:cubicBezTo>
                      <a:lnTo>
                        <a:pt x="23" y="14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grpSp>
            <p:nvGrpSpPr>
              <p:cNvPr id="249" name="ïšľîḍê"/>
              <p:cNvGrpSpPr/>
              <p:nvPr/>
            </p:nvGrpSpPr>
            <p:grpSpPr>
              <a:xfrm>
                <a:off x="4412452" y="3781425"/>
                <a:ext cx="2312689" cy="166461"/>
                <a:chOff x="6986588" y="3521075"/>
                <a:chExt cx="1654176" cy="119063"/>
              </a:xfrm>
            </p:grpSpPr>
            <p:sp>
              <p:nvSpPr>
                <p:cNvPr id="250" name="îṩľîḑê"/>
                <p:cNvSpPr/>
                <p:nvPr/>
              </p:nvSpPr>
              <p:spPr bwMode="auto">
                <a:xfrm>
                  <a:off x="6986588" y="3521075"/>
                  <a:ext cx="155575" cy="119063"/>
                </a:xfrm>
                <a:custGeom>
                  <a:avLst/>
                  <a:gdLst>
                    <a:gd name="T0" fmla="*/ 84 w 98"/>
                    <a:gd name="T1" fmla="*/ 0 h 75"/>
                    <a:gd name="T2" fmla="*/ 59 w 98"/>
                    <a:gd name="T3" fmla="*/ 52 h 75"/>
                    <a:gd name="T4" fmla="*/ 57 w 98"/>
                    <a:gd name="T5" fmla="*/ 0 h 75"/>
                    <a:gd name="T6" fmla="*/ 40 w 98"/>
                    <a:gd name="T7" fmla="*/ 0 h 75"/>
                    <a:gd name="T8" fmla="*/ 15 w 98"/>
                    <a:gd name="T9" fmla="*/ 52 h 75"/>
                    <a:gd name="T10" fmla="*/ 15 w 98"/>
                    <a:gd name="T11" fmla="*/ 0 h 75"/>
                    <a:gd name="T12" fmla="*/ 0 w 98"/>
                    <a:gd name="T13" fmla="*/ 0 h 75"/>
                    <a:gd name="T14" fmla="*/ 2 w 98"/>
                    <a:gd name="T15" fmla="*/ 75 h 75"/>
                    <a:gd name="T16" fmla="*/ 19 w 98"/>
                    <a:gd name="T17" fmla="*/ 75 h 75"/>
                    <a:gd name="T18" fmla="*/ 44 w 98"/>
                    <a:gd name="T19" fmla="*/ 21 h 75"/>
                    <a:gd name="T20" fmla="*/ 46 w 98"/>
                    <a:gd name="T21" fmla="*/ 75 h 75"/>
                    <a:gd name="T22" fmla="*/ 63 w 98"/>
                    <a:gd name="T23" fmla="*/ 75 h 75"/>
                    <a:gd name="T24" fmla="*/ 98 w 98"/>
                    <a:gd name="T25" fmla="*/ 0 h 75"/>
                    <a:gd name="T26" fmla="*/ 84 w 98"/>
                    <a:gd name="T27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98" h="75">
                      <a:moveTo>
                        <a:pt x="84" y="0"/>
                      </a:moveTo>
                      <a:lnTo>
                        <a:pt x="59" y="52"/>
                      </a:lnTo>
                      <a:lnTo>
                        <a:pt x="57" y="0"/>
                      </a:lnTo>
                      <a:lnTo>
                        <a:pt x="40" y="0"/>
                      </a:lnTo>
                      <a:lnTo>
                        <a:pt x="15" y="52"/>
                      </a:ln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2" y="75"/>
                      </a:lnTo>
                      <a:lnTo>
                        <a:pt x="19" y="75"/>
                      </a:lnTo>
                      <a:lnTo>
                        <a:pt x="44" y="21"/>
                      </a:lnTo>
                      <a:lnTo>
                        <a:pt x="46" y="75"/>
                      </a:lnTo>
                      <a:lnTo>
                        <a:pt x="63" y="75"/>
                      </a:lnTo>
                      <a:lnTo>
                        <a:pt x="98" y="0"/>
                      </a:lnTo>
                      <a:lnTo>
                        <a:pt x="8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1" name="îṩḷîde"/>
                <p:cNvSpPr/>
                <p:nvPr/>
              </p:nvSpPr>
              <p:spPr bwMode="auto">
                <a:xfrm>
                  <a:off x="7135813" y="3521075"/>
                  <a:ext cx="112713" cy="119063"/>
                </a:xfrm>
                <a:custGeom>
                  <a:avLst/>
                  <a:gdLst>
                    <a:gd name="T0" fmla="*/ 22 w 34"/>
                    <a:gd name="T1" fmla="*/ 20 h 36"/>
                    <a:gd name="T2" fmla="*/ 20 w 34"/>
                    <a:gd name="T3" fmla="*/ 26 h 36"/>
                    <a:gd name="T4" fmla="*/ 18 w 34"/>
                    <a:gd name="T5" fmla="*/ 29 h 36"/>
                    <a:gd name="T6" fmla="*/ 13 w 34"/>
                    <a:gd name="T7" fmla="*/ 30 h 36"/>
                    <a:gd name="T8" fmla="*/ 9 w 34"/>
                    <a:gd name="T9" fmla="*/ 29 h 36"/>
                    <a:gd name="T10" fmla="*/ 7 w 34"/>
                    <a:gd name="T11" fmla="*/ 25 h 36"/>
                    <a:gd name="T12" fmla="*/ 7 w 34"/>
                    <a:gd name="T13" fmla="*/ 24 h 36"/>
                    <a:gd name="T14" fmla="*/ 8 w 34"/>
                    <a:gd name="T15" fmla="*/ 19 h 36"/>
                    <a:gd name="T16" fmla="*/ 12 w 34"/>
                    <a:gd name="T17" fmla="*/ 0 h 36"/>
                    <a:gd name="T18" fmla="*/ 5 w 34"/>
                    <a:gd name="T19" fmla="*/ 0 h 36"/>
                    <a:gd name="T20" fmla="*/ 1 w 34"/>
                    <a:gd name="T21" fmla="*/ 19 h 36"/>
                    <a:gd name="T22" fmla="*/ 0 w 34"/>
                    <a:gd name="T23" fmla="*/ 23 h 36"/>
                    <a:gd name="T24" fmla="*/ 0 w 34"/>
                    <a:gd name="T25" fmla="*/ 25 h 36"/>
                    <a:gd name="T26" fmla="*/ 3 w 34"/>
                    <a:gd name="T27" fmla="*/ 33 h 36"/>
                    <a:gd name="T28" fmla="*/ 13 w 34"/>
                    <a:gd name="T29" fmla="*/ 36 h 36"/>
                    <a:gd name="T30" fmla="*/ 22 w 34"/>
                    <a:gd name="T31" fmla="*/ 34 h 36"/>
                    <a:gd name="T32" fmla="*/ 27 w 34"/>
                    <a:gd name="T33" fmla="*/ 29 h 36"/>
                    <a:gd name="T34" fmla="*/ 30 w 34"/>
                    <a:gd name="T35" fmla="*/ 20 h 36"/>
                    <a:gd name="T36" fmla="*/ 34 w 34"/>
                    <a:gd name="T37" fmla="*/ 0 h 36"/>
                    <a:gd name="T38" fmla="*/ 26 w 34"/>
                    <a:gd name="T39" fmla="*/ 0 h 36"/>
                    <a:gd name="T40" fmla="*/ 22 w 34"/>
                    <a:gd name="T41" fmla="*/ 2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34" h="36">
                      <a:moveTo>
                        <a:pt x="22" y="20"/>
                      </a:moveTo>
                      <a:cubicBezTo>
                        <a:pt x="22" y="23"/>
                        <a:pt x="21" y="25"/>
                        <a:pt x="20" y="26"/>
                      </a:cubicBezTo>
                      <a:cubicBezTo>
                        <a:pt x="20" y="28"/>
                        <a:pt x="19" y="29"/>
                        <a:pt x="18" y="29"/>
                      </a:cubicBezTo>
                      <a:cubicBezTo>
                        <a:pt x="17" y="30"/>
                        <a:pt x="15" y="30"/>
                        <a:pt x="13" y="30"/>
                      </a:cubicBezTo>
                      <a:cubicBezTo>
                        <a:pt x="11" y="30"/>
                        <a:pt x="10" y="30"/>
                        <a:pt x="9" y="29"/>
                      </a:cubicBezTo>
                      <a:cubicBezTo>
                        <a:pt x="8" y="28"/>
                        <a:pt x="7" y="27"/>
                        <a:pt x="7" y="25"/>
                      </a:cubicBezTo>
                      <a:cubicBezTo>
                        <a:pt x="7" y="25"/>
                        <a:pt x="7" y="25"/>
                        <a:pt x="7" y="24"/>
                      </a:cubicBezTo>
                      <a:cubicBezTo>
                        <a:pt x="8" y="19"/>
                        <a:pt x="8" y="19"/>
                        <a:pt x="8" y="19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1" y="19"/>
                        <a:pt x="1" y="19"/>
                        <a:pt x="1" y="19"/>
                      </a:cubicBezTo>
                      <a:cubicBezTo>
                        <a:pt x="1" y="21"/>
                        <a:pt x="0" y="23"/>
                        <a:pt x="0" y="23"/>
                      </a:cubicBezTo>
                      <a:cubicBezTo>
                        <a:pt x="0" y="24"/>
                        <a:pt x="0" y="25"/>
                        <a:pt x="0" y="25"/>
                      </a:cubicBezTo>
                      <a:cubicBezTo>
                        <a:pt x="0" y="29"/>
                        <a:pt x="1" y="31"/>
                        <a:pt x="3" y="33"/>
                      </a:cubicBezTo>
                      <a:cubicBezTo>
                        <a:pt x="6" y="35"/>
                        <a:pt x="9" y="36"/>
                        <a:pt x="13" y="36"/>
                      </a:cubicBezTo>
                      <a:cubicBezTo>
                        <a:pt x="16" y="36"/>
                        <a:pt x="19" y="36"/>
                        <a:pt x="22" y="34"/>
                      </a:cubicBezTo>
                      <a:cubicBezTo>
                        <a:pt x="24" y="33"/>
                        <a:pt x="25" y="31"/>
                        <a:pt x="27" y="29"/>
                      </a:cubicBezTo>
                      <a:cubicBezTo>
                        <a:pt x="28" y="27"/>
                        <a:pt x="29" y="24"/>
                        <a:pt x="30" y="20"/>
                      </a:cubicBezTo>
                      <a:cubicBezTo>
                        <a:pt x="34" y="0"/>
                        <a:pt x="34" y="0"/>
                        <a:pt x="34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lnTo>
                        <a:pt x="22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2" name="îṣḻîḑê"/>
                <p:cNvSpPr/>
                <p:nvPr/>
              </p:nvSpPr>
              <p:spPr bwMode="auto">
                <a:xfrm>
                  <a:off x="7248526" y="3521075"/>
                  <a:ext cx="114300" cy="119063"/>
                </a:xfrm>
                <a:custGeom>
                  <a:avLst/>
                  <a:gdLst>
                    <a:gd name="T0" fmla="*/ 58 w 72"/>
                    <a:gd name="T1" fmla="*/ 0 h 75"/>
                    <a:gd name="T2" fmla="*/ 52 w 72"/>
                    <a:gd name="T3" fmla="*/ 29 h 75"/>
                    <a:gd name="T4" fmla="*/ 22 w 72"/>
                    <a:gd name="T5" fmla="*/ 29 h 75"/>
                    <a:gd name="T6" fmla="*/ 29 w 72"/>
                    <a:gd name="T7" fmla="*/ 0 h 75"/>
                    <a:gd name="T8" fmla="*/ 14 w 72"/>
                    <a:gd name="T9" fmla="*/ 0 h 75"/>
                    <a:gd name="T10" fmla="*/ 0 w 72"/>
                    <a:gd name="T11" fmla="*/ 75 h 75"/>
                    <a:gd name="T12" fmla="*/ 14 w 72"/>
                    <a:gd name="T13" fmla="*/ 75 h 75"/>
                    <a:gd name="T14" fmla="*/ 20 w 72"/>
                    <a:gd name="T15" fmla="*/ 42 h 75"/>
                    <a:gd name="T16" fmla="*/ 50 w 72"/>
                    <a:gd name="T17" fmla="*/ 42 h 75"/>
                    <a:gd name="T18" fmla="*/ 43 w 72"/>
                    <a:gd name="T19" fmla="*/ 75 h 75"/>
                    <a:gd name="T20" fmla="*/ 58 w 72"/>
                    <a:gd name="T21" fmla="*/ 75 h 75"/>
                    <a:gd name="T22" fmla="*/ 72 w 72"/>
                    <a:gd name="T23" fmla="*/ 0 h 75"/>
                    <a:gd name="T24" fmla="*/ 58 w 72"/>
                    <a:gd name="T25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2" h="75">
                      <a:moveTo>
                        <a:pt x="58" y="0"/>
                      </a:moveTo>
                      <a:lnTo>
                        <a:pt x="52" y="29"/>
                      </a:lnTo>
                      <a:lnTo>
                        <a:pt x="22" y="29"/>
                      </a:lnTo>
                      <a:lnTo>
                        <a:pt x="29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lnTo>
                        <a:pt x="14" y="75"/>
                      </a:lnTo>
                      <a:lnTo>
                        <a:pt x="20" y="42"/>
                      </a:lnTo>
                      <a:lnTo>
                        <a:pt x="50" y="42"/>
                      </a:lnTo>
                      <a:lnTo>
                        <a:pt x="43" y="75"/>
                      </a:lnTo>
                      <a:lnTo>
                        <a:pt x="58" y="75"/>
                      </a:lnTo>
                      <a:lnTo>
                        <a:pt x="72" y="0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3" name="ïṥlíḑê"/>
                <p:cNvSpPr/>
                <p:nvPr/>
              </p:nvSpPr>
              <p:spPr bwMode="auto">
                <a:xfrm>
                  <a:off x="7356476" y="3521075"/>
                  <a:ext cx="112713" cy="119063"/>
                </a:xfrm>
                <a:custGeom>
                  <a:avLst/>
                  <a:gdLst>
                    <a:gd name="T0" fmla="*/ 42 w 71"/>
                    <a:gd name="T1" fmla="*/ 0 h 75"/>
                    <a:gd name="T2" fmla="*/ 0 w 71"/>
                    <a:gd name="T3" fmla="*/ 75 h 75"/>
                    <a:gd name="T4" fmla="*/ 15 w 71"/>
                    <a:gd name="T5" fmla="*/ 75 h 75"/>
                    <a:gd name="T6" fmla="*/ 23 w 71"/>
                    <a:gd name="T7" fmla="*/ 59 h 75"/>
                    <a:gd name="T8" fmla="*/ 54 w 71"/>
                    <a:gd name="T9" fmla="*/ 59 h 75"/>
                    <a:gd name="T10" fmla="*/ 56 w 71"/>
                    <a:gd name="T11" fmla="*/ 75 h 75"/>
                    <a:gd name="T12" fmla="*/ 71 w 71"/>
                    <a:gd name="T13" fmla="*/ 75 h 75"/>
                    <a:gd name="T14" fmla="*/ 58 w 71"/>
                    <a:gd name="T15" fmla="*/ 0 h 75"/>
                    <a:gd name="T16" fmla="*/ 42 w 71"/>
                    <a:gd name="T17" fmla="*/ 0 h 75"/>
                    <a:gd name="T18" fmla="*/ 29 w 71"/>
                    <a:gd name="T19" fmla="*/ 46 h 75"/>
                    <a:gd name="T20" fmla="*/ 48 w 71"/>
                    <a:gd name="T21" fmla="*/ 17 h 75"/>
                    <a:gd name="T22" fmla="*/ 52 w 71"/>
                    <a:gd name="T23" fmla="*/ 46 h 75"/>
                    <a:gd name="T24" fmla="*/ 29 w 71"/>
                    <a:gd name="T25" fmla="*/ 46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1" h="75">
                      <a:moveTo>
                        <a:pt x="42" y="0"/>
                      </a:moveTo>
                      <a:lnTo>
                        <a:pt x="0" y="75"/>
                      </a:lnTo>
                      <a:lnTo>
                        <a:pt x="15" y="75"/>
                      </a:lnTo>
                      <a:lnTo>
                        <a:pt x="23" y="59"/>
                      </a:lnTo>
                      <a:lnTo>
                        <a:pt x="54" y="59"/>
                      </a:lnTo>
                      <a:lnTo>
                        <a:pt x="56" y="75"/>
                      </a:lnTo>
                      <a:lnTo>
                        <a:pt x="71" y="75"/>
                      </a:lnTo>
                      <a:lnTo>
                        <a:pt x="58" y="0"/>
                      </a:lnTo>
                      <a:lnTo>
                        <a:pt x="42" y="0"/>
                      </a:lnTo>
                      <a:close/>
                      <a:moveTo>
                        <a:pt x="29" y="46"/>
                      </a:moveTo>
                      <a:lnTo>
                        <a:pt x="48" y="17"/>
                      </a:lnTo>
                      <a:lnTo>
                        <a:pt x="52" y="46"/>
                      </a:lnTo>
                      <a:lnTo>
                        <a:pt x="29" y="4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4" name="îş1íḋe"/>
                <p:cNvSpPr/>
                <p:nvPr/>
              </p:nvSpPr>
              <p:spPr bwMode="auto">
                <a:xfrm>
                  <a:off x="7481888" y="3521075"/>
                  <a:ext cx="119063" cy="119063"/>
                </a:xfrm>
                <a:custGeom>
                  <a:avLst/>
                  <a:gdLst>
                    <a:gd name="T0" fmla="*/ 50 w 75"/>
                    <a:gd name="T1" fmla="*/ 50 h 75"/>
                    <a:gd name="T2" fmla="*/ 31 w 75"/>
                    <a:gd name="T3" fmla="*/ 0 h 75"/>
                    <a:gd name="T4" fmla="*/ 17 w 75"/>
                    <a:gd name="T5" fmla="*/ 0 h 75"/>
                    <a:gd name="T6" fmla="*/ 0 w 75"/>
                    <a:gd name="T7" fmla="*/ 75 h 75"/>
                    <a:gd name="T8" fmla="*/ 15 w 75"/>
                    <a:gd name="T9" fmla="*/ 75 h 75"/>
                    <a:gd name="T10" fmla="*/ 25 w 75"/>
                    <a:gd name="T11" fmla="*/ 25 h 75"/>
                    <a:gd name="T12" fmla="*/ 46 w 75"/>
                    <a:gd name="T13" fmla="*/ 75 h 75"/>
                    <a:gd name="T14" fmla="*/ 58 w 75"/>
                    <a:gd name="T15" fmla="*/ 75 h 75"/>
                    <a:gd name="T16" fmla="*/ 75 w 75"/>
                    <a:gd name="T17" fmla="*/ 0 h 75"/>
                    <a:gd name="T18" fmla="*/ 61 w 75"/>
                    <a:gd name="T19" fmla="*/ 0 h 75"/>
                    <a:gd name="T20" fmla="*/ 50 w 75"/>
                    <a:gd name="T21" fmla="*/ 5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5" h="75">
                      <a:moveTo>
                        <a:pt x="50" y="50"/>
                      </a:moveTo>
                      <a:lnTo>
                        <a:pt x="31" y="0"/>
                      </a:lnTo>
                      <a:lnTo>
                        <a:pt x="17" y="0"/>
                      </a:lnTo>
                      <a:lnTo>
                        <a:pt x="0" y="75"/>
                      </a:lnTo>
                      <a:lnTo>
                        <a:pt x="15" y="75"/>
                      </a:lnTo>
                      <a:lnTo>
                        <a:pt x="25" y="25"/>
                      </a:lnTo>
                      <a:lnTo>
                        <a:pt x="46" y="75"/>
                      </a:lnTo>
                      <a:lnTo>
                        <a:pt x="58" y="75"/>
                      </a:lnTo>
                      <a:lnTo>
                        <a:pt x="75" y="0"/>
                      </a:lnTo>
                      <a:lnTo>
                        <a:pt x="61" y="0"/>
                      </a:lnTo>
                      <a:lnTo>
                        <a:pt x="50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5" name="îş1ïḋe"/>
                <p:cNvSpPr/>
                <p:nvPr/>
              </p:nvSpPr>
              <p:spPr bwMode="auto">
                <a:xfrm>
                  <a:off x="7653338" y="3521075"/>
                  <a:ext cx="112713" cy="119063"/>
                </a:xfrm>
                <a:custGeom>
                  <a:avLst/>
                  <a:gdLst>
                    <a:gd name="T0" fmla="*/ 22 w 34"/>
                    <a:gd name="T1" fmla="*/ 20 h 36"/>
                    <a:gd name="T2" fmla="*/ 20 w 34"/>
                    <a:gd name="T3" fmla="*/ 26 h 36"/>
                    <a:gd name="T4" fmla="*/ 18 w 34"/>
                    <a:gd name="T5" fmla="*/ 29 h 36"/>
                    <a:gd name="T6" fmla="*/ 13 w 34"/>
                    <a:gd name="T7" fmla="*/ 30 h 36"/>
                    <a:gd name="T8" fmla="*/ 9 w 34"/>
                    <a:gd name="T9" fmla="*/ 29 h 36"/>
                    <a:gd name="T10" fmla="*/ 7 w 34"/>
                    <a:gd name="T11" fmla="*/ 25 h 36"/>
                    <a:gd name="T12" fmla="*/ 7 w 34"/>
                    <a:gd name="T13" fmla="*/ 24 h 36"/>
                    <a:gd name="T14" fmla="*/ 8 w 34"/>
                    <a:gd name="T15" fmla="*/ 19 h 36"/>
                    <a:gd name="T16" fmla="*/ 12 w 34"/>
                    <a:gd name="T17" fmla="*/ 0 h 36"/>
                    <a:gd name="T18" fmla="*/ 5 w 34"/>
                    <a:gd name="T19" fmla="*/ 0 h 36"/>
                    <a:gd name="T20" fmla="*/ 1 w 34"/>
                    <a:gd name="T21" fmla="*/ 19 h 36"/>
                    <a:gd name="T22" fmla="*/ 0 w 34"/>
                    <a:gd name="T23" fmla="*/ 23 h 36"/>
                    <a:gd name="T24" fmla="*/ 0 w 34"/>
                    <a:gd name="T25" fmla="*/ 25 h 36"/>
                    <a:gd name="T26" fmla="*/ 3 w 34"/>
                    <a:gd name="T27" fmla="*/ 33 h 36"/>
                    <a:gd name="T28" fmla="*/ 13 w 34"/>
                    <a:gd name="T29" fmla="*/ 36 h 36"/>
                    <a:gd name="T30" fmla="*/ 22 w 34"/>
                    <a:gd name="T31" fmla="*/ 34 h 36"/>
                    <a:gd name="T32" fmla="*/ 27 w 34"/>
                    <a:gd name="T33" fmla="*/ 29 h 36"/>
                    <a:gd name="T34" fmla="*/ 30 w 34"/>
                    <a:gd name="T35" fmla="*/ 20 h 36"/>
                    <a:gd name="T36" fmla="*/ 34 w 34"/>
                    <a:gd name="T37" fmla="*/ 0 h 36"/>
                    <a:gd name="T38" fmla="*/ 26 w 34"/>
                    <a:gd name="T39" fmla="*/ 0 h 36"/>
                    <a:gd name="T40" fmla="*/ 22 w 34"/>
                    <a:gd name="T41" fmla="*/ 2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34" h="36">
                      <a:moveTo>
                        <a:pt x="22" y="20"/>
                      </a:moveTo>
                      <a:cubicBezTo>
                        <a:pt x="22" y="23"/>
                        <a:pt x="21" y="25"/>
                        <a:pt x="20" y="26"/>
                      </a:cubicBezTo>
                      <a:cubicBezTo>
                        <a:pt x="20" y="28"/>
                        <a:pt x="19" y="29"/>
                        <a:pt x="18" y="29"/>
                      </a:cubicBezTo>
                      <a:cubicBezTo>
                        <a:pt x="17" y="30"/>
                        <a:pt x="15" y="30"/>
                        <a:pt x="13" y="30"/>
                      </a:cubicBezTo>
                      <a:cubicBezTo>
                        <a:pt x="11" y="30"/>
                        <a:pt x="10" y="30"/>
                        <a:pt x="9" y="29"/>
                      </a:cubicBezTo>
                      <a:cubicBezTo>
                        <a:pt x="8" y="28"/>
                        <a:pt x="7" y="27"/>
                        <a:pt x="7" y="25"/>
                      </a:cubicBezTo>
                      <a:cubicBezTo>
                        <a:pt x="7" y="25"/>
                        <a:pt x="7" y="25"/>
                        <a:pt x="7" y="24"/>
                      </a:cubicBezTo>
                      <a:cubicBezTo>
                        <a:pt x="8" y="19"/>
                        <a:pt x="8" y="19"/>
                        <a:pt x="8" y="19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1" y="19"/>
                        <a:pt x="1" y="19"/>
                        <a:pt x="1" y="19"/>
                      </a:cubicBezTo>
                      <a:cubicBezTo>
                        <a:pt x="1" y="21"/>
                        <a:pt x="0" y="23"/>
                        <a:pt x="0" y="23"/>
                      </a:cubicBezTo>
                      <a:cubicBezTo>
                        <a:pt x="0" y="24"/>
                        <a:pt x="0" y="25"/>
                        <a:pt x="0" y="25"/>
                      </a:cubicBezTo>
                      <a:cubicBezTo>
                        <a:pt x="0" y="29"/>
                        <a:pt x="1" y="31"/>
                        <a:pt x="3" y="33"/>
                      </a:cubicBezTo>
                      <a:cubicBezTo>
                        <a:pt x="6" y="35"/>
                        <a:pt x="9" y="36"/>
                        <a:pt x="13" y="36"/>
                      </a:cubicBezTo>
                      <a:cubicBezTo>
                        <a:pt x="16" y="36"/>
                        <a:pt x="19" y="36"/>
                        <a:pt x="22" y="34"/>
                      </a:cubicBezTo>
                      <a:cubicBezTo>
                        <a:pt x="24" y="33"/>
                        <a:pt x="25" y="31"/>
                        <a:pt x="27" y="29"/>
                      </a:cubicBezTo>
                      <a:cubicBezTo>
                        <a:pt x="28" y="27"/>
                        <a:pt x="29" y="24"/>
                        <a:pt x="30" y="20"/>
                      </a:cubicBezTo>
                      <a:cubicBezTo>
                        <a:pt x="34" y="0"/>
                        <a:pt x="34" y="0"/>
                        <a:pt x="34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lnTo>
                        <a:pt x="22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6" name="íšlídè"/>
                <p:cNvSpPr/>
                <p:nvPr/>
              </p:nvSpPr>
              <p:spPr bwMode="auto">
                <a:xfrm>
                  <a:off x="7766051" y="3521075"/>
                  <a:ext cx="115888" cy="119063"/>
                </a:xfrm>
                <a:custGeom>
                  <a:avLst/>
                  <a:gdLst>
                    <a:gd name="T0" fmla="*/ 58 w 73"/>
                    <a:gd name="T1" fmla="*/ 0 h 75"/>
                    <a:gd name="T2" fmla="*/ 50 w 73"/>
                    <a:gd name="T3" fmla="*/ 50 h 75"/>
                    <a:gd name="T4" fmla="*/ 29 w 73"/>
                    <a:gd name="T5" fmla="*/ 0 h 75"/>
                    <a:gd name="T6" fmla="*/ 15 w 73"/>
                    <a:gd name="T7" fmla="*/ 0 h 75"/>
                    <a:gd name="T8" fmla="*/ 0 w 73"/>
                    <a:gd name="T9" fmla="*/ 75 h 75"/>
                    <a:gd name="T10" fmla="*/ 13 w 73"/>
                    <a:gd name="T11" fmla="*/ 75 h 75"/>
                    <a:gd name="T12" fmla="*/ 23 w 73"/>
                    <a:gd name="T13" fmla="*/ 25 h 75"/>
                    <a:gd name="T14" fmla="*/ 44 w 73"/>
                    <a:gd name="T15" fmla="*/ 75 h 75"/>
                    <a:gd name="T16" fmla="*/ 58 w 73"/>
                    <a:gd name="T17" fmla="*/ 75 h 75"/>
                    <a:gd name="T18" fmla="*/ 73 w 73"/>
                    <a:gd name="T19" fmla="*/ 0 h 75"/>
                    <a:gd name="T20" fmla="*/ 58 w 73"/>
                    <a:gd name="T21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3" h="75">
                      <a:moveTo>
                        <a:pt x="58" y="0"/>
                      </a:moveTo>
                      <a:lnTo>
                        <a:pt x="50" y="50"/>
                      </a:lnTo>
                      <a:lnTo>
                        <a:pt x="29" y="0"/>
                      </a:lnTo>
                      <a:lnTo>
                        <a:pt x="15" y="0"/>
                      </a:lnTo>
                      <a:lnTo>
                        <a:pt x="0" y="75"/>
                      </a:lnTo>
                      <a:lnTo>
                        <a:pt x="13" y="75"/>
                      </a:lnTo>
                      <a:lnTo>
                        <a:pt x="23" y="25"/>
                      </a:lnTo>
                      <a:lnTo>
                        <a:pt x="44" y="75"/>
                      </a:lnTo>
                      <a:lnTo>
                        <a:pt x="58" y="75"/>
                      </a:lnTo>
                      <a:lnTo>
                        <a:pt x="73" y="0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7" name="îṣḻîďe"/>
                <p:cNvSpPr/>
                <p:nvPr/>
              </p:nvSpPr>
              <p:spPr bwMode="auto">
                <a:xfrm>
                  <a:off x="7881938" y="3521075"/>
                  <a:ext cx="49213" cy="119063"/>
                </a:xfrm>
                <a:custGeom>
                  <a:avLst/>
                  <a:gdLst>
                    <a:gd name="T0" fmla="*/ 0 w 31"/>
                    <a:gd name="T1" fmla="*/ 75 h 75"/>
                    <a:gd name="T2" fmla="*/ 14 w 31"/>
                    <a:gd name="T3" fmla="*/ 75 h 75"/>
                    <a:gd name="T4" fmla="*/ 31 w 31"/>
                    <a:gd name="T5" fmla="*/ 0 h 75"/>
                    <a:gd name="T6" fmla="*/ 14 w 31"/>
                    <a:gd name="T7" fmla="*/ 0 h 75"/>
                    <a:gd name="T8" fmla="*/ 0 w 31"/>
                    <a:gd name="T9" fmla="*/ 75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75">
                      <a:moveTo>
                        <a:pt x="0" y="75"/>
                      </a:moveTo>
                      <a:lnTo>
                        <a:pt x="14" y="75"/>
                      </a:lnTo>
                      <a:lnTo>
                        <a:pt x="31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8" name="íŝḻiḋè"/>
                <p:cNvSpPr/>
                <p:nvPr/>
              </p:nvSpPr>
              <p:spPr bwMode="auto">
                <a:xfrm>
                  <a:off x="7940676" y="3521075"/>
                  <a:ext cx="109538" cy="119063"/>
                </a:xfrm>
                <a:custGeom>
                  <a:avLst/>
                  <a:gdLst>
                    <a:gd name="T0" fmla="*/ 54 w 69"/>
                    <a:gd name="T1" fmla="*/ 0 h 75"/>
                    <a:gd name="T2" fmla="*/ 23 w 69"/>
                    <a:gd name="T3" fmla="*/ 57 h 75"/>
                    <a:gd name="T4" fmla="*/ 15 w 69"/>
                    <a:gd name="T5" fmla="*/ 0 h 75"/>
                    <a:gd name="T6" fmla="*/ 0 w 69"/>
                    <a:gd name="T7" fmla="*/ 0 h 75"/>
                    <a:gd name="T8" fmla="*/ 13 w 69"/>
                    <a:gd name="T9" fmla="*/ 75 h 75"/>
                    <a:gd name="T10" fmla="*/ 29 w 69"/>
                    <a:gd name="T11" fmla="*/ 75 h 75"/>
                    <a:gd name="T12" fmla="*/ 69 w 69"/>
                    <a:gd name="T13" fmla="*/ 0 h 75"/>
                    <a:gd name="T14" fmla="*/ 54 w 69"/>
                    <a:gd name="T15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69" h="75">
                      <a:moveTo>
                        <a:pt x="54" y="0"/>
                      </a:moveTo>
                      <a:lnTo>
                        <a:pt x="23" y="57"/>
                      </a:ln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13" y="75"/>
                      </a:lnTo>
                      <a:lnTo>
                        <a:pt x="29" y="75"/>
                      </a:lnTo>
                      <a:lnTo>
                        <a:pt x="69" y="0"/>
                      </a:lnTo>
                      <a:lnTo>
                        <a:pt x="5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9" name="î$ḷíďé"/>
                <p:cNvSpPr/>
                <p:nvPr/>
              </p:nvSpPr>
              <p:spPr bwMode="auto">
                <a:xfrm>
                  <a:off x="8037513" y="3521075"/>
                  <a:ext cx="111125" cy="119063"/>
                </a:xfrm>
                <a:custGeom>
                  <a:avLst/>
                  <a:gdLst>
                    <a:gd name="T0" fmla="*/ 68 w 70"/>
                    <a:gd name="T1" fmla="*/ 12 h 75"/>
                    <a:gd name="T2" fmla="*/ 70 w 70"/>
                    <a:gd name="T3" fmla="*/ 0 h 75"/>
                    <a:gd name="T4" fmla="*/ 16 w 70"/>
                    <a:gd name="T5" fmla="*/ 0 h 75"/>
                    <a:gd name="T6" fmla="*/ 0 w 70"/>
                    <a:gd name="T7" fmla="*/ 75 h 75"/>
                    <a:gd name="T8" fmla="*/ 58 w 70"/>
                    <a:gd name="T9" fmla="*/ 75 h 75"/>
                    <a:gd name="T10" fmla="*/ 60 w 70"/>
                    <a:gd name="T11" fmla="*/ 63 h 75"/>
                    <a:gd name="T12" fmla="*/ 16 w 70"/>
                    <a:gd name="T13" fmla="*/ 63 h 75"/>
                    <a:gd name="T14" fmla="*/ 22 w 70"/>
                    <a:gd name="T15" fmla="*/ 42 h 75"/>
                    <a:gd name="T16" fmla="*/ 60 w 70"/>
                    <a:gd name="T17" fmla="*/ 42 h 75"/>
                    <a:gd name="T18" fmla="*/ 62 w 70"/>
                    <a:gd name="T19" fmla="*/ 29 h 75"/>
                    <a:gd name="T20" fmla="*/ 24 w 70"/>
                    <a:gd name="T21" fmla="*/ 29 h 75"/>
                    <a:gd name="T22" fmla="*/ 29 w 70"/>
                    <a:gd name="T23" fmla="*/ 12 h 75"/>
                    <a:gd name="T24" fmla="*/ 68 w 70"/>
                    <a:gd name="T25" fmla="*/ 12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0" h="75">
                      <a:moveTo>
                        <a:pt x="68" y="12"/>
                      </a:moveTo>
                      <a:lnTo>
                        <a:pt x="70" y="0"/>
                      </a:lnTo>
                      <a:lnTo>
                        <a:pt x="16" y="0"/>
                      </a:lnTo>
                      <a:lnTo>
                        <a:pt x="0" y="75"/>
                      </a:lnTo>
                      <a:lnTo>
                        <a:pt x="58" y="75"/>
                      </a:lnTo>
                      <a:lnTo>
                        <a:pt x="60" y="63"/>
                      </a:lnTo>
                      <a:lnTo>
                        <a:pt x="16" y="63"/>
                      </a:lnTo>
                      <a:lnTo>
                        <a:pt x="22" y="42"/>
                      </a:lnTo>
                      <a:lnTo>
                        <a:pt x="60" y="42"/>
                      </a:lnTo>
                      <a:lnTo>
                        <a:pt x="62" y="29"/>
                      </a:lnTo>
                      <a:lnTo>
                        <a:pt x="24" y="29"/>
                      </a:lnTo>
                      <a:lnTo>
                        <a:pt x="29" y="12"/>
                      </a:lnTo>
                      <a:lnTo>
                        <a:pt x="68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0" name="îṡlîďe"/>
                <p:cNvSpPr/>
                <p:nvPr/>
              </p:nvSpPr>
              <p:spPr bwMode="auto">
                <a:xfrm>
                  <a:off x="8145463" y="3521075"/>
                  <a:ext cx="115888" cy="119063"/>
                </a:xfrm>
                <a:custGeom>
                  <a:avLst/>
                  <a:gdLst>
                    <a:gd name="T0" fmla="*/ 30 w 35"/>
                    <a:gd name="T1" fmla="*/ 1 h 36"/>
                    <a:gd name="T2" fmla="*/ 24 w 35"/>
                    <a:gd name="T3" fmla="*/ 0 h 36"/>
                    <a:gd name="T4" fmla="*/ 8 w 35"/>
                    <a:gd name="T5" fmla="*/ 0 h 36"/>
                    <a:gd name="T6" fmla="*/ 0 w 35"/>
                    <a:gd name="T7" fmla="*/ 36 h 36"/>
                    <a:gd name="T8" fmla="*/ 8 w 35"/>
                    <a:gd name="T9" fmla="*/ 36 h 36"/>
                    <a:gd name="T10" fmla="*/ 11 w 35"/>
                    <a:gd name="T11" fmla="*/ 21 h 36"/>
                    <a:gd name="T12" fmla="*/ 14 w 35"/>
                    <a:gd name="T13" fmla="*/ 21 h 36"/>
                    <a:gd name="T14" fmla="*/ 17 w 35"/>
                    <a:gd name="T15" fmla="*/ 22 h 36"/>
                    <a:gd name="T16" fmla="*/ 21 w 35"/>
                    <a:gd name="T17" fmla="*/ 26 h 36"/>
                    <a:gd name="T18" fmla="*/ 24 w 35"/>
                    <a:gd name="T19" fmla="*/ 36 h 36"/>
                    <a:gd name="T20" fmla="*/ 32 w 35"/>
                    <a:gd name="T21" fmla="*/ 36 h 36"/>
                    <a:gd name="T22" fmla="*/ 27 w 35"/>
                    <a:gd name="T23" fmla="*/ 24 h 36"/>
                    <a:gd name="T24" fmla="*/ 24 w 35"/>
                    <a:gd name="T25" fmla="*/ 21 h 36"/>
                    <a:gd name="T26" fmla="*/ 32 w 35"/>
                    <a:gd name="T27" fmla="*/ 17 h 36"/>
                    <a:gd name="T28" fmla="*/ 35 w 35"/>
                    <a:gd name="T29" fmla="*/ 9 h 36"/>
                    <a:gd name="T30" fmla="*/ 34 w 35"/>
                    <a:gd name="T31" fmla="*/ 4 h 36"/>
                    <a:gd name="T32" fmla="*/ 30 w 35"/>
                    <a:gd name="T33" fmla="*/ 1 h 36"/>
                    <a:gd name="T34" fmla="*/ 27 w 35"/>
                    <a:gd name="T35" fmla="*/ 13 h 36"/>
                    <a:gd name="T36" fmla="*/ 24 w 35"/>
                    <a:gd name="T37" fmla="*/ 15 h 36"/>
                    <a:gd name="T38" fmla="*/ 16 w 35"/>
                    <a:gd name="T39" fmla="*/ 16 h 36"/>
                    <a:gd name="T40" fmla="*/ 12 w 35"/>
                    <a:gd name="T41" fmla="*/ 16 h 36"/>
                    <a:gd name="T42" fmla="*/ 14 w 35"/>
                    <a:gd name="T43" fmla="*/ 6 h 36"/>
                    <a:gd name="T44" fmla="*/ 22 w 35"/>
                    <a:gd name="T45" fmla="*/ 6 h 36"/>
                    <a:gd name="T46" fmla="*/ 26 w 35"/>
                    <a:gd name="T47" fmla="*/ 7 h 36"/>
                    <a:gd name="T48" fmla="*/ 28 w 35"/>
                    <a:gd name="T49" fmla="*/ 10 h 36"/>
                    <a:gd name="T50" fmla="*/ 27 w 35"/>
                    <a:gd name="T51" fmla="*/ 13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5" h="36">
                      <a:moveTo>
                        <a:pt x="30" y="1"/>
                      </a:moveTo>
                      <a:cubicBezTo>
                        <a:pt x="28" y="0"/>
                        <a:pt x="26" y="0"/>
                        <a:pt x="24" y="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8" y="36"/>
                        <a:pt x="8" y="36"/>
                        <a:pt x="8" y="36"/>
                      </a:cubicBezTo>
                      <a:cubicBezTo>
                        <a:pt x="11" y="21"/>
                        <a:pt x="11" y="21"/>
                        <a:pt x="11" y="21"/>
                      </a:cubicBezTo>
                      <a:cubicBezTo>
                        <a:pt x="14" y="21"/>
                        <a:pt x="14" y="21"/>
                        <a:pt x="14" y="21"/>
                      </a:cubicBezTo>
                      <a:cubicBezTo>
                        <a:pt x="15" y="21"/>
                        <a:pt x="17" y="21"/>
                        <a:pt x="17" y="22"/>
                      </a:cubicBezTo>
                      <a:cubicBezTo>
                        <a:pt x="18" y="22"/>
                        <a:pt x="20" y="24"/>
                        <a:pt x="21" y="26"/>
                      </a:cubicBezTo>
                      <a:cubicBezTo>
                        <a:pt x="22" y="31"/>
                        <a:pt x="24" y="34"/>
                        <a:pt x="24" y="36"/>
                      </a:cubicBezTo>
                      <a:cubicBezTo>
                        <a:pt x="32" y="36"/>
                        <a:pt x="32" y="36"/>
                        <a:pt x="32" y="36"/>
                      </a:cubicBezTo>
                      <a:cubicBezTo>
                        <a:pt x="30" y="31"/>
                        <a:pt x="28" y="27"/>
                        <a:pt x="27" y="24"/>
                      </a:cubicBezTo>
                      <a:cubicBezTo>
                        <a:pt x="26" y="23"/>
                        <a:pt x="25" y="21"/>
                        <a:pt x="24" y="21"/>
                      </a:cubicBezTo>
                      <a:cubicBezTo>
                        <a:pt x="28" y="20"/>
                        <a:pt x="30" y="19"/>
                        <a:pt x="32" y="17"/>
                      </a:cubicBezTo>
                      <a:cubicBezTo>
                        <a:pt x="34" y="15"/>
                        <a:pt x="35" y="13"/>
                        <a:pt x="35" y="9"/>
                      </a:cubicBezTo>
                      <a:cubicBezTo>
                        <a:pt x="35" y="7"/>
                        <a:pt x="34" y="6"/>
                        <a:pt x="34" y="4"/>
                      </a:cubicBezTo>
                      <a:cubicBezTo>
                        <a:pt x="33" y="3"/>
                        <a:pt x="31" y="2"/>
                        <a:pt x="30" y="1"/>
                      </a:cubicBezTo>
                      <a:close/>
                      <a:moveTo>
                        <a:pt x="27" y="13"/>
                      </a:moveTo>
                      <a:cubicBezTo>
                        <a:pt x="26" y="14"/>
                        <a:pt x="25" y="14"/>
                        <a:pt x="24" y="15"/>
                      </a:cubicBezTo>
                      <a:cubicBezTo>
                        <a:pt x="22" y="15"/>
                        <a:pt x="20" y="16"/>
                        <a:pt x="16" y="16"/>
                      </a:cubicBezTo>
                      <a:cubicBezTo>
                        <a:pt x="12" y="16"/>
                        <a:pt x="12" y="16"/>
                        <a:pt x="12" y="16"/>
                      </a:cubicBezTo>
                      <a:cubicBezTo>
                        <a:pt x="14" y="6"/>
                        <a:pt x="14" y="6"/>
                        <a:pt x="14" y="6"/>
                      </a:cubicBezTo>
                      <a:cubicBezTo>
                        <a:pt x="22" y="6"/>
                        <a:pt x="22" y="6"/>
                        <a:pt x="22" y="6"/>
                      </a:cubicBezTo>
                      <a:cubicBezTo>
                        <a:pt x="24" y="6"/>
                        <a:pt x="25" y="6"/>
                        <a:pt x="26" y="7"/>
                      </a:cubicBezTo>
                      <a:cubicBezTo>
                        <a:pt x="27" y="7"/>
                        <a:pt x="28" y="8"/>
                        <a:pt x="28" y="10"/>
                      </a:cubicBezTo>
                      <a:cubicBezTo>
                        <a:pt x="28" y="11"/>
                        <a:pt x="27" y="12"/>
                        <a:pt x="27" y="1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1" name="ïşľîḍé"/>
                <p:cNvSpPr/>
                <p:nvPr/>
              </p:nvSpPr>
              <p:spPr bwMode="auto">
                <a:xfrm>
                  <a:off x="8267701" y="3521075"/>
                  <a:ext cx="98425" cy="119063"/>
                </a:xfrm>
                <a:custGeom>
                  <a:avLst/>
                  <a:gdLst>
                    <a:gd name="T0" fmla="*/ 17 w 30"/>
                    <a:gd name="T1" fmla="*/ 5 h 36"/>
                    <a:gd name="T2" fmla="*/ 22 w 30"/>
                    <a:gd name="T3" fmla="*/ 7 h 36"/>
                    <a:gd name="T4" fmla="*/ 23 w 30"/>
                    <a:gd name="T5" fmla="*/ 11 h 36"/>
                    <a:gd name="T6" fmla="*/ 30 w 30"/>
                    <a:gd name="T7" fmla="*/ 10 h 36"/>
                    <a:gd name="T8" fmla="*/ 27 w 30"/>
                    <a:gd name="T9" fmla="*/ 3 h 36"/>
                    <a:gd name="T10" fmla="*/ 17 w 30"/>
                    <a:gd name="T11" fmla="*/ 0 h 36"/>
                    <a:gd name="T12" fmla="*/ 8 w 30"/>
                    <a:gd name="T13" fmla="*/ 3 h 36"/>
                    <a:gd name="T14" fmla="*/ 4 w 30"/>
                    <a:gd name="T15" fmla="*/ 10 h 36"/>
                    <a:gd name="T16" fmla="*/ 6 w 30"/>
                    <a:gd name="T17" fmla="*/ 14 h 36"/>
                    <a:gd name="T18" fmla="*/ 8 w 30"/>
                    <a:gd name="T19" fmla="*/ 18 h 36"/>
                    <a:gd name="T20" fmla="*/ 15 w 30"/>
                    <a:gd name="T21" fmla="*/ 21 h 36"/>
                    <a:gd name="T22" fmla="*/ 20 w 30"/>
                    <a:gd name="T23" fmla="*/ 23 h 36"/>
                    <a:gd name="T24" fmla="*/ 21 w 30"/>
                    <a:gd name="T25" fmla="*/ 26 h 36"/>
                    <a:gd name="T26" fmla="*/ 19 w 30"/>
                    <a:gd name="T27" fmla="*/ 29 h 36"/>
                    <a:gd name="T28" fmla="*/ 14 w 30"/>
                    <a:gd name="T29" fmla="*/ 30 h 36"/>
                    <a:gd name="T30" fmla="*/ 8 w 30"/>
                    <a:gd name="T31" fmla="*/ 28 h 36"/>
                    <a:gd name="T32" fmla="*/ 7 w 30"/>
                    <a:gd name="T33" fmla="*/ 24 h 36"/>
                    <a:gd name="T34" fmla="*/ 0 w 30"/>
                    <a:gd name="T35" fmla="*/ 24 h 36"/>
                    <a:gd name="T36" fmla="*/ 1 w 30"/>
                    <a:gd name="T37" fmla="*/ 30 h 36"/>
                    <a:gd name="T38" fmla="*/ 6 w 30"/>
                    <a:gd name="T39" fmla="*/ 35 h 36"/>
                    <a:gd name="T40" fmla="*/ 14 w 30"/>
                    <a:gd name="T41" fmla="*/ 36 h 36"/>
                    <a:gd name="T42" fmla="*/ 24 w 30"/>
                    <a:gd name="T43" fmla="*/ 33 h 36"/>
                    <a:gd name="T44" fmla="*/ 28 w 30"/>
                    <a:gd name="T45" fmla="*/ 25 h 36"/>
                    <a:gd name="T46" fmla="*/ 26 w 30"/>
                    <a:gd name="T47" fmla="*/ 19 h 36"/>
                    <a:gd name="T48" fmla="*/ 18 w 30"/>
                    <a:gd name="T49" fmla="*/ 14 h 36"/>
                    <a:gd name="T50" fmla="*/ 13 w 30"/>
                    <a:gd name="T51" fmla="*/ 12 h 36"/>
                    <a:gd name="T52" fmla="*/ 11 w 30"/>
                    <a:gd name="T53" fmla="*/ 9 h 36"/>
                    <a:gd name="T54" fmla="*/ 13 w 30"/>
                    <a:gd name="T55" fmla="*/ 6 h 36"/>
                    <a:gd name="T56" fmla="*/ 17 w 30"/>
                    <a:gd name="T57" fmla="*/ 5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30" h="36">
                      <a:moveTo>
                        <a:pt x="17" y="5"/>
                      </a:moveTo>
                      <a:cubicBezTo>
                        <a:pt x="19" y="5"/>
                        <a:pt x="21" y="6"/>
                        <a:pt x="22" y="7"/>
                      </a:cubicBezTo>
                      <a:cubicBezTo>
                        <a:pt x="23" y="8"/>
                        <a:pt x="23" y="9"/>
                        <a:pt x="23" y="11"/>
                      </a:cubicBezTo>
                      <a:cubicBezTo>
                        <a:pt x="30" y="10"/>
                        <a:pt x="30" y="10"/>
                        <a:pt x="30" y="10"/>
                      </a:cubicBezTo>
                      <a:cubicBezTo>
                        <a:pt x="30" y="7"/>
                        <a:pt x="29" y="4"/>
                        <a:pt x="27" y="3"/>
                      </a:cubicBezTo>
                      <a:cubicBezTo>
                        <a:pt x="24" y="1"/>
                        <a:pt x="21" y="0"/>
                        <a:pt x="17" y="0"/>
                      </a:cubicBezTo>
                      <a:cubicBezTo>
                        <a:pt x="13" y="0"/>
                        <a:pt x="10" y="1"/>
                        <a:pt x="8" y="3"/>
                      </a:cubicBezTo>
                      <a:cubicBezTo>
                        <a:pt x="5" y="5"/>
                        <a:pt x="4" y="7"/>
                        <a:pt x="4" y="10"/>
                      </a:cubicBezTo>
                      <a:cubicBezTo>
                        <a:pt x="4" y="12"/>
                        <a:pt x="5" y="13"/>
                        <a:pt x="6" y="14"/>
                      </a:cubicBezTo>
                      <a:cubicBezTo>
                        <a:pt x="6" y="16"/>
                        <a:pt x="7" y="17"/>
                        <a:pt x="8" y="18"/>
                      </a:cubicBezTo>
                      <a:cubicBezTo>
                        <a:pt x="10" y="18"/>
                        <a:pt x="12" y="19"/>
                        <a:pt x="15" y="21"/>
                      </a:cubicBezTo>
                      <a:cubicBezTo>
                        <a:pt x="17" y="22"/>
                        <a:pt x="19" y="23"/>
                        <a:pt x="20" y="23"/>
                      </a:cubicBezTo>
                      <a:cubicBezTo>
                        <a:pt x="20" y="24"/>
                        <a:pt x="21" y="25"/>
                        <a:pt x="21" y="26"/>
                      </a:cubicBezTo>
                      <a:cubicBezTo>
                        <a:pt x="21" y="27"/>
                        <a:pt x="20" y="28"/>
                        <a:pt x="19" y="29"/>
                      </a:cubicBezTo>
                      <a:cubicBezTo>
                        <a:pt x="18" y="30"/>
                        <a:pt x="16" y="30"/>
                        <a:pt x="14" y="30"/>
                      </a:cubicBezTo>
                      <a:cubicBezTo>
                        <a:pt x="11" y="30"/>
                        <a:pt x="9" y="30"/>
                        <a:pt x="8" y="28"/>
                      </a:cubicBezTo>
                      <a:cubicBezTo>
                        <a:pt x="8" y="28"/>
                        <a:pt x="7" y="26"/>
                        <a:pt x="7" y="24"/>
                      </a:cubicBezTo>
                      <a:cubicBezTo>
                        <a:pt x="0" y="24"/>
                        <a:pt x="0" y="24"/>
                        <a:pt x="0" y="24"/>
                      </a:cubicBezTo>
                      <a:cubicBezTo>
                        <a:pt x="0" y="27"/>
                        <a:pt x="0" y="29"/>
                        <a:pt x="1" y="30"/>
                      </a:cubicBezTo>
                      <a:cubicBezTo>
                        <a:pt x="2" y="32"/>
                        <a:pt x="4" y="34"/>
                        <a:pt x="6" y="35"/>
                      </a:cubicBezTo>
                      <a:cubicBezTo>
                        <a:pt x="8" y="36"/>
                        <a:pt x="11" y="36"/>
                        <a:pt x="14" y="36"/>
                      </a:cubicBezTo>
                      <a:cubicBezTo>
                        <a:pt x="18" y="36"/>
                        <a:pt x="22" y="35"/>
                        <a:pt x="24" y="33"/>
                      </a:cubicBezTo>
                      <a:cubicBezTo>
                        <a:pt x="27" y="31"/>
                        <a:pt x="28" y="28"/>
                        <a:pt x="28" y="25"/>
                      </a:cubicBezTo>
                      <a:cubicBezTo>
                        <a:pt x="28" y="22"/>
                        <a:pt x="27" y="20"/>
                        <a:pt x="26" y="19"/>
                      </a:cubicBezTo>
                      <a:cubicBezTo>
                        <a:pt x="25" y="18"/>
                        <a:pt x="22" y="16"/>
                        <a:pt x="18" y="14"/>
                      </a:cubicBezTo>
                      <a:cubicBezTo>
                        <a:pt x="15" y="13"/>
                        <a:pt x="13" y="12"/>
                        <a:pt x="13" y="12"/>
                      </a:cubicBezTo>
                      <a:cubicBezTo>
                        <a:pt x="12" y="11"/>
                        <a:pt x="11" y="10"/>
                        <a:pt x="11" y="9"/>
                      </a:cubicBezTo>
                      <a:cubicBezTo>
                        <a:pt x="11" y="8"/>
                        <a:pt x="12" y="7"/>
                        <a:pt x="13" y="6"/>
                      </a:cubicBezTo>
                      <a:cubicBezTo>
                        <a:pt x="14" y="6"/>
                        <a:pt x="15" y="5"/>
                        <a:pt x="17" y="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2" name="îṩľîďe"/>
                <p:cNvSpPr/>
                <p:nvPr/>
              </p:nvSpPr>
              <p:spPr bwMode="auto">
                <a:xfrm>
                  <a:off x="8374063" y="3521075"/>
                  <a:ext cx="46038" cy="119063"/>
                </a:xfrm>
                <a:custGeom>
                  <a:avLst/>
                  <a:gdLst>
                    <a:gd name="T0" fmla="*/ 0 w 29"/>
                    <a:gd name="T1" fmla="*/ 75 h 75"/>
                    <a:gd name="T2" fmla="*/ 14 w 29"/>
                    <a:gd name="T3" fmla="*/ 75 h 75"/>
                    <a:gd name="T4" fmla="*/ 29 w 29"/>
                    <a:gd name="T5" fmla="*/ 0 h 75"/>
                    <a:gd name="T6" fmla="*/ 14 w 29"/>
                    <a:gd name="T7" fmla="*/ 0 h 75"/>
                    <a:gd name="T8" fmla="*/ 0 w 29"/>
                    <a:gd name="T9" fmla="*/ 75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75">
                      <a:moveTo>
                        <a:pt x="0" y="75"/>
                      </a:moveTo>
                      <a:lnTo>
                        <a:pt x="14" y="75"/>
                      </a:lnTo>
                      <a:lnTo>
                        <a:pt x="29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3" name="iS1idè"/>
                <p:cNvSpPr/>
                <p:nvPr/>
              </p:nvSpPr>
              <p:spPr bwMode="auto">
                <a:xfrm>
                  <a:off x="8432801" y="3521075"/>
                  <a:ext cx="95250" cy="119063"/>
                </a:xfrm>
                <a:custGeom>
                  <a:avLst/>
                  <a:gdLst>
                    <a:gd name="T0" fmla="*/ 0 w 60"/>
                    <a:gd name="T1" fmla="*/ 12 h 75"/>
                    <a:gd name="T2" fmla="*/ 21 w 60"/>
                    <a:gd name="T3" fmla="*/ 12 h 75"/>
                    <a:gd name="T4" fmla="*/ 8 w 60"/>
                    <a:gd name="T5" fmla="*/ 75 h 75"/>
                    <a:gd name="T6" fmla="*/ 23 w 60"/>
                    <a:gd name="T7" fmla="*/ 75 h 75"/>
                    <a:gd name="T8" fmla="*/ 35 w 60"/>
                    <a:gd name="T9" fmla="*/ 12 h 75"/>
                    <a:gd name="T10" fmla="*/ 58 w 60"/>
                    <a:gd name="T11" fmla="*/ 12 h 75"/>
                    <a:gd name="T12" fmla="*/ 60 w 60"/>
                    <a:gd name="T13" fmla="*/ 0 h 75"/>
                    <a:gd name="T14" fmla="*/ 2 w 60"/>
                    <a:gd name="T15" fmla="*/ 0 h 75"/>
                    <a:gd name="T16" fmla="*/ 0 w 60"/>
                    <a:gd name="T17" fmla="*/ 12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0" h="75">
                      <a:moveTo>
                        <a:pt x="0" y="12"/>
                      </a:moveTo>
                      <a:lnTo>
                        <a:pt x="21" y="12"/>
                      </a:lnTo>
                      <a:lnTo>
                        <a:pt x="8" y="75"/>
                      </a:lnTo>
                      <a:lnTo>
                        <a:pt x="23" y="75"/>
                      </a:lnTo>
                      <a:lnTo>
                        <a:pt x="35" y="12"/>
                      </a:lnTo>
                      <a:lnTo>
                        <a:pt x="58" y="12"/>
                      </a:lnTo>
                      <a:lnTo>
                        <a:pt x="60" y="0"/>
                      </a:lnTo>
                      <a:lnTo>
                        <a:pt x="2" y="0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4" name="iṣḷîḋe"/>
                <p:cNvSpPr/>
                <p:nvPr/>
              </p:nvSpPr>
              <p:spPr bwMode="auto">
                <a:xfrm>
                  <a:off x="8531226" y="3521075"/>
                  <a:ext cx="109538" cy="119063"/>
                </a:xfrm>
                <a:custGeom>
                  <a:avLst/>
                  <a:gdLst>
                    <a:gd name="T0" fmla="*/ 25 w 33"/>
                    <a:gd name="T1" fmla="*/ 0 h 36"/>
                    <a:gd name="T2" fmla="*/ 19 w 33"/>
                    <a:gd name="T3" fmla="*/ 7 h 36"/>
                    <a:gd name="T4" fmla="*/ 16 w 33"/>
                    <a:gd name="T5" fmla="*/ 12 h 36"/>
                    <a:gd name="T6" fmla="*/ 14 w 33"/>
                    <a:gd name="T7" fmla="*/ 15 h 36"/>
                    <a:gd name="T8" fmla="*/ 12 w 33"/>
                    <a:gd name="T9" fmla="*/ 10 h 36"/>
                    <a:gd name="T10" fmla="*/ 8 w 33"/>
                    <a:gd name="T11" fmla="*/ 0 h 36"/>
                    <a:gd name="T12" fmla="*/ 0 w 33"/>
                    <a:gd name="T13" fmla="*/ 0 h 36"/>
                    <a:gd name="T14" fmla="*/ 10 w 33"/>
                    <a:gd name="T15" fmla="*/ 22 h 36"/>
                    <a:gd name="T16" fmla="*/ 7 w 33"/>
                    <a:gd name="T17" fmla="*/ 36 h 36"/>
                    <a:gd name="T18" fmla="*/ 14 w 33"/>
                    <a:gd name="T19" fmla="*/ 36 h 36"/>
                    <a:gd name="T20" fmla="*/ 17 w 33"/>
                    <a:gd name="T21" fmla="*/ 23 h 36"/>
                    <a:gd name="T22" fmla="*/ 33 w 33"/>
                    <a:gd name="T23" fmla="*/ 0 h 36"/>
                    <a:gd name="T24" fmla="*/ 25 w 33"/>
                    <a:gd name="T25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33" h="36">
                      <a:moveTo>
                        <a:pt x="25" y="0"/>
                      </a:moveTo>
                      <a:cubicBezTo>
                        <a:pt x="19" y="7"/>
                        <a:pt x="19" y="7"/>
                        <a:pt x="19" y="7"/>
                      </a:cubicBezTo>
                      <a:cubicBezTo>
                        <a:pt x="16" y="12"/>
                        <a:pt x="16" y="12"/>
                        <a:pt x="16" y="12"/>
                      </a:cubicBezTo>
                      <a:cubicBezTo>
                        <a:pt x="15" y="13"/>
                        <a:pt x="15" y="14"/>
                        <a:pt x="14" y="15"/>
                      </a:cubicBezTo>
                      <a:cubicBezTo>
                        <a:pt x="14" y="14"/>
                        <a:pt x="13" y="13"/>
                        <a:pt x="12" y="1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0" y="22"/>
                        <a:pt x="10" y="22"/>
                        <a:pt x="10" y="22"/>
                      </a:cubicBezTo>
                      <a:cubicBezTo>
                        <a:pt x="7" y="36"/>
                        <a:pt x="7" y="36"/>
                        <a:pt x="7" y="36"/>
                      </a:cubicBezTo>
                      <a:cubicBezTo>
                        <a:pt x="14" y="36"/>
                        <a:pt x="14" y="36"/>
                        <a:pt x="14" y="36"/>
                      </a:cubicBezTo>
                      <a:cubicBezTo>
                        <a:pt x="17" y="23"/>
                        <a:pt x="17" y="23"/>
                        <a:pt x="17" y="23"/>
                      </a:cubicBezTo>
                      <a:cubicBezTo>
                        <a:pt x="33" y="0"/>
                        <a:pt x="33" y="0"/>
                        <a:pt x="33" y="0"/>
                      </a:cubicBezTo>
                      <a:lnTo>
                        <a:pt x="2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</p:grpSp>
      </p:grpSp>
      <p:cxnSp>
        <p:nvCxnSpPr>
          <p:cNvPr id="4" name="直线连接符 3"/>
          <p:cNvCxnSpPr/>
          <p:nvPr userDrawn="1"/>
        </p:nvCxnSpPr>
        <p:spPr>
          <a:xfrm>
            <a:off x="0" y="1016000"/>
            <a:ext cx="12192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0" name="图片 109" descr="图片包含 天空, 户外, 建筑物, 日落&#10;&#10;描述已自动生成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9500" l="10000" r="98000">
                        <a14:foregroundMark x1="45583" y1="28625" x2="72750" y2="47875"/>
                        <a14:foregroundMark x1="72750" y1="47875" x2="79000" y2="48875"/>
                        <a14:foregroundMark x1="79000" y1="48875" x2="87083" y2="44750"/>
                        <a14:foregroundMark x1="87083" y1="44750" x2="89333" y2="42875"/>
                        <a14:foregroundMark x1="49697" y1="28104" x2="51500" y2="30625"/>
                        <a14:foregroundMark x1="46583" y1="23750" x2="49595" y2="27961"/>
                        <a14:foregroundMark x1="46917" y1="21000" x2="48333" y2="17125"/>
                        <a14:foregroundMark x1="62917" y1="48125" x2="65250" y2="51750"/>
                        <a14:foregroundMark x1="65250" y1="51750" x2="86750" y2="67750"/>
                        <a14:foregroundMark x1="94417" y1="36500" x2="92917" y2="90875"/>
                        <a14:foregroundMark x1="98000" y1="30875" x2="91667" y2="84250"/>
                        <a14:foregroundMark x1="91667" y1="84250" x2="91333" y2="85500"/>
                        <a14:foregroundMark x1="70000" y1="67000" x2="89333" y2="84250"/>
                        <a14:foregroundMark x1="89333" y1="84250" x2="89333" y2="84250"/>
                        <a14:foregroundMark x1="70500" y1="67000" x2="66333" y2="64125"/>
                        <a14:foregroundMark x1="66333" y1="64125" x2="59333" y2="53500"/>
                        <a14:foregroundMark x1="79333" y1="90625" x2="80167" y2="96250"/>
                        <a14:foregroundMark x1="80167" y1="96250" x2="85167" y2="96625"/>
                        <a14:foregroundMark x1="85167" y1="96625" x2="88083" y2="94625"/>
                        <a14:foregroundMark x1="88083" y1="94625" x2="88167" y2="94625"/>
                        <a14:foregroundMark x1="96750" y1="97500" x2="76750" y2="99500"/>
                        <a14:foregroundMark x1="77799" y1="89875" x2="77667" y2="86250"/>
                        <a14:foregroundMark x1="77984" y1="94938" x2="77927" y2="93375"/>
                        <a14:foregroundMark x1="78000" y1="95375" x2="78056" y2="96909"/>
                        <a14:foregroundMark x1="68667" y1="40875" x2="68417" y2="41125"/>
                        <a14:backgroundMark x1="77667" y1="89875" x2="77667" y2="93375"/>
                        <a14:backgroundMark x1="77833" y1="95625" x2="78167" y2="90625"/>
                        <a14:backgroundMark x1="78500" y1="96125" x2="79000" y2="90375"/>
                        <a14:backgroundMark x1="19833" y1="30625" x2="46417" y2="71000"/>
                        <a14:backgroundMark x1="46417" y1="71000" x2="46417" y2="71000"/>
                        <a14:backgroundMark x1="17000" y1="72500" x2="23583" y2="72625"/>
                        <a14:backgroundMark x1="23583" y1="72625" x2="37833" y2="71875"/>
                        <a14:backgroundMark x1="37833" y1="71875" x2="57167" y2="75375"/>
                        <a14:backgroundMark x1="61667" y1="37000" x2="62000" y2="37375"/>
                        <a14:backgroundMark x1="66667" y1="39375" x2="66917" y2="39750"/>
                        <a14:backgroundMark x1="50917" y1="27125" x2="51000" y2="27625"/>
                      </a14:backgroundRemoval>
                    </a14:imgEffect>
                    <a14:imgEffect>
                      <a14:brightnessContrast bright="72000"/>
                    </a14:imgEffect>
                    <a14:imgEffect>
                      <a14:colorTemperature colorTemp="9660"/>
                    </a14:imgEffect>
                    <a14:imgEffect>
                      <a14:saturation sat="11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8743" t="8413"/>
          <a:stretch>
            <a:fillRect/>
          </a:stretch>
        </p:blipFill>
        <p:spPr>
          <a:xfrm flipH="1">
            <a:off x="-1" y="60500"/>
            <a:ext cx="958611" cy="955500"/>
          </a:xfrm>
          <a:prstGeom prst="rect">
            <a:avLst/>
          </a:prstGeom>
        </p:spPr>
      </p:pic>
      <p:grpSp>
        <p:nvGrpSpPr>
          <p:cNvPr id="108" name="组合 107"/>
          <p:cNvGrpSpPr/>
          <p:nvPr userDrawn="1"/>
        </p:nvGrpSpPr>
        <p:grpSpPr>
          <a:xfrm flipH="1">
            <a:off x="7081926" y="1542464"/>
            <a:ext cx="3346546" cy="2744651"/>
            <a:chOff x="5391486" y="1250127"/>
            <a:chExt cx="1521247" cy="1247642"/>
          </a:xfrm>
        </p:grpSpPr>
        <p:sp>
          <p:nvSpPr>
            <p:cNvPr id="109" name="任意形状 108"/>
            <p:cNvSpPr/>
            <p:nvPr/>
          </p:nvSpPr>
          <p:spPr>
            <a:xfrm>
              <a:off x="5391486" y="1250127"/>
              <a:ext cx="634765" cy="1247642"/>
            </a:xfrm>
            <a:custGeom>
              <a:avLst/>
              <a:gdLst/>
              <a:ahLst/>
              <a:cxnLst/>
              <a:rect l="l" t="t" r="r" b="b"/>
              <a:pathLst>
                <a:path w="634765" h="1247642">
                  <a:moveTo>
                    <a:pt x="353863" y="0"/>
                  </a:moveTo>
                  <a:lnTo>
                    <a:pt x="598284" y="0"/>
                  </a:lnTo>
                  <a:lnTo>
                    <a:pt x="324678" y="612877"/>
                  </a:lnTo>
                  <a:lnTo>
                    <a:pt x="634765" y="612877"/>
                  </a:lnTo>
                  <a:lnTo>
                    <a:pt x="634765" y="1247642"/>
                  </a:lnTo>
                  <a:lnTo>
                    <a:pt x="0" y="1247642"/>
                  </a:lnTo>
                  <a:lnTo>
                    <a:pt x="0" y="609229"/>
                  </a:lnTo>
                  <a:lnTo>
                    <a:pt x="353863" y="0"/>
                  </a:lnTo>
                  <a:close/>
                </a:path>
              </a:pathLst>
            </a:custGeom>
            <a:solidFill>
              <a:schemeClr val="tx2">
                <a:alpha val="1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111" name="任意形状 110"/>
            <p:cNvSpPr/>
            <p:nvPr/>
          </p:nvSpPr>
          <p:spPr>
            <a:xfrm>
              <a:off x="6277968" y="1250127"/>
              <a:ext cx="634765" cy="1247642"/>
            </a:xfrm>
            <a:custGeom>
              <a:avLst/>
              <a:gdLst/>
              <a:ahLst/>
              <a:cxnLst/>
              <a:rect l="l" t="t" r="r" b="b"/>
              <a:pathLst>
                <a:path w="634765" h="1247642">
                  <a:moveTo>
                    <a:pt x="353863" y="0"/>
                  </a:moveTo>
                  <a:lnTo>
                    <a:pt x="598284" y="0"/>
                  </a:lnTo>
                  <a:lnTo>
                    <a:pt x="324678" y="612877"/>
                  </a:lnTo>
                  <a:lnTo>
                    <a:pt x="634765" y="612877"/>
                  </a:lnTo>
                  <a:lnTo>
                    <a:pt x="634765" y="1247642"/>
                  </a:lnTo>
                  <a:lnTo>
                    <a:pt x="0" y="1247642"/>
                  </a:lnTo>
                  <a:lnTo>
                    <a:pt x="0" y="609229"/>
                  </a:lnTo>
                  <a:lnTo>
                    <a:pt x="353863" y="0"/>
                  </a:lnTo>
                  <a:close/>
                </a:path>
              </a:pathLst>
            </a:custGeom>
            <a:solidFill>
              <a:schemeClr val="tx2">
                <a:alpha val="1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13" name="矩形标注 112"/>
          <p:cNvSpPr/>
          <p:nvPr userDrawn="1"/>
        </p:nvSpPr>
        <p:spPr>
          <a:xfrm>
            <a:off x="4295775" y="1792186"/>
            <a:ext cx="7092949" cy="3985468"/>
          </a:xfrm>
          <a:prstGeom prst="wedgeRectCallout">
            <a:avLst>
              <a:gd name="adj1" fmla="val -57128"/>
              <a:gd name="adj2" fmla="val -8009"/>
            </a:avLst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rmAutofit/>
          </a:bodyPr>
          <a:lstStyle/>
          <a:p>
            <a:pPr>
              <a:lnSpc>
                <a:spcPct val="130000"/>
              </a:lnSpc>
            </a:pPr>
            <a:endParaRPr kumimoji="1" lang="en-US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30000"/>
              </a:lnSpc>
            </a:pPr>
            <a:endParaRPr kumimoji="1" lang="en-US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30000"/>
              </a:lnSpc>
            </a:pPr>
            <a:endParaRPr kumimoji="1" lang="en-US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4" name="椭圆 113"/>
          <p:cNvSpPr/>
          <p:nvPr userDrawn="1"/>
        </p:nvSpPr>
        <p:spPr>
          <a:xfrm>
            <a:off x="994874" y="1801406"/>
            <a:ext cx="2586526" cy="2586526"/>
          </a:xfrm>
          <a:prstGeom prst="ellipse">
            <a:avLst/>
          </a:prstGeom>
          <a:noFill/>
          <a:ln cmpd="thickThin">
            <a:solidFill>
              <a:schemeClr val="accent2"/>
            </a:solidFill>
            <a:prstDash val="dash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17" name="图片占位符 116"/>
          <p:cNvSpPr>
            <a:spLocks noGrp="1"/>
          </p:cNvSpPr>
          <p:nvPr>
            <p:ph type="pic" sz="quarter" idx="10"/>
          </p:nvPr>
        </p:nvSpPr>
        <p:spPr>
          <a:xfrm>
            <a:off x="1139471" y="1946004"/>
            <a:ext cx="2297332" cy="2297332"/>
          </a:xfrm>
          <a:custGeom>
            <a:avLst/>
            <a:gdLst>
              <a:gd name="connsiteX0" fmla="*/ 1148666 w 2297332"/>
              <a:gd name="connsiteY0" fmla="*/ 0 h 2297332"/>
              <a:gd name="connsiteX1" fmla="*/ 2297332 w 2297332"/>
              <a:gd name="connsiteY1" fmla="*/ 1148666 h 2297332"/>
              <a:gd name="connsiteX2" fmla="*/ 1148666 w 2297332"/>
              <a:gd name="connsiteY2" fmla="*/ 2297332 h 2297332"/>
              <a:gd name="connsiteX3" fmla="*/ 0 w 2297332"/>
              <a:gd name="connsiteY3" fmla="*/ 1148666 h 2297332"/>
              <a:gd name="connsiteX4" fmla="*/ 1148666 w 2297332"/>
              <a:gd name="connsiteY4" fmla="*/ 0 h 2297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97332" h="2297332">
                <a:moveTo>
                  <a:pt x="1148666" y="0"/>
                </a:moveTo>
                <a:cubicBezTo>
                  <a:pt x="1783057" y="0"/>
                  <a:pt x="2297332" y="514275"/>
                  <a:pt x="2297332" y="1148666"/>
                </a:cubicBezTo>
                <a:cubicBezTo>
                  <a:pt x="2297332" y="1783057"/>
                  <a:pt x="1783057" y="2297332"/>
                  <a:pt x="1148666" y="2297332"/>
                </a:cubicBezTo>
                <a:cubicBezTo>
                  <a:pt x="514275" y="2297332"/>
                  <a:pt x="0" y="1783057"/>
                  <a:pt x="0" y="1148666"/>
                </a:cubicBezTo>
                <a:cubicBezTo>
                  <a:pt x="0" y="514275"/>
                  <a:pt x="514275" y="0"/>
                  <a:pt x="1148666" y="0"/>
                </a:cubicBezTo>
                <a:close/>
              </a:path>
            </a:pathLst>
          </a:custGeom>
          <a:ln w="12700">
            <a:solidFill>
              <a:schemeClr val="accent2"/>
            </a:solidFill>
          </a:ln>
        </p:spPr>
        <p:txBody>
          <a:bodyPr wrap="square">
            <a:noAutofit/>
          </a:bodyPr>
          <a:lstStyle/>
          <a:p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张图片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3275" y="393486"/>
            <a:ext cx="8970989" cy="663575"/>
          </a:xfrm>
          <a:prstGeom prst="rect">
            <a:avLst/>
          </a:prstGeom>
        </p:spPr>
        <p:txBody>
          <a:bodyPr lIns="0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245" name="组合 244"/>
          <p:cNvGrpSpPr/>
          <p:nvPr userDrawn="1"/>
        </p:nvGrpSpPr>
        <p:grpSpPr>
          <a:xfrm>
            <a:off x="9895088" y="468793"/>
            <a:ext cx="1480571" cy="458860"/>
            <a:chOff x="2558030" y="228446"/>
            <a:chExt cx="6774643" cy="2099603"/>
          </a:xfrm>
        </p:grpSpPr>
        <p:grpSp>
          <p:nvGrpSpPr>
            <p:cNvPr id="246" name="íšḻîďê"/>
            <p:cNvGrpSpPr/>
            <p:nvPr userDrawn="1"/>
          </p:nvGrpSpPr>
          <p:grpSpPr>
            <a:xfrm>
              <a:off x="2558030" y="228446"/>
              <a:ext cx="2085857" cy="2099603"/>
              <a:chOff x="3551238" y="3067050"/>
              <a:chExt cx="722313" cy="727075"/>
            </a:xfrm>
          </p:grpSpPr>
          <p:sp>
            <p:nvSpPr>
              <p:cNvPr id="276" name="ïş1íḍê"/>
              <p:cNvSpPr/>
              <p:nvPr/>
            </p:nvSpPr>
            <p:spPr bwMode="auto">
              <a:xfrm>
                <a:off x="3575051" y="3087688"/>
                <a:ext cx="673100" cy="679450"/>
              </a:xfrm>
              <a:custGeom>
                <a:avLst/>
                <a:gdLst>
                  <a:gd name="T0" fmla="*/ 102 w 204"/>
                  <a:gd name="T1" fmla="*/ 0 h 204"/>
                  <a:gd name="T2" fmla="*/ 204 w 204"/>
                  <a:gd name="T3" fmla="*/ 102 h 204"/>
                  <a:gd name="T4" fmla="*/ 102 w 204"/>
                  <a:gd name="T5" fmla="*/ 204 h 204"/>
                  <a:gd name="T6" fmla="*/ 0 w 204"/>
                  <a:gd name="T7" fmla="*/ 102 h 204"/>
                  <a:gd name="T8" fmla="*/ 102 w 204"/>
                  <a:gd name="T9" fmla="*/ 0 h 204"/>
                  <a:gd name="T10" fmla="*/ 102 w 204"/>
                  <a:gd name="T11" fmla="*/ 25 h 204"/>
                  <a:gd name="T12" fmla="*/ 24 w 204"/>
                  <a:gd name="T13" fmla="*/ 103 h 204"/>
                  <a:gd name="T14" fmla="*/ 102 w 204"/>
                  <a:gd name="T15" fmla="*/ 181 h 204"/>
                  <a:gd name="T16" fmla="*/ 180 w 204"/>
                  <a:gd name="T17" fmla="*/ 103 h 204"/>
                  <a:gd name="T18" fmla="*/ 102 w 204"/>
                  <a:gd name="T19" fmla="*/ 25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4" h="204">
                    <a:moveTo>
                      <a:pt x="102" y="0"/>
                    </a:moveTo>
                    <a:cubicBezTo>
                      <a:pt x="159" y="0"/>
                      <a:pt x="204" y="46"/>
                      <a:pt x="204" y="102"/>
                    </a:cubicBezTo>
                    <a:cubicBezTo>
                      <a:pt x="204" y="158"/>
                      <a:pt x="159" y="204"/>
                      <a:pt x="102" y="204"/>
                    </a:cubicBezTo>
                    <a:cubicBezTo>
                      <a:pt x="46" y="204"/>
                      <a:pt x="0" y="158"/>
                      <a:pt x="0" y="102"/>
                    </a:cubicBezTo>
                    <a:cubicBezTo>
                      <a:pt x="0" y="46"/>
                      <a:pt x="46" y="0"/>
                      <a:pt x="102" y="0"/>
                    </a:cubicBezTo>
                    <a:close/>
                    <a:moveTo>
                      <a:pt x="102" y="25"/>
                    </a:moveTo>
                    <a:cubicBezTo>
                      <a:pt x="59" y="25"/>
                      <a:pt x="24" y="60"/>
                      <a:pt x="24" y="103"/>
                    </a:cubicBezTo>
                    <a:cubicBezTo>
                      <a:pt x="24" y="146"/>
                      <a:pt x="59" y="181"/>
                      <a:pt x="102" y="181"/>
                    </a:cubicBezTo>
                    <a:cubicBezTo>
                      <a:pt x="145" y="181"/>
                      <a:pt x="180" y="146"/>
                      <a:pt x="180" y="103"/>
                    </a:cubicBezTo>
                    <a:cubicBezTo>
                      <a:pt x="180" y="60"/>
                      <a:pt x="145" y="25"/>
                      <a:pt x="102" y="25"/>
                    </a:cubicBezTo>
                    <a:close/>
                  </a:path>
                </a:pathLst>
              </a:custGeom>
              <a:solidFill>
                <a:srgbClr val="0052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7" name="íšḻïḍè"/>
              <p:cNvSpPr/>
              <p:nvPr/>
            </p:nvSpPr>
            <p:spPr bwMode="auto">
              <a:xfrm>
                <a:off x="3621088" y="3103563"/>
                <a:ext cx="584200" cy="203200"/>
              </a:xfrm>
              <a:custGeom>
                <a:avLst/>
                <a:gdLst>
                  <a:gd name="T0" fmla="*/ 8 w 177"/>
                  <a:gd name="T1" fmla="*/ 53 h 61"/>
                  <a:gd name="T2" fmla="*/ 0 w 177"/>
                  <a:gd name="T3" fmla="*/ 56 h 61"/>
                  <a:gd name="T4" fmla="*/ 5 w 177"/>
                  <a:gd name="T5" fmla="*/ 52 h 61"/>
                  <a:gd name="T6" fmla="*/ 4 w 177"/>
                  <a:gd name="T7" fmla="*/ 50 h 61"/>
                  <a:gd name="T8" fmla="*/ 5 w 177"/>
                  <a:gd name="T9" fmla="*/ 48 h 61"/>
                  <a:gd name="T10" fmla="*/ 10 w 177"/>
                  <a:gd name="T11" fmla="*/ 41 h 61"/>
                  <a:gd name="T12" fmla="*/ 17 w 177"/>
                  <a:gd name="T13" fmla="*/ 50 h 61"/>
                  <a:gd name="T14" fmla="*/ 14 w 177"/>
                  <a:gd name="T15" fmla="*/ 35 h 61"/>
                  <a:gd name="T16" fmla="*/ 23 w 177"/>
                  <a:gd name="T17" fmla="*/ 46 h 61"/>
                  <a:gd name="T18" fmla="*/ 31 w 177"/>
                  <a:gd name="T19" fmla="*/ 38 h 61"/>
                  <a:gd name="T20" fmla="*/ 29 w 177"/>
                  <a:gd name="T21" fmla="*/ 40 h 61"/>
                  <a:gd name="T22" fmla="*/ 18 w 177"/>
                  <a:gd name="T23" fmla="*/ 32 h 61"/>
                  <a:gd name="T24" fmla="*/ 19 w 177"/>
                  <a:gd name="T25" fmla="*/ 30 h 61"/>
                  <a:gd name="T26" fmla="*/ 21 w 177"/>
                  <a:gd name="T27" fmla="*/ 27 h 61"/>
                  <a:gd name="T28" fmla="*/ 41 w 177"/>
                  <a:gd name="T29" fmla="*/ 29 h 61"/>
                  <a:gd name="T30" fmla="*/ 43 w 177"/>
                  <a:gd name="T31" fmla="*/ 29 h 61"/>
                  <a:gd name="T32" fmla="*/ 35 w 177"/>
                  <a:gd name="T33" fmla="*/ 35 h 61"/>
                  <a:gd name="T34" fmla="*/ 31 w 177"/>
                  <a:gd name="T35" fmla="*/ 21 h 61"/>
                  <a:gd name="T36" fmla="*/ 46 w 177"/>
                  <a:gd name="T37" fmla="*/ 11 h 61"/>
                  <a:gd name="T38" fmla="*/ 47 w 177"/>
                  <a:gd name="T39" fmla="*/ 11 h 61"/>
                  <a:gd name="T40" fmla="*/ 47 w 177"/>
                  <a:gd name="T41" fmla="*/ 26 h 61"/>
                  <a:gd name="T42" fmla="*/ 39 w 177"/>
                  <a:gd name="T43" fmla="*/ 15 h 61"/>
                  <a:gd name="T44" fmla="*/ 72 w 177"/>
                  <a:gd name="T45" fmla="*/ 16 h 61"/>
                  <a:gd name="T46" fmla="*/ 71 w 177"/>
                  <a:gd name="T47" fmla="*/ 2 h 61"/>
                  <a:gd name="T48" fmla="*/ 65 w 177"/>
                  <a:gd name="T49" fmla="*/ 15 h 61"/>
                  <a:gd name="T50" fmla="*/ 64 w 177"/>
                  <a:gd name="T51" fmla="*/ 4 h 61"/>
                  <a:gd name="T52" fmla="*/ 84 w 177"/>
                  <a:gd name="T53" fmla="*/ 1 h 61"/>
                  <a:gd name="T54" fmla="*/ 84 w 177"/>
                  <a:gd name="T55" fmla="*/ 1 h 61"/>
                  <a:gd name="T56" fmla="*/ 78 w 177"/>
                  <a:gd name="T57" fmla="*/ 16 h 61"/>
                  <a:gd name="T58" fmla="*/ 77 w 177"/>
                  <a:gd name="T59" fmla="*/ 15 h 61"/>
                  <a:gd name="T60" fmla="*/ 90 w 177"/>
                  <a:gd name="T61" fmla="*/ 1 h 61"/>
                  <a:gd name="T62" fmla="*/ 94 w 177"/>
                  <a:gd name="T63" fmla="*/ 15 h 61"/>
                  <a:gd name="T64" fmla="*/ 92 w 177"/>
                  <a:gd name="T65" fmla="*/ 15 h 61"/>
                  <a:gd name="T66" fmla="*/ 113 w 177"/>
                  <a:gd name="T67" fmla="*/ 3 h 61"/>
                  <a:gd name="T68" fmla="*/ 102 w 177"/>
                  <a:gd name="T69" fmla="*/ 2 h 61"/>
                  <a:gd name="T70" fmla="*/ 105 w 177"/>
                  <a:gd name="T71" fmla="*/ 14 h 61"/>
                  <a:gd name="T72" fmla="*/ 117 w 177"/>
                  <a:gd name="T73" fmla="*/ 5 h 61"/>
                  <a:gd name="T74" fmla="*/ 122 w 177"/>
                  <a:gd name="T75" fmla="*/ 19 h 61"/>
                  <a:gd name="T76" fmla="*/ 119 w 177"/>
                  <a:gd name="T77" fmla="*/ 13 h 61"/>
                  <a:gd name="T78" fmla="*/ 121 w 177"/>
                  <a:gd name="T79" fmla="*/ 12 h 61"/>
                  <a:gd name="T80" fmla="*/ 124 w 177"/>
                  <a:gd name="T81" fmla="*/ 10 h 61"/>
                  <a:gd name="T82" fmla="*/ 131 w 177"/>
                  <a:gd name="T83" fmla="*/ 26 h 61"/>
                  <a:gd name="T84" fmla="*/ 126 w 177"/>
                  <a:gd name="T85" fmla="*/ 23 h 61"/>
                  <a:gd name="T86" fmla="*/ 124 w 177"/>
                  <a:gd name="T87" fmla="*/ 23 h 61"/>
                  <a:gd name="T88" fmla="*/ 137 w 177"/>
                  <a:gd name="T89" fmla="*/ 14 h 61"/>
                  <a:gd name="T90" fmla="*/ 133 w 177"/>
                  <a:gd name="T91" fmla="*/ 11 h 61"/>
                  <a:gd name="T92" fmla="*/ 137 w 177"/>
                  <a:gd name="T93" fmla="*/ 32 h 61"/>
                  <a:gd name="T94" fmla="*/ 137 w 177"/>
                  <a:gd name="T95" fmla="*/ 32 h 61"/>
                  <a:gd name="T96" fmla="*/ 145 w 177"/>
                  <a:gd name="T97" fmla="*/ 19 h 61"/>
                  <a:gd name="T98" fmla="*/ 146 w 177"/>
                  <a:gd name="T99" fmla="*/ 19 h 61"/>
                  <a:gd name="T100" fmla="*/ 159 w 177"/>
                  <a:gd name="T101" fmla="*/ 31 h 61"/>
                  <a:gd name="T102" fmla="*/ 149 w 177"/>
                  <a:gd name="T103" fmla="*/ 42 h 61"/>
                  <a:gd name="T104" fmla="*/ 155 w 177"/>
                  <a:gd name="T105" fmla="*/ 27 h 61"/>
                  <a:gd name="T106" fmla="*/ 166 w 177"/>
                  <a:gd name="T107" fmla="*/ 40 h 61"/>
                  <a:gd name="T108" fmla="*/ 160 w 177"/>
                  <a:gd name="T109" fmla="*/ 37 h 61"/>
                  <a:gd name="T110" fmla="*/ 153 w 177"/>
                  <a:gd name="T111" fmla="*/ 46 h 61"/>
                  <a:gd name="T112" fmla="*/ 177 w 177"/>
                  <a:gd name="T113" fmla="*/ 55 h 61"/>
                  <a:gd name="T114" fmla="*/ 162 w 177"/>
                  <a:gd name="T115" fmla="*/ 60 h 61"/>
                  <a:gd name="T116" fmla="*/ 165 w 177"/>
                  <a:gd name="T117" fmla="*/ 55 h 61"/>
                  <a:gd name="T118" fmla="*/ 173 w 177"/>
                  <a:gd name="T119" fmla="*/ 49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77" h="61">
                    <a:moveTo>
                      <a:pt x="6" y="46"/>
                    </a:moveTo>
                    <a:cubicBezTo>
                      <a:pt x="6" y="46"/>
                      <a:pt x="6" y="46"/>
                      <a:pt x="6" y="46"/>
                    </a:cubicBezTo>
                    <a:cubicBezTo>
                      <a:pt x="6" y="46"/>
                      <a:pt x="6" y="46"/>
                      <a:pt x="6" y="46"/>
                    </a:cubicBezTo>
                    <a:cubicBezTo>
                      <a:pt x="6" y="46"/>
                      <a:pt x="6" y="47"/>
                      <a:pt x="6" y="47"/>
                    </a:cubicBezTo>
                    <a:cubicBezTo>
                      <a:pt x="6" y="47"/>
                      <a:pt x="6" y="47"/>
                      <a:pt x="6" y="47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8" y="53"/>
                      <a:pt x="8" y="53"/>
                      <a:pt x="8" y="53"/>
                    </a:cubicBezTo>
                    <a:cubicBezTo>
                      <a:pt x="8" y="54"/>
                      <a:pt x="8" y="54"/>
                      <a:pt x="8" y="54"/>
                    </a:cubicBezTo>
                    <a:cubicBezTo>
                      <a:pt x="15" y="60"/>
                      <a:pt x="15" y="60"/>
                      <a:pt x="15" y="60"/>
                    </a:cubicBezTo>
                    <a:cubicBezTo>
                      <a:pt x="15" y="61"/>
                      <a:pt x="15" y="61"/>
                      <a:pt x="15" y="61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4"/>
                      <a:pt x="2" y="54"/>
                    </a:cubicBezTo>
                    <a:cubicBezTo>
                      <a:pt x="2" y="54"/>
                      <a:pt x="2" y="54"/>
                      <a:pt x="2" y="54"/>
                    </a:cubicBezTo>
                    <a:cubicBezTo>
                      <a:pt x="11" y="58"/>
                      <a:pt x="11" y="58"/>
                      <a:pt x="11" y="58"/>
                    </a:cubicBezTo>
                    <a:cubicBezTo>
                      <a:pt x="12" y="58"/>
                      <a:pt x="12" y="58"/>
                      <a:pt x="12" y="58"/>
                    </a:cubicBezTo>
                    <a:cubicBezTo>
                      <a:pt x="5" y="52"/>
                      <a:pt x="5" y="52"/>
                      <a:pt x="5" y="52"/>
                    </a:cubicBezTo>
                    <a:cubicBezTo>
                      <a:pt x="4" y="52"/>
                      <a:pt x="4" y="52"/>
                      <a:pt x="4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2" y="52"/>
                      <a:pt x="2" y="52"/>
                      <a:pt x="2" y="52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4" y="50"/>
                      <a:pt x="4" y="50"/>
                      <a:pt x="4" y="50"/>
                    </a:cubicBezTo>
                    <a:cubicBezTo>
                      <a:pt x="4" y="50"/>
                      <a:pt x="4" y="50"/>
                      <a:pt x="4" y="50"/>
                    </a:cubicBezTo>
                    <a:cubicBezTo>
                      <a:pt x="4" y="50"/>
                      <a:pt x="4" y="50"/>
                      <a:pt x="4" y="51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6" y="48"/>
                      <a:pt x="6" y="48"/>
                      <a:pt x="6" y="48"/>
                    </a:cubicBezTo>
                    <a:cubicBezTo>
                      <a:pt x="6" y="48"/>
                      <a:pt x="6" y="48"/>
                      <a:pt x="5" y="48"/>
                    </a:cubicBezTo>
                    <a:cubicBezTo>
                      <a:pt x="5" y="48"/>
                      <a:pt x="5" y="48"/>
                      <a:pt x="5" y="48"/>
                    </a:cubicBezTo>
                    <a:cubicBezTo>
                      <a:pt x="5" y="48"/>
                      <a:pt x="5" y="48"/>
                      <a:pt x="5" y="48"/>
                    </a:cubicBezTo>
                    <a:cubicBezTo>
                      <a:pt x="4" y="48"/>
                      <a:pt x="4" y="48"/>
                      <a:pt x="4" y="48"/>
                    </a:cubicBezTo>
                    <a:cubicBezTo>
                      <a:pt x="6" y="46"/>
                      <a:pt x="6" y="46"/>
                      <a:pt x="6" y="46"/>
                    </a:cubicBezTo>
                    <a:close/>
                    <a:moveTo>
                      <a:pt x="22" y="48"/>
                    </a:moveTo>
                    <a:cubicBezTo>
                      <a:pt x="22" y="49"/>
                      <a:pt x="21" y="49"/>
                      <a:pt x="21" y="49"/>
                    </a:cubicBezTo>
                    <a:cubicBezTo>
                      <a:pt x="20" y="50"/>
                      <a:pt x="19" y="49"/>
                      <a:pt x="18" y="48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1"/>
                      <a:pt x="10" y="41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7" y="43"/>
                      <a:pt x="7" y="43"/>
                      <a:pt x="7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9" y="43"/>
                      <a:pt x="9" y="43"/>
                      <a:pt x="9" y="43"/>
                    </a:cubicBezTo>
                    <a:cubicBezTo>
                      <a:pt x="17" y="50"/>
                      <a:pt x="17" y="50"/>
                      <a:pt x="17" y="50"/>
                    </a:cubicBezTo>
                    <a:cubicBezTo>
                      <a:pt x="18" y="50"/>
                      <a:pt x="19" y="51"/>
                      <a:pt x="20" y="50"/>
                    </a:cubicBezTo>
                    <a:cubicBezTo>
                      <a:pt x="21" y="50"/>
                      <a:pt x="22" y="50"/>
                      <a:pt x="23" y="49"/>
                    </a:cubicBezTo>
                    <a:cubicBezTo>
                      <a:pt x="24" y="48"/>
                      <a:pt x="24" y="47"/>
                      <a:pt x="24" y="46"/>
                    </a:cubicBezTo>
                    <a:cubicBezTo>
                      <a:pt x="24" y="45"/>
                      <a:pt x="23" y="44"/>
                      <a:pt x="22" y="43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4" y="35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2" y="38"/>
                      <a:pt x="12" y="38"/>
                      <a:pt x="12" y="38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3" y="37"/>
                      <a:pt x="14" y="37"/>
                      <a:pt x="14" y="37"/>
                    </a:cubicBezTo>
                    <a:cubicBezTo>
                      <a:pt x="22" y="44"/>
                      <a:pt x="22" y="44"/>
                      <a:pt x="22" y="44"/>
                    </a:cubicBezTo>
                    <a:cubicBezTo>
                      <a:pt x="23" y="44"/>
                      <a:pt x="23" y="45"/>
                      <a:pt x="23" y="46"/>
                    </a:cubicBezTo>
                    <a:cubicBezTo>
                      <a:pt x="23" y="47"/>
                      <a:pt x="23" y="47"/>
                      <a:pt x="22" y="48"/>
                    </a:cubicBezTo>
                    <a:close/>
                    <a:moveTo>
                      <a:pt x="33" y="36"/>
                    </a:moveTo>
                    <a:cubicBezTo>
                      <a:pt x="33" y="36"/>
                      <a:pt x="33" y="36"/>
                      <a:pt x="33" y="36"/>
                    </a:cubicBezTo>
                    <a:cubicBezTo>
                      <a:pt x="33" y="36"/>
                      <a:pt x="34" y="36"/>
                      <a:pt x="34" y="36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32" y="39"/>
                      <a:pt x="32" y="39"/>
                      <a:pt x="32" y="39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2" y="38"/>
                      <a:pt x="32" y="37"/>
                      <a:pt x="32" y="37"/>
                    </a:cubicBezTo>
                    <a:cubicBezTo>
                      <a:pt x="32" y="37"/>
                      <a:pt x="32" y="37"/>
                      <a:pt x="32" y="37"/>
                    </a:cubicBezTo>
                    <a:cubicBezTo>
                      <a:pt x="27" y="32"/>
                      <a:pt x="27" y="32"/>
                      <a:pt x="27" y="32"/>
                    </a:cubicBezTo>
                    <a:cubicBezTo>
                      <a:pt x="23" y="36"/>
                      <a:pt x="23" y="36"/>
                      <a:pt x="23" y="36"/>
                    </a:cubicBezTo>
                    <a:cubicBezTo>
                      <a:pt x="28" y="40"/>
                      <a:pt x="28" y="40"/>
                      <a:pt x="28" y="40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8" y="41"/>
                      <a:pt x="29" y="41"/>
                      <a:pt x="29" y="40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30" y="41"/>
                      <a:pt x="30" y="41"/>
                      <a:pt x="30" y="41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2"/>
                      <a:pt x="27" y="42"/>
                      <a:pt x="27" y="42"/>
                    </a:cubicBezTo>
                    <a:cubicBezTo>
                      <a:pt x="27" y="42"/>
                      <a:pt x="27" y="42"/>
                      <a:pt x="27" y="41"/>
                    </a:cubicBezTo>
                    <a:cubicBezTo>
                      <a:pt x="18" y="32"/>
                      <a:pt x="18" y="32"/>
                      <a:pt x="18" y="32"/>
                    </a:cubicBezTo>
                    <a:cubicBezTo>
                      <a:pt x="18" y="32"/>
                      <a:pt x="17" y="32"/>
                      <a:pt x="17" y="32"/>
                    </a:cubicBezTo>
                    <a:cubicBezTo>
                      <a:pt x="17" y="32"/>
                      <a:pt x="17" y="32"/>
                      <a:pt x="17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1"/>
                      <a:pt x="19" y="31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7" y="31"/>
                      <a:pt x="27" y="31"/>
                      <a:pt x="27" y="31"/>
                    </a:cubicBezTo>
                    <a:cubicBezTo>
                      <a:pt x="23" y="27"/>
                      <a:pt x="23" y="27"/>
                      <a:pt x="23" y="27"/>
                    </a:cubicBezTo>
                    <a:cubicBezTo>
                      <a:pt x="23" y="27"/>
                      <a:pt x="22" y="27"/>
                      <a:pt x="22" y="27"/>
                    </a:cubicBezTo>
                    <a:cubicBezTo>
                      <a:pt x="22" y="27"/>
                      <a:pt x="22" y="27"/>
                      <a:pt x="22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6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33" y="36"/>
                      <a:pt x="33" y="36"/>
                      <a:pt x="33" y="36"/>
                    </a:cubicBezTo>
                    <a:close/>
                    <a:moveTo>
                      <a:pt x="38" y="26"/>
                    </a:moveTo>
                    <a:cubicBezTo>
                      <a:pt x="41" y="29"/>
                      <a:pt x="41" y="29"/>
                      <a:pt x="41" y="29"/>
                    </a:cubicBezTo>
                    <a:cubicBezTo>
                      <a:pt x="41" y="29"/>
                      <a:pt x="41" y="30"/>
                      <a:pt x="41" y="30"/>
                    </a:cubicBezTo>
                    <a:cubicBezTo>
                      <a:pt x="41" y="30"/>
                      <a:pt x="41" y="30"/>
                      <a:pt x="41" y="30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3" y="29"/>
                      <a:pt x="42" y="29"/>
                      <a:pt x="42" y="28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5" y="33"/>
                      <a:pt x="35" y="33"/>
                      <a:pt x="35" y="33"/>
                    </a:cubicBezTo>
                    <a:cubicBezTo>
                      <a:pt x="35" y="33"/>
                      <a:pt x="35" y="34"/>
                      <a:pt x="35" y="34"/>
                    </a:cubicBezTo>
                    <a:cubicBezTo>
                      <a:pt x="35" y="34"/>
                      <a:pt x="35" y="34"/>
                      <a:pt x="35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7" y="33"/>
                      <a:pt x="37" y="33"/>
                      <a:pt x="37" y="33"/>
                    </a:cubicBezTo>
                    <a:cubicBezTo>
                      <a:pt x="37" y="33"/>
                      <a:pt x="37" y="33"/>
                      <a:pt x="36" y="33"/>
                    </a:cubicBezTo>
                    <a:cubicBezTo>
                      <a:pt x="36" y="33"/>
                      <a:pt x="36" y="32"/>
                      <a:pt x="36" y="32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8" y="26"/>
                      <a:pt x="38" y="26"/>
                      <a:pt x="38" y="26"/>
                    </a:cubicBezTo>
                    <a:close/>
                    <a:moveTo>
                      <a:pt x="31" y="21"/>
                    </a:moveTo>
                    <a:cubicBezTo>
                      <a:pt x="31" y="21"/>
                      <a:pt x="31" y="21"/>
                      <a:pt x="31" y="21"/>
                    </a:cubicBezTo>
                    <a:cubicBezTo>
                      <a:pt x="34" y="28"/>
                      <a:pt x="34" y="28"/>
                      <a:pt x="34" y="28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1" y="21"/>
                      <a:pt x="31" y="21"/>
                      <a:pt x="31" y="21"/>
                    </a:cubicBezTo>
                    <a:close/>
                    <a:moveTo>
                      <a:pt x="51" y="21"/>
                    </a:moveTo>
                    <a:cubicBezTo>
                      <a:pt x="51" y="21"/>
                      <a:pt x="51" y="21"/>
                      <a:pt x="51" y="2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6" y="11"/>
                      <a:pt x="45" y="11"/>
                    </a:cubicBezTo>
                    <a:cubicBezTo>
                      <a:pt x="45" y="11"/>
                      <a:pt x="45" y="11"/>
                      <a:pt x="45" y="11"/>
                    </a:cubicBezTo>
                    <a:cubicBezTo>
                      <a:pt x="44" y="11"/>
                      <a:pt x="44" y="11"/>
                      <a:pt x="44" y="11"/>
                    </a:cubicBezTo>
                    <a:cubicBezTo>
                      <a:pt x="48" y="9"/>
                      <a:pt x="48" y="9"/>
                      <a:pt x="48" y="9"/>
                    </a:cubicBezTo>
                    <a:cubicBezTo>
                      <a:pt x="48" y="10"/>
                      <a:pt x="48" y="10"/>
                      <a:pt x="48" y="1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47" y="10"/>
                      <a:pt x="47" y="11"/>
                      <a:pt x="47" y="11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7" y="26"/>
                      <a:pt x="47" y="26"/>
                      <a:pt x="47" y="26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5" y="28"/>
                      <a:pt x="45" y="28"/>
                      <a:pt x="45" y="28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6" y="27"/>
                      <a:pt x="46" y="26"/>
                      <a:pt x="45" y="26"/>
                    </a:cubicBezTo>
                    <a:cubicBezTo>
                      <a:pt x="39" y="15"/>
                      <a:pt x="39" y="15"/>
                      <a:pt x="39" y="15"/>
                    </a:cubicBezTo>
                    <a:cubicBezTo>
                      <a:pt x="39" y="14"/>
                      <a:pt x="39" y="14"/>
                      <a:pt x="39" y="14"/>
                    </a:cubicBezTo>
                    <a:cubicBezTo>
                      <a:pt x="39" y="14"/>
                      <a:pt x="39" y="14"/>
                      <a:pt x="38" y="14"/>
                    </a:cubicBezTo>
                    <a:cubicBezTo>
                      <a:pt x="38" y="15"/>
                      <a:pt x="38" y="15"/>
                      <a:pt x="38" y="15"/>
                    </a:cubicBezTo>
                    <a:cubicBezTo>
                      <a:pt x="37" y="14"/>
                      <a:pt x="37" y="14"/>
                      <a:pt x="37" y="14"/>
                    </a:cubicBezTo>
                    <a:cubicBezTo>
                      <a:pt x="40" y="13"/>
                      <a:pt x="40" y="13"/>
                      <a:pt x="40" y="13"/>
                    </a:cubicBezTo>
                    <a:cubicBezTo>
                      <a:pt x="51" y="21"/>
                      <a:pt x="51" y="21"/>
                      <a:pt x="51" y="21"/>
                    </a:cubicBezTo>
                    <a:close/>
                    <a:moveTo>
                      <a:pt x="70" y="17"/>
                    </a:moveTo>
                    <a:cubicBezTo>
                      <a:pt x="70" y="17"/>
                      <a:pt x="71" y="17"/>
                      <a:pt x="72" y="16"/>
                    </a:cubicBezTo>
                    <a:cubicBezTo>
                      <a:pt x="72" y="15"/>
                      <a:pt x="72" y="14"/>
                      <a:pt x="72" y="14"/>
                    </a:cubicBezTo>
                    <a:cubicBezTo>
                      <a:pt x="70" y="3"/>
                      <a:pt x="70" y="3"/>
                      <a:pt x="70" y="3"/>
                    </a:cubicBezTo>
                    <a:cubicBezTo>
                      <a:pt x="70" y="3"/>
                      <a:pt x="69" y="3"/>
                      <a:pt x="69" y="3"/>
                    </a:cubicBezTo>
                    <a:cubicBezTo>
                      <a:pt x="69" y="3"/>
                      <a:pt x="69" y="3"/>
                      <a:pt x="69" y="3"/>
                    </a:cubicBezTo>
                    <a:cubicBezTo>
                      <a:pt x="68" y="3"/>
                      <a:pt x="68" y="3"/>
                      <a:pt x="68" y="3"/>
                    </a:cubicBezTo>
                    <a:cubicBezTo>
                      <a:pt x="68" y="2"/>
                      <a:pt x="68" y="2"/>
                      <a:pt x="68" y="2"/>
                    </a:cubicBezTo>
                    <a:cubicBezTo>
                      <a:pt x="71" y="1"/>
                      <a:pt x="71" y="1"/>
                      <a:pt x="71" y="1"/>
                    </a:cubicBezTo>
                    <a:cubicBezTo>
                      <a:pt x="71" y="2"/>
                      <a:pt x="71" y="2"/>
                      <a:pt x="71" y="2"/>
                    </a:cubicBezTo>
                    <a:cubicBezTo>
                      <a:pt x="71" y="2"/>
                      <a:pt x="71" y="2"/>
                      <a:pt x="71" y="2"/>
                    </a:cubicBezTo>
                    <a:cubicBezTo>
                      <a:pt x="71" y="2"/>
                      <a:pt x="70" y="2"/>
                      <a:pt x="70" y="2"/>
                    </a:cubicBezTo>
                    <a:cubicBezTo>
                      <a:pt x="70" y="3"/>
                      <a:pt x="70" y="3"/>
                      <a:pt x="70" y="3"/>
                    </a:cubicBezTo>
                    <a:cubicBezTo>
                      <a:pt x="73" y="13"/>
                      <a:pt x="73" y="13"/>
                      <a:pt x="73" y="13"/>
                    </a:cubicBezTo>
                    <a:cubicBezTo>
                      <a:pt x="73" y="15"/>
                      <a:pt x="73" y="16"/>
                      <a:pt x="72" y="16"/>
                    </a:cubicBezTo>
                    <a:cubicBezTo>
                      <a:pt x="71" y="17"/>
                      <a:pt x="71" y="18"/>
                      <a:pt x="70" y="18"/>
                    </a:cubicBezTo>
                    <a:cubicBezTo>
                      <a:pt x="68" y="18"/>
                      <a:pt x="67" y="18"/>
                      <a:pt x="66" y="18"/>
                    </a:cubicBezTo>
                    <a:cubicBezTo>
                      <a:pt x="66" y="17"/>
                      <a:pt x="65" y="17"/>
                      <a:pt x="65" y="15"/>
                    </a:cubicBezTo>
                    <a:cubicBezTo>
                      <a:pt x="62" y="5"/>
                      <a:pt x="62" y="5"/>
                      <a:pt x="62" y="5"/>
                    </a:cubicBezTo>
                    <a:cubicBezTo>
                      <a:pt x="62" y="5"/>
                      <a:pt x="62" y="4"/>
                      <a:pt x="62" y="4"/>
                    </a:cubicBezTo>
                    <a:cubicBezTo>
                      <a:pt x="62" y="4"/>
                      <a:pt x="62" y="4"/>
                      <a:pt x="61" y="4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5" y="3"/>
                      <a:pt x="65" y="3"/>
                      <a:pt x="65" y="3"/>
                    </a:cubicBezTo>
                    <a:cubicBezTo>
                      <a:pt x="65" y="4"/>
                      <a:pt x="65" y="4"/>
                      <a:pt x="65" y="4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4"/>
                      <a:pt x="64" y="4"/>
                      <a:pt x="64" y="5"/>
                    </a:cubicBezTo>
                    <a:cubicBezTo>
                      <a:pt x="66" y="15"/>
                      <a:pt x="66" y="15"/>
                      <a:pt x="66" y="15"/>
                    </a:cubicBezTo>
                    <a:cubicBezTo>
                      <a:pt x="66" y="16"/>
                      <a:pt x="67" y="17"/>
                      <a:pt x="67" y="17"/>
                    </a:cubicBezTo>
                    <a:cubicBezTo>
                      <a:pt x="68" y="18"/>
                      <a:pt x="69" y="18"/>
                      <a:pt x="70" y="17"/>
                    </a:cubicBezTo>
                    <a:close/>
                    <a:moveTo>
                      <a:pt x="84" y="12"/>
                    </a:moveTo>
                    <a:cubicBezTo>
                      <a:pt x="84" y="12"/>
                      <a:pt x="84" y="12"/>
                      <a:pt x="84" y="12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4" y="1"/>
                      <a:pt x="84" y="1"/>
                      <a:pt x="83" y="1"/>
                    </a:cubicBezTo>
                    <a:cubicBezTo>
                      <a:pt x="83" y="1"/>
                      <a:pt x="83" y="1"/>
                      <a:pt x="83" y="1"/>
                    </a:cubicBezTo>
                    <a:cubicBezTo>
                      <a:pt x="82" y="1"/>
                      <a:pt x="82" y="1"/>
                      <a:pt x="82" y="1"/>
                    </a:cubicBezTo>
                    <a:cubicBezTo>
                      <a:pt x="82" y="0"/>
                      <a:pt x="82" y="0"/>
                      <a:pt x="82" y="0"/>
                    </a:cubicBezTo>
                    <a:cubicBezTo>
                      <a:pt x="86" y="0"/>
                      <a:pt x="86" y="0"/>
                      <a:pt x="86" y="0"/>
                    </a:cubicBezTo>
                    <a:cubicBezTo>
                      <a:pt x="86" y="1"/>
                      <a:pt x="86" y="1"/>
                      <a:pt x="86" y="1"/>
                    </a:cubicBezTo>
                    <a:cubicBezTo>
                      <a:pt x="85" y="1"/>
                      <a:pt x="85" y="1"/>
                      <a:pt x="85" y="1"/>
                    </a:cubicBezTo>
                    <a:cubicBezTo>
                      <a:pt x="85" y="1"/>
                      <a:pt x="85" y="1"/>
                      <a:pt x="84" y="1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77" y="3"/>
                      <a:pt x="77" y="3"/>
                      <a:pt x="77" y="3"/>
                    </a:cubicBezTo>
                    <a:cubicBezTo>
                      <a:pt x="77" y="3"/>
                      <a:pt x="77" y="3"/>
                      <a:pt x="77" y="3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77" y="15"/>
                      <a:pt x="78" y="15"/>
                      <a:pt x="78" y="16"/>
                    </a:cubicBezTo>
                    <a:cubicBezTo>
                      <a:pt x="78" y="16"/>
                      <a:pt x="78" y="16"/>
                      <a:pt x="78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76" y="16"/>
                      <a:pt x="76" y="16"/>
                      <a:pt x="76" y="16"/>
                    </a:cubicBezTo>
                    <a:cubicBezTo>
                      <a:pt x="76" y="16"/>
                      <a:pt x="77" y="16"/>
                      <a:pt x="77" y="16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76" y="2"/>
                      <a:pt x="76" y="2"/>
                      <a:pt x="76" y="2"/>
                    </a:cubicBezTo>
                    <a:cubicBezTo>
                      <a:pt x="76" y="2"/>
                      <a:pt x="76" y="2"/>
                      <a:pt x="76" y="1"/>
                    </a:cubicBezTo>
                    <a:cubicBezTo>
                      <a:pt x="76" y="1"/>
                      <a:pt x="75" y="1"/>
                      <a:pt x="75" y="1"/>
                    </a:cubicBezTo>
                    <a:cubicBezTo>
                      <a:pt x="74" y="1"/>
                      <a:pt x="74" y="1"/>
                      <a:pt x="74" y="1"/>
                    </a:cubicBezTo>
                    <a:cubicBezTo>
                      <a:pt x="74" y="1"/>
                      <a:pt x="74" y="1"/>
                      <a:pt x="74" y="1"/>
                    </a:cubicBezTo>
                    <a:cubicBezTo>
                      <a:pt x="77" y="1"/>
                      <a:pt x="77" y="1"/>
                      <a:pt x="77" y="1"/>
                    </a:cubicBezTo>
                    <a:cubicBezTo>
                      <a:pt x="84" y="12"/>
                      <a:pt x="84" y="12"/>
                      <a:pt x="84" y="12"/>
                    </a:cubicBezTo>
                    <a:close/>
                    <a:moveTo>
                      <a:pt x="90" y="1"/>
                    </a:moveTo>
                    <a:cubicBezTo>
                      <a:pt x="90" y="0"/>
                      <a:pt x="90" y="0"/>
                      <a:pt x="90" y="0"/>
                    </a:cubicBezTo>
                    <a:cubicBezTo>
                      <a:pt x="98" y="1"/>
                      <a:pt x="98" y="1"/>
                      <a:pt x="98" y="1"/>
                    </a:cubicBezTo>
                    <a:cubicBezTo>
                      <a:pt x="98" y="1"/>
                      <a:pt x="98" y="1"/>
                      <a:pt x="98" y="1"/>
                    </a:cubicBezTo>
                    <a:cubicBezTo>
                      <a:pt x="96" y="1"/>
                      <a:pt x="96" y="1"/>
                      <a:pt x="96" y="1"/>
                    </a:cubicBezTo>
                    <a:cubicBezTo>
                      <a:pt x="95" y="1"/>
                      <a:pt x="95" y="1"/>
                      <a:pt x="95" y="1"/>
                    </a:cubicBezTo>
                    <a:cubicBezTo>
                      <a:pt x="95" y="1"/>
                      <a:pt x="95" y="1"/>
                      <a:pt x="95" y="2"/>
                    </a:cubicBezTo>
                    <a:cubicBezTo>
                      <a:pt x="94" y="15"/>
                      <a:pt x="94" y="15"/>
                      <a:pt x="94" y="15"/>
                    </a:cubicBezTo>
                    <a:cubicBezTo>
                      <a:pt x="94" y="15"/>
                      <a:pt x="94" y="15"/>
                      <a:pt x="94" y="15"/>
                    </a:cubicBezTo>
                    <a:cubicBezTo>
                      <a:pt x="94" y="15"/>
                      <a:pt x="94" y="15"/>
                      <a:pt x="95" y="15"/>
                    </a:cubicBezTo>
                    <a:cubicBezTo>
                      <a:pt x="97" y="16"/>
                      <a:pt x="97" y="16"/>
                      <a:pt x="97" y="16"/>
                    </a:cubicBezTo>
                    <a:cubicBezTo>
                      <a:pt x="97" y="16"/>
                      <a:pt x="97" y="16"/>
                      <a:pt x="97" y="16"/>
                    </a:cubicBezTo>
                    <a:cubicBezTo>
                      <a:pt x="89" y="16"/>
                      <a:pt x="89" y="16"/>
                      <a:pt x="89" y="16"/>
                    </a:cubicBezTo>
                    <a:cubicBezTo>
                      <a:pt x="89" y="15"/>
                      <a:pt x="89" y="15"/>
                      <a:pt x="89" y="15"/>
                    </a:cubicBezTo>
                    <a:cubicBezTo>
                      <a:pt x="91" y="15"/>
                      <a:pt x="91" y="15"/>
                      <a:pt x="91" y="15"/>
                    </a:cubicBezTo>
                    <a:cubicBezTo>
                      <a:pt x="92" y="15"/>
                      <a:pt x="92" y="15"/>
                      <a:pt x="92" y="15"/>
                    </a:cubicBezTo>
                    <a:cubicBezTo>
                      <a:pt x="92" y="15"/>
                      <a:pt x="92" y="15"/>
                      <a:pt x="92" y="15"/>
                    </a:cubicBezTo>
                    <a:cubicBezTo>
                      <a:pt x="93" y="2"/>
                      <a:pt x="93" y="2"/>
                      <a:pt x="93" y="2"/>
                    </a:cubicBezTo>
                    <a:cubicBezTo>
                      <a:pt x="93" y="1"/>
                      <a:pt x="93" y="1"/>
                      <a:pt x="93" y="1"/>
                    </a:cubicBezTo>
                    <a:cubicBezTo>
                      <a:pt x="93" y="1"/>
                      <a:pt x="93" y="1"/>
                      <a:pt x="92" y="1"/>
                    </a:cubicBezTo>
                    <a:cubicBezTo>
                      <a:pt x="90" y="1"/>
                      <a:pt x="90" y="1"/>
                      <a:pt x="90" y="1"/>
                    </a:cubicBezTo>
                    <a:close/>
                    <a:moveTo>
                      <a:pt x="109" y="3"/>
                    </a:moveTo>
                    <a:cubicBezTo>
                      <a:pt x="109" y="2"/>
                      <a:pt x="109" y="2"/>
                      <a:pt x="109" y="2"/>
                    </a:cubicBezTo>
                    <a:cubicBezTo>
                      <a:pt x="113" y="3"/>
                      <a:pt x="113" y="3"/>
                      <a:pt x="113" y="3"/>
                    </a:cubicBezTo>
                    <a:cubicBezTo>
                      <a:pt x="113" y="3"/>
                      <a:pt x="113" y="3"/>
                      <a:pt x="113" y="3"/>
                    </a:cubicBezTo>
                    <a:cubicBezTo>
                      <a:pt x="112" y="3"/>
                      <a:pt x="112" y="3"/>
                      <a:pt x="112" y="3"/>
                    </a:cubicBezTo>
                    <a:cubicBezTo>
                      <a:pt x="112" y="3"/>
                      <a:pt x="112" y="3"/>
                      <a:pt x="111" y="4"/>
                    </a:cubicBezTo>
                    <a:cubicBezTo>
                      <a:pt x="111" y="4"/>
                      <a:pt x="111" y="4"/>
                      <a:pt x="111" y="4"/>
                    </a:cubicBezTo>
                    <a:cubicBezTo>
                      <a:pt x="105" y="17"/>
                      <a:pt x="105" y="17"/>
                      <a:pt x="105" y="17"/>
                    </a:cubicBezTo>
                    <a:cubicBezTo>
                      <a:pt x="104" y="17"/>
                      <a:pt x="104" y="17"/>
                      <a:pt x="104" y="17"/>
                    </a:cubicBezTo>
                    <a:cubicBezTo>
                      <a:pt x="103" y="3"/>
                      <a:pt x="103" y="3"/>
                      <a:pt x="103" y="3"/>
                    </a:cubicBezTo>
                    <a:cubicBezTo>
                      <a:pt x="103" y="3"/>
                      <a:pt x="103" y="2"/>
                      <a:pt x="103" y="2"/>
                    </a:cubicBezTo>
                    <a:cubicBezTo>
                      <a:pt x="103" y="2"/>
                      <a:pt x="103" y="2"/>
                      <a:pt x="102" y="2"/>
                    </a:cubicBezTo>
                    <a:cubicBezTo>
                      <a:pt x="102" y="2"/>
                      <a:pt x="102" y="2"/>
                      <a:pt x="102" y="2"/>
                    </a:cubicBezTo>
                    <a:cubicBezTo>
                      <a:pt x="102" y="1"/>
                      <a:pt x="102" y="1"/>
                      <a:pt x="102" y="1"/>
                    </a:cubicBezTo>
                    <a:cubicBezTo>
                      <a:pt x="106" y="2"/>
                      <a:pt x="106" y="2"/>
                      <a:pt x="106" y="2"/>
                    </a:cubicBezTo>
                    <a:cubicBezTo>
                      <a:pt x="106" y="2"/>
                      <a:pt x="106" y="2"/>
                      <a:pt x="106" y="2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5" y="3"/>
                      <a:pt x="105" y="3"/>
                      <a:pt x="105" y="3"/>
                    </a:cubicBezTo>
                    <a:cubicBezTo>
                      <a:pt x="105" y="14"/>
                      <a:pt x="105" y="14"/>
                      <a:pt x="105" y="14"/>
                    </a:cubicBezTo>
                    <a:cubicBezTo>
                      <a:pt x="106" y="14"/>
                      <a:pt x="106" y="14"/>
                      <a:pt x="106" y="14"/>
                    </a:cubicBezTo>
                    <a:cubicBezTo>
                      <a:pt x="110" y="4"/>
                      <a:pt x="110" y="4"/>
                      <a:pt x="110" y="4"/>
                    </a:cubicBezTo>
                    <a:cubicBezTo>
                      <a:pt x="110" y="4"/>
                      <a:pt x="110" y="4"/>
                      <a:pt x="110" y="3"/>
                    </a:cubicBezTo>
                    <a:cubicBezTo>
                      <a:pt x="110" y="3"/>
                      <a:pt x="110" y="3"/>
                      <a:pt x="110" y="3"/>
                    </a:cubicBezTo>
                    <a:cubicBezTo>
                      <a:pt x="109" y="3"/>
                      <a:pt x="109" y="3"/>
                      <a:pt x="109" y="3"/>
                    </a:cubicBezTo>
                    <a:close/>
                    <a:moveTo>
                      <a:pt x="116" y="5"/>
                    </a:moveTo>
                    <a:cubicBezTo>
                      <a:pt x="116" y="5"/>
                      <a:pt x="116" y="5"/>
                      <a:pt x="116" y="5"/>
                    </a:cubicBezTo>
                    <a:cubicBezTo>
                      <a:pt x="117" y="5"/>
                      <a:pt x="117" y="5"/>
                      <a:pt x="117" y="5"/>
                    </a:cubicBezTo>
                    <a:cubicBezTo>
                      <a:pt x="117" y="5"/>
                      <a:pt x="117" y="6"/>
                      <a:pt x="117" y="6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9"/>
                      <a:pt x="113" y="19"/>
                    </a:cubicBezTo>
                    <a:cubicBezTo>
                      <a:pt x="112" y="19"/>
                      <a:pt x="112" y="19"/>
                      <a:pt x="112" y="19"/>
                    </a:cubicBezTo>
                    <a:cubicBezTo>
                      <a:pt x="111" y="18"/>
                      <a:pt x="111" y="18"/>
                      <a:pt x="111" y="18"/>
                    </a:cubicBezTo>
                    <a:cubicBezTo>
                      <a:pt x="111" y="19"/>
                      <a:pt x="111" y="19"/>
                      <a:pt x="111" y="19"/>
                    </a:cubicBezTo>
                    <a:cubicBezTo>
                      <a:pt x="120" y="22"/>
                      <a:pt x="120" y="22"/>
                      <a:pt x="120" y="22"/>
                    </a:cubicBezTo>
                    <a:cubicBezTo>
                      <a:pt x="122" y="19"/>
                      <a:pt x="122" y="19"/>
                      <a:pt x="122" y="19"/>
                    </a:cubicBezTo>
                    <a:cubicBezTo>
                      <a:pt x="122" y="18"/>
                      <a:pt x="122" y="18"/>
                      <a:pt x="122" y="18"/>
                    </a:cubicBezTo>
                    <a:cubicBezTo>
                      <a:pt x="121" y="19"/>
                      <a:pt x="120" y="20"/>
                      <a:pt x="120" y="20"/>
                    </a:cubicBezTo>
                    <a:cubicBezTo>
                      <a:pt x="119" y="21"/>
                      <a:pt x="118" y="21"/>
                      <a:pt x="117" y="20"/>
                    </a:cubicBezTo>
                    <a:cubicBezTo>
                      <a:pt x="115" y="20"/>
                      <a:pt x="115" y="20"/>
                      <a:pt x="115" y="20"/>
                    </a:cubicBezTo>
                    <a:cubicBezTo>
                      <a:pt x="115" y="20"/>
                      <a:pt x="114" y="19"/>
                      <a:pt x="114" y="19"/>
                    </a:cubicBezTo>
                    <a:cubicBezTo>
                      <a:pt x="114" y="19"/>
                      <a:pt x="114" y="19"/>
                      <a:pt x="114" y="19"/>
                    </a:cubicBezTo>
                    <a:cubicBezTo>
                      <a:pt x="116" y="12"/>
                      <a:pt x="116" y="12"/>
                      <a:pt x="116" y="12"/>
                    </a:cubicBezTo>
                    <a:cubicBezTo>
                      <a:pt x="119" y="13"/>
                      <a:pt x="119" y="13"/>
                      <a:pt x="119" y="13"/>
                    </a:cubicBezTo>
                    <a:cubicBezTo>
                      <a:pt x="120" y="13"/>
                      <a:pt x="120" y="13"/>
                      <a:pt x="120" y="14"/>
                    </a:cubicBezTo>
                    <a:cubicBezTo>
                      <a:pt x="120" y="14"/>
                      <a:pt x="120" y="15"/>
                      <a:pt x="120" y="15"/>
                    </a:cubicBezTo>
                    <a:cubicBezTo>
                      <a:pt x="120" y="16"/>
                      <a:pt x="120" y="16"/>
                      <a:pt x="120" y="16"/>
                    </a:cubicBezTo>
                    <a:cubicBezTo>
                      <a:pt x="120" y="16"/>
                      <a:pt x="120" y="16"/>
                      <a:pt x="120" y="16"/>
                    </a:cubicBezTo>
                    <a:cubicBezTo>
                      <a:pt x="122" y="11"/>
                      <a:pt x="122" y="11"/>
                      <a:pt x="122" y="11"/>
                    </a:cubicBezTo>
                    <a:cubicBezTo>
                      <a:pt x="122" y="11"/>
                      <a:pt x="122" y="11"/>
                      <a:pt x="122" y="11"/>
                    </a:cubicBezTo>
                    <a:cubicBezTo>
                      <a:pt x="121" y="11"/>
                      <a:pt x="121" y="11"/>
                      <a:pt x="121" y="11"/>
                    </a:cubicBezTo>
                    <a:cubicBezTo>
                      <a:pt x="121" y="12"/>
                      <a:pt x="121" y="12"/>
                      <a:pt x="121" y="12"/>
                    </a:cubicBezTo>
                    <a:cubicBezTo>
                      <a:pt x="120" y="13"/>
                      <a:pt x="120" y="13"/>
                      <a:pt x="119" y="12"/>
                    </a:cubicBezTo>
                    <a:cubicBezTo>
                      <a:pt x="117" y="12"/>
                      <a:pt x="117" y="12"/>
                      <a:pt x="117" y="12"/>
                    </a:cubicBezTo>
                    <a:cubicBezTo>
                      <a:pt x="118" y="6"/>
                      <a:pt x="118" y="6"/>
                      <a:pt x="118" y="6"/>
                    </a:cubicBezTo>
                    <a:cubicBezTo>
                      <a:pt x="118" y="6"/>
                      <a:pt x="119" y="6"/>
                      <a:pt x="119" y="6"/>
                    </a:cubicBezTo>
                    <a:cubicBezTo>
                      <a:pt x="119" y="6"/>
                      <a:pt x="119" y="6"/>
                      <a:pt x="119" y="6"/>
                    </a:cubicBezTo>
                    <a:cubicBezTo>
                      <a:pt x="122" y="7"/>
                      <a:pt x="122" y="7"/>
                      <a:pt x="122" y="7"/>
                    </a:cubicBezTo>
                    <a:cubicBezTo>
                      <a:pt x="122" y="7"/>
                      <a:pt x="123" y="7"/>
                      <a:pt x="123" y="8"/>
                    </a:cubicBezTo>
                    <a:cubicBezTo>
                      <a:pt x="124" y="8"/>
                      <a:pt x="124" y="9"/>
                      <a:pt x="124" y="10"/>
                    </a:cubicBezTo>
                    <a:cubicBezTo>
                      <a:pt x="125" y="10"/>
                      <a:pt x="125" y="10"/>
                      <a:pt x="125" y="10"/>
                    </a:cubicBezTo>
                    <a:cubicBezTo>
                      <a:pt x="125" y="7"/>
                      <a:pt x="125" y="7"/>
                      <a:pt x="125" y="7"/>
                    </a:cubicBezTo>
                    <a:cubicBezTo>
                      <a:pt x="116" y="4"/>
                      <a:pt x="116" y="4"/>
                      <a:pt x="116" y="4"/>
                    </a:cubicBezTo>
                    <a:cubicBezTo>
                      <a:pt x="116" y="5"/>
                      <a:pt x="116" y="5"/>
                      <a:pt x="116" y="5"/>
                    </a:cubicBezTo>
                    <a:close/>
                    <a:moveTo>
                      <a:pt x="136" y="17"/>
                    </a:moveTo>
                    <a:cubicBezTo>
                      <a:pt x="136" y="18"/>
                      <a:pt x="135" y="19"/>
                      <a:pt x="134" y="19"/>
                    </a:cubicBezTo>
                    <a:cubicBezTo>
                      <a:pt x="133" y="19"/>
                      <a:pt x="133" y="19"/>
                      <a:pt x="132" y="19"/>
                    </a:cubicBezTo>
                    <a:cubicBezTo>
                      <a:pt x="131" y="26"/>
                      <a:pt x="131" y="26"/>
                      <a:pt x="131" y="26"/>
                    </a:cubicBezTo>
                    <a:cubicBezTo>
                      <a:pt x="131" y="26"/>
                      <a:pt x="131" y="27"/>
                      <a:pt x="131" y="27"/>
                    </a:cubicBezTo>
                    <a:cubicBezTo>
                      <a:pt x="131" y="27"/>
                      <a:pt x="131" y="27"/>
                      <a:pt x="132" y="27"/>
                    </a:cubicBezTo>
                    <a:cubicBezTo>
                      <a:pt x="132" y="27"/>
                      <a:pt x="132" y="27"/>
                      <a:pt x="132" y="27"/>
                    </a:cubicBezTo>
                    <a:cubicBezTo>
                      <a:pt x="132" y="28"/>
                      <a:pt x="132" y="28"/>
                      <a:pt x="132" y="28"/>
                    </a:cubicBezTo>
                    <a:cubicBezTo>
                      <a:pt x="130" y="27"/>
                      <a:pt x="130" y="27"/>
                      <a:pt x="130" y="27"/>
                    </a:cubicBezTo>
                    <a:cubicBezTo>
                      <a:pt x="130" y="18"/>
                      <a:pt x="130" y="18"/>
                      <a:pt x="130" y="18"/>
                    </a:cubicBezTo>
                    <a:cubicBezTo>
                      <a:pt x="129" y="17"/>
                      <a:pt x="129" y="17"/>
                      <a:pt x="129" y="17"/>
                    </a:cubicBezTo>
                    <a:cubicBezTo>
                      <a:pt x="126" y="23"/>
                      <a:pt x="126" y="23"/>
                      <a:pt x="126" y="23"/>
                    </a:cubicBezTo>
                    <a:cubicBezTo>
                      <a:pt x="125" y="24"/>
                      <a:pt x="125" y="24"/>
                      <a:pt x="126" y="24"/>
                    </a:cubicBezTo>
                    <a:cubicBezTo>
                      <a:pt x="126" y="24"/>
                      <a:pt x="126" y="24"/>
                      <a:pt x="126" y="24"/>
                    </a:cubicBezTo>
                    <a:cubicBezTo>
                      <a:pt x="126" y="25"/>
                      <a:pt x="126" y="25"/>
                      <a:pt x="126" y="25"/>
                    </a:cubicBezTo>
                    <a:cubicBezTo>
                      <a:pt x="126" y="25"/>
                      <a:pt x="126" y="25"/>
                      <a:pt x="126" y="25"/>
                    </a:cubicBezTo>
                    <a:cubicBezTo>
                      <a:pt x="122" y="23"/>
                      <a:pt x="122" y="23"/>
                      <a:pt x="122" y="23"/>
                    </a:cubicBezTo>
                    <a:cubicBezTo>
                      <a:pt x="123" y="23"/>
                      <a:pt x="123" y="23"/>
                      <a:pt x="123" y="23"/>
                    </a:cubicBezTo>
                    <a:cubicBezTo>
                      <a:pt x="123" y="23"/>
                      <a:pt x="123" y="23"/>
                      <a:pt x="123" y="23"/>
                    </a:cubicBezTo>
                    <a:cubicBezTo>
                      <a:pt x="123" y="23"/>
                      <a:pt x="124" y="23"/>
                      <a:pt x="124" y="23"/>
                    </a:cubicBezTo>
                    <a:cubicBezTo>
                      <a:pt x="124" y="23"/>
                      <a:pt x="124" y="23"/>
                      <a:pt x="124" y="23"/>
                    </a:cubicBezTo>
                    <a:cubicBezTo>
                      <a:pt x="130" y="11"/>
                      <a:pt x="130" y="11"/>
                      <a:pt x="130" y="11"/>
                    </a:cubicBezTo>
                    <a:cubicBezTo>
                      <a:pt x="130" y="11"/>
                      <a:pt x="130" y="11"/>
                      <a:pt x="130" y="10"/>
                    </a:cubicBezTo>
                    <a:cubicBezTo>
                      <a:pt x="130" y="10"/>
                      <a:pt x="130" y="10"/>
                      <a:pt x="130" y="10"/>
                    </a:cubicBezTo>
                    <a:cubicBezTo>
                      <a:pt x="129" y="10"/>
                      <a:pt x="129" y="10"/>
                      <a:pt x="129" y="10"/>
                    </a:cubicBezTo>
                    <a:cubicBezTo>
                      <a:pt x="130" y="9"/>
                      <a:pt x="130" y="9"/>
                      <a:pt x="130" y="9"/>
                    </a:cubicBezTo>
                    <a:cubicBezTo>
                      <a:pt x="134" y="12"/>
                      <a:pt x="134" y="12"/>
                      <a:pt x="134" y="12"/>
                    </a:cubicBezTo>
                    <a:cubicBezTo>
                      <a:pt x="135" y="12"/>
                      <a:pt x="136" y="13"/>
                      <a:pt x="137" y="14"/>
                    </a:cubicBezTo>
                    <a:cubicBezTo>
                      <a:pt x="137" y="15"/>
                      <a:pt x="137" y="16"/>
                      <a:pt x="136" y="17"/>
                    </a:cubicBezTo>
                    <a:close/>
                    <a:moveTo>
                      <a:pt x="129" y="17"/>
                    </a:moveTo>
                    <a:cubicBezTo>
                      <a:pt x="131" y="18"/>
                      <a:pt x="131" y="18"/>
                      <a:pt x="131" y="18"/>
                    </a:cubicBezTo>
                    <a:cubicBezTo>
                      <a:pt x="131" y="18"/>
                      <a:pt x="132" y="18"/>
                      <a:pt x="133" y="18"/>
                    </a:cubicBezTo>
                    <a:cubicBezTo>
                      <a:pt x="134" y="18"/>
                      <a:pt x="134" y="17"/>
                      <a:pt x="135" y="16"/>
                    </a:cubicBezTo>
                    <a:cubicBezTo>
                      <a:pt x="135" y="15"/>
                      <a:pt x="136" y="15"/>
                      <a:pt x="135" y="14"/>
                    </a:cubicBezTo>
                    <a:cubicBezTo>
                      <a:pt x="135" y="13"/>
                      <a:pt x="135" y="12"/>
                      <a:pt x="133" y="12"/>
                    </a:cubicBezTo>
                    <a:cubicBezTo>
                      <a:pt x="133" y="11"/>
                      <a:pt x="133" y="11"/>
                      <a:pt x="133" y="11"/>
                    </a:cubicBezTo>
                    <a:cubicBezTo>
                      <a:pt x="132" y="11"/>
                      <a:pt x="132" y="11"/>
                      <a:pt x="132" y="11"/>
                    </a:cubicBezTo>
                    <a:cubicBezTo>
                      <a:pt x="132" y="11"/>
                      <a:pt x="132" y="11"/>
                      <a:pt x="132" y="12"/>
                    </a:cubicBezTo>
                    <a:cubicBezTo>
                      <a:pt x="129" y="17"/>
                      <a:pt x="129" y="17"/>
                      <a:pt x="129" y="17"/>
                    </a:cubicBezTo>
                    <a:close/>
                    <a:moveTo>
                      <a:pt x="141" y="25"/>
                    </a:moveTo>
                    <a:cubicBezTo>
                      <a:pt x="142" y="27"/>
                      <a:pt x="142" y="28"/>
                      <a:pt x="142" y="28"/>
                    </a:cubicBezTo>
                    <a:cubicBezTo>
                      <a:pt x="142" y="29"/>
                      <a:pt x="142" y="30"/>
                      <a:pt x="142" y="30"/>
                    </a:cubicBezTo>
                    <a:cubicBezTo>
                      <a:pt x="141" y="31"/>
                      <a:pt x="141" y="32"/>
                      <a:pt x="140" y="32"/>
                    </a:cubicBezTo>
                    <a:cubicBezTo>
                      <a:pt x="139" y="32"/>
                      <a:pt x="138" y="32"/>
                      <a:pt x="137" y="32"/>
                    </a:cubicBezTo>
                    <a:cubicBezTo>
                      <a:pt x="137" y="31"/>
                      <a:pt x="136" y="30"/>
                      <a:pt x="136" y="29"/>
                    </a:cubicBezTo>
                    <a:cubicBezTo>
                      <a:pt x="135" y="28"/>
                      <a:pt x="136" y="27"/>
                      <a:pt x="136" y="26"/>
                    </a:cubicBezTo>
                    <a:cubicBezTo>
                      <a:pt x="136" y="26"/>
                      <a:pt x="136" y="26"/>
                      <a:pt x="136" y="26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5" y="30"/>
                      <a:pt x="135" y="30"/>
                      <a:pt x="135" y="30"/>
                    </a:cubicBezTo>
                    <a:cubicBezTo>
                      <a:pt x="135" y="30"/>
                      <a:pt x="135" y="30"/>
                      <a:pt x="136" y="31"/>
                    </a:cubicBezTo>
                    <a:cubicBezTo>
                      <a:pt x="136" y="31"/>
                      <a:pt x="136" y="32"/>
                      <a:pt x="137" y="32"/>
                    </a:cubicBezTo>
                    <a:cubicBezTo>
                      <a:pt x="138" y="33"/>
                      <a:pt x="139" y="33"/>
                      <a:pt x="140" y="33"/>
                    </a:cubicBezTo>
                    <a:cubicBezTo>
                      <a:pt x="142" y="33"/>
                      <a:pt x="142" y="32"/>
                      <a:pt x="143" y="31"/>
                    </a:cubicBezTo>
                    <a:cubicBezTo>
                      <a:pt x="144" y="30"/>
                      <a:pt x="144" y="29"/>
                      <a:pt x="144" y="28"/>
                    </a:cubicBezTo>
                    <a:cubicBezTo>
                      <a:pt x="144" y="27"/>
                      <a:pt x="143" y="26"/>
                      <a:pt x="142" y="25"/>
                    </a:cubicBezTo>
                    <a:cubicBezTo>
                      <a:pt x="141" y="23"/>
                      <a:pt x="141" y="22"/>
                      <a:pt x="141" y="22"/>
                    </a:cubicBezTo>
                    <a:cubicBezTo>
                      <a:pt x="141" y="21"/>
                      <a:pt x="141" y="20"/>
                      <a:pt x="141" y="20"/>
                    </a:cubicBezTo>
                    <a:cubicBezTo>
                      <a:pt x="142" y="19"/>
                      <a:pt x="142" y="19"/>
                      <a:pt x="143" y="19"/>
                    </a:cubicBezTo>
                    <a:cubicBezTo>
                      <a:pt x="144" y="18"/>
                      <a:pt x="144" y="18"/>
                      <a:pt x="145" y="19"/>
                    </a:cubicBezTo>
                    <a:cubicBezTo>
                      <a:pt x="146" y="20"/>
                      <a:pt x="147" y="20"/>
                      <a:pt x="147" y="21"/>
                    </a:cubicBezTo>
                    <a:cubicBezTo>
                      <a:pt x="147" y="22"/>
                      <a:pt x="147" y="23"/>
                      <a:pt x="147" y="24"/>
                    </a:cubicBezTo>
                    <a:cubicBezTo>
                      <a:pt x="147" y="24"/>
                      <a:pt x="147" y="24"/>
                      <a:pt x="147" y="24"/>
                    </a:cubicBezTo>
                    <a:cubicBezTo>
                      <a:pt x="149" y="21"/>
                      <a:pt x="149" y="21"/>
                      <a:pt x="149" y="21"/>
                    </a:cubicBezTo>
                    <a:cubicBezTo>
                      <a:pt x="149" y="21"/>
                      <a:pt x="149" y="21"/>
                      <a:pt x="148" y="21"/>
                    </a:cubicBezTo>
                    <a:cubicBezTo>
                      <a:pt x="148" y="21"/>
                      <a:pt x="148" y="21"/>
                      <a:pt x="148" y="21"/>
                    </a:cubicBezTo>
                    <a:cubicBezTo>
                      <a:pt x="148" y="21"/>
                      <a:pt x="147" y="20"/>
                      <a:pt x="147" y="20"/>
                    </a:cubicBezTo>
                    <a:cubicBezTo>
                      <a:pt x="147" y="19"/>
                      <a:pt x="146" y="19"/>
                      <a:pt x="146" y="19"/>
                    </a:cubicBezTo>
                    <a:cubicBezTo>
                      <a:pt x="145" y="18"/>
                      <a:pt x="144" y="18"/>
                      <a:pt x="143" y="18"/>
                    </a:cubicBezTo>
                    <a:cubicBezTo>
                      <a:pt x="141" y="18"/>
                      <a:pt x="141" y="19"/>
                      <a:pt x="140" y="19"/>
                    </a:cubicBezTo>
                    <a:cubicBezTo>
                      <a:pt x="139" y="20"/>
                      <a:pt x="139" y="21"/>
                      <a:pt x="139" y="22"/>
                    </a:cubicBezTo>
                    <a:cubicBezTo>
                      <a:pt x="140" y="23"/>
                      <a:pt x="140" y="24"/>
                      <a:pt x="141" y="25"/>
                    </a:cubicBezTo>
                    <a:close/>
                    <a:moveTo>
                      <a:pt x="154" y="26"/>
                    </a:moveTo>
                    <a:cubicBezTo>
                      <a:pt x="154" y="26"/>
                      <a:pt x="154" y="26"/>
                      <a:pt x="154" y="26"/>
                    </a:cubicBezTo>
                    <a:cubicBezTo>
                      <a:pt x="159" y="31"/>
                      <a:pt x="159" y="31"/>
                      <a:pt x="159" y="31"/>
                    </a:cubicBezTo>
                    <a:cubicBezTo>
                      <a:pt x="159" y="31"/>
                      <a:pt x="159" y="31"/>
                      <a:pt x="159" y="31"/>
                    </a:cubicBezTo>
                    <a:cubicBezTo>
                      <a:pt x="158" y="30"/>
                      <a:pt x="158" y="30"/>
                      <a:pt x="158" y="30"/>
                    </a:cubicBezTo>
                    <a:cubicBezTo>
                      <a:pt x="157" y="29"/>
                      <a:pt x="157" y="29"/>
                      <a:pt x="157" y="29"/>
                    </a:cubicBezTo>
                    <a:cubicBezTo>
                      <a:pt x="157" y="29"/>
                      <a:pt x="157" y="29"/>
                      <a:pt x="156" y="30"/>
                    </a:cubicBezTo>
                    <a:cubicBezTo>
                      <a:pt x="147" y="39"/>
                      <a:pt x="147" y="39"/>
                      <a:pt x="147" y="39"/>
                    </a:cubicBezTo>
                    <a:cubicBezTo>
                      <a:pt x="147" y="39"/>
                      <a:pt x="147" y="39"/>
                      <a:pt x="147" y="40"/>
                    </a:cubicBezTo>
                    <a:cubicBezTo>
                      <a:pt x="147" y="40"/>
                      <a:pt x="147" y="40"/>
                      <a:pt x="148" y="40"/>
                    </a:cubicBezTo>
                    <a:cubicBezTo>
                      <a:pt x="149" y="42"/>
                      <a:pt x="149" y="42"/>
                      <a:pt x="149" y="42"/>
                    </a:cubicBezTo>
                    <a:cubicBezTo>
                      <a:pt x="149" y="42"/>
                      <a:pt x="149" y="42"/>
                      <a:pt x="149" y="42"/>
                    </a:cubicBezTo>
                    <a:cubicBezTo>
                      <a:pt x="143" y="37"/>
                      <a:pt x="143" y="37"/>
                      <a:pt x="143" y="37"/>
                    </a:cubicBezTo>
                    <a:cubicBezTo>
                      <a:pt x="144" y="37"/>
                      <a:pt x="144" y="37"/>
                      <a:pt x="144" y="37"/>
                    </a:cubicBezTo>
                    <a:cubicBezTo>
                      <a:pt x="145" y="38"/>
                      <a:pt x="145" y="38"/>
                      <a:pt x="145" y="38"/>
                    </a:cubicBezTo>
                    <a:cubicBezTo>
                      <a:pt x="146" y="38"/>
                      <a:pt x="146" y="38"/>
                      <a:pt x="146" y="38"/>
                    </a:cubicBezTo>
                    <a:cubicBezTo>
                      <a:pt x="146" y="38"/>
                      <a:pt x="146" y="38"/>
                      <a:pt x="146" y="38"/>
                    </a:cubicBezTo>
                    <a:cubicBezTo>
                      <a:pt x="155" y="29"/>
                      <a:pt x="155" y="29"/>
                      <a:pt x="155" y="29"/>
                    </a:cubicBezTo>
                    <a:cubicBezTo>
                      <a:pt x="155" y="28"/>
                      <a:pt x="156" y="28"/>
                      <a:pt x="156" y="28"/>
                    </a:cubicBezTo>
                    <a:cubicBezTo>
                      <a:pt x="156" y="28"/>
                      <a:pt x="155" y="28"/>
                      <a:pt x="155" y="27"/>
                    </a:cubicBezTo>
                    <a:cubicBezTo>
                      <a:pt x="154" y="26"/>
                      <a:pt x="154" y="26"/>
                      <a:pt x="154" y="26"/>
                    </a:cubicBezTo>
                    <a:close/>
                    <a:moveTo>
                      <a:pt x="155" y="50"/>
                    </a:moveTo>
                    <a:cubicBezTo>
                      <a:pt x="156" y="50"/>
                      <a:pt x="156" y="50"/>
                      <a:pt x="156" y="50"/>
                    </a:cubicBezTo>
                    <a:cubicBezTo>
                      <a:pt x="155" y="49"/>
                      <a:pt x="155" y="49"/>
                      <a:pt x="155" y="49"/>
                    </a:cubicBezTo>
                    <a:cubicBezTo>
                      <a:pt x="155" y="49"/>
                      <a:pt x="155" y="49"/>
                      <a:pt x="155" y="49"/>
                    </a:cubicBezTo>
                    <a:cubicBezTo>
                      <a:pt x="155" y="49"/>
                      <a:pt x="155" y="48"/>
                      <a:pt x="155" y="48"/>
                    </a:cubicBezTo>
                    <a:cubicBezTo>
                      <a:pt x="165" y="40"/>
                      <a:pt x="165" y="40"/>
                      <a:pt x="165" y="40"/>
                    </a:cubicBezTo>
                    <a:cubicBezTo>
                      <a:pt x="166" y="40"/>
                      <a:pt x="166" y="40"/>
                      <a:pt x="166" y="40"/>
                    </a:cubicBezTo>
                    <a:cubicBezTo>
                      <a:pt x="166" y="40"/>
                      <a:pt x="166" y="40"/>
                      <a:pt x="167" y="40"/>
                    </a:cubicBezTo>
                    <a:cubicBezTo>
                      <a:pt x="167" y="41"/>
                      <a:pt x="167" y="42"/>
                      <a:pt x="167" y="42"/>
                    </a:cubicBezTo>
                    <a:cubicBezTo>
                      <a:pt x="167" y="43"/>
                      <a:pt x="167" y="43"/>
                      <a:pt x="166" y="45"/>
                    </a:cubicBezTo>
                    <a:cubicBezTo>
                      <a:pt x="166" y="45"/>
                      <a:pt x="166" y="45"/>
                      <a:pt x="166" y="45"/>
                    </a:cubicBezTo>
                    <a:cubicBezTo>
                      <a:pt x="169" y="42"/>
                      <a:pt x="169" y="42"/>
                      <a:pt x="169" y="42"/>
                    </a:cubicBezTo>
                    <a:cubicBezTo>
                      <a:pt x="163" y="35"/>
                      <a:pt x="163" y="35"/>
                      <a:pt x="163" y="35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62" y="37"/>
                      <a:pt x="163" y="37"/>
                      <a:pt x="163" y="37"/>
                    </a:cubicBezTo>
                    <a:cubicBezTo>
                      <a:pt x="163" y="37"/>
                      <a:pt x="164" y="37"/>
                      <a:pt x="164" y="38"/>
                    </a:cubicBezTo>
                    <a:cubicBezTo>
                      <a:pt x="165" y="38"/>
                      <a:pt x="165" y="38"/>
                      <a:pt x="165" y="38"/>
                    </a:cubicBezTo>
                    <a:cubicBezTo>
                      <a:pt x="165" y="39"/>
                      <a:pt x="165" y="39"/>
                      <a:pt x="164" y="39"/>
                    </a:cubicBezTo>
                    <a:cubicBezTo>
                      <a:pt x="154" y="47"/>
                      <a:pt x="154" y="47"/>
                      <a:pt x="154" y="47"/>
                    </a:cubicBezTo>
                    <a:cubicBezTo>
                      <a:pt x="154" y="47"/>
                      <a:pt x="154" y="47"/>
                      <a:pt x="154" y="47"/>
                    </a:cubicBezTo>
                    <a:cubicBezTo>
                      <a:pt x="154" y="47"/>
                      <a:pt x="153" y="47"/>
                      <a:pt x="153" y="47"/>
                    </a:cubicBezTo>
                    <a:cubicBezTo>
                      <a:pt x="153" y="46"/>
                      <a:pt x="153" y="46"/>
                      <a:pt x="153" y="46"/>
                    </a:cubicBezTo>
                    <a:cubicBezTo>
                      <a:pt x="152" y="47"/>
                      <a:pt x="152" y="47"/>
                      <a:pt x="152" y="47"/>
                    </a:cubicBezTo>
                    <a:cubicBezTo>
                      <a:pt x="155" y="50"/>
                      <a:pt x="155" y="50"/>
                      <a:pt x="155" y="50"/>
                    </a:cubicBezTo>
                    <a:close/>
                    <a:moveTo>
                      <a:pt x="174" y="54"/>
                    </a:moveTo>
                    <a:cubicBezTo>
                      <a:pt x="174" y="54"/>
                      <a:pt x="175" y="54"/>
                      <a:pt x="175" y="53"/>
                    </a:cubicBezTo>
                    <a:cubicBezTo>
                      <a:pt x="175" y="53"/>
                      <a:pt x="175" y="53"/>
                      <a:pt x="174" y="53"/>
                    </a:cubicBezTo>
                    <a:cubicBezTo>
                      <a:pt x="174" y="52"/>
                      <a:pt x="174" y="52"/>
                      <a:pt x="174" y="52"/>
                    </a:cubicBezTo>
                    <a:cubicBezTo>
                      <a:pt x="175" y="52"/>
                      <a:pt x="175" y="52"/>
                      <a:pt x="175" y="52"/>
                    </a:cubicBezTo>
                    <a:cubicBezTo>
                      <a:pt x="177" y="55"/>
                      <a:pt x="177" y="55"/>
                      <a:pt x="177" y="55"/>
                    </a:cubicBezTo>
                    <a:cubicBezTo>
                      <a:pt x="176" y="55"/>
                      <a:pt x="176" y="55"/>
                      <a:pt x="176" y="55"/>
                    </a:cubicBezTo>
                    <a:cubicBezTo>
                      <a:pt x="176" y="55"/>
                      <a:pt x="176" y="55"/>
                      <a:pt x="176" y="55"/>
                    </a:cubicBezTo>
                    <a:cubicBezTo>
                      <a:pt x="176" y="55"/>
                      <a:pt x="176" y="55"/>
                      <a:pt x="175" y="55"/>
                    </a:cubicBezTo>
                    <a:cubicBezTo>
                      <a:pt x="175" y="55"/>
                      <a:pt x="175" y="55"/>
                      <a:pt x="174" y="55"/>
                    </a:cubicBezTo>
                    <a:cubicBezTo>
                      <a:pt x="166" y="56"/>
                      <a:pt x="166" y="56"/>
                      <a:pt x="166" y="56"/>
                    </a:cubicBezTo>
                    <a:cubicBezTo>
                      <a:pt x="162" y="58"/>
                      <a:pt x="162" y="58"/>
                      <a:pt x="162" y="58"/>
                    </a:cubicBezTo>
                    <a:cubicBezTo>
                      <a:pt x="162" y="59"/>
                      <a:pt x="162" y="59"/>
                      <a:pt x="162" y="59"/>
                    </a:cubicBezTo>
                    <a:cubicBezTo>
                      <a:pt x="161" y="59"/>
                      <a:pt x="162" y="59"/>
                      <a:pt x="162" y="60"/>
                    </a:cubicBezTo>
                    <a:cubicBezTo>
                      <a:pt x="162" y="60"/>
                      <a:pt x="162" y="60"/>
                      <a:pt x="162" y="60"/>
                    </a:cubicBezTo>
                    <a:cubicBezTo>
                      <a:pt x="162" y="61"/>
                      <a:pt x="162" y="61"/>
                      <a:pt x="162" y="61"/>
                    </a:cubicBezTo>
                    <a:cubicBezTo>
                      <a:pt x="159" y="56"/>
                      <a:pt x="159" y="56"/>
                      <a:pt x="159" y="56"/>
                    </a:cubicBezTo>
                    <a:cubicBezTo>
                      <a:pt x="160" y="56"/>
                      <a:pt x="160" y="56"/>
                      <a:pt x="160" y="56"/>
                    </a:cubicBezTo>
                    <a:cubicBezTo>
                      <a:pt x="160" y="57"/>
                      <a:pt x="160" y="57"/>
                      <a:pt x="160" y="57"/>
                    </a:cubicBezTo>
                    <a:cubicBezTo>
                      <a:pt x="160" y="57"/>
                      <a:pt x="160" y="57"/>
                      <a:pt x="161" y="57"/>
                    </a:cubicBezTo>
                    <a:cubicBezTo>
                      <a:pt x="161" y="57"/>
                      <a:pt x="161" y="57"/>
                      <a:pt x="161" y="57"/>
                    </a:cubicBezTo>
                    <a:cubicBezTo>
                      <a:pt x="165" y="55"/>
                      <a:pt x="165" y="55"/>
                      <a:pt x="165" y="55"/>
                    </a:cubicBezTo>
                    <a:cubicBezTo>
                      <a:pt x="171" y="48"/>
                      <a:pt x="171" y="48"/>
                      <a:pt x="171" y="48"/>
                    </a:cubicBezTo>
                    <a:cubicBezTo>
                      <a:pt x="171" y="48"/>
                      <a:pt x="171" y="48"/>
                      <a:pt x="171" y="47"/>
                    </a:cubicBezTo>
                    <a:cubicBezTo>
                      <a:pt x="171" y="47"/>
                      <a:pt x="171" y="47"/>
                      <a:pt x="171" y="47"/>
                    </a:cubicBezTo>
                    <a:cubicBezTo>
                      <a:pt x="171" y="46"/>
                      <a:pt x="171" y="46"/>
                      <a:pt x="171" y="46"/>
                    </a:cubicBezTo>
                    <a:cubicBezTo>
                      <a:pt x="171" y="46"/>
                      <a:pt x="171" y="46"/>
                      <a:pt x="171" y="46"/>
                    </a:cubicBezTo>
                    <a:cubicBezTo>
                      <a:pt x="173" y="50"/>
                      <a:pt x="173" y="50"/>
                      <a:pt x="173" y="50"/>
                    </a:cubicBezTo>
                    <a:cubicBezTo>
                      <a:pt x="173" y="50"/>
                      <a:pt x="173" y="50"/>
                      <a:pt x="173" y="50"/>
                    </a:cubicBezTo>
                    <a:cubicBezTo>
                      <a:pt x="173" y="49"/>
                      <a:pt x="173" y="49"/>
                      <a:pt x="173" y="49"/>
                    </a:cubicBezTo>
                    <a:cubicBezTo>
                      <a:pt x="172" y="49"/>
                      <a:pt x="172" y="49"/>
                      <a:pt x="172" y="49"/>
                    </a:cubicBezTo>
                    <a:cubicBezTo>
                      <a:pt x="172" y="49"/>
                      <a:pt x="172" y="49"/>
                      <a:pt x="171" y="49"/>
                    </a:cubicBezTo>
                    <a:cubicBezTo>
                      <a:pt x="167" y="55"/>
                      <a:pt x="167" y="55"/>
                      <a:pt x="167" y="55"/>
                    </a:cubicBezTo>
                    <a:cubicBezTo>
                      <a:pt x="167" y="55"/>
                      <a:pt x="167" y="55"/>
                      <a:pt x="167" y="55"/>
                    </a:cubicBezTo>
                    <a:lnTo>
                      <a:pt x="174" y="54"/>
                    </a:lnTo>
                    <a:close/>
                  </a:path>
                </a:pathLst>
              </a:custGeom>
              <a:solidFill>
                <a:srgbClr val="FFFFFF"/>
              </a:solidFill>
              <a:ln w="3175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8" name="ïśľíḓé"/>
              <p:cNvSpPr/>
              <p:nvPr/>
            </p:nvSpPr>
            <p:spPr bwMode="auto">
              <a:xfrm>
                <a:off x="3667126" y="3184525"/>
                <a:ext cx="492125" cy="496888"/>
              </a:xfrm>
              <a:custGeom>
                <a:avLst/>
                <a:gdLst>
                  <a:gd name="T0" fmla="*/ 74 w 149"/>
                  <a:gd name="T1" fmla="*/ 0 h 149"/>
                  <a:gd name="T2" fmla="*/ 149 w 149"/>
                  <a:gd name="T3" fmla="*/ 74 h 149"/>
                  <a:gd name="T4" fmla="*/ 74 w 149"/>
                  <a:gd name="T5" fmla="*/ 149 h 149"/>
                  <a:gd name="T6" fmla="*/ 0 w 149"/>
                  <a:gd name="T7" fmla="*/ 74 h 149"/>
                  <a:gd name="T8" fmla="*/ 74 w 149"/>
                  <a:gd name="T9" fmla="*/ 0 h 149"/>
                  <a:gd name="T10" fmla="*/ 74 w 149"/>
                  <a:gd name="T11" fmla="*/ 2 h 149"/>
                  <a:gd name="T12" fmla="*/ 2 w 149"/>
                  <a:gd name="T13" fmla="*/ 74 h 149"/>
                  <a:gd name="T14" fmla="*/ 74 w 149"/>
                  <a:gd name="T15" fmla="*/ 146 h 149"/>
                  <a:gd name="T16" fmla="*/ 146 w 149"/>
                  <a:gd name="T17" fmla="*/ 74 h 149"/>
                  <a:gd name="T18" fmla="*/ 74 w 149"/>
                  <a:gd name="T19" fmla="*/ 2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9" h="149">
                    <a:moveTo>
                      <a:pt x="74" y="0"/>
                    </a:moveTo>
                    <a:cubicBezTo>
                      <a:pt x="115" y="0"/>
                      <a:pt x="149" y="33"/>
                      <a:pt x="149" y="74"/>
                    </a:cubicBezTo>
                    <a:cubicBezTo>
                      <a:pt x="149" y="115"/>
                      <a:pt x="115" y="149"/>
                      <a:pt x="74" y="149"/>
                    </a:cubicBezTo>
                    <a:cubicBezTo>
                      <a:pt x="33" y="149"/>
                      <a:pt x="0" y="115"/>
                      <a:pt x="0" y="74"/>
                    </a:cubicBezTo>
                    <a:cubicBezTo>
                      <a:pt x="0" y="33"/>
                      <a:pt x="33" y="0"/>
                      <a:pt x="74" y="0"/>
                    </a:cubicBezTo>
                    <a:close/>
                    <a:moveTo>
                      <a:pt x="74" y="2"/>
                    </a:moveTo>
                    <a:cubicBezTo>
                      <a:pt x="35" y="2"/>
                      <a:pt x="2" y="34"/>
                      <a:pt x="2" y="74"/>
                    </a:cubicBezTo>
                    <a:cubicBezTo>
                      <a:pt x="2" y="114"/>
                      <a:pt x="35" y="146"/>
                      <a:pt x="74" y="146"/>
                    </a:cubicBezTo>
                    <a:cubicBezTo>
                      <a:pt x="114" y="146"/>
                      <a:pt x="146" y="114"/>
                      <a:pt x="146" y="74"/>
                    </a:cubicBezTo>
                    <a:cubicBezTo>
                      <a:pt x="146" y="34"/>
                      <a:pt x="114" y="2"/>
                      <a:pt x="74" y="2"/>
                    </a:cubicBezTo>
                    <a:close/>
                  </a:path>
                </a:pathLst>
              </a:custGeom>
              <a:solidFill>
                <a:srgbClr val="0052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9" name="ïslíḍê"/>
              <p:cNvSpPr/>
              <p:nvPr/>
            </p:nvSpPr>
            <p:spPr bwMode="auto">
              <a:xfrm>
                <a:off x="3775076" y="3248025"/>
                <a:ext cx="274638" cy="146050"/>
              </a:xfrm>
              <a:custGeom>
                <a:avLst/>
                <a:gdLst>
                  <a:gd name="T0" fmla="*/ 10 w 83"/>
                  <a:gd name="T1" fmla="*/ 43 h 44"/>
                  <a:gd name="T2" fmla="*/ 18 w 83"/>
                  <a:gd name="T3" fmla="*/ 39 h 44"/>
                  <a:gd name="T4" fmla="*/ 67 w 83"/>
                  <a:gd name="T5" fmla="*/ 39 h 44"/>
                  <a:gd name="T6" fmla="*/ 73 w 83"/>
                  <a:gd name="T7" fmla="*/ 42 h 44"/>
                  <a:gd name="T8" fmla="*/ 76 w 83"/>
                  <a:gd name="T9" fmla="*/ 43 h 44"/>
                  <a:gd name="T10" fmla="*/ 83 w 83"/>
                  <a:gd name="T11" fmla="*/ 35 h 44"/>
                  <a:gd name="T12" fmla="*/ 76 w 83"/>
                  <a:gd name="T13" fmla="*/ 37 h 44"/>
                  <a:gd name="T14" fmla="*/ 69 w 83"/>
                  <a:gd name="T15" fmla="*/ 33 h 44"/>
                  <a:gd name="T16" fmla="*/ 70 w 83"/>
                  <a:gd name="T17" fmla="*/ 26 h 44"/>
                  <a:gd name="T18" fmla="*/ 64 w 83"/>
                  <a:gd name="T19" fmla="*/ 30 h 44"/>
                  <a:gd name="T20" fmla="*/ 59 w 83"/>
                  <a:gd name="T21" fmla="*/ 31 h 44"/>
                  <a:gd name="T22" fmla="*/ 56 w 83"/>
                  <a:gd name="T23" fmla="*/ 29 h 44"/>
                  <a:gd name="T24" fmla="*/ 56 w 83"/>
                  <a:gd name="T25" fmla="*/ 24 h 44"/>
                  <a:gd name="T26" fmla="*/ 58 w 83"/>
                  <a:gd name="T27" fmla="*/ 23 h 44"/>
                  <a:gd name="T28" fmla="*/ 58 w 83"/>
                  <a:gd name="T29" fmla="*/ 19 h 44"/>
                  <a:gd name="T30" fmla="*/ 54 w 83"/>
                  <a:gd name="T31" fmla="*/ 19 h 44"/>
                  <a:gd name="T32" fmla="*/ 53 w 83"/>
                  <a:gd name="T33" fmla="*/ 21 h 44"/>
                  <a:gd name="T34" fmla="*/ 44 w 83"/>
                  <a:gd name="T35" fmla="*/ 21 h 44"/>
                  <a:gd name="T36" fmla="*/ 43 w 83"/>
                  <a:gd name="T37" fmla="*/ 18 h 44"/>
                  <a:gd name="T38" fmla="*/ 44 w 83"/>
                  <a:gd name="T39" fmla="*/ 13 h 44"/>
                  <a:gd name="T40" fmla="*/ 43 w 83"/>
                  <a:gd name="T41" fmla="*/ 8 h 44"/>
                  <a:gd name="T42" fmla="*/ 43 w 83"/>
                  <a:gd name="T43" fmla="*/ 6 h 44"/>
                  <a:gd name="T44" fmla="*/ 43 w 83"/>
                  <a:gd name="T45" fmla="*/ 2 h 44"/>
                  <a:gd name="T46" fmla="*/ 43 w 83"/>
                  <a:gd name="T47" fmla="*/ 0 h 44"/>
                  <a:gd name="T48" fmla="*/ 40 w 83"/>
                  <a:gd name="T49" fmla="*/ 0 h 44"/>
                  <a:gd name="T50" fmla="*/ 39 w 83"/>
                  <a:gd name="T51" fmla="*/ 2 h 44"/>
                  <a:gd name="T52" fmla="*/ 39 w 83"/>
                  <a:gd name="T53" fmla="*/ 6 h 44"/>
                  <a:gd name="T54" fmla="*/ 39 w 83"/>
                  <a:gd name="T55" fmla="*/ 8 h 44"/>
                  <a:gd name="T56" fmla="*/ 38 w 83"/>
                  <a:gd name="T57" fmla="*/ 13 h 44"/>
                  <a:gd name="T58" fmla="*/ 38 w 83"/>
                  <a:gd name="T59" fmla="*/ 18 h 44"/>
                  <a:gd name="T60" fmla="*/ 38 w 83"/>
                  <a:gd name="T61" fmla="*/ 21 h 44"/>
                  <a:gd name="T62" fmla="*/ 30 w 83"/>
                  <a:gd name="T63" fmla="*/ 21 h 44"/>
                  <a:gd name="T64" fmla="*/ 29 w 83"/>
                  <a:gd name="T65" fmla="*/ 19 h 44"/>
                  <a:gd name="T66" fmla="*/ 25 w 83"/>
                  <a:gd name="T67" fmla="*/ 19 h 44"/>
                  <a:gd name="T68" fmla="*/ 25 w 83"/>
                  <a:gd name="T69" fmla="*/ 23 h 44"/>
                  <a:gd name="T70" fmla="*/ 26 w 83"/>
                  <a:gd name="T71" fmla="*/ 24 h 44"/>
                  <a:gd name="T72" fmla="*/ 27 w 83"/>
                  <a:gd name="T73" fmla="*/ 29 h 44"/>
                  <a:gd name="T74" fmla="*/ 22 w 83"/>
                  <a:gd name="T75" fmla="*/ 31 h 44"/>
                  <a:gd name="T76" fmla="*/ 13 w 83"/>
                  <a:gd name="T77" fmla="*/ 26 h 44"/>
                  <a:gd name="T78" fmla="*/ 13 w 83"/>
                  <a:gd name="T79" fmla="*/ 35 h 44"/>
                  <a:gd name="T80" fmla="*/ 7 w 83"/>
                  <a:gd name="T81" fmla="*/ 37 h 44"/>
                  <a:gd name="T82" fmla="*/ 0 w 83"/>
                  <a:gd name="T83" fmla="*/ 34 h 44"/>
                  <a:gd name="T84" fmla="*/ 5 w 83"/>
                  <a:gd name="T85" fmla="*/ 42 h 44"/>
                  <a:gd name="T86" fmla="*/ 10 w 83"/>
                  <a:gd name="T87" fmla="*/ 43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83" h="44">
                    <a:moveTo>
                      <a:pt x="10" y="43"/>
                    </a:moveTo>
                    <a:cubicBezTo>
                      <a:pt x="18" y="39"/>
                      <a:pt x="18" y="39"/>
                      <a:pt x="18" y="39"/>
                    </a:cubicBezTo>
                    <a:cubicBezTo>
                      <a:pt x="67" y="39"/>
                      <a:pt x="67" y="39"/>
                      <a:pt x="67" y="39"/>
                    </a:cubicBezTo>
                    <a:cubicBezTo>
                      <a:pt x="73" y="42"/>
                      <a:pt x="73" y="42"/>
                      <a:pt x="73" y="42"/>
                    </a:cubicBezTo>
                    <a:cubicBezTo>
                      <a:pt x="74" y="43"/>
                      <a:pt x="75" y="43"/>
                      <a:pt x="76" y="43"/>
                    </a:cubicBezTo>
                    <a:cubicBezTo>
                      <a:pt x="80" y="42"/>
                      <a:pt x="83" y="35"/>
                      <a:pt x="83" y="35"/>
                    </a:cubicBezTo>
                    <a:cubicBezTo>
                      <a:pt x="83" y="35"/>
                      <a:pt x="79" y="38"/>
                      <a:pt x="76" y="37"/>
                    </a:cubicBezTo>
                    <a:cubicBezTo>
                      <a:pt x="73" y="37"/>
                      <a:pt x="69" y="36"/>
                      <a:pt x="69" y="33"/>
                    </a:cubicBezTo>
                    <a:cubicBezTo>
                      <a:pt x="69" y="30"/>
                      <a:pt x="70" y="27"/>
                      <a:pt x="70" y="26"/>
                    </a:cubicBezTo>
                    <a:cubicBezTo>
                      <a:pt x="70" y="26"/>
                      <a:pt x="67" y="29"/>
                      <a:pt x="64" y="30"/>
                    </a:cubicBezTo>
                    <a:cubicBezTo>
                      <a:pt x="61" y="32"/>
                      <a:pt x="60" y="31"/>
                      <a:pt x="59" y="31"/>
                    </a:cubicBezTo>
                    <a:cubicBezTo>
                      <a:pt x="57" y="30"/>
                      <a:pt x="56" y="29"/>
                      <a:pt x="56" y="29"/>
                    </a:cubicBezTo>
                    <a:cubicBezTo>
                      <a:pt x="56" y="24"/>
                      <a:pt x="56" y="24"/>
                      <a:pt x="56" y="24"/>
                    </a:cubicBezTo>
                    <a:cubicBezTo>
                      <a:pt x="58" y="23"/>
                      <a:pt x="58" y="23"/>
                      <a:pt x="58" y="23"/>
                    </a:cubicBezTo>
                    <a:cubicBezTo>
                      <a:pt x="58" y="19"/>
                      <a:pt x="58" y="19"/>
                      <a:pt x="58" y="19"/>
                    </a:cubicBezTo>
                    <a:cubicBezTo>
                      <a:pt x="54" y="19"/>
                      <a:pt x="54" y="19"/>
                      <a:pt x="54" y="19"/>
                    </a:cubicBezTo>
                    <a:cubicBezTo>
                      <a:pt x="54" y="19"/>
                      <a:pt x="54" y="21"/>
                      <a:pt x="53" y="21"/>
                    </a:cubicBezTo>
                    <a:cubicBezTo>
                      <a:pt x="52" y="21"/>
                      <a:pt x="44" y="21"/>
                      <a:pt x="44" y="21"/>
                    </a:cubicBezTo>
                    <a:cubicBezTo>
                      <a:pt x="44" y="21"/>
                      <a:pt x="43" y="20"/>
                      <a:pt x="43" y="18"/>
                    </a:cubicBezTo>
                    <a:cubicBezTo>
                      <a:pt x="44" y="17"/>
                      <a:pt x="44" y="17"/>
                      <a:pt x="44" y="13"/>
                    </a:cubicBezTo>
                    <a:cubicBezTo>
                      <a:pt x="44" y="10"/>
                      <a:pt x="44" y="9"/>
                      <a:pt x="43" y="8"/>
                    </a:cubicBezTo>
                    <a:cubicBezTo>
                      <a:pt x="43" y="7"/>
                      <a:pt x="42" y="7"/>
                      <a:pt x="43" y="6"/>
                    </a:cubicBezTo>
                    <a:cubicBezTo>
                      <a:pt x="44" y="5"/>
                      <a:pt x="44" y="4"/>
                      <a:pt x="43" y="2"/>
                    </a:cubicBezTo>
                    <a:cubicBezTo>
                      <a:pt x="42" y="1"/>
                      <a:pt x="43" y="2"/>
                      <a:pt x="43" y="0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39" y="0"/>
                      <a:pt x="40" y="1"/>
                      <a:pt x="39" y="2"/>
                    </a:cubicBezTo>
                    <a:cubicBezTo>
                      <a:pt x="38" y="3"/>
                      <a:pt x="38" y="5"/>
                      <a:pt x="39" y="6"/>
                    </a:cubicBezTo>
                    <a:cubicBezTo>
                      <a:pt x="39" y="7"/>
                      <a:pt x="40" y="7"/>
                      <a:pt x="39" y="8"/>
                    </a:cubicBezTo>
                    <a:cubicBezTo>
                      <a:pt x="38" y="9"/>
                      <a:pt x="38" y="10"/>
                      <a:pt x="38" y="13"/>
                    </a:cubicBezTo>
                    <a:cubicBezTo>
                      <a:pt x="38" y="16"/>
                      <a:pt x="38" y="17"/>
                      <a:pt x="38" y="18"/>
                    </a:cubicBezTo>
                    <a:cubicBezTo>
                      <a:pt x="39" y="20"/>
                      <a:pt x="38" y="21"/>
                      <a:pt x="38" y="21"/>
                    </a:cubicBezTo>
                    <a:cubicBezTo>
                      <a:pt x="37" y="21"/>
                      <a:pt x="30" y="21"/>
                      <a:pt x="30" y="21"/>
                    </a:cubicBezTo>
                    <a:cubicBezTo>
                      <a:pt x="30" y="21"/>
                      <a:pt x="29" y="20"/>
                      <a:pt x="29" y="19"/>
                    </a:cubicBezTo>
                    <a:cubicBezTo>
                      <a:pt x="25" y="19"/>
                      <a:pt x="25" y="19"/>
                      <a:pt x="25" y="19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7" y="29"/>
                      <a:pt x="24" y="31"/>
                      <a:pt x="22" y="31"/>
                    </a:cubicBezTo>
                    <a:cubicBezTo>
                      <a:pt x="19" y="31"/>
                      <a:pt x="13" y="26"/>
                      <a:pt x="13" y="26"/>
                    </a:cubicBezTo>
                    <a:cubicBezTo>
                      <a:pt x="13" y="26"/>
                      <a:pt x="14" y="33"/>
                      <a:pt x="13" y="35"/>
                    </a:cubicBezTo>
                    <a:cubicBezTo>
                      <a:pt x="13" y="37"/>
                      <a:pt x="10" y="37"/>
                      <a:pt x="7" y="37"/>
                    </a:cubicBezTo>
                    <a:cubicBezTo>
                      <a:pt x="4" y="37"/>
                      <a:pt x="0" y="35"/>
                      <a:pt x="0" y="34"/>
                    </a:cubicBezTo>
                    <a:cubicBezTo>
                      <a:pt x="0" y="34"/>
                      <a:pt x="3" y="40"/>
                      <a:pt x="5" y="42"/>
                    </a:cubicBezTo>
                    <a:cubicBezTo>
                      <a:pt x="7" y="44"/>
                      <a:pt x="10" y="43"/>
                      <a:pt x="10" y="43"/>
                    </a:cubicBez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0" name="íṡļïdê"/>
              <p:cNvSpPr/>
              <p:nvPr/>
            </p:nvSpPr>
            <p:spPr bwMode="auto">
              <a:xfrm>
                <a:off x="3614738" y="3370263"/>
                <a:ext cx="596900" cy="241300"/>
              </a:xfrm>
              <a:custGeom>
                <a:avLst/>
                <a:gdLst>
                  <a:gd name="T0" fmla="*/ 58 w 181"/>
                  <a:gd name="T1" fmla="*/ 72 h 72"/>
                  <a:gd name="T2" fmla="*/ 8 w 181"/>
                  <a:gd name="T3" fmla="*/ 72 h 72"/>
                  <a:gd name="T4" fmla="*/ 3 w 181"/>
                  <a:gd name="T5" fmla="*/ 63 h 72"/>
                  <a:gd name="T6" fmla="*/ 6 w 181"/>
                  <a:gd name="T7" fmla="*/ 63 h 72"/>
                  <a:gd name="T8" fmla="*/ 11 w 181"/>
                  <a:gd name="T9" fmla="*/ 55 h 72"/>
                  <a:gd name="T10" fmla="*/ 14 w 181"/>
                  <a:gd name="T11" fmla="*/ 55 h 72"/>
                  <a:gd name="T12" fmla="*/ 14 w 181"/>
                  <a:gd name="T13" fmla="*/ 29 h 72"/>
                  <a:gd name="T14" fmla="*/ 0 w 181"/>
                  <a:gd name="T15" fmla="*/ 4 h 72"/>
                  <a:gd name="T16" fmla="*/ 30 w 181"/>
                  <a:gd name="T17" fmla="*/ 0 h 72"/>
                  <a:gd name="T18" fmla="*/ 58 w 181"/>
                  <a:gd name="T19" fmla="*/ 8 h 72"/>
                  <a:gd name="T20" fmla="*/ 51 w 181"/>
                  <a:gd name="T21" fmla="*/ 25 h 72"/>
                  <a:gd name="T22" fmla="*/ 131 w 181"/>
                  <a:gd name="T23" fmla="*/ 25 h 72"/>
                  <a:gd name="T24" fmla="*/ 122 w 181"/>
                  <a:gd name="T25" fmla="*/ 8 h 72"/>
                  <a:gd name="T26" fmla="*/ 150 w 181"/>
                  <a:gd name="T27" fmla="*/ 0 h 72"/>
                  <a:gd name="T28" fmla="*/ 181 w 181"/>
                  <a:gd name="T29" fmla="*/ 5 h 72"/>
                  <a:gd name="T30" fmla="*/ 166 w 181"/>
                  <a:gd name="T31" fmla="*/ 28 h 72"/>
                  <a:gd name="T32" fmla="*/ 166 w 181"/>
                  <a:gd name="T33" fmla="*/ 55 h 72"/>
                  <a:gd name="T34" fmla="*/ 171 w 181"/>
                  <a:gd name="T35" fmla="*/ 55 h 72"/>
                  <a:gd name="T36" fmla="*/ 178 w 181"/>
                  <a:gd name="T37" fmla="*/ 65 h 72"/>
                  <a:gd name="T38" fmla="*/ 174 w 181"/>
                  <a:gd name="T39" fmla="*/ 72 h 72"/>
                  <a:gd name="T40" fmla="*/ 58 w 181"/>
                  <a:gd name="T41" fmla="*/ 7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81" h="72">
                    <a:moveTo>
                      <a:pt x="58" y="72"/>
                    </a:moveTo>
                    <a:cubicBezTo>
                      <a:pt x="8" y="72"/>
                      <a:pt x="8" y="72"/>
                      <a:pt x="8" y="72"/>
                    </a:cubicBezTo>
                    <a:cubicBezTo>
                      <a:pt x="3" y="63"/>
                      <a:pt x="3" y="63"/>
                      <a:pt x="3" y="63"/>
                    </a:cubicBezTo>
                    <a:cubicBezTo>
                      <a:pt x="6" y="63"/>
                      <a:pt x="6" y="63"/>
                      <a:pt x="6" y="63"/>
                    </a:cubicBezTo>
                    <a:cubicBezTo>
                      <a:pt x="7" y="61"/>
                      <a:pt x="10" y="57"/>
                      <a:pt x="11" y="55"/>
                    </a:cubicBezTo>
                    <a:cubicBezTo>
                      <a:pt x="12" y="55"/>
                      <a:pt x="13" y="55"/>
                      <a:pt x="14" y="55"/>
                    </a:cubicBezTo>
                    <a:cubicBezTo>
                      <a:pt x="14" y="45"/>
                      <a:pt x="14" y="39"/>
                      <a:pt x="14" y="29"/>
                    </a:cubicBezTo>
                    <a:cubicBezTo>
                      <a:pt x="6" y="25"/>
                      <a:pt x="0" y="19"/>
                      <a:pt x="0" y="4"/>
                    </a:cubicBezTo>
                    <a:cubicBezTo>
                      <a:pt x="13" y="19"/>
                      <a:pt x="25" y="20"/>
                      <a:pt x="30" y="0"/>
                    </a:cubicBezTo>
                    <a:cubicBezTo>
                      <a:pt x="40" y="22"/>
                      <a:pt x="50" y="16"/>
                      <a:pt x="58" y="8"/>
                    </a:cubicBezTo>
                    <a:cubicBezTo>
                      <a:pt x="59" y="17"/>
                      <a:pt x="51" y="24"/>
                      <a:pt x="51" y="25"/>
                    </a:cubicBezTo>
                    <a:cubicBezTo>
                      <a:pt x="131" y="25"/>
                      <a:pt x="131" y="25"/>
                      <a:pt x="131" y="25"/>
                    </a:cubicBezTo>
                    <a:cubicBezTo>
                      <a:pt x="128" y="21"/>
                      <a:pt x="123" y="15"/>
                      <a:pt x="122" y="8"/>
                    </a:cubicBezTo>
                    <a:cubicBezTo>
                      <a:pt x="131" y="18"/>
                      <a:pt x="141" y="23"/>
                      <a:pt x="150" y="0"/>
                    </a:cubicBezTo>
                    <a:cubicBezTo>
                      <a:pt x="160" y="23"/>
                      <a:pt x="169" y="16"/>
                      <a:pt x="181" y="5"/>
                    </a:cubicBezTo>
                    <a:cubicBezTo>
                      <a:pt x="178" y="23"/>
                      <a:pt x="174" y="23"/>
                      <a:pt x="166" y="28"/>
                    </a:cubicBezTo>
                    <a:cubicBezTo>
                      <a:pt x="166" y="38"/>
                      <a:pt x="166" y="45"/>
                      <a:pt x="166" y="55"/>
                    </a:cubicBezTo>
                    <a:cubicBezTo>
                      <a:pt x="168" y="55"/>
                      <a:pt x="169" y="55"/>
                      <a:pt x="171" y="55"/>
                    </a:cubicBezTo>
                    <a:cubicBezTo>
                      <a:pt x="178" y="65"/>
                      <a:pt x="178" y="65"/>
                      <a:pt x="178" y="65"/>
                    </a:cubicBezTo>
                    <a:cubicBezTo>
                      <a:pt x="174" y="72"/>
                      <a:pt x="174" y="72"/>
                      <a:pt x="174" y="72"/>
                    </a:cubicBezTo>
                    <a:lnTo>
                      <a:pt x="58" y="7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1" name="iş1ïďe"/>
              <p:cNvSpPr/>
              <p:nvPr/>
            </p:nvSpPr>
            <p:spPr bwMode="auto">
              <a:xfrm>
                <a:off x="3624263" y="3381375"/>
                <a:ext cx="577850" cy="200025"/>
              </a:xfrm>
              <a:custGeom>
                <a:avLst/>
                <a:gdLst>
                  <a:gd name="T0" fmla="*/ 130 w 175"/>
                  <a:gd name="T1" fmla="*/ 51 h 60"/>
                  <a:gd name="T2" fmla="*/ 130 w 175"/>
                  <a:gd name="T3" fmla="*/ 50 h 60"/>
                  <a:gd name="T4" fmla="*/ 48 w 175"/>
                  <a:gd name="T5" fmla="*/ 50 h 60"/>
                  <a:gd name="T6" fmla="*/ 48 w 175"/>
                  <a:gd name="T7" fmla="*/ 51 h 60"/>
                  <a:gd name="T8" fmla="*/ 52 w 175"/>
                  <a:gd name="T9" fmla="*/ 51 h 60"/>
                  <a:gd name="T10" fmla="*/ 48 w 175"/>
                  <a:gd name="T11" fmla="*/ 60 h 60"/>
                  <a:gd name="T12" fmla="*/ 7 w 175"/>
                  <a:gd name="T13" fmla="*/ 60 h 60"/>
                  <a:gd name="T14" fmla="*/ 10 w 175"/>
                  <a:gd name="T15" fmla="*/ 54 h 60"/>
                  <a:gd name="T16" fmla="*/ 14 w 175"/>
                  <a:gd name="T17" fmla="*/ 54 h 60"/>
                  <a:gd name="T18" fmla="*/ 13 w 175"/>
                  <a:gd name="T19" fmla="*/ 25 h 60"/>
                  <a:gd name="T20" fmla="*/ 0 w 175"/>
                  <a:gd name="T21" fmla="*/ 7 h 60"/>
                  <a:gd name="T22" fmla="*/ 28 w 175"/>
                  <a:gd name="T23" fmla="*/ 0 h 60"/>
                  <a:gd name="T24" fmla="*/ 55 w 175"/>
                  <a:gd name="T25" fmla="*/ 7 h 60"/>
                  <a:gd name="T26" fmla="*/ 48 w 175"/>
                  <a:gd name="T27" fmla="*/ 22 h 60"/>
                  <a:gd name="T28" fmla="*/ 127 w 175"/>
                  <a:gd name="T29" fmla="*/ 22 h 60"/>
                  <a:gd name="T30" fmla="*/ 119 w 175"/>
                  <a:gd name="T31" fmla="*/ 7 h 60"/>
                  <a:gd name="T32" fmla="*/ 147 w 175"/>
                  <a:gd name="T33" fmla="*/ 0 h 60"/>
                  <a:gd name="T34" fmla="*/ 175 w 175"/>
                  <a:gd name="T35" fmla="*/ 7 h 60"/>
                  <a:gd name="T36" fmla="*/ 161 w 175"/>
                  <a:gd name="T37" fmla="*/ 24 h 60"/>
                  <a:gd name="T38" fmla="*/ 161 w 175"/>
                  <a:gd name="T39" fmla="*/ 53 h 60"/>
                  <a:gd name="T40" fmla="*/ 165 w 175"/>
                  <a:gd name="T41" fmla="*/ 53 h 60"/>
                  <a:gd name="T42" fmla="*/ 169 w 175"/>
                  <a:gd name="T43" fmla="*/ 60 h 60"/>
                  <a:gd name="T44" fmla="*/ 128 w 175"/>
                  <a:gd name="T45" fmla="*/ 60 h 60"/>
                  <a:gd name="T46" fmla="*/ 124 w 175"/>
                  <a:gd name="T47" fmla="*/ 51 h 60"/>
                  <a:gd name="T48" fmla="*/ 130 w 175"/>
                  <a:gd name="T49" fmla="*/ 51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75" h="60">
                    <a:moveTo>
                      <a:pt x="130" y="51"/>
                    </a:moveTo>
                    <a:cubicBezTo>
                      <a:pt x="130" y="50"/>
                      <a:pt x="130" y="50"/>
                      <a:pt x="130" y="50"/>
                    </a:cubicBezTo>
                    <a:cubicBezTo>
                      <a:pt x="48" y="50"/>
                      <a:pt x="48" y="50"/>
                      <a:pt x="48" y="50"/>
                    </a:cubicBezTo>
                    <a:cubicBezTo>
                      <a:pt x="48" y="51"/>
                      <a:pt x="48" y="51"/>
                      <a:pt x="48" y="51"/>
                    </a:cubicBezTo>
                    <a:cubicBezTo>
                      <a:pt x="52" y="51"/>
                      <a:pt x="52" y="51"/>
                      <a:pt x="52" y="51"/>
                    </a:cubicBezTo>
                    <a:cubicBezTo>
                      <a:pt x="48" y="60"/>
                      <a:pt x="48" y="60"/>
                      <a:pt x="48" y="60"/>
                    </a:cubicBezTo>
                    <a:cubicBezTo>
                      <a:pt x="34" y="60"/>
                      <a:pt x="20" y="60"/>
                      <a:pt x="7" y="60"/>
                    </a:cubicBezTo>
                    <a:cubicBezTo>
                      <a:pt x="8" y="58"/>
                      <a:pt x="9" y="56"/>
                      <a:pt x="10" y="54"/>
                    </a:cubicBezTo>
                    <a:cubicBezTo>
                      <a:pt x="11" y="54"/>
                      <a:pt x="12" y="54"/>
                      <a:pt x="14" y="54"/>
                    </a:cubicBezTo>
                    <a:cubicBezTo>
                      <a:pt x="14" y="44"/>
                      <a:pt x="13" y="34"/>
                      <a:pt x="13" y="25"/>
                    </a:cubicBezTo>
                    <a:cubicBezTo>
                      <a:pt x="5" y="20"/>
                      <a:pt x="1" y="14"/>
                      <a:pt x="0" y="7"/>
                    </a:cubicBezTo>
                    <a:cubicBezTo>
                      <a:pt x="12" y="18"/>
                      <a:pt x="22" y="17"/>
                      <a:pt x="28" y="0"/>
                    </a:cubicBezTo>
                    <a:cubicBezTo>
                      <a:pt x="37" y="22"/>
                      <a:pt x="47" y="15"/>
                      <a:pt x="55" y="7"/>
                    </a:cubicBezTo>
                    <a:cubicBezTo>
                      <a:pt x="55" y="14"/>
                      <a:pt x="50" y="17"/>
                      <a:pt x="48" y="22"/>
                    </a:cubicBezTo>
                    <a:cubicBezTo>
                      <a:pt x="127" y="22"/>
                      <a:pt x="127" y="22"/>
                      <a:pt x="127" y="22"/>
                    </a:cubicBezTo>
                    <a:cubicBezTo>
                      <a:pt x="125" y="18"/>
                      <a:pt x="120" y="14"/>
                      <a:pt x="119" y="7"/>
                    </a:cubicBezTo>
                    <a:cubicBezTo>
                      <a:pt x="127" y="15"/>
                      <a:pt x="137" y="22"/>
                      <a:pt x="147" y="0"/>
                    </a:cubicBezTo>
                    <a:cubicBezTo>
                      <a:pt x="153" y="17"/>
                      <a:pt x="163" y="18"/>
                      <a:pt x="175" y="7"/>
                    </a:cubicBezTo>
                    <a:cubicBezTo>
                      <a:pt x="173" y="14"/>
                      <a:pt x="169" y="19"/>
                      <a:pt x="161" y="24"/>
                    </a:cubicBezTo>
                    <a:cubicBezTo>
                      <a:pt x="161" y="34"/>
                      <a:pt x="161" y="44"/>
                      <a:pt x="161" y="53"/>
                    </a:cubicBezTo>
                    <a:cubicBezTo>
                      <a:pt x="162" y="53"/>
                      <a:pt x="164" y="53"/>
                      <a:pt x="165" y="53"/>
                    </a:cubicBezTo>
                    <a:cubicBezTo>
                      <a:pt x="166" y="55"/>
                      <a:pt x="167" y="58"/>
                      <a:pt x="169" y="60"/>
                    </a:cubicBezTo>
                    <a:cubicBezTo>
                      <a:pt x="155" y="60"/>
                      <a:pt x="142" y="60"/>
                      <a:pt x="128" y="60"/>
                    </a:cubicBezTo>
                    <a:cubicBezTo>
                      <a:pt x="124" y="51"/>
                      <a:pt x="124" y="51"/>
                      <a:pt x="124" y="51"/>
                    </a:cubicBezTo>
                    <a:lnTo>
                      <a:pt x="130" y="51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2" name="ïṩḷíḍé"/>
              <p:cNvSpPr/>
              <p:nvPr/>
            </p:nvSpPr>
            <p:spPr bwMode="auto">
              <a:xfrm>
                <a:off x="4065588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3" name="ïśľíḍè"/>
              <p:cNvSpPr/>
              <p:nvPr/>
            </p:nvSpPr>
            <p:spPr bwMode="auto">
              <a:xfrm>
                <a:off x="3740151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4" name="í$ḻîḋè"/>
              <p:cNvSpPr/>
              <p:nvPr/>
            </p:nvSpPr>
            <p:spPr bwMode="auto">
              <a:xfrm>
                <a:off x="4125913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5" name="iṣļíḋe"/>
              <p:cNvSpPr/>
              <p:nvPr/>
            </p:nvSpPr>
            <p:spPr bwMode="auto">
              <a:xfrm>
                <a:off x="3709988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6" name="iṩḷiḓé"/>
              <p:cNvSpPr/>
              <p:nvPr/>
            </p:nvSpPr>
            <p:spPr bwMode="auto">
              <a:xfrm>
                <a:off x="4095751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7" name="iSľiḍè"/>
              <p:cNvSpPr/>
              <p:nvPr/>
            </p:nvSpPr>
            <p:spPr bwMode="auto">
              <a:xfrm>
                <a:off x="3663951" y="3460750"/>
                <a:ext cx="495300" cy="31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8" name="ïṩḷîḍe"/>
              <p:cNvSpPr/>
              <p:nvPr/>
            </p:nvSpPr>
            <p:spPr bwMode="auto">
              <a:xfrm>
                <a:off x="3663951" y="3473450"/>
                <a:ext cx="115888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9" name="íšḻiḑê"/>
              <p:cNvSpPr/>
              <p:nvPr/>
            </p:nvSpPr>
            <p:spPr bwMode="auto">
              <a:xfrm>
                <a:off x="3789363" y="3473450"/>
                <a:ext cx="428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0" name="ïṩļïďè"/>
              <p:cNvSpPr/>
              <p:nvPr/>
            </p:nvSpPr>
            <p:spPr bwMode="auto">
              <a:xfrm>
                <a:off x="3851276" y="3473450"/>
                <a:ext cx="57150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1" name="îṥlïḋê"/>
              <p:cNvSpPr/>
              <p:nvPr/>
            </p:nvSpPr>
            <p:spPr bwMode="auto">
              <a:xfrm>
                <a:off x="3917951" y="3473450"/>
                <a:ext cx="555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2" name="îṧľïdè"/>
              <p:cNvSpPr/>
              <p:nvPr/>
            </p:nvSpPr>
            <p:spPr bwMode="auto">
              <a:xfrm>
                <a:off x="3994151" y="3473450"/>
                <a:ext cx="428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3" name="iSḷîḓê"/>
              <p:cNvSpPr/>
              <p:nvPr/>
            </p:nvSpPr>
            <p:spPr bwMode="auto">
              <a:xfrm>
                <a:off x="4046538" y="3473450"/>
                <a:ext cx="11271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4" name="îślíďè"/>
              <p:cNvSpPr/>
              <p:nvPr/>
            </p:nvSpPr>
            <p:spPr bwMode="auto">
              <a:xfrm>
                <a:off x="3979863" y="3473450"/>
                <a:ext cx="7938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5" name="iSḻïḍè"/>
              <p:cNvSpPr/>
              <p:nvPr/>
            </p:nvSpPr>
            <p:spPr bwMode="auto">
              <a:xfrm>
                <a:off x="3838576" y="3473450"/>
                <a:ext cx="6350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6" name="ïṡliḑê"/>
              <p:cNvSpPr/>
              <p:nvPr/>
            </p:nvSpPr>
            <p:spPr bwMode="auto">
              <a:xfrm>
                <a:off x="3851276" y="3384550"/>
                <a:ext cx="26988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7" name="islïďé"/>
              <p:cNvSpPr/>
              <p:nvPr/>
            </p:nvSpPr>
            <p:spPr bwMode="auto">
              <a:xfrm>
                <a:off x="3817938" y="3384550"/>
                <a:ext cx="26988" cy="15875"/>
              </a:xfrm>
              <a:custGeom>
                <a:avLst/>
                <a:gdLst>
                  <a:gd name="T0" fmla="*/ 7 w 8"/>
                  <a:gd name="T1" fmla="*/ 0 h 5"/>
                  <a:gd name="T2" fmla="*/ 8 w 8"/>
                  <a:gd name="T3" fmla="*/ 2 h 5"/>
                  <a:gd name="T4" fmla="*/ 1 w 8"/>
                  <a:gd name="T5" fmla="*/ 5 h 5"/>
                  <a:gd name="T6" fmla="*/ 7 w 8"/>
                  <a:gd name="T7" fmla="*/ 0 h 5"/>
                  <a:gd name="T8" fmla="*/ 7 w 8"/>
                  <a:gd name="T9" fmla="*/ 0 h 5"/>
                  <a:gd name="T10" fmla="*/ 7 w 8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5">
                    <a:moveTo>
                      <a:pt x="7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0" y="2"/>
                      <a:pt x="7" y="0"/>
                    </a:cubicBezTo>
                    <a:close/>
                    <a:moveTo>
                      <a:pt x="7" y="0"/>
                    </a:moveTo>
                    <a:cubicBezTo>
                      <a:pt x="7" y="0"/>
                      <a:pt x="7" y="0"/>
                      <a:pt x="7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8" name="îṥḷîdé"/>
              <p:cNvSpPr/>
              <p:nvPr/>
            </p:nvSpPr>
            <p:spPr bwMode="auto">
              <a:xfrm>
                <a:off x="3983038" y="3384550"/>
                <a:ext cx="26988" cy="15875"/>
              </a:xfrm>
              <a:custGeom>
                <a:avLst/>
                <a:gdLst>
                  <a:gd name="T0" fmla="*/ 1 w 8"/>
                  <a:gd name="T1" fmla="*/ 0 h 5"/>
                  <a:gd name="T2" fmla="*/ 0 w 8"/>
                  <a:gd name="T3" fmla="*/ 2 h 5"/>
                  <a:gd name="T4" fmla="*/ 7 w 8"/>
                  <a:gd name="T5" fmla="*/ 5 h 5"/>
                  <a:gd name="T6" fmla="*/ 1 w 8"/>
                  <a:gd name="T7" fmla="*/ 0 h 5"/>
                  <a:gd name="T8" fmla="*/ 1 w 8"/>
                  <a:gd name="T9" fmla="*/ 0 h 5"/>
                  <a:gd name="T10" fmla="*/ 1 w 8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5">
                    <a:moveTo>
                      <a:pt x="1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7" y="5"/>
                      <a:pt x="7" y="5"/>
                      <a:pt x="7" y="5"/>
                    </a:cubicBezTo>
                    <a:cubicBezTo>
                      <a:pt x="7" y="5"/>
                      <a:pt x="8" y="2"/>
                      <a:pt x="1" y="0"/>
                    </a:cubicBezTo>
                    <a:close/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9" name="isḷîḋé"/>
              <p:cNvSpPr/>
              <p:nvPr/>
            </p:nvSpPr>
            <p:spPr bwMode="auto">
              <a:xfrm>
                <a:off x="3884613" y="3384550"/>
                <a:ext cx="26988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0" name="iśḷïḑè"/>
              <p:cNvSpPr/>
              <p:nvPr/>
            </p:nvSpPr>
            <p:spPr bwMode="auto">
              <a:xfrm>
                <a:off x="3917951" y="3384550"/>
                <a:ext cx="25400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1" name="iṧľiďé"/>
              <p:cNvSpPr/>
              <p:nvPr/>
            </p:nvSpPr>
            <p:spPr bwMode="auto">
              <a:xfrm>
                <a:off x="3951288" y="3384550"/>
                <a:ext cx="25400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2" name="išľïḍé"/>
              <p:cNvSpPr/>
              <p:nvPr/>
            </p:nvSpPr>
            <p:spPr bwMode="auto">
              <a:xfrm>
                <a:off x="3771901" y="3484563"/>
                <a:ext cx="7938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3" name="îŝlîḑè"/>
              <p:cNvSpPr/>
              <p:nvPr/>
            </p:nvSpPr>
            <p:spPr bwMode="auto">
              <a:xfrm>
                <a:off x="3786188" y="3484563"/>
                <a:ext cx="46038" cy="60325"/>
              </a:xfrm>
              <a:custGeom>
                <a:avLst/>
                <a:gdLst>
                  <a:gd name="T0" fmla="*/ 8 w 29"/>
                  <a:gd name="T1" fmla="*/ 0 h 38"/>
                  <a:gd name="T2" fmla="*/ 20 w 29"/>
                  <a:gd name="T3" fmla="*/ 0 h 38"/>
                  <a:gd name="T4" fmla="*/ 29 w 29"/>
                  <a:gd name="T5" fmla="*/ 8 h 38"/>
                  <a:gd name="T6" fmla="*/ 29 w 29"/>
                  <a:gd name="T7" fmla="*/ 38 h 38"/>
                  <a:gd name="T8" fmla="*/ 0 w 29"/>
                  <a:gd name="T9" fmla="*/ 38 h 38"/>
                  <a:gd name="T10" fmla="*/ 0 w 29"/>
                  <a:gd name="T11" fmla="*/ 8 h 38"/>
                  <a:gd name="T12" fmla="*/ 8 w 29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8">
                    <a:moveTo>
                      <a:pt x="8" y="0"/>
                    </a:moveTo>
                    <a:lnTo>
                      <a:pt x="20" y="0"/>
                    </a:lnTo>
                    <a:lnTo>
                      <a:pt x="29" y="8"/>
                    </a:lnTo>
                    <a:lnTo>
                      <a:pt x="29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4" name="îṩḻíḓe"/>
              <p:cNvSpPr/>
              <p:nvPr/>
            </p:nvSpPr>
            <p:spPr bwMode="auto">
              <a:xfrm>
                <a:off x="3994151" y="3484563"/>
                <a:ext cx="46038" cy="60325"/>
              </a:xfrm>
              <a:custGeom>
                <a:avLst/>
                <a:gdLst>
                  <a:gd name="T0" fmla="*/ 8 w 29"/>
                  <a:gd name="T1" fmla="*/ 0 h 38"/>
                  <a:gd name="T2" fmla="*/ 18 w 29"/>
                  <a:gd name="T3" fmla="*/ 0 h 38"/>
                  <a:gd name="T4" fmla="*/ 29 w 29"/>
                  <a:gd name="T5" fmla="*/ 8 h 38"/>
                  <a:gd name="T6" fmla="*/ 29 w 29"/>
                  <a:gd name="T7" fmla="*/ 38 h 38"/>
                  <a:gd name="T8" fmla="*/ 0 w 29"/>
                  <a:gd name="T9" fmla="*/ 38 h 38"/>
                  <a:gd name="T10" fmla="*/ 0 w 29"/>
                  <a:gd name="T11" fmla="*/ 8 h 38"/>
                  <a:gd name="T12" fmla="*/ 8 w 29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8">
                    <a:moveTo>
                      <a:pt x="8" y="0"/>
                    </a:moveTo>
                    <a:lnTo>
                      <a:pt x="18" y="0"/>
                    </a:lnTo>
                    <a:lnTo>
                      <a:pt x="29" y="8"/>
                    </a:lnTo>
                    <a:lnTo>
                      <a:pt x="29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5" name="î$1îdè"/>
              <p:cNvSpPr/>
              <p:nvPr/>
            </p:nvSpPr>
            <p:spPr bwMode="auto">
              <a:xfrm>
                <a:off x="3851276" y="3484563"/>
                <a:ext cx="122238" cy="60325"/>
              </a:xfrm>
              <a:custGeom>
                <a:avLst/>
                <a:gdLst>
                  <a:gd name="T0" fmla="*/ 9 w 77"/>
                  <a:gd name="T1" fmla="*/ 0 h 38"/>
                  <a:gd name="T2" fmla="*/ 69 w 77"/>
                  <a:gd name="T3" fmla="*/ 0 h 38"/>
                  <a:gd name="T4" fmla="*/ 77 w 77"/>
                  <a:gd name="T5" fmla="*/ 8 h 38"/>
                  <a:gd name="T6" fmla="*/ 77 w 77"/>
                  <a:gd name="T7" fmla="*/ 38 h 38"/>
                  <a:gd name="T8" fmla="*/ 0 w 77"/>
                  <a:gd name="T9" fmla="*/ 38 h 38"/>
                  <a:gd name="T10" fmla="*/ 0 w 77"/>
                  <a:gd name="T11" fmla="*/ 8 h 38"/>
                  <a:gd name="T12" fmla="*/ 9 w 77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7" h="38">
                    <a:moveTo>
                      <a:pt x="9" y="0"/>
                    </a:moveTo>
                    <a:lnTo>
                      <a:pt x="69" y="0"/>
                    </a:lnTo>
                    <a:lnTo>
                      <a:pt x="77" y="8"/>
                    </a:lnTo>
                    <a:lnTo>
                      <a:pt x="77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6" name="iśľïḓe"/>
              <p:cNvSpPr/>
              <p:nvPr/>
            </p:nvSpPr>
            <p:spPr bwMode="auto">
              <a:xfrm>
                <a:off x="4046538" y="3484563"/>
                <a:ext cx="6350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7" name="iṣļïḑè"/>
              <p:cNvSpPr/>
              <p:nvPr/>
            </p:nvSpPr>
            <p:spPr bwMode="auto">
              <a:xfrm>
                <a:off x="3838576" y="3484563"/>
                <a:ext cx="6350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8" name="iṡḷidé"/>
              <p:cNvSpPr/>
              <p:nvPr/>
            </p:nvSpPr>
            <p:spPr bwMode="auto">
              <a:xfrm>
                <a:off x="3979863" y="3484563"/>
                <a:ext cx="3175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9" name="íṡḷíḋe"/>
              <p:cNvSpPr/>
              <p:nvPr/>
            </p:nvSpPr>
            <p:spPr bwMode="auto">
              <a:xfrm>
                <a:off x="3811588" y="3551238"/>
                <a:ext cx="20478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0" name="íŝ1iḑê"/>
              <p:cNvSpPr/>
              <p:nvPr/>
            </p:nvSpPr>
            <p:spPr bwMode="auto">
              <a:xfrm>
                <a:off x="3805238" y="3557588"/>
                <a:ext cx="214313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1" name="îṩḷiḑe"/>
              <p:cNvSpPr/>
              <p:nvPr/>
            </p:nvSpPr>
            <p:spPr bwMode="auto">
              <a:xfrm>
                <a:off x="3802063" y="3567113"/>
                <a:ext cx="220663" cy="1588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2" name="iṧḻiḑê"/>
              <p:cNvSpPr/>
              <p:nvPr/>
            </p:nvSpPr>
            <p:spPr bwMode="auto">
              <a:xfrm>
                <a:off x="3802063" y="3570288"/>
                <a:ext cx="22383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3" name="ïṣḻîḋè"/>
              <p:cNvSpPr/>
              <p:nvPr/>
            </p:nvSpPr>
            <p:spPr bwMode="auto">
              <a:xfrm>
                <a:off x="3795713" y="3581400"/>
                <a:ext cx="234950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4" name="îṡ1îḍé"/>
              <p:cNvSpPr/>
              <p:nvPr/>
            </p:nvSpPr>
            <p:spPr bwMode="auto">
              <a:xfrm>
                <a:off x="3633788" y="3587750"/>
                <a:ext cx="560388" cy="6350"/>
              </a:xfrm>
              <a:custGeom>
                <a:avLst/>
                <a:gdLst>
                  <a:gd name="T0" fmla="*/ 0 w 353"/>
                  <a:gd name="T1" fmla="*/ 0 h 4"/>
                  <a:gd name="T2" fmla="*/ 353 w 353"/>
                  <a:gd name="T3" fmla="*/ 0 h 4"/>
                  <a:gd name="T4" fmla="*/ 351 w 353"/>
                  <a:gd name="T5" fmla="*/ 4 h 4"/>
                  <a:gd name="T6" fmla="*/ 2 w 353"/>
                  <a:gd name="T7" fmla="*/ 4 h 4"/>
                  <a:gd name="T8" fmla="*/ 0 w 353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3" h="4">
                    <a:moveTo>
                      <a:pt x="0" y="0"/>
                    </a:moveTo>
                    <a:lnTo>
                      <a:pt x="353" y="0"/>
                    </a:lnTo>
                    <a:lnTo>
                      <a:pt x="351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5" name="îš1íḑe"/>
              <p:cNvSpPr/>
              <p:nvPr/>
            </p:nvSpPr>
            <p:spPr bwMode="auto">
              <a:xfrm>
                <a:off x="3640138" y="3600450"/>
                <a:ext cx="547688" cy="6350"/>
              </a:xfrm>
              <a:custGeom>
                <a:avLst/>
                <a:gdLst>
                  <a:gd name="T0" fmla="*/ 0 w 345"/>
                  <a:gd name="T1" fmla="*/ 0 h 4"/>
                  <a:gd name="T2" fmla="*/ 345 w 345"/>
                  <a:gd name="T3" fmla="*/ 0 h 4"/>
                  <a:gd name="T4" fmla="*/ 343 w 345"/>
                  <a:gd name="T5" fmla="*/ 4 h 4"/>
                  <a:gd name="T6" fmla="*/ 2 w 345"/>
                  <a:gd name="T7" fmla="*/ 4 h 4"/>
                  <a:gd name="T8" fmla="*/ 0 w 345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5" h="4">
                    <a:moveTo>
                      <a:pt x="0" y="0"/>
                    </a:moveTo>
                    <a:lnTo>
                      <a:pt x="345" y="0"/>
                    </a:lnTo>
                    <a:lnTo>
                      <a:pt x="343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6" name="iš1ïḍe"/>
              <p:cNvSpPr/>
              <p:nvPr/>
            </p:nvSpPr>
            <p:spPr bwMode="auto">
              <a:xfrm>
                <a:off x="3736976" y="3406775"/>
                <a:ext cx="352425" cy="4763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7" name="îSḻîde"/>
              <p:cNvSpPr/>
              <p:nvPr/>
            </p:nvSpPr>
            <p:spPr bwMode="auto">
              <a:xfrm>
                <a:off x="3746501" y="3417888"/>
                <a:ext cx="3333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" name="î$ḻîḑé"/>
              <p:cNvSpPr/>
              <p:nvPr/>
            </p:nvSpPr>
            <p:spPr bwMode="auto">
              <a:xfrm>
                <a:off x="3805238" y="3417888"/>
                <a:ext cx="211138" cy="1588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" name="íŝļïḓe"/>
              <p:cNvSpPr/>
              <p:nvPr/>
            </p:nvSpPr>
            <p:spPr bwMode="auto">
              <a:xfrm>
                <a:off x="3811588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" name="îS1iḍé"/>
              <p:cNvSpPr/>
              <p:nvPr/>
            </p:nvSpPr>
            <p:spPr bwMode="auto">
              <a:xfrm>
                <a:off x="3802063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" name="išlïdé"/>
              <p:cNvSpPr/>
              <p:nvPr/>
            </p:nvSpPr>
            <p:spPr bwMode="auto">
              <a:xfrm>
                <a:off x="3789363" y="3421063"/>
                <a:ext cx="6350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" name="ïSlïde"/>
              <p:cNvSpPr/>
              <p:nvPr/>
            </p:nvSpPr>
            <p:spPr bwMode="auto">
              <a:xfrm>
                <a:off x="3822701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" name="îşľïďe"/>
              <p:cNvSpPr/>
              <p:nvPr/>
            </p:nvSpPr>
            <p:spPr bwMode="auto">
              <a:xfrm>
                <a:off x="3832226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" name="ïşľíďê"/>
              <p:cNvSpPr/>
              <p:nvPr/>
            </p:nvSpPr>
            <p:spPr bwMode="auto">
              <a:xfrm>
                <a:off x="38449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" name="íś1ïdè"/>
              <p:cNvSpPr/>
              <p:nvPr/>
            </p:nvSpPr>
            <p:spPr bwMode="auto">
              <a:xfrm>
                <a:off x="3854451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6" name="iṩḷiḍe"/>
              <p:cNvSpPr/>
              <p:nvPr/>
            </p:nvSpPr>
            <p:spPr bwMode="auto">
              <a:xfrm>
                <a:off x="3865563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7" name="ïŝ1iďè"/>
              <p:cNvSpPr/>
              <p:nvPr/>
            </p:nvSpPr>
            <p:spPr bwMode="auto">
              <a:xfrm>
                <a:off x="3878263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8" name="íṩļíḋê"/>
              <p:cNvSpPr/>
              <p:nvPr/>
            </p:nvSpPr>
            <p:spPr bwMode="auto">
              <a:xfrm>
                <a:off x="3887788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9" name="ïṧ1ïdè"/>
              <p:cNvSpPr/>
              <p:nvPr/>
            </p:nvSpPr>
            <p:spPr bwMode="auto">
              <a:xfrm>
                <a:off x="3897313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0" name="íŝḻîḍé"/>
              <p:cNvSpPr/>
              <p:nvPr/>
            </p:nvSpPr>
            <p:spPr bwMode="auto">
              <a:xfrm>
                <a:off x="3908426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1" name="îşḻïḓé"/>
              <p:cNvSpPr/>
              <p:nvPr/>
            </p:nvSpPr>
            <p:spPr bwMode="auto">
              <a:xfrm>
                <a:off x="39211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2" name="íśļíďè"/>
              <p:cNvSpPr/>
              <p:nvPr/>
            </p:nvSpPr>
            <p:spPr bwMode="auto">
              <a:xfrm>
                <a:off x="3930651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3" name="iŝ1ïdé"/>
              <p:cNvSpPr/>
              <p:nvPr/>
            </p:nvSpPr>
            <p:spPr bwMode="auto">
              <a:xfrm>
                <a:off x="3940176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4" name="is1ídè"/>
              <p:cNvSpPr/>
              <p:nvPr/>
            </p:nvSpPr>
            <p:spPr bwMode="auto">
              <a:xfrm>
                <a:off x="3951288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2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5" name="islíďê"/>
              <p:cNvSpPr/>
              <p:nvPr/>
            </p:nvSpPr>
            <p:spPr bwMode="auto">
              <a:xfrm>
                <a:off x="3963988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6" name="iṩlíḑê"/>
              <p:cNvSpPr/>
              <p:nvPr/>
            </p:nvSpPr>
            <p:spPr bwMode="auto">
              <a:xfrm>
                <a:off x="3973513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7" name="îṥḷïďê"/>
              <p:cNvSpPr/>
              <p:nvPr/>
            </p:nvSpPr>
            <p:spPr bwMode="auto">
              <a:xfrm>
                <a:off x="3983038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8" name="íṥḻïďè"/>
              <p:cNvSpPr/>
              <p:nvPr/>
            </p:nvSpPr>
            <p:spPr bwMode="auto">
              <a:xfrm>
                <a:off x="39973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9" name="íṡḷíḍè"/>
              <p:cNvSpPr/>
              <p:nvPr/>
            </p:nvSpPr>
            <p:spPr bwMode="auto">
              <a:xfrm>
                <a:off x="4006851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0" name="î$ḷîḑé"/>
              <p:cNvSpPr/>
              <p:nvPr/>
            </p:nvSpPr>
            <p:spPr bwMode="auto">
              <a:xfrm>
                <a:off x="4016376" y="3421063"/>
                <a:ext cx="6350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1" name="í$ľîdè"/>
              <p:cNvSpPr/>
              <p:nvPr/>
            </p:nvSpPr>
            <p:spPr bwMode="auto">
              <a:xfrm>
                <a:off x="4025901" y="3421063"/>
                <a:ext cx="7938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2" name="iṥ1iḍè"/>
              <p:cNvSpPr/>
              <p:nvPr/>
            </p:nvSpPr>
            <p:spPr bwMode="auto">
              <a:xfrm>
                <a:off x="4040188" y="3417888"/>
                <a:ext cx="3968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3" name="ïslidé"/>
              <p:cNvSpPr/>
              <p:nvPr/>
            </p:nvSpPr>
            <p:spPr bwMode="auto">
              <a:xfrm>
                <a:off x="3679826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4" name="íṡlïďè"/>
              <p:cNvSpPr/>
              <p:nvPr/>
            </p:nvSpPr>
            <p:spPr bwMode="auto">
              <a:xfrm>
                <a:off x="3884613" y="3490913"/>
                <a:ext cx="55563" cy="53975"/>
              </a:xfrm>
              <a:custGeom>
                <a:avLst/>
                <a:gdLst>
                  <a:gd name="T0" fmla="*/ 0 w 35"/>
                  <a:gd name="T1" fmla="*/ 0 h 34"/>
                  <a:gd name="T2" fmla="*/ 35 w 35"/>
                  <a:gd name="T3" fmla="*/ 0 h 34"/>
                  <a:gd name="T4" fmla="*/ 35 w 35"/>
                  <a:gd name="T5" fmla="*/ 34 h 34"/>
                  <a:gd name="T6" fmla="*/ 0 w 35"/>
                  <a:gd name="T7" fmla="*/ 34 h 34"/>
                  <a:gd name="T8" fmla="*/ 0 w 35"/>
                  <a:gd name="T9" fmla="*/ 0 h 34"/>
                  <a:gd name="T10" fmla="*/ 0 w 35"/>
                  <a:gd name="T11" fmla="*/ 0 h 34"/>
                  <a:gd name="T12" fmla="*/ 4 w 35"/>
                  <a:gd name="T13" fmla="*/ 8 h 34"/>
                  <a:gd name="T14" fmla="*/ 4 w 35"/>
                  <a:gd name="T15" fmla="*/ 27 h 34"/>
                  <a:gd name="T16" fmla="*/ 8 w 35"/>
                  <a:gd name="T17" fmla="*/ 27 h 34"/>
                  <a:gd name="T18" fmla="*/ 8 w 35"/>
                  <a:gd name="T19" fmla="*/ 8 h 34"/>
                  <a:gd name="T20" fmla="*/ 4 w 35"/>
                  <a:gd name="T21" fmla="*/ 8 h 34"/>
                  <a:gd name="T22" fmla="*/ 4 w 35"/>
                  <a:gd name="T23" fmla="*/ 8 h 34"/>
                  <a:gd name="T24" fmla="*/ 29 w 35"/>
                  <a:gd name="T25" fmla="*/ 8 h 34"/>
                  <a:gd name="T26" fmla="*/ 29 w 35"/>
                  <a:gd name="T27" fmla="*/ 27 h 34"/>
                  <a:gd name="T28" fmla="*/ 31 w 35"/>
                  <a:gd name="T29" fmla="*/ 27 h 34"/>
                  <a:gd name="T30" fmla="*/ 31 w 35"/>
                  <a:gd name="T31" fmla="*/ 8 h 34"/>
                  <a:gd name="T32" fmla="*/ 29 w 35"/>
                  <a:gd name="T33" fmla="*/ 8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5" h="34">
                    <a:moveTo>
                      <a:pt x="0" y="0"/>
                    </a:moveTo>
                    <a:lnTo>
                      <a:pt x="35" y="0"/>
                    </a:lnTo>
                    <a:lnTo>
                      <a:pt x="35" y="34"/>
                    </a:lnTo>
                    <a:lnTo>
                      <a:pt x="0" y="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4" y="8"/>
                    </a:moveTo>
                    <a:lnTo>
                      <a:pt x="4" y="27"/>
                    </a:lnTo>
                    <a:lnTo>
                      <a:pt x="8" y="27"/>
                    </a:lnTo>
                    <a:lnTo>
                      <a:pt x="8" y="8"/>
                    </a:lnTo>
                    <a:lnTo>
                      <a:pt x="4" y="8"/>
                    </a:lnTo>
                    <a:lnTo>
                      <a:pt x="4" y="8"/>
                    </a:lnTo>
                    <a:close/>
                    <a:moveTo>
                      <a:pt x="29" y="8"/>
                    </a:moveTo>
                    <a:lnTo>
                      <a:pt x="29" y="27"/>
                    </a:lnTo>
                    <a:lnTo>
                      <a:pt x="31" y="27"/>
                    </a:lnTo>
                    <a:lnTo>
                      <a:pt x="31" y="8"/>
                    </a:lnTo>
                    <a:lnTo>
                      <a:pt x="29" y="8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5" name="iṧ1ïḓè"/>
              <p:cNvSpPr/>
              <p:nvPr/>
            </p:nvSpPr>
            <p:spPr bwMode="auto">
              <a:xfrm>
                <a:off x="3551238" y="3067050"/>
                <a:ext cx="722313" cy="727075"/>
              </a:xfrm>
              <a:custGeom>
                <a:avLst/>
                <a:gdLst>
                  <a:gd name="T0" fmla="*/ 109 w 219"/>
                  <a:gd name="T1" fmla="*/ 0 h 218"/>
                  <a:gd name="T2" fmla="*/ 219 w 219"/>
                  <a:gd name="T3" fmla="*/ 109 h 218"/>
                  <a:gd name="T4" fmla="*/ 109 w 219"/>
                  <a:gd name="T5" fmla="*/ 218 h 218"/>
                  <a:gd name="T6" fmla="*/ 0 w 219"/>
                  <a:gd name="T7" fmla="*/ 109 h 218"/>
                  <a:gd name="T8" fmla="*/ 109 w 219"/>
                  <a:gd name="T9" fmla="*/ 0 h 218"/>
                  <a:gd name="T10" fmla="*/ 109 w 219"/>
                  <a:gd name="T11" fmla="*/ 3 h 218"/>
                  <a:gd name="T12" fmla="*/ 4 w 219"/>
                  <a:gd name="T13" fmla="*/ 109 h 218"/>
                  <a:gd name="T14" fmla="*/ 109 w 219"/>
                  <a:gd name="T15" fmla="*/ 215 h 218"/>
                  <a:gd name="T16" fmla="*/ 215 w 219"/>
                  <a:gd name="T17" fmla="*/ 109 h 218"/>
                  <a:gd name="T18" fmla="*/ 109 w 219"/>
                  <a:gd name="T19" fmla="*/ 3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9" h="218">
                    <a:moveTo>
                      <a:pt x="109" y="0"/>
                    </a:moveTo>
                    <a:cubicBezTo>
                      <a:pt x="170" y="0"/>
                      <a:pt x="219" y="49"/>
                      <a:pt x="219" y="109"/>
                    </a:cubicBezTo>
                    <a:cubicBezTo>
                      <a:pt x="219" y="169"/>
                      <a:pt x="170" y="218"/>
                      <a:pt x="109" y="218"/>
                    </a:cubicBezTo>
                    <a:cubicBezTo>
                      <a:pt x="49" y="218"/>
                      <a:pt x="0" y="169"/>
                      <a:pt x="0" y="109"/>
                    </a:cubicBezTo>
                    <a:cubicBezTo>
                      <a:pt x="0" y="49"/>
                      <a:pt x="49" y="0"/>
                      <a:pt x="109" y="0"/>
                    </a:cubicBezTo>
                    <a:close/>
                    <a:moveTo>
                      <a:pt x="109" y="3"/>
                    </a:moveTo>
                    <a:cubicBezTo>
                      <a:pt x="51" y="3"/>
                      <a:pt x="4" y="51"/>
                      <a:pt x="4" y="109"/>
                    </a:cubicBezTo>
                    <a:cubicBezTo>
                      <a:pt x="4" y="167"/>
                      <a:pt x="51" y="215"/>
                      <a:pt x="109" y="215"/>
                    </a:cubicBezTo>
                    <a:cubicBezTo>
                      <a:pt x="168" y="215"/>
                      <a:pt x="215" y="167"/>
                      <a:pt x="215" y="109"/>
                    </a:cubicBezTo>
                    <a:cubicBezTo>
                      <a:pt x="215" y="51"/>
                      <a:pt x="168" y="3"/>
                      <a:pt x="109" y="3"/>
                    </a:cubicBez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47" name="íşḷïḑe"/>
            <p:cNvGrpSpPr/>
            <p:nvPr userDrawn="1"/>
          </p:nvGrpSpPr>
          <p:grpSpPr>
            <a:xfrm>
              <a:off x="4894762" y="471192"/>
              <a:ext cx="4437911" cy="1614111"/>
              <a:chOff x="4412452" y="3106738"/>
              <a:chExt cx="2312689" cy="841148"/>
            </a:xfrm>
          </p:grpSpPr>
          <p:grpSp>
            <p:nvGrpSpPr>
              <p:cNvPr id="248" name="îṥľíḑé"/>
              <p:cNvGrpSpPr/>
              <p:nvPr/>
            </p:nvGrpSpPr>
            <p:grpSpPr>
              <a:xfrm>
                <a:off x="4422776" y="3106738"/>
                <a:ext cx="2293937" cy="617538"/>
                <a:chOff x="4422776" y="3106738"/>
                <a:chExt cx="2293937" cy="617538"/>
              </a:xfrm>
            </p:grpSpPr>
            <p:sp>
              <p:nvSpPr>
                <p:cNvPr id="265" name="išḻiḑé"/>
                <p:cNvSpPr/>
                <p:nvPr/>
              </p:nvSpPr>
              <p:spPr bwMode="auto">
                <a:xfrm>
                  <a:off x="4811713" y="3200400"/>
                  <a:ext cx="49213" cy="100013"/>
                </a:xfrm>
                <a:custGeom>
                  <a:avLst/>
                  <a:gdLst>
                    <a:gd name="T0" fmla="*/ 0 w 15"/>
                    <a:gd name="T1" fmla="*/ 1 h 30"/>
                    <a:gd name="T2" fmla="*/ 1 w 15"/>
                    <a:gd name="T3" fmla="*/ 12 h 30"/>
                    <a:gd name="T4" fmla="*/ 0 w 15"/>
                    <a:gd name="T5" fmla="*/ 21 h 30"/>
                    <a:gd name="T6" fmla="*/ 2 w 15"/>
                    <a:gd name="T7" fmla="*/ 28 h 30"/>
                    <a:gd name="T8" fmla="*/ 7 w 15"/>
                    <a:gd name="T9" fmla="*/ 30 h 30"/>
                    <a:gd name="T10" fmla="*/ 12 w 15"/>
                    <a:gd name="T11" fmla="*/ 26 h 30"/>
                    <a:gd name="T12" fmla="*/ 15 w 15"/>
                    <a:gd name="T13" fmla="*/ 18 h 30"/>
                    <a:gd name="T14" fmla="*/ 3 w 15"/>
                    <a:gd name="T15" fmla="*/ 0 h 30"/>
                    <a:gd name="T16" fmla="*/ 0 w 15"/>
                    <a:gd name="T17" fmla="*/ 1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30">
                      <a:moveTo>
                        <a:pt x="0" y="1"/>
                      </a:moveTo>
                      <a:cubicBezTo>
                        <a:pt x="1" y="12"/>
                        <a:pt x="1" y="12"/>
                        <a:pt x="1" y="12"/>
                      </a:cubicBezTo>
                      <a:cubicBezTo>
                        <a:pt x="1" y="13"/>
                        <a:pt x="0" y="18"/>
                        <a:pt x="0" y="21"/>
                      </a:cubicBezTo>
                      <a:cubicBezTo>
                        <a:pt x="0" y="24"/>
                        <a:pt x="2" y="25"/>
                        <a:pt x="2" y="28"/>
                      </a:cubicBezTo>
                      <a:cubicBezTo>
                        <a:pt x="7" y="30"/>
                        <a:pt x="7" y="30"/>
                        <a:pt x="7" y="30"/>
                      </a:cubicBezTo>
                      <a:cubicBezTo>
                        <a:pt x="9" y="27"/>
                        <a:pt x="10" y="29"/>
                        <a:pt x="12" y="26"/>
                      </a:cubicBezTo>
                      <a:cubicBezTo>
                        <a:pt x="14" y="23"/>
                        <a:pt x="14" y="21"/>
                        <a:pt x="15" y="18"/>
                      </a:cubicBezTo>
                      <a:cubicBezTo>
                        <a:pt x="12" y="7"/>
                        <a:pt x="13" y="5"/>
                        <a:pt x="3" y="0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6" name="íṥľíďè"/>
                <p:cNvSpPr/>
                <p:nvPr/>
              </p:nvSpPr>
              <p:spPr bwMode="auto">
                <a:xfrm>
                  <a:off x="5221288" y="3184525"/>
                  <a:ext cx="36513" cy="122238"/>
                </a:xfrm>
                <a:custGeom>
                  <a:avLst/>
                  <a:gdLst>
                    <a:gd name="T0" fmla="*/ 0 w 11"/>
                    <a:gd name="T1" fmla="*/ 3 h 37"/>
                    <a:gd name="T2" fmla="*/ 2 w 11"/>
                    <a:gd name="T3" fmla="*/ 14 h 37"/>
                    <a:gd name="T4" fmla="*/ 0 w 11"/>
                    <a:gd name="T5" fmla="*/ 33 h 37"/>
                    <a:gd name="T6" fmla="*/ 0 w 11"/>
                    <a:gd name="T7" fmla="*/ 36 h 37"/>
                    <a:gd name="T8" fmla="*/ 2 w 11"/>
                    <a:gd name="T9" fmla="*/ 37 h 37"/>
                    <a:gd name="T10" fmla="*/ 8 w 11"/>
                    <a:gd name="T11" fmla="*/ 27 h 37"/>
                    <a:gd name="T12" fmla="*/ 11 w 11"/>
                    <a:gd name="T13" fmla="*/ 17 h 37"/>
                    <a:gd name="T14" fmla="*/ 11 w 11"/>
                    <a:gd name="T15" fmla="*/ 15 h 37"/>
                    <a:gd name="T16" fmla="*/ 7 w 11"/>
                    <a:gd name="T17" fmla="*/ 2 h 37"/>
                    <a:gd name="T18" fmla="*/ 2 w 11"/>
                    <a:gd name="T19" fmla="*/ 0 h 37"/>
                    <a:gd name="T20" fmla="*/ 0 w 11"/>
                    <a:gd name="T21" fmla="*/ 3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1" h="37">
                      <a:moveTo>
                        <a:pt x="0" y="3"/>
                      </a:moveTo>
                      <a:cubicBezTo>
                        <a:pt x="2" y="14"/>
                        <a:pt x="2" y="14"/>
                        <a:pt x="2" y="14"/>
                      </a:cubicBezTo>
                      <a:cubicBezTo>
                        <a:pt x="2" y="19"/>
                        <a:pt x="0" y="27"/>
                        <a:pt x="0" y="33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2" y="36"/>
                        <a:pt x="1" y="37"/>
                        <a:pt x="2" y="37"/>
                      </a:cubicBezTo>
                      <a:cubicBezTo>
                        <a:pt x="3" y="37"/>
                        <a:pt x="7" y="28"/>
                        <a:pt x="8" y="27"/>
                      </a:cubicBezTo>
                      <a:cubicBezTo>
                        <a:pt x="9" y="24"/>
                        <a:pt x="11" y="21"/>
                        <a:pt x="11" y="17"/>
                      </a:cubicBezTo>
                      <a:cubicBezTo>
                        <a:pt x="11" y="15"/>
                        <a:pt x="11" y="15"/>
                        <a:pt x="11" y="15"/>
                      </a:cubicBezTo>
                      <a:cubicBezTo>
                        <a:pt x="11" y="7"/>
                        <a:pt x="8" y="7"/>
                        <a:pt x="7" y="2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1"/>
                        <a:pt x="0" y="1"/>
                        <a:pt x="0" y="3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7" name="íś1iḑe"/>
                <p:cNvSpPr/>
                <p:nvPr/>
              </p:nvSpPr>
              <p:spPr bwMode="auto">
                <a:xfrm>
                  <a:off x="4554538" y="3251200"/>
                  <a:ext cx="119063" cy="58738"/>
                </a:xfrm>
                <a:custGeom>
                  <a:avLst/>
                  <a:gdLst>
                    <a:gd name="T0" fmla="*/ 0 w 36"/>
                    <a:gd name="T1" fmla="*/ 15 h 18"/>
                    <a:gd name="T2" fmla="*/ 2 w 36"/>
                    <a:gd name="T3" fmla="*/ 16 h 18"/>
                    <a:gd name="T4" fmla="*/ 13 w 36"/>
                    <a:gd name="T5" fmla="*/ 18 h 18"/>
                    <a:gd name="T6" fmla="*/ 16 w 36"/>
                    <a:gd name="T7" fmla="*/ 18 h 18"/>
                    <a:gd name="T8" fmla="*/ 22 w 36"/>
                    <a:gd name="T9" fmla="*/ 17 h 18"/>
                    <a:gd name="T10" fmla="*/ 23 w 36"/>
                    <a:gd name="T11" fmla="*/ 17 h 18"/>
                    <a:gd name="T12" fmla="*/ 30 w 36"/>
                    <a:gd name="T13" fmla="*/ 13 h 18"/>
                    <a:gd name="T14" fmla="*/ 36 w 36"/>
                    <a:gd name="T15" fmla="*/ 8 h 18"/>
                    <a:gd name="T16" fmla="*/ 36 w 36"/>
                    <a:gd name="T17" fmla="*/ 7 h 18"/>
                    <a:gd name="T18" fmla="*/ 36 w 36"/>
                    <a:gd name="T19" fmla="*/ 4 h 18"/>
                    <a:gd name="T20" fmla="*/ 32 w 36"/>
                    <a:gd name="T21" fmla="*/ 0 h 18"/>
                    <a:gd name="T22" fmla="*/ 24 w 36"/>
                    <a:gd name="T23" fmla="*/ 3 h 18"/>
                    <a:gd name="T24" fmla="*/ 16 w 36"/>
                    <a:gd name="T25" fmla="*/ 7 h 18"/>
                    <a:gd name="T26" fmla="*/ 0 w 36"/>
                    <a:gd name="T27" fmla="*/ 15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6" h="18">
                      <a:moveTo>
                        <a:pt x="0" y="15"/>
                      </a:moveTo>
                      <a:cubicBezTo>
                        <a:pt x="1" y="16"/>
                        <a:pt x="1" y="16"/>
                        <a:pt x="2" y="16"/>
                      </a:cubicBezTo>
                      <a:cubicBezTo>
                        <a:pt x="6" y="16"/>
                        <a:pt x="9" y="18"/>
                        <a:pt x="13" y="18"/>
                      </a:cubicBezTo>
                      <a:cubicBezTo>
                        <a:pt x="16" y="18"/>
                        <a:pt x="16" y="18"/>
                        <a:pt x="16" y="18"/>
                      </a:cubicBezTo>
                      <a:cubicBezTo>
                        <a:pt x="22" y="17"/>
                        <a:pt x="22" y="17"/>
                        <a:pt x="22" y="17"/>
                      </a:cubicBezTo>
                      <a:cubicBezTo>
                        <a:pt x="23" y="17"/>
                        <a:pt x="23" y="17"/>
                        <a:pt x="23" y="17"/>
                      </a:cubicBezTo>
                      <a:cubicBezTo>
                        <a:pt x="26" y="16"/>
                        <a:pt x="28" y="14"/>
                        <a:pt x="30" y="13"/>
                      </a:cubicBezTo>
                      <a:cubicBezTo>
                        <a:pt x="34" y="11"/>
                        <a:pt x="33" y="10"/>
                        <a:pt x="36" y="8"/>
                      </a:cubicBezTo>
                      <a:cubicBezTo>
                        <a:pt x="36" y="7"/>
                        <a:pt x="36" y="7"/>
                        <a:pt x="36" y="7"/>
                      </a:cubicBezTo>
                      <a:cubicBezTo>
                        <a:pt x="36" y="4"/>
                        <a:pt x="36" y="4"/>
                        <a:pt x="36" y="4"/>
                      </a:cubicBezTo>
                      <a:cubicBezTo>
                        <a:pt x="36" y="1"/>
                        <a:pt x="33" y="2"/>
                        <a:pt x="32" y="0"/>
                      </a:cubicBezTo>
                      <a:cubicBezTo>
                        <a:pt x="29" y="1"/>
                        <a:pt x="27" y="1"/>
                        <a:pt x="24" y="3"/>
                      </a:cubicBezTo>
                      <a:cubicBezTo>
                        <a:pt x="21" y="4"/>
                        <a:pt x="19" y="6"/>
                        <a:pt x="16" y="7"/>
                      </a:cubicBezTo>
                      <a:cubicBezTo>
                        <a:pt x="11" y="11"/>
                        <a:pt x="4" y="10"/>
                        <a:pt x="0" y="1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8" name="iṩ1iḋè"/>
                <p:cNvSpPr/>
                <p:nvPr/>
              </p:nvSpPr>
              <p:spPr bwMode="auto">
                <a:xfrm>
                  <a:off x="6359526" y="3263900"/>
                  <a:ext cx="93663" cy="139700"/>
                </a:xfrm>
                <a:custGeom>
                  <a:avLst/>
                  <a:gdLst>
                    <a:gd name="T0" fmla="*/ 15 w 28"/>
                    <a:gd name="T1" fmla="*/ 1 h 42"/>
                    <a:gd name="T2" fmla="*/ 6 w 28"/>
                    <a:gd name="T3" fmla="*/ 11 h 42"/>
                    <a:gd name="T4" fmla="*/ 6 w 28"/>
                    <a:gd name="T5" fmla="*/ 13 h 42"/>
                    <a:gd name="T6" fmla="*/ 5 w 28"/>
                    <a:gd name="T7" fmla="*/ 16 h 42"/>
                    <a:gd name="T8" fmla="*/ 6 w 28"/>
                    <a:gd name="T9" fmla="*/ 20 h 42"/>
                    <a:gd name="T10" fmla="*/ 6 w 28"/>
                    <a:gd name="T11" fmla="*/ 21 h 42"/>
                    <a:gd name="T12" fmla="*/ 0 w 28"/>
                    <a:gd name="T13" fmla="*/ 38 h 42"/>
                    <a:gd name="T14" fmla="*/ 0 w 28"/>
                    <a:gd name="T15" fmla="*/ 41 h 42"/>
                    <a:gd name="T16" fmla="*/ 3 w 28"/>
                    <a:gd name="T17" fmla="*/ 42 h 42"/>
                    <a:gd name="T18" fmla="*/ 9 w 28"/>
                    <a:gd name="T19" fmla="*/ 32 h 42"/>
                    <a:gd name="T20" fmla="*/ 12 w 28"/>
                    <a:gd name="T21" fmla="*/ 26 h 42"/>
                    <a:gd name="T22" fmla="*/ 14 w 28"/>
                    <a:gd name="T23" fmla="*/ 26 h 42"/>
                    <a:gd name="T24" fmla="*/ 20 w 28"/>
                    <a:gd name="T25" fmla="*/ 26 h 42"/>
                    <a:gd name="T26" fmla="*/ 28 w 28"/>
                    <a:gd name="T27" fmla="*/ 14 h 42"/>
                    <a:gd name="T28" fmla="*/ 28 w 28"/>
                    <a:gd name="T29" fmla="*/ 6 h 42"/>
                    <a:gd name="T30" fmla="*/ 28 w 28"/>
                    <a:gd name="T31" fmla="*/ 5 h 42"/>
                    <a:gd name="T32" fmla="*/ 27 w 28"/>
                    <a:gd name="T33" fmla="*/ 3 h 42"/>
                    <a:gd name="T34" fmla="*/ 26 w 28"/>
                    <a:gd name="T35" fmla="*/ 3 h 42"/>
                    <a:gd name="T36" fmla="*/ 24 w 28"/>
                    <a:gd name="T37" fmla="*/ 3 h 42"/>
                    <a:gd name="T38" fmla="*/ 23 w 28"/>
                    <a:gd name="T39" fmla="*/ 3 h 42"/>
                    <a:gd name="T40" fmla="*/ 20 w 28"/>
                    <a:gd name="T41" fmla="*/ 0 h 42"/>
                    <a:gd name="T42" fmla="*/ 15 w 28"/>
                    <a:gd name="T43" fmla="*/ 1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28" h="42">
                      <a:moveTo>
                        <a:pt x="15" y="1"/>
                      </a:moveTo>
                      <a:cubicBezTo>
                        <a:pt x="15" y="10"/>
                        <a:pt x="8" y="6"/>
                        <a:pt x="6" y="11"/>
                      </a:cubicBezTo>
                      <a:cubicBezTo>
                        <a:pt x="6" y="13"/>
                        <a:pt x="6" y="13"/>
                        <a:pt x="6" y="13"/>
                      </a:cubicBezTo>
                      <a:cubicBezTo>
                        <a:pt x="6" y="14"/>
                        <a:pt x="5" y="14"/>
                        <a:pt x="5" y="16"/>
                      </a:cubicBezTo>
                      <a:cubicBezTo>
                        <a:pt x="6" y="20"/>
                        <a:pt x="6" y="20"/>
                        <a:pt x="6" y="20"/>
                      </a:cubicBezTo>
                      <a:cubicBezTo>
                        <a:pt x="6" y="21"/>
                        <a:pt x="6" y="21"/>
                        <a:pt x="6" y="21"/>
                      </a:cubicBezTo>
                      <a:cubicBezTo>
                        <a:pt x="6" y="29"/>
                        <a:pt x="0" y="31"/>
                        <a:pt x="0" y="3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2" y="42"/>
                        <a:pt x="2" y="42"/>
                        <a:pt x="3" y="42"/>
                      </a:cubicBezTo>
                      <a:cubicBezTo>
                        <a:pt x="7" y="42"/>
                        <a:pt x="9" y="36"/>
                        <a:pt x="9" y="32"/>
                      </a:cubicBezTo>
                      <a:cubicBezTo>
                        <a:pt x="9" y="29"/>
                        <a:pt x="10" y="26"/>
                        <a:pt x="12" y="26"/>
                      </a:cubicBezTo>
                      <a:cubicBezTo>
                        <a:pt x="14" y="26"/>
                        <a:pt x="14" y="26"/>
                        <a:pt x="14" y="26"/>
                      </a:cubicBezTo>
                      <a:cubicBezTo>
                        <a:pt x="20" y="26"/>
                        <a:pt x="20" y="26"/>
                        <a:pt x="20" y="26"/>
                      </a:cubicBezTo>
                      <a:cubicBezTo>
                        <a:pt x="24" y="24"/>
                        <a:pt x="28" y="21"/>
                        <a:pt x="28" y="14"/>
                      </a:cubicBezTo>
                      <a:cubicBezTo>
                        <a:pt x="28" y="6"/>
                        <a:pt x="28" y="6"/>
                        <a:pt x="28" y="6"/>
                      </a:cubicBezTo>
                      <a:cubicBezTo>
                        <a:pt x="28" y="5"/>
                        <a:pt x="28" y="5"/>
                        <a:pt x="28" y="5"/>
                      </a:cubicBezTo>
                      <a:cubicBezTo>
                        <a:pt x="27" y="3"/>
                        <a:pt x="27" y="3"/>
                        <a:pt x="27" y="3"/>
                      </a:cubicBezTo>
                      <a:cubicBezTo>
                        <a:pt x="26" y="3"/>
                        <a:pt x="26" y="3"/>
                        <a:pt x="26" y="3"/>
                      </a:cubicBezTo>
                      <a:cubicBezTo>
                        <a:pt x="24" y="3"/>
                        <a:pt x="24" y="3"/>
                        <a:pt x="24" y="3"/>
                      </a:cubicBezTo>
                      <a:cubicBezTo>
                        <a:pt x="23" y="3"/>
                        <a:pt x="23" y="3"/>
                        <a:pt x="23" y="3"/>
                      </a:cubicBezTo>
                      <a:cubicBezTo>
                        <a:pt x="20" y="0"/>
                        <a:pt x="20" y="0"/>
                        <a:pt x="20" y="0"/>
                      </a:cubicBezTo>
                      <a:lnTo>
                        <a:pt x="15" y="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9" name="íṩlïḓè"/>
                <p:cNvSpPr/>
                <p:nvPr/>
              </p:nvSpPr>
              <p:spPr bwMode="auto">
                <a:xfrm>
                  <a:off x="5826126" y="3273425"/>
                  <a:ext cx="223838" cy="293688"/>
                </a:xfrm>
                <a:custGeom>
                  <a:avLst/>
                  <a:gdLst>
                    <a:gd name="T0" fmla="*/ 38 w 68"/>
                    <a:gd name="T1" fmla="*/ 16 h 88"/>
                    <a:gd name="T2" fmla="*/ 40 w 68"/>
                    <a:gd name="T3" fmla="*/ 5 h 88"/>
                    <a:gd name="T4" fmla="*/ 36 w 68"/>
                    <a:gd name="T5" fmla="*/ 1 h 88"/>
                    <a:gd name="T6" fmla="*/ 36 w 68"/>
                    <a:gd name="T7" fmla="*/ 1 h 88"/>
                    <a:gd name="T8" fmla="*/ 33 w 68"/>
                    <a:gd name="T9" fmla="*/ 0 h 88"/>
                    <a:gd name="T10" fmla="*/ 24 w 68"/>
                    <a:gd name="T11" fmla="*/ 7 h 88"/>
                    <a:gd name="T12" fmla="*/ 24 w 68"/>
                    <a:gd name="T13" fmla="*/ 8 h 88"/>
                    <a:gd name="T14" fmla="*/ 26 w 68"/>
                    <a:gd name="T15" fmla="*/ 18 h 88"/>
                    <a:gd name="T16" fmla="*/ 27 w 68"/>
                    <a:gd name="T17" fmla="*/ 28 h 88"/>
                    <a:gd name="T18" fmla="*/ 27 w 68"/>
                    <a:gd name="T19" fmla="*/ 39 h 88"/>
                    <a:gd name="T20" fmla="*/ 16 w 68"/>
                    <a:gd name="T21" fmla="*/ 48 h 88"/>
                    <a:gd name="T22" fmla="*/ 7 w 68"/>
                    <a:gd name="T23" fmla="*/ 49 h 88"/>
                    <a:gd name="T24" fmla="*/ 5 w 68"/>
                    <a:gd name="T25" fmla="*/ 49 h 88"/>
                    <a:gd name="T26" fmla="*/ 4 w 68"/>
                    <a:gd name="T27" fmla="*/ 49 h 88"/>
                    <a:gd name="T28" fmla="*/ 0 w 68"/>
                    <a:gd name="T29" fmla="*/ 54 h 88"/>
                    <a:gd name="T30" fmla="*/ 5 w 68"/>
                    <a:gd name="T31" fmla="*/ 60 h 88"/>
                    <a:gd name="T32" fmla="*/ 11 w 68"/>
                    <a:gd name="T33" fmla="*/ 60 h 88"/>
                    <a:gd name="T34" fmla="*/ 13 w 68"/>
                    <a:gd name="T35" fmla="*/ 59 h 88"/>
                    <a:gd name="T36" fmla="*/ 20 w 68"/>
                    <a:gd name="T37" fmla="*/ 66 h 88"/>
                    <a:gd name="T38" fmla="*/ 17 w 68"/>
                    <a:gd name="T39" fmla="*/ 72 h 88"/>
                    <a:gd name="T40" fmla="*/ 13 w 68"/>
                    <a:gd name="T41" fmla="*/ 76 h 88"/>
                    <a:gd name="T42" fmla="*/ 2 w 68"/>
                    <a:gd name="T43" fmla="*/ 82 h 88"/>
                    <a:gd name="T44" fmla="*/ 2 w 68"/>
                    <a:gd name="T45" fmla="*/ 83 h 88"/>
                    <a:gd name="T46" fmla="*/ 2 w 68"/>
                    <a:gd name="T47" fmla="*/ 87 h 88"/>
                    <a:gd name="T48" fmla="*/ 4 w 68"/>
                    <a:gd name="T49" fmla="*/ 88 h 88"/>
                    <a:gd name="T50" fmla="*/ 25 w 68"/>
                    <a:gd name="T51" fmla="*/ 77 h 88"/>
                    <a:gd name="T52" fmla="*/ 31 w 68"/>
                    <a:gd name="T53" fmla="*/ 69 h 88"/>
                    <a:gd name="T54" fmla="*/ 40 w 68"/>
                    <a:gd name="T55" fmla="*/ 63 h 88"/>
                    <a:gd name="T56" fmla="*/ 52 w 68"/>
                    <a:gd name="T57" fmla="*/ 70 h 88"/>
                    <a:gd name="T58" fmla="*/ 48 w 68"/>
                    <a:gd name="T59" fmla="*/ 79 h 88"/>
                    <a:gd name="T60" fmla="*/ 59 w 68"/>
                    <a:gd name="T61" fmla="*/ 81 h 88"/>
                    <a:gd name="T62" fmla="*/ 68 w 68"/>
                    <a:gd name="T63" fmla="*/ 71 h 88"/>
                    <a:gd name="T64" fmla="*/ 59 w 68"/>
                    <a:gd name="T65" fmla="*/ 62 h 88"/>
                    <a:gd name="T66" fmla="*/ 44 w 68"/>
                    <a:gd name="T67" fmla="*/ 60 h 88"/>
                    <a:gd name="T68" fmla="*/ 42 w 68"/>
                    <a:gd name="T69" fmla="*/ 60 h 88"/>
                    <a:gd name="T70" fmla="*/ 36 w 68"/>
                    <a:gd name="T71" fmla="*/ 53 h 88"/>
                    <a:gd name="T72" fmla="*/ 48 w 68"/>
                    <a:gd name="T73" fmla="*/ 42 h 88"/>
                    <a:gd name="T74" fmla="*/ 59 w 68"/>
                    <a:gd name="T75" fmla="*/ 32 h 88"/>
                    <a:gd name="T76" fmla="*/ 59 w 68"/>
                    <a:gd name="T77" fmla="*/ 30 h 88"/>
                    <a:gd name="T78" fmla="*/ 59 w 68"/>
                    <a:gd name="T79" fmla="*/ 29 h 88"/>
                    <a:gd name="T80" fmla="*/ 54 w 68"/>
                    <a:gd name="T81" fmla="*/ 26 h 88"/>
                    <a:gd name="T82" fmla="*/ 51 w 68"/>
                    <a:gd name="T83" fmla="*/ 27 h 88"/>
                    <a:gd name="T84" fmla="*/ 50 w 68"/>
                    <a:gd name="T85" fmla="*/ 27 h 88"/>
                    <a:gd name="T86" fmla="*/ 41 w 68"/>
                    <a:gd name="T87" fmla="*/ 33 h 88"/>
                    <a:gd name="T88" fmla="*/ 38 w 68"/>
                    <a:gd name="T89" fmla="*/ 28 h 88"/>
                    <a:gd name="T90" fmla="*/ 38 w 68"/>
                    <a:gd name="T91" fmla="*/ 27 h 88"/>
                    <a:gd name="T92" fmla="*/ 38 w 68"/>
                    <a:gd name="T93" fmla="*/ 16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68" h="88">
                      <a:moveTo>
                        <a:pt x="38" y="16"/>
                      </a:moveTo>
                      <a:cubicBezTo>
                        <a:pt x="39" y="11"/>
                        <a:pt x="40" y="9"/>
                        <a:pt x="40" y="5"/>
                      </a:cubicBezTo>
                      <a:cubicBezTo>
                        <a:pt x="40" y="3"/>
                        <a:pt x="38" y="1"/>
                        <a:pt x="36" y="1"/>
                      </a:cubicBezTo>
                      <a:cubicBezTo>
                        <a:pt x="36" y="1"/>
                        <a:pt x="36" y="1"/>
                        <a:pt x="36" y="1"/>
                      </a:cubicBezTo>
                      <a:cubicBezTo>
                        <a:pt x="34" y="1"/>
                        <a:pt x="34" y="1"/>
                        <a:pt x="33" y="0"/>
                      </a:cubicBezTo>
                      <a:cubicBezTo>
                        <a:pt x="28" y="3"/>
                        <a:pt x="28" y="1"/>
                        <a:pt x="24" y="7"/>
                      </a:cubicBezTo>
                      <a:cubicBezTo>
                        <a:pt x="24" y="8"/>
                        <a:pt x="24" y="8"/>
                        <a:pt x="24" y="8"/>
                      </a:cubicBezTo>
                      <a:cubicBezTo>
                        <a:pt x="24" y="12"/>
                        <a:pt x="26" y="14"/>
                        <a:pt x="26" y="18"/>
                      </a:cubicBezTo>
                      <a:cubicBezTo>
                        <a:pt x="27" y="28"/>
                        <a:pt x="27" y="28"/>
                        <a:pt x="27" y="28"/>
                      </a:cubicBezTo>
                      <a:cubicBezTo>
                        <a:pt x="27" y="39"/>
                        <a:pt x="27" y="39"/>
                        <a:pt x="27" y="39"/>
                      </a:cubicBezTo>
                      <a:cubicBezTo>
                        <a:pt x="28" y="45"/>
                        <a:pt x="22" y="48"/>
                        <a:pt x="16" y="48"/>
                      </a:cubicBezTo>
                      <a:cubicBezTo>
                        <a:pt x="7" y="49"/>
                        <a:pt x="7" y="49"/>
                        <a:pt x="7" y="49"/>
                      </a:cubicBezTo>
                      <a:cubicBezTo>
                        <a:pt x="5" y="49"/>
                        <a:pt x="5" y="49"/>
                        <a:pt x="5" y="49"/>
                      </a:cubicBezTo>
                      <a:cubicBezTo>
                        <a:pt x="4" y="49"/>
                        <a:pt x="4" y="49"/>
                        <a:pt x="4" y="49"/>
                      </a:cubicBezTo>
                      <a:cubicBezTo>
                        <a:pt x="2" y="50"/>
                        <a:pt x="0" y="51"/>
                        <a:pt x="0" y="54"/>
                      </a:cubicBezTo>
                      <a:cubicBezTo>
                        <a:pt x="0" y="56"/>
                        <a:pt x="3" y="60"/>
                        <a:pt x="5" y="60"/>
                      </a:cubicBezTo>
                      <a:cubicBezTo>
                        <a:pt x="11" y="60"/>
                        <a:pt x="11" y="60"/>
                        <a:pt x="11" y="60"/>
                      </a:cubicBezTo>
                      <a:cubicBezTo>
                        <a:pt x="12" y="60"/>
                        <a:pt x="12" y="60"/>
                        <a:pt x="13" y="59"/>
                      </a:cubicBezTo>
                      <a:cubicBezTo>
                        <a:pt x="17" y="62"/>
                        <a:pt x="17" y="60"/>
                        <a:pt x="20" y="66"/>
                      </a:cubicBezTo>
                      <a:cubicBezTo>
                        <a:pt x="18" y="69"/>
                        <a:pt x="20" y="68"/>
                        <a:pt x="17" y="72"/>
                      </a:cubicBezTo>
                      <a:cubicBezTo>
                        <a:pt x="15" y="73"/>
                        <a:pt x="15" y="75"/>
                        <a:pt x="13" y="76"/>
                      </a:cubicBezTo>
                      <a:cubicBezTo>
                        <a:pt x="8" y="79"/>
                        <a:pt x="7" y="80"/>
                        <a:pt x="2" y="82"/>
                      </a:cubicBezTo>
                      <a:cubicBezTo>
                        <a:pt x="2" y="83"/>
                        <a:pt x="2" y="83"/>
                        <a:pt x="2" y="83"/>
                      </a:cubicBezTo>
                      <a:cubicBezTo>
                        <a:pt x="2" y="87"/>
                        <a:pt x="2" y="87"/>
                        <a:pt x="2" y="87"/>
                      </a:cubicBezTo>
                      <a:cubicBezTo>
                        <a:pt x="4" y="87"/>
                        <a:pt x="3" y="88"/>
                        <a:pt x="4" y="88"/>
                      </a:cubicBezTo>
                      <a:cubicBezTo>
                        <a:pt x="13" y="88"/>
                        <a:pt x="20" y="82"/>
                        <a:pt x="25" y="77"/>
                      </a:cubicBezTo>
                      <a:cubicBezTo>
                        <a:pt x="26" y="76"/>
                        <a:pt x="30" y="71"/>
                        <a:pt x="31" y="69"/>
                      </a:cubicBezTo>
                      <a:cubicBezTo>
                        <a:pt x="33" y="65"/>
                        <a:pt x="35" y="63"/>
                        <a:pt x="40" y="63"/>
                      </a:cubicBezTo>
                      <a:cubicBezTo>
                        <a:pt x="45" y="63"/>
                        <a:pt x="49" y="67"/>
                        <a:pt x="52" y="70"/>
                      </a:cubicBezTo>
                      <a:cubicBezTo>
                        <a:pt x="48" y="79"/>
                        <a:pt x="48" y="79"/>
                        <a:pt x="48" y="79"/>
                      </a:cubicBezTo>
                      <a:cubicBezTo>
                        <a:pt x="50" y="79"/>
                        <a:pt x="58" y="81"/>
                        <a:pt x="59" y="81"/>
                      </a:cubicBezTo>
                      <a:cubicBezTo>
                        <a:pt x="65" y="81"/>
                        <a:pt x="67" y="76"/>
                        <a:pt x="68" y="71"/>
                      </a:cubicBezTo>
                      <a:cubicBezTo>
                        <a:pt x="67" y="65"/>
                        <a:pt x="63" y="64"/>
                        <a:pt x="59" y="62"/>
                      </a:cubicBezTo>
                      <a:cubicBezTo>
                        <a:pt x="53" y="59"/>
                        <a:pt x="51" y="60"/>
                        <a:pt x="44" y="60"/>
                      </a:cubicBezTo>
                      <a:cubicBezTo>
                        <a:pt x="43" y="60"/>
                        <a:pt x="43" y="60"/>
                        <a:pt x="42" y="60"/>
                      </a:cubicBezTo>
                      <a:cubicBezTo>
                        <a:pt x="40" y="59"/>
                        <a:pt x="36" y="56"/>
                        <a:pt x="36" y="53"/>
                      </a:cubicBezTo>
                      <a:cubicBezTo>
                        <a:pt x="36" y="51"/>
                        <a:pt x="45" y="44"/>
                        <a:pt x="48" y="42"/>
                      </a:cubicBezTo>
                      <a:cubicBezTo>
                        <a:pt x="50" y="41"/>
                        <a:pt x="59" y="34"/>
                        <a:pt x="59" y="32"/>
                      </a:cubicBezTo>
                      <a:cubicBezTo>
                        <a:pt x="59" y="30"/>
                        <a:pt x="59" y="30"/>
                        <a:pt x="59" y="30"/>
                      </a:cubicBezTo>
                      <a:cubicBezTo>
                        <a:pt x="59" y="29"/>
                        <a:pt x="59" y="29"/>
                        <a:pt x="59" y="29"/>
                      </a:cubicBezTo>
                      <a:cubicBezTo>
                        <a:pt x="54" y="26"/>
                        <a:pt x="54" y="26"/>
                        <a:pt x="54" y="26"/>
                      </a:cubicBezTo>
                      <a:cubicBezTo>
                        <a:pt x="53" y="27"/>
                        <a:pt x="53" y="27"/>
                        <a:pt x="51" y="27"/>
                      </a:cubicBezTo>
                      <a:cubicBezTo>
                        <a:pt x="50" y="27"/>
                        <a:pt x="50" y="27"/>
                        <a:pt x="50" y="27"/>
                      </a:cubicBezTo>
                      <a:cubicBezTo>
                        <a:pt x="46" y="32"/>
                        <a:pt x="46" y="30"/>
                        <a:pt x="41" y="33"/>
                      </a:cubicBezTo>
                      <a:cubicBezTo>
                        <a:pt x="40" y="31"/>
                        <a:pt x="39" y="30"/>
                        <a:pt x="38" y="28"/>
                      </a:cubicBezTo>
                      <a:cubicBezTo>
                        <a:pt x="38" y="27"/>
                        <a:pt x="38" y="27"/>
                        <a:pt x="38" y="27"/>
                      </a:cubicBezTo>
                      <a:lnTo>
                        <a:pt x="38" y="16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0" name="ísḷïďè"/>
                <p:cNvSpPr/>
                <p:nvPr/>
              </p:nvSpPr>
              <p:spPr bwMode="auto">
                <a:xfrm>
                  <a:off x="4518026" y="3506788"/>
                  <a:ext cx="53975" cy="71438"/>
                </a:xfrm>
                <a:custGeom>
                  <a:avLst/>
                  <a:gdLst>
                    <a:gd name="T0" fmla="*/ 14 w 16"/>
                    <a:gd name="T1" fmla="*/ 17 h 21"/>
                    <a:gd name="T2" fmla="*/ 16 w 16"/>
                    <a:gd name="T3" fmla="*/ 12 h 21"/>
                    <a:gd name="T4" fmla="*/ 11 w 16"/>
                    <a:gd name="T5" fmla="*/ 5 h 21"/>
                    <a:gd name="T6" fmla="*/ 5 w 16"/>
                    <a:gd name="T7" fmla="*/ 0 h 21"/>
                    <a:gd name="T8" fmla="*/ 2 w 16"/>
                    <a:gd name="T9" fmla="*/ 4 h 21"/>
                    <a:gd name="T10" fmla="*/ 2 w 16"/>
                    <a:gd name="T11" fmla="*/ 5 h 21"/>
                    <a:gd name="T12" fmla="*/ 2 w 16"/>
                    <a:gd name="T13" fmla="*/ 8 h 21"/>
                    <a:gd name="T14" fmla="*/ 2 w 16"/>
                    <a:gd name="T15" fmla="*/ 9 h 21"/>
                    <a:gd name="T16" fmla="*/ 0 w 16"/>
                    <a:gd name="T17" fmla="*/ 17 h 21"/>
                    <a:gd name="T18" fmla="*/ 3 w 16"/>
                    <a:gd name="T19" fmla="*/ 21 h 21"/>
                    <a:gd name="T20" fmla="*/ 4 w 16"/>
                    <a:gd name="T21" fmla="*/ 21 h 21"/>
                    <a:gd name="T22" fmla="*/ 5 w 16"/>
                    <a:gd name="T23" fmla="*/ 21 h 21"/>
                    <a:gd name="T24" fmla="*/ 14 w 16"/>
                    <a:gd name="T25" fmla="*/ 17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6" h="21">
                      <a:moveTo>
                        <a:pt x="14" y="17"/>
                      </a:moveTo>
                      <a:cubicBezTo>
                        <a:pt x="14" y="15"/>
                        <a:pt x="16" y="13"/>
                        <a:pt x="16" y="12"/>
                      </a:cubicBezTo>
                      <a:cubicBezTo>
                        <a:pt x="16" y="11"/>
                        <a:pt x="12" y="7"/>
                        <a:pt x="11" y="5"/>
                      </a:cubicBezTo>
                      <a:cubicBezTo>
                        <a:pt x="11" y="3"/>
                        <a:pt x="8" y="0"/>
                        <a:pt x="5" y="0"/>
                      </a:cubicBezTo>
                      <a:cubicBezTo>
                        <a:pt x="4" y="0"/>
                        <a:pt x="3" y="3"/>
                        <a:pt x="2" y="4"/>
                      </a:cubicBezTo>
                      <a:cubicBezTo>
                        <a:pt x="2" y="5"/>
                        <a:pt x="2" y="5"/>
                        <a:pt x="2" y="5"/>
                      </a:cubicBezTo>
                      <a:cubicBezTo>
                        <a:pt x="2" y="8"/>
                        <a:pt x="2" y="8"/>
                        <a:pt x="2" y="8"/>
                      </a:cubicBezTo>
                      <a:cubicBezTo>
                        <a:pt x="2" y="9"/>
                        <a:pt x="2" y="9"/>
                        <a:pt x="2" y="9"/>
                      </a:cubicBezTo>
                      <a:cubicBezTo>
                        <a:pt x="1" y="11"/>
                        <a:pt x="0" y="14"/>
                        <a:pt x="0" y="17"/>
                      </a:cubicBezTo>
                      <a:cubicBezTo>
                        <a:pt x="0" y="19"/>
                        <a:pt x="1" y="20"/>
                        <a:pt x="3" y="21"/>
                      </a:cubicBezTo>
                      <a:cubicBezTo>
                        <a:pt x="4" y="21"/>
                        <a:pt x="4" y="21"/>
                        <a:pt x="4" y="21"/>
                      </a:cubicBezTo>
                      <a:cubicBezTo>
                        <a:pt x="5" y="21"/>
                        <a:pt x="5" y="21"/>
                        <a:pt x="5" y="21"/>
                      </a:cubicBezTo>
                      <a:cubicBezTo>
                        <a:pt x="7" y="21"/>
                        <a:pt x="11" y="17"/>
                        <a:pt x="14" y="17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1" name="îṧļîḓé"/>
                <p:cNvSpPr/>
                <p:nvPr/>
              </p:nvSpPr>
              <p:spPr bwMode="auto">
                <a:xfrm>
                  <a:off x="5319713" y="3133725"/>
                  <a:ext cx="222250" cy="500063"/>
                </a:xfrm>
                <a:custGeom>
                  <a:avLst/>
                  <a:gdLst>
                    <a:gd name="T0" fmla="*/ 47 w 67"/>
                    <a:gd name="T1" fmla="*/ 96 h 150"/>
                    <a:gd name="T2" fmla="*/ 51 w 67"/>
                    <a:gd name="T3" fmla="*/ 96 h 150"/>
                    <a:gd name="T4" fmla="*/ 46 w 67"/>
                    <a:gd name="T5" fmla="*/ 114 h 150"/>
                    <a:gd name="T6" fmla="*/ 42 w 67"/>
                    <a:gd name="T7" fmla="*/ 113 h 150"/>
                    <a:gd name="T8" fmla="*/ 39 w 67"/>
                    <a:gd name="T9" fmla="*/ 108 h 150"/>
                    <a:gd name="T10" fmla="*/ 21 w 67"/>
                    <a:gd name="T11" fmla="*/ 78 h 150"/>
                    <a:gd name="T12" fmla="*/ 29 w 67"/>
                    <a:gd name="T13" fmla="*/ 73 h 150"/>
                    <a:gd name="T14" fmla="*/ 32 w 67"/>
                    <a:gd name="T15" fmla="*/ 74 h 150"/>
                    <a:gd name="T16" fmla="*/ 32 w 67"/>
                    <a:gd name="T17" fmla="*/ 77 h 150"/>
                    <a:gd name="T18" fmla="*/ 32 w 67"/>
                    <a:gd name="T19" fmla="*/ 79 h 150"/>
                    <a:gd name="T20" fmla="*/ 21 w 67"/>
                    <a:gd name="T21" fmla="*/ 78 h 150"/>
                    <a:gd name="T22" fmla="*/ 53 w 67"/>
                    <a:gd name="T23" fmla="*/ 118 h 150"/>
                    <a:gd name="T24" fmla="*/ 66 w 67"/>
                    <a:gd name="T25" fmla="*/ 108 h 150"/>
                    <a:gd name="T26" fmla="*/ 60 w 67"/>
                    <a:gd name="T27" fmla="*/ 98 h 150"/>
                    <a:gd name="T28" fmla="*/ 51 w 67"/>
                    <a:gd name="T29" fmla="*/ 82 h 150"/>
                    <a:gd name="T30" fmla="*/ 47 w 67"/>
                    <a:gd name="T31" fmla="*/ 71 h 150"/>
                    <a:gd name="T32" fmla="*/ 60 w 67"/>
                    <a:gd name="T33" fmla="*/ 58 h 150"/>
                    <a:gd name="T34" fmla="*/ 53 w 67"/>
                    <a:gd name="T35" fmla="*/ 52 h 150"/>
                    <a:gd name="T36" fmla="*/ 44 w 67"/>
                    <a:gd name="T37" fmla="*/ 50 h 150"/>
                    <a:gd name="T38" fmla="*/ 48 w 67"/>
                    <a:gd name="T39" fmla="*/ 38 h 150"/>
                    <a:gd name="T40" fmla="*/ 66 w 67"/>
                    <a:gd name="T41" fmla="*/ 17 h 150"/>
                    <a:gd name="T42" fmla="*/ 66 w 67"/>
                    <a:gd name="T43" fmla="*/ 13 h 150"/>
                    <a:gd name="T44" fmla="*/ 56 w 67"/>
                    <a:gd name="T45" fmla="*/ 1 h 150"/>
                    <a:gd name="T46" fmla="*/ 55 w 67"/>
                    <a:gd name="T47" fmla="*/ 7 h 150"/>
                    <a:gd name="T48" fmla="*/ 50 w 67"/>
                    <a:gd name="T49" fmla="*/ 18 h 150"/>
                    <a:gd name="T50" fmla="*/ 42 w 67"/>
                    <a:gd name="T51" fmla="*/ 15 h 150"/>
                    <a:gd name="T52" fmla="*/ 40 w 67"/>
                    <a:gd name="T53" fmla="*/ 15 h 150"/>
                    <a:gd name="T54" fmla="*/ 41 w 67"/>
                    <a:gd name="T55" fmla="*/ 26 h 150"/>
                    <a:gd name="T56" fmla="*/ 41 w 67"/>
                    <a:gd name="T57" fmla="*/ 30 h 150"/>
                    <a:gd name="T58" fmla="*/ 37 w 67"/>
                    <a:gd name="T59" fmla="*/ 33 h 150"/>
                    <a:gd name="T60" fmla="*/ 30 w 67"/>
                    <a:gd name="T61" fmla="*/ 29 h 150"/>
                    <a:gd name="T62" fmla="*/ 9 w 67"/>
                    <a:gd name="T63" fmla="*/ 50 h 150"/>
                    <a:gd name="T64" fmla="*/ 4 w 67"/>
                    <a:gd name="T65" fmla="*/ 59 h 150"/>
                    <a:gd name="T66" fmla="*/ 23 w 67"/>
                    <a:gd name="T67" fmla="*/ 51 h 150"/>
                    <a:gd name="T68" fmla="*/ 30 w 67"/>
                    <a:gd name="T69" fmla="*/ 58 h 150"/>
                    <a:gd name="T70" fmla="*/ 26 w 67"/>
                    <a:gd name="T71" fmla="*/ 65 h 150"/>
                    <a:gd name="T72" fmla="*/ 19 w 67"/>
                    <a:gd name="T73" fmla="*/ 64 h 150"/>
                    <a:gd name="T74" fmla="*/ 16 w 67"/>
                    <a:gd name="T75" fmla="*/ 67 h 150"/>
                    <a:gd name="T76" fmla="*/ 16 w 67"/>
                    <a:gd name="T77" fmla="*/ 72 h 150"/>
                    <a:gd name="T78" fmla="*/ 3 w 67"/>
                    <a:gd name="T79" fmla="*/ 105 h 150"/>
                    <a:gd name="T80" fmla="*/ 6 w 67"/>
                    <a:gd name="T81" fmla="*/ 110 h 150"/>
                    <a:gd name="T82" fmla="*/ 9 w 67"/>
                    <a:gd name="T83" fmla="*/ 111 h 150"/>
                    <a:gd name="T84" fmla="*/ 24 w 67"/>
                    <a:gd name="T85" fmla="*/ 89 h 150"/>
                    <a:gd name="T86" fmla="*/ 32 w 67"/>
                    <a:gd name="T87" fmla="*/ 93 h 150"/>
                    <a:gd name="T88" fmla="*/ 32 w 67"/>
                    <a:gd name="T89" fmla="*/ 96 h 150"/>
                    <a:gd name="T90" fmla="*/ 29 w 67"/>
                    <a:gd name="T91" fmla="*/ 113 h 150"/>
                    <a:gd name="T92" fmla="*/ 29 w 67"/>
                    <a:gd name="T93" fmla="*/ 115 h 150"/>
                    <a:gd name="T94" fmla="*/ 22 w 67"/>
                    <a:gd name="T95" fmla="*/ 122 h 150"/>
                    <a:gd name="T96" fmla="*/ 10 w 67"/>
                    <a:gd name="T97" fmla="*/ 124 h 150"/>
                    <a:gd name="T98" fmla="*/ 15 w 67"/>
                    <a:gd name="T99" fmla="*/ 144 h 150"/>
                    <a:gd name="T100" fmla="*/ 17 w 67"/>
                    <a:gd name="T101" fmla="*/ 150 h 150"/>
                    <a:gd name="T102" fmla="*/ 38 w 67"/>
                    <a:gd name="T103" fmla="*/ 125 h 1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67" h="150">
                      <a:moveTo>
                        <a:pt x="39" y="107"/>
                      </a:moveTo>
                      <a:cubicBezTo>
                        <a:pt x="39" y="103"/>
                        <a:pt x="44" y="96"/>
                        <a:pt x="47" y="96"/>
                      </a:cubicBezTo>
                      <a:cubicBezTo>
                        <a:pt x="50" y="96"/>
                        <a:pt x="50" y="96"/>
                        <a:pt x="50" y="96"/>
                      </a:cubicBezTo>
                      <a:cubicBezTo>
                        <a:pt x="51" y="96"/>
                        <a:pt x="51" y="96"/>
                        <a:pt x="51" y="96"/>
                      </a:cubicBezTo>
                      <a:cubicBezTo>
                        <a:pt x="53" y="98"/>
                        <a:pt x="55" y="101"/>
                        <a:pt x="55" y="104"/>
                      </a:cubicBezTo>
                      <a:cubicBezTo>
                        <a:pt x="55" y="108"/>
                        <a:pt x="49" y="112"/>
                        <a:pt x="46" y="114"/>
                      </a:cubicBezTo>
                      <a:cubicBezTo>
                        <a:pt x="45" y="114"/>
                        <a:pt x="45" y="113"/>
                        <a:pt x="43" y="113"/>
                      </a:cubicBezTo>
                      <a:cubicBezTo>
                        <a:pt x="42" y="113"/>
                        <a:pt x="42" y="113"/>
                        <a:pt x="42" y="113"/>
                      </a:cubicBezTo>
                      <a:cubicBezTo>
                        <a:pt x="39" y="109"/>
                        <a:pt x="39" y="109"/>
                        <a:pt x="39" y="109"/>
                      </a:cubicBezTo>
                      <a:cubicBezTo>
                        <a:pt x="39" y="108"/>
                        <a:pt x="39" y="108"/>
                        <a:pt x="39" y="108"/>
                      </a:cubicBezTo>
                      <a:cubicBezTo>
                        <a:pt x="39" y="107"/>
                        <a:pt x="39" y="107"/>
                        <a:pt x="39" y="107"/>
                      </a:cubicBezTo>
                      <a:close/>
                      <a:moveTo>
                        <a:pt x="21" y="78"/>
                      </a:moveTo>
                      <a:cubicBezTo>
                        <a:pt x="21" y="77"/>
                        <a:pt x="25" y="73"/>
                        <a:pt x="26" y="73"/>
                      </a:cubicBezTo>
                      <a:cubicBezTo>
                        <a:pt x="27" y="73"/>
                        <a:pt x="27" y="73"/>
                        <a:pt x="29" y="73"/>
                      </a:cubicBezTo>
                      <a:cubicBezTo>
                        <a:pt x="30" y="73"/>
                        <a:pt x="30" y="73"/>
                        <a:pt x="30" y="73"/>
                      </a:cubicBezTo>
                      <a:cubicBezTo>
                        <a:pt x="32" y="74"/>
                        <a:pt x="32" y="74"/>
                        <a:pt x="32" y="74"/>
                      </a:cubicBezTo>
                      <a:cubicBezTo>
                        <a:pt x="32" y="76"/>
                        <a:pt x="32" y="76"/>
                        <a:pt x="32" y="76"/>
                      </a:cubicBezTo>
                      <a:cubicBezTo>
                        <a:pt x="32" y="77"/>
                        <a:pt x="32" y="77"/>
                        <a:pt x="32" y="77"/>
                      </a:cubicBezTo>
                      <a:cubicBezTo>
                        <a:pt x="32" y="78"/>
                        <a:pt x="32" y="78"/>
                        <a:pt x="32" y="78"/>
                      </a:cubicBezTo>
                      <a:cubicBezTo>
                        <a:pt x="32" y="79"/>
                        <a:pt x="32" y="79"/>
                        <a:pt x="32" y="79"/>
                      </a:cubicBezTo>
                      <a:cubicBezTo>
                        <a:pt x="31" y="82"/>
                        <a:pt x="29" y="83"/>
                        <a:pt x="25" y="83"/>
                      </a:cubicBezTo>
                      <a:cubicBezTo>
                        <a:pt x="23" y="83"/>
                        <a:pt x="21" y="81"/>
                        <a:pt x="21" y="78"/>
                      </a:cubicBezTo>
                      <a:close/>
                      <a:moveTo>
                        <a:pt x="38" y="125"/>
                      </a:moveTo>
                      <a:cubicBezTo>
                        <a:pt x="43" y="122"/>
                        <a:pt x="47" y="120"/>
                        <a:pt x="53" y="118"/>
                      </a:cubicBezTo>
                      <a:cubicBezTo>
                        <a:pt x="57" y="116"/>
                        <a:pt x="57" y="116"/>
                        <a:pt x="60" y="114"/>
                      </a:cubicBezTo>
                      <a:cubicBezTo>
                        <a:pt x="64" y="111"/>
                        <a:pt x="63" y="110"/>
                        <a:pt x="66" y="108"/>
                      </a:cubicBezTo>
                      <a:cubicBezTo>
                        <a:pt x="67" y="104"/>
                        <a:pt x="67" y="104"/>
                        <a:pt x="67" y="104"/>
                      </a:cubicBezTo>
                      <a:cubicBezTo>
                        <a:pt x="64" y="100"/>
                        <a:pt x="64" y="101"/>
                        <a:pt x="60" y="98"/>
                      </a:cubicBezTo>
                      <a:cubicBezTo>
                        <a:pt x="58" y="96"/>
                        <a:pt x="55" y="95"/>
                        <a:pt x="54" y="92"/>
                      </a:cubicBezTo>
                      <a:cubicBezTo>
                        <a:pt x="53" y="88"/>
                        <a:pt x="53" y="84"/>
                        <a:pt x="51" y="82"/>
                      </a:cubicBezTo>
                      <a:cubicBezTo>
                        <a:pt x="49" y="79"/>
                        <a:pt x="47" y="77"/>
                        <a:pt x="47" y="73"/>
                      </a:cubicBezTo>
                      <a:cubicBezTo>
                        <a:pt x="47" y="72"/>
                        <a:pt x="47" y="72"/>
                        <a:pt x="47" y="71"/>
                      </a:cubicBezTo>
                      <a:cubicBezTo>
                        <a:pt x="49" y="67"/>
                        <a:pt x="47" y="67"/>
                        <a:pt x="53" y="64"/>
                      </a:cubicBezTo>
                      <a:cubicBezTo>
                        <a:pt x="55" y="64"/>
                        <a:pt x="60" y="60"/>
                        <a:pt x="60" y="58"/>
                      </a:cubicBezTo>
                      <a:cubicBezTo>
                        <a:pt x="60" y="55"/>
                        <a:pt x="60" y="55"/>
                        <a:pt x="60" y="55"/>
                      </a:cubicBezTo>
                      <a:cubicBezTo>
                        <a:pt x="60" y="53"/>
                        <a:pt x="56" y="51"/>
                        <a:pt x="53" y="52"/>
                      </a:cubicBezTo>
                      <a:cubicBezTo>
                        <a:pt x="47" y="52"/>
                        <a:pt x="47" y="52"/>
                        <a:pt x="47" y="52"/>
                      </a:cubicBezTo>
                      <a:cubicBezTo>
                        <a:pt x="46" y="52"/>
                        <a:pt x="45" y="51"/>
                        <a:pt x="44" y="50"/>
                      </a:cubicBezTo>
                      <a:cubicBezTo>
                        <a:pt x="44" y="47"/>
                        <a:pt x="44" y="47"/>
                        <a:pt x="44" y="47"/>
                      </a:cubicBezTo>
                      <a:cubicBezTo>
                        <a:pt x="44" y="44"/>
                        <a:pt x="47" y="41"/>
                        <a:pt x="48" y="38"/>
                      </a:cubicBezTo>
                      <a:cubicBezTo>
                        <a:pt x="49" y="34"/>
                        <a:pt x="50" y="33"/>
                        <a:pt x="53" y="30"/>
                      </a:cubicBezTo>
                      <a:cubicBezTo>
                        <a:pt x="56" y="27"/>
                        <a:pt x="66" y="22"/>
                        <a:pt x="66" y="17"/>
                      </a:cubicBezTo>
                      <a:cubicBezTo>
                        <a:pt x="66" y="14"/>
                        <a:pt x="66" y="14"/>
                        <a:pt x="66" y="14"/>
                      </a:cubicBezTo>
                      <a:cubicBezTo>
                        <a:pt x="66" y="13"/>
                        <a:pt x="66" y="13"/>
                        <a:pt x="66" y="13"/>
                      </a:cubicBezTo>
                      <a:cubicBezTo>
                        <a:pt x="65" y="10"/>
                        <a:pt x="62" y="0"/>
                        <a:pt x="58" y="0"/>
                      </a:cubicBezTo>
                      <a:cubicBezTo>
                        <a:pt x="57" y="0"/>
                        <a:pt x="57" y="0"/>
                        <a:pt x="56" y="1"/>
                      </a:cubicBezTo>
                      <a:cubicBezTo>
                        <a:pt x="56" y="3"/>
                        <a:pt x="55" y="3"/>
                        <a:pt x="55" y="5"/>
                      </a:cubicBezTo>
                      <a:cubicBezTo>
                        <a:pt x="55" y="7"/>
                        <a:pt x="55" y="7"/>
                        <a:pt x="55" y="7"/>
                      </a:cubicBezTo>
                      <a:cubicBezTo>
                        <a:pt x="55" y="11"/>
                        <a:pt x="53" y="15"/>
                        <a:pt x="51" y="18"/>
                      </a:cubicBezTo>
                      <a:cubicBezTo>
                        <a:pt x="50" y="18"/>
                        <a:pt x="50" y="18"/>
                        <a:pt x="50" y="18"/>
                      </a:cubicBezTo>
                      <a:cubicBezTo>
                        <a:pt x="48" y="18"/>
                        <a:pt x="48" y="18"/>
                        <a:pt x="47" y="19"/>
                      </a:cubicBezTo>
                      <a:cubicBezTo>
                        <a:pt x="42" y="15"/>
                        <a:pt x="42" y="15"/>
                        <a:pt x="42" y="15"/>
                      </a:cubicBezTo>
                      <a:cubicBezTo>
                        <a:pt x="41" y="15"/>
                        <a:pt x="41" y="15"/>
                        <a:pt x="41" y="15"/>
                      </a:cubicBezTo>
                      <a:cubicBezTo>
                        <a:pt x="40" y="15"/>
                        <a:pt x="40" y="15"/>
                        <a:pt x="40" y="15"/>
                      </a:cubicBezTo>
                      <a:cubicBezTo>
                        <a:pt x="39" y="15"/>
                        <a:pt x="38" y="16"/>
                        <a:pt x="38" y="17"/>
                      </a:cubicBezTo>
                      <a:cubicBezTo>
                        <a:pt x="38" y="19"/>
                        <a:pt x="41" y="22"/>
                        <a:pt x="41" y="26"/>
                      </a:cubicBezTo>
                      <a:cubicBezTo>
                        <a:pt x="41" y="29"/>
                        <a:pt x="41" y="29"/>
                        <a:pt x="41" y="29"/>
                      </a:cubicBezTo>
                      <a:cubicBezTo>
                        <a:pt x="41" y="30"/>
                        <a:pt x="41" y="30"/>
                        <a:pt x="41" y="30"/>
                      </a:cubicBezTo>
                      <a:cubicBezTo>
                        <a:pt x="38" y="33"/>
                        <a:pt x="38" y="33"/>
                        <a:pt x="38" y="33"/>
                      </a:cubicBezTo>
                      <a:cubicBezTo>
                        <a:pt x="37" y="33"/>
                        <a:pt x="37" y="33"/>
                        <a:pt x="37" y="33"/>
                      </a:cubicBezTo>
                      <a:cubicBezTo>
                        <a:pt x="35" y="33"/>
                        <a:pt x="35" y="34"/>
                        <a:pt x="34" y="34"/>
                      </a:cubicBezTo>
                      <a:cubicBezTo>
                        <a:pt x="32" y="33"/>
                        <a:pt x="31" y="31"/>
                        <a:pt x="30" y="29"/>
                      </a:cubicBezTo>
                      <a:cubicBezTo>
                        <a:pt x="24" y="29"/>
                        <a:pt x="30" y="41"/>
                        <a:pt x="19" y="45"/>
                      </a:cubicBezTo>
                      <a:cubicBezTo>
                        <a:pt x="16" y="46"/>
                        <a:pt x="12" y="48"/>
                        <a:pt x="9" y="50"/>
                      </a:cubicBezTo>
                      <a:cubicBezTo>
                        <a:pt x="6" y="51"/>
                        <a:pt x="1" y="53"/>
                        <a:pt x="0" y="55"/>
                      </a:cubicBezTo>
                      <a:cubicBezTo>
                        <a:pt x="1" y="58"/>
                        <a:pt x="1" y="57"/>
                        <a:pt x="4" y="59"/>
                      </a:cubicBezTo>
                      <a:cubicBezTo>
                        <a:pt x="6" y="59"/>
                        <a:pt x="6" y="59"/>
                        <a:pt x="6" y="59"/>
                      </a:cubicBezTo>
                      <a:cubicBezTo>
                        <a:pt x="10" y="59"/>
                        <a:pt x="20" y="51"/>
                        <a:pt x="23" y="51"/>
                      </a:cubicBezTo>
                      <a:cubicBezTo>
                        <a:pt x="25" y="51"/>
                        <a:pt x="24" y="51"/>
                        <a:pt x="27" y="52"/>
                      </a:cubicBezTo>
                      <a:cubicBezTo>
                        <a:pt x="29" y="54"/>
                        <a:pt x="29" y="55"/>
                        <a:pt x="30" y="58"/>
                      </a:cubicBezTo>
                      <a:cubicBezTo>
                        <a:pt x="30" y="59"/>
                        <a:pt x="30" y="59"/>
                        <a:pt x="30" y="59"/>
                      </a:cubicBezTo>
                      <a:cubicBezTo>
                        <a:pt x="30" y="62"/>
                        <a:pt x="28" y="64"/>
                        <a:pt x="26" y="65"/>
                      </a:cubicBezTo>
                      <a:cubicBezTo>
                        <a:pt x="21" y="64"/>
                        <a:pt x="21" y="64"/>
                        <a:pt x="21" y="64"/>
                      </a:cubicBezTo>
                      <a:cubicBezTo>
                        <a:pt x="20" y="64"/>
                        <a:pt x="20" y="64"/>
                        <a:pt x="19" y="64"/>
                      </a:cubicBezTo>
                      <a:cubicBezTo>
                        <a:pt x="18" y="64"/>
                        <a:pt x="18" y="64"/>
                        <a:pt x="18" y="64"/>
                      </a:cubicBezTo>
                      <a:cubicBezTo>
                        <a:pt x="16" y="67"/>
                        <a:pt x="16" y="67"/>
                        <a:pt x="16" y="67"/>
                      </a:cubicBezTo>
                      <a:cubicBezTo>
                        <a:pt x="16" y="68"/>
                        <a:pt x="16" y="68"/>
                        <a:pt x="16" y="68"/>
                      </a:cubicBezTo>
                      <a:cubicBezTo>
                        <a:pt x="16" y="72"/>
                        <a:pt x="16" y="72"/>
                        <a:pt x="16" y="72"/>
                      </a:cubicBezTo>
                      <a:cubicBezTo>
                        <a:pt x="16" y="78"/>
                        <a:pt x="13" y="85"/>
                        <a:pt x="11" y="90"/>
                      </a:cubicBezTo>
                      <a:cubicBezTo>
                        <a:pt x="9" y="94"/>
                        <a:pt x="3" y="100"/>
                        <a:pt x="3" y="105"/>
                      </a:cubicBezTo>
                      <a:cubicBezTo>
                        <a:pt x="3" y="106"/>
                        <a:pt x="4" y="109"/>
                        <a:pt x="5" y="110"/>
                      </a:cubicBezTo>
                      <a:cubicBezTo>
                        <a:pt x="6" y="110"/>
                        <a:pt x="6" y="110"/>
                        <a:pt x="6" y="110"/>
                      </a:cubicBezTo>
                      <a:cubicBezTo>
                        <a:pt x="7" y="110"/>
                        <a:pt x="7" y="110"/>
                        <a:pt x="7" y="110"/>
                      </a:cubicBezTo>
                      <a:cubicBezTo>
                        <a:pt x="9" y="110"/>
                        <a:pt x="8" y="110"/>
                        <a:pt x="9" y="111"/>
                      </a:cubicBezTo>
                      <a:cubicBezTo>
                        <a:pt x="11" y="109"/>
                        <a:pt x="15" y="101"/>
                        <a:pt x="15" y="98"/>
                      </a:cubicBezTo>
                      <a:cubicBezTo>
                        <a:pt x="17" y="94"/>
                        <a:pt x="20" y="89"/>
                        <a:pt x="24" y="89"/>
                      </a:cubicBezTo>
                      <a:cubicBezTo>
                        <a:pt x="25" y="89"/>
                        <a:pt x="25" y="89"/>
                        <a:pt x="26" y="88"/>
                      </a:cubicBezTo>
                      <a:cubicBezTo>
                        <a:pt x="28" y="90"/>
                        <a:pt x="32" y="90"/>
                        <a:pt x="32" y="93"/>
                      </a:cubicBezTo>
                      <a:cubicBezTo>
                        <a:pt x="32" y="94"/>
                        <a:pt x="32" y="94"/>
                        <a:pt x="32" y="94"/>
                      </a:cubicBezTo>
                      <a:cubicBezTo>
                        <a:pt x="32" y="96"/>
                        <a:pt x="32" y="96"/>
                        <a:pt x="32" y="96"/>
                      </a:cubicBezTo>
                      <a:cubicBezTo>
                        <a:pt x="28" y="102"/>
                        <a:pt x="25" y="101"/>
                        <a:pt x="23" y="104"/>
                      </a:cubicBezTo>
                      <a:cubicBezTo>
                        <a:pt x="26" y="109"/>
                        <a:pt x="27" y="108"/>
                        <a:pt x="29" y="113"/>
                      </a:cubicBezTo>
                      <a:cubicBezTo>
                        <a:pt x="29" y="114"/>
                        <a:pt x="29" y="114"/>
                        <a:pt x="29" y="114"/>
                      </a:cubicBezTo>
                      <a:cubicBezTo>
                        <a:pt x="29" y="115"/>
                        <a:pt x="29" y="115"/>
                        <a:pt x="29" y="115"/>
                      </a:cubicBezTo>
                      <a:cubicBezTo>
                        <a:pt x="29" y="116"/>
                        <a:pt x="29" y="116"/>
                        <a:pt x="29" y="116"/>
                      </a:cubicBezTo>
                      <a:cubicBezTo>
                        <a:pt x="28" y="119"/>
                        <a:pt x="26" y="123"/>
                        <a:pt x="22" y="122"/>
                      </a:cubicBezTo>
                      <a:cubicBezTo>
                        <a:pt x="15" y="122"/>
                        <a:pt x="15" y="122"/>
                        <a:pt x="15" y="122"/>
                      </a:cubicBezTo>
                      <a:cubicBezTo>
                        <a:pt x="14" y="122"/>
                        <a:pt x="11" y="124"/>
                        <a:pt x="10" y="124"/>
                      </a:cubicBezTo>
                      <a:cubicBezTo>
                        <a:pt x="13" y="127"/>
                        <a:pt x="23" y="129"/>
                        <a:pt x="23" y="133"/>
                      </a:cubicBezTo>
                      <a:cubicBezTo>
                        <a:pt x="23" y="137"/>
                        <a:pt x="18" y="142"/>
                        <a:pt x="15" y="144"/>
                      </a:cubicBezTo>
                      <a:cubicBezTo>
                        <a:pt x="15" y="150"/>
                        <a:pt x="15" y="150"/>
                        <a:pt x="15" y="150"/>
                      </a:cubicBezTo>
                      <a:cubicBezTo>
                        <a:pt x="17" y="150"/>
                        <a:pt x="17" y="150"/>
                        <a:pt x="17" y="150"/>
                      </a:cubicBezTo>
                      <a:cubicBezTo>
                        <a:pt x="20" y="150"/>
                        <a:pt x="27" y="141"/>
                        <a:pt x="29" y="139"/>
                      </a:cubicBezTo>
                      <a:cubicBezTo>
                        <a:pt x="33" y="135"/>
                        <a:pt x="34" y="129"/>
                        <a:pt x="38" y="12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2" name="iSļïḑé"/>
                <p:cNvSpPr/>
                <p:nvPr/>
              </p:nvSpPr>
              <p:spPr bwMode="auto">
                <a:xfrm>
                  <a:off x="4422776" y="3106738"/>
                  <a:ext cx="412750" cy="596900"/>
                </a:xfrm>
                <a:custGeom>
                  <a:avLst/>
                  <a:gdLst>
                    <a:gd name="T0" fmla="*/ 63 w 125"/>
                    <a:gd name="T1" fmla="*/ 83 h 179"/>
                    <a:gd name="T2" fmla="*/ 69 w 125"/>
                    <a:gd name="T3" fmla="*/ 84 h 179"/>
                    <a:gd name="T4" fmla="*/ 71 w 125"/>
                    <a:gd name="T5" fmla="*/ 95 h 179"/>
                    <a:gd name="T6" fmla="*/ 56 w 125"/>
                    <a:gd name="T7" fmla="*/ 91 h 179"/>
                    <a:gd name="T8" fmla="*/ 77 w 125"/>
                    <a:gd name="T9" fmla="*/ 77 h 179"/>
                    <a:gd name="T10" fmla="*/ 90 w 125"/>
                    <a:gd name="T11" fmla="*/ 82 h 179"/>
                    <a:gd name="T12" fmla="*/ 93 w 125"/>
                    <a:gd name="T13" fmla="*/ 96 h 179"/>
                    <a:gd name="T14" fmla="*/ 88 w 125"/>
                    <a:gd name="T15" fmla="*/ 106 h 179"/>
                    <a:gd name="T16" fmla="*/ 75 w 125"/>
                    <a:gd name="T17" fmla="*/ 89 h 179"/>
                    <a:gd name="T18" fmla="*/ 91 w 125"/>
                    <a:gd name="T19" fmla="*/ 29 h 179"/>
                    <a:gd name="T20" fmla="*/ 95 w 125"/>
                    <a:gd name="T21" fmla="*/ 4 h 179"/>
                    <a:gd name="T22" fmla="*/ 92 w 125"/>
                    <a:gd name="T23" fmla="*/ 0 h 179"/>
                    <a:gd name="T24" fmla="*/ 86 w 125"/>
                    <a:gd name="T25" fmla="*/ 0 h 179"/>
                    <a:gd name="T26" fmla="*/ 80 w 125"/>
                    <a:gd name="T27" fmla="*/ 7 h 179"/>
                    <a:gd name="T28" fmla="*/ 83 w 125"/>
                    <a:gd name="T29" fmla="*/ 30 h 179"/>
                    <a:gd name="T30" fmla="*/ 86 w 125"/>
                    <a:gd name="T31" fmla="*/ 50 h 179"/>
                    <a:gd name="T32" fmla="*/ 46 w 125"/>
                    <a:gd name="T33" fmla="*/ 84 h 179"/>
                    <a:gd name="T34" fmla="*/ 0 w 125"/>
                    <a:gd name="T35" fmla="*/ 99 h 179"/>
                    <a:gd name="T36" fmla="*/ 13 w 125"/>
                    <a:gd name="T37" fmla="*/ 108 h 179"/>
                    <a:gd name="T38" fmla="*/ 30 w 125"/>
                    <a:gd name="T39" fmla="*/ 100 h 179"/>
                    <a:gd name="T40" fmla="*/ 47 w 125"/>
                    <a:gd name="T41" fmla="*/ 92 h 179"/>
                    <a:gd name="T42" fmla="*/ 51 w 125"/>
                    <a:gd name="T43" fmla="*/ 109 h 179"/>
                    <a:gd name="T44" fmla="*/ 50 w 125"/>
                    <a:gd name="T45" fmla="*/ 118 h 179"/>
                    <a:gd name="T46" fmla="*/ 54 w 125"/>
                    <a:gd name="T47" fmla="*/ 125 h 179"/>
                    <a:gd name="T48" fmla="*/ 62 w 125"/>
                    <a:gd name="T49" fmla="*/ 119 h 179"/>
                    <a:gd name="T50" fmla="*/ 62 w 125"/>
                    <a:gd name="T51" fmla="*/ 113 h 179"/>
                    <a:gd name="T52" fmla="*/ 78 w 125"/>
                    <a:gd name="T53" fmla="*/ 111 h 179"/>
                    <a:gd name="T54" fmla="*/ 78 w 125"/>
                    <a:gd name="T55" fmla="*/ 113 h 179"/>
                    <a:gd name="T56" fmla="*/ 78 w 125"/>
                    <a:gd name="T57" fmla="*/ 118 h 179"/>
                    <a:gd name="T58" fmla="*/ 46 w 125"/>
                    <a:gd name="T59" fmla="*/ 147 h 179"/>
                    <a:gd name="T60" fmla="*/ 28 w 125"/>
                    <a:gd name="T61" fmla="*/ 158 h 179"/>
                    <a:gd name="T62" fmla="*/ 1 w 125"/>
                    <a:gd name="T63" fmla="*/ 170 h 179"/>
                    <a:gd name="T64" fmla="*/ 14 w 125"/>
                    <a:gd name="T65" fmla="*/ 178 h 179"/>
                    <a:gd name="T66" fmla="*/ 20 w 125"/>
                    <a:gd name="T67" fmla="*/ 179 h 179"/>
                    <a:gd name="T68" fmla="*/ 22 w 125"/>
                    <a:gd name="T69" fmla="*/ 179 h 179"/>
                    <a:gd name="T70" fmla="*/ 38 w 125"/>
                    <a:gd name="T71" fmla="*/ 169 h 179"/>
                    <a:gd name="T72" fmla="*/ 61 w 125"/>
                    <a:gd name="T73" fmla="*/ 150 h 179"/>
                    <a:gd name="T74" fmla="*/ 79 w 125"/>
                    <a:gd name="T75" fmla="*/ 135 h 179"/>
                    <a:gd name="T76" fmla="*/ 96 w 125"/>
                    <a:gd name="T77" fmla="*/ 119 h 179"/>
                    <a:gd name="T78" fmla="*/ 106 w 125"/>
                    <a:gd name="T79" fmla="*/ 149 h 179"/>
                    <a:gd name="T80" fmla="*/ 125 w 125"/>
                    <a:gd name="T81" fmla="*/ 152 h 179"/>
                    <a:gd name="T82" fmla="*/ 116 w 125"/>
                    <a:gd name="T83" fmla="*/ 120 h 179"/>
                    <a:gd name="T84" fmla="*/ 115 w 125"/>
                    <a:gd name="T85" fmla="*/ 125 h 179"/>
                    <a:gd name="T86" fmla="*/ 109 w 125"/>
                    <a:gd name="T87" fmla="*/ 129 h 179"/>
                    <a:gd name="T88" fmla="*/ 97 w 125"/>
                    <a:gd name="T89" fmla="*/ 92 h 179"/>
                    <a:gd name="T90" fmla="*/ 94 w 125"/>
                    <a:gd name="T91" fmla="*/ 76 h 179"/>
                    <a:gd name="T92" fmla="*/ 110 w 125"/>
                    <a:gd name="T93" fmla="*/ 60 h 179"/>
                    <a:gd name="T94" fmla="*/ 105 w 125"/>
                    <a:gd name="T95" fmla="*/ 57 h 179"/>
                    <a:gd name="T96" fmla="*/ 101 w 125"/>
                    <a:gd name="T97" fmla="*/ 59 h 179"/>
                    <a:gd name="T98" fmla="*/ 91 w 125"/>
                    <a:gd name="T99" fmla="*/ 54 h 179"/>
                    <a:gd name="T100" fmla="*/ 91 w 125"/>
                    <a:gd name="T101" fmla="*/ 29 h 1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125" h="179">
                      <a:moveTo>
                        <a:pt x="56" y="91"/>
                      </a:moveTo>
                      <a:cubicBezTo>
                        <a:pt x="56" y="87"/>
                        <a:pt x="60" y="85"/>
                        <a:pt x="63" y="83"/>
                      </a:cubicBezTo>
                      <a:cubicBezTo>
                        <a:pt x="64" y="83"/>
                        <a:pt x="64" y="83"/>
                        <a:pt x="64" y="83"/>
                      </a:cubicBezTo>
                      <a:cubicBezTo>
                        <a:pt x="67" y="83"/>
                        <a:pt x="67" y="84"/>
                        <a:pt x="69" y="84"/>
                      </a:cubicBezTo>
                      <a:cubicBezTo>
                        <a:pt x="71" y="94"/>
                        <a:pt x="71" y="94"/>
                        <a:pt x="71" y="94"/>
                      </a:cubicBezTo>
                      <a:cubicBezTo>
                        <a:pt x="71" y="95"/>
                        <a:pt x="71" y="95"/>
                        <a:pt x="71" y="95"/>
                      </a:cubicBezTo>
                      <a:cubicBezTo>
                        <a:pt x="68" y="100"/>
                        <a:pt x="68" y="99"/>
                        <a:pt x="63" y="101"/>
                      </a:cubicBezTo>
                      <a:cubicBezTo>
                        <a:pt x="61" y="99"/>
                        <a:pt x="56" y="95"/>
                        <a:pt x="56" y="91"/>
                      </a:cubicBezTo>
                      <a:close/>
                      <a:moveTo>
                        <a:pt x="72" y="83"/>
                      </a:moveTo>
                      <a:cubicBezTo>
                        <a:pt x="74" y="79"/>
                        <a:pt x="73" y="79"/>
                        <a:pt x="77" y="77"/>
                      </a:cubicBezTo>
                      <a:cubicBezTo>
                        <a:pt x="79" y="75"/>
                        <a:pt x="82" y="75"/>
                        <a:pt x="83" y="73"/>
                      </a:cubicBezTo>
                      <a:cubicBezTo>
                        <a:pt x="88" y="76"/>
                        <a:pt x="89" y="76"/>
                        <a:pt x="90" y="82"/>
                      </a:cubicBezTo>
                      <a:cubicBezTo>
                        <a:pt x="92" y="95"/>
                        <a:pt x="92" y="95"/>
                        <a:pt x="92" y="95"/>
                      </a:cubicBezTo>
                      <a:cubicBezTo>
                        <a:pt x="93" y="96"/>
                        <a:pt x="93" y="96"/>
                        <a:pt x="93" y="96"/>
                      </a:cubicBezTo>
                      <a:cubicBezTo>
                        <a:pt x="94" y="99"/>
                        <a:pt x="94" y="99"/>
                        <a:pt x="94" y="99"/>
                      </a:cubicBezTo>
                      <a:cubicBezTo>
                        <a:pt x="91" y="105"/>
                        <a:pt x="93" y="103"/>
                        <a:pt x="88" y="106"/>
                      </a:cubicBezTo>
                      <a:cubicBezTo>
                        <a:pt x="83" y="101"/>
                        <a:pt x="82" y="101"/>
                        <a:pt x="79" y="95"/>
                      </a:cubicBezTo>
                      <a:cubicBezTo>
                        <a:pt x="77" y="93"/>
                        <a:pt x="77" y="91"/>
                        <a:pt x="75" y="89"/>
                      </a:cubicBezTo>
                      <a:cubicBezTo>
                        <a:pt x="73" y="87"/>
                        <a:pt x="73" y="86"/>
                        <a:pt x="72" y="83"/>
                      </a:cubicBezTo>
                      <a:close/>
                      <a:moveTo>
                        <a:pt x="91" y="29"/>
                      </a:moveTo>
                      <a:cubicBezTo>
                        <a:pt x="91" y="22"/>
                        <a:pt x="95" y="12"/>
                        <a:pt x="95" y="4"/>
                      </a:cubicBezTo>
                      <a:cubicBezTo>
                        <a:pt x="95" y="4"/>
                        <a:pt x="95" y="4"/>
                        <a:pt x="95" y="4"/>
                      </a:cubicBezTo>
                      <a:cubicBezTo>
                        <a:pt x="95" y="3"/>
                        <a:pt x="95" y="3"/>
                        <a:pt x="95" y="3"/>
                      </a:cubicBezTo>
                      <a:cubicBezTo>
                        <a:pt x="93" y="0"/>
                        <a:pt x="95" y="1"/>
                        <a:pt x="92" y="0"/>
                      </a:cubicBezTo>
                      <a:cubicBezTo>
                        <a:pt x="91" y="0"/>
                        <a:pt x="91" y="0"/>
                        <a:pt x="91" y="0"/>
                      </a:cubicBezTo>
                      <a:cubicBezTo>
                        <a:pt x="86" y="0"/>
                        <a:pt x="86" y="0"/>
                        <a:pt x="86" y="0"/>
                      </a:cubicBezTo>
                      <a:cubicBezTo>
                        <a:pt x="85" y="0"/>
                        <a:pt x="85" y="0"/>
                        <a:pt x="85" y="0"/>
                      </a:cubicBezTo>
                      <a:cubicBezTo>
                        <a:pt x="82" y="1"/>
                        <a:pt x="80" y="4"/>
                        <a:pt x="80" y="7"/>
                      </a:cubicBezTo>
                      <a:cubicBezTo>
                        <a:pt x="83" y="30"/>
                        <a:pt x="83" y="30"/>
                        <a:pt x="83" y="30"/>
                      </a:cubicBezTo>
                      <a:cubicBezTo>
                        <a:pt x="83" y="30"/>
                        <a:pt x="83" y="30"/>
                        <a:pt x="83" y="30"/>
                      </a:cubicBezTo>
                      <a:cubicBezTo>
                        <a:pt x="83" y="38"/>
                        <a:pt x="86" y="44"/>
                        <a:pt x="86" y="49"/>
                      </a:cubicBezTo>
                      <a:cubicBezTo>
                        <a:pt x="86" y="50"/>
                        <a:pt x="86" y="50"/>
                        <a:pt x="86" y="50"/>
                      </a:cubicBezTo>
                      <a:cubicBezTo>
                        <a:pt x="87" y="62"/>
                        <a:pt x="87" y="62"/>
                        <a:pt x="87" y="62"/>
                      </a:cubicBezTo>
                      <a:cubicBezTo>
                        <a:pt x="87" y="68"/>
                        <a:pt x="52" y="81"/>
                        <a:pt x="46" y="84"/>
                      </a:cubicBezTo>
                      <a:cubicBezTo>
                        <a:pt x="39" y="87"/>
                        <a:pt x="31" y="89"/>
                        <a:pt x="23" y="92"/>
                      </a:cubicBezTo>
                      <a:cubicBezTo>
                        <a:pt x="20" y="94"/>
                        <a:pt x="0" y="96"/>
                        <a:pt x="0" y="99"/>
                      </a:cubicBezTo>
                      <a:cubicBezTo>
                        <a:pt x="0" y="101"/>
                        <a:pt x="9" y="108"/>
                        <a:pt x="11" y="108"/>
                      </a:cubicBezTo>
                      <a:cubicBezTo>
                        <a:pt x="13" y="108"/>
                        <a:pt x="13" y="108"/>
                        <a:pt x="13" y="108"/>
                      </a:cubicBezTo>
                      <a:cubicBezTo>
                        <a:pt x="14" y="108"/>
                        <a:pt x="14" y="108"/>
                        <a:pt x="14" y="108"/>
                      </a:cubicBezTo>
                      <a:cubicBezTo>
                        <a:pt x="20" y="105"/>
                        <a:pt x="24" y="103"/>
                        <a:pt x="30" y="100"/>
                      </a:cubicBezTo>
                      <a:cubicBezTo>
                        <a:pt x="34" y="98"/>
                        <a:pt x="41" y="93"/>
                        <a:pt x="45" y="93"/>
                      </a:cubicBezTo>
                      <a:cubicBezTo>
                        <a:pt x="46" y="93"/>
                        <a:pt x="46" y="93"/>
                        <a:pt x="47" y="92"/>
                      </a:cubicBezTo>
                      <a:cubicBezTo>
                        <a:pt x="49" y="94"/>
                        <a:pt x="52" y="96"/>
                        <a:pt x="51" y="101"/>
                      </a:cubicBezTo>
                      <a:cubicBezTo>
                        <a:pt x="51" y="109"/>
                        <a:pt x="51" y="109"/>
                        <a:pt x="51" y="109"/>
                      </a:cubicBezTo>
                      <a:cubicBezTo>
                        <a:pt x="51" y="110"/>
                        <a:pt x="51" y="110"/>
                        <a:pt x="51" y="110"/>
                      </a:cubicBezTo>
                      <a:cubicBezTo>
                        <a:pt x="50" y="118"/>
                        <a:pt x="50" y="118"/>
                        <a:pt x="50" y="118"/>
                      </a:cubicBezTo>
                      <a:cubicBezTo>
                        <a:pt x="50" y="119"/>
                        <a:pt x="50" y="119"/>
                        <a:pt x="50" y="120"/>
                      </a:cubicBezTo>
                      <a:cubicBezTo>
                        <a:pt x="51" y="123"/>
                        <a:pt x="51" y="123"/>
                        <a:pt x="54" y="125"/>
                      </a:cubicBezTo>
                      <a:cubicBezTo>
                        <a:pt x="56" y="125"/>
                        <a:pt x="56" y="125"/>
                        <a:pt x="56" y="125"/>
                      </a:cubicBezTo>
                      <a:cubicBezTo>
                        <a:pt x="59" y="125"/>
                        <a:pt x="60" y="121"/>
                        <a:pt x="62" y="119"/>
                      </a:cubicBezTo>
                      <a:cubicBezTo>
                        <a:pt x="62" y="118"/>
                        <a:pt x="62" y="118"/>
                        <a:pt x="62" y="118"/>
                      </a:cubicBezTo>
                      <a:cubicBezTo>
                        <a:pt x="62" y="113"/>
                        <a:pt x="62" y="113"/>
                        <a:pt x="62" y="113"/>
                      </a:cubicBezTo>
                      <a:cubicBezTo>
                        <a:pt x="63" y="110"/>
                        <a:pt x="68" y="106"/>
                        <a:pt x="71" y="106"/>
                      </a:cubicBezTo>
                      <a:cubicBezTo>
                        <a:pt x="75" y="106"/>
                        <a:pt x="77" y="109"/>
                        <a:pt x="78" y="111"/>
                      </a:cubicBezTo>
                      <a:cubicBezTo>
                        <a:pt x="78" y="112"/>
                        <a:pt x="78" y="112"/>
                        <a:pt x="78" y="112"/>
                      </a:cubicBezTo>
                      <a:cubicBezTo>
                        <a:pt x="78" y="113"/>
                        <a:pt x="78" y="113"/>
                        <a:pt x="78" y="113"/>
                      </a:cubicBezTo>
                      <a:cubicBezTo>
                        <a:pt x="78" y="115"/>
                        <a:pt x="78" y="115"/>
                        <a:pt x="79" y="116"/>
                      </a:cubicBezTo>
                      <a:cubicBezTo>
                        <a:pt x="78" y="117"/>
                        <a:pt x="78" y="117"/>
                        <a:pt x="78" y="118"/>
                      </a:cubicBezTo>
                      <a:cubicBezTo>
                        <a:pt x="78" y="119"/>
                        <a:pt x="78" y="119"/>
                        <a:pt x="78" y="119"/>
                      </a:cubicBezTo>
                      <a:cubicBezTo>
                        <a:pt x="72" y="130"/>
                        <a:pt x="57" y="140"/>
                        <a:pt x="46" y="147"/>
                      </a:cubicBezTo>
                      <a:cubicBezTo>
                        <a:pt x="44" y="148"/>
                        <a:pt x="40" y="151"/>
                        <a:pt x="37" y="152"/>
                      </a:cubicBezTo>
                      <a:cubicBezTo>
                        <a:pt x="35" y="153"/>
                        <a:pt x="29" y="157"/>
                        <a:pt x="28" y="158"/>
                      </a:cubicBezTo>
                      <a:cubicBezTo>
                        <a:pt x="25" y="161"/>
                        <a:pt x="12" y="165"/>
                        <a:pt x="6" y="165"/>
                      </a:cubicBezTo>
                      <a:cubicBezTo>
                        <a:pt x="4" y="165"/>
                        <a:pt x="2" y="168"/>
                        <a:pt x="1" y="170"/>
                      </a:cubicBezTo>
                      <a:cubicBezTo>
                        <a:pt x="4" y="171"/>
                        <a:pt x="4" y="173"/>
                        <a:pt x="7" y="175"/>
                      </a:cubicBezTo>
                      <a:cubicBezTo>
                        <a:pt x="10" y="176"/>
                        <a:pt x="12" y="176"/>
                        <a:pt x="14" y="178"/>
                      </a:cubicBezTo>
                      <a:cubicBezTo>
                        <a:pt x="18" y="179"/>
                        <a:pt x="18" y="179"/>
                        <a:pt x="18" y="179"/>
                      </a:cubicBezTo>
                      <a:cubicBezTo>
                        <a:pt x="20" y="179"/>
                        <a:pt x="18" y="179"/>
                        <a:pt x="20" y="179"/>
                      </a:cubicBezTo>
                      <a:cubicBezTo>
                        <a:pt x="21" y="179"/>
                        <a:pt x="21" y="179"/>
                        <a:pt x="21" y="179"/>
                      </a:cubicBezTo>
                      <a:cubicBezTo>
                        <a:pt x="22" y="179"/>
                        <a:pt x="22" y="179"/>
                        <a:pt x="22" y="179"/>
                      </a:cubicBezTo>
                      <a:cubicBezTo>
                        <a:pt x="26" y="177"/>
                        <a:pt x="30" y="175"/>
                        <a:pt x="33" y="173"/>
                      </a:cubicBezTo>
                      <a:cubicBezTo>
                        <a:pt x="35" y="171"/>
                        <a:pt x="36" y="170"/>
                        <a:pt x="38" y="169"/>
                      </a:cubicBezTo>
                      <a:cubicBezTo>
                        <a:pt x="39" y="168"/>
                        <a:pt x="43" y="166"/>
                        <a:pt x="43" y="166"/>
                      </a:cubicBezTo>
                      <a:cubicBezTo>
                        <a:pt x="49" y="160"/>
                        <a:pt x="55" y="156"/>
                        <a:pt x="61" y="150"/>
                      </a:cubicBezTo>
                      <a:cubicBezTo>
                        <a:pt x="64" y="148"/>
                        <a:pt x="67" y="145"/>
                        <a:pt x="70" y="143"/>
                      </a:cubicBezTo>
                      <a:cubicBezTo>
                        <a:pt x="73" y="140"/>
                        <a:pt x="76" y="137"/>
                        <a:pt x="79" y="135"/>
                      </a:cubicBezTo>
                      <a:cubicBezTo>
                        <a:pt x="82" y="132"/>
                        <a:pt x="85" y="130"/>
                        <a:pt x="87" y="127"/>
                      </a:cubicBezTo>
                      <a:cubicBezTo>
                        <a:pt x="90" y="124"/>
                        <a:pt x="91" y="119"/>
                        <a:pt x="96" y="119"/>
                      </a:cubicBezTo>
                      <a:cubicBezTo>
                        <a:pt x="98" y="119"/>
                        <a:pt x="100" y="126"/>
                        <a:pt x="100" y="128"/>
                      </a:cubicBezTo>
                      <a:cubicBezTo>
                        <a:pt x="100" y="132"/>
                        <a:pt x="105" y="145"/>
                        <a:pt x="106" y="149"/>
                      </a:cubicBezTo>
                      <a:cubicBezTo>
                        <a:pt x="108" y="155"/>
                        <a:pt x="111" y="165"/>
                        <a:pt x="118" y="165"/>
                      </a:cubicBezTo>
                      <a:cubicBezTo>
                        <a:pt x="119" y="163"/>
                        <a:pt x="125" y="161"/>
                        <a:pt x="125" y="152"/>
                      </a:cubicBezTo>
                      <a:cubicBezTo>
                        <a:pt x="125" y="143"/>
                        <a:pt x="120" y="120"/>
                        <a:pt x="117" y="116"/>
                      </a:cubicBezTo>
                      <a:cubicBezTo>
                        <a:pt x="117" y="118"/>
                        <a:pt x="116" y="118"/>
                        <a:pt x="116" y="120"/>
                      </a:cubicBezTo>
                      <a:cubicBezTo>
                        <a:pt x="116" y="123"/>
                        <a:pt x="115" y="121"/>
                        <a:pt x="115" y="124"/>
                      </a:cubicBezTo>
                      <a:cubicBezTo>
                        <a:pt x="115" y="125"/>
                        <a:pt x="115" y="125"/>
                        <a:pt x="115" y="125"/>
                      </a:cubicBezTo>
                      <a:cubicBezTo>
                        <a:pt x="115" y="126"/>
                        <a:pt x="114" y="129"/>
                        <a:pt x="112" y="129"/>
                      </a:cubicBezTo>
                      <a:cubicBezTo>
                        <a:pt x="109" y="129"/>
                        <a:pt x="109" y="129"/>
                        <a:pt x="109" y="129"/>
                      </a:cubicBezTo>
                      <a:cubicBezTo>
                        <a:pt x="105" y="129"/>
                        <a:pt x="102" y="110"/>
                        <a:pt x="100" y="105"/>
                      </a:cubicBezTo>
                      <a:cubicBezTo>
                        <a:pt x="98" y="101"/>
                        <a:pt x="98" y="97"/>
                        <a:pt x="97" y="92"/>
                      </a:cubicBezTo>
                      <a:cubicBezTo>
                        <a:pt x="96" y="87"/>
                        <a:pt x="94" y="86"/>
                        <a:pt x="94" y="79"/>
                      </a:cubicBezTo>
                      <a:cubicBezTo>
                        <a:pt x="94" y="76"/>
                        <a:pt x="94" y="76"/>
                        <a:pt x="94" y="76"/>
                      </a:cubicBezTo>
                      <a:cubicBezTo>
                        <a:pt x="94" y="65"/>
                        <a:pt x="110" y="67"/>
                        <a:pt x="110" y="61"/>
                      </a:cubicBezTo>
                      <a:cubicBezTo>
                        <a:pt x="110" y="60"/>
                        <a:pt x="110" y="60"/>
                        <a:pt x="110" y="60"/>
                      </a:cubicBezTo>
                      <a:cubicBezTo>
                        <a:pt x="110" y="58"/>
                        <a:pt x="109" y="57"/>
                        <a:pt x="108" y="57"/>
                      </a:cubicBezTo>
                      <a:cubicBezTo>
                        <a:pt x="105" y="57"/>
                        <a:pt x="105" y="57"/>
                        <a:pt x="105" y="57"/>
                      </a:cubicBezTo>
                      <a:cubicBezTo>
                        <a:pt x="104" y="57"/>
                        <a:pt x="104" y="57"/>
                        <a:pt x="104" y="57"/>
                      </a:cubicBezTo>
                      <a:cubicBezTo>
                        <a:pt x="103" y="58"/>
                        <a:pt x="102" y="59"/>
                        <a:pt x="101" y="59"/>
                      </a:cubicBezTo>
                      <a:cubicBezTo>
                        <a:pt x="99" y="60"/>
                        <a:pt x="99" y="59"/>
                        <a:pt x="97" y="60"/>
                      </a:cubicBezTo>
                      <a:cubicBezTo>
                        <a:pt x="95" y="59"/>
                        <a:pt x="91" y="56"/>
                        <a:pt x="91" y="54"/>
                      </a:cubicBezTo>
                      <a:cubicBezTo>
                        <a:pt x="91" y="41"/>
                        <a:pt x="91" y="41"/>
                        <a:pt x="91" y="41"/>
                      </a:cubicBezTo>
                      <a:lnTo>
                        <a:pt x="91" y="29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3" name="íšlïďè"/>
                <p:cNvSpPr/>
                <p:nvPr/>
              </p:nvSpPr>
              <p:spPr bwMode="auto">
                <a:xfrm>
                  <a:off x="5478463" y="3581400"/>
                  <a:ext cx="46038" cy="76200"/>
                </a:xfrm>
                <a:custGeom>
                  <a:avLst/>
                  <a:gdLst>
                    <a:gd name="T0" fmla="*/ 14 w 14"/>
                    <a:gd name="T1" fmla="*/ 15 h 23"/>
                    <a:gd name="T2" fmla="*/ 10 w 14"/>
                    <a:gd name="T3" fmla="*/ 6 h 23"/>
                    <a:gd name="T4" fmla="*/ 3 w 14"/>
                    <a:gd name="T5" fmla="*/ 0 h 23"/>
                    <a:gd name="T6" fmla="*/ 0 w 14"/>
                    <a:gd name="T7" fmla="*/ 3 h 23"/>
                    <a:gd name="T8" fmla="*/ 5 w 14"/>
                    <a:gd name="T9" fmla="*/ 11 h 23"/>
                    <a:gd name="T10" fmla="*/ 5 w 14"/>
                    <a:gd name="T11" fmla="*/ 12 h 23"/>
                    <a:gd name="T12" fmla="*/ 5 w 14"/>
                    <a:gd name="T13" fmla="*/ 14 h 23"/>
                    <a:gd name="T14" fmla="*/ 5 w 14"/>
                    <a:gd name="T15" fmla="*/ 15 h 23"/>
                    <a:gd name="T16" fmla="*/ 2 w 14"/>
                    <a:gd name="T17" fmla="*/ 19 h 23"/>
                    <a:gd name="T18" fmla="*/ 2 w 14"/>
                    <a:gd name="T19" fmla="*/ 22 h 23"/>
                    <a:gd name="T20" fmla="*/ 5 w 14"/>
                    <a:gd name="T21" fmla="*/ 23 h 23"/>
                    <a:gd name="T22" fmla="*/ 6 w 14"/>
                    <a:gd name="T23" fmla="*/ 23 h 23"/>
                    <a:gd name="T24" fmla="*/ 11 w 14"/>
                    <a:gd name="T25" fmla="*/ 20 h 23"/>
                    <a:gd name="T26" fmla="*/ 14 w 14"/>
                    <a:gd name="T27" fmla="*/ 15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4" h="23">
                      <a:moveTo>
                        <a:pt x="14" y="15"/>
                      </a:moveTo>
                      <a:cubicBezTo>
                        <a:pt x="14" y="11"/>
                        <a:pt x="12" y="9"/>
                        <a:pt x="10" y="6"/>
                      </a:cubicBezTo>
                      <a:cubicBezTo>
                        <a:pt x="8" y="5"/>
                        <a:pt x="3" y="1"/>
                        <a:pt x="3" y="0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5" y="12"/>
                        <a:pt x="5" y="12"/>
                        <a:pt x="5" y="12"/>
                      </a:cubicBez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5" y="15"/>
                        <a:pt x="5" y="15"/>
                        <a:pt x="5" y="15"/>
                      </a:cubicBezTo>
                      <a:cubicBezTo>
                        <a:pt x="2" y="19"/>
                        <a:pt x="2" y="19"/>
                        <a:pt x="2" y="19"/>
                      </a:cubicBezTo>
                      <a:cubicBezTo>
                        <a:pt x="2" y="22"/>
                        <a:pt x="2" y="22"/>
                        <a:pt x="2" y="22"/>
                      </a:cubicBezTo>
                      <a:cubicBezTo>
                        <a:pt x="5" y="23"/>
                        <a:pt x="5" y="23"/>
                        <a:pt x="5" y="23"/>
                      </a:cubicBezTo>
                      <a:cubicBezTo>
                        <a:pt x="6" y="23"/>
                        <a:pt x="6" y="23"/>
                        <a:pt x="6" y="23"/>
                      </a:cubicBezTo>
                      <a:cubicBezTo>
                        <a:pt x="7" y="23"/>
                        <a:pt x="11" y="21"/>
                        <a:pt x="11" y="20"/>
                      </a:cubicBezTo>
                      <a:cubicBezTo>
                        <a:pt x="13" y="19"/>
                        <a:pt x="13" y="17"/>
                        <a:pt x="14" y="1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4" name="işḷîḑe"/>
                <p:cNvSpPr/>
                <p:nvPr/>
              </p:nvSpPr>
              <p:spPr bwMode="auto">
                <a:xfrm>
                  <a:off x="6310313" y="3136900"/>
                  <a:ext cx="406400" cy="554038"/>
                </a:xfrm>
                <a:custGeom>
                  <a:avLst/>
                  <a:gdLst>
                    <a:gd name="T0" fmla="*/ 101 w 123"/>
                    <a:gd name="T1" fmla="*/ 9 h 166"/>
                    <a:gd name="T2" fmla="*/ 96 w 123"/>
                    <a:gd name="T3" fmla="*/ 0 h 166"/>
                    <a:gd name="T4" fmla="*/ 76 w 123"/>
                    <a:gd name="T5" fmla="*/ 23 h 166"/>
                    <a:gd name="T6" fmla="*/ 66 w 123"/>
                    <a:gd name="T7" fmla="*/ 20 h 166"/>
                    <a:gd name="T8" fmla="*/ 69 w 123"/>
                    <a:gd name="T9" fmla="*/ 29 h 166"/>
                    <a:gd name="T10" fmla="*/ 64 w 123"/>
                    <a:gd name="T11" fmla="*/ 38 h 166"/>
                    <a:gd name="T12" fmla="*/ 71 w 123"/>
                    <a:gd name="T13" fmla="*/ 37 h 166"/>
                    <a:gd name="T14" fmla="*/ 78 w 123"/>
                    <a:gd name="T15" fmla="*/ 38 h 166"/>
                    <a:gd name="T16" fmla="*/ 104 w 123"/>
                    <a:gd name="T17" fmla="*/ 37 h 166"/>
                    <a:gd name="T18" fmla="*/ 97 w 123"/>
                    <a:gd name="T19" fmla="*/ 43 h 166"/>
                    <a:gd name="T20" fmla="*/ 85 w 123"/>
                    <a:gd name="T21" fmla="*/ 56 h 166"/>
                    <a:gd name="T22" fmla="*/ 78 w 123"/>
                    <a:gd name="T23" fmla="*/ 67 h 166"/>
                    <a:gd name="T24" fmla="*/ 72 w 123"/>
                    <a:gd name="T25" fmla="*/ 62 h 166"/>
                    <a:gd name="T26" fmla="*/ 72 w 123"/>
                    <a:gd name="T27" fmla="*/ 48 h 166"/>
                    <a:gd name="T28" fmla="*/ 63 w 123"/>
                    <a:gd name="T29" fmla="*/ 57 h 166"/>
                    <a:gd name="T30" fmla="*/ 56 w 123"/>
                    <a:gd name="T31" fmla="*/ 57 h 166"/>
                    <a:gd name="T32" fmla="*/ 61 w 123"/>
                    <a:gd name="T33" fmla="*/ 66 h 166"/>
                    <a:gd name="T34" fmla="*/ 59 w 123"/>
                    <a:gd name="T35" fmla="*/ 70 h 166"/>
                    <a:gd name="T36" fmla="*/ 68 w 123"/>
                    <a:gd name="T37" fmla="*/ 74 h 166"/>
                    <a:gd name="T38" fmla="*/ 68 w 123"/>
                    <a:gd name="T39" fmla="*/ 78 h 166"/>
                    <a:gd name="T40" fmla="*/ 40 w 123"/>
                    <a:gd name="T41" fmla="*/ 92 h 166"/>
                    <a:gd name="T42" fmla="*/ 24 w 123"/>
                    <a:gd name="T43" fmla="*/ 99 h 166"/>
                    <a:gd name="T44" fmla="*/ 3 w 123"/>
                    <a:gd name="T45" fmla="*/ 105 h 166"/>
                    <a:gd name="T46" fmla="*/ 2 w 123"/>
                    <a:gd name="T47" fmla="*/ 112 h 166"/>
                    <a:gd name="T48" fmla="*/ 14 w 123"/>
                    <a:gd name="T49" fmla="*/ 120 h 166"/>
                    <a:gd name="T50" fmla="*/ 32 w 123"/>
                    <a:gd name="T51" fmla="*/ 108 h 166"/>
                    <a:gd name="T52" fmla="*/ 55 w 123"/>
                    <a:gd name="T53" fmla="*/ 93 h 166"/>
                    <a:gd name="T54" fmla="*/ 63 w 123"/>
                    <a:gd name="T55" fmla="*/ 89 h 166"/>
                    <a:gd name="T56" fmla="*/ 82 w 123"/>
                    <a:gd name="T57" fmla="*/ 83 h 166"/>
                    <a:gd name="T58" fmla="*/ 82 w 123"/>
                    <a:gd name="T59" fmla="*/ 86 h 166"/>
                    <a:gd name="T60" fmla="*/ 74 w 123"/>
                    <a:gd name="T61" fmla="*/ 97 h 166"/>
                    <a:gd name="T62" fmla="*/ 61 w 123"/>
                    <a:gd name="T63" fmla="*/ 107 h 166"/>
                    <a:gd name="T64" fmla="*/ 64 w 123"/>
                    <a:gd name="T65" fmla="*/ 118 h 166"/>
                    <a:gd name="T66" fmla="*/ 55 w 123"/>
                    <a:gd name="T67" fmla="*/ 126 h 166"/>
                    <a:gd name="T68" fmla="*/ 40 w 123"/>
                    <a:gd name="T69" fmla="*/ 129 h 166"/>
                    <a:gd name="T70" fmla="*/ 30 w 123"/>
                    <a:gd name="T71" fmla="*/ 130 h 166"/>
                    <a:gd name="T72" fmla="*/ 35 w 123"/>
                    <a:gd name="T73" fmla="*/ 141 h 166"/>
                    <a:gd name="T74" fmla="*/ 38 w 123"/>
                    <a:gd name="T75" fmla="*/ 141 h 166"/>
                    <a:gd name="T76" fmla="*/ 56 w 123"/>
                    <a:gd name="T77" fmla="*/ 133 h 166"/>
                    <a:gd name="T78" fmla="*/ 63 w 123"/>
                    <a:gd name="T79" fmla="*/ 141 h 166"/>
                    <a:gd name="T80" fmla="*/ 56 w 123"/>
                    <a:gd name="T81" fmla="*/ 154 h 166"/>
                    <a:gd name="T82" fmla="*/ 53 w 123"/>
                    <a:gd name="T83" fmla="*/ 154 h 166"/>
                    <a:gd name="T84" fmla="*/ 49 w 123"/>
                    <a:gd name="T85" fmla="*/ 154 h 166"/>
                    <a:gd name="T86" fmla="*/ 46 w 123"/>
                    <a:gd name="T87" fmla="*/ 156 h 166"/>
                    <a:gd name="T88" fmla="*/ 56 w 123"/>
                    <a:gd name="T89" fmla="*/ 166 h 166"/>
                    <a:gd name="T90" fmla="*/ 71 w 123"/>
                    <a:gd name="T91" fmla="*/ 160 h 166"/>
                    <a:gd name="T92" fmla="*/ 75 w 123"/>
                    <a:gd name="T93" fmla="*/ 146 h 166"/>
                    <a:gd name="T94" fmla="*/ 80 w 123"/>
                    <a:gd name="T95" fmla="*/ 124 h 166"/>
                    <a:gd name="T96" fmla="*/ 94 w 123"/>
                    <a:gd name="T97" fmla="*/ 120 h 166"/>
                    <a:gd name="T98" fmla="*/ 81 w 123"/>
                    <a:gd name="T99" fmla="*/ 117 h 166"/>
                    <a:gd name="T100" fmla="*/ 72 w 123"/>
                    <a:gd name="T101" fmla="*/ 107 h 166"/>
                    <a:gd name="T102" fmla="*/ 78 w 123"/>
                    <a:gd name="T103" fmla="*/ 96 h 166"/>
                    <a:gd name="T104" fmla="*/ 92 w 123"/>
                    <a:gd name="T105" fmla="*/ 89 h 166"/>
                    <a:gd name="T106" fmla="*/ 102 w 123"/>
                    <a:gd name="T107" fmla="*/ 78 h 166"/>
                    <a:gd name="T108" fmla="*/ 95 w 123"/>
                    <a:gd name="T109" fmla="*/ 61 h 166"/>
                    <a:gd name="T110" fmla="*/ 109 w 123"/>
                    <a:gd name="T111" fmla="*/ 48 h 166"/>
                    <a:gd name="T112" fmla="*/ 116 w 123"/>
                    <a:gd name="T113" fmla="*/ 42 h 166"/>
                    <a:gd name="T114" fmla="*/ 121 w 123"/>
                    <a:gd name="T115" fmla="*/ 32 h 166"/>
                    <a:gd name="T116" fmla="*/ 116 w 123"/>
                    <a:gd name="T117" fmla="*/ 17 h 166"/>
                    <a:gd name="T118" fmla="*/ 104 w 123"/>
                    <a:gd name="T119" fmla="*/ 20 h 166"/>
                    <a:gd name="T120" fmla="*/ 93 w 123"/>
                    <a:gd name="T121" fmla="*/ 21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123" h="166">
                      <a:moveTo>
                        <a:pt x="93" y="21"/>
                      </a:moveTo>
                      <a:cubicBezTo>
                        <a:pt x="94" y="14"/>
                        <a:pt x="98" y="14"/>
                        <a:pt x="101" y="9"/>
                      </a:cubicBezTo>
                      <a:cubicBezTo>
                        <a:pt x="101" y="8"/>
                        <a:pt x="101" y="8"/>
                        <a:pt x="101" y="8"/>
                      </a:cubicBezTo>
                      <a:cubicBezTo>
                        <a:pt x="101" y="5"/>
                        <a:pt x="97" y="1"/>
                        <a:pt x="96" y="0"/>
                      </a:cubicBezTo>
                      <a:cubicBezTo>
                        <a:pt x="89" y="3"/>
                        <a:pt x="91" y="6"/>
                        <a:pt x="88" y="13"/>
                      </a:cubicBezTo>
                      <a:cubicBezTo>
                        <a:pt x="85" y="17"/>
                        <a:pt x="82" y="23"/>
                        <a:pt x="76" y="23"/>
                      </a:cubicBezTo>
                      <a:cubicBezTo>
                        <a:pt x="75" y="23"/>
                        <a:pt x="70" y="18"/>
                        <a:pt x="67" y="17"/>
                      </a:cubicBezTo>
                      <a:cubicBezTo>
                        <a:pt x="66" y="20"/>
                        <a:pt x="66" y="20"/>
                        <a:pt x="66" y="20"/>
                      </a:cubicBezTo>
                      <a:cubicBezTo>
                        <a:pt x="67" y="23"/>
                        <a:pt x="69" y="24"/>
                        <a:pt x="69" y="28"/>
                      </a:cubicBezTo>
                      <a:cubicBezTo>
                        <a:pt x="69" y="29"/>
                        <a:pt x="69" y="29"/>
                        <a:pt x="69" y="29"/>
                      </a:cubicBezTo>
                      <a:cubicBezTo>
                        <a:pt x="69" y="29"/>
                        <a:pt x="63" y="36"/>
                        <a:pt x="62" y="37"/>
                      </a:cubicBezTo>
                      <a:cubicBezTo>
                        <a:pt x="63" y="38"/>
                        <a:pt x="61" y="38"/>
                        <a:pt x="64" y="38"/>
                      </a:cubicBezTo>
                      <a:cubicBezTo>
                        <a:pt x="64" y="38"/>
                        <a:pt x="64" y="38"/>
                        <a:pt x="64" y="38"/>
                      </a:cubicBezTo>
                      <a:cubicBezTo>
                        <a:pt x="71" y="37"/>
                        <a:pt x="71" y="37"/>
                        <a:pt x="71" y="37"/>
                      </a:cubicBezTo>
                      <a:cubicBezTo>
                        <a:pt x="74" y="37"/>
                        <a:pt x="74" y="38"/>
                        <a:pt x="78" y="38"/>
                      </a:cubicBezTo>
                      <a:cubicBezTo>
                        <a:pt x="78" y="38"/>
                        <a:pt x="78" y="38"/>
                        <a:pt x="78" y="38"/>
                      </a:cubicBezTo>
                      <a:cubicBezTo>
                        <a:pt x="79" y="38"/>
                        <a:pt x="84" y="33"/>
                        <a:pt x="91" y="32"/>
                      </a:cubicBezTo>
                      <a:cubicBezTo>
                        <a:pt x="96" y="31"/>
                        <a:pt x="104" y="30"/>
                        <a:pt x="104" y="37"/>
                      </a:cubicBezTo>
                      <a:cubicBezTo>
                        <a:pt x="104" y="39"/>
                        <a:pt x="102" y="41"/>
                        <a:pt x="101" y="43"/>
                      </a:cubicBezTo>
                      <a:cubicBezTo>
                        <a:pt x="98" y="43"/>
                        <a:pt x="99" y="43"/>
                        <a:pt x="97" y="43"/>
                      </a:cubicBezTo>
                      <a:cubicBezTo>
                        <a:pt x="96" y="43"/>
                        <a:pt x="93" y="42"/>
                        <a:pt x="92" y="41"/>
                      </a:cubicBezTo>
                      <a:cubicBezTo>
                        <a:pt x="85" y="46"/>
                        <a:pt x="88" y="49"/>
                        <a:pt x="85" y="56"/>
                      </a:cubicBezTo>
                      <a:cubicBezTo>
                        <a:pt x="84" y="57"/>
                        <a:pt x="81" y="64"/>
                        <a:pt x="81" y="64"/>
                      </a:cubicBezTo>
                      <a:cubicBezTo>
                        <a:pt x="80" y="66"/>
                        <a:pt x="80" y="64"/>
                        <a:pt x="78" y="67"/>
                      </a:cubicBezTo>
                      <a:cubicBezTo>
                        <a:pt x="77" y="70"/>
                        <a:pt x="78" y="68"/>
                        <a:pt x="76" y="70"/>
                      </a:cubicBezTo>
                      <a:cubicBezTo>
                        <a:pt x="74" y="67"/>
                        <a:pt x="72" y="66"/>
                        <a:pt x="72" y="62"/>
                      </a:cubicBezTo>
                      <a:cubicBezTo>
                        <a:pt x="72" y="61"/>
                        <a:pt x="75" y="55"/>
                        <a:pt x="76" y="54"/>
                      </a:cubicBezTo>
                      <a:cubicBezTo>
                        <a:pt x="75" y="51"/>
                        <a:pt x="75" y="48"/>
                        <a:pt x="72" y="48"/>
                      </a:cubicBezTo>
                      <a:cubicBezTo>
                        <a:pt x="71" y="48"/>
                        <a:pt x="70" y="49"/>
                        <a:pt x="70" y="49"/>
                      </a:cubicBezTo>
                      <a:cubicBezTo>
                        <a:pt x="70" y="55"/>
                        <a:pt x="67" y="55"/>
                        <a:pt x="63" y="57"/>
                      </a:cubicBezTo>
                      <a:cubicBezTo>
                        <a:pt x="62" y="56"/>
                        <a:pt x="60" y="55"/>
                        <a:pt x="59" y="55"/>
                      </a:cubicBezTo>
                      <a:cubicBezTo>
                        <a:pt x="58" y="55"/>
                        <a:pt x="56" y="57"/>
                        <a:pt x="56" y="57"/>
                      </a:cubicBezTo>
                      <a:cubicBezTo>
                        <a:pt x="58" y="60"/>
                        <a:pt x="59" y="60"/>
                        <a:pt x="61" y="64"/>
                      </a:cubicBezTo>
                      <a:cubicBezTo>
                        <a:pt x="61" y="66"/>
                        <a:pt x="61" y="66"/>
                        <a:pt x="61" y="66"/>
                      </a:cubicBezTo>
                      <a:cubicBezTo>
                        <a:pt x="61" y="67"/>
                        <a:pt x="61" y="67"/>
                        <a:pt x="61" y="67"/>
                      </a:cubicBezTo>
                      <a:cubicBezTo>
                        <a:pt x="59" y="70"/>
                        <a:pt x="59" y="70"/>
                        <a:pt x="59" y="70"/>
                      </a:cubicBezTo>
                      <a:cubicBezTo>
                        <a:pt x="60" y="71"/>
                        <a:pt x="58" y="71"/>
                        <a:pt x="61" y="71"/>
                      </a:cubicBezTo>
                      <a:cubicBezTo>
                        <a:pt x="64" y="71"/>
                        <a:pt x="66" y="72"/>
                        <a:pt x="68" y="74"/>
                      </a:cubicBezTo>
                      <a:cubicBezTo>
                        <a:pt x="68" y="75"/>
                        <a:pt x="68" y="75"/>
                        <a:pt x="68" y="75"/>
                      </a:cubicBezTo>
                      <a:cubicBezTo>
                        <a:pt x="68" y="78"/>
                        <a:pt x="68" y="78"/>
                        <a:pt x="68" y="78"/>
                      </a:cubicBezTo>
                      <a:cubicBezTo>
                        <a:pt x="68" y="82"/>
                        <a:pt x="58" y="85"/>
                        <a:pt x="55" y="86"/>
                      </a:cubicBezTo>
                      <a:cubicBezTo>
                        <a:pt x="50" y="88"/>
                        <a:pt x="44" y="91"/>
                        <a:pt x="40" y="92"/>
                      </a:cubicBezTo>
                      <a:cubicBezTo>
                        <a:pt x="36" y="94"/>
                        <a:pt x="35" y="94"/>
                        <a:pt x="32" y="96"/>
                      </a:cubicBezTo>
                      <a:cubicBezTo>
                        <a:pt x="29" y="97"/>
                        <a:pt x="27" y="97"/>
                        <a:pt x="24" y="99"/>
                      </a:cubicBezTo>
                      <a:cubicBezTo>
                        <a:pt x="20" y="101"/>
                        <a:pt x="13" y="104"/>
                        <a:pt x="9" y="104"/>
                      </a:cubicBezTo>
                      <a:cubicBezTo>
                        <a:pt x="3" y="105"/>
                        <a:pt x="3" y="105"/>
                        <a:pt x="3" y="105"/>
                      </a:cubicBezTo>
                      <a:cubicBezTo>
                        <a:pt x="1" y="105"/>
                        <a:pt x="1" y="106"/>
                        <a:pt x="0" y="107"/>
                      </a:cubicBezTo>
                      <a:cubicBezTo>
                        <a:pt x="0" y="108"/>
                        <a:pt x="0" y="111"/>
                        <a:pt x="2" y="112"/>
                      </a:cubicBezTo>
                      <a:cubicBezTo>
                        <a:pt x="4" y="114"/>
                        <a:pt x="3" y="114"/>
                        <a:pt x="5" y="115"/>
                      </a:cubicBezTo>
                      <a:cubicBezTo>
                        <a:pt x="6" y="116"/>
                        <a:pt x="12" y="119"/>
                        <a:pt x="14" y="120"/>
                      </a:cubicBezTo>
                      <a:cubicBezTo>
                        <a:pt x="15" y="119"/>
                        <a:pt x="15" y="119"/>
                        <a:pt x="17" y="119"/>
                      </a:cubicBezTo>
                      <a:cubicBezTo>
                        <a:pt x="20" y="119"/>
                        <a:pt x="30" y="110"/>
                        <a:pt x="32" y="108"/>
                      </a:cubicBezTo>
                      <a:cubicBezTo>
                        <a:pt x="36" y="104"/>
                        <a:pt x="42" y="101"/>
                        <a:pt x="47" y="98"/>
                      </a:cubicBezTo>
                      <a:cubicBezTo>
                        <a:pt x="50" y="96"/>
                        <a:pt x="52" y="95"/>
                        <a:pt x="55" y="93"/>
                      </a:cubicBezTo>
                      <a:cubicBezTo>
                        <a:pt x="57" y="92"/>
                        <a:pt x="58" y="92"/>
                        <a:pt x="59" y="91"/>
                      </a:cubicBezTo>
                      <a:cubicBezTo>
                        <a:pt x="61" y="90"/>
                        <a:pt x="61" y="90"/>
                        <a:pt x="63" y="89"/>
                      </a:cubicBezTo>
                      <a:cubicBezTo>
                        <a:pt x="68" y="87"/>
                        <a:pt x="74" y="80"/>
                        <a:pt x="79" y="80"/>
                      </a:cubicBezTo>
                      <a:cubicBezTo>
                        <a:pt x="81" y="80"/>
                        <a:pt x="82" y="82"/>
                        <a:pt x="82" y="83"/>
                      </a:cubicBezTo>
                      <a:cubicBezTo>
                        <a:pt x="82" y="85"/>
                        <a:pt x="82" y="85"/>
                        <a:pt x="82" y="85"/>
                      </a:cubicBezTo>
                      <a:cubicBezTo>
                        <a:pt x="82" y="86"/>
                        <a:pt x="82" y="86"/>
                        <a:pt x="82" y="86"/>
                      </a:cubicBezTo>
                      <a:cubicBezTo>
                        <a:pt x="80" y="90"/>
                        <a:pt x="79" y="89"/>
                        <a:pt x="78" y="93"/>
                      </a:cubicBezTo>
                      <a:cubicBezTo>
                        <a:pt x="75" y="94"/>
                        <a:pt x="75" y="94"/>
                        <a:pt x="74" y="97"/>
                      </a:cubicBezTo>
                      <a:cubicBezTo>
                        <a:pt x="69" y="98"/>
                        <a:pt x="71" y="99"/>
                        <a:pt x="67" y="101"/>
                      </a:cubicBezTo>
                      <a:cubicBezTo>
                        <a:pt x="63" y="103"/>
                        <a:pt x="63" y="103"/>
                        <a:pt x="61" y="107"/>
                      </a:cubicBezTo>
                      <a:cubicBezTo>
                        <a:pt x="61" y="110"/>
                        <a:pt x="64" y="114"/>
                        <a:pt x="64" y="117"/>
                      </a:cubicBezTo>
                      <a:cubicBezTo>
                        <a:pt x="64" y="118"/>
                        <a:pt x="64" y="118"/>
                        <a:pt x="64" y="118"/>
                      </a:cubicBezTo>
                      <a:cubicBezTo>
                        <a:pt x="64" y="119"/>
                        <a:pt x="64" y="119"/>
                        <a:pt x="64" y="119"/>
                      </a:cubicBezTo>
                      <a:cubicBezTo>
                        <a:pt x="61" y="123"/>
                        <a:pt x="60" y="125"/>
                        <a:pt x="55" y="126"/>
                      </a:cubicBezTo>
                      <a:cubicBezTo>
                        <a:pt x="51" y="127"/>
                        <a:pt x="43" y="129"/>
                        <a:pt x="41" y="129"/>
                      </a:cubicBezTo>
                      <a:cubicBezTo>
                        <a:pt x="40" y="129"/>
                        <a:pt x="40" y="129"/>
                        <a:pt x="40" y="129"/>
                      </a:cubicBezTo>
                      <a:cubicBezTo>
                        <a:pt x="32" y="130"/>
                        <a:pt x="32" y="130"/>
                        <a:pt x="32" y="130"/>
                      </a:cubicBezTo>
                      <a:cubicBezTo>
                        <a:pt x="30" y="130"/>
                        <a:pt x="30" y="130"/>
                        <a:pt x="30" y="130"/>
                      </a:cubicBezTo>
                      <a:cubicBezTo>
                        <a:pt x="27" y="132"/>
                        <a:pt x="27" y="132"/>
                        <a:pt x="27" y="132"/>
                      </a:cubicBezTo>
                      <a:cubicBezTo>
                        <a:pt x="30" y="136"/>
                        <a:pt x="30" y="138"/>
                        <a:pt x="35" y="141"/>
                      </a:cubicBezTo>
                      <a:cubicBezTo>
                        <a:pt x="36" y="141"/>
                        <a:pt x="36" y="141"/>
                        <a:pt x="36" y="141"/>
                      </a:cubicBezTo>
                      <a:cubicBezTo>
                        <a:pt x="38" y="141"/>
                        <a:pt x="38" y="141"/>
                        <a:pt x="38" y="141"/>
                      </a:cubicBezTo>
                      <a:cubicBezTo>
                        <a:pt x="39" y="141"/>
                        <a:pt x="39" y="141"/>
                        <a:pt x="39" y="141"/>
                      </a:cubicBezTo>
                      <a:cubicBezTo>
                        <a:pt x="43" y="138"/>
                        <a:pt x="51" y="133"/>
                        <a:pt x="56" y="133"/>
                      </a:cubicBezTo>
                      <a:cubicBezTo>
                        <a:pt x="58" y="133"/>
                        <a:pt x="58" y="133"/>
                        <a:pt x="58" y="133"/>
                      </a:cubicBezTo>
                      <a:cubicBezTo>
                        <a:pt x="62" y="133"/>
                        <a:pt x="63" y="137"/>
                        <a:pt x="63" y="141"/>
                      </a:cubicBezTo>
                      <a:cubicBezTo>
                        <a:pt x="63" y="143"/>
                        <a:pt x="63" y="143"/>
                        <a:pt x="63" y="143"/>
                      </a:cubicBezTo>
                      <a:cubicBezTo>
                        <a:pt x="63" y="150"/>
                        <a:pt x="60" y="152"/>
                        <a:pt x="56" y="154"/>
                      </a:cubicBezTo>
                      <a:cubicBezTo>
                        <a:pt x="55" y="154"/>
                        <a:pt x="55" y="154"/>
                        <a:pt x="55" y="154"/>
                      </a:cubicBezTo>
                      <a:cubicBezTo>
                        <a:pt x="53" y="154"/>
                        <a:pt x="53" y="154"/>
                        <a:pt x="53" y="154"/>
                      </a:cubicBezTo>
                      <a:cubicBezTo>
                        <a:pt x="52" y="154"/>
                        <a:pt x="52" y="154"/>
                        <a:pt x="51" y="153"/>
                      </a:cubicBezTo>
                      <a:cubicBezTo>
                        <a:pt x="50" y="154"/>
                        <a:pt x="50" y="154"/>
                        <a:pt x="49" y="154"/>
                      </a:cubicBezTo>
                      <a:cubicBezTo>
                        <a:pt x="47" y="154"/>
                        <a:pt x="47" y="154"/>
                        <a:pt x="47" y="154"/>
                      </a:cubicBezTo>
                      <a:cubicBezTo>
                        <a:pt x="47" y="155"/>
                        <a:pt x="46" y="155"/>
                        <a:pt x="46" y="156"/>
                      </a:cubicBezTo>
                      <a:cubicBezTo>
                        <a:pt x="46" y="158"/>
                        <a:pt x="53" y="165"/>
                        <a:pt x="55" y="166"/>
                      </a:cubicBezTo>
                      <a:cubicBezTo>
                        <a:pt x="56" y="166"/>
                        <a:pt x="56" y="166"/>
                        <a:pt x="56" y="166"/>
                      </a:cubicBezTo>
                      <a:cubicBezTo>
                        <a:pt x="61" y="166"/>
                        <a:pt x="61" y="166"/>
                        <a:pt x="61" y="166"/>
                      </a:cubicBezTo>
                      <a:cubicBezTo>
                        <a:pt x="66" y="166"/>
                        <a:pt x="69" y="163"/>
                        <a:pt x="71" y="160"/>
                      </a:cubicBezTo>
                      <a:cubicBezTo>
                        <a:pt x="74" y="155"/>
                        <a:pt x="74" y="151"/>
                        <a:pt x="76" y="148"/>
                      </a:cubicBezTo>
                      <a:cubicBezTo>
                        <a:pt x="75" y="146"/>
                        <a:pt x="75" y="148"/>
                        <a:pt x="75" y="146"/>
                      </a:cubicBezTo>
                      <a:cubicBezTo>
                        <a:pt x="75" y="138"/>
                        <a:pt x="75" y="138"/>
                        <a:pt x="75" y="138"/>
                      </a:cubicBezTo>
                      <a:cubicBezTo>
                        <a:pt x="75" y="130"/>
                        <a:pt x="74" y="128"/>
                        <a:pt x="80" y="124"/>
                      </a:cubicBezTo>
                      <a:cubicBezTo>
                        <a:pt x="81" y="124"/>
                        <a:pt x="81" y="124"/>
                        <a:pt x="81" y="124"/>
                      </a:cubicBezTo>
                      <a:cubicBezTo>
                        <a:pt x="90" y="124"/>
                        <a:pt x="90" y="127"/>
                        <a:pt x="94" y="120"/>
                      </a:cubicBezTo>
                      <a:cubicBezTo>
                        <a:pt x="92" y="117"/>
                        <a:pt x="91" y="116"/>
                        <a:pt x="88" y="115"/>
                      </a:cubicBezTo>
                      <a:cubicBezTo>
                        <a:pt x="86" y="116"/>
                        <a:pt x="84" y="117"/>
                        <a:pt x="81" y="117"/>
                      </a:cubicBezTo>
                      <a:cubicBezTo>
                        <a:pt x="79" y="117"/>
                        <a:pt x="79" y="117"/>
                        <a:pt x="79" y="117"/>
                      </a:cubicBezTo>
                      <a:cubicBezTo>
                        <a:pt x="77" y="116"/>
                        <a:pt x="72" y="109"/>
                        <a:pt x="72" y="107"/>
                      </a:cubicBezTo>
                      <a:cubicBezTo>
                        <a:pt x="72" y="105"/>
                        <a:pt x="72" y="105"/>
                        <a:pt x="72" y="105"/>
                      </a:cubicBezTo>
                      <a:cubicBezTo>
                        <a:pt x="72" y="99"/>
                        <a:pt x="75" y="100"/>
                        <a:pt x="78" y="96"/>
                      </a:cubicBezTo>
                      <a:cubicBezTo>
                        <a:pt x="80" y="96"/>
                        <a:pt x="80" y="96"/>
                        <a:pt x="80" y="96"/>
                      </a:cubicBezTo>
                      <a:cubicBezTo>
                        <a:pt x="82" y="93"/>
                        <a:pt x="89" y="90"/>
                        <a:pt x="92" y="89"/>
                      </a:cubicBezTo>
                      <a:cubicBezTo>
                        <a:pt x="95" y="87"/>
                        <a:pt x="101" y="83"/>
                        <a:pt x="101" y="80"/>
                      </a:cubicBezTo>
                      <a:cubicBezTo>
                        <a:pt x="101" y="77"/>
                        <a:pt x="101" y="79"/>
                        <a:pt x="102" y="78"/>
                      </a:cubicBezTo>
                      <a:cubicBezTo>
                        <a:pt x="101" y="77"/>
                        <a:pt x="101" y="79"/>
                        <a:pt x="101" y="77"/>
                      </a:cubicBezTo>
                      <a:cubicBezTo>
                        <a:pt x="101" y="73"/>
                        <a:pt x="96" y="64"/>
                        <a:pt x="95" y="61"/>
                      </a:cubicBezTo>
                      <a:cubicBezTo>
                        <a:pt x="95" y="61"/>
                        <a:pt x="101" y="55"/>
                        <a:pt x="102" y="55"/>
                      </a:cubicBezTo>
                      <a:cubicBezTo>
                        <a:pt x="104" y="52"/>
                        <a:pt x="106" y="51"/>
                        <a:pt x="109" y="48"/>
                      </a:cubicBezTo>
                      <a:cubicBezTo>
                        <a:pt x="110" y="47"/>
                        <a:pt x="112" y="46"/>
                        <a:pt x="113" y="45"/>
                      </a:cubicBezTo>
                      <a:cubicBezTo>
                        <a:pt x="114" y="44"/>
                        <a:pt x="115" y="43"/>
                        <a:pt x="116" y="42"/>
                      </a:cubicBezTo>
                      <a:cubicBezTo>
                        <a:pt x="118" y="39"/>
                        <a:pt x="118" y="35"/>
                        <a:pt x="121" y="34"/>
                      </a:cubicBezTo>
                      <a:cubicBezTo>
                        <a:pt x="121" y="32"/>
                        <a:pt x="121" y="32"/>
                        <a:pt x="121" y="32"/>
                      </a:cubicBezTo>
                      <a:cubicBezTo>
                        <a:pt x="121" y="27"/>
                        <a:pt x="123" y="30"/>
                        <a:pt x="120" y="24"/>
                      </a:cubicBezTo>
                      <a:cubicBezTo>
                        <a:pt x="118" y="20"/>
                        <a:pt x="118" y="20"/>
                        <a:pt x="116" y="17"/>
                      </a:cubicBezTo>
                      <a:cubicBezTo>
                        <a:pt x="113" y="17"/>
                        <a:pt x="113" y="17"/>
                        <a:pt x="113" y="17"/>
                      </a:cubicBezTo>
                      <a:cubicBezTo>
                        <a:pt x="111" y="17"/>
                        <a:pt x="105" y="19"/>
                        <a:pt x="104" y="20"/>
                      </a:cubicBezTo>
                      <a:cubicBezTo>
                        <a:pt x="101" y="23"/>
                        <a:pt x="102" y="23"/>
                        <a:pt x="96" y="24"/>
                      </a:cubicBezTo>
                      <a:lnTo>
                        <a:pt x="93" y="2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5" name="íṥḻiďê"/>
                <p:cNvSpPr/>
                <p:nvPr/>
              </p:nvSpPr>
              <p:spPr bwMode="auto">
                <a:xfrm>
                  <a:off x="5159376" y="3357563"/>
                  <a:ext cx="117475" cy="366713"/>
                </a:xfrm>
                <a:custGeom>
                  <a:avLst/>
                  <a:gdLst>
                    <a:gd name="T0" fmla="*/ 23 w 36"/>
                    <a:gd name="T1" fmla="*/ 14 h 110"/>
                    <a:gd name="T2" fmla="*/ 23 w 36"/>
                    <a:gd name="T3" fmla="*/ 12 h 110"/>
                    <a:gd name="T4" fmla="*/ 18 w 36"/>
                    <a:gd name="T5" fmla="*/ 6 h 110"/>
                    <a:gd name="T6" fmla="*/ 13 w 36"/>
                    <a:gd name="T7" fmla="*/ 0 h 110"/>
                    <a:gd name="T8" fmla="*/ 11 w 36"/>
                    <a:gd name="T9" fmla="*/ 4 h 110"/>
                    <a:gd name="T10" fmla="*/ 13 w 36"/>
                    <a:gd name="T11" fmla="*/ 16 h 110"/>
                    <a:gd name="T12" fmla="*/ 12 w 36"/>
                    <a:gd name="T13" fmla="*/ 34 h 110"/>
                    <a:gd name="T14" fmla="*/ 7 w 36"/>
                    <a:gd name="T15" fmla="*/ 65 h 110"/>
                    <a:gd name="T16" fmla="*/ 3 w 36"/>
                    <a:gd name="T17" fmla="*/ 80 h 110"/>
                    <a:gd name="T18" fmla="*/ 0 w 36"/>
                    <a:gd name="T19" fmla="*/ 95 h 110"/>
                    <a:gd name="T20" fmla="*/ 0 w 36"/>
                    <a:gd name="T21" fmla="*/ 98 h 110"/>
                    <a:gd name="T22" fmla="*/ 0 w 36"/>
                    <a:gd name="T23" fmla="*/ 100 h 110"/>
                    <a:gd name="T24" fmla="*/ 4 w 36"/>
                    <a:gd name="T25" fmla="*/ 105 h 110"/>
                    <a:gd name="T26" fmla="*/ 9 w 36"/>
                    <a:gd name="T27" fmla="*/ 110 h 110"/>
                    <a:gd name="T28" fmla="*/ 15 w 36"/>
                    <a:gd name="T29" fmla="*/ 104 h 110"/>
                    <a:gd name="T30" fmla="*/ 18 w 36"/>
                    <a:gd name="T31" fmla="*/ 96 h 110"/>
                    <a:gd name="T32" fmla="*/ 18 w 36"/>
                    <a:gd name="T33" fmla="*/ 90 h 110"/>
                    <a:gd name="T34" fmla="*/ 21 w 36"/>
                    <a:gd name="T35" fmla="*/ 71 h 110"/>
                    <a:gd name="T36" fmla="*/ 25 w 36"/>
                    <a:gd name="T37" fmla="*/ 53 h 110"/>
                    <a:gd name="T38" fmla="*/ 30 w 36"/>
                    <a:gd name="T39" fmla="*/ 36 h 110"/>
                    <a:gd name="T40" fmla="*/ 35 w 36"/>
                    <a:gd name="T41" fmla="*/ 20 h 110"/>
                    <a:gd name="T42" fmla="*/ 33 w 36"/>
                    <a:gd name="T43" fmla="*/ 20 h 110"/>
                    <a:gd name="T44" fmla="*/ 30 w 36"/>
                    <a:gd name="T45" fmla="*/ 22 h 110"/>
                    <a:gd name="T46" fmla="*/ 23 w 36"/>
                    <a:gd name="T47" fmla="*/ 17 h 110"/>
                    <a:gd name="T48" fmla="*/ 23 w 36"/>
                    <a:gd name="T49" fmla="*/ 15 h 110"/>
                    <a:gd name="T50" fmla="*/ 23 w 36"/>
                    <a:gd name="T51" fmla="*/ 14 h 1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6" h="110">
                      <a:moveTo>
                        <a:pt x="23" y="14"/>
                      </a:moveTo>
                      <a:cubicBezTo>
                        <a:pt x="23" y="12"/>
                        <a:pt x="23" y="12"/>
                        <a:pt x="23" y="12"/>
                      </a:cubicBezTo>
                      <a:cubicBezTo>
                        <a:pt x="21" y="8"/>
                        <a:pt x="22" y="9"/>
                        <a:pt x="18" y="6"/>
                      </a:cubicBezTo>
                      <a:cubicBezTo>
                        <a:pt x="17" y="4"/>
                        <a:pt x="15" y="2"/>
                        <a:pt x="13" y="0"/>
                      </a:cubicBezTo>
                      <a:cubicBezTo>
                        <a:pt x="12" y="1"/>
                        <a:pt x="11" y="3"/>
                        <a:pt x="11" y="4"/>
                      </a:cubicBezTo>
                      <a:cubicBezTo>
                        <a:pt x="11" y="7"/>
                        <a:pt x="13" y="12"/>
                        <a:pt x="13" y="16"/>
                      </a:cubicBezTo>
                      <a:cubicBezTo>
                        <a:pt x="12" y="34"/>
                        <a:pt x="12" y="34"/>
                        <a:pt x="12" y="34"/>
                      </a:cubicBezTo>
                      <a:cubicBezTo>
                        <a:pt x="12" y="43"/>
                        <a:pt x="9" y="56"/>
                        <a:pt x="7" y="65"/>
                      </a:cubicBezTo>
                      <a:cubicBezTo>
                        <a:pt x="6" y="72"/>
                        <a:pt x="4" y="75"/>
                        <a:pt x="3" y="80"/>
                      </a:cubicBezTo>
                      <a:cubicBezTo>
                        <a:pt x="2" y="85"/>
                        <a:pt x="0" y="91"/>
                        <a:pt x="0" y="95"/>
                      </a:cubicBezTo>
                      <a:cubicBezTo>
                        <a:pt x="0" y="98"/>
                        <a:pt x="0" y="98"/>
                        <a:pt x="0" y="98"/>
                      </a:cubicBezTo>
                      <a:cubicBezTo>
                        <a:pt x="0" y="100"/>
                        <a:pt x="0" y="100"/>
                        <a:pt x="0" y="100"/>
                      </a:cubicBezTo>
                      <a:cubicBezTo>
                        <a:pt x="2" y="102"/>
                        <a:pt x="2" y="103"/>
                        <a:pt x="4" y="105"/>
                      </a:cubicBezTo>
                      <a:cubicBezTo>
                        <a:pt x="6" y="108"/>
                        <a:pt x="7" y="108"/>
                        <a:pt x="9" y="110"/>
                      </a:cubicBezTo>
                      <a:cubicBezTo>
                        <a:pt x="12" y="108"/>
                        <a:pt x="13" y="108"/>
                        <a:pt x="15" y="104"/>
                      </a:cubicBezTo>
                      <a:cubicBezTo>
                        <a:pt x="16" y="102"/>
                        <a:pt x="18" y="99"/>
                        <a:pt x="18" y="96"/>
                      </a:cubicBezTo>
                      <a:cubicBezTo>
                        <a:pt x="18" y="90"/>
                        <a:pt x="18" y="90"/>
                        <a:pt x="18" y="90"/>
                      </a:cubicBezTo>
                      <a:cubicBezTo>
                        <a:pt x="18" y="83"/>
                        <a:pt x="20" y="77"/>
                        <a:pt x="21" y="71"/>
                      </a:cubicBezTo>
                      <a:cubicBezTo>
                        <a:pt x="23" y="65"/>
                        <a:pt x="23" y="59"/>
                        <a:pt x="25" y="53"/>
                      </a:cubicBezTo>
                      <a:cubicBezTo>
                        <a:pt x="26" y="47"/>
                        <a:pt x="29" y="42"/>
                        <a:pt x="30" y="36"/>
                      </a:cubicBezTo>
                      <a:cubicBezTo>
                        <a:pt x="31" y="28"/>
                        <a:pt x="34" y="27"/>
                        <a:pt x="35" y="20"/>
                      </a:cubicBezTo>
                      <a:cubicBezTo>
                        <a:pt x="34" y="19"/>
                        <a:pt x="36" y="20"/>
                        <a:pt x="33" y="20"/>
                      </a:cubicBezTo>
                      <a:cubicBezTo>
                        <a:pt x="33" y="20"/>
                        <a:pt x="30" y="22"/>
                        <a:pt x="30" y="22"/>
                      </a:cubicBezTo>
                      <a:cubicBezTo>
                        <a:pt x="25" y="21"/>
                        <a:pt x="25" y="21"/>
                        <a:pt x="23" y="17"/>
                      </a:cubicBezTo>
                      <a:cubicBezTo>
                        <a:pt x="23" y="15"/>
                        <a:pt x="23" y="15"/>
                        <a:pt x="23" y="15"/>
                      </a:cubicBezTo>
                      <a:lnTo>
                        <a:pt x="23" y="14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grpSp>
            <p:nvGrpSpPr>
              <p:cNvPr id="249" name="ïšľîḍê"/>
              <p:cNvGrpSpPr/>
              <p:nvPr/>
            </p:nvGrpSpPr>
            <p:grpSpPr>
              <a:xfrm>
                <a:off x="4412452" y="3781425"/>
                <a:ext cx="2312689" cy="166461"/>
                <a:chOff x="6986588" y="3521075"/>
                <a:chExt cx="1654176" cy="119063"/>
              </a:xfrm>
            </p:grpSpPr>
            <p:sp>
              <p:nvSpPr>
                <p:cNvPr id="250" name="îṩľîḑê"/>
                <p:cNvSpPr/>
                <p:nvPr/>
              </p:nvSpPr>
              <p:spPr bwMode="auto">
                <a:xfrm>
                  <a:off x="6986588" y="3521075"/>
                  <a:ext cx="155575" cy="119063"/>
                </a:xfrm>
                <a:custGeom>
                  <a:avLst/>
                  <a:gdLst>
                    <a:gd name="T0" fmla="*/ 84 w 98"/>
                    <a:gd name="T1" fmla="*/ 0 h 75"/>
                    <a:gd name="T2" fmla="*/ 59 w 98"/>
                    <a:gd name="T3" fmla="*/ 52 h 75"/>
                    <a:gd name="T4" fmla="*/ 57 w 98"/>
                    <a:gd name="T5" fmla="*/ 0 h 75"/>
                    <a:gd name="T6" fmla="*/ 40 w 98"/>
                    <a:gd name="T7" fmla="*/ 0 h 75"/>
                    <a:gd name="T8" fmla="*/ 15 w 98"/>
                    <a:gd name="T9" fmla="*/ 52 h 75"/>
                    <a:gd name="T10" fmla="*/ 15 w 98"/>
                    <a:gd name="T11" fmla="*/ 0 h 75"/>
                    <a:gd name="T12" fmla="*/ 0 w 98"/>
                    <a:gd name="T13" fmla="*/ 0 h 75"/>
                    <a:gd name="T14" fmla="*/ 2 w 98"/>
                    <a:gd name="T15" fmla="*/ 75 h 75"/>
                    <a:gd name="T16" fmla="*/ 19 w 98"/>
                    <a:gd name="T17" fmla="*/ 75 h 75"/>
                    <a:gd name="T18" fmla="*/ 44 w 98"/>
                    <a:gd name="T19" fmla="*/ 21 h 75"/>
                    <a:gd name="T20" fmla="*/ 46 w 98"/>
                    <a:gd name="T21" fmla="*/ 75 h 75"/>
                    <a:gd name="T22" fmla="*/ 63 w 98"/>
                    <a:gd name="T23" fmla="*/ 75 h 75"/>
                    <a:gd name="T24" fmla="*/ 98 w 98"/>
                    <a:gd name="T25" fmla="*/ 0 h 75"/>
                    <a:gd name="T26" fmla="*/ 84 w 98"/>
                    <a:gd name="T27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98" h="75">
                      <a:moveTo>
                        <a:pt x="84" y="0"/>
                      </a:moveTo>
                      <a:lnTo>
                        <a:pt x="59" y="52"/>
                      </a:lnTo>
                      <a:lnTo>
                        <a:pt x="57" y="0"/>
                      </a:lnTo>
                      <a:lnTo>
                        <a:pt x="40" y="0"/>
                      </a:lnTo>
                      <a:lnTo>
                        <a:pt x="15" y="52"/>
                      </a:ln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2" y="75"/>
                      </a:lnTo>
                      <a:lnTo>
                        <a:pt x="19" y="75"/>
                      </a:lnTo>
                      <a:lnTo>
                        <a:pt x="44" y="21"/>
                      </a:lnTo>
                      <a:lnTo>
                        <a:pt x="46" y="75"/>
                      </a:lnTo>
                      <a:lnTo>
                        <a:pt x="63" y="75"/>
                      </a:lnTo>
                      <a:lnTo>
                        <a:pt x="98" y="0"/>
                      </a:lnTo>
                      <a:lnTo>
                        <a:pt x="8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1" name="îṩḷîde"/>
                <p:cNvSpPr/>
                <p:nvPr/>
              </p:nvSpPr>
              <p:spPr bwMode="auto">
                <a:xfrm>
                  <a:off x="7135813" y="3521075"/>
                  <a:ext cx="112713" cy="119063"/>
                </a:xfrm>
                <a:custGeom>
                  <a:avLst/>
                  <a:gdLst>
                    <a:gd name="T0" fmla="*/ 22 w 34"/>
                    <a:gd name="T1" fmla="*/ 20 h 36"/>
                    <a:gd name="T2" fmla="*/ 20 w 34"/>
                    <a:gd name="T3" fmla="*/ 26 h 36"/>
                    <a:gd name="T4" fmla="*/ 18 w 34"/>
                    <a:gd name="T5" fmla="*/ 29 h 36"/>
                    <a:gd name="T6" fmla="*/ 13 w 34"/>
                    <a:gd name="T7" fmla="*/ 30 h 36"/>
                    <a:gd name="T8" fmla="*/ 9 w 34"/>
                    <a:gd name="T9" fmla="*/ 29 h 36"/>
                    <a:gd name="T10" fmla="*/ 7 w 34"/>
                    <a:gd name="T11" fmla="*/ 25 h 36"/>
                    <a:gd name="T12" fmla="*/ 7 w 34"/>
                    <a:gd name="T13" fmla="*/ 24 h 36"/>
                    <a:gd name="T14" fmla="*/ 8 w 34"/>
                    <a:gd name="T15" fmla="*/ 19 h 36"/>
                    <a:gd name="T16" fmla="*/ 12 w 34"/>
                    <a:gd name="T17" fmla="*/ 0 h 36"/>
                    <a:gd name="T18" fmla="*/ 5 w 34"/>
                    <a:gd name="T19" fmla="*/ 0 h 36"/>
                    <a:gd name="T20" fmla="*/ 1 w 34"/>
                    <a:gd name="T21" fmla="*/ 19 h 36"/>
                    <a:gd name="T22" fmla="*/ 0 w 34"/>
                    <a:gd name="T23" fmla="*/ 23 h 36"/>
                    <a:gd name="T24" fmla="*/ 0 w 34"/>
                    <a:gd name="T25" fmla="*/ 25 h 36"/>
                    <a:gd name="T26" fmla="*/ 3 w 34"/>
                    <a:gd name="T27" fmla="*/ 33 h 36"/>
                    <a:gd name="T28" fmla="*/ 13 w 34"/>
                    <a:gd name="T29" fmla="*/ 36 h 36"/>
                    <a:gd name="T30" fmla="*/ 22 w 34"/>
                    <a:gd name="T31" fmla="*/ 34 h 36"/>
                    <a:gd name="T32" fmla="*/ 27 w 34"/>
                    <a:gd name="T33" fmla="*/ 29 h 36"/>
                    <a:gd name="T34" fmla="*/ 30 w 34"/>
                    <a:gd name="T35" fmla="*/ 20 h 36"/>
                    <a:gd name="T36" fmla="*/ 34 w 34"/>
                    <a:gd name="T37" fmla="*/ 0 h 36"/>
                    <a:gd name="T38" fmla="*/ 26 w 34"/>
                    <a:gd name="T39" fmla="*/ 0 h 36"/>
                    <a:gd name="T40" fmla="*/ 22 w 34"/>
                    <a:gd name="T41" fmla="*/ 2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34" h="36">
                      <a:moveTo>
                        <a:pt x="22" y="20"/>
                      </a:moveTo>
                      <a:cubicBezTo>
                        <a:pt x="22" y="23"/>
                        <a:pt x="21" y="25"/>
                        <a:pt x="20" y="26"/>
                      </a:cubicBezTo>
                      <a:cubicBezTo>
                        <a:pt x="20" y="28"/>
                        <a:pt x="19" y="29"/>
                        <a:pt x="18" y="29"/>
                      </a:cubicBezTo>
                      <a:cubicBezTo>
                        <a:pt x="17" y="30"/>
                        <a:pt x="15" y="30"/>
                        <a:pt x="13" y="30"/>
                      </a:cubicBezTo>
                      <a:cubicBezTo>
                        <a:pt x="11" y="30"/>
                        <a:pt x="10" y="30"/>
                        <a:pt x="9" y="29"/>
                      </a:cubicBezTo>
                      <a:cubicBezTo>
                        <a:pt x="8" y="28"/>
                        <a:pt x="7" y="27"/>
                        <a:pt x="7" y="25"/>
                      </a:cubicBezTo>
                      <a:cubicBezTo>
                        <a:pt x="7" y="25"/>
                        <a:pt x="7" y="25"/>
                        <a:pt x="7" y="24"/>
                      </a:cubicBezTo>
                      <a:cubicBezTo>
                        <a:pt x="8" y="19"/>
                        <a:pt x="8" y="19"/>
                        <a:pt x="8" y="19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1" y="19"/>
                        <a:pt x="1" y="19"/>
                        <a:pt x="1" y="19"/>
                      </a:cubicBezTo>
                      <a:cubicBezTo>
                        <a:pt x="1" y="21"/>
                        <a:pt x="0" y="23"/>
                        <a:pt x="0" y="23"/>
                      </a:cubicBezTo>
                      <a:cubicBezTo>
                        <a:pt x="0" y="24"/>
                        <a:pt x="0" y="25"/>
                        <a:pt x="0" y="25"/>
                      </a:cubicBezTo>
                      <a:cubicBezTo>
                        <a:pt x="0" y="29"/>
                        <a:pt x="1" y="31"/>
                        <a:pt x="3" y="33"/>
                      </a:cubicBezTo>
                      <a:cubicBezTo>
                        <a:pt x="6" y="35"/>
                        <a:pt x="9" y="36"/>
                        <a:pt x="13" y="36"/>
                      </a:cubicBezTo>
                      <a:cubicBezTo>
                        <a:pt x="16" y="36"/>
                        <a:pt x="19" y="36"/>
                        <a:pt x="22" y="34"/>
                      </a:cubicBezTo>
                      <a:cubicBezTo>
                        <a:pt x="24" y="33"/>
                        <a:pt x="25" y="31"/>
                        <a:pt x="27" y="29"/>
                      </a:cubicBezTo>
                      <a:cubicBezTo>
                        <a:pt x="28" y="27"/>
                        <a:pt x="29" y="24"/>
                        <a:pt x="30" y="20"/>
                      </a:cubicBezTo>
                      <a:cubicBezTo>
                        <a:pt x="34" y="0"/>
                        <a:pt x="34" y="0"/>
                        <a:pt x="34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lnTo>
                        <a:pt x="22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2" name="îṣḻîḑê"/>
                <p:cNvSpPr/>
                <p:nvPr/>
              </p:nvSpPr>
              <p:spPr bwMode="auto">
                <a:xfrm>
                  <a:off x="7248526" y="3521075"/>
                  <a:ext cx="114300" cy="119063"/>
                </a:xfrm>
                <a:custGeom>
                  <a:avLst/>
                  <a:gdLst>
                    <a:gd name="T0" fmla="*/ 58 w 72"/>
                    <a:gd name="T1" fmla="*/ 0 h 75"/>
                    <a:gd name="T2" fmla="*/ 52 w 72"/>
                    <a:gd name="T3" fmla="*/ 29 h 75"/>
                    <a:gd name="T4" fmla="*/ 22 w 72"/>
                    <a:gd name="T5" fmla="*/ 29 h 75"/>
                    <a:gd name="T6" fmla="*/ 29 w 72"/>
                    <a:gd name="T7" fmla="*/ 0 h 75"/>
                    <a:gd name="T8" fmla="*/ 14 w 72"/>
                    <a:gd name="T9" fmla="*/ 0 h 75"/>
                    <a:gd name="T10" fmla="*/ 0 w 72"/>
                    <a:gd name="T11" fmla="*/ 75 h 75"/>
                    <a:gd name="T12" fmla="*/ 14 w 72"/>
                    <a:gd name="T13" fmla="*/ 75 h 75"/>
                    <a:gd name="T14" fmla="*/ 20 w 72"/>
                    <a:gd name="T15" fmla="*/ 42 h 75"/>
                    <a:gd name="T16" fmla="*/ 50 w 72"/>
                    <a:gd name="T17" fmla="*/ 42 h 75"/>
                    <a:gd name="T18" fmla="*/ 43 w 72"/>
                    <a:gd name="T19" fmla="*/ 75 h 75"/>
                    <a:gd name="T20" fmla="*/ 58 w 72"/>
                    <a:gd name="T21" fmla="*/ 75 h 75"/>
                    <a:gd name="T22" fmla="*/ 72 w 72"/>
                    <a:gd name="T23" fmla="*/ 0 h 75"/>
                    <a:gd name="T24" fmla="*/ 58 w 72"/>
                    <a:gd name="T25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2" h="75">
                      <a:moveTo>
                        <a:pt x="58" y="0"/>
                      </a:moveTo>
                      <a:lnTo>
                        <a:pt x="52" y="29"/>
                      </a:lnTo>
                      <a:lnTo>
                        <a:pt x="22" y="29"/>
                      </a:lnTo>
                      <a:lnTo>
                        <a:pt x="29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lnTo>
                        <a:pt x="14" y="75"/>
                      </a:lnTo>
                      <a:lnTo>
                        <a:pt x="20" y="42"/>
                      </a:lnTo>
                      <a:lnTo>
                        <a:pt x="50" y="42"/>
                      </a:lnTo>
                      <a:lnTo>
                        <a:pt x="43" y="75"/>
                      </a:lnTo>
                      <a:lnTo>
                        <a:pt x="58" y="75"/>
                      </a:lnTo>
                      <a:lnTo>
                        <a:pt x="72" y="0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3" name="ïṥlíḑê"/>
                <p:cNvSpPr/>
                <p:nvPr/>
              </p:nvSpPr>
              <p:spPr bwMode="auto">
                <a:xfrm>
                  <a:off x="7356476" y="3521075"/>
                  <a:ext cx="112713" cy="119063"/>
                </a:xfrm>
                <a:custGeom>
                  <a:avLst/>
                  <a:gdLst>
                    <a:gd name="T0" fmla="*/ 42 w 71"/>
                    <a:gd name="T1" fmla="*/ 0 h 75"/>
                    <a:gd name="T2" fmla="*/ 0 w 71"/>
                    <a:gd name="T3" fmla="*/ 75 h 75"/>
                    <a:gd name="T4" fmla="*/ 15 w 71"/>
                    <a:gd name="T5" fmla="*/ 75 h 75"/>
                    <a:gd name="T6" fmla="*/ 23 w 71"/>
                    <a:gd name="T7" fmla="*/ 59 h 75"/>
                    <a:gd name="T8" fmla="*/ 54 w 71"/>
                    <a:gd name="T9" fmla="*/ 59 h 75"/>
                    <a:gd name="T10" fmla="*/ 56 w 71"/>
                    <a:gd name="T11" fmla="*/ 75 h 75"/>
                    <a:gd name="T12" fmla="*/ 71 w 71"/>
                    <a:gd name="T13" fmla="*/ 75 h 75"/>
                    <a:gd name="T14" fmla="*/ 58 w 71"/>
                    <a:gd name="T15" fmla="*/ 0 h 75"/>
                    <a:gd name="T16" fmla="*/ 42 w 71"/>
                    <a:gd name="T17" fmla="*/ 0 h 75"/>
                    <a:gd name="T18" fmla="*/ 29 w 71"/>
                    <a:gd name="T19" fmla="*/ 46 h 75"/>
                    <a:gd name="T20" fmla="*/ 48 w 71"/>
                    <a:gd name="T21" fmla="*/ 17 h 75"/>
                    <a:gd name="T22" fmla="*/ 52 w 71"/>
                    <a:gd name="T23" fmla="*/ 46 h 75"/>
                    <a:gd name="T24" fmla="*/ 29 w 71"/>
                    <a:gd name="T25" fmla="*/ 46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1" h="75">
                      <a:moveTo>
                        <a:pt x="42" y="0"/>
                      </a:moveTo>
                      <a:lnTo>
                        <a:pt x="0" y="75"/>
                      </a:lnTo>
                      <a:lnTo>
                        <a:pt x="15" y="75"/>
                      </a:lnTo>
                      <a:lnTo>
                        <a:pt x="23" y="59"/>
                      </a:lnTo>
                      <a:lnTo>
                        <a:pt x="54" y="59"/>
                      </a:lnTo>
                      <a:lnTo>
                        <a:pt x="56" y="75"/>
                      </a:lnTo>
                      <a:lnTo>
                        <a:pt x="71" y="75"/>
                      </a:lnTo>
                      <a:lnTo>
                        <a:pt x="58" y="0"/>
                      </a:lnTo>
                      <a:lnTo>
                        <a:pt x="42" y="0"/>
                      </a:lnTo>
                      <a:close/>
                      <a:moveTo>
                        <a:pt x="29" y="46"/>
                      </a:moveTo>
                      <a:lnTo>
                        <a:pt x="48" y="17"/>
                      </a:lnTo>
                      <a:lnTo>
                        <a:pt x="52" y="46"/>
                      </a:lnTo>
                      <a:lnTo>
                        <a:pt x="29" y="4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4" name="îş1íḋe"/>
                <p:cNvSpPr/>
                <p:nvPr/>
              </p:nvSpPr>
              <p:spPr bwMode="auto">
                <a:xfrm>
                  <a:off x="7481888" y="3521075"/>
                  <a:ext cx="119063" cy="119063"/>
                </a:xfrm>
                <a:custGeom>
                  <a:avLst/>
                  <a:gdLst>
                    <a:gd name="T0" fmla="*/ 50 w 75"/>
                    <a:gd name="T1" fmla="*/ 50 h 75"/>
                    <a:gd name="T2" fmla="*/ 31 w 75"/>
                    <a:gd name="T3" fmla="*/ 0 h 75"/>
                    <a:gd name="T4" fmla="*/ 17 w 75"/>
                    <a:gd name="T5" fmla="*/ 0 h 75"/>
                    <a:gd name="T6" fmla="*/ 0 w 75"/>
                    <a:gd name="T7" fmla="*/ 75 h 75"/>
                    <a:gd name="T8" fmla="*/ 15 w 75"/>
                    <a:gd name="T9" fmla="*/ 75 h 75"/>
                    <a:gd name="T10" fmla="*/ 25 w 75"/>
                    <a:gd name="T11" fmla="*/ 25 h 75"/>
                    <a:gd name="T12" fmla="*/ 46 w 75"/>
                    <a:gd name="T13" fmla="*/ 75 h 75"/>
                    <a:gd name="T14" fmla="*/ 58 w 75"/>
                    <a:gd name="T15" fmla="*/ 75 h 75"/>
                    <a:gd name="T16" fmla="*/ 75 w 75"/>
                    <a:gd name="T17" fmla="*/ 0 h 75"/>
                    <a:gd name="T18" fmla="*/ 61 w 75"/>
                    <a:gd name="T19" fmla="*/ 0 h 75"/>
                    <a:gd name="T20" fmla="*/ 50 w 75"/>
                    <a:gd name="T21" fmla="*/ 5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5" h="75">
                      <a:moveTo>
                        <a:pt x="50" y="50"/>
                      </a:moveTo>
                      <a:lnTo>
                        <a:pt x="31" y="0"/>
                      </a:lnTo>
                      <a:lnTo>
                        <a:pt x="17" y="0"/>
                      </a:lnTo>
                      <a:lnTo>
                        <a:pt x="0" y="75"/>
                      </a:lnTo>
                      <a:lnTo>
                        <a:pt x="15" y="75"/>
                      </a:lnTo>
                      <a:lnTo>
                        <a:pt x="25" y="25"/>
                      </a:lnTo>
                      <a:lnTo>
                        <a:pt x="46" y="75"/>
                      </a:lnTo>
                      <a:lnTo>
                        <a:pt x="58" y="75"/>
                      </a:lnTo>
                      <a:lnTo>
                        <a:pt x="75" y="0"/>
                      </a:lnTo>
                      <a:lnTo>
                        <a:pt x="61" y="0"/>
                      </a:lnTo>
                      <a:lnTo>
                        <a:pt x="50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5" name="îş1ïḋe"/>
                <p:cNvSpPr/>
                <p:nvPr/>
              </p:nvSpPr>
              <p:spPr bwMode="auto">
                <a:xfrm>
                  <a:off x="7653338" y="3521075"/>
                  <a:ext cx="112713" cy="119063"/>
                </a:xfrm>
                <a:custGeom>
                  <a:avLst/>
                  <a:gdLst>
                    <a:gd name="T0" fmla="*/ 22 w 34"/>
                    <a:gd name="T1" fmla="*/ 20 h 36"/>
                    <a:gd name="T2" fmla="*/ 20 w 34"/>
                    <a:gd name="T3" fmla="*/ 26 h 36"/>
                    <a:gd name="T4" fmla="*/ 18 w 34"/>
                    <a:gd name="T5" fmla="*/ 29 h 36"/>
                    <a:gd name="T6" fmla="*/ 13 w 34"/>
                    <a:gd name="T7" fmla="*/ 30 h 36"/>
                    <a:gd name="T8" fmla="*/ 9 w 34"/>
                    <a:gd name="T9" fmla="*/ 29 h 36"/>
                    <a:gd name="T10" fmla="*/ 7 w 34"/>
                    <a:gd name="T11" fmla="*/ 25 h 36"/>
                    <a:gd name="T12" fmla="*/ 7 w 34"/>
                    <a:gd name="T13" fmla="*/ 24 h 36"/>
                    <a:gd name="T14" fmla="*/ 8 w 34"/>
                    <a:gd name="T15" fmla="*/ 19 h 36"/>
                    <a:gd name="T16" fmla="*/ 12 w 34"/>
                    <a:gd name="T17" fmla="*/ 0 h 36"/>
                    <a:gd name="T18" fmla="*/ 5 w 34"/>
                    <a:gd name="T19" fmla="*/ 0 h 36"/>
                    <a:gd name="T20" fmla="*/ 1 w 34"/>
                    <a:gd name="T21" fmla="*/ 19 h 36"/>
                    <a:gd name="T22" fmla="*/ 0 w 34"/>
                    <a:gd name="T23" fmla="*/ 23 h 36"/>
                    <a:gd name="T24" fmla="*/ 0 w 34"/>
                    <a:gd name="T25" fmla="*/ 25 h 36"/>
                    <a:gd name="T26" fmla="*/ 3 w 34"/>
                    <a:gd name="T27" fmla="*/ 33 h 36"/>
                    <a:gd name="T28" fmla="*/ 13 w 34"/>
                    <a:gd name="T29" fmla="*/ 36 h 36"/>
                    <a:gd name="T30" fmla="*/ 22 w 34"/>
                    <a:gd name="T31" fmla="*/ 34 h 36"/>
                    <a:gd name="T32" fmla="*/ 27 w 34"/>
                    <a:gd name="T33" fmla="*/ 29 h 36"/>
                    <a:gd name="T34" fmla="*/ 30 w 34"/>
                    <a:gd name="T35" fmla="*/ 20 h 36"/>
                    <a:gd name="T36" fmla="*/ 34 w 34"/>
                    <a:gd name="T37" fmla="*/ 0 h 36"/>
                    <a:gd name="T38" fmla="*/ 26 w 34"/>
                    <a:gd name="T39" fmla="*/ 0 h 36"/>
                    <a:gd name="T40" fmla="*/ 22 w 34"/>
                    <a:gd name="T41" fmla="*/ 2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34" h="36">
                      <a:moveTo>
                        <a:pt x="22" y="20"/>
                      </a:moveTo>
                      <a:cubicBezTo>
                        <a:pt x="22" y="23"/>
                        <a:pt x="21" y="25"/>
                        <a:pt x="20" y="26"/>
                      </a:cubicBezTo>
                      <a:cubicBezTo>
                        <a:pt x="20" y="28"/>
                        <a:pt x="19" y="29"/>
                        <a:pt x="18" y="29"/>
                      </a:cubicBezTo>
                      <a:cubicBezTo>
                        <a:pt x="17" y="30"/>
                        <a:pt x="15" y="30"/>
                        <a:pt x="13" y="30"/>
                      </a:cubicBezTo>
                      <a:cubicBezTo>
                        <a:pt x="11" y="30"/>
                        <a:pt x="10" y="30"/>
                        <a:pt x="9" y="29"/>
                      </a:cubicBezTo>
                      <a:cubicBezTo>
                        <a:pt x="8" y="28"/>
                        <a:pt x="7" y="27"/>
                        <a:pt x="7" y="25"/>
                      </a:cubicBezTo>
                      <a:cubicBezTo>
                        <a:pt x="7" y="25"/>
                        <a:pt x="7" y="25"/>
                        <a:pt x="7" y="24"/>
                      </a:cubicBezTo>
                      <a:cubicBezTo>
                        <a:pt x="8" y="19"/>
                        <a:pt x="8" y="19"/>
                        <a:pt x="8" y="19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1" y="19"/>
                        <a:pt x="1" y="19"/>
                        <a:pt x="1" y="19"/>
                      </a:cubicBezTo>
                      <a:cubicBezTo>
                        <a:pt x="1" y="21"/>
                        <a:pt x="0" y="23"/>
                        <a:pt x="0" y="23"/>
                      </a:cubicBezTo>
                      <a:cubicBezTo>
                        <a:pt x="0" y="24"/>
                        <a:pt x="0" y="25"/>
                        <a:pt x="0" y="25"/>
                      </a:cubicBezTo>
                      <a:cubicBezTo>
                        <a:pt x="0" y="29"/>
                        <a:pt x="1" y="31"/>
                        <a:pt x="3" y="33"/>
                      </a:cubicBezTo>
                      <a:cubicBezTo>
                        <a:pt x="6" y="35"/>
                        <a:pt x="9" y="36"/>
                        <a:pt x="13" y="36"/>
                      </a:cubicBezTo>
                      <a:cubicBezTo>
                        <a:pt x="16" y="36"/>
                        <a:pt x="19" y="36"/>
                        <a:pt x="22" y="34"/>
                      </a:cubicBezTo>
                      <a:cubicBezTo>
                        <a:pt x="24" y="33"/>
                        <a:pt x="25" y="31"/>
                        <a:pt x="27" y="29"/>
                      </a:cubicBezTo>
                      <a:cubicBezTo>
                        <a:pt x="28" y="27"/>
                        <a:pt x="29" y="24"/>
                        <a:pt x="30" y="20"/>
                      </a:cubicBezTo>
                      <a:cubicBezTo>
                        <a:pt x="34" y="0"/>
                        <a:pt x="34" y="0"/>
                        <a:pt x="34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lnTo>
                        <a:pt x="22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6" name="íšlídè"/>
                <p:cNvSpPr/>
                <p:nvPr/>
              </p:nvSpPr>
              <p:spPr bwMode="auto">
                <a:xfrm>
                  <a:off x="7766051" y="3521075"/>
                  <a:ext cx="115888" cy="119063"/>
                </a:xfrm>
                <a:custGeom>
                  <a:avLst/>
                  <a:gdLst>
                    <a:gd name="T0" fmla="*/ 58 w 73"/>
                    <a:gd name="T1" fmla="*/ 0 h 75"/>
                    <a:gd name="T2" fmla="*/ 50 w 73"/>
                    <a:gd name="T3" fmla="*/ 50 h 75"/>
                    <a:gd name="T4" fmla="*/ 29 w 73"/>
                    <a:gd name="T5" fmla="*/ 0 h 75"/>
                    <a:gd name="T6" fmla="*/ 15 w 73"/>
                    <a:gd name="T7" fmla="*/ 0 h 75"/>
                    <a:gd name="T8" fmla="*/ 0 w 73"/>
                    <a:gd name="T9" fmla="*/ 75 h 75"/>
                    <a:gd name="T10" fmla="*/ 13 w 73"/>
                    <a:gd name="T11" fmla="*/ 75 h 75"/>
                    <a:gd name="T12" fmla="*/ 23 w 73"/>
                    <a:gd name="T13" fmla="*/ 25 h 75"/>
                    <a:gd name="T14" fmla="*/ 44 w 73"/>
                    <a:gd name="T15" fmla="*/ 75 h 75"/>
                    <a:gd name="T16" fmla="*/ 58 w 73"/>
                    <a:gd name="T17" fmla="*/ 75 h 75"/>
                    <a:gd name="T18" fmla="*/ 73 w 73"/>
                    <a:gd name="T19" fmla="*/ 0 h 75"/>
                    <a:gd name="T20" fmla="*/ 58 w 73"/>
                    <a:gd name="T21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3" h="75">
                      <a:moveTo>
                        <a:pt x="58" y="0"/>
                      </a:moveTo>
                      <a:lnTo>
                        <a:pt x="50" y="50"/>
                      </a:lnTo>
                      <a:lnTo>
                        <a:pt x="29" y="0"/>
                      </a:lnTo>
                      <a:lnTo>
                        <a:pt x="15" y="0"/>
                      </a:lnTo>
                      <a:lnTo>
                        <a:pt x="0" y="75"/>
                      </a:lnTo>
                      <a:lnTo>
                        <a:pt x="13" y="75"/>
                      </a:lnTo>
                      <a:lnTo>
                        <a:pt x="23" y="25"/>
                      </a:lnTo>
                      <a:lnTo>
                        <a:pt x="44" y="75"/>
                      </a:lnTo>
                      <a:lnTo>
                        <a:pt x="58" y="75"/>
                      </a:lnTo>
                      <a:lnTo>
                        <a:pt x="73" y="0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7" name="îṣḻîďe"/>
                <p:cNvSpPr/>
                <p:nvPr/>
              </p:nvSpPr>
              <p:spPr bwMode="auto">
                <a:xfrm>
                  <a:off x="7881938" y="3521075"/>
                  <a:ext cx="49213" cy="119063"/>
                </a:xfrm>
                <a:custGeom>
                  <a:avLst/>
                  <a:gdLst>
                    <a:gd name="T0" fmla="*/ 0 w 31"/>
                    <a:gd name="T1" fmla="*/ 75 h 75"/>
                    <a:gd name="T2" fmla="*/ 14 w 31"/>
                    <a:gd name="T3" fmla="*/ 75 h 75"/>
                    <a:gd name="T4" fmla="*/ 31 w 31"/>
                    <a:gd name="T5" fmla="*/ 0 h 75"/>
                    <a:gd name="T6" fmla="*/ 14 w 31"/>
                    <a:gd name="T7" fmla="*/ 0 h 75"/>
                    <a:gd name="T8" fmla="*/ 0 w 31"/>
                    <a:gd name="T9" fmla="*/ 75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75">
                      <a:moveTo>
                        <a:pt x="0" y="75"/>
                      </a:moveTo>
                      <a:lnTo>
                        <a:pt x="14" y="75"/>
                      </a:lnTo>
                      <a:lnTo>
                        <a:pt x="31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8" name="íŝḻiḋè"/>
                <p:cNvSpPr/>
                <p:nvPr/>
              </p:nvSpPr>
              <p:spPr bwMode="auto">
                <a:xfrm>
                  <a:off x="7940676" y="3521075"/>
                  <a:ext cx="109538" cy="119063"/>
                </a:xfrm>
                <a:custGeom>
                  <a:avLst/>
                  <a:gdLst>
                    <a:gd name="T0" fmla="*/ 54 w 69"/>
                    <a:gd name="T1" fmla="*/ 0 h 75"/>
                    <a:gd name="T2" fmla="*/ 23 w 69"/>
                    <a:gd name="T3" fmla="*/ 57 h 75"/>
                    <a:gd name="T4" fmla="*/ 15 w 69"/>
                    <a:gd name="T5" fmla="*/ 0 h 75"/>
                    <a:gd name="T6" fmla="*/ 0 w 69"/>
                    <a:gd name="T7" fmla="*/ 0 h 75"/>
                    <a:gd name="T8" fmla="*/ 13 w 69"/>
                    <a:gd name="T9" fmla="*/ 75 h 75"/>
                    <a:gd name="T10" fmla="*/ 29 w 69"/>
                    <a:gd name="T11" fmla="*/ 75 h 75"/>
                    <a:gd name="T12" fmla="*/ 69 w 69"/>
                    <a:gd name="T13" fmla="*/ 0 h 75"/>
                    <a:gd name="T14" fmla="*/ 54 w 69"/>
                    <a:gd name="T15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69" h="75">
                      <a:moveTo>
                        <a:pt x="54" y="0"/>
                      </a:moveTo>
                      <a:lnTo>
                        <a:pt x="23" y="57"/>
                      </a:ln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13" y="75"/>
                      </a:lnTo>
                      <a:lnTo>
                        <a:pt x="29" y="75"/>
                      </a:lnTo>
                      <a:lnTo>
                        <a:pt x="69" y="0"/>
                      </a:lnTo>
                      <a:lnTo>
                        <a:pt x="5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9" name="î$ḷíďé"/>
                <p:cNvSpPr/>
                <p:nvPr/>
              </p:nvSpPr>
              <p:spPr bwMode="auto">
                <a:xfrm>
                  <a:off x="8037513" y="3521075"/>
                  <a:ext cx="111125" cy="119063"/>
                </a:xfrm>
                <a:custGeom>
                  <a:avLst/>
                  <a:gdLst>
                    <a:gd name="T0" fmla="*/ 68 w 70"/>
                    <a:gd name="T1" fmla="*/ 12 h 75"/>
                    <a:gd name="T2" fmla="*/ 70 w 70"/>
                    <a:gd name="T3" fmla="*/ 0 h 75"/>
                    <a:gd name="T4" fmla="*/ 16 w 70"/>
                    <a:gd name="T5" fmla="*/ 0 h 75"/>
                    <a:gd name="T6" fmla="*/ 0 w 70"/>
                    <a:gd name="T7" fmla="*/ 75 h 75"/>
                    <a:gd name="T8" fmla="*/ 58 w 70"/>
                    <a:gd name="T9" fmla="*/ 75 h 75"/>
                    <a:gd name="T10" fmla="*/ 60 w 70"/>
                    <a:gd name="T11" fmla="*/ 63 h 75"/>
                    <a:gd name="T12" fmla="*/ 16 w 70"/>
                    <a:gd name="T13" fmla="*/ 63 h 75"/>
                    <a:gd name="T14" fmla="*/ 22 w 70"/>
                    <a:gd name="T15" fmla="*/ 42 h 75"/>
                    <a:gd name="T16" fmla="*/ 60 w 70"/>
                    <a:gd name="T17" fmla="*/ 42 h 75"/>
                    <a:gd name="T18" fmla="*/ 62 w 70"/>
                    <a:gd name="T19" fmla="*/ 29 h 75"/>
                    <a:gd name="T20" fmla="*/ 24 w 70"/>
                    <a:gd name="T21" fmla="*/ 29 h 75"/>
                    <a:gd name="T22" fmla="*/ 29 w 70"/>
                    <a:gd name="T23" fmla="*/ 12 h 75"/>
                    <a:gd name="T24" fmla="*/ 68 w 70"/>
                    <a:gd name="T25" fmla="*/ 12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0" h="75">
                      <a:moveTo>
                        <a:pt x="68" y="12"/>
                      </a:moveTo>
                      <a:lnTo>
                        <a:pt x="70" y="0"/>
                      </a:lnTo>
                      <a:lnTo>
                        <a:pt x="16" y="0"/>
                      </a:lnTo>
                      <a:lnTo>
                        <a:pt x="0" y="75"/>
                      </a:lnTo>
                      <a:lnTo>
                        <a:pt x="58" y="75"/>
                      </a:lnTo>
                      <a:lnTo>
                        <a:pt x="60" y="63"/>
                      </a:lnTo>
                      <a:lnTo>
                        <a:pt x="16" y="63"/>
                      </a:lnTo>
                      <a:lnTo>
                        <a:pt x="22" y="42"/>
                      </a:lnTo>
                      <a:lnTo>
                        <a:pt x="60" y="42"/>
                      </a:lnTo>
                      <a:lnTo>
                        <a:pt x="62" y="29"/>
                      </a:lnTo>
                      <a:lnTo>
                        <a:pt x="24" y="29"/>
                      </a:lnTo>
                      <a:lnTo>
                        <a:pt x="29" y="12"/>
                      </a:lnTo>
                      <a:lnTo>
                        <a:pt x="68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0" name="îṡlîďe"/>
                <p:cNvSpPr/>
                <p:nvPr/>
              </p:nvSpPr>
              <p:spPr bwMode="auto">
                <a:xfrm>
                  <a:off x="8145463" y="3521075"/>
                  <a:ext cx="115888" cy="119063"/>
                </a:xfrm>
                <a:custGeom>
                  <a:avLst/>
                  <a:gdLst>
                    <a:gd name="T0" fmla="*/ 30 w 35"/>
                    <a:gd name="T1" fmla="*/ 1 h 36"/>
                    <a:gd name="T2" fmla="*/ 24 w 35"/>
                    <a:gd name="T3" fmla="*/ 0 h 36"/>
                    <a:gd name="T4" fmla="*/ 8 w 35"/>
                    <a:gd name="T5" fmla="*/ 0 h 36"/>
                    <a:gd name="T6" fmla="*/ 0 w 35"/>
                    <a:gd name="T7" fmla="*/ 36 h 36"/>
                    <a:gd name="T8" fmla="*/ 8 w 35"/>
                    <a:gd name="T9" fmla="*/ 36 h 36"/>
                    <a:gd name="T10" fmla="*/ 11 w 35"/>
                    <a:gd name="T11" fmla="*/ 21 h 36"/>
                    <a:gd name="T12" fmla="*/ 14 w 35"/>
                    <a:gd name="T13" fmla="*/ 21 h 36"/>
                    <a:gd name="T14" fmla="*/ 17 w 35"/>
                    <a:gd name="T15" fmla="*/ 22 h 36"/>
                    <a:gd name="T16" fmla="*/ 21 w 35"/>
                    <a:gd name="T17" fmla="*/ 26 h 36"/>
                    <a:gd name="T18" fmla="*/ 24 w 35"/>
                    <a:gd name="T19" fmla="*/ 36 h 36"/>
                    <a:gd name="T20" fmla="*/ 32 w 35"/>
                    <a:gd name="T21" fmla="*/ 36 h 36"/>
                    <a:gd name="T22" fmla="*/ 27 w 35"/>
                    <a:gd name="T23" fmla="*/ 24 h 36"/>
                    <a:gd name="T24" fmla="*/ 24 w 35"/>
                    <a:gd name="T25" fmla="*/ 21 h 36"/>
                    <a:gd name="T26" fmla="*/ 32 w 35"/>
                    <a:gd name="T27" fmla="*/ 17 h 36"/>
                    <a:gd name="T28" fmla="*/ 35 w 35"/>
                    <a:gd name="T29" fmla="*/ 9 h 36"/>
                    <a:gd name="T30" fmla="*/ 34 w 35"/>
                    <a:gd name="T31" fmla="*/ 4 h 36"/>
                    <a:gd name="T32" fmla="*/ 30 w 35"/>
                    <a:gd name="T33" fmla="*/ 1 h 36"/>
                    <a:gd name="T34" fmla="*/ 27 w 35"/>
                    <a:gd name="T35" fmla="*/ 13 h 36"/>
                    <a:gd name="T36" fmla="*/ 24 w 35"/>
                    <a:gd name="T37" fmla="*/ 15 h 36"/>
                    <a:gd name="T38" fmla="*/ 16 w 35"/>
                    <a:gd name="T39" fmla="*/ 16 h 36"/>
                    <a:gd name="T40" fmla="*/ 12 w 35"/>
                    <a:gd name="T41" fmla="*/ 16 h 36"/>
                    <a:gd name="T42" fmla="*/ 14 w 35"/>
                    <a:gd name="T43" fmla="*/ 6 h 36"/>
                    <a:gd name="T44" fmla="*/ 22 w 35"/>
                    <a:gd name="T45" fmla="*/ 6 h 36"/>
                    <a:gd name="T46" fmla="*/ 26 w 35"/>
                    <a:gd name="T47" fmla="*/ 7 h 36"/>
                    <a:gd name="T48" fmla="*/ 28 w 35"/>
                    <a:gd name="T49" fmla="*/ 10 h 36"/>
                    <a:gd name="T50" fmla="*/ 27 w 35"/>
                    <a:gd name="T51" fmla="*/ 13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5" h="36">
                      <a:moveTo>
                        <a:pt x="30" y="1"/>
                      </a:moveTo>
                      <a:cubicBezTo>
                        <a:pt x="28" y="0"/>
                        <a:pt x="26" y="0"/>
                        <a:pt x="24" y="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8" y="36"/>
                        <a:pt x="8" y="36"/>
                        <a:pt x="8" y="36"/>
                      </a:cubicBezTo>
                      <a:cubicBezTo>
                        <a:pt x="11" y="21"/>
                        <a:pt x="11" y="21"/>
                        <a:pt x="11" y="21"/>
                      </a:cubicBezTo>
                      <a:cubicBezTo>
                        <a:pt x="14" y="21"/>
                        <a:pt x="14" y="21"/>
                        <a:pt x="14" y="21"/>
                      </a:cubicBezTo>
                      <a:cubicBezTo>
                        <a:pt x="15" y="21"/>
                        <a:pt x="17" y="21"/>
                        <a:pt x="17" y="22"/>
                      </a:cubicBezTo>
                      <a:cubicBezTo>
                        <a:pt x="18" y="22"/>
                        <a:pt x="20" y="24"/>
                        <a:pt x="21" y="26"/>
                      </a:cubicBezTo>
                      <a:cubicBezTo>
                        <a:pt x="22" y="31"/>
                        <a:pt x="24" y="34"/>
                        <a:pt x="24" y="36"/>
                      </a:cubicBezTo>
                      <a:cubicBezTo>
                        <a:pt x="32" y="36"/>
                        <a:pt x="32" y="36"/>
                        <a:pt x="32" y="36"/>
                      </a:cubicBezTo>
                      <a:cubicBezTo>
                        <a:pt x="30" y="31"/>
                        <a:pt x="28" y="27"/>
                        <a:pt x="27" y="24"/>
                      </a:cubicBezTo>
                      <a:cubicBezTo>
                        <a:pt x="26" y="23"/>
                        <a:pt x="25" y="21"/>
                        <a:pt x="24" y="21"/>
                      </a:cubicBezTo>
                      <a:cubicBezTo>
                        <a:pt x="28" y="20"/>
                        <a:pt x="30" y="19"/>
                        <a:pt x="32" y="17"/>
                      </a:cubicBezTo>
                      <a:cubicBezTo>
                        <a:pt x="34" y="15"/>
                        <a:pt x="35" y="13"/>
                        <a:pt x="35" y="9"/>
                      </a:cubicBezTo>
                      <a:cubicBezTo>
                        <a:pt x="35" y="7"/>
                        <a:pt x="34" y="6"/>
                        <a:pt x="34" y="4"/>
                      </a:cubicBezTo>
                      <a:cubicBezTo>
                        <a:pt x="33" y="3"/>
                        <a:pt x="31" y="2"/>
                        <a:pt x="30" y="1"/>
                      </a:cubicBezTo>
                      <a:close/>
                      <a:moveTo>
                        <a:pt x="27" y="13"/>
                      </a:moveTo>
                      <a:cubicBezTo>
                        <a:pt x="26" y="14"/>
                        <a:pt x="25" y="14"/>
                        <a:pt x="24" y="15"/>
                      </a:cubicBezTo>
                      <a:cubicBezTo>
                        <a:pt x="22" y="15"/>
                        <a:pt x="20" y="16"/>
                        <a:pt x="16" y="16"/>
                      </a:cubicBezTo>
                      <a:cubicBezTo>
                        <a:pt x="12" y="16"/>
                        <a:pt x="12" y="16"/>
                        <a:pt x="12" y="16"/>
                      </a:cubicBezTo>
                      <a:cubicBezTo>
                        <a:pt x="14" y="6"/>
                        <a:pt x="14" y="6"/>
                        <a:pt x="14" y="6"/>
                      </a:cubicBezTo>
                      <a:cubicBezTo>
                        <a:pt x="22" y="6"/>
                        <a:pt x="22" y="6"/>
                        <a:pt x="22" y="6"/>
                      </a:cubicBezTo>
                      <a:cubicBezTo>
                        <a:pt x="24" y="6"/>
                        <a:pt x="25" y="6"/>
                        <a:pt x="26" y="7"/>
                      </a:cubicBezTo>
                      <a:cubicBezTo>
                        <a:pt x="27" y="7"/>
                        <a:pt x="28" y="8"/>
                        <a:pt x="28" y="10"/>
                      </a:cubicBezTo>
                      <a:cubicBezTo>
                        <a:pt x="28" y="11"/>
                        <a:pt x="27" y="12"/>
                        <a:pt x="27" y="1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1" name="ïşľîḍé"/>
                <p:cNvSpPr/>
                <p:nvPr/>
              </p:nvSpPr>
              <p:spPr bwMode="auto">
                <a:xfrm>
                  <a:off x="8267701" y="3521075"/>
                  <a:ext cx="98425" cy="119063"/>
                </a:xfrm>
                <a:custGeom>
                  <a:avLst/>
                  <a:gdLst>
                    <a:gd name="T0" fmla="*/ 17 w 30"/>
                    <a:gd name="T1" fmla="*/ 5 h 36"/>
                    <a:gd name="T2" fmla="*/ 22 w 30"/>
                    <a:gd name="T3" fmla="*/ 7 h 36"/>
                    <a:gd name="T4" fmla="*/ 23 w 30"/>
                    <a:gd name="T5" fmla="*/ 11 h 36"/>
                    <a:gd name="T6" fmla="*/ 30 w 30"/>
                    <a:gd name="T7" fmla="*/ 10 h 36"/>
                    <a:gd name="T8" fmla="*/ 27 w 30"/>
                    <a:gd name="T9" fmla="*/ 3 h 36"/>
                    <a:gd name="T10" fmla="*/ 17 w 30"/>
                    <a:gd name="T11" fmla="*/ 0 h 36"/>
                    <a:gd name="T12" fmla="*/ 8 w 30"/>
                    <a:gd name="T13" fmla="*/ 3 h 36"/>
                    <a:gd name="T14" fmla="*/ 4 w 30"/>
                    <a:gd name="T15" fmla="*/ 10 h 36"/>
                    <a:gd name="T16" fmla="*/ 6 w 30"/>
                    <a:gd name="T17" fmla="*/ 14 h 36"/>
                    <a:gd name="T18" fmla="*/ 8 w 30"/>
                    <a:gd name="T19" fmla="*/ 18 h 36"/>
                    <a:gd name="T20" fmla="*/ 15 w 30"/>
                    <a:gd name="T21" fmla="*/ 21 h 36"/>
                    <a:gd name="T22" fmla="*/ 20 w 30"/>
                    <a:gd name="T23" fmla="*/ 23 h 36"/>
                    <a:gd name="T24" fmla="*/ 21 w 30"/>
                    <a:gd name="T25" fmla="*/ 26 h 36"/>
                    <a:gd name="T26" fmla="*/ 19 w 30"/>
                    <a:gd name="T27" fmla="*/ 29 h 36"/>
                    <a:gd name="T28" fmla="*/ 14 w 30"/>
                    <a:gd name="T29" fmla="*/ 30 h 36"/>
                    <a:gd name="T30" fmla="*/ 8 w 30"/>
                    <a:gd name="T31" fmla="*/ 28 h 36"/>
                    <a:gd name="T32" fmla="*/ 7 w 30"/>
                    <a:gd name="T33" fmla="*/ 24 h 36"/>
                    <a:gd name="T34" fmla="*/ 0 w 30"/>
                    <a:gd name="T35" fmla="*/ 24 h 36"/>
                    <a:gd name="T36" fmla="*/ 1 w 30"/>
                    <a:gd name="T37" fmla="*/ 30 h 36"/>
                    <a:gd name="T38" fmla="*/ 6 w 30"/>
                    <a:gd name="T39" fmla="*/ 35 h 36"/>
                    <a:gd name="T40" fmla="*/ 14 w 30"/>
                    <a:gd name="T41" fmla="*/ 36 h 36"/>
                    <a:gd name="T42" fmla="*/ 24 w 30"/>
                    <a:gd name="T43" fmla="*/ 33 h 36"/>
                    <a:gd name="T44" fmla="*/ 28 w 30"/>
                    <a:gd name="T45" fmla="*/ 25 h 36"/>
                    <a:gd name="T46" fmla="*/ 26 w 30"/>
                    <a:gd name="T47" fmla="*/ 19 h 36"/>
                    <a:gd name="T48" fmla="*/ 18 w 30"/>
                    <a:gd name="T49" fmla="*/ 14 h 36"/>
                    <a:gd name="T50" fmla="*/ 13 w 30"/>
                    <a:gd name="T51" fmla="*/ 12 h 36"/>
                    <a:gd name="T52" fmla="*/ 11 w 30"/>
                    <a:gd name="T53" fmla="*/ 9 h 36"/>
                    <a:gd name="T54" fmla="*/ 13 w 30"/>
                    <a:gd name="T55" fmla="*/ 6 h 36"/>
                    <a:gd name="T56" fmla="*/ 17 w 30"/>
                    <a:gd name="T57" fmla="*/ 5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30" h="36">
                      <a:moveTo>
                        <a:pt x="17" y="5"/>
                      </a:moveTo>
                      <a:cubicBezTo>
                        <a:pt x="19" y="5"/>
                        <a:pt x="21" y="6"/>
                        <a:pt x="22" y="7"/>
                      </a:cubicBezTo>
                      <a:cubicBezTo>
                        <a:pt x="23" y="8"/>
                        <a:pt x="23" y="9"/>
                        <a:pt x="23" y="11"/>
                      </a:cubicBezTo>
                      <a:cubicBezTo>
                        <a:pt x="30" y="10"/>
                        <a:pt x="30" y="10"/>
                        <a:pt x="30" y="10"/>
                      </a:cubicBezTo>
                      <a:cubicBezTo>
                        <a:pt x="30" y="7"/>
                        <a:pt x="29" y="4"/>
                        <a:pt x="27" y="3"/>
                      </a:cubicBezTo>
                      <a:cubicBezTo>
                        <a:pt x="24" y="1"/>
                        <a:pt x="21" y="0"/>
                        <a:pt x="17" y="0"/>
                      </a:cubicBezTo>
                      <a:cubicBezTo>
                        <a:pt x="13" y="0"/>
                        <a:pt x="10" y="1"/>
                        <a:pt x="8" y="3"/>
                      </a:cubicBezTo>
                      <a:cubicBezTo>
                        <a:pt x="5" y="5"/>
                        <a:pt x="4" y="7"/>
                        <a:pt x="4" y="10"/>
                      </a:cubicBezTo>
                      <a:cubicBezTo>
                        <a:pt x="4" y="12"/>
                        <a:pt x="5" y="13"/>
                        <a:pt x="6" y="14"/>
                      </a:cubicBezTo>
                      <a:cubicBezTo>
                        <a:pt x="6" y="16"/>
                        <a:pt x="7" y="17"/>
                        <a:pt x="8" y="18"/>
                      </a:cubicBezTo>
                      <a:cubicBezTo>
                        <a:pt x="10" y="18"/>
                        <a:pt x="12" y="19"/>
                        <a:pt x="15" y="21"/>
                      </a:cubicBezTo>
                      <a:cubicBezTo>
                        <a:pt x="17" y="22"/>
                        <a:pt x="19" y="23"/>
                        <a:pt x="20" y="23"/>
                      </a:cubicBezTo>
                      <a:cubicBezTo>
                        <a:pt x="20" y="24"/>
                        <a:pt x="21" y="25"/>
                        <a:pt x="21" y="26"/>
                      </a:cubicBezTo>
                      <a:cubicBezTo>
                        <a:pt x="21" y="27"/>
                        <a:pt x="20" y="28"/>
                        <a:pt x="19" y="29"/>
                      </a:cubicBezTo>
                      <a:cubicBezTo>
                        <a:pt x="18" y="30"/>
                        <a:pt x="16" y="30"/>
                        <a:pt x="14" y="30"/>
                      </a:cubicBezTo>
                      <a:cubicBezTo>
                        <a:pt x="11" y="30"/>
                        <a:pt x="9" y="30"/>
                        <a:pt x="8" y="28"/>
                      </a:cubicBezTo>
                      <a:cubicBezTo>
                        <a:pt x="8" y="28"/>
                        <a:pt x="7" y="26"/>
                        <a:pt x="7" y="24"/>
                      </a:cubicBezTo>
                      <a:cubicBezTo>
                        <a:pt x="0" y="24"/>
                        <a:pt x="0" y="24"/>
                        <a:pt x="0" y="24"/>
                      </a:cubicBezTo>
                      <a:cubicBezTo>
                        <a:pt x="0" y="27"/>
                        <a:pt x="0" y="29"/>
                        <a:pt x="1" y="30"/>
                      </a:cubicBezTo>
                      <a:cubicBezTo>
                        <a:pt x="2" y="32"/>
                        <a:pt x="4" y="34"/>
                        <a:pt x="6" y="35"/>
                      </a:cubicBezTo>
                      <a:cubicBezTo>
                        <a:pt x="8" y="36"/>
                        <a:pt x="11" y="36"/>
                        <a:pt x="14" y="36"/>
                      </a:cubicBezTo>
                      <a:cubicBezTo>
                        <a:pt x="18" y="36"/>
                        <a:pt x="22" y="35"/>
                        <a:pt x="24" y="33"/>
                      </a:cubicBezTo>
                      <a:cubicBezTo>
                        <a:pt x="27" y="31"/>
                        <a:pt x="28" y="28"/>
                        <a:pt x="28" y="25"/>
                      </a:cubicBezTo>
                      <a:cubicBezTo>
                        <a:pt x="28" y="22"/>
                        <a:pt x="27" y="20"/>
                        <a:pt x="26" y="19"/>
                      </a:cubicBezTo>
                      <a:cubicBezTo>
                        <a:pt x="25" y="18"/>
                        <a:pt x="22" y="16"/>
                        <a:pt x="18" y="14"/>
                      </a:cubicBezTo>
                      <a:cubicBezTo>
                        <a:pt x="15" y="13"/>
                        <a:pt x="13" y="12"/>
                        <a:pt x="13" y="12"/>
                      </a:cubicBezTo>
                      <a:cubicBezTo>
                        <a:pt x="12" y="11"/>
                        <a:pt x="11" y="10"/>
                        <a:pt x="11" y="9"/>
                      </a:cubicBezTo>
                      <a:cubicBezTo>
                        <a:pt x="11" y="8"/>
                        <a:pt x="12" y="7"/>
                        <a:pt x="13" y="6"/>
                      </a:cubicBezTo>
                      <a:cubicBezTo>
                        <a:pt x="14" y="6"/>
                        <a:pt x="15" y="5"/>
                        <a:pt x="17" y="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2" name="îṩľîďe"/>
                <p:cNvSpPr/>
                <p:nvPr/>
              </p:nvSpPr>
              <p:spPr bwMode="auto">
                <a:xfrm>
                  <a:off x="8374063" y="3521075"/>
                  <a:ext cx="46038" cy="119063"/>
                </a:xfrm>
                <a:custGeom>
                  <a:avLst/>
                  <a:gdLst>
                    <a:gd name="T0" fmla="*/ 0 w 29"/>
                    <a:gd name="T1" fmla="*/ 75 h 75"/>
                    <a:gd name="T2" fmla="*/ 14 w 29"/>
                    <a:gd name="T3" fmla="*/ 75 h 75"/>
                    <a:gd name="T4" fmla="*/ 29 w 29"/>
                    <a:gd name="T5" fmla="*/ 0 h 75"/>
                    <a:gd name="T6" fmla="*/ 14 w 29"/>
                    <a:gd name="T7" fmla="*/ 0 h 75"/>
                    <a:gd name="T8" fmla="*/ 0 w 29"/>
                    <a:gd name="T9" fmla="*/ 75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75">
                      <a:moveTo>
                        <a:pt x="0" y="75"/>
                      </a:moveTo>
                      <a:lnTo>
                        <a:pt x="14" y="75"/>
                      </a:lnTo>
                      <a:lnTo>
                        <a:pt x="29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3" name="iS1idè"/>
                <p:cNvSpPr/>
                <p:nvPr/>
              </p:nvSpPr>
              <p:spPr bwMode="auto">
                <a:xfrm>
                  <a:off x="8432801" y="3521075"/>
                  <a:ext cx="95250" cy="119063"/>
                </a:xfrm>
                <a:custGeom>
                  <a:avLst/>
                  <a:gdLst>
                    <a:gd name="T0" fmla="*/ 0 w 60"/>
                    <a:gd name="T1" fmla="*/ 12 h 75"/>
                    <a:gd name="T2" fmla="*/ 21 w 60"/>
                    <a:gd name="T3" fmla="*/ 12 h 75"/>
                    <a:gd name="T4" fmla="*/ 8 w 60"/>
                    <a:gd name="T5" fmla="*/ 75 h 75"/>
                    <a:gd name="T6" fmla="*/ 23 w 60"/>
                    <a:gd name="T7" fmla="*/ 75 h 75"/>
                    <a:gd name="T8" fmla="*/ 35 w 60"/>
                    <a:gd name="T9" fmla="*/ 12 h 75"/>
                    <a:gd name="T10" fmla="*/ 58 w 60"/>
                    <a:gd name="T11" fmla="*/ 12 h 75"/>
                    <a:gd name="T12" fmla="*/ 60 w 60"/>
                    <a:gd name="T13" fmla="*/ 0 h 75"/>
                    <a:gd name="T14" fmla="*/ 2 w 60"/>
                    <a:gd name="T15" fmla="*/ 0 h 75"/>
                    <a:gd name="T16" fmla="*/ 0 w 60"/>
                    <a:gd name="T17" fmla="*/ 12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0" h="75">
                      <a:moveTo>
                        <a:pt x="0" y="12"/>
                      </a:moveTo>
                      <a:lnTo>
                        <a:pt x="21" y="12"/>
                      </a:lnTo>
                      <a:lnTo>
                        <a:pt x="8" y="75"/>
                      </a:lnTo>
                      <a:lnTo>
                        <a:pt x="23" y="75"/>
                      </a:lnTo>
                      <a:lnTo>
                        <a:pt x="35" y="12"/>
                      </a:lnTo>
                      <a:lnTo>
                        <a:pt x="58" y="12"/>
                      </a:lnTo>
                      <a:lnTo>
                        <a:pt x="60" y="0"/>
                      </a:lnTo>
                      <a:lnTo>
                        <a:pt x="2" y="0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4" name="iṣḷîḋe"/>
                <p:cNvSpPr/>
                <p:nvPr/>
              </p:nvSpPr>
              <p:spPr bwMode="auto">
                <a:xfrm>
                  <a:off x="8531226" y="3521075"/>
                  <a:ext cx="109538" cy="119063"/>
                </a:xfrm>
                <a:custGeom>
                  <a:avLst/>
                  <a:gdLst>
                    <a:gd name="T0" fmla="*/ 25 w 33"/>
                    <a:gd name="T1" fmla="*/ 0 h 36"/>
                    <a:gd name="T2" fmla="*/ 19 w 33"/>
                    <a:gd name="T3" fmla="*/ 7 h 36"/>
                    <a:gd name="T4" fmla="*/ 16 w 33"/>
                    <a:gd name="T5" fmla="*/ 12 h 36"/>
                    <a:gd name="T6" fmla="*/ 14 w 33"/>
                    <a:gd name="T7" fmla="*/ 15 h 36"/>
                    <a:gd name="T8" fmla="*/ 12 w 33"/>
                    <a:gd name="T9" fmla="*/ 10 h 36"/>
                    <a:gd name="T10" fmla="*/ 8 w 33"/>
                    <a:gd name="T11" fmla="*/ 0 h 36"/>
                    <a:gd name="T12" fmla="*/ 0 w 33"/>
                    <a:gd name="T13" fmla="*/ 0 h 36"/>
                    <a:gd name="T14" fmla="*/ 10 w 33"/>
                    <a:gd name="T15" fmla="*/ 22 h 36"/>
                    <a:gd name="T16" fmla="*/ 7 w 33"/>
                    <a:gd name="T17" fmla="*/ 36 h 36"/>
                    <a:gd name="T18" fmla="*/ 14 w 33"/>
                    <a:gd name="T19" fmla="*/ 36 h 36"/>
                    <a:gd name="T20" fmla="*/ 17 w 33"/>
                    <a:gd name="T21" fmla="*/ 23 h 36"/>
                    <a:gd name="T22" fmla="*/ 33 w 33"/>
                    <a:gd name="T23" fmla="*/ 0 h 36"/>
                    <a:gd name="T24" fmla="*/ 25 w 33"/>
                    <a:gd name="T25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33" h="36">
                      <a:moveTo>
                        <a:pt x="25" y="0"/>
                      </a:moveTo>
                      <a:cubicBezTo>
                        <a:pt x="19" y="7"/>
                        <a:pt x="19" y="7"/>
                        <a:pt x="19" y="7"/>
                      </a:cubicBezTo>
                      <a:cubicBezTo>
                        <a:pt x="16" y="12"/>
                        <a:pt x="16" y="12"/>
                        <a:pt x="16" y="12"/>
                      </a:cubicBezTo>
                      <a:cubicBezTo>
                        <a:pt x="15" y="13"/>
                        <a:pt x="15" y="14"/>
                        <a:pt x="14" y="15"/>
                      </a:cubicBezTo>
                      <a:cubicBezTo>
                        <a:pt x="14" y="14"/>
                        <a:pt x="13" y="13"/>
                        <a:pt x="12" y="1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0" y="22"/>
                        <a:pt x="10" y="22"/>
                        <a:pt x="10" y="22"/>
                      </a:cubicBezTo>
                      <a:cubicBezTo>
                        <a:pt x="7" y="36"/>
                        <a:pt x="7" y="36"/>
                        <a:pt x="7" y="36"/>
                      </a:cubicBezTo>
                      <a:cubicBezTo>
                        <a:pt x="14" y="36"/>
                        <a:pt x="14" y="36"/>
                        <a:pt x="14" y="36"/>
                      </a:cubicBezTo>
                      <a:cubicBezTo>
                        <a:pt x="17" y="23"/>
                        <a:pt x="17" y="23"/>
                        <a:pt x="17" y="23"/>
                      </a:cubicBezTo>
                      <a:cubicBezTo>
                        <a:pt x="33" y="0"/>
                        <a:pt x="33" y="0"/>
                        <a:pt x="33" y="0"/>
                      </a:cubicBezTo>
                      <a:lnTo>
                        <a:pt x="2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</p:grpSp>
      </p:grpSp>
      <p:cxnSp>
        <p:nvCxnSpPr>
          <p:cNvPr id="4" name="直线连接符 3"/>
          <p:cNvCxnSpPr/>
          <p:nvPr userDrawn="1"/>
        </p:nvCxnSpPr>
        <p:spPr>
          <a:xfrm>
            <a:off x="0" y="1016000"/>
            <a:ext cx="12192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0" name="图片 109" descr="图片包含 天空, 户外, 建筑物, 日落&#10;&#10;描述已自动生成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9500" l="10000" r="98000">
                        <a14:foregroundMark x1="45583" y1="28625" x2="72750" y2="47875"/>
                        <a14:foregroundMark x1="72750" y1="47875" x2="79000" y2="48875"/>
                        <a14:foregroundMark x1="79000" y1="48875" x2="87083" y2="44750"/>
                        <a14:foregroundMark x1="87083" y1="44750" x2="89333" y2="42875"/>
                        <a14:foregroundMark x1="49697" y1="28104" x2="51500" y2="30625"/>
                        <a14:foregroundMark x1="46583" y1="23750" x2="49595" y2="27961"/>
                        <a14:foregroundMark x1="46917" y1="21000" x2="48333" y2="17125"/>
                        <a14:foregroundMark x1="62917" y1="48125" x2="65250" y2="51750"/>
                        <a14:foregroundMark x1="65250" y1="51750" x2="86750" y2="67750"/>
                        <a14:foregroundMark x1="94417" y1="36500" x2="92917" y2="90875"/>
                        <a14:foregroundMark x1="98000" y1="30875" x2="91667" y2="84250"/>
                        <a14:foregroundMark x1="91667" y1="84250" x2="91333" y2="85500"/>
                        <a14:foregroundMark x1="70000" y1="67000" x2="89333" y2="84250"/>
                        <a14:foregroundMark x1="89333" y1="84250" x2="89333" y2="84250"/>
                        <a14:foregroundMark x1="70500" y1="67000" x2="66333" y2="64125"/>
                        <a14:foregroundMark x1="66333" y1="64125" x2="59333" y2="53500"/>
                        <a14:foregroundMark x1="79333" y1="90625" x2="80167" y2="96250"/>
                        <a14:foregroundMark x1="80167" y1="96250" x2="85167" y2="96625"/>
                        <a14:foregroundMark x1="85167" y1="96625" x2="88083" y2="94625"/>
                        <a14:foregroundMark x1="88083" y1="94625" x2="88167" y2="94625"/>
                        <a14:foregroundMark x1="96750" y1="97500" x2="76750" y2="99500"/>
                        <a14:foregroundMark x1="77799" y1="89875" x2="77667" y2="86250"/>
                        <a14:foregroundMark x1="77984" y1="94938" x2="77927" y2="93375"/>
                        <a14:foregroundMark x1="78000" y1="95375" x2="78056" y2="96909"/>
                        <a14:foregroundMark x1="68667" y1="40875" x2="68417" y2="41125"/>
                        <a14:backgroundMark x1="77667" y1="89875" x2="77667" y2="93375"/>
                        <a14:backgroundMark x1="77833" y1="95625" x2="78167" y2="90625"/>
                        <a14:backgroundMark x1="78500" y1="96125" x2="79000" y2="90375"/>
                        <a14:backgroundMark x1="19833" y1="30625" x2="46417" y2="71000"/>
                        <a14:backgroundMark x1="46417" y1="71000" x2="46417" y2="71000"/>
                        <a14:backgroundMark x1="17000" y1="72500" x2="23583" y2="72625"/>
                        <a14:backgroundMark x1="23583" y1="72625" x2="37833" y2="71875"/>
                        <a14:backgroundMark x1="37833" y1="71875" x2="57167" y2="75375"/>
                        <a14:backgroundMark x1="61667" y1="37000" x2="62000" y2="37375"/>
                        <a14:backgroundMark x1="66667" y1="39375" x2="66917" y2="39750"/>
                        <a14:backgroundMark x1="50917" y1="27125" x2="51000" y2="27625"/>
                      </a14:backgroundRemoval>
                    </a14:imgEffect>
                    <a14:imgEffect>
                      <a14:brightnessContrast bright="72000"/>
                    </a14:imgEffect>
                    <a14:imgEffect>
                      <a14:colorTemperature colorTemp="9660"/>
                    </a14:imgEffect>
                    <a14:imgEffect>
                      <a14:saturation sat="11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8743" t="8413"/>
          <a:stretch>
            <a:fillRect/>
          </a:stretch>
        </p:blipFill>
        <p:spPr>
          <a:xfrm flipH="1">
            <a:off x="-1" y="60500"/>
            <a:ext cx="958611" cy="955500"/>
          </a:xfrm>
          <a:prstGeom prst="rect">
            <a:avLst/>
          </a:prstGeom>
        </p:spPr>
      </p:pic>
      <p:grpSp>
        <p:nvGrpSpPr>
          <p:cNvPr id="107" name="组合 106"/>
          <p:cNvGrpSpPr/>
          <p:nvPr userDrawn="1"/>
        </p:nvGrpSpPr>
        <p:grpSpPr>
          <a:xfrm>
            <a:off x="803275" y="1402933"/>
            <a:ext cx="5296364" cy="4835897"/>
            <a:chOff x="803275" y="1402933"/>
            <a:chExt cx="5296364" cy="4835897"/>
          </a:xfrm>
        </p:grpSpPr>
        <p:sp>
          <p:nvSpPr>
            <p:cNvPr id="108" name="矩形 107"/>
            <p:cNvSpPr/>
            <p:nvPr/>
          </p:nvSpPr>
          <p:spPr>
            <a:xfrm>
              <a:off x="806914" y="1402933"/>
              <a:ext cx="5292725" cy="4832767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/>
            </a:bodyPr>
            <a:lstStyle/>
            <a:p>
              <a:pPr algn="l">
                <a:lnSpc>
                  <a:spcPct val="130000"/>
                </a:lnSpc>
              </a:pPr>
              <a:endPara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09" name="矩形 108"/>
            <p:cNvSpPr/>
            <p:nvPr/>
          </p:nvSpPr>
          <p:spPr>
            <a:xfrm>
              <a:off x="803275" y="1402933"/>
              <a:ext cx="136003" cy="110206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 fontScale="25000" lnSpcReduction="20000"/>
            </a:bodyPr>
            <a:lstStyle/>
            <a:p>
              <a:pPr algn="l">
                <a:lnSpc>
                  <a:spcPct val="130000"/>
                </a:lnSpc>
              </a:pPr>
              <a:endPara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11" name="矩形 110"/>
            <p:cNvSpPr/>
            <p:nvPr/>
          </p:nvSpPr>
          <p:spPr>
            <a:xfrm>
              <a:off x="5959997" y="1402933"/>
              <a:ext cx="136003" cy="110206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 fontScale="25000" lnSpcReduction="20000"/>
            </a:bodyPr>
            <a:lstStyle/>
            <a:p>
              <a:pPr algn="l">
                <a:lnSpc>
                  <a:spcPct val="130000"/>
                </a:lnSpc>
              </a:pPr>
              <a:endPara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12" name="矩形 111"/>
            <p:cNvSpPr/>
            <p:nvPr/>
          </p:nvSpPr>
          <p:spPr>
            <a:xfrm>
              <a:off x="808355" y="6111435"/>
              <a:ext cx="136003" cy="127395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 fontScale="25000" lnSpcReduction="20000"/>
            </a:bodyPr>
            <a:lstStyle/>
            <a:p>
              <a:pPr algn="l">
                <a:lnSpc>
                  <a:spcPct val="130000"/>
                </a:lnSpc>
              </a:pPr>
              <a:endPara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13" name="矩形 112"/>
            <p:cNvSpPr/>
            <p:nvPr/>
          </p:nvSpPr>
          <p:spPr>
            <a:xfrm>
              <a:off x="5959997" y="6111435"/>
              <a:ext cx="136003" cy="127395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 fontScale="25000" lnSpcReduction="20000"/>
            </a:bodyPr>
            <a:lstStyle/>
            <a:p>
              <a:pPr algn="l">
                <a:lnSpc>
                  <a:spcPct val="130000"/>
                </a:lnSpc>
              </a:pPr>
              <a:endPara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5" name="图片占位符 4"/>
          <p:cNvSpPr>
            <a:spLocks noGrp="1"/>
          </p:cNvSpPr>
          <p:nvPr>
            <p:ph type="pic" sz="quarter" idx="11"/>
          </p:nvPr>
        </p:nvSpPr>
        <p:spPr>
          <a:xfrm>
            <a:off x="939278" y="1513139"/>
            <a:ext cx="5031536" cy="4598296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张图片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3275" y="393486"/>
            <a:ext cx="8970989" cy="663575"/>
          </a:xfrm>
          <a:prstGeom prst="rect">
            <a:avLst/>
          </a:prstGeom>
        </p:spPr>
        <p:txBody>
          <a:bodyPr lIns="0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245" name="组合 244"/>
          <p:cNvGrpSpPr/>
          <p:nvPr userDrawn="1"/>
        </p:nvGrpSpPr>
        <p:grpSpPr>
          <a:xfrm>
            <a:off x="9895088" y="468793"/>
            <a:ext cx="1480571" cy="458860"/>
            <a:chOff x="2558030" y="228446"/>
            <a:chExt cx="6774643" cy="2099603"/>
          </a:xfrm>
        </p:grpSpPr>
        <p:grpSp>
          <p:nvGrpSpPr>
            <p:cNvPr id="246" name="íšḻîďê"/>
            <p:cNvGrpSpPr/>
            <p:nvPr userDrawn="1"/>
          </p:nvGrpSpPr>
          <p:grpSpPr>
            <a:xfrm>
              <a:off x="2558030" y="228446"/>
              <a:ext cx="2085857" cy="2099603"/>
              <a:chOff x="3551238" y="3067050"/>
              <a:chExt cx="722313" cy="727075"/>
            </a:xfrm>
          </p:grpSpPr>
          <p:sp>
            <p:nvSpPr>
              <p:cNvPr id="276" name="ïş1íḍê"/>
              <p:cNvSpPr/>
              <p:nvPr/>
            </p:nvSpPr>
            <p:spPr bwMode="auto">
              <a:xfrm>
                <a:off x="3575051" y="3087688"/>
                <a:ext cx="673100" cy="679450"/>
              </a:xfrm>
              <a:custGeom>
                <a:avLst/>
                <a:gdLst>
                  <a:gd name="T0" fmla="*/ 102 w 204"/>
                  <a:gd name="T1" fmla="*/ 0 h 204"/>
                  <a:gd name="T2" fmla="*/ 204 w 204"/>
                  <a:gd name="T3" fmla="*/ 102 h 204"/>
                  <a:gd name="T4" fmla="*/ 102 w 204"/>
                  <a:gd name="T5" fmla="*/ 204 h 204"/>
                  <a:gd name="T6" fmla="*/ 0 w 204"/>
                  <a:gd name="T7" fmla="*/ 102 h 204"/>
                  <a:gd name="T8" fmla="*/ 102 w 204"/>
                  <a:gd name="T9" fmla="*/ 0 h 204"/>
                  <a:gd name="T10" fmla="*/ 102 w 204"/>
                  <a:gd name="T11" fmla="*/ 25 h 204"/>
                  <a:gd name="T12" fmla="*/ 24 w 204"/>
                  <a:gd name="T13" fmla="*/ 103 h 204"/>
                  <a:gd name="T14" fmla="*/ 102 w 204"/>
                  <a:gd name="T15" fmla="*/ 181 h 204"/>
                  <a:gd name="T16" fmla="*/ 180 w 204"/>
                  <a:gd name="T17" fmla="*/ 103 h 204"/>
                  <a:gd name="T18" fmla="*/ 102 w 204"/>
                  <a:gd name="T19" fmla="*/ 25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4" h="204">
                    <a:moveTo>
                      <a:pt x="102" y="0"/>
                    </a:moveTo>
                    <a:cubicBezTo>
                      <a:pt x="159" y="0"/>
                      <a:pt x="204" y="46"/>
                      <a:pt x="204" y="102"/>
                    </a:cubicBezTo>
                    <a:cubicBezTo>
                      <a:pt x="204" y="158"/>
                      <a:pt x="159" y="204"/>
                      <a:pt x="102" y="204"/>
                    </a:cubicBezTo>
                    <a:cubicBezTo>
                      <a:pt x="46" y="204"/>
                      <a:pt x="0" y="158"/>
                      <a:pt x="0" y="102"/>
                    </a:cubicBezTo>
                    <a:cubicBezTo>
                      <a:pt x="0" y="46"/>
                      <a:pt x="46" y="0"/>
                      <a:pt x="102" y="0"/>
                    </a:cubicBezTo>
                    <a:close/>
                    <a:moveTo>
                      <a:pt x="102" y="25"/>
                    </a:moveTo>
                    <a:cubicBezTo>
                      <a:pt x="59" y="25"/>
                      <a:pt x="24" y="60"/>
                      <a:pt x="24" y="103"/>
                    </a:cubicBezTo>
                    <a:cubicBezTo>
                      <a:pt x="24" y="146"/>
                      <a:pt x="59" y="181"/>
                      <a:pt x="102" y="181"/>
                    </a:cubicBezTo>
                    <a:cubicBezTo>
                      <a:pt x="145" y="181"/>
                      <a:pt x="180" y="146"/>
                      <a:pt x="180" y="103"/>
                    </a:cubicBezTo>
                    <a:cubicBezTo>
                      <a:pt x="180" y="60"/>
                      <a:pt x="145" y="25"/>
                      <a:pt x="102" y="25"/>
                    </a:cubicBezTo>
                    <a:close/>
                  </a:path>
                </a:pathLst>
              </a:custGeom>
              <a:solidFill>
                <a:srgbClr val="0052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7" name="íšḻïḍè"/>
              <p:cNvSpPr/>
              <p:nvPr/>
            </p:nvSpPr>
            <p:spPr bwMode="auto">
              <a:xfrm>
                <a:off x="3621088" y="3103563"/>
                <a:ext cx="584200" cy="203200"/>
              </a:xfrm>
              <a:custGeom>
                <a:avLst/>
                <a:gdLst>
                  <a:gd name="T0" fmla="*/ 8 w 177"/>
                  <a:gd name="T1" fmla="*/ 53 h 61"/>
                  <a:gd name="T2" fmla="*/ 0 w 177"/>
                  <a:gd name="T3" fmla="*/ 56 h 61"/>
                  <a:gd name="T4" fmla="*/ 5 w 177"/>
                  <a:gd name="T5" fmla="*/ 52 h 61"/>
                  <a:gd name="T6" fmla="*/ 4 w 177"/>
                  <a:gd name="T7" fmla="*/ 50 h 61"/>
                  <a:gd name="T8" fmla="*/ 5 w 177"/>
                  <a:gd name="T9" fmla="*/ 48 h 61"/>
                  <a:gd name="T10" fmla="*/ 10 w 177"/>
                  <a:gd name="T11" fmla="*/ 41 h 61"/>
                  <a:gd name="T12" fmla="*/ 17 w 177"/>
                  <a:gd name="T13" fmla="*/ 50 h 61"/>
                  <a:gd name="T14" fmla="*/ 14 w 177"/>
                  <a:gd name="T15" fmla="*/ 35 h 61"/>
                  <a:gd name="T16" fmla="*/ 23 w 177"/>
                  <a:gd name="T17" fmla="*/ 46 h 61"/>
                  <a:gd name="T18" fmla="*/ 31 w 177"/>
                  <a:gd name="T19" fmla="*/ 38 h 61"/>
                  <a:gd name="T20" fmla="*/ 29 w 177"/>
                  <a:gd name="T21" fmla="*/ 40 h 61"/>
                  <a:gd name="T22" fmla="*/ 18 w 177"/>
                  <a:gd name="T23" fmla="*/ 32 h 61"/>
                  <a:gd name="T24" fmla="*/ 19 w 177"/>
                  <a:gd name="T25" fmla="*/ 30 h 61"/>
                  <a:gd name="T26" fmla="*/ 21 w 177"/>
                  <a:gd name="T27" fmla="*/ 27 h 61"/>
                  <a:gd name="T28" fmla="*/ 41 w 177"/>
                  <a:gd name="T29" fmla="*/ 29 h 61"/>
                  <a:gd name="T30" fmla="*/ 43 w 177"/>
                  <a:gd name="T31" fmla="*/ 29 h 61"/>
                  <a:gd name="T32" fmla="*/ 35 w 177"/>
                  <a:gd name="T33" fmla="*/ 35 h 61"/>
                  <a:gd name="T34" fmla="*/ 31 w 177"/>
                  <a:gd name="T35" fmla="*/ 21 h 61"/>
                  <a:gd name="T36" fmla="*/ 46 w 177"/>
                  <a:gd name="T37" fmla="*/ 11 h 61"/>
                  <a:gd name="T38" fmla="*/ 47 w 177"/>
                  <a:gd name="T39" fmla="*/ 11 h 61"/>
                  <a:gd name="T40" fmla="*/ 47 w 177"/>
                  <a:gd name="T41" fmla="*/ 26 h 61"/>
                  <a:gd name="T42" fmla="*/ 39 w 177"/>
                  <a:gd name="T43" fmla="*/ 15 h 61"/>
                  <a:gd name="T44" fmla="*/ 72 w 177"/>
                  <a:gd name="T45" fmla="*/ 16 h 61"/>
                  <a:gd name="T46" fmla="*/ 71 w 177"/>
                  <a:gd name="T47" fmla="*/ 2 h 61"/>
                  <a:gd name="T48" fmla="*/ 65 w 177"/>
                  <a:gd name="T49" fmla="*/ 15 h 61"/>
                  <a:gd name="T50" fmla="*/ 64 w 177"/>
                  <a:gd name="T51" fmla="*/ 4 h 61"/>
                  <a:gd name="T52" fmla="*/ 84 w 177"/>
                  <a:gd name="T53" fmla="*/ 1 h 61"/>
                  <a:gd name="T54" fmla="*/ 84 w 177"/>
                  <a:gd name="T55" fmla="*/ 1 h 61"/>
                  <a:gd name="T56" fmla="*/ 78 w 177"/>
                  <a:gd name="T57" fmla="*/ 16 h 61"/>
                  <a:gd name="T58" fmla="*/ 77 w 177"/>
                  <a:gd name="T59" fmla="*/ 15 h 61"/>
                  <a:gd name="T60" fmla="*/ 90 w 177"/>
                  <a:gd name="T61" fmla="*/ 1 h 61"/>
                  <a:gd name="T62" fmla="*/ 94 w 177"/>
                  <a:gd name="T63" fmla="*/ 15 h 61"/>
                  <a:gd name="T64" fmla="*/ 92 w 177"/>
                  <a:gd name="T65" fmla="*/ 15 h 61"/>
                  <a:gd name="T66" fmla="*/ 113 w 177"/>
                  <a:gd name="T67" fmla="*/ 3 h 61"/>
                  <a:gd name="T68" fmla="*/ 102 w 177"/>
                  <a:gd name="T69" fmla="*/ 2 h 61"/>
                  <a:gd name="T70" fmla="*/ 105 w 177"/>
                  <a:gd name="T71" fmla="*/ 14 h 61"/>
                  <a:gd name="T72" fmla="*/ 117 w 177"/>
                  <a:gd name="T73" fmla="*/ 5 h 61"/>
                  <a:gd name="T74" fmla="*/ 122 w 177"/>
                  <a:gd name="T75" fmla="*/ 19 h 61"/>
                  <a:gd name="T76" fmla="*/ 119 w 177"/>
                  <a:gd name="T77" fmla="*/ 13 h 61"/>
                  <a:gd name="T78" fmla="*/ 121 w 177"/>
                  <a:gd name="T79" fmla="*/ 12 h 61"/>
                  <a:gd name="T80" fmla="*/ 124 w 177"/>
                  <a:gd name="T81" fmla="*/ 10 h 61"/>
                  <a:gd name="T82" fmla="*/ 131 w 177"/>
                  <a:gd name="T83" fmla="*/ 26 h 61"/>
                  <a:gd name="T84" fmla="*/ 126 w 177"/>
                  <a:gd name="T85" fmla="*/ 23 h 61"/>
                  <a:gd name="T86" fmla="*/ 124 w 177"/>
                  <a:gd name="T87" fmla="*/ 23 h 61"/>
                  <a:gd name="T88" fmla="*/ 137 w 177"/>
                  <a:gd name="T89" fmla="*/ 14 h 61"/>
                  <a:gd name="T90" fmla="*/ 133 w 177"/>
                  <a:gd name="T91" fmla="*/ 11 h 61"/>
                  <a:gd name="T92" fmla="*/ 137 w 177"/>
                  <a:gd name="T93" fmla="*/ 32 h 61"/>
                  <a:gd name="T94" fmla="*/ 137 w 177"/>
                  <a:gd name="T95" fmla="*/ 32 h 61"/>
                  <a:gd name="T96" fmla="*/ 145 w 177"/>
                  <a:gd name="T97" fmla="*/ 19 h 61"/>
                  <a:gd name="T98" fmla="*/ 146 w 177"/>
                  <a:gd name="T99" fmla="*/ 19 h 61"/>
                  <a:gd name="T100" fmla="*/ 159 w 177"/>
                  <a:gd name="T101" fmla="*/ 31 h 61"/>
                  <a:gd name="T102" fmla="*/ 149 w 177"/>
                  <a:gd name="T103" fmla="*/ 42 h 61"/>
                  <a:gd name="T104" fmla="*/ 155 w 177"/>
                  <a:gd name="T105" fmla="*/ 27 h 61"/>
                  <a:gd name="T106" fmla="*/ 166 w 177"/>
                  <a:gd name="T107" fmla="*/ 40 h 61"/>
                  <a:gd name="T108" fmla="*/ 160 w 177"/>
                  <a:gd name="T109" fmla="*/ 37 h 61"/>
                  <a:gd name="T110" fmla="*/ 153 w 177"/>
                  <a:gd name="T111" fmla="*/ 46 h 61"/>
                  <a:gd name="T112" fmla="*/ 177 w 177"/>
                  <a:gd name="T113" fmla="*/ 55 h 61"/>
                  <a:gd name="T114" fmla="*/ 162 w 177"/>
                  <a:gd name="T115" fmla="*/ 60 h 61"/>
                  <a:gd name="T116" fmla="*/ 165 w 177"/>
                  <a:gd name="T117" fmla="*/ 55 h 61"/>
                  <a:gd name="T118" fmla="*/ 173 w 177"/>
                  <a:gd name="T119" fmla="*/ 49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77" h="61">
                    <a:moveTo>
                      <a:pt x="6" y="46"/>
                    </a:moveTo>
                    <a:cubicBezTo>
                      <a:pt x="6" y="46"/>
                      <a:pt x="6" y="46"/>
                      <a:pt x="6" y="46"/>
                    </a:cubicBezTo>
                    <a:cubicBezTo>
                      <a:pt x="6" y="46"/>
                      <a:pt x="6" y="46"/>
                      <a:pt x="6" y="46"/>
                    </a:cubicBezTo>
                    <a:cubicBezTo>
                      <a:pt x="6" y="46"/>
                      <a:pt x="6" y="47"/>
                      <a:pt x="6" y="47"/>
                    </a:cubicBezTo>
                    <a:cubicBezTo>
                      <a:pt x="6" y="47"/>
                      <a:pt x="6" y="47"/>
                      <a:pt x="6" y="47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8" y="53"/>
                      <a:pt x="8" y="53"/>
                      <a:pt x="8" y="53"/>
                    </a:cubicBezTo>
                    <a:cubicBezTo>
                      <a:pt x="8" y="54"/>
                      <a:pt x="8" y="54"/>
                      <a:pt x="8" y="54"/>
                    </a:cubicBezTo>
                    <a:cubicBezTo>
                      <a:pt x="15" y="60"/>
                      <a:pt x="15" y="60"/>
                      <a:pt x="15" y="60"/>
                    </a:cubicBezTo>
                    <a:cubicBezTo>
                      <a:pt x="15" y="61"/>
                      <a:pt x="15" y="61"/>
                      <a:pt x="15" y="61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4"/>
                      <a:pt x="2" y="54"/>
                    </a:cubicBezTo>
                    <a:cubicBezTo>
                      <a:pt x="2" y="54"/>
                      <a:pt x="2" y="54"/>
                      <a:pt x="2" y="54"/>
                    </a:cubicBezTo>
                    <a:cubicBezTo>
                      <a:pt x="11" y="58"/>
                      <a:pt x="11" y="58"/>
                      <a:pt x="11" y="58"/>
                    </a:cubicBezTo>
                    <a:cubicBezTo>
                      <a:pt x="12" y="58"/>
                      <a:pt x="12" y="58"/>
                      <a:pt x="12" y="58"/>
                    </a:cubicBezTo>
                    <a:cubicBezTo>
                      <a:pt x="5" y="52"/>
                      <a:pt x="5" y="52"/>
                      <a:pt x="5" y="52"/>
                    </a:cubicBezTo>
                    <a:cubicBezTo>
                      <a:pt x="4" y="52"/>
                      <a:pt x="4" y="52"/>
                      <a:pt x="4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2" y="52"/>
                      <a:pt x="2" y="52"/>
                      <a:pt x="2" y="52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4" y="50"/>
                      <a:pt x="4" y="50"/>
                      <a:pt x="4" y="50"/>
                    </a:cubicBezTo>
                    <a:cubicBezTo>
                      <a:pt x="4" y="50"/>
                      <a:pt x="4" y="50"/>
                      <a:pt x="4" y="50"/>
                    </a:cubicBezTo>
                    <a:cubicBezTo>
                      <a:pt x="4" y="50"/>
                      <a:pt x="4" y="50"/>
                      <a:pt x="4" y="51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6" y="48"/>
                      <a:pt x="6" y="48"/>
                      <a:pt x="6" y="48"/>
                    </a:cubicBezTo>
                    <a:cubicBezTo>
                      <a:pt x="6" y="48"/>
                      <a:pt x="6" y="48"/>
                      <a:pt x="5" y="48"/>
                    </a:cubicBezTo>
                    <a:cubicBezTo>
                      <a:pt x="5" y="48"/>
                      <a:pt x="5" y="48"/>
                      <a:pt x="5" y="48"/>
                    </a:cubicBezTo>
                    <a:cubicBezTo>
                      <a:pt x="5" y="48"/>
                      <a:pt x="5" y="48"/>
                      <a:pt x="5" y="48"/>
                    </a:cubicBezTo>
                    <a:cubicBezTo>
                      <a:pt x="4" y="48"/>
                      <a:pt x="4" y="48"/>
                      <a:pt x="4" y="48"/>
                    </a:cubicBezTo>
                    <a:cubicBezTo>
                      <a:pt x="6" y="46"/>
                      <a:pt x="6" y="46"/>
                      <a:pt x="6" y="46"/>
                    </a:cubicBezTo>
                    <a:close/>
                    <a:moveTo>
                      <a:pt x="22" y="48"/>
                    </a:moveTo>
                    <a:cubicBezTo>
                      <a:pt x="22" y="49"/>
                      <a:pt x="21" y="49"/>
                      <a:pt x="21" y="49"/>
                    </a:cubicBezTo>
                    <a:cubicBezTo>
                      <a:pt x="20" y="50"/>
                      <a:pt x="19" y="49"/>
                      <a:pt x="18" y="48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1"/>
                      <a:pt x="10" y="41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7" y="43"/>
                      <a:pt x="7" y="43"/>
                      <a:pt x="7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9" y="43"/>
                      <a:pt x="9" y="43"/>
                      <a:pt x="9" y="43"/>
                    </a:cubicBezTo>
                    <a:cubicBezTo>
                      <a:pt x="17" y="50"/>
                      <a:pt x="17" y="50"/>
                      <a:pt x="17" y="50"/>
                    </a:cubicBezTo>
                    <a:cubicBezTo>
                      <a:pt x="18" y="50"/>
                      <a:pt x="19" y="51"/>
                      <a:pt x="20" y="50"/>
                    </a:cubicBezTo>
                    <a:cubicBezTo>
                      <a:pt x="21" y="50"/>
                      <a:pt x="22" y="50"/>
                      <a:pt x="23" y="49"/>
                    </a:cubicBezTo>
                    <a:cubicBezTo>
                      <a:pt x="24" y="48"/>
                      <a:pt x="24" y="47"/>
                      <a:pt x="24" y="46"/>
                    </a:cubicBezTo>
                    <a:cubicBezTo>
                      <a:pt x="24" y="45"/>
                      <a:pt x="23" y="44"/>
                      <a:pt x="22" y="43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4" y="35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2" y="38"/>
                      <a:pt x="12" y="38"/>
                      <a:pt x="12" y="38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3" y="37"/>
                      <a:pt x="14" y="37"/>
                      <a:pt x="14" y="37"/>
                    </a:cubicBezTo>
                    <a:cubicBezTo>
                      <a:pt x="22" y="44"/>
                      <a:pt x="22" y="44"/>
                      <a:pt x="22" y="44"/>
                    </a:cubicBezTo>
                    <a:cubicBezTo>
                      <a:pt x="23" y="44"/>
                      <a:pt x="23" y="45"/>
                      <a:pt x="23" y="46"/>
                    </a:cubicBezTo>
                    <a:cubicBezTo>
                      <a:pt x="23" y="47"/>
                      <a:pt x="23" y="47"/>
                      <a:pt x="22" y="48"/>
                    </a:cubicBezTo>
                    <a:close/>
                    <a:moveTo>
                      <a:pt x="33" y="36"/>
                    </a:moveTo>
                    <a:cubicBezTo>
                      <a:pt x="33" y="36"/>
                      <a:pt x="33" y="36"/>
                      <a:pt x="33" y="36"/>
                    </a:cubicBezTo>
                    <a:cubicBezTo>
                      <a:pt x="33" y="36"/>
                      <a:pt x="34" y="36"/>
                      <a:pt x="34" y="36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32" y="39"/>
                      <a:pt x="32" y="39"/>
                      <a:pt x="32" y="39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2" y="38"/>
                      <a:pt x="32" y="37"/>
                      <a:pt x="32" y="37"/>
                    </a:cubicBezTo>
                    <a:cubicBezTo>
                      <a:pt x="32" y="37"/>
                      <a:pt x="32" y="37"/>
                      <a:pt x="32" y="37"/>
                    </a:cubicBezTo>
                    <a:cubicBezTo>
                      <a:pt x="27" y="32"/>
                      <a:pt x="27" y="32"/>
                      <a:pt x="27" y="32"/>
                    </a:cubicBezTo>
                    <a:cubicBezTo>
                      <a:pt x="23" y="36"/>
                      <a:pt x="23" y="36"/>
                      <a:pt x="23" y="36"/>
                    </a:cubicBezTo>
                    <a:cubicBezTo>
                      <a:pt x="28" y="40"/>
                      <a:pt x="28" y="40"/>
                      <a:pt x="28" y="40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8" y="41"/>
                      <a:pt x="29" y="41"/>
                      <a:pt x="29" y="40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30" y="41"/>
                      <a:pt x="30" y="41"/>
                      <a:pt x="30" y="41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2"/>
                      <a:pt x="27" y="42"/>
                      <a:pt x="27" y="42"/>
                    </a:cubicBezTo>
                    <a:cubicBezTo>
                      <a:pt x="27" y="42"/>
                      <a:pt x="27" y="42"/>
                      <a:pt x="27" y="41"/>
                    </a:cubicBezTo>
                    <a:cubicBezTo>
                      <a:pt x="18" y="32"/>
                      <a:pt x="18" y="32"/>
                      <a:pt x="18" y="32"/>
                    </a:cubicBezTo>
                    <a:cubicBezTo>
                      <a:pt x="18" y="32"/>
                      <a:pt x="17" y="32"/>
                      <a:pt x="17" y="32"/>
                    </a:cubicBezTo>
                    <a:cubicBezTo>
                      <a:pt x="17" y="32"/>
                      <a:pt x="17" y="32"/>
                      <a:pt x="17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1"/>
                      <a:pt x="19" y="31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7" y="31"/>
                      <a:pt x="27" y="31"/>
                      <a:pt x="27" y="31"/>
                    </a:cubicBezTo>
                    <a:cubicBezTo>
                      <a:pt x="23" y="27"/>
                      <a:pt x="23" y="27"/>
                      <a:pt x="23" y="27"/>
                    </a:cubicBezTo>
                    <a:cubicBezTo>
                      <a:pt x="23" y="27"/>
                      <a:pt x="22" y="27"/>
                      <a:pt x="22" y="27"/>
                    </a:cubicBezTo>
                    <a:cubicBezTo>
                      <a:pt x="22" y="27"/>
                      <a:pt x="22" y="27"/>
                      <a:pt x="22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6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33" y="36"/>
                      <a:pt x="33" y="36"/>
                      <a:pt x="33" y="36"/>
                    </a:cubicBezTo>
                    <a:close/>
                    <a:moveTo>
                      <a:pt x="38" y="26"/>
                    </a:moveTo>
                    <a:cubicBezTo>
                      <a:pt x="41" y="29"/>
                      <a:pt x="41" y="29"/>
                      <a:pt x="41" y="29"/>
                    </a:cubicBezTo>
                    <a:cubicBezTo>
                      <a:pt x="41" y="29"/>
                      <a:pt x="41" y="30"/>
                      <a:pt x="41" y="30"/>
                    </a:cubicBezTo>
                    <a:cubicBezTo>
                      <a:pt x="41" y="30"/>
                      <a:pt x="41" y="30"/>
                      <a:pt x="41" y="30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3" y="29"/>
                      <a:pt x="42" y="29"/>
                      <a:pt x="42" y="28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5" y="33"/>
                      <a:pt x="35" y="33"/>
                      <a:pt x="35" y="33"/>
                    </a:cubicBezTo>
                    <a:cubicBezTo>
                      <a:pt x="35" y="33"/>
                      <a:pt x="35" y="34"/>
                      <a:pt x="35" y="34"/>
                    </a:cubicBezTo>
                    <a:cubicBezTo>
                      <a:pt x="35" y="34"/>
                      <a:pt x="35" y="34"/>
                      <a:pt x="35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7" y="33"/>
                      <a:pt x="37" y="33"/>
                      <a:pt x="37" y="33"/>
                    </a:cubicBezTo>
                    <a:cubicBezTo>
                      <a:pt x="37" y="33"/>
                      <a:pt x="37" y="33"/>
                      <a:pt x="36" y="33"/>
                    </a:cubicBezTo>
                    <a:cubicBezTo>
                      <a:pt x="36" y="33"/>
                      <a:pt x="36" y="32"/>
                      <a:pt x="36" y="32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8" y="26"/>
                      <a:pt x="38" y="26"/>
                      <a:pt x="38" y="26"/>
                    </a:cubicBezTo>
                    <a:close/>
                    <a:moveTo>
                      <a:pt x="31" y="21"/>
                    </a:moveTo>
                    <a:cubicBezTo>
                      <a:pt x="31" y="21"/>
                      <a:pt x="31" y="21"/>
                      <a:pt x="31" y="21"/>
                    </a:cubicBezTo>
                    <a:cubicBezTo>
                      <a:pt x="34" y="28"/>
                      <a:pt x="34" y="28"/>
                      <a:pt x="34" y="28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1" y="21"/>
                      <a:pt x="31" y="21"/>
                      <a:pt x="31" y="21"/>
                    </a:cubicBezTo>
                    <a:close/>
                    <a:moveTo>
                      <a:pt x="51" y="21"/>
                    </a:moveTo>
                    <a:cubicBezTo>
                      <a:pt x="51" y="21"/>
                      <a:pt x="51" y="21"/>
                      <a:pt x="51" y="2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6" y="11"/>
                      <a:pt x="45" y="11"/>
                    </a:cubicBezTo>
                    <a:cubicBezTo>
                      <a:pt x="45" y="11"/>
                      <a:pt x="45" y="11"/>
                      <a:pt x="45" y="11"/>
                    </a:cubicBezTo>
                    <a:cubicBezTo>
                      <a:pt x="44" y="11"/>
                      <a:pt x="44" y="11"/>
                      <a:pt x="44" y="11"/>
                    </a:cubicBezTo>
                    <a:cubicBezTo>
                      <a:pt x="48" y="9"/>
                      <a:pt x="48" y="9"/>
                      <a:pt x="48" y="9"/>
                    </a:cubicBezTo>
                    <a:cubicBezTo>
                      <a:pt x="48" y="10"/>
                      <a:pt x="48" y="10"/>
                      <a:pt x="48" y="1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47" y="10"/>
                      <a:pt x="47" y="11"/>
                      <a:pt x="47" y="11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7" y="26"/>
                      <a:pt x="47" y="26"/>
                      <a:pt x="47" y="26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5" y="28"/>
                      <a:pt x="45" y="28"/>
                      <a:pt x="45" y="28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6" y="27"/>
                      <a:pt x="46" y="26"/>
                      <a:pt x="45" y="26"/>
                    </a:cubicBezTo>
                    <a:cubicBezTo>
                      <a:pt x="39" y="15"/>
                      <a:pt x="39" y="15"/>
                      <a:pt x="39" y="15"/>
                    </a:cubicBezTo>
                    <a:cubicBezTo>
                      <a:pt x="39" y="14"/>
                      <a:pt x="39" y="14"/>
                      <a:pt x="39" y="14"/>
                    </a:cubicBezTo>
                    <a:cubicBezTo>
                      <a:pt x="39" y="14"/>
                      <a:pt x="39" y="14"/>
                      <a:pt x="38" y="14"/>
                    </a:cubicBezTo>
                    <a:cubicBezTo>
                      <a:pt x="38" y="15"/>
                      <a:pt x="38" y="15"/>
                      <a:pt x="38" y="15"/>
                    </a:cubicBezTo>
                    <a:cubicBezTo>
                      <a:pt x="37" y="14"/>
                      <a:pt x="37" y="14"/>
                      <a:pt x="37" y="14"/>
                    </a:cubicBezTo>
                    <a:cubicBezTo>
                      <a:pt x="40" y="13"/>
                      <a:pt x="40" y="13"/>
                      <a:pt x="40" y="13"/>
                    </a:cubicBezTo>
                    <a:cubicBezTo>
                      <a:pt x="51" y="21"/>
                      <a:pt x="51" y="21"/>
                      <a:pt x="51" y="21"/>
                    </a:cubicBezTo>
                    <a:close/>
                    <a:moveTo>
                      <a:pt x="70" y="17"/>
                    </a:moveTo>
                    <a:cubicBezTo>
                      <a:pt x="70" y="17"/>
                      <a:pt x="71" y="17"/>
                      <a:pt x="72" y="16"/>
                    </a:cubicBezTo>
                    <a:cubicBezTo>
                      <a:pt x="72" y="15"/>
                      <a:pt x="72" y="14"/>
                      <a:pt x="72" y="14"/>
                    </a:cubicBezTo>
                    <a:cubicBezTo>
                      <a:pt x="70" y="3"/>
                      <a:pt x="70" y="3"/>
                      <a:pt x="70" y="3"/>
                    </a:cubicBezTo>
                    <a:cubicBezTo>
                      <a:pt x="70" y="3"/>
                      <a:pt x="69" y="3"/>
                      <a:pt x="69" y="3"/>
                    </a:cubicBezTo>
                    <a:cubicBezTo>
                      <a:pt x="69" y="3"/>
                      <a:pt x="69" y="3"/>
                      <a:pt x="69" y="3"/>
                    </a:cubicBezTo>
                    <a:cubicBezTo>
                      <a:pt x="68" y="3"/>
                      <a:pt x="68" y="3"/>
                      <a:pt x="68" y="3"/>
                    </a:cubicBezTo>
                    <a:cubicBezTo>
                      <a:pt x="68" y="2"/>
                      <a:pt x="68" y="2"/>
                      <a:pt x="68" y="2"/>
                    </a:cubicBezTo>
                    <a:cubicBezTo>
                      <a:pt x="71" y="1"/>
                      <a:pt x="71" y="1"/>
                      <a:pt x="71" y="1"/>
                    </a:cubicBezTo>
                    <a:cubicBezTo>
                      <a:pt x="71" y="2"/>
                      <a:pt x="71" y="2"/>
                      <a:pt x="71" y="2"/>
                    </a:cubicBezTo>
                    <a:cubicBezTo>
                      <a:pt x="71" y="2"/>
                      <a:pt x="71" y="2"/>
                      <a:pt x="71" y="2"/>
                    </a:cubicBezTo>
                    <a:cubicBezTo>
                      <a:pt x="71" y="2"/>
                      <a:pt x="70" y="2"/>
                      <a:pt x="70" y="2"/>
                    </a:cubicBezTo>
                    <a:cubicBezTo>
                      <a:pt x="70" y="3"/>
                      <a:pt x="70" y="3"/>
                      <a:pt x="70" y="3"/>
                    </a:cubicBezTo>
                    <a:cubicBezTo>
                      <a:pt x="73" y="13"/>
                      <a:pt x="73" y="13"/>
                      <a:pt x="73" y="13"/>
                    </a:cubicBezTo>
                    <a:cubicBezTo>
                      <a:pt x="73" y="15"/>
                      <a:pt x="73" y="16"/>
                      <a:pt x="72" y="16"/>
                    </a:cubicBezTo>
                    <a:cubicBezTo>
                      <a:pt x="71" y="17"/>
                      <a:pt x="71" y="18"/>
                      <a:pt x="70" y="18"/>
                    </a:cubicBezTo>
                    <a:cubicBezTo>
                      <a:pt x="68" y="18"/>
                      <a:pt x="67" y="18"/>
                      <a:pt x="66" y="18"/>
                    </a:cubicBezTo>
                    <a:cubicBezTo>
                      <a:pt x="66" y="17"/>
                      <a:pt x="65" y="17"/>
                      <a:pt x="65" y="15"/>
                    </a:cubicBezTo>
                    <a:cubicBezTo>
                      <a:pt x="62" y="5"/>
                      <a:pt x="62" y="5"/>
                      <a:pt x="62" y="5"/>
                    </a:cubicBezTo>
                    <a:cubicBezTo>
                      <a:pt x="62" y="5"/>
                      <a:pt x="62" y="4"/>
                      <a:pt x="62" y="4"/>
                    </a:cubicBezTo>
                    <a:cubicBezTo>
                      <a:pt x="62" y="4"/>
                      <a:pt x="62" y="4"/>
                      <a:pt x="61" y="4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5" y="3"/>
                      <a:pt x="65" y="3"/>
                      <a:pt x="65" y="3"/>
                    </a:cubicBezTo>
                    <a:cubicBezTo>
                      <a:pt x="65" y="4"/>
                      <a:pt x="65" y="4"/>
                      <a:pt x="65" y="4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4"/>
                      <a:pt x="64" y="4"/>
                      <a:pt x="64" y="5"/>
                    </a:cubicBezTo>
                    <a:cubicBezTo>
                      <a:pt x="66" y="15"/>
                      <a:pt x="66" y="15"/>
                      <a:pt x="66" y="15"/>
                    </a:cubicBezTo>
                    <a:cubicBezTo>
                      <a:pt x="66" y="16"/>
                      <a:pt x="67" y="17"/>
                      <a:pt x="67" y="17"/>
                    </a:cubicBezTo>
                    <a:cubicBezTo>
                      <a:pt x="68" y="18"/>
                      <a:pt x="69" y="18"/>
                      <a:pt x="70" y="17"/>
                    </a:cubicBezTo>
                    <a:close/>
                    <a:moveTo>
                      <a:pt x="84" y="12"/>
                    </a:moveTo>
                    <a:cubicBezTo>
                      <a:pt x="84" y="12"/>
                      <a:pt x="84" y="12"/>
                      <a:pt x="84" y="12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4" y="1"/>
                      <a:pt x="84" y="1"/>
                      <a:pt x="83" y="1"/>
                    </a:cubicBezTo>
                    <a:cubicBezTo>
                      <a:pt x="83" y="1"/>
                      <a:pt x="83" y="1"/>
                      <a:pt x="83" y="1"/>
                    </a:cubicBezTo>
                    <a:cubicBezTo>
                      <a:pt x="82" y="1"/>
                      <a:pt x="82" y="1"/>
                      <a:pt x="82" y="1"/>
                    </a:cubicBezTo>
                    <a:cubicBezTo>
                      <a:pt x="82" y="0"/>
                      <a:pt x="82" y="0"/>
                      <a:pt x="82" y="0"/>
                    </a:cubicBezTo>
                    <a:cubicBezTo>
                      <a:pt x="86" y="0"/>
                      <a:pt x="86" y="0"/>
                      <a:pt x="86" y="0"/>
                    </a:cubicBezTo>
                    <a:cubicBezTo>
                      <a:pt x="86" y="1"/>
                      <a:pt x="86" y="1"/>
                      <a:pt x="86" y="1"/>
                    </a:cubicBezTo>
                    <a:cubicBezTo>
                      <a:pt x="85" y="1"/>
                      <a:pt x="85" y="1"/>
                      <a:pt x="85" y="1"/>
                    </a:cubicBezTo>
                    <a:cubicBezTo>
                      <a:pt x="85" y="1"/>
                      <a:pt x="85" y="1"/>
                      <a:pt x="84" y="1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77" y="3"/>
                      <a:pt x="77" y="3"/>
                      <a:pt x="77" y="3"/>
                    </a:cubicBezTo>
                    <a:cubicBezTo>
                      <a:pt x="77" y="3"/>
                      <a:pt x="77" y="3"/>
                      <a:pt x="77" y="3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77" y="15"/>
                      <a:pt x="78" y="15"/>
                      <a:pt x="78" y="16"/>
                    </a:cubicBezTo>
                    <a:cubicBezTo>
                      <a:pt x="78" y="16"/>
                      <a:pt x="78" y="16"/>
                      <a:pt x="78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76" y="16"/>
                      <a:pt x="76" y="16"/>
                      <a:pt x="76" y="16"/>
                    </a:cubicBezTo>
                    <a:cubicBezTo>
                      <a:pt x="76" y="16"/>
                      <a:pt x="77" y="16"/>
                      <a:pt x="77" y="16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76" y="2"/>
                      <a:pt x="76" y="2"/>
                      <a:pt x="76" y="2"/>
                    </a:cubicBezTo>
                    <a:cubicBezTo>
                      <a:pt x="76" y="2"/>
                      <a:pt x="76" y="2"/>
                      <a:pt x="76" y="1"/>
                    </a:cubicBezTo>
                    <a:cubicBezTo>
                      <a:pt x="76" y="1"/>
                      <a:pt x="75" y="1"/>
                      <a:pt x="75" y="1"/>
                    </a:cubicBezTo>
                    <a:cubicBezTo>
                      <a:pt x="74" y="1"/>
                      <a:pt x="74" y="1"/>
                      <a:pt x="74" y="1"/>
                    </a:cubicBezTo>
                    <a:cubicBezTo>
                      <a:pt x="74" y="1"/>
                      <a:pt x="74" y="1"/>
                      <a:pt x="74" y="1"/>
                    </a:cubicBezTo>
                    <a:cubicBezTo>
                      <a:pt x="77" y="1"/>
                      <a:pt x="77" y="1"/>
                      <a:pt x="77" y="1"/>
                    </a:cubicBezTo>
                    <a:cubicBezTo>
                      <a:pt x="84" y="12"/>
                      <a:pt x="84" y="12"/>
                      <a:pt x="84" y="12"/>
                    </a:cubicBezTo>
                    <a:close/>
                    <a:moveTo>
                      <a:pt x="90" y="1"/>
                    </a:moveTo>
                    <a:cubicBezTo>
                      <a:pt x="90" y="0"/>
                      <a:pt x="90" y="0"/>
                      <a:pt x="90" y="0"/>
                    </a:cubicBezTo>
                    <a:cubicBezTo>
                      <a:pt x="98" y="1"/>
                      <a:pt x="98" y="1"/>
                      <a:pt x="98" y="1"/>
                    </a:cubicBezTo>
                    <a:cubicBezTo>
                      <a:pt x="98" y="1"/>
                      <a:pt x="98" y="1"/>
                      <a:pt x="98" y="1"/>
                    </a:cubicBezTo>
                    <a:cubicBezTo>
                      <a:pt x="96" y="1"/>
                      <a:pt x="96" y="1"/>
                      <a:pt x="96" y="1"/>
                    </a:cubicBezTo>
                    <a:cubicBezTo>
                      <a:pt x="95" y="1"/>
                      <a:pt x="95" y="1"/>
                      <a:pt x="95" y="1"/>
                    </a:cubicBezTo>
                    <a:cubicBezTo>
                      <a:pt x="95" y="1"/>
                      <a:pt x="95" y="1"/>
                      <a:pt x="95" y="2"/>
                    </a:cubicBezTo>
                    <a:cubicBezTo>
                      <a:pt x="94" y="15"/>
                      <a:pt x="94" y="15"/>
                      <a:pt x="94" y="15"/>
                    </a:cubicBezTo>
                    <a:cubicBezTo>
                      <a:pt x="94" y="15"/>
                      <a:pt x="94" y="15"/>
                      <a:pt x="94" y="15"/>
                    </a:cubicBezTo>
                    <a:cubicBezTo>
                      <a:pt x="94" y="15"/>
                      <a:pt x="94" y="15"/>
                      <a:pt x="95" y="15"/>
                    </a:cubicBezTo>
                    <a:cubicBezTo>
                      <a:pt x="97" y="16"/>
                      <a:pt x="97" y="16"/>
                      <a:pt x="97" y="16"/>
                    </a:cubicBezTo>
                    <a:cubicBezTo>
                      <a:pt x="97" y="16"/>
                      <a:pt x="97" y="16"/>
                      <a:pt x="97" y="16"/>
                    </a:cubicBezTo>
                    <a:cubicBezTo>
                      <a:pt x="89" y="16"/>
                      <a:pt x="89" y="16"/>
                      <a:pt x="89" y="16"/>
                    </a:cubicBezTo>
                    <a:cubicBezTo>
                      <a:pt x="89" y="15"/>
                      <a:pt x="89" y="15"/>
                      <a:pt x="89" y="15"/>
                    </a:cubicBezTo>
                    <a:cubicBezTo>
                      <a:pt x="91" y="15"/>
                      <a:pt x="91" y="15"/>
                      <a:pt x="91" y="15"/>
                    </a:cubicBezTo>
                    <a:cubicBezTo>
                      <a:pt x="92" y="15"/>
                      <a:pt x="92" y="15"/>
                      <a:pt x="92" y="15"/>
                    </a:cubicBezTo>
                    <a:cubicBezTo>
                      <a:pt x="92" y="15"/>
                      <a:pt x="92" y="15"/>
                      <a:pt x="92" y="15"/>
                    </a:cubicBezTo>
                    <a:cubicBezTo>
                      <a:pt x="93" y="2"/>
                      <a:pt x="93" y="2"/>
                      <a:pt x="93" y="2"/>
                    </a:cubicBezTo>
                    <a:cubicBezTo>
                      <a:pt x="93" y="1"/>
                      <a:pt x="93" y="1"/>
                      <a:pt x="93" y="1"/>
                    </a:cubicBezTo>
                    <a:cubicBezTo>
                      <a:pt x="93" y="1"/>
                      <a:pt x="93" y="1"/>
                      <a:pt x="92" y="1"/>
                    </a:cubicBezTo>
                    <a:cubicBezTo>
                      <a:pt x="90" y="1"/>
                      <a:pt x="90" y="1"/>
                      <a:pt x="90" y="1"/>
                    </a:cubicBezTo>
                    <a:close/>
                    <a:moveTo>
                      <a:pt x="109" y="3"/>
                    </a:moveTo>
                    <a:cubicBezTo>
                      <a:pt x="109" y="2"/>
                      <a:pt x="109" y="2"/>
                      <a:pt x="109" y="2"/>
                    </a:cubicBezTo>
                    <a:cubicBezTo>
                      <a:pt x="113" y="3"/>
                      <a:pt x="113" y="3"/>
                      <a:pt x="113" y="3"/>
                    </a:cubicBezTo>
                    <a:cubicBezTo>
                      <a:pt x="113" y="3"/>
                      <a:pt x="113" y="3"/>
                      <a:pt x="113" y="3"/>
                    </a:cubicBezTo>
                    <a:cubicBezTo>
                      <a:pt x="112" y="3"/>
                      <a:pt x="112" y="3"/>
                      <a:pt x="112" y="3"/>
                    </a:cubicBezTo>
                    <a:cubicBezTo>
                      <a:pt x="112" y="3"/>
                      <a:pt x="112" y="3"/>
                      <a:pt x="111" y="4"/>
                    </a:cubicBezTo>
                    <a:cubicBezTo>
                      <a:pt x="111" y="4"/>
                      <a:pt x="111" y="4"/>
                      <a:pt x="111" y="4"/>
                    </a:cubicBezTo>
                    <a:cubicBezTo>
                      <a:pt x="105" y="17"/>
                      <a:pt x="105" y="17"/>
                      <a:pt x="105" y="17"/>
                    </a:cubicBezTo>
                    <a:cubicBezTo>
                      <a:pt x="104" y="17"/>
                      <a:pt x="104" y="17"/>
                      <a:pt x="104" y="17"/>
                    </a:cubicBezTo>
                    <a:cubicBezTo>
                      <a:pt x="103" y="3"/>
                      <a:pt x="103" y="3"/>
                      <a:pt x="103" y="3"/>
                    </a:cubicBezTo>
                    <a:cubicBezTo>
                      <a:pt x="103" y="3"/>
                      <a:pt x="103" y="2"/>
                      <a:pt x="103" y="2"/>
                    </a:cubicBezTo>
                    <a:cubicBezTo>
                      <a:pt x="103" y="2"/>
                      <a:pt x="103" y="2"/>
                      <a:pt x="102" y="2"/>
                    </a:cubicBezTo>
                    <a:cubicBezTo>
                      <a:pt x="102" y="2"/>
                      <a:pt x="102" y="2"/>
                      <a:pt x="102" y="2"/>
                    </a:cubicBezTo>
                    <a:cubicBezTo>
                      <a:pt x="102" y="1"/>
                      <a:pt x="102" y="1"/>
                      <a:pt x="102" y="1"/>
                    </a:cubicBezTo>
                    <a:cubicBezTo>
                      <a:pt x="106" y="2"/>
                      <a:pt x="106" y="2"/>
                      <a:pt x="106" y="2"/>
                    </a:cubicBezTo>
                    <a:cubicBezTo>
                      <a:pt x="106" y="2"/>
                      <a:pt x="106" y="2"/>
                      <a:pt x="106" y="2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5" y="3"/>
                      <a:pt x="105" y="3"/>
                      <a:pt x="105" y="3"/>
                    </a:cubicBezTo>
                    <a:cubicBezTo>
                      <a:pt x="105" y="14"/>
                      <a:pt x="105" y="14"/>
                      <a:pt x="105" y="14"/>
                    </a:cubicBezTo>
                    <a:cubicBezTo>
                      <a:pt x="106" y="14"/>
                      <a:pt x="106" y="14"/>
                      <a:pt x="106" y="14"/>
                    </a:cubicBezTo>
                    <a:cubicBezTo>
                      <a:pt x="110" y="4"/>
                      <a:pt x="110" y="4"/>
                      <a:pt x="110" y="4"/>
                    </a:cubicBezTo>
                    <a:cubicBezTo>
                      <a:pt x="110" y="4"/>
                      <a:pt x="110" y="4"/>
                      <a:pt x="110" y="3"/>
                    </a:cubicBezTo>
                    <a:cubicBezTo>
                      <a:pt x="110" y="3"/>
                      <a:pt x="110" y="3"/>
                      <a:pt x="110" y="3"/>
                    </a:cubicBezTo>
                    <a:cubicBezTo>
                      <a:pt x="109" y="3"/>
                      <a:pt x="109" y="3"/>
                      <a:pt x="109" y="3"/>
                    </a:cubicBezTo>
                    <a:close/>
                    <a:moveTo>
                      <a:pt x="116" y="5"/>
                    </a:moveTo>
                    <a:cubicBezTo>
                      <a:pt x="116" y="5"/>
                      <a:pt x="116" y="5"/>
                      <a:pt x="116" y="5"/>
                    </a:cubicBezTo>
                    <a:cubicBezTo>
                      <a:pt x="117" y="5"/>
                      <a:pt x="117" y="5"/>
                      <a:pt x="117" y="5"/>
                    </a:cubicBezTo>
                    <a:cubicBezTo>
                      <a:pt x="117" y="5"/>
                      <a:pt x="117" y="6"/>
                      <a:pt x="117" y="6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9"/>
                      <a:pt x="113" y="19"/>
                    </a:cubicBezTo>
                    <a:cubicBezTo>
                      <a:pt x="112" y="19"/>
                      <a:pt x="112" y="19"/>
                      <a:pt x="112" y="19"/>
                    </a:cubicBezTo>
                    <a:cubicBezTo>
                      <a:pt x="111" y="18"/>
                      <a:pt x="111" y="18"/>
                      <a:pt x="111" y="18"/>
                    </a:cubicBezTo>
                    <a:cubicBezTo>
                      <a:pt x="111" y="19"/>
                      <a:pt x="111" y="19"/>
                      <a:pt x="111" y="19"/>
                    </a:cubicBezTo>
                    <a:cubicBezTo>
                      <a:pt x="120" y="22"/>
                      <a:pt x="120" y="22"/>
                      <a:pt x="120" y="22"/>
                    </a:cubicBezTo>
                    <a:cubicBezTo>
                      <a:pt x="122" y="19"/>
                      <a:pt x="122" y="19"/>
                      <a:pt x="122" y="19"/>
                    </a:cubicBezTo>
                    <a:cubicBezTo>
                      <a:pt x="122" y="18"/>
                      <a:pt x="122" y="18"/>
                      <a:pt x="122" y="18"/>
                    </a:cubicBezTo>
                    <a:cubicBezTo>
                      <a:pt x="121" y="19"/>
                      <a:pt x="120" y="20"/>
                      <a:pt x="120" y="20"/>
                    </a:cubicBezTo>
                    <a:cubicBezTo>
                      <a:pt x="119" y="21"/>
                      <a:pt x="118" y="21"/>
                      <a:pt x="117" y="20"/>
                    </a:cubicBezTo>
                    <a:cubicBezTo>
                      <a:pt x="115" y="20"/>
                      <a:pt x="115" y="20"/>
                      <a:pt x="115" y="20"/>
                    </a:cubicBezTo>
                    <a:cubicBezTo>
                      <a:pt x="115" y="20"/>
                      <a:pt x="114" y="19"/>
                      <a:pt x="114" y="19"/>
                    </a:cubicBezTo>
                    <a:cubicBezTo>
                      <a:pt x="114" y="19"/>
                      <a:pt x="114" y="19"/>
                      <a:pt x="114" y="19"/>
                    </a:cubicBezTo>
                    <a:cubicBezTo>
                      <a:pt x="116" y="12"/>
                      <a:pt x="116" y="12"/>
                      <a:pt x="116" y="12"/>
                    </a:cubicBezTo>
                    <a:cubicBezTo>
                      <a:pt x="119" y="13"/>
                      <a:pt x="119" y="13"/>
                      <a:pt x="119" y="13"/>
                    </a:cubicBezTo>
                    <a:cubicBezTo>
                      <a:pt x="120" y="13"/>
                      <a:pt x="120" y="13"/>
                      <a:pt x="120" y="14"/>
                    </a:cubicBezTo>
                    <a:cubicBezTo>
                      <a:pt x="120" y="14"/>
                      <a:pt x="120" y="15"/>
                      <a:pt x="120" y="15"/>
                    </a:cubicBezTo>
                    <a:cubicBezTo>
                      <a:pt x="120" y="16"/>
                      <a:pt x="120" y="16"/>
                      <a:pt x="120" y="16"/>
                    </a:cubicBezTo>
                    <a:cubicBezTo>
                      <a:pt x="120" y="16"/>
                      <a:pt x="120" y="16"/>
                      <a:pt x="120" y="16"/>
                    </a:cubicBezTo>
                    <a:cubicBezTo>
                      <a:pt x="122" y="11"/>
                      <a:pt x="122" y="11"/>
                      <a:pt x="122" y="11"/>
                    </a:cubicBezTo>
                    <a:cubicBezTo>
                      <a:pt x="122" y="11"/>
                      <a:pt x="122" y="11"/>
                      <a:pt x="122" y="11"/>
                    </a:cubicBezTo>
                    <a:cubicBezTo>
                      <a:pt x="121" y="11"/>
                      <a:pt x="121" y="11"/>
                      <a:pt x="121" y="11"/>
                    </a:cubicBezTo>
                    <a:cubicBezTo>
                      <a:pt x="121" y="12"/>
                      <a:pt x="121" y="12"/>
                      <a:pt x="121" y="12"/>
                    </a:cubicBezTo>
                    <a:cubicBezTo>
                      <a:pt x="120" y="13"/>
                      <a:pt x="120" y="13"/>
                      <a:pt x="119" y="12"/>
                    </a:cubicBezTo>
                    <a:cubicBezTo>
                      <a:pt x="117" y="12"/>
                      <a:pt x="117" y="12"/>
                      <a:pt x="117" y="12"/>
                    </a:cubicBezTo>
                    <a:cubicBezTo>
                      <a:pt x="118" y="6"/>
                      <a:pt x="118" y="6"/>
                      <a:pt x="118" y="6"/>
                    </a:cubicBezTo>
                    <a:cubicBezTo>
                      <a:pt x="118" y="6"/>
                      <a:pt x="119" y="6"/>
                      <a:pt x="119" y="6"/>
                    </a:cubicBezTo>
                    <a:cubicBezTo>
                      <a:pt x="119" y="6"/>
                      <a:pt x="119" y="6"/>
                      <a:pt x="119" y="6"/>
                    </a:cubicBezTo>
                    <a:cubicBezTo>
                      <a:pt x="122" y="7"/>
                      <a:pt x="122" y="7"/>
                      <a:pt x="122" y="7"/>
                    </a:cubicBezTo>
                    <a:cubicBezTo>
                      <a:pt x="122" y="7"/>
                      <a:pt x="123" y="7"/>
                      <a:pt x="123" y="8"/>
                    </a:cubicBezTo>
                    <a:cubicBezTo>
                      <a:pt x="124" y="8"/>
                      <a:pt x="124" y="9"/>
                      <a:pt x="124" y="10"/>
                    </a:cubicBezTo>
                    <a:cubicBezTo>
                      <a:pt x="125" y="10"/>
                      <a:pt x="125" y="10"/>
                      <a:pt x="125" y="10"/>
                    </a:cubicBezTo>
                    <a:cubicBezTo>
                      <a:pt x="125" y="7"/>
                      <a:pt x="125" y="7"/>
                      <a:pt x="125" y="7"/>
                    </a:cubicBezTo>
                    <a:cubicBezTo>
                      <a:pt x="116" y="4"/>
                      <a:pt x="116" y="4"/>
                      <a:pt x="116" y="4"/>
                    </a:cubicBezTo>
                    <a:cubicBezTo>
                      <a:pt x="116" y="5"/>
                      <a:pt x="116" y="5"/>
                      <a:pt x="116" y="5"/>
                    </a:cubicBezTo>
                    <a:close/>
                    <a:moveTo>
                      <a:pt x="136" y="17"/>
                    </a:moveTo>
                    <a:cubicBezTo>
                      <a:pt x="136" y="18"/>
                      <a:pt x="135" y="19"/>
                      <a:pt x="134" y="19"/>
                    </a:cubicBezTo>
                    <a:cubicBezTo>
                      <a:pt x="133" y="19"/>
                      <a:pt x="133" y="19"/>
                      <a:pt x="132" y="19"/>
                    </a:cubicBezTo>
                    <a:cubicBezTo>
                      <a:pt x="131" y="26"/>
                      <a:pt x="131" y="26"/>
                      <a:pt x="131" y="26"/>
                    </a:cubicBezTo>
                    <a:cubicBezTo>
                      <a:pt x="131" y="26"/>
                      <a:pt x="131" y="27"/>
                      <a:pt x="131" y="27"/>
                    </a:cubicBezTo>
                    <a:cubicBezTo>
                      <a:pt x="131" y="27"/>
                      <a:pt x="131" y="27"/>
                      <a:pt x="132" y="27"/>
                    </a:cubicBezTo>
                    <a:cubicBezTo>
                      <a:pt x="132" y="27"/>
                      <a:pt x="132" y="27"/>
                      <a:pt x="132" y="27"/>
                    </a:cubicBezTo>
                    <a:cubicBezTo>
                      <a:pt x="132" y="28"/>
                      <a:pt x="132" y="28"/>
                      <a:pt x="132" y="28"/>
                    </a:cubicBezTo>
                    <a:cubicBezTo>
                      <a:pt x="130" y="27"/>
                      <a:pt x="130" y="27"/>
                      <a:pt x="130" y="27"/>
                    </a:cubicBezTo>
                    <a:cubicBezTo>
                      <a:pt x="130" y="18"/>
                      <a:pt x="130" y="18"/>
                      <a:pt x="130" y="18"/>
                    </a:cubicBezTo>
                    <a:cubicBezTo>
                      <a:pt x="129" y="17"/>
                      <a:pt x="129" y="17"/>
                      <a:pt x="129" y="17"/>
                    </a:cubicBezTo>
                    <a:cubicBezTo>
                      <a:pt x="126" y="23"/>
                      <a:pt x="126" y="23"/>
                      <a:pt x="126" y="23"/>
                    </a:cubicBezTo>
                    <a:cubicBezTo>
                      <a:pt x="125" y="24"/>
                      <a:pt x="125" y="24"/>
                      <a:pt x="126" y="24"/>
                    </a:cubicBezTo>
                    <a:cubicBezTo>
                      <a:pt x="126" y="24"/>
                      <a:pt x="126" y="24"/>
                      <a:pt x="126" y="24"/>
                    </a:cubicBezTo>
                    <a:cubicBezTo>
                      <a:pt x="126" y="25"/>
                      <a:pt x="126" y="25"/>
                      <a:pt x="126" y="25"/>
                    </a:cubicBezTo>
                    <a:cubicBezTo>
                      <a:pt x="126" y="25"/>
                      <a:pt x="126" y="25"/>
                      <a:pt x="126" y="25"/>
                    </a:cubicBezTo>
                    <a:cubicBezTo>
                      <a:pt x="122" y="23"/>
                      <a:pt x="122" y="23"/>
                      <a:pt x="122" y="23"/>
                    </a:cubicBezTo>
                    <a:cubicBezTo>
                      <a:pt x="123" y="23"/>
                      <a:pt x="123" y="23"/>
                      <a:pt x="123" y="23"/>
                    </a:cubicBezTo>
                    <a:cubicBezTo>
                      <a:pt x="123" y="23"/>
                      <a:pt x="123" y="23"/>
                      <a:pt x="123" y="23"/>
                    </a:cubicBezTo>
                    <a:cubicBezTo>
                      <a:pt x="123" y="23"/>
                      <a:pt x="124" y="23"/>
                      <a:pt x="124" y="23"/>
                    </a:cubicBezTo>
                    <a:cubicBezTo>
                      <a:pt x="124" y="23"/>
                      <a:pt x="124" y="23"/>
                      <a:pt x="124" y="23"/>
                    </a:cubicBezTo>
                    <a:cubicBezTo>
                      <a:pt x="130" y="11"/>
                      <a:pt x="130" y="11"/>
                      <a:pt x="130" y="11"/>
                    </a:cubicBezTo>
                    <a:cubicBezTo>
                      <a:pt x="130" y="11"/>
                      <a:pt x="130" y="11"/>
                      <a:pt x="130" y="10"/>
                    </a:cubicBezTo>
                    <a:cubicBezTo>
                      <a:pt x="130" y="10"/>
                      <a:pt x="130" y="10"/>
                      <a:pt x="130" y="10"/>
                    </a:cubicBezTo>
                    <a:cubicBezTo>
                      <a:pt x="129" y="10"/>
                      <a:pt x="129" y="10"/>
                      <a:pt x="129" y="10"/>
                    </a:cubicBezTo>
                    <a:cubicBezTo>
                      <a:pt x="130" y="9"/>
                      <a:pt x="130" y="9"/>
                      <a:pt x="130" y="9"/>
                    </a:cubicBezTo>
                    <a:cubicBezTo>
                      <a:pt x="134" y="12"/>
                      <a:pt x="134" y="12"/>
                      <a:pt x="134" y="12"/>
                    </a:cubicBezTo>
                    <a:cubicBezTo>
                      <a:pt x="135" y="12"/>
                      <a:pt x="136" y="13"/>
                      <a:pt x="137" y="14"/>
                    </a:cubicBezTo>
                    <a:cubicBezTo>
                      <a:pt x="137" y="15"/>
                      <a:pt x="137" y="16"/>
                      <a:pt x="136" y="17"/>
                    </a:cubicBezTo>
                    <a:close/>
                    <a:moveTo>
                      <a:pt x="129" y="17"/>
                    </a:moveTo>
                    <a:cubicBezTo>
                      <a:pt x="131" y="18"/>
                      <a:pt x="131" y="18"/>
                      <a:pt x="131" y="18"/>
                    </a:cubicBezTo>
                    <a:cubicBezTo>
                      <a:pt x="131" y="18"/>
                      <a:pt x="132" y="18"/>
                      <a:pt x="133" y="18"/>
                    </a:cubicBezTo>
                    <a:cubicBezTo>
                      <a:pt x="134" y="18"/>
                      <a:pt x="134" y="17"/>
                      <a:pt x="135" y="16"/>
                    </a:cubicBezTo>
                    <a:cubicBezTo>
                      <a:pt x="135" y="15"/>
                      <a:pt x="136" y="15"/>
                      <a:pt x="135" y="14"/>
                    </a:cubicBezTo>
                    <a:cubicBezTo>
                      <a:pt x="135" y="13"/>
                      <a:pt x="135" y="12"/>
                      <a:pt x="133" y="12"/>
                    </a:cubicBezTo>
                    <a:cubicBezTo>
                      <a:pt x="133" y="11"/>
                      <a:pt x="133" y="11"/>
                      <a:pt x="133" y="11"/>
                    </a:cubicBezTo>
                    <a:cubicBezTo>
                      <a:pt x="132" y="11"/>
                      <a:pt x="132" y="11"/>
                      <a:pt x="132" y="11"/>
                    </a:cubicBezTo>
                    <a:cubicBezTo>
                      <a:pt x="132" y="11"/>
                      <a:pt x="132" y="11"/>
                      <a:pt x="132" y="12"/>
                    </a:cubicBezTo>
                    <a:cubicBezTo>
                      <a:pt x="129" y="17"/>
                      <a:pt x="129" y="17"/>
                      <a:pt x="129" y="17"/>
                    </a:cubicBezTo>
                    <a:close/>
                    <a:moveTo>
                      <a:pt x="141" y="25"/>
                    </a:moveTo>
                    <a:cubicBezTo>
                      <a:pt x="142" y="27"/>
                      <a:pt x="142" y="28"/>
                      <a:pt x="142" y="28"/>
                    </a:cubicBezTo>
                    <a:cubicBezTo>
                      <a:pt x="142" y="29"/>
                      <a:pt x="142" y="30"/>
                      <a:pt x="142" y="30"/>
                    </a:cubicBezTo>
                    <a:cubicBezTo>
                      <a:pt x="141" y="31"/>
                      <a:pt x="141" y="32"/>
                      <a:pt x="140" y="32"/>
                    </a:cubicBezTo>
                    <a:cubicBezTo>
                      <a:pt x="139" y="32"/>
                      <a:pt x="138" y="32"/>
                      <a:pt x="137" y="32"/>
                    </a:cubicBezTo>
                    <a:cubicBezTo>
                      <a:pt x="137" y="31"/>
                      <a:pt x="136" y="30"/>
                      <a:pt x="136" y="29"/>
                    </a:cubicBezTo>
                    <a:cubicBezTo>
                      <a:pt x="135" y="28"/>
                      <a:pt x="136" y="27"/>
                      <a:pt x="136" y="26"/>
                    </a:cubicBezTo>
                    <a:cubicBezTo>
                      <a:pt x="136" y="26"/>
                      <a:pt x="136" y="26"/>
                      <a:pt x="136" y="26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5" y="30"/>
                      <a:pt x="135" y="30"/>
                      <a:pt x="135" y="30"/>
                    </a:cubicBezTo>
                    <a:cubicBezTo>
                      <a:pt x="135" y="30"/>
                      <a:pt x="135" y="30"/>
                      <a:pt x="136" y="31"/>
                    </a:cubicBezTo>
                    <a:cubicBezTo>
                      <a:pt x="136" y="31"/>
                      <a:pt x="136" y="32"/>
                      <a:pt x="137" y="32"/>
                    </a:cubicBezTo>
                    <a:cubicBezTo>
                      <a:pt x="138" y="33"/>
                      <a:pt x="139" y="33"/>
                      <a:pt x="140" y="33"/>
                    </a:cubicBezTo>
                    <a:cubicBezTo>
                      <a:pt x="142" y="33"/>
                      <a:pt x="142" y="32"/>
                      <a:pt x="143" y="31"/>
                    </a:cubicBezTo>
                    <a:cubicBezTo>
                      <a:pt x="144" y="30"/>
                      <a:pt x="144" y="29"/>
                      <a:pt x="144" y="28"/>
                    </a:cubicBezTo>
                    <a:cubicBezTo>
                      <a:pt x="144" y="27"/>
                      <a:pt x="143" y="26"/>
                      <a:pt x="142" y="25"/>
                    </a:cubicBezTo>
                    <a:cubicBezTo>
                      <a:pt x="141" y="23"/>
                      <a:pt x="141" y="22"/>
                      <a:pt x="141" y="22"/>
                    </a:cubicBezTo>
                    <a:cubicBezTo>
                      <a:pt x="141" y="21"/>
                      <a:pt x="141" y="20"/>
                      <a:pt x="141" y="20"/>
                    </a:cubicBezTo>
                    <a:cubicBezTo>
                      <a:pt x="142" y="19"/>
                      <a:pt x="142" y="19"/>
                      <a:pt x="143" y="19"/>
                    </a:cubicBezTo>
                    <a:cubicBezTo>
                      <a:pt x="144" y="18"/>
                      <a:pt x="144" y="18"/>
                      <a:pt x="145" y="19"/>
                    </a:cubicBezTo>
                    <a:cubicBezTo>
                      <a:pt x="146" y="20"/>
                      <a:pt x="147" y="20"/>
                      <a:pt x="147" y="21"/>
                    </a:cubicBezTo>
                    <a:cubicBezTo>
                      <a:pt x="147" y="22"/>
                      <a:pt x="147" y="23"/>
                      <a:pt x="147" y="24"/>
                    </a:cubicBezTo>
                    <a:cubicBezTo>
                      <a:pt x="147" y="24"/>
                      <a:pt x="147" y="24"/>
                      <a:pt x="147" y="24"/>
                    </a:cubicBezTo>
                    <a:cubicBezTo>
                      <a:pt x="149" y="21"/>
                      <a:pt x="149" y="21"/>
                      <a:pt x="149" y="21"/>
                    </a:cubicBezTo>
                    <a:cubicBezTo>
                      <a:pt x="149" y="21"/>
                      <a:pt x="149" y="21"/>
                      <a:pt x="148" y="21"/>
                    </a:cubicBezTo>
                    <a:cubicBezTo>
                      <a:pt x="148" y="21"/>
                      <a:pt x="148" y="21"/>
                      <a:pt x="148" y="21"/>
                    </a:cubicBezTo>
                    <a:cubicBezTo>
                      <a:pt x="148" y="21"/>
                      <a:pt x="147" y="20"/>
                      <a:pt x="147" y="20"/>
                    </a:cubicBezTo>
                    <a:cubicBezTo>
                      <a:pt x="147" y="19"/>
                      <a:pt x="146" y="19"/>
                      <a:pt x="146" y="19"/>
                    </a:cubicBezTo>
                    <a:cubicBezTo>
                      <a:pt x="145" y="18"/>
                      <a:pt x="144" y="18"/>
                      <a:pt x="143" y="18"/>
                    </a:cubicBezTo>
                    <a:cubicBezTo>
                      <a:pt x="141" y="18"/>
                      <a:pt x="141" y="19"/>
                      <a:pt x="140" y="19"/>
                    </a:cubicBezTo>
                    <a:cubicBezTo>
                      <a:pt x="139" y="20"/>
                      <a:pt x="139" y="21"/>
                      <a:pt x="139" y="22"/>
                    </a:cubicBezTo>
                    <a:cubicBezTo>
                      <a:pt x="140" y="23"/>
                      <a:pt x="140" y="24"/>
                      <a:pt x="141" y="25"/>
                    </a:cubicBezTo>
                    <a:close/>
                    <a:moveTo>
                      <a:pt x="154" y="26"/>
                    </a:moveTo>
                    <a:cubicBezTo>
                      <a:pt x="154" y="26"/>
                      <a:pt x="154" y="26"/>
                      <a:pt x="154" y="26"/>
                    </a:cubicBezTo>
                    <a:cubicBezTo>
                      <a:pt x="159" y="31"/>
                      <a:pt x="159" y="31"/>
                      <a:pt x="159" y="31"/>
                    </a:cubicBezTo>
                    <a:cubicBezTo>
                      <a:pt x="159" y="31"/>
                      <a:pt x="159" y="31"/>
                      <a:pt x="159" y="31"/>
                    </a:cubicBezTo>
                    <a:cubicBezTo>
                      <a:pt x="158" y="30"/>
                      <a:pt x="158" y="30"/>
                      <a:pt x="158" y="30"/>
                    </a:cubicBezTo>
                    <a:cubicBezTo>
                      <a:pt x="157" y="29"/>
                      <a:pt x="157" y="29"/>
                      <a:pt x="157" y="29"/>
                    </a:cubicBezTo>
                    <a:cubicBezTo>
                      <a:pt x="157" y="29"/>
                      <a:pt x="157" y="29"/>
                      <a:pt x="156" y="30"/>
                    </a:cubicBezTo>
                    <a:cubicBezTo>
                      <a:pt x="147" y="39"/>
                      <a:pt x="147" y="39"/>
                      <a:pt x="147" y="39"/>
                    </a:cubicBezTo>
                    <a:cubicBezTo>
                      <a:pt x="147" y="39"/>
                      <a:pt x="147" y="39"/>
                      <a:pt x="147" y="40"/>
                    </a:cubicBezTo>
                    <a:cubicBezTo>
                      <a:pt x="147" y="40"/>
                      <a:pt x="147" y="40"/>
                      <a:pt x="148" y="40"/>
                    </a:cubicBezTo>
                    <a:cubicBezTo>
                      <a:pt x="149" y="42"/>
                      <a:pt x="149" y="42"/>
                      <a:pt x="149" y="42"/>
                    </a:cubicBezTo>
                    <a:cubicBezTo>
                      <a:pt x="149" y="42"/>
                      <a:pt x="149" y="42"/>
                      <a:pt x="149" y="42"/>
                    </a:cubicBezTo>
                    <a:cubicBezTo>
                      <a:pt x="143" y="37"/>
                      <a:pt x="143" y="37"/>
                      <a:pt x="143" y="37"/>
                    </a:cubicBezTo>
                    <a:cubicBezTo>
                      <a:pt x="144" y="37"/>
                      <a:pt x="144" y="37"/>
                      <a:pt x="144" y="37"/>
                    </a:cubicBezTo>
                    <a:cubicBezTo>
                      <a:pt x="145" y="38"/>
                      <a:pt x="145" y="38"/>
                      <a:pt x="145" y="38"/>
                    </a:cubicBezTo>
                    <a:cubicBezTo>
                      <a:pt x="146" y="38"/>
                      <a:pt x="146" y="38"/>
                      <a:pt x="146" y="38"/>
                    </a:cubicBezTo>
                    <a:cubicBezTo>
                      <a:pt x="146" y="38"/>
                      <a:pt x="146" y="38"/>
                      <a:pt x="146" y="38"/>
                    </a:cubicBezTo>
                    <a:cubicBezTo>
                      <a:pt x="155" y="29"/>
                      <a:pt x="155" y="29"/>
                      <a:pt x="155" y="29"/>
                    </a:cubicBezTo>
                    <a:cubicBezTo>
                      <a:pt x="155" y="28"/>
                      <a:pt x="156" y="28"/>
                      <a:pt x="156" y="28"/>
                    </a:cubicBezTo>
                    <a:cubicBezTo>
                      <a:pt x="156" y="28"/>
                      <a:pt x="155" y="28"/>
                      <a:pt x="155" y="27"/>
                    </a:cubicBezTo>
                    <a:cubicBezTo>
                      <a:pt x="154" y="26"/>
                      <a:pt x="154" y="26"/>
                      <a:pt x="154" y="26"/>
                    </a:cubicBezTo>
                    <a:close/>
                    <a:moveTo>
                      <a:pt x="155" y="50"/>
                    </a:moveTo>
                    <a:cubicBezTo>
                      <a:pt x="156" y="50"/>
                      <a:pt x="156" y="50"/>
                      <a:pt x="156" y="50"/>
                    </a:cubicBezTo>
                    <a:cubicBezTo>
                      <a:pt x="155" y="49"/>
                      <a:pt x="155" y="49"/>
                      <a:pt x="155" y="49"/>
                    </a:cubicBezTo>
                    <a:cubicBezTo>
                      <a:pt x="155" y="49"/>
                      <a:pt x="155" y="49"/>
                      <a:pt x="155" y="49"/>
                    </a:cubicBezTo>
                    <a:cubicBezTo>
                      <a:pt x="155" y="49"/>
                      <a:pt x="155" y="48"/>
                      <a:pt x="155" y="48"/>
                    </a:cubicBezTo>
                    <a:cubicBezTo>
                      <a:pt x="165" y="40"/>
                      <a:pt x="165" y="40"/>
                      <a:pt x="165" y="40"/>
                    </a:cubicBezTo>
                    <a:cubicBezTo>
                      <a:pt x="166" y="40"/>
                      <a:pt x="166" y="40"/>
                      <a:pt x="166" y="40"/>
                    </a:cubicBezTo>
                    <a:cubicBezTo>
                      <a:pt x="166" y="40"/>
                      <a:pt x="166" y="40"/>
                      <a:pt x="167" y="40"/>
                    </a:cubicBezTo>
                    <a:cubicBezTo>
                      <a:pt x="167" y="41"/>
                      <a:pt x="167" y="42"/>
                      <a:pt x="167" y="42"/>
                    </a:cubicBezTo>
                    <a:cubicBezTo>
                      <a:pt x="167" y="43"/>
                      <a:pt x="167" y="43"/>
                      <a:pt x="166" y="45"/>
                    </a:cubicBezTo>
                    <a:cubicBezTo>
                      <a:pt x="166" y="45"/>
                      <a:pt x="166" y="45"/>
                      <a:pt x="166" y="45"/>
                    </a:cubicBezTo>
                    <a:cubicBezTo>
                      <a:pt x="169" y="42"/>
                      <a:pt x="169" y="42"/>
                      <a:pt x="169" y="42"/>
                    </a:cubicBezTo>
                    <a:cubicBezTo>
                      <a:pt x="163" y="35"/>
                      <a:pt x="163" y="35"/>
                      <a:pt x="163" y="35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62" y="37"/>
                      <a:pt x="163" y="37"/>
                      <a:pt x="163" y="37"/>
                    </a:cubicBezTo>
                    <a:cubicBezTo>
                      <a:pt x="163" y="37"/>
                      <a:pt x="164" y="37"/>
                      <a:pt x="164" y="38"/>
                    </a:cubicBezTo>
                    <a:cubicBezTo>
                      <a:pt x="165" y="38"/>
                      <a:pt x="165" y="38"/>
                      <a:pt x="165" y="38"/>
                    </a:cubicBezTo>
                    <a:cubicBezTo>
                      <a:pt x="165" y="39"/>
                      <a:pt x="165" y="39"/>
                      <a:pt x="164" y="39"/>
                    </a:cubicBezTo>
                    <a:cubicBezTo>
                      <a:pt x="154" y="47"/>
                      <a:pt x="154" y="47"/>
                      <a:pt x="154" y="47"/>
                    </a:cubicBezTo>
                    <a:cubicBezTo>
                      <a:pt x="154" y="47"/>
                      <a:pt x="154" y="47"/>
                      <a:pt x="154" y="47"/>
                    </a:cubicBezTo>
                    <a:cubicBezTo>
                      <a:pt x="154" y="47"/>
                      <a:pt x="153" y="47"/>
                      <a:pt x="153" y="47"/>
                    </a:cubicBezTo>
                    <a:cubicBezTo>
                      <a:pt x="153" y="46"/>
                      <a:pt x="153" y="46"/>
                      <a:pt x="153" y="46"/>
                    </a:cubicBezTo>
                    <a:cubicBezTo>
                      <a:pt x="152" y="47"/>
                      <a:pt x="152" y="47"/>
                      <a:pt x="152" y="47"/>
                    </a:cubicBezTo>
                    <a:cubicBezTo>
                      <a:pt x="155" y="50"/>
                      <a:pt x="155" y="50"/>
                      <a:pt x="155" y="50"/>
                    </a:cubicBezTo>
                    <a:close/>
                    <a:moveTo>
                      <a:pt x="174" y="54"/>
                    </a:moveTo>
                    <a:cubicBezTo>
                      <a:pt x="174" y="54"/>
                      <a:pt x="175" y="54"/>
                      <a:pt x="175" y="53"/>
                    </a:cubicBezTo>
                    <a:cubicBezTo>
                      <a:pt x="175" y="53"/>
                      <a:pt x="175" y="53"/>
                      <a:pt x="174" y="53"/>
                    </a:cubicBezTo>
                    <a:cubicBezTo>
                      <a:pt x="174" y="52"/>
                      <a:pt x="174" y="52"/>
                      <a:pt x="174" y="52"/>
                    </a:cubicBezTo>
                    <a:cubicBezTo>
                      <a:pt x="175" y="52"/>
                      <a:pt x="175" y="52"/>
                      <a:pt x="175" y="52"/>
                    </a:cubicBezTo>
                    <a:cubicBezTo>
                      <a:pt x="177" y="55"/>
                      <a:pt x="177" y="55"/>
                      <a:pt x="177" y="55"/>
                    </a:cubicBezTo>
                    <a:cubicBezTo>
                      <a:pt x="176" y="55"/>
                      <a:pt x="176" y="55"/>
                      <a:pt x="176" y="55"/>
                    </a:cubicBezTo>
                    <a:cubicBezTo>
                      <a:pt x="176" y="55"/>
                      <a:pt x="176" y="55"/>
                      <a:pt x="176" y="55"/>
                    </a:cubicBezTo>
                    <a:cubicBezTo>
                      <a:pt x="176" y="55"/>
                      <a:pt x="176" y="55"/>
                      <a:pt x="175" y="55"/>
                    </a:cubicBezTo>
                    <a:cubicBezTo>
                      <a:pt x="175" y="55"/>
                      <a:pt x="175" y="55"/>
                      <a:pt x="174" y="55"/>
                    </a:cubicBezTo>
                    <a:cubicBezTo>
                      <a:pt x="166" y="56"/>
                      <a:pt x="166" y="56"/>
                      <a:pt x="166" y="56"/>
                    </a:cubicBezTo>
                    <a:cubicBezTo>
                      <a:pt x="162" y="58"/>
                      <a:pt x="162" y="58"/>
                      <a:pt x="162" y="58"/>
                    </a:cubicBezTo>
                    <a:cubicBezTo>
                      <a:pt x="162" y="59"/>
                      <a:pt x="162" y="59"/>
                      <a:pt x="162" y="59"/>
                    </a:cubicBezTo>
                    <a:cubicBezTo>
                      <a:pt x="161" y="59"/>
                      <a:pt x="162" y="59"/>
                      <a:pt x="162" y="60"/>
                    </a:cubicBezTo>
                    <a:cubicBezTo>
                      <a:pt x="162" y="60"/>
                      <a:pt x="162" y="60"/>
                      <a:pt x="162" y="60"/>
                    </a:cubicBezTo>
                    <a:cubicBezTo>
                      <a:pt x="162" y="61"/>
                      <a:pt x="162" y="61"/>
                      <a:pt x="162" y="61"/>
                    </a:cubicBezTo>
                    <a:cubicBezTo>
                      <a:pt x="159" y="56"/>
                      <a:pt x="159" y="56"/>
                      <a:pt x="159" y="56"/>
                    </a:cubicBezTo>
                    <a:cubicBezTo>
                      <a:pt x="160" y="56"/>
                      <a:pt x="160" y="56"/>
                      <a:pt x="160" y="56"/>
                    </a:cubicBezTo>
                    <a:cubicBezTo>
                      <a:pt x="160" y="57"/>
                      <a:pt x="160" y="57"/>
                      <a:pt x="160" y="57"/>
                    </a:cubicBezTo>
                    <a:cubicBezTo>
                      <a:pt x="160" y="57"/>
                      <a:pt x="160" y="57"/>
                      <a:pt x="161" y="57"/>
                    </a:cubicBezTo>
                    <a:cubicBezTo>
                      <a:pt x="161" y="57"/>
                      <a:pt x="161" y="57"/>
                      <a:pt x="161" y="57"/>
                    </a:cubicBezTo>
                    <a:cubicBezTo>
                      <a:pt x="165" y="55"/>
                      <a:pt x="165" y="55"/>
                      <a:pt x="165" y="55"/>
                    </a:cubicBezTo>
                    <a:cubicBezTo>
                      <a:pt x="171" y="48"/>
                      <a:pt x="171" y="48"/>
                      <a:pt x="171" y="48"/>
                    </a:cubicBezTo>
                    <a:cubicBezTo>
                      <a:pt x="171" y="48"/>
                      <a:pt x="171" y="48"/>
                      <a:pt x="171" y="47"/>
                    </a:cubicBezTo>
                    <a:cubicBezTo>
                      <a:pt x="171" y="47"/>
                      <a:pt x="171" y="47"/>
                      <a:pt x="171" y="47"/>
                    </a:cubicBezTo>
                    <a:cubicBezTo>
                      <a:pt x="171" y="46"/>
                      <a:pt x="171" y="46"/>
                      <a:pt x="171" y="46"/>
                    </a:cubicBezTo>
                    <a:cubicBezTo>
                      <a:pt x="171" y="46"/>
                      <a:pt x="171" y="46"/>
                      <a:pt x="171" y="46"/>
                    </a:cubicBezTo>
                    <a:cubicBezTo>
                      <a:pt x="173" y="50"/>
                      <a:pt x="173" y="50"/>
                      <a:pt x="173" y="50"/>
                    </a:cubicBezTo>
                    <a:cubicBezTo>
                      <a:pt x="173" y="50"/>
                      <a:pt x="173" y="50"/>
                      <a:pt x="173" y="50"/>
                    </a:cubicBezTo>
                    <a:cubicBezTo>
                      <a:pt x="173" y="49"/>
                      <a:pt x="173" y="49"/>
                      <a:pt x="173" y="49"/>
                    </a:cubicBezTo>
                    <a:cubicBezTo>
                      <a:pt x="172" y="49"/>
                      <a:pt x="172" y="49"/>
                      <a:pt x="172" y="49"/>
                    </a:cubicBezTo>
                    <a:cubicBezTo>
                      <a:pt x="172" y="49"/>
                      <a:pt x="172" y="49"/>
                      <a:pt x="171" y="49"/>
                    </a:cubicBezTo>
                    <a:cubicBezTo>
                      <a:pt x="167" y="55"/>
                      <a:pt x="167" y="55"/>
                      <a:pt x="167" y="55"/>
                    </a:cubicBezTo>
                    <a:cubicBezTo>
                      <a:pt x="167" y="55"/>
                      <a:pt x="167" y="55"/>
                      <a:pt x="167" y="55"/>
                    </a:cubicBezTo>
                    <a:lnTo>
                      <a:pt x="174" y="54"/>
                    </a:lnTo>
                    <a:close/>
                  </a:path>
                </a:pathLst>
              </a:custGeom>
              <a:solidFill>
                <a:srgbClr val="FFFFFF"/>
              </a:solidFill>
              <a:ln w="3175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8" name="ïśľíḓé"/>
              <p:cNvSpPr/>
              <p:nvPr/>
            </p:nvSpPr>
            <p:spPr bwMode="auto">
              <a:xfrm>
                <a:off x="3667126" y="3184525"/>
                <a:ext cx="492125" cy="496888"/>
              </a:xfrm>
              <a:custGeom>
                <a:avLst/>
                <a:gdLst>
                  <a:gd name="T0" fmla="*/ 74 w 149"/>
                  <a:gd name="T1" fmla="*/ 0 h 149"/>
                  <a:gd name="T2" fmla="*/ 149 w 149"/>
                  <a:gd name="T3" fmla="*/ 74 h 149"/>
                  <a:gd name="T4" fmla="*/ 74 w 149"/>
                  <a:gd name="T5" fmla="*/ 149 h 149"/>
                  <a:gd name="T6" fmla="*/ 0 w 149"/>
                  <a:gd name="T7" fmla="*/ 74 h 149"/>
                  <a:gd name="T8" fmla="*/ 74 w 149"/>
                  <a:gd name="T9" fmla="*/ 0 h 149"/>
                  <a:gd name="T10" fmla="*/ 74 w 149"/>
                  <a:gd name="T11" fmla="*/ 2 h 149"/>
                  <a:gd name="T12" fmla="*/ 2 w 149"/>
                  <a:gd name="T13" fmla="*/ 74 h 149"/>
                  <a:gd name="T14" fmla="*/ 74 w 149"/>
                  <a:gd name="T15" fmla="*/ 146 h 149"/>
                  <a:gd name="T16" fmla="*/ 146 w 149"/>
                  <a:gd name="T17" fmla="*/ 74 h 149"/>
                  <a:gd name="T18" fmla="*/ 74 w 149"/>
                  <a:gd name="T19" fmla="*/ 2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9" h="149">
                    <a:moveTo>
                      <a:pt x="74" y="0"/>
                    </a:moveTo>
                    <a:cubicBezTo>
                      <a:pt x="115" y="0"/>
                      <a:pt x="149" y="33"/>
                      <a:pt x="149" y="74"/>
                    </a:cubicBezTo>
                    <a:cubicBezTo>
                      <a:pt x="149" y="115"/>
                      <a:pt x="115" y="149"/>
                      <a:pt x="74" y="149"/>
                    </a:cubicBezTo>
                    <a:cubicBezTo>
                      <a:pt x="33" y="149"/>
                      <a:pt x="0" y="115"/>
                      <a:pt x="0" y="74"/>
                    </a:cubicBezTo>
                    <a:cubicBezTo>
                      <a:pt x="0" y="33"/>
                      <a:pt x="33" y="0"/>
                      <a:pt x="74" y="0"/>
                    </a:cubicBezTo>
                    <a:close/>
                    <a:moveTo>
                      <a:pt x="74" y="2"/>
                    </a:moveTo>
                    <a:cubicBezTo>
                      <a:pt x="35" y="2"/>
                      <a:pt x="2" y="34"/>
                      <a:pt x="2" y="74"/>
                    </a:cubicBezTo>
                    <a:cubicBezTo>
                      <a:pt x="2" y="114"/>
                      <a:pt x="35" y="146"/>
                      <a:pt x="74" y="146"/>
                    </a:cubicBezTo>
                    <a:cubicBezTo>
                      <a:pt x="114" y="146"/>
                      <a:pt x="146" y="114"/>
                      <a:pt x="146" y="74"/>
                    </a:cubicBezTo>
                    <a:cubicBezTo>
                      <a:pt x="146" y="34"/>
                      <a:pt x="114" y="2"/>
                      <a:pt x="74" y="2"/>
                    </a:cubicBezTo>
                    <a:close/>
                  </a:path>
                </a:pathLst>
              </a:custGeom>
              <a:solidFill>
                <a:srgbClr val="0052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9" name="ïslíḍê"/>
              <p:cNvSpPr/>
              <p:nvPr/>
            </p:nvSpPr>
            <p:spPr bwMode="auto">
              <a:xfrm>
                <a:off x="3775076" y="3248025"/>
                <a:ext cx="274638" cy="146050"/>
              </a:xfrm>
              <a:custGeom>
                <a:avLst/>
                <a:gdLst>
                  <a:gd name="T0" fmla="*/ 10 w 83"/>
                  <a:gd name="T1" fmla="*/ 43 h 44"/>
                  <a:gd name="T2" fmla="*/ 18 w 83"/>
                  <a:gd name="T3" fmla="*/ 39 h 44"/>
                  <a:gd name="T4" fmla="*/ 67 w 83"/>
                  <a:gd name="T5" fmla="*/ 39 h 44"/>
                  <a:gd name="T6" fmla="*/ 73 w 83"/>
                  <a:gd name="T7" fmla="*/ 42 h 44"/>
                  <a:gd name="T8" fmla="*/ 76 w 83"/>
                  <a:gd name="T9" fmla="*/ 43 h 44"/>
                  <a:gd name="T10" fmla="*/ 83 w 83"/>
                  <a:gd name="T11" fmla="*/ 35 h 44"/>
                  <a:gd name="T12" fmla="*/ 76 w 83"/>
                  <a:gd name="T13" fmla="*/ 37 h 44"/>
                  <a:gd name="T14" fmla="*/ 69 w 83"/>
                  <a:gd name="T15" fmla="*/ 33 h 44"/>
                  <a:gd name="T16" fmla="*/ 70 w 83"/>
                  <a:gd name="T17" fmla="*/ 26 h 44"/>
                  <a:gd name="T18" fmla="*/ 64 w 83"/>
                  <a:gd name="T19" fmla="*/ 30 h 44"/>
                  <a:gd name="T20" fmla="*/ 59 w 83"/>
                  <a:gd name="T21" fmla="*/ 31 h 44"/>
                  <a:gd name="T22" fmla="*/ 56 w 83"/>
                  <a:gd name="T23" fmla="*/ 29 h 44"/>
                  <a:gd name="T24" fmla="*/ 56 w 83"/>
                  <a:gd name="T25" fmla="*/ 24 h 44"/>
                  <a:gd name="T26" fmla="*/ 58 w 83"/>
                  <a:gd name="T27" fmla="*/ 23 h 44"/>
                  <a:gd name="T28" fmla="*/ 58 w 83"/>
                  <a:gd name="T29" fmla="*/ 19 h 44"/>
                  <a:gd name="T30" fmla="*/ 54 w 83"/>
                  <a:gd name="T31" fmla="*/ 19 h 44"/>
                  <a:gd name="T32" fmla="*/ 53 w 83"/>
                  <a:gd name="T33" fmla="*/ 21 h 44"/>
                  <a:gd name="T34" fmla="*/ 44 w 83"/>
                  <a:gd name="T35" fmla="*/ 21 h 44"/>
                  <a:gd name="T36" fmla="*/ 43 w 83"/>
                  <a:gd name="T37" fmla="*/ 18 h 44"/>
                  <a:gd name="T38" fmla="*/ 44 w 83"/>
                  <a:gd name="T39" fmla="*/ 13 h 44"/>
                  <a:gd name="T40" fmla="*/ 43 w 83"/>
                  <a:gd name="T41" fmla="*/ 8 h 44"/>
                  <a:gd name="T42" fmla="*/ 43 w 83"/>
                  <a:gd name="T43" fmla="*/ 6 h 44"/>
                  <a:gd name="T44" fmla="*/ 43 w 83"/>
                  <a:gd name="T45" fmla="*/ 2 h 44"/>
                  <a:gd name="T46" fmla="*/ 43 w 83"/>
                  <a:gd name="T47" fmla="*/ 0 h 44"/>
                  <a:gd name="T48" fmla="*/ 40 w 83"/>
                  <a:gd name="T49" fmla="*/ 0 h 44"/>
                  <a:gd name="T50" fmla="*/ 39 w 83"/>
                  <a:gd name="T51" fmla="*/ 2 h 44"/>
                  <a:gd name="T52" fmla="*/ 39 w 83"/>
                  <a:gd name="T53" fmla="*/ 6 h 44"/>
                  <a:gd name="T54" fmla="*/ 39 w 83"/>
                  <a:gd name="T55" fmla="*/ 8 h 44"/>
                  <a:gd name="T56" fmla="*/ 38 w 83"/>
                  <a:gd name="T57" fmla="*/ 13 h 44"/>
                  <a:gd name="T58" fmla="*/ 38 w 83"/>
                  <a:gd name="T59" fmla="*/ 18 h 44"/>
                  <a:gd name="T60" fmla="*/ 38 w 83"/>
                  <a:gd name="T61" fmla="*/ 21 h 44"/>
                  <a:gd name="T62" fmla="*/ 30 w 83"/>
                  <a:gd name="T63" fmla="*/ 21 h 44"/>
                  <a:gd name="T64" fmla="*/ 29 w 83"/>
                  <a:gd name="T65" fmla="*/ 19 h 44"/>
                  <a:gd name="T66" fmla="*/ 25 w 83"/>
                  <a:gd name="T67" fmla="*/ 19 h 44"/>
                  <a:gd name="T68" fmla="*/ 25 w 83"/>
                  <a:gd name="T69" fmla="*/ 23 h 44"/>
                  <a:gd name="T70" fmla="*/ 26 w 83"/>
                  <a:gd name="T71" fmla="*/ 24 h 44"/>
                  <a:gd name="T72" fmla="*/ 27 w 83"/>
                  <a:gd name="T73" fmla="*/ 29 h 44"/>
                  <a:gd name="T74" fmla="*/ 22 w 83"/>
                  <a:gd name="T75" fmla="*/ 31 h 44"/>
                  <a:gd name="T76" fmla="*/ 13 w 83"/>
                  <a:gd name="T77" fmla="*/ 26 h 44"/>
                  <a:gd name="T78" fmla="*/ 13 w 83"/>
                  <a:gd name="T79" fmla="*/ 35 h 44"/>
                  <a:gd name="T80" fmla="*/ 7 w 83"/>
                  <a:gd name="T81" fmla="*/ 37 h 44"/>
                  <a:gd name="T82" fmla="*/ 0 w 83"/>
                  <a:gd name="T83" fmla="*/ 34 h 44"/>
                  <a:gd name="T84" fmla="*/ 5 w 83"/>
                  <a:gd name="T85" fmla="*/ 42 h 44"/>
                  <a:gd name="T86" fmla="*/ 10 w 83"/>
                  <a:gd name="T87" fmla="*/ 43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83" h="44">
                    <a:moveTo>
                      <a:pt x="10" y="43"/>
                    </a:moveTo>
                    <a:cubicBezTo>
                      <a:pt x="18" y="39"/>
                      <a:pt x="18" y="39"/>
                      <a:pt x="18" y="39"/>
                    </a:cubicBezTo>
                    <a:cubicBezTo>
                      <a:pt x="67" y="39"/>
                      <a:pt x="67" y="39"/>
                      <a:pt x="67" y="39"/>
                    </a:cubicBezTo>
                    <a:cubicBezTo>
                      <a:pt x="73" y="42"/>
                      <a:pt x="73" y="42"/>
                      <a:pt x="73" y="42"/>
                    </a:cubicBezTo>
                    <a:cubicBezTo>
                      <a:pt x="74" y="43"/>
                      <a:pt x="75" y="43"/>
                      <a:pt x="76" y="43"/>
                    </a:cubicBezTo>
                    <a:cubicBezTo>
                      <a:pt x="80" y="42"/>
                      <a:pt x="83" y="35"/>
                      <a:pt x="83" y="35"/>
                    </a:cubicBezTo>
                    <a:cubicBezTo>
                      <a:pt x="83" y="35"/>
                      <a:pt x="79" y="38"/>
                      <a:pt x="76" y="37"/>
                    </a:cubicBezTo>
                    <a:cubicBezTo>
                      <a:pt x="73" y="37"/>
                      <a:pt x="69" y="36"/>
                      <a:pt x="69" y="33"/>
                    </a:cubicBezTo>
                    <a:cubicBezTo>
                      <a:pt x="69" y="30"/>
                      <a:pt x="70" y="27"/>
                      <a:pt x="70" y="26"/>
                    </a:cubicBezTo>
                    <a:cubicBezTo>
                      <a:pt x="70" y="26"/>
                      <a:pt x="67" y="29"/>
                      <a:pt x="64" y="30"/>
                    </a:cubicBezTo>
                    <a:cubicBezTo>
                      <a:pt x="61" y="32"/>
                      <a:pt x="60" y="31"/>
                      <a:pt x="59" y="31"/>
                    </a:cubicBezTo>
                    <a:cubicBezTo>
                      <a:pt x="57" y="30"/>
                      <a:pt x="56" y="29"/>
                      <a:pt x="56" y="29"/>
                    </a:cubicBezTo>
                    <a:cubicBezTo>
                      <a:pt x="56" y="24"/>
                      <a:pt x="56" y="24"/>
                      <a:pt x="56" y="24"/>
                    </a:cubicBezTo>
                    <a:cubicBezTo>
                      <a:pt x="58" y="23"/>
                      <a:pt x="58" y="23"/>
                      <a:pt x="58" y="23"/>
                    </a:cubicBezTo>
                    <a:cubicBezTo>
                      <a:pt x="58" y="19"/>
                      <a:pt x="58" y="19"/>
                      <a:pt x="58" y="19"/>
                    </a:cubicBezTo>
                    <a:cubicBezTo>
                      <a:pt x="54" y="19"/>
                      <a:pt x="54" y="19"/>
                      <a:pt x="54" y="19"/>
                    </a:cubicBezTo>
                    <a:cubicBezTo>
                      <a:pt x="54" y="19"/>
                      <a:pt x="54" y="21"/>
                      <a:pt x="53" y="21"/>
                    </a:cubicBezTo>
                    <a:cubicBezTo>
                      <a:pt x="52" y="21"/>
                      <a:pt x="44" y="21"/>
                      <a:pt x="44" y="21"/>
                    </a:cubicBezTo>
                    <a:cubicBezTo>
                      <a:pt x="44" y="21"/>
                      <a:pt x="43" y="20"/>
                      <a:pt x="43" y="18"/>
                    </a:cubicBezTo>
                    <a:cubicBezTo>
                      <a:pt x="44" y="17"/>
                      <a:pt x="44" y="17"/>
                      <a:pt x="44" y="13"/>
                    </a:cubicBezTo>
                    <a:cubicBezTo>
                      <a:pt x="44" y="10"/>
                      <a:pt x="44" y="9"/>
                      <a:pt x="43" y="8"/>
                    </a:cubicBezTo>
                    <a:cubicBezTo>
                      <a:pt x="43" y="7"/>
                      <a:pt x="42" y="7"/>
                      <a:pt x="43" y="6"/>
                    </a:cubicBezTo>
                    <a:cubicBezTo>
                      <a:pt x="44" y="5"/>
                      <a:pt x="44" y="4"/>
                      <a:pt x="43" y="2"/>
                    </a:cubicBezTo>
                    <a:cubicBezTo>
                      <a:pt x="42" y="1"/>
                      <a:pt x="43" y="2"/>
                      <a:pt x="43" y="0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39" y="0"/>
                      <a:pt x="40" y="1"/>
                      <a:pt x="39" y="2"/>
                    </a:cubicBezTo>
                    <a:cubicBezTo>
                      <a:pt x="38" y="3"/>
                      <a:pt x="38" y="5"/>
                      <a:pt x="39" y="6"/>
                    </a:cubicBezTo>
                    <a:cubicBezTo>
                      <a:pt x="39" y="7"/>
                      <a:pt x="40" y="7"/>
                      <a:pt x="39" y="8"/>
                    </a:cubicBezTo>
                    <a:cubicBezTo>
                      <a:pt x="38" y="9"/>
                      <a:pt x="38" y="10"/>
                      <a:pt x="38" y="13"/>
                    </a:cubicBezTo>
                    <a:cubicBezTo>
                      <a:pt x="38" y="16"/>
                      <a:pt x="38" y="17"/>
                      <a:pt x="38" y="18"/>
                    </a:cubicBezTo>
                    <a:cubicBezTo>
                      <a:pt x="39" y="20"/>
                      <a:pt x="38" y="21"/>
                      <a:pt x="38" y="21"/>
                    </a:cubicBezTo>
                    <a:cubicBezTo>
                      <a:pt x="37" y="21"/>
                      <a:pt x="30" y="21"/>
                      <a:pt x="30" y="21"/>
                    </a:cubicBezTo>
                    <a:cubicBezTo>
                      <a:pt x="30" y="21"/>
                      <a:pt x="29" y="20"/>
                      <a:pt x="29" y="19"/>
                    </a:cubicBezTo>
                    <a:cubicBezTo>
                      <a:pt x="25" y="19"/>
                      <a:pt x="25" y="19"/>
                      <a:pt x="25" y="19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7" y="29"/>
                      <a:pt x="24" y="31"/>
                      <a:pt x="22" y="31"/>
                    </a:cubicBezTo>
                    <a:cubicBezTo>
                      <a:pt x="19" y="31"/>
                      <a:pt x="13" y="26"/>
                      <a:pt x="13" y="26"/>
                    </a:cubicBezTo>
                    <a:cubicBezTo>
                      <a:pt x="13" y="26"/>
                      <a:pt x="14" y="33"/>
                      <a:pt x="13" y="35"/>
                    </a:cubicBezTo>
                    <a:cubicBezTo>
                      <a:pt x="13" y="37"/>
                      <a:pt x="10" y="37"/>
                      <a:pt x="7" y="37"/>
                    </a:cubicBezTo>
                    <a:cubicBezTo>
                      <a:pt x="4" y="37"/>
                      <a:pt x="0" y="35"/>
                      <a:pt x="0" y="34"/>
                    </a:cubicBezTo>
                    <a:cubicBezTo>
                      <a:pt x="0" y="34"/>
                      <a:pt x="3" y="40"/>
                      <a:pt x="5" y="42"/>
                    </a:cubicBezTo>
                    <a:cubicBezTo>
                      <a:pt x="7" y="44"/>
                      <a:pt x="10" y="43"/>
                      <a:pt x="10" y="43"/>
                    </a:cubicBez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0" name="íṡļïdê"/>
              <p:cNvSpPr/>
              <p:nvPr/>
            </p:nvSpPr>
            <p:spPr bwMode="auto">
              <a:xfrm>
                <a:off x="3614738" y="3370263"/>
                <a:ext cx="596900" cy="241300"/>
              </a:xfrm>
              <a:custGeom>
                <a:avLst/>
                <a:gdLst>
                  <a:gd name="T0" fmla="*/ 58 w 181"/>
                  <a:gd name="T1" fmla="*/ 72 h 72"/>
                  <a:gd name="T2" fmla="*/ 8 w 181"/>
                  <a:gd name="T3" fmla="*/ 72 h 72"/>
                  <a:gd name="T4" fmla="*/ 3 w 181"/>
                  <a:gd name="T5" fmla="*/ 63 h 72"/>
                  <a:gd name="T6" fmla="*/ 6 w 181"/>
                  <a:gd name="T7" fmla="*/ 63 h 72"/>
                  <a:gd name="T8" fmla="*/ 11 w 181"/>
                  <a:gd name="T9" fmla="*/ 55 h 72"/>
                  <a:gd name="T10" fmla="*/ 14 w 181"/>
                  <a:gd name="T11" fmla="*/ 55 h 72"/>
                  <a:gd name="T12" fmla="*/ 14 w 181"/>
                  <a:gd name="T13" fmla="*/ 29 h 72"/>
                  <a:gd name="T14" fmla="*/ 0 w 181"/>
                  <a:gd name="T15" fmla="*/ 4 h 72"/>
                  <a:gd name="T16" fmla="*/ 30 w 181"/>
                  <a:gd name="T17" fmla="*/ 0 h 72"/>
                  <a:gd name="T18" fmla="*/ 58 w 181"/>
                  <a:gd name="T19" fmla="*/ 8 h 72"/>
                  <a:gd name="T20" fmla="*/ 51 w 181"/>
                  <a:gd name="T21" fmla="*/ 25 h 72"/>
                  <a:gd name="T22" fmla="*/ 131 w 181"/>
                  <a:gd name="T23" fmla="*/ 25 h 72"/>
                  <a:gd name="T24" fmla="*/ 122 w 181"/>
                  <a:gd name="T25" fmla="*/ 8 h 72"/>
                  <a:gd name="T26" fmla="*/ 150 w 181"/>
                  <a:gd name="T27" fmla="*/ 0 h 72"/>
                  <a:gd name="T28" fmla="*/ 181 w 181"/>
                  <a:gd name="T29" fmla="*/ 5 h 72"/>
                  <a:gd name="T30" fmla="*/ 166 w 181"/>
                  <a:gd name="T31" fmla="*/ 28 h 72"/>
                  <a:gd name="T32" fmla="*/ 166 w 181"/>
                  <a:gd name="T33" fmla="*/ 55 h 72"/>
                  <a:gd name="T34" fmla="*/ 171 w 181"/>
                  <a:gd name="T35" fmla="*/ 55 h 72"/>
                  <a:gd name="T36" fmla="*/ 178 w 181"/>
                  <a:gd name="T37" fmla="*/ 65 h 72"/>
                  <a:gd name="T38" fmla="*/ 174 w 181"/>
                  <a:gd name="T39" fmla="*/ 72 h 72"/>
                  <a:gd name="T40" fmla="*/ 58 w 181"/>
                  <a:gd name="T41" fmla="*/ 7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81" h="72">
                    <a:moveTo>
                      <a:pt x="58" y="72"/>
                    </a:moveTo>
                    <a:cubicBezTo>
                      <a:pt x="8" y="72"/>
                      <a:pt x="8" y="72"/>
                      <a:pt x="8" y="72"/>
                    </a:cubicBezTo>
                    <a:cubicBezTo>
                      <a:pt x="3" y="63"/>
                      <a:pt x="3" y="63"/>
                      <a:pt x="3" y="63"/>
                    </a:cubicBezTo>
                    <a:cubicBezTo>
                      <a:pt x="6" y="63"/>
                      <a:pt x="6" y="63"/>
                      <a:pt x="6" y="63"/>
                    </a:cubicBezTo>
                    <a:cubicBezTo>
                      <a:pt x="7" y="61"/>
                      <a:pt x="10" y="57"/>
                      <a:pt x="11" y="55"/>
                    </a:cubicBezTo>
                    <a:cubicBezTo>
                      <a:pt x="12" y="55"/>
                      <a:pt x="13" y="55"/>
                      <a:pt x="14" y="55"/>
                    </a:cubicBezTo>
                    <a:cubicBezTo>
                      <a:pt x="14" y="45"/>
                      <a:pt x="14" y="39"/>
                      <a:pt x="14" y="29"/>
                    </a:cubicBezTo>
                    <a:cubicBezTo>
                      <a:pt x="6" y="25"/>
                      <a:pt x="0" y="19"/>
                      <a:pt x="0" y="4"/>
                    </a:cubicBezTo>
                    <a:cubicBezTo>
                      <a:pt x="13" y="19"/>
                      <a:pt x="25" y="20"/>
                      <a:pt x="30" y="0"/>
                    </a:cubicBezTo>
                    <a:cubicBezTo>
                      <a:pt x="40" y="22"/>
                      <a:pt x="50" y="16"/>
                      <a:pt x="58" y="8"/>
                    </a:cubicBezTo>
                    <a:cubicBezTo>
                      <a:pt x="59" y="17"/>
                      <a:pt x="51" y="24"/>
                      <a:pt x="51" y="25"/>
                    </a:cubicBezTo>
                    <a:cubicBezTo>
                      <a:pt x="131" y="25"/>
                      <a:pt x="131" y="25"/>
                      <a:pt x="131" y="25"/>
                    </a:cubicBezTo>
                    <a:cubicBezTo>
                      <a:pt x="128" y="21"/>
                      <a:pt x="123" y="15"/>
                      <a:pt x="122" y="8"/>
                    </a:cubicBezTo>
                    <a:cubicBezTo>
                      <a:pt x="131" y="18"/>
                      <a:pt x="141" y="23"/>
                      <a:pt x="150" y="0"/>
                    </a:cubicBezTo>
                    <a:cubicBezTo>
                      <a:pt x="160" y="23"/>
                      <a:pt x="169" y="16"/>
                      <a:pt x="181" y="5"/>
                    </a:cubicBezTo>
                    <a:cubicBezTo>
                      <a:pt x="178" y="23"/>
                      <a:pt x="174" y="23"/>
                      <a:pt x="166" y="28"/>
                    </a:cubicBezTo>
                    <a:cubicBezTo>
                      <a:pt x="166" y="38"/>
                      <a:pt x="166" y="45"/>
                      <a:pt x="166" y="55"/>
                    </a:cubicBezTo>
                    <a:cubicBezTo>
                      <a:pt x="168" y="55"/>
                      <a:pt x="169" y="55"/>
                      <a:pt x="171" y="55"/>
                    </a:cubicBezTo>
                    <a:cubicBezTo>
                      <a:pt x="178" y="65"/>
                      <a:pt x="178" y="65"/>
                      <a:pt x="178" y="65"/>
                    </a:cubicBezTo>
                    <a:cubicBezTo>
                      <a:pt x="174" y="72"/>
                      <a:pt x="174" y="72"/>
                      <a:pt x="174" y="72"/>
                    </a:cubicBezTo>
                    <a:lnTo>
                      <a:pt x="58" y="7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1" name="iş1ïďe"/>
              <p:cNvSpPr/>
              <p:nvPr/>
            </p:nvSpPr>
            <p:spPr bwMode="auto">
              <a:xfrm>
                <a:off x="3624263" y="3381375"/>
                <a:ext cx="577850" cy="200025"/>
              </a:xfrm>
              <a:custGeom>
                <a:avLst/>
                <a:gdLst>
                  <a:gd name="T0" fmla="*/ 130 w 175"/>
                  <a:gd name="T1" fmla="*/ 51 h 60"/>
                  <a:gd name="T2" fmla="*/ 130 w 175"/>
                  <a:gd name="T3" fmla="*/ 50 h 60"/>
                  <a:gd name="T4" fmla="*/ 48 w 175"/>
                  <a:gd name="T5" fmla="*/ 50 h 60"/>
                  <a:gd name="T6" fmla="*/ 48 w 175"/>
                  <a:gd name="T7" fmla="*/ 51 h 60"/>
                  <a:gd name="T8" fmla="*/ 52 w 175"/>
                  <a:gd name="T9" fmla="*/ 51 h 60"/>
                  <a:gd name="T10" fmla="*/ 48 w 175"/>
                  <a:gd name="T11" fmla="*/ 60 h 60"/>
                  <a:gd name="T12" fmla="*/ 7 w 175"/>
                  <a:gd name="T13" fmla="*/ 60 h 60"/>
                  <a:gd name="T14" fmla="*/ 10 w 175"/>
                  <a:gd name="T15" fmla="*/ 54 h 60"/>
                  <a:gd name="T16" fmla="*/ 14 w 175"/>
                  <a:gd name="T17" fmla="*/ 54 h 60"/>
                  <a:gd name="T18" fmla="*/ 13 w 175"/>
                  <a:gd name="T19" fmla="*/ 25 h 60"/>
                  <a:gd name="T20" fmla="*/ 0 w 175"/>
                  <a:gd name="T21" fmla="*/ 7 h 60"/>
                  <a:gd name="T22" fmla="*/ 28 w 175"/>
                  <a:gd name="T23" fmla="*/ 0 h 60"/>
                  <a:gd name="T24" fmla="*/ 55 w 175"/>
                  <a:gd name="T25" fmla="*/ 7 h 60"/>
                  <a:gd name="T26" fmla="*/ 48 w 175"/>
                  <a:gd name="T27" fmla="*/ 22 h 60"/>
                  <a:gd name="T28" fmla="*/ 127 w 175"/>
                  <a:gd name="T29" fmla="*/ 22 h 60"/>
                  <a:gd name="T30" fmla="*/ 119 w 175"/>
                  <a:gd name="T31" fmla="*/ 7 h 60"/>
                  <a:gd name="T32" fmla="*/ 147 w 175"/>
                  <a:gd name="T33" fmla="*/ 0 h 60"/>
                  <a:gd name="T34" fmla="*/ 175 w 175"/>
                  <a:gd name="T35" fmla="*/ 7 h 60"/>
                  <a:gd name="T36" fmla="*/ 161 w 175"/>
                  <a:gd name="T37" fmla="*/ 24 h 60"/>
                  <a:gd name="T38" fmla="*/ 161 w 175"/>
                  <a:gd name="T39" fmla="*/ 53 h 60"/>
                  <a:gd name="T40" fmla="*/ 165 w 175"/>
                  <a:gd name="T41" fmla="*/ 53 h 60"/>
                  <a:gd name="T42" fmla="*/ 169 w 175"/>
                  <a:gd name="T43" fmla="*/ 60 h 60"/>
                  <a:gd name="T44" fmla="*/ 128 w 175"/>
                  <a:gd name="T45" fmla="*/ 60 h 60"/>
                  <a:gd name="T46" fmla="*/ 124 w 175"/>
                  <a:gd name="T47" fmla="*/ 51 h 60"/>
                  <a:gd name="T48" fmla="*/ 130 w 175"/>
                  <a:gd name="T49" fmla="*/ 51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75" h="60">
                    <a:moveTo>
                      <a:pt x="130" y="51"/>
                    </a:moveTo>
                    <a:cubicBezTo>
                      <a:pt x="130" y="50"/>
                      <a:pt x="130" y="50"/>
                      <a:pt x="130" y="50"/>
                    </a:cubicBezTo>
                    <a:cubicBezTo>
                      <a:pt x="48" y="50"/>
                      <a:pt x="48" y="50"/>
                      <a:pt x="48" y="50"/>
                    </a:cubicBezTo>
                    <a:cubicBezTo>
                      <a:pt x="48" y="51"/>
                      <a:pt x="48" y="51"/>
                      <a:pt x="48" y="51"/>
                    </a:cubicBezTo>
                    <a:cubicBezTo>
                      <a:pt x="52" y="51"/>
                      <a:pt x="52" y="51"/>
                      <a:pt x="52" y="51"/>
                    </a:cubicBezTo>
                    <a:cubicBezTo>
                      <a:pt x="48" y="60"/>
                      <a:pt x="48" y="60"/>
                      <a:pt x="48" y="60"/>
                    </a:cubicBezTo>
                    <a:cubicBezTo>
                      <a:pt x="34" y="60"/>
                      <a:pt x="20" y="60"/>
                      <a:pt x="7" y="60"/>
                    </a:cubicBezTo>
                    <a:cubicBezTo>
                      <a:pt x="8" y="58"/>
                      <a:pt x="9" y="56"/>
                      <a:pt x="10" y="54"/>
                    </a:cubicBezTo>
                    <a:cubicBezTo>
                      <a:pt x="11" y="54"/>
                      <a:pt x="12" y="54"/>
                      <a:pt x="14" y="54"/>
                    </a:cubicBezTo>
                    <a:cubicBezTo>
                      <a:pt x="14" y="44"/>
                      <a:pt x="13" y="34"/>
                      <a:pt x="13" y="25"/>
                    </a:cubicBezTo>
                    <a:cubicBezTo>
                      <a:pt x="5" y="20"/>
                      <a:pt x="1" y="14"/>
                      <a:pt x="0" y="7"/>
                    </a:cubicBezTo>
                    <a:cubicBezTo>
                      <a:pt x="12" y="18"/>
                      <a:pt x="22" y="17"/>
                      <a:pt x="28" y="0"/>
                    </a:cubicBezTo>
                    <a:cubicBezTo>
                      <a:pt x="37" y="22"/>
                      <a:pt x="47" y="15"/>
                      <a:pt x="55" y="7"/>
                    </a:cubicBezTo>
                    <a:cubicBezTo>
                      <a:pt x="55" y="14"/>
                      <a:pt x="50" y="17"/>
                      <a:pt x="48" y="22"/>
                    </a:cubicBezTo>
                    <a:cubicBezTo>
                      <a:pt x="127" y="22"/>
                      <a:pt x="127" y="22"/>
                      <a:pt x="127" y="22"/>
                    </a:cubicBezTo>
                    <a:cubicBezTo>
                      <a:pt x="125" y="18"/>
                      <a:pt x="120" y="14"/>
                      <a:pt x="119" y="7"/>
                    </a:cubicBezTo>
                    <a:cubicBezTo>
                      <a:pt x="127" y="15"/>
                      <a:pt x="137" y="22"/>
                      <a:pt x="147" y="0"/>
                    </a:cubicBezTo>
                    <a:cubicBezTo>
                      <a:pt x="153" y="17"/>
                      <a:pt x="163" y="18"/>
                      <a:pt x="175" y="7"/>
                    </a:cubicBezTo>
                    <a:cubicBezTo>
                      <a:pt x="173" y="14"/>
                      <a:pt x="169" y="19"/>
                      <a:pt x="161" y="24"/>
                    </a:cubicBezTo>
                    <a:cubicBezTo>
                      <a:pt x="161" y="34"/>
                      <a:pt x="161" y="44"/>
                      <a:pt x="161" y="53"/>
                    </a:cubicBezTo>
                    <a:cubicBezTo>
                      <a:pt x="162" y="53"/>
                      <a:pt x="164" y="53"/>
                      <a:pt x="165" y="53"/>
                    </a:cubicBezTo>
                    <a:cubicBezTo>
                      <a:pt x="166" y="55"/>
                      <a:pt x="167" y="58"/>
                      <a:pt x="169" y="60"/>
                    </a:cubicBezTo>
                    <a:cubicBezTo>
                      <a:pt x="155" y="60"/>
                      <a:pt x="142" y="60"/>
                      <a:pt x="128" y="60"/>
                    </a:cubicBezTo>
                    <a:cubicBezTo>
                      <a:pt x="124" y="51"/>
                      <a:pt x="124" y="51"/>
                      <a:pt x="124" y="51"/>
                    </a:cubicBezTo>
                    <a:lnTo>
                      <a:pt x="130" y="51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2" name="ïṩḷíḍé"/>
              <p:cNvSpPr/>
              <p:nvPr/>
            </p:nvSpPr>
            <p:spPr bwMode="auto">
              <a:xfrm>
                <a:off x="4065588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3" name="ïśľíḍè"/>
              <p:cNvSpPr/>
              <p:nvPr/>
            </p:nvSpPr>
            <p:spPr bwMode="auto">
              <a:xfrm>
                <a:off x="3740151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4" name="í$ḻîḋè"/>
              <p:cNvSpPr/>
              <p:nvPr/>
            </p:nvSpPr>
            <p:spPr bwMode="auto">
              <a:xfrm>
                <a:off x="4125913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5" name="iṣļíḋe"/>
              <p:cNvSpPr/>
              <p:nvPr/>
            </p:nvSpPr>
            <p:spPr bwMode="auto">
              <a:xfrm>
                <a:off x="3709988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6" name="iṩḷiḓé"/>
              <p:cNvSpPr/>
              <p:nvPr/>
            </p:nvSpPr>
            <p:spPr bwMode="auto">
              <a:xfrm>
                <a:off x="4095751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7" name="iSľiḍè"/>
              <p:cNvSpPr/>
              <p:nvPr/>
            </p:nvSpPr>
            <p:spPr bwMode="auto">
              <a:xfrm>
                <a:off x="3663951" y="3460750"/>
                <a:ext cx="495300" cy="31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8" name="ïṩḷîḍe"/>
              <p:cNvSpPr/>
              <p:nvPr/>
            </p:nvSpPr>
            <p:spPr bwMode="auto">
              <a:xfrm>
                <a:off x="3663951" y="3473450"/>
                <a:ext cx="115888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9" name="íšḻiḑê"/>
              <p:cNvSpPr/>
              <p:nvPr/>
            </p:nvSpPr>
            <p:spPr bwMode="auto">
              <a:xfrm>
                <a:off x="3789363" y="3473450"/>
                <a:ext cx="428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0" name="ïṩļïďè"/>
              <p:cNvSpPr/>
              <p:nvPr/>
            </p:nvSpPr>
            <p:spPr bwMode="auto">
              <a:xfrm>
                <a:off x="3851276" y="3473450"/>
                <a:ext cx="57150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1" name="îṥlïḋê"/>
              <p:cNvSpPr/>
              <p:nvPr/>
            </p:nvSpPr>
            <p:spPr bwMode="auto">
              <a:xfrm>
                <a:off x="3917951" y="3473450"/>
                <a:ext cx="555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2" name="îṧľïdè"/>
              <p:cNvSpPr/>
              <p:nvPr/>
            </p:nvSpPr>
            <p:spPr bwMode="auto">
              <a:xfrm>
                <a:off x="3994151" y="3473450"/>
                <a:ext cx="428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3" name="iSḷîḓê"/>
              <p:cNvSpPr/>
              <p:nvPr/>
            </p:nvSpPr>
            <p:spPr bwMode="auto">
              <a:xfrm>
                <a:off x="4046538" y="3473450"/>
                <a:ext cx="11271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4" name="îślíďè"/>
              <p:cNvSpPr/>
              <p:nvPr/>
            </p:nvSpPr>
            <p:spPr bwMode="auto">
              <a:xfrm>
                <a:off x="3979863" y="3473450"/>
                <a:ext cx="7938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5" name="iSḻïḍè"/>
              <p:cNvSpPr/>
              <p:nvPr/>
            </p:nvSpPr>
            <p:spPr bwMode="auto">
              <a:xfrm>
                <a:off x="3838576" y="3473450"/>
                <a:ext cx="6350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6" name="ïṡliḑê"/>
              <p:cNvSpPr/>
              <p:nvPr/>
            </p:nvSpPr>
            <p:spPr bwMode="auto">
              <a:xfrm>
                <a:off x="3851276" y="3384550"/>
                <a:ext cx="26988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7" name="islïďé"/>
              <p:cNvSpPr/>
              <p:nvPr/>
            </p:nvSpPr>
            <p:spPr bwMode="auto">
              <a:xfrm>
                <a:off x="3817938" y="3384550"/>
                <a:ext cx="26988" cy="15875"/>
              </a:xfrm>
              <a:custGeom>
                <a:avLst/>
                <a:gdLst>
                  <a:gd name="T0" fmla="*/ 7 w 8"/>
                  <a:gd name="T1" fmla="*/ 0 h 5"/>
                  <a:gd name="T2" fmla="*/ 8 w 8"/>
                  <a:gd name="T3" fmla="*/ 2 h 5"/>
                  <a:gd name="T4" fmla="*/ 1 w 8"/>
                  <a:gd name="T5" fmla="*/ 5 h 5"/>
                  <a:gd name="T6" fmla="*/ 7 w 8"/>
                  <a:gd name="T7" fmla="*/ 0 h 5"/>
                  <a:gd name="T8" fmla="*/ 7 w 8"/>
                  <a:gd name="T9" fmla="*/ 0 h 5"/>
                  <a:gd name="T10" fmla="*/ 7 w 8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5">
                    <a:moveTo>
                      <a:pt x="7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0" y="2"/>
                      <a:pt x="7" y="0"/>
                    </a:cubicBezTo>
                    <a:close/>
                    <a:moveTo>
                      <a:pt x="7" y="0"/>
                    </a:moveTo>
                    <a:cubicBezTo>
                      <a:pt x="7" y="0"/>
                      <a:pt x="7" y="0"/>
                      <a:pt x="7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8" name="îṥḷîdé"/>
              <p:cNvSpPr/>
              <p:nvPr/>
            </p:nvSpPr>
            <p:spPr bwMode="auto">
              <a:xfrm>
                <a:off x="3983038" y="3384550"/>
                <a:ext cx="26988" cy="15875"/>
              </a:xfrm>
              <a:custGeom>
                <a:avLst/>
                <a:gdLst>
                  <a:gd name="T0" fmla="*/ 1 w 8"/>
                  <a:gd name="T1" fmla="*/ 0 h 5"/>
                  <a:gd name="T2" fmla="*/ 0 w 8"/>
                  <a:gd name="T3" fmla="*/ 2 h 5"/>
                  <a:gd name="T4" fmla="*/ 7 w 8"/>
                  <a:gd name="T5" fmla="*/ 5 h 5"/>
                  <a:gd name="T6" fmla="*/ 1 w 8"/>
                  <a:gd name="T7" fmla="*/ 0 h 5"/>
                  <a:gd name="T8" fmla="*/ 1 w 8"/>
                  <a:gd name="T9" fmla="*/ 0 h 5"/>
                  <a:gd name="T10" fmla="*/ 1 w 8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5">
                    <a:moveTo>
                      <a:pt x="1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7" y="5"/>
                      <a:pt x="7" y="5"/>
                      <a:pt x="7" y="5"/>
                    </a:cubicBezTo>
                    <a:cubicBezTo>
                      <a:pt x="7" y="5"/>
                      <a:pt x="8" y="2"/>
                      <a:pt x="1" y="0"/>
                    </a:cubicBezTo>
                    <a:close/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9" name="isḷîḋé"/>
              <p:cNvSpPr/>
              <p:nvPr/>
            </p:nvSpPr>
            <p:spPr bwMode="auto">
              <a:xfrm>
                <a:off x="3884613" y="3384550"/>
                <a:ext cx="26988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0" name="iśḷïḑè"/>
              <p:cNvSpPr/>
              <p:nvPr/>
            </p:nvSpPr>
            <p:spPr bwMode="auto">
              <a:xfrm>
                <a:off x="3917951" y="3384550"/>
                <a:ext cx="25400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1" name="iṧľiďé"/>
              <p:cNvSpPr/>
              <p:nvPr/>
            </p:nvSpPr>
            <p:spPr bwMode="auto">
              <a:xfrm>
                <a:off x="3951288" y="3384550"/>
                <a:ext cx="25400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2" name="išľïḍé"/>
              <p:cNvSpPr/>
              <p:nvPr/>
            </p:nvSpPr>
            <p:spPr bwMode="auto">
              <a:xfrm>
                <a:off x="3771901" y="3484563"/>
                <a:ext cx="7938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3" name="îŝlîḑè"/>
              <p:cNvSpPr/>
              <p:nvPr/>
            </p:nvSpPr>
            <p:spPr bwMode="auto">
              <a:xfrm>
                <a:off x="3786188" y="3484563"/>
                <a:ext cx="46038" cy="60325"/>
              </a:xfrm>
              <a:custGeom>
                <a:avLst/>
                <a:gdLst>
                  <a:gd name="T0" fmla="*/ 8 w 29"/>
                  <a:gd name="T1" fmla="*/ 0 h 38"/>
                  <a:gd name="T2" fmla="*/ 20 w 29"/>
                  <a:gd name="T3" fmla="*/ 0 h 38"/>
                  <a:gd name="T4" fmla="*/ 29 w 29"/>
                  <a:gd name="T5" fmla="*/ 8 h 38"/>
                  <a:gd name="T6" fmla="*/ 29 w 29"/>
                  <a:gd name="T7" fmla="*/ 38 h 38"/>
                  <a:gd name="T8" fmla="*/ 0 w 29"/>
                  <a:gd name="T9" fmla="*/ 38 h 38"/>
                  <a:gd name="T10" fmla="*/ 0 w 29"/>
                  <a:gd name="T11" fmla="*/ 8 h 38"/>
                  <a:gd name="T12" fmla="*/ 8 w 29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8">
                    <a:moveTo>
                      <a:pt x="8" y="0"/>
                    </a:moveTo>
                    <a:lnTo>
                      <a:pt x="20" y="0"/>
                    </a:lnTo>
                    <a:lnTo>
                      <a:pt x="29" y="8"/>
                    </a:lnTo>
                    <a:lnTo>
                      <a:pt x="29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4" name="îṩḻíḓe"/>
              <p:cNvSpPr/>
              <p:nvPr/>
            </p:nvSpPr>
            <p:spPr bwMode="auto">
              <a:xfrm>
                <a:off x="3994151" y="3484563"/>
                <a:ext cx="46038" cy="60325"/>
              </a:xfrm>
              <a:custGeom>
                <a:avLst/>
                <a:gdLst>
                  <a:gd name="T0" fmla="*/ 8 w 29"/>
                  <a:gd name="T1" fmla="*/ 0 h 38"/>
                  <a:gd name="T2" fmla="*/ 18 w 29"/>
                  <a:gd name="T3" fmla="*/ 0 h 38"/>
                  <a:gd name="T4" fmla="*/ 29 w 29"/>
                  <a:gd name="T5" fmla="*/ 8 h 38"/>
                  <a:gd name="T6" fmla="*/ 29 w 29"/>
                  <a:gd name="T7" fmla="*/ 38 h 38"/>
                  <a:gd name="T8" fmla="*/ 0 w 29"/>
                  <a:gd name="T9" fmla="*/ 38 h 38"/>
                  <a:gd name="T10" fmla="*/ 0 w 29"/>
                  <a:gd name="T11" fmla="*/ 8 h 38"/>
                  <a:gd name="T12" fmla="*/ 8 w 29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8">
                    <a:moveTo>
                      <a:pt x="8" y="0"/>
                    </a:moveTo>
                    <a:lnTo>
                      <a:pt x="18" y="0"/>
                    </a:lnTo>
                    <a:lnTo>
                      <a:pt x="29" y="8"/>
                    </a:lnTo>
                    <a:lnTo>
                      <a:pt x="29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5" name="î$1îdè"/>
              <p:cNvSpPr/>
              <p:nvPr/>
            </p:nvSpPr>
            <p:spPr bwMode="auto">
              <a:xfrm>
                <a:off x="3851276" y="3484563"/>
                <a:ext cx="122238" cy="60325"/>
              </a:xfrm>
              <a:custGeom>
                <a:avLst/>
                <a:gdLst>
                  <a:gd name="T0" fmla="*/ 9 w 77"/>
                  <a:gd name="T1" fmla="*/ 0 h 38"/>
                  <a:gd name="T2" fmla="*/ 69 w 77"/>
                  <a:gd name="T3" fmla="*/ 0 h 38"/>
                  <a:gd name="T4" fmla="*/ 77 w 77"/>
                  <a:gd name="T5" fmla="*/ 8 h 38"/>
                  <a:gd name="T6" fmla="*/ 77 w 77"/>
                  <a:gd name="T7" fmla="*/ 38 h 38"/>
                  <a:gd name="T8" fmla="*/ 0 w 77"/>
                  <a:gd name="T9" fmla="*/ 38 h 38"/>
                  <a:gd name="T10" fmla="*/ 0 w 77"/>
                  <a:gd name="T11" fmla="*/ 8 h 38"/>
                  <a:gd name="T12" fmla="*/ 9 w 77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7" h="38">
                    <a:moveTo>
                      <a:pt x="9" y="0"/>
                    </a:moveTo>
                    <a:lnTo>
                      <a:pt x="69" y="0"/>
                    </a:lnTo>
                    <a:lnTo>
                      <a:pt x="77" y="8"/>
                    </a:lnTo>
                    <a:lnTo>
                      <a:pt x="77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6" name="iśľïḓe"/>
              <p:cNvSpPr/>
              <p:nvPr/>
            </p:nvSpPr>
            <p:spPr bwMode="auto">
              <a:xfrm>
                <a:off x="4046538" y="3484563"/>
                <a:ext cx="6350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7" name="iṣļïḑè"/>
              <p:cNvSpPr/>
              <p:nvPr/>
            </p:nvSpPr>
            <p:spPr bwMode="auto">
              <a:xfrm>
                <a:off x="3838576" y="3484563"/>
                <a:ext cx="6350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8" name="iṡḷidé"/>
              <p:cNvSpPr/>
              <p:nvPr/>
            </p:nvSpPr>
            <p:spPr bwMode="auto">
              <a:xfrm>
                <a:off x="3979863" y="3484563"/>
                <a:ext cx="3175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9" name="íṡḷíḋe"/>
              <p:cNvSpPr/>
              <p:nvPr/>
            </p:nvSpPr>
            <p:spPr bwMode="auto">
              <a:xfrm>
                <a:off x="3811588" y="3551238"/>
                <a:ext cx="20478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0" name="íŝ1iḑê"/>
              <p:cNvSpPr/>
              <p:nvPr/>
            </p:nvSpPr>
            <p:spPr bwMode="auto">
              <a:xfrm>
                <a:off x="3805238" y="3557588"/>
                <a:ext cx="214313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1" name="îṩḷiḑe"/>
              <p:cNvSpPr/>
              <p:nvPr/>
            </p:nvSpPr>
            <p:spPr bwMode="auto">
              <a:xfrm>
                <a:off x="3802063" y="3567113"/>
                <a:ext cx="220663" cy="1588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2" name="iṧḻiḑê"/>
              <p:cNvSpPr/>
              <p:nvPr/>
            </p:nvSpPr>
            <p:spPr bwMode="auto">
              <a:xfrm>
                <a:off x="3802063" y="3570288"/>
                <a:ext cx="22383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3" name="ïṣḻîḋè"/>
              <p:cNvSpPr/>
              <p:nvPr/>
            </p:nvSpPr>
            <p:spPr bwMode="auto">
              <a:xfrm>
                <a:off x="3795713" y="3581400"/>
                <a:ext cx="234950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4" name="îṡ1îḍé"/>
              <p:cNvSpPr/>
              <p:nvPr/>
            </p:nvSpPr>
            <p:spPr bwMode="auto">
              <a:xfrm>
                <a:off x="3633788" y="3587750"/>
                <a:ext cx="560388" cy="6350"/>
              </a:xfrm>
              <a:custGeom>
                <a:avLst/>
                <a:gdLst>
                  <a:gd name="T0" fmla="*/ 0 w 353"/>
                  <a:gd name="T1" fmla="*/ 0 h 4"/>
                  <a:gd name="T2" fmla="*/ 353 w 353"/>
                  <a:gd name="T3" fmla="*/ 0 h 4"/>
                  <a:gd name="T4" fmla="*/ 351 w 353"/>
                  <a:gd name="T5" fmla="*/ 4 h 4"/>
                  <a:gd name="T6" fmla="*/ 2 w 353"/>
                  <a:gd name="T7" fmla="*/ 4 h 4"/>
                  <a:gd name="T8" fmla="*/ 0 w 353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3" h="4">
                    <a:moveTo>
                      <a:pt x="0" y="0"/>
                    </a:moveTo>
                    <a:lnTo>
                      <a:pt x="353" y="0"/>
                    </a:lnTo>
                    <a:lnTo>
                      <a:pt x="351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5" name="îš1íḑe"/>
              <p:cNvSpPr/>
              <p:nvPr/>
            </p:nvSpPr>
            <p:spPr bwMode="auto">
              <a:xfrm>
                <a:off x="3640138" y="3600450"/>
                <a:ext cx="547688" cy="6350"/>
              </a:xfrm>
              <a:custGeom>
                <a:avLst/>
                <a:gdLst>
                  <a:gd name="T0" fmla="*/ 0 w 345"/>
                  <a:gd name="T1" fmla="*/ 0 h 4"/>
                  <a:gd name="T2" fmla="*/ 345 w 345"/>
                  <a:gd name="T3" fmla="*/ 0 h 4"/>
                  <a:gd name="T4" fmla="*/ 343 w 345"/>
                  <a:gd name="T5" fmla="*/ 4 h 4"/>
                  <a:gd name="T6" fmla="*/ 2 w 345"/>
                  <a:gd name="T7" fmla="*/ 4 h 4"/>
                  <a:gd name="T8" fmla="*/ 0 w 345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5" h="4">
                    <a:moveTo>
                      <a:pt x="0" y="0"/>
                    </a:moveTo>
                    <a:lnTo>
                      <a:pt x="345" y="0"/>
                    </a:lnTo>
                    <a:lnTo>
                      <a:pt x="343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6" name="iš1ïḍe"/>
              <p:cNvSpPr/>
              <p:nvPr/>
            </p:nvSpPr>
            <p:spPr bwMode="auto">
              <a:xfrm>
                <a:off x="3736976" y="3406775"/>
                <a:ext cx="352425" cy="4763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7" name="îSḻîde"/>
              <p:cNvSpPr/>
              <p:nvPr/>
            </p:nvSpPr>
            <p:spPr bwMode="auto">
              <a:xfrm>
                <a:off x="3746501" y="3417888"/>
                <a:ext cx="3333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" name="î$ḻîḑé"/>
              <p:cNvSpPr/>
              <p:nvPr/>
            </p:nvSpPr>
            <p:spPr bwMode="auto">
              <a:xfrm>
                <a:off x="3805238" y="3417888"/>
                <a:ext cx="211138" cy="1588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" name="íŝļïḓe"/>
              <p:cNvSpPr/>
              <p:nvPr/>
            </p:nvSpPr>
            <p:spPr bwMode="auto">
              <a:xfrm>
                <a:off x="3811588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" name="îS1iḍé"/>
              <p:cNvSpPr/>
              <p:nvPr/>
            </p:nvSpPr>
            <p:spPr bwMode="auto">
              <a:xfrm>
                <a:off x="3802063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" name="išlïdé"/>
              <p:cNvSpPr/>
              <p:nvPr/>
            </p:nvSpPr>
            <p:spPr bwMode="auto">
              <a:xfrm>
                <a:off x="3789363" y="3421063"/>
                <a:ext cx="6350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" name="ïSlïde"/>
              <p:cNvSpPr/>
              <p:nvPr/>
            </p:nvSpPr>
            <p:spPr bwMode="auto">
              <a:xfrm>
                <a:off x="3822701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" name="îşľïďe"/>
              <p:cNvSpPr/>
              <p:nvPr/>
            </p:nvSpPr>
            <p:spPr bwMode="auto">
              <a:xfrm>
                <a:off x="3832226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" name="ïşľíďê"/>
              <p:cNvSpPr/>
              <p:nvPr/>
            </p:nvSpPr>
            <p:spPr bwMode="auto">
              <a:xfrm>
                <a:off x="38449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" name="íś1ïdè"/>
              <p:cNvSpPr/>
              <p:nvPr/>
            </p:nvSpPr>
            <p:spPr bwMode="auto">
              <a:xfrm>
                <a:off x="3854451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6" name="iṩḷiḍe"/>
              <p:cNvSpPr/>
              <p:nvPr/>
            </p:nvSpPr>
            <p:spPr bwMode="auto">
              <a:xfrm>
                <a:off x="3865563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7" name="ïŝ1iďè"/>
              <p:cNvSpPr/>
              <p:nvPr/>
            </p:nvSpPr>
            <p:spPr bwMode="auto">
              <a:xfrm>
                <a:off x="3878263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8" name="íṩļíḋê"/>
              <p:cNvSpPr/>
              <p:nvPr/>
            </p:nvSpPr>
            <p:spPr bwMode="auto">
              <a:xfrm>
                <a:off x="3887788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9" name="ïṧ1ïdè"/>
              <p:cNvSpPr/>
              <p:nvPr/>
            </p:nvSpPr>
            <p:spPr bwMode="auto">
              <a:xfrm>
                <a:off x="3897313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0" name="íŝḻîḍé"/>
              <p:cNvSpPr/>
              <p:nvPr/>
            </p:nvSpPr>
            <p:spPr bwMode="auto">
              <a:xfrm>
                <a:off x="3908426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1" name="îşḻïḓé"/>
              <p:cNvSpPr/>
              <p:nvPr/>
            </p:nvSpPr>
            <p:spPr bwMode="auto">
              <a:xfrm>
                <a:off x="39211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2" name="íśļíďè"/>
              <p:cNvSpPr/>
              <p:nvPr/>
            </p:nvSpPr>
            <p:spPr bwMode="auto">
              <a:xfrm>
                <a:off x="3930651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3" name="iŝ1ïdé"/>
              <p:cNvSpPr/>
              <p:nvPr/>
            </p:nvSpPr>
            <p:spPr bwMode="auto">
              <a:xfrm>
                <a:off x="3940176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4" name="is1ídè"/>
              <p:cNvSpPr/>
              <p:nvPr/>
            </p:nvSpPr>
            <p:spPr bwMode="auto">
              <a:xfrm>
                <a:off x="3951288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2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5" name="islíďê"/>
              <p:cNvSpPr/>
              <p:nvPr/>
            </p:nvSpPr>
            <p:spPr bwMode="auto">
              <a:xfrm>
                <a:off x="3963988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6" name="iṩlíḑê"/>
              <p:cNvSpPr/>
              <p:nvPr/>
            </p:nvSpPr>
            <p:spPr bwMode="auto">
              <a:xfrm>
                <a:off x="3973513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7" name="îṥḷïďê"/>
              <p:cNvSpPr/>
              <p:nvPr/>
            </p:nvSpPr>
            <p:spPr bwMode="auto">
              <a:xfrm>
                <a:off x="3983038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8" name="íṥḻïďè"/>
              <p:cNvSpPr/>
              <p:nvPr/>
            </p:nvSpPr>
            <p:spPr bwMode="auto">
              <a:xfrm>
                <a:off x="39973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9" name="íṡḷíḍè"/>
              <p:cNvSpPr/>
              <p:nvPr/>
            </p:nvSpPr>
            <p:spPr bwMode="auto">
              <a:xfrm>
                <a:off x="4006851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0" name="î$ḷîḑé"/>
              <p:cNvSpPr/>
              <p:nvPr/>
            </p:nvSpPr>
            <p:spPr bwMode="auto">
              <a:xfrm>
                <a:off x="4016376" y="3421063"/>
                <a:ext cx="6350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1" name="í$ľîdè"/>
              <p:cNvSpPr/>
              <p:nvPr/>
            </p:nvSpPr>
            <p:spPr bwMode="auto">
              <a:xfrm>
                <a:off x="4025901" y="3421063"/>
                <a:ext cx="7938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2" name="iṥ1iḍè"/>
              <p:cNvSpPr/>
              <p:nvPr/>
            </p:nvSpPr>
            <p:spPr bwMode="auto">
              <a:xfrm>
                <a:off x="4040188" y="3417888"/>
                <a:ext cx="3968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3" name="ïslidé"/>
              <p:cNvSpPr/>
              <p:nvPr/>
            </p:nvSpPr>
            <p:spPr bwMode="auto">
              <a:xfrm>
                <a:off x="3679826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4" name="íṡlïďè"/>
              <p:cNvSpPr/>
              <p:nvPr/>
            </p:nvSpPr>
            <p:spPr bwMode="auto">
              <a:xfrm>
                <a:off x="3884613" y="3490913"/>
                <a:ext cx="55563" cy="53975"/>
              </a:xfrm>
              <a:custGeom>
                <a:avLst/>
                <a:gdLst>
                  <a:gd name="T0" fmla="*/ 0 w 35"/>
                  <a:gd name="T1" fmla="*/ 0 h 34"/>
                  <a:gd name="T2" fmla="*/ 35 w 35"/>
                  <a:gd name="T3" fmla="*/ 0 h 34"/>
                  <a:gd name="T4" fmla="*/ 35 w 35"/>
                  <a:gd name="T5" fmla="*/ 34 h 34"/>
                  <a:gd name="T6" fmla="*/ 0 w 35"/>
                  <a:gd name="T7" fmla="*/ 34 h 34"/>
                  <a:gd name="T8" fmla="*/ 0 w 35"/>
                  <a:gd name="T9" fmla="*/ 0 h 34"/>
                  <a:gd name="T10" fmla="*/ 0 w 35"/>
                  <a:gd name="T11" fmla="*/ 0 h 34"/>
                  <a:gd name="T12" fmla="*/ 4 w 35"/>
                  <a:gd name="T13" fmla="*/ 8 h 34"/>
                  <a:gd name="T14" fmla="*/ 4 w 35"/>
                  <a:gd name="T15" fmla="*/ 27 h 34"/>
                  <a:gd name="T16" fmla="*/ 8 w 35"/>
                  <a:gd name="T17" fmla="*/ 27 h 34"/>
                  <a:gd name="T18" fmla="*/ 8 w 35"/>
                  <a:gd name="T19" fmla="*/ 8 h 34"/>
                  <a:gd name="T20" fmla="*/ 4 w 35"/>
                  <a:gd name="T21" fmla="*/ 8 h 34"/>
                  <a:gd name="T22" fmla="*/ 4 w 35"/>
                  <a:gd name="T23" fmla="*/ 8 h 34"/>
                  <a:gd name="T24" fmla="*/ 29 w 35"/>
                  <a:gd name="T25" fmla="*/ 8 h 34"/>
                  <a:gd name="T26" fmla="*/ 29 w 35"/>
                  <a:gd name="T27" fmla="*/ 27 h 34"/>
                  <a:gd name="T28" fmla="*/ 31 w 35"/>
                  <a:gd name="T29" fmla="*/ 27 h 34"/>
                  <a:gd name="T30" fmla="*/ 31 w 35"/>
                  <a:gd name="T31" fmla="*/ 8 h 34"/>
                  <a:gd name="T32" fmla="*/ 29 w 35"/>
                  <a:gd name="T33" fmla="*/ 8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5" h="34">
                    <a:moveTo>
                      <a:pt x="0" y="0"/>
                    </a:moveTo>
                    <a:lnTo>
                      <a:pt x="35" y="0"/>
                    </a:lnTo>
                    <a:lnTo>
                      <a:pt x="35" y="34"/>
                    </a:lnTo>
                    <a:lnTo>
                      <a:pt x="0" y="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4" y="8"/>
                    </a:moveTo>
                    <a:lnTo>
                      <a:pt x="4" y="27"/>
                    </a:lnTo>
                    <a:lnTo>
                      <a:pt x="8" y="27"/>
                    </a:lnTo>
                    <a:lnTo>
                      <a:pt x="8" y="8"/>
                    </a:lnTo>
                    <a:lnTo>
                      <a:pt x="4" y="8"/>
                    </a:lnTo>
                    <a:lnTo>
                      <a:pt x="4" y="8"/>
                    </a:lnTo>
                    <a:close/>
                    <a:moveTo>
                      <a:pt x="29" y="8"/>
                    </a:moveTo>
                    <a:lnTo>
                      <a:pt x="29" y="27"/>
                    </a:lnTo>
                    <a:lnTo>
                      <a:pt x="31" y="27"/>
                    </a:lnTo>
                    <a:lnTo>
                      <a:pt x="31" y="8"/>
                    </a:lnTo>
                    <a:lnTo>
                      <a:pt x="29" y="8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5" name="iṧ1ïḓè"/>
              <p:cNvSpPr/>
              <p:nvPr/>
            </p:nvSpPr>
            <p:spPr bwMode="auto">
              <a:xfrm>
                <a:off x="3551238" y="3067050"/>
                <a:ext cx="722313" cy="727075"/>
              </a:xfrm>
              <a:custGeom>
                <a:avLst/>
                <a:gdLst>
                  <a:gd name="T0" fmla="*/ 109 w 219"/>
                  <a:gd name="T1" fmla="*/ 0 h 218"/>
                  <a:gd name="T2" fmla="*/ 219 w 219"/>
                  <a:gd name="T3" fmla="*/ 109 h 218"/>
                  <a:gd name="T4" fmla="*/ 109 w 219"/>
                  <a:gd name="T5" fmla="*/ 218 h 218"/>
                  <a:gd name="T6" fmla="*/ 0 w 219"/>
                  <a:gd name="T7" fmla="*/ 109 h 218"/>
                  <a:gd name="T8" fmla="*/ 109 w 219"/>
                  <a:gd name="T9" fmla="*/ 0 h 218"/>
                  <a:gd name="T10" fmla="*/ 109 w 219"/>
                  <a:gd name="T11" fmla="*/ 3 h 218"/>
                  <a:gd name="T12" fmla="*/ 4 w 219"/>
                  <a:gd name="T13" fmla="*/ 109 h 218"/>
                  <a:gd name="T14" fmla="*/ 109 w 219"/>
                  <a:gd name="T15" fmla="*/ 215 h 218"/>
                  <a:gd name="T16" fmla="*/ 215 w 219"/>
                  <a:gd name="T17" fmla="*/ 109 h 218"/>
                  <a:gd name="T18" fmla="*/ 109 w 219"/>
                  <a:gd name="T19" fmla="*/ 3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9" h="218">
                    <a:moveTo>
                      <a:pt x="109" y="0"/>
                    </a:moveTo>
                    <a:cubicBezTo>
                      <a:pt x="170" y="0"/>
                      <a:pt x="219" y="49"/>
                      <a:pt x="219" y="109"/>
                    </a:cubicBezTo>
                    <a:cubicBezTo>
                      <a:pt x="219" y="169"/>
                      <a:pt x="170" y="218"/>
                      <a:pt x="109" y="218"/>
                    </a:cubicBezTo>
                    <a:cubicBezTo>
                      <a:pt x="49" y="218"/>
                      <a:pt x="0" y="169"/>
                      <a:pt x="0" y="109"/>
                    </a:cubicBezTo>
                    <a:cubicBezTo>
                      <a:pt x="0" y="49"/>
                      <a:pt x="49" y="0"/>
                      <a:pt x="109" y="0"/>
                    </a:cubicBezTo>
                    <a:close/>
                    <a:moveTo>
                      <a:pt x="109" y="3"/>
                    </a:moveTo>
                    <a:cubicBezTo>
                      <a:pt x="51" y="3"/>
                      <a:pt x="4" y="51"/>
                      <a:pt x="4" y="109"/>
                    </a:cubicBezTo>
                    <a:cubicBezTo>
                      <a:pt x="4" y="167"/>
                      <a:pt x="51" y="215"/>
                      <a:pt x="109" y="215"/>
                    </a:cubicBezTo>
                    <a:cubicBezTo>
                      <a:pt x="168" y="215"/>
                      <a:pt x="215" y="167"/>
                      <a:pt x="215" y="109"/>
                    </a:cubicBezTo>
                    <a:cubicBezTo>
                      <a:pt x="215" y="51"/>
                      <a:pt x="168" y="3"/>
                      <a:pt x="109" y="3"/>
                    </a:cubicBez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47" name="íşḷïḑe"/>
            <p:cNvGrpSpPr/>
            <p:nvPr userDrawn="1"/>
          </p:nvGrpSpPr>
          <p:grpSpPr>
            <a:xfrm>
              <a:off x="4894762" y="471192"/>
              <a:ext cx="4437911" cy="1614111"/>
              <a:chOff x="4412452" y="3106738"/>
              <a:chExt cx="2312689" cy="841148"/>
            </a:xfrm>
          </p:grpSpPr>
          <p:grpSp>
            <p:nvGrpSpPr>
              <p:cNvPr id="248" name="îṥľíḑé"/>
              <p:cNvGrpSpPr/>
              <p:nvPr/>
            </p:nvGrpSpPr>
            <p:grpSpPr>
              <a:xfrm>
                <a:off x="4422776" y="3106738"/>
                <a:ext cx="2293937" cy="617538"/>
                <a:chOff x="4422776" y="3106738"/>
                <a:chExt cx="2293937" cy="617538"/>
              </a:xfrm>
            </p:grpSpPr>
            <p:sp>
              <p:nvSpPr>
                <p:cNvPr id="265" name="išḻiḑé"/>
                <p:cNvSpPr/>
                <p:nvPr/>
              </p:nvSpPr>
              <p:spPr bwMode="auto">
                <a:xfrm>
                  <a:off x="4811713" y="3200400"/>
                  <a:ext cx="49213" cy="100013"/>
                </a:xfrm>
                <a:custGeom>
                  <a:avLst/>
                  <a:gdLst>
                    <a:gd name="T0" fmla="*/ 0 w 15"/>
                    <a:gd name="T1" fmla="*/ 1 h 30"/>
                    <a:gd name="T2" fmla="*/ 1 w 15"/>
                    <a:gd name="T3" fmla="*/ 12 h 30"/>
                    <a:gd name="T4" fmla="*/ 0 w 15"/>
                    <a:gd name="T5" fmla="*/ 21 h 30"/>
                    <a:gd name="T6" fmla="*/ 2 w 15"/>
                    <a:gd name="T7" fmla="*/ 28 h 30"/>
                    <a:gd name="T8" fmla="*/ 7 w 15"/>
                    <a:gd name="T9" fmla="*/ 30 h 30"/>
                    <a:gd name="T10" fmla="*/ 12 w 15"/>
                    <a:gd name="T11" fmla="*/ 26 h 30"/>
                    <a:gd name="T12" fmla="*/ 15 w 15"/>
                    <a:gd name="T13" fmla="*/ 18 h 30"/>
                    <a:gd name="T14" fmla="*/ 3 w 15"/>
                    <a:gd name="T15" fmla="*/ 0 h 30"/>
                    <a:gd name="T16" fmla="*/ 0 w 15"/>
                    <a:gd name="T17" fmla="*/ 1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30">
                      <a:moveTo>
                        <a:pt x="0" y="1"/>
                      </a:moveTo>
                      <a:cubicBezTo>
                        <a:pt x="1" y="12"/>
                        <a:pt x="1" y="12"/>
                        <a:pt x="1" y="12"/>
                      </a:cubicBezTo>
                      <a:cubicBezTo>
                        <a:pt x="1" y="13"/>
                        <a:pt x="0" y="18"/>
                        <a:pt x="0" y="21"/>
                      </a:cubicBezTo>
                      <a:cubicBezTo>
                        <a:pt x="0" y="24"/>
                        <a:pt x="2" y="25"/>
                        <a:pt x="2" y="28"/>
                      </a:cubicBezTo>
                      <a:cubicBezTo>
                        <a:pt x="7" y="30"/>
                        <a:pt x="7" y="30"/>
                        <a:pt x="7" y="30"/>
                      </a:cubicBezTo>
                      <a:cubicBezTo>
                        <a:pt x="9" y="27"/>
                        <a:pt x="10" y="29"/>
                        <a:pt x="12" y="26"/>
                      </a:cubicBezTo>
                      <a:cubicBezTo>
                        <a:pt x="14" y="23"/>
                        <a:pt x="14" y="21"/>
                        <a:pt x="15" y="18"/>
                      </a:cubicBezTo>
                      <a:cubicBezTo>
                        <a:pt x="12" y="7"/>
                        <a:pt x="13" y="5"/>
                        <a:pt x="3" y="0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6" name="íṥľíďè"/>
                <p:cNvSpPr/>
                <p:nvPr/>
              </p:nvSpPr>
              <p:spPr bwMode="auto">
                <a:xfrm>
                  <a:off x="5221288" y="3184525"/>
                  <a:ext cx="36513" cy="122238"/>
                </a:xfrm>
                <a:custGeom>
                  <a:avLst/>
                  <a:gdLst>
                    <a:gd name="T0" fmla="*/ 0 w 11"/>
                    <a:gd name="T1" fmla="*/ 3 h 37"/>
                    <a:gd name="T2" fmla="*/ 2 w 11"/>
                    <a:gd name="T3" fmla="*/ 14 h 37"/>
                    <a:gd name="T4" fmla="*/ 0 w 11"/>
                    <a:gd name="T5" fmla="*/ 33 h 37"/>
                    <a:gd name="T6" fmla="*/ 0 w 11"/>
                    <a:gd name="T7" fmla="*/ 36 h 37"/>
                    <a:gd name="T8" fmla="*/ 2 w 11"/>
                    <a:gd name="T9" fmla="*/ 37 h 37"/>
                    <a:gd name="T10" fmla="*/ 8 w 11"/>
                    <a:gd name="T11" fmla="*/ 27 h 37"/>
                    <a:gd name="T12" fmla="*/ 11 w 11"/>
                    <a:gd name="T13" fmla="*/ 17 h 37"/>
                    <a:gd name="T14" fmla="*/ 11 w 11"/>
                    <a:gd name="T15" fmla="*/ 15 h 37"/>
                    <a:gd name="T16" fmla="*/ 7 w 11"/>
                    <a:gd name="T17" fmla="*/ 2 h 37"/>
                    <a:gd name="T18" fmla="*/ 2 w 11"/>
                    <a:gd name="T19" fmla="*/ 0 h 37"/>
                    <a:gd name="T20" fmla="*/ 0 w 11"/>
                    <a:gd name="T21" fmla="*/ 3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1" h="37">
                      <a:moveTo>
                        <a:pt x="0" y="3"/>
                      </a:moveTo>
                      <a:cubicBezTo>
                        <a:pt x="2" y="14"/>
                        <a:pt x="2" y="14"/>
                        <a:pt x="2" y="14"/>
                      </a:cubicBezTo>
                      <a:cubicBezTo>
                        <a:pt x="2" y="19"/>
                        <a:pt x="0" y="27"/>
                        <a:pt x="0" y="33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2" y="36"/>
                        <a:pt x="1" y="37"/>
                        <a:pt x="2" y="37"/>
                      </a:cubicBezTo>
                      <a:cubicBezTo>
                        <a:pt x="3" y="37"/>
                        <a:pt x="7" y="28"/>
                        <a:pt x="8" y="27"/>
                      </a:cubicBezTo>
                      <a:cubicBezTo>
                        <a:pt x="9" y="24"/>
                        <a:pt x="11" y="21"/>
                        <a:pt x="11" y="17"/>
                      </a:cubicBezTo>
                      <a:cubicBezTo>
                        <a:pt x="11" y="15"/>
                        <a:pt x="11" y="15"/>
                        <a:pt x="11" y="15"/>
                      </a:cubicBezTo>
                      <a:cubicBezTo>
                        <a:pt x="11" y="7"/>
                        <a:pt x="8" y="7"/>
                        <a:pt x="7" y="2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1"/>
                        <a:pt x="0" y="1"/>
                        <a:pt x="0" y="3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7" name="íś1iḑe"/>
                <p:cNvSpPr/>
                <p:nvPr/>
              </p:nvSpPr>
              <p:spPr bwMode="auto">
                <a:xfrm>
                  <a:off x="4554538" y="3251200"/>
                  <a:ext cx="119063" cy="58738"/>
                </a:xfrm>
                <a:custGeom>
                  <a:avLst/>
                  <a:gdLst>
                    <a:gd name="T0" fmla="*/ 0 w 36"/>
                    <a:gd name="T1" fmla="*/ 15 h 18"/>
                    <a:gd name="T2" fmla="*/ 2 w 36"/>
                    <a:gd name="T3" fmla="*/ 16 h 18"/>
                    <a:gd name="T4" fmla="*/ 13 w 36"/>
                    <a:gd name="T5" fmla="*/ 18 h 18"/>
                    <a:gd name="T6" fmla="*/ 16 w 36"/>
                    <a:gd name="T7" fmla="*/ 18 h 18"/>
                    <a:gd name="T8" fmla="*/ 22 w 36"/>
                    <a:gd name="T9" fmla="*/ 17 h 18"/>
                    <a:gd name="T10" fmla="*/ 23 w 36"/>
                    <a:gd name="T11" fmla="*/ 17 h 18"/>
                    <a:gd name="T12" fmla="*/ 30 w 36"/>
                    <a:gd name="T13" fmla="*/ 13 h 18"/>
                    <a:gd name="T14" fmla="*/ 36 w 36"/>
                    <a:gd name="T15" fmla="*/ 8 h 18"/>
                    <a:gd name="T16" fmla="*/ 36 w 36"/>
                    <a:gd name="T17" fmla="*/ 7 h 18"/>
                    <a:gd name="T18" fmla="*/ 36 w 36"/>
                    <a:gd name="T19" fmla="*/ 4 h 18"/>
                    <a:gd name="T20" fmla="*/ 32 w 36"/>
                    <a:gd name="T21" fmla="*/ 0 h 18"/>
                    <a:gd name="T22" fmla="*/ 24 w 36"/>
                    <a:gd name="T23" fmla="*/ 3 h 18"/>
                    <a:gd name="T24" fmla="*/ 16 w 36"/>
                    <a:gd name="T25" fmla="*/ 7 h 18"/>
                    <a:gd name="T26" fmla="*/ 0 w 36"/>
                    <a:gd name="T27" fmla="*/ 15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6" h="18">
                      <a:moveTo>
                        <a:pt x="0" y="15"/>
                      </a:moveTo>
                      <a:cubicBezTo>
                        <a:pt x="1" y="16"/>
                        <a:pt x="1" y="16"/>
                        <a:pt x="2" y="16"/>
                      </a:cubicBezTo>
                      <a:cubicBezTo>
                        <a:pt x="6" y="16"/>
                        <a:pt x="9" y="18"/>
                        <a:pt x="13" y="18"/>
                      </a:cubicBezTo>
                      <a:cubicBezTo>
                        <a:pt x="16" y="18"/>
                        <a:pt x="16" y="18"/>
                        <a:pt x="16" y="18"/>
                      </a:cubicBezTo>
                      <a:cubicBezTo>
                        <a:pt x="22" y="17"/>
                        <a:pt x="22" y="17"/>
                        <a:pt x="22" y="17"/>
                      </a:cubicBezTo>
                      <a:cubicBezTo>
                        <a:pt x="23" y="17"/>
                        <a:pt x="23" y="17"/>
                        <a:pt x="23" y="17"/>
                      </a:cubicBezTo>
                      <a:cubicBezTo>
                        <a:pt x="26" y="16"/>
                        <a:pt x="28" y="14"/>
                        <a:pt x="30" y="13"/>
                      </a:cubicBezTo>
                      <a:cubicBezTo>
                        <a:pt x="34" y="11"/>
                        <a:pt x="33" y="10"/>
                        <a:pt x="36" y="8"/>
                      </a:cubicBezTo>
                      <a:cubicBezTo>
                        <a:pt x="36" y="7"/>
                        <a:pt x="36" y="7"/>
                        <a:pt x="36" y="7"/>
                      </a:cubicBezTo>
                      <a:cubicBezTo>
                        <a:pt x="36" y="4"/>
                        <a:pt x="36" y="4"/>
                        <a:pt x="36" y="4"/>
                      </a:cubicBezTo>
                      <a:cubicBezTo>
                        <a:pt x="36" y="1"/>
                        <a:pt x="33" y="2"/>
                        <a:pt x="32" y="0"/>
                      </a:cubicBezTo>
                      <a:cubicBezTo>
                        <a:pt x="29" y="1"/>
                        <a:pt x="27" y="1"/>
                        <a:pt x="24" y="3"/>
                      </a:cubicBezTo>
                      <a:cubicBezTo>
                        <a:pt x="21" y="4"/>
                        <a:pt x="19" y="6"/>
                        <a:pt x="16" y="7"/>
                      </a:cubicBezTo>
                      <a:cubicBezTo>
                        <a:pt x="11" y="11"/>
                        <a:pt x="4" y="10"/>
                        <a:pt x="0" y="1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8" name="iṩ1iḋè"/>
                <p:cNvSpPr/>
                <p:nvPr/>
              </p:nvSpPr>
              <p:spPr bwMode="auto">
                <a:xfrm>
                  <a:off x="6359526" y="3263900"/>
                  <a:ext cx="93663" cy="139700"/>
                </a:xfrm>
                <a:custGeom>
                  <a:avLst/>
                  <a:gdLst>
                    <a:gd name="T0" fmla="*/ 15 w 28"/>
                    <a:gd name="T1" fmla="*/ 1 h 42"/>
                    <a:gd name="T2" fmla="*/ 6 w 28"/>
                    <a:gd name="T3" fmla="*/ 11 h 42"/>
                    <a:gd name="T4" fmla="*/ 6 w 28"/>
                    <a:gd name="T5" fmla="*/ 13 h 42"/>
                    <a:gd name="T6" fmla="*/ 5 w 28"/>
                    <a:gd name="T7" fmla="*/ 16 h 42"/>
                    <a:gd name="T8" fmla="*/ 6 w 28"/>
                    <a:gd name="T9" fmla="*/ 20 h 42"/>
                    <a:gd name="T10" fmla="*/ 6 w 28"/>
                    <a:gd name="T11" fmla="*/ 21 h 42"/>
                    <a:gd name="T12" fmla="*/ 0 w 28"/>
                    <a:gd name="T13" fmla="*/ 38 h 42"/>
                    <a:gd name="T14" fmla="*/ 0 w 28"/>
                    <a:gd name="T15" fmla="*/ 41 h 42"/>
                    <a:gd name="T16" fmla="*/ 3 w 28"/>
                    <a:gd name="T17" fmla="*/ 42 h 42"/>
                    <a:gd name="T18" fmla="*/ 9 w 28"/>
                    <a:gd name="T19" fmla="*/ 32 h 42"/>
                    <a:gd name="T20" fmla="*/ 12 w 28"/>
                    <a:gd name="T21" fmla="*/ 26 h 42"/>
                    <a:gd name="T22" fmla="*/ 14 w 28"/>
                    <a:gd name="T23" fmla="*/ 26 h 42"/>
                    <a:gd name="T24" fmla="*/ 20 w 28"/>
                    <a:gd name="T25" fmla="*/ 26 h 42"/>
                    <a:gd name="T26" fmla="*/ 28 w 28"/>
                    <a:gd name="T27" fmla="*/ 14 h 42"/>
                    <a:gd name="T28" fmla="*/ 28 w 28"/>
                    <a:gd name="T29" fmla="*/ 6 h 42"/>
                    <a:gd name="T30" fmla="*/ 28 w 28"/>
                    <a:gd name="T31" fmla="*/ 5 h 42"/>
                    <a:gd name="T32" fmla="*/ 27 w 28"/>
                    <a:gd name="T33" fmla="*/ 3 h 42"/>
                    <a:gd name="T34" fmla="*/ 26 w 28"/>
                    <a:gd name="T35" fmla="*/ 3 h 42"/>
                    <a:gd name="T36" fmla="*/ 24 w 28"/>
                    <a:gd name="T37" fmla="*/ 3 h 42"/>
                    <a:gd name="T38" fmla="*/ 23 w 28"/>
                    <a:gd name="T39" fmla="*/ 3 h 42"/>
                    <a:gd name="T40" fmla="*/ 20 w 28"/>
                    <a:gd name="T41" fmla="*/ 0 h 42"/>
                    <a:gd name="T42" fmla="*/ 15 w 28"/>
                    <a:gd name="T43" fmla="*/ 1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28" h="42">
                      <a:moveTo>
                        <a:pt x="15" y="1"/>
                      </a:moveTo>
                      <a:cubicBezTo>
                        <a:pt x="15" y="10"/>
                        <a:pt x="8" y="6"/>
                        <a:pt x="6" y="11"/>
                      </a:cubicBezTo>
                      <a:cubicBezTo>
                        <a:pt x="6" y="13"/>
                        <a:pt x="6" y="13"/>
                        <a:pt x="6" y="13"/>
                      </a:cubicBezTo>
                      <a:cubicBezTo>
                        <a:pt x="6" y="14"/>
                        <a:pt x="5" y="14"/>
                        <a:pt x="5" y="16"/>
                      </a:cubicBezTo>
                      <a:cubicBezTo>
                        <a:pt x="6" y="20"/>
                        <a:pt x="6" y="20"/>
                        <a:pt x="6" y="20"/>
                      </a:cubicBezTo>
                      <a:cubicBezTo>
                        <a:pt x="6" y="21"/>
                        <a:pt x="6" y="21"/>
                        <a:pt x="6" y="21"/>
                      </a:cubicBezTo>
                      <a:cubicBezTo>
                        <a:pt x="6" y="29"/>
                        <a:pt x="0" y="31"/>
                        <a:pt x="0" y="3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2" y="42"/>
                        <a:pt x="2" y="42"/>
                        <a:pt x="3" y="42"/>
                      </a:cubicBezTo>
                      <a:cubicBezTo>
                        <a:pt x="7" y="42"/>
                        <a:pt x="9" y="36"/>
                        <a:pt x="9" y="32"/>
                      </a:cubicBezTo>
                      <a:cubicBezTo>
                        <a:pt x="9" y="29"/>
                        <a:pt x="10" y="26"/>
                        <a:pt x="12" y="26"/>
                      </a:cubicBezTo>
                      <a:cubicBezTo>
                        <a:pt x="14" y="26"/>
                        <a:pt x="14" y="26"/>
                        <a:pt x="14" y="26"/>
                      </a:cubicBezTo>
                      <a:cubicBezTo>
                        <a:pt x="20" y="26"/>
                        <a:pt x="20" y="26"/>
                        <a:pt x="20" y="26"/>
                      </a:cubicBezTo>
                      <a:cubicBezTo>
                        <a:pt x="24" y="24"/>
                        <a:pt x="28" y="21"/>
                        <a:pt x="28" y="14"/>
                      </a:cubicBezTo>
                      <a:cubicBezTo>
                        <a:pt x="28" y="6"/>
                        <a:pt x="28" y="6"/>
                        <a:pt x="28" y="6"/>
                      </a:cubicBezTo>
                      <a:cubicBezTo>
                        <a:pt x="28" y="5"/>
                        <a:pt x="28" y="5"/>
                        <a:pt x="28" y="5"/>
                      </a:cubicBezTo>
                      <a:cubicBezTo>
                        <a:pt x="27" y="3"/>
                        <a:pt x="27" y="3"/>
                        <a:pt x="27" y="3"/>
                      </a:cubicBezTo>
                      <a:cubicBezTo>
                        <a:pt x="26" y="3"/>
                        <a:pt x="26" y="3"/>
                        <a:pt x="26" y="3"/>
                      </a:cubicBezTo>
                      <a:cubicBezTo>
                        <a:pt x="24" y="3"/>
                        <a:pt x="24" y="3"/>
                        <a:pt x="24" y="3"/>
                      </a:cubicBezTo>
                      <a:cubicBezTo>
                        <a:pt x="23" y="3"/>
                        <a:pt x="23" y="3"/>
                        <a:pt x="23" y="3"/>
                      </a:cubicBezTo>
                      <a:cubicBezTo>
                        <a:pt x="20" y="0"/>
                        <a:pt x="20" y="0"/>
                        <a:pt x="20" y="0"/>
                      </a:cubicBezTo>
                      <a:lnTo>
                        <a:pt x="15" y="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9" name="íṩlïḓè"/>
                <p:cNvSpPr/>
                <p:nvPr/>
              </p:nvSpPr>
              <p:spPr bwMode="auto">
                <a:xfrm>
                  <a:off x="5826126" y="3273425"/>
                  <a:ext cx="223838" cy="293688"/>
                </a:xfrm>
                <a:custGeom>
                  <a:avLst/>
                  <a:gdLst>
                    <a:gd name="T0" fmla="*/ 38 w 68"/>
                    <a:gd name="T1" fmla="*/ 16 h 88"/>
                    <a:gd name="T2" fmla="*/ 40 w 68"/>
                    <a:gd name="T3" fmla="*/ 5 h 88"/>
                    <a:gd name="T4" fmla="*/ 36 w 68"/>
                    <a:gd name="T5" fmla="*/ 1 h 88"/>
                    <a:gd name="T6" fmla="*/ 36 w 68"/>
                    <a:gd name="T7" fmla="*/ 1 h 88"/>
                    <a:gd name="T8" fmla="*/ 33 w 68"/>
                    <a:gd name="T9" fmla="*/ 0 h 88"/>
                    <a:gd name="T10" fmla="*/ 24 w 68"/>
                    <a:gd name="T11" fmla="*/ 7 h 88"/>
                    <a:gd name="T12" fmla="*/ 24 w 68"/>
                    <a:gd name="T13" fmla="*/ 8 h 88"/>
                    <a:gd name="T14" fmla="*/ 26 w 68"/>
                    <a:gd name="T15" fmla="*/ 18 h 88"/>
                    <a:gd name="T16" fmla="*/ 27 w 68"/>
                    <a:gd name="T17" fmla="*/ 28 h 88"/>
                    <a:gd name="T18" fmla="*/ 27 w 68"/>
                    <a:gd name="T19" fmla="*/ 39 h 88"/>
                    <a:gd name="T20" fmla="*/ 16 w 68"/>
                    <a:gd name="T21" fmla="*/ 48 h 88"/>
                    <a:gd name="T22" fmla="*/ 7 w 68"/>
                    <a:gd name="T23" fmla="*/ 49 h 88"/>
                    <a:gd name="T24" fmla="*/ 5 w 68"/>
                    <a:gd name="T25" fmla="*/ 49 h 88"/>
                    <a:gd name="T26" fmla="*/ 4 w 68"/>
                    <a:gd name="T27" fmla="*/ 49 h 88"/>
                    <a:gd name="T28" fmla="*/ 0 w 68"/>
                    <a:gd name="T29" fmla="*/ 54 h 88"/>
                    <a:gd name="T30" fmla="*/ 5 w 68"/>
                    <a:gd name="T31" fmla="*/ 60 h 88"/>
                    <a:gd name="T32" fmla="*/ 11 w 68"/>
                    <a:gd name="T33" fmla="*/ 60 h 88"/>
                    <a:gd name="T34" fmla="*/ 13 w 68"/>
                    <a:gd name="T35" fmla="*/ 59 h 88"/>
                    <a:gd name="T36" fmla="*/ 20 w 68"/>
                    <a:gd name="T37" fmla="*/ 66 h 88"/>
                    <a:gd name="T38" fmla="*/ 17 w 68"/>
                    <a:gd name="T39" fmla="*/ 72 h 88"/>
                    <a:gd name="T40" fmla="*/ 13 w 68"/>
                    <a:gd name="T41" fmla="*/ 76 h 88"/>
                    <a:gd name="T42" fmla="*/ 2 w 68"/>
                    <a:gd name="T43" fmla="*/ 82 h 88"/>
                    <a:gd name="T44" fmla="*/ 2 w 68"/>
                    <a:gd name="T45" fmla="*/ 83 h 88"/>
                    <a:gd name="T46" fmla="*/ 2 w 68"/>
                    <a:gd name="T47" fmla="*/ 87 h 88"/>
                    <a:gd name="T48" fmla="*/ 4 w 68"/>
                    <a:gd name="T49" fmla="*/ 88 h 88"/>
                    <a:gd name="T50" fmla="*/ 25 w 68"/>
                    <a:gd name="T51" fmla="*/ 77 h 88"/>
                    <a:gd name="T52" fmla="*/ 31 w 68"/>
                    <a:gd name="T53" fmla="*/ 69 h 88"/>
                    <a:gd name="T54" fmla="*/ 40 w 68"/>
                    <a:gd name="T55" fmla="*/ 63 h 88"/>
                    <a:gd name="T56" fmla="*/ 52 w 68"/>
                    <a:gd name="T57" fmla="*/ 70 h 88"/>
                    <a:gd name="T58" fmla="*/ 48 w 68"/>
                    <a:gd name="T59" fmla="*/ 79 h 88"/>
                    <a:gd name="T60" fmla="*/ 59 w 68"/>
                    <a:gd name="T61" fmla="*/ 81 h 88"/>
                    <a:gd name="T62" fmla="*/ 68 w 68"/>
                    <a:gd name="T63" fmla="*/ 71 h 88"/>
                    <a:gd name="T64" fmla="*/ 59 w 68"/>
                    <a:gd name="T65" fmla="*/ 62 h 88"/>
                    <a:gd name="T66" fmla="*/ 44 w 68"/>
                    <a:gd name="T67" fmla="*/ 60 h 88"/>
                    <a:gd name="T68" fmla="*/ 42 w 68"/>
                    <a:gd name="T69" fmla="*/ 60 h 88"/>
                    <a:gd name="T70" fmla="*/ 36 w 68"/>
                    <a:gd name="T71" fmla="*/ 53 h 88"/>
                    <a:gd name="T72" fmla="*/ 48 w 68"/>
                    <a:gd name="T73" fmla="*/ 42 h 88"/>
                    <a:gd name="T74" fmla="*/ 59 w 68"/>
                    <a:gd name="T75" fmla="*/ 32 h 88"/>
                    <a:gd name="T76" fmla="*/ 59 w 68"/>
                    <a:gd name="T77" fmla="*/ 30 h 88"/>
                    <a:gd name="T78" fmla="*/ 59 w 68"/>
                    <a:gd name="T79" fmla="*/ 29 h 88"/>
                    <a:gd name="T80" fmla="*/ 54 w 68"/>
                    <a:gd name="T81" fmla="*/ 26 h 88"/>
                    <a:gd name="T82" fmla="*/ 51 w 68"/>
                    <a:gd name="T83" fmla="*/ 27 h 88"/>
                    <a:gd name="T84" fmla="*/ 50 w 68"/>
                    <a:gd name="T85" fmla="*/ 27 h 88"/>
                    <a:gd name="T86" fmla="*/ 41 w 68"/>
                    <a:gd name="T87" fmla="*/ 33 h 88"/>
                    <a:gd name="T88" fmla="*/ 38 w 68"/>
                    <a:gd name="T89" fmla="*/ 28 h 88"/>
                    <a:gd name="T90" fmla="*/ 38 w 68"/>
                    <a:gd name="T91" fmla="*/ 27 h 88"/>
                    <a:gd name="T92" fmla="*/ 38 w 68"/>
                    <a:gd name="T93" fmla="*/ 16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68" h="88">
                      <a:moveTo>
                        <a:pt x="38" y="16"/>
                      </a:moveTo>
                      <a:cubicBezTo>
                        <a:pt x="39" y="11"/>
                        <a:pt x="40" y="9"/>
                        <a:pt x="40" y="5"/>
                      </a:cubicBezTo>
                      <a:cubicBezTo>
                        <a:pt x="40" y="3"/>
                        <a:pt x="38" y="1"/>
                        <a:pt x="36" y="1"/>
                      </a:cubicBezTo>
                      <a:cubicBezTo>
                        <a:pt x="36" y="1"/>
                        <a:pt x="36" y="1"/>
                        <a:pt x="36" y="1"/>
                      </a:cubicBezTo>
                      <a:cubicBezTo>
                        <a:pt x="34" y="1"/>
                        <a:pt x="34" y="1"/>
                        <a:pt x="33" y="0"/>
                      </a:cubicBezTo>
                      <a:cubicBezTo>
                        <a:pt x="28" y="3"/>
                        <a:pt x="28" y="1"/>
                        <a:pt x="24" y="7"/>
                      </a:cubicBezTo>
                      <a:cubicBezTo>
                        <a:pt x="24" y="8"/>
                        <a:pt x="24" y="8"/>
                        <a:pt x="24" y="8"/>
                      </a:cubicBezTo>
                      <a:cubicBezTo>
                        <a:pt x="24" y="12"/>
                        <a:pt x="26" y="14"/>
                        <a:pt x="26" y="18"/>
                      </a:cubicBezTo>
                      <a:cubicBezTo>
                        <a:pt x="27" y="28"/>
                        <a:pt x="27" y="28"/>
                        <a:pt x="27" y="28"/>
                      </a:cubicBezTo>
                      <a:cubicBezTo>
                        <a:pt x="27" y="39"/>
                        <a:pt x="27" y="39"/>
                        <a:pt x="27" y="39"/>
                      </a:cubicBezTo>
                      <a:cubicBezTo>
                        <a:pt x="28" y="45"/>
                        <a:pt x="22" y="48"/>
                        <a:pt x="16" y="48"/>
                      </a:cubicBezTo>
                      <a:cubicBezTo>
                        <a:pt x="7" y="49"/>
                        <a:pt x="7" y="49"/>
                        <a:pt x="7" y="49"/>
                      </a:cubicBezTo>
                      <a:cubicBezTo>
                        <a:pt x="5" y="49"/>
                        <a:pt x="5" y="49"/>
                        <a:pt x="5" y="49"/>
                      </a:cubicBezTo>
                      <a:cubicBezTo>
                        <a:pt x="4" y="49"/>
                        <a:pt x="4" y="49"/>
                        <a:pt x="4" y="49"/>
                      </a:cubicBezTo>
                      <a:cubicBezTo>
                        <a:pt x="2" y="50"/>
                        <a:pt x="0" y="51"/>
                        <a:pt x="0" y="54"/>
                      </a:cubicBezTo>
                      <a:cubicBezTo>
                        <a:pt x="0" y="56"/>
                        <a:pt x="3" y="60"/>
                        <a:pt x="5" y="60"/>
                      </a:cubicBezTo>
                      <a:cubicBezTo>
                        <a:pt x="11" y="60"/>
                        <a:pt x="11" y="60"/>
                        <a:pt x="11" y="60"/>
                      </a:cubicBezTo>
                      <a:cubicBezTo>
                        <a:pt x="12" y="60"/>
                        <a:pt x="12" y="60"/>
                        <a:pt x="13" y="59"/>
                      </a:cubicBezTo>
                      <a:cubicBezTo>
                        <a:pt x="17" y="62"/>
                        <a:pt x="17" y="60"/>
                        <a:pt x="20" y="66"/>
                      </a:cubicBezTo>
                      <a:cubicBezTo>
                        <a:pt x="18" y="69"/>
                        <a:pt x="20" y="68"/>
                        <a:pt x="17" y="72"/>
                      </a:cubicBezTo>
                      <a:cubicBezTo>
                        <a:pt x="15" y="73"/>
                        <a:pt x="15" y="75"/>
                        <a:pt x="13" y="76"/>
                      </a:cubicBezTo>
                      <a:cubicBezTo>
                        <a:pt x="8" y="79"/>
                        <a:pt x="7" y="80"/>
                        <a:pt x="2" y="82"/>
                      </a:cubicBezTo>
                      <a:cubicBezTo>
                        <a:pt x="2" y="83"/>
                        <a:pt x="2" y="83"/>
                        <a:pt x="2" y="83"/>
                      </a:cubicBezTo>
                      <a:cubicBezTo>
                        <a:pt x="2" y="87"/>
                        <a:pt x="2" y="87"/>
                        <a:pt x="2" y="87"/>
                      </a:cubicBezTo>
                      <a:cubicBezTo>
                        <a:pt x="4" y="87"/>
                        <a:pt x="3" y="88"/>
                        <a:pt x="4" y="88"/>
                      </a:cubicBezTo>
                      <a:cubicBezTo>
                        <a:pt x="13" y="88"/>
                        <a:pt x="20" y="82"/>
                        <a:pt x="25" y="77"/>
                      </a:cubicBezTo>
                      <a:cubicBezTo>
                        <a:pt x="26" y="76"/>
                        <a:pt x="30" y="71"/>
                        <a:pt x="31" y="69"/>
                      </a:cubicBezTo>
                      <a:cubicBezTo>
                        <a:pt x="33" y="65"/>
                        <a:pt x="35" y="63"/>
                        <a:pt x="40" y="63"/>
                      </a:cubicBezTo>
                      <a:cubicBezTo>
                        <a:pt x="45" y="63"/>
                        <a:pt x="49" y="67"/>
                        <a:pt x="52" y="70"/>
                      </a:cubicBezTo>
                      <a:cubicBezTo>
                        <a:pt x="48" y="79"/>
                        <a:pt x="48" y="79"/>
                        <a:pt x="48" y="79"/>
                      </a:cubicBezTo>
                      <a:cubicBezTo>
                        <a:pt x="50" y="79"/>
                        <a:pt x="58" y="81"/>
                        <a:pt x="59" y="81"/>
                      </a:cubicBezTo>
                      <a:cubicBezTo>
                        <a:pt x="65" y="81"/>
                        <a:pt x="67" y="76"/>
                        <a:pt x="68" y="71"/>
                      </a:cubicBezTo>
                      <a:cubicBezTo>
                        <a:pt x="67" y="65"/>
                        <a:pt x="63" y="64"/>
                        <a:pt x="59" y="62"/>
                      </a:cubicBezTo>
                      <a:cubicBezTo>
                        <a:pt x="53" y="59"/>
                        <a:pt x="51" y="60"/>
                        <a:pt x="44" y="60"/>
                      </a:cubicBezTo>
                      <a:cubicBezTo>
                        <a:pt x="43" y="60"/>
                        <a:pt x="43" y="60"/>
                        <a:pt x="42" y="60"/>
                      </a:cubicBezTo>
                      <a:cubicBezTo>
                        <a:pt x="40" y="59"/>
                        <a:pt x="36" y="56"/>
                        <a:pt x="36" y="53"/>
                      </a:cubicBezTo>
                      <a:cubicBezTo>
                        <a:pt x="36" y="51"/>
                        <a:pt x="45" y="44"/>
                        <a:pt x="48" y="42"/>
                      </a:cubicBezTo>
                      <a:cubicBezTo>
                        <a:pt x="50" y="41"/>
                        <a:pt x="59" y="34"/>
                        <a:pt x="59" y="32"/>
                      </a:cubicBezTo>
                      <a:cubicBezTo>
                        <a:pt x="59" y="30"/>
                        <a:pt x="59" y="30"/>
                        <a:pt x="59" y="30"/>
                      </a:cubicBezTo>
                      <a:cubicBezTo>
                        <a:pt x="59" y="29"/>
                        <a:pt x="59" y="29"/>
                        <a:pt x="59" y="29"/>
                      </a:cubicBezTo>
                      <a:cubicBezTo>
                        <a:pt x="54" y="26"/>
                        <a:pt x="54" y="26"/>
                        <a:pt x="54" y="26"/>
                      </a:cubicBezTo>
                      <a:cubicBezTo>
                        <a:pt x="53" y="27"/>
                        <a:pt x="53" y="27"/>
                        <a:pt x="51" y="27"/>
                      </a:cubicBezTo>
                      <a:cubicBezTo>
                        <a:pt x="50" y="27"/>
                        <a:pt x="50" y="27"/>
                        <a:pt x="50" y="27"/>
                      </a:cubicBezTo>
                      <a:cubicBezTo>
                        <a:pt x="46" y="32"/>
                        <a:pt x="46" y="30"/>
                        <a:pt x="41" y="33"/>
                      </a:cubicBezTo>
                      <a:cubicBezTo>
                        <a:pt x="40" y="31"/>
                        <a:pt x="39" y="30"/>
                        <a:pt x="38" y="28"/>
                      </a:cubicBezTo>
                      <a:cubicBezTo>
                        <a:pt x="38" y="27"/>
                        <a:pt x="38" y="27"/>
                        <a:pt x="38" y="27"/>
                      </a:cubicBezTo>
                      <a:lnTo>
                        <a:pt x="38" y="16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0" name="ísḷïďè"/>
                <p:cNvSpPr/>
                <p:nvPr/>
              </p:nvSpPr>
              <p:spPr bwMode="auto">
                <a:xfrm>
                  <a:off x="4518026" y="3506788"/>
                  <a:ext cx="53975" cy="71438"/>
                </a:xfrm>
                <a:custGeom>
                  <a:avLst/>
                  <a:gdLst>
                    <a:gd name="T0" fmla="*/ 14 w 16"/>
                    <a:gd name="T1" fmla="*/ 17 h 21"/>
                    <a:gd name="T2" fmla="*/ 16 w 16"/>
                    <a:gd name="T3" fmla="*/ 12 h 21"/>
                    <a:gd name="T4" fmla="*/ 11 w 16"/>
                    <a:gd name="T5" fmla="*/ 5 h 21"/>
                    <a:gd name="T6" fmla="*/ 5 w 16"/>
                    <a:gd name="T7" fmla="*/ 0 h 21"/>
                    <a:gd name="T8" fmla="*/ 2 w 16"/>
                    <a:gd name="T9" fmla="*/ 4 h 21"/>
                    <a:gd name="T10" fmla="*/ 2 w 16"/>
                    <a:gd name="T11" fmla="*/ 5 h 21"/>
                    <a:gd name="T12" fmla="*/ 2 w 16"/>
                    <a:gd name="T13" fmla="*/ 8 h 21"/>
                    <a:gd name="T14" fmla="*/ 2 w 16"/>
                    <a:gd name="T15" fmla="*/ 9 h 21"/>
                    <a:gd name="T16" fmla="*/ 0 w 16"/>
                    <a:gd name="T17" fmla="*/ 17 h 21"/>
                    <a:gd name="T18" fmla="*/ 3 w 16"/>
                    <a:gd name="T19" fmla="*/ 21 h 21"/>
                    <a:gd name="T20" fmla="*/ 4 w 16"/>
                    <a:gd name="T21" fmla="*/ 21 h 21"/>
                    <a:gd name="T22" fmla="*/ 5 w 16"/>
                    <a:gd name="T23" fmla="*/ 21 h 21"/>
                    <a:gd name="T24" fmla="*/ 14 w 16"/>
                    <a:gd name="T25" fmla="*/ 17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6" h="21">
                      <a:moveTo>
                        <a:pt x="14" y="17"/>
                      </a:moveTo>
                      <a:cubicBezTo>
                        <a:pt x="14" y="15"/>
                        <a:pt x="16" y="13"/>
                        <a:pt x="16" y="12"/>
                      </a:cubicBezTo>
                      <a:cubicBezTo>
                        <a:pt x="16" y="11"/>
                        <a:pt x="12" y="7"/>
                        <a:pt x="11" y="5"/>
                      </a:cubicBezTo>
                      <a:cubicBezTo>
                        <a:pt x="11" y="3"/>
                        <a:pt x="8" y="0"/>
                        <a:pt x="5" y="0"/>
                      </a:cubicBezTo>
                      <a:cubicBezTo>
                        <a:pt x="4" y="0"/>
                        <a:pt x="3" y="3"/>
                        <a:pt x="2" y="4"/>
                      </a:cubicBezTo>
                      <a:cubicBezTo>
                        <a:pt x="2" y="5"/>
                        <a:pt x="2" y="5"/>
                        <a:pt x="2" y="5"/>
                      </a:cubicBezTo>
                      <a:cubicBezTo>
                        <a:pt x="2" y="8"/>
                        <a:pt x="2" y="8"/>
                        <a:pt x="2" y="8"/>
                      </a:cubicBezTo>
                      <a:cubicBezTo>
                        <a:pt x="2" y="9"/>
                        <a:pt x="2" y="9"/>
                        <a:pt x="2" y="9"/>
                      </a:cubicBezTo>
                      <a:cubicBezTo>
                        <a:pt x="1" y="11"/>
                        <a:pt x="0" y="14"/>
                        <a:pt x="0" y="17"/>
                      </a:cubicBezTo>
                      <a:cubicBezTo>
                        <a:pt x="0" y="19"/>
                        <a:pt x="1" y="20"/>
                        <a:pt x="3" y="21"/>
                      </a:cubicBezTo>
                      <a:cubicBezTo>
                        <a:pt x="4" y="21"/>
                        <a:pt x="4" y="21"/>
                        <a:pt x="4" y="21"/>
                      </a:cubicBezTo>
                      <a:cubicBezTo>
                        <a:pt x="5" y="21"/>
                        <a:pt x="5" y="21"/>
                        <a:pt x="5" y="21"/>
                      </a:cubicBezTo>
                      <a:cubicBezTo>
                        <a:pt x="7" y="21"/>
                        <a:pt x="11" y="17"/>
                        <a:pt x="14" y="17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1" name="îṧļîḓé"/>
                <p:cNvSpPr/>
                <p:nvPr/>
              </p:nvSpPr>
              <p:spPr bwMode="auto">
                <a:xfrm>
                  <a:off x="5319713" y="3133725"/>
                  <a:ext cx="222250" cy="500063"/>
                </a:xfrm>
                <a:custGeom>
                  <a:avLst/>
                  <a:gdLst>
                    <a:gd name="T0" fmla="*/ 47 w 67"/>
                    <a:gd name="T1" fmla="*/ 96 h 150"/>
                    <a:gd name="T2" fmla="*/ 51 w 67"/>
                    <a:gd name="T3" fmla="*/ 96 h 150"/>
                    <a:gd name="T4" fmla="*/ 46 w 67"/>
                    <a:gd name="T5" fmla="*/ 114 h 150"/>
                    <a:gd name="T6" fmla="*/ 42 w 67"/>
                    <a:gd name="T7" fmla="*/ 113 h 150"/>
                    <a:gd name="T8" fmla="*/ 39 w 67"/>
                    <a:gd name="T9" fmla="*/ 108 h 150"/>
                    <a:gd name="T10" fmla="*/ 21 w 67"/>
                    <a:gd name="T11" fmla="*/ 78 h 150"/>
                    <a:gd name="T12" fmla="*/ 29 w 67"/>
                    <a:gd name="T13" fmla="*/ 73 h 150"/>
                    <a:gd name="T14" fmla="*/ 32 w 67"/>
                    <a:gd name="T15" fmla="*/ 74 h 150"/>
                    <a:gd name="T16" fmla="*/ 32 w 67"/>
                    <a:gd name="T17" fmla="*/ 77 h 150"/>
                    <a:gd name="T18" fmla="*/ 32 w 67"/>
                    <a:gd name="T19" fmla="*/ 79 h 150"/>
                    <a:gd name="T20" fmla="*/ 21 w 67"/>
                    <a:gd name="T21" fmla="*/ 78 h 150"/>
                    <a:gd name="T22" fmla="*/ 53 w 67"/>
                    <a:gd name="T23" fmla="*/ 118 h 150"/>
                    <a:gd name="T24" fmla="*/ 66 w 67"/>
                    <a:gd name="T25" fmla="*/ 108 h 150"/>
                    <a:gd name="T26" fmla="*/ 60 w 67"/>
                    <a:gd name="T27" fmla="*/ 98 h 150"/>
                    <a:gd name="T28" fmla="*/ 51 w 67"/>
                    <a:gd name="T29" fmla="*/ 82 h 150"/>
                    <a:gd name="T30" fmla="*/ 47 w 67"/>
                    <a:gd name="T31" fmla="*/ 71 h 150"/>
                    <a:gd name="T32" fmla="*/ 60 w 67"/>
                    <a:gd name="T33" fmla="*/ 58 h 150"/>
                    <a:gd name="T34" fmla="*/ 53 w 67"/>
                    <a:gd name="T35" fmla="*/ 52 h 150"/>
                    <a:gd name="T36" fmla="*/ 44 w 67"/>
                    <a:gd name="T37" fmla="*/ 50 h 150"/>
                    <a:gd name="T38" fmla="*/ 48 w 67"/>
                    <a:gd name="T39" fmla="*/ 38 h 150"/>
                    <a:gd name="T40" fmla="*/ 66 w 67"/>
                    <a:gd name="T41" fmla="*/ 17 h 150"/>
                    <a:gd name="T42" fmla="*/ 66 w 67"/>
                    <a:gd name="T43" fmla="*/ 13 h 150"/>
                    <a:gd name="T44" fmla="*/ 56 w 67"/>
                    <a:gd name="T45" fmla="*/ 1 h 150"/>
                    <a:gd name="T46" fmla="*/ 55 w 67"/>
                    <a:gd name="T47" fmla="*/ 7 h 150"/>
                    <a:gd name="T48" fmla="*/ 50 w 67"/>
                    <a:gd name="T49" fmla="*/ 18 h 150"/>
                    <a:gd name="T50" fmla="*/ 42 w 67"/>
                    <a:gd name="T51" fmla="*/ 15 h 150"/>
                    <a:gd name="T52" fmla="*/ 40 w 67"/>
                    <a:gd name="T53" fmla="*/ 15 h 150"/>
                    <a:gd name="T54" fmla="*/ 41 w 67"/>
                    <a:gd name="T55" fmla="*/ 26 h 150"/>
                    <a:gd name="T56" fmla="*/ 41 w 67"/>
                    <a:gd name="T57" fmla="*/ 30 h 150"/>
                    <a:gd name="T58" fmla="*/ 37 w 67"/>
                    <a:gd name="T59" fmla="*/ 33 h 150"/>
                    <a:gd name="T60" fmla="*/ 30 w 67"/>
                    <a:gd name="T61" fmla="*/ 29 h 150"/>
                    <a:gd name="T62" fmla="*/ 9 w 67"/>
                    <a:gd name="T63" fmla="*/ 50 h 150"/>
                    <a:gd name="T64" fmla="*/ 4 w 67"/>
                    <a:gd name="T65" fmla="*/ 59 h 150"/>
                    <a:gd name="T66" fmla="*/ 23 w 67"/>
                    <a:gd name="T67" fmla="*/ 51 h 150"/>
                    <a:gd name="T68" fmla="*/ 30 w 67"/>
                    <a:gd name="T69" fmla="*/ 58 h 150"/>
                    <a:gd name="T70" fmla="*/ 26 w 67"/>
                    <a:gd name="T71" fmla="*/ 65 h 150"/>
                    <a:gd name="T72" fmla="*/ 19 w 67"/>
                    <a:gd name="T73" fmla="*/ 64 h 150"/>
                    <a:gd name="T74" fmla="*/ 16 w 67"/>
                    <a:gd name="T75" fmla="*/ 67 h 150"/>
                    <a:gd name="T76" fmla="*/ 16 w 67"/>
                    <a:gd name="T77" fmla="*/ 72 h 150"/>
                    <a:gd name="T78" fmla="*/ 3 w 67"/>
                    <a:gd name="T79" fmla="*/ 105 h 150"/>
                    <a:gd name="T80" fmla="*/ 6 w 67"/>
                    <a:gd name="T81" fmla="*/ 110 h 150"/>
                    <a:gd name="T82" fmla="*/ 9 w 67"/>
                    <a:gd name="T83" fmla="*/ 111 h 150"/>
                    <a:gd name="T84" fmla="*/ 24 w 67"/>
                    <a:gd name="T85" fmla="*/ 89 h 150"/>
                    <a:gd name="T86" fmla="*/ 32 w 67"/>
                    <a:gd name="T87" fmla="*/ 93 h 150"/>
                    <a:gd name="T88" fmla="*/ 32 w 67"/>
                    <a:gd name="T89" fmla="*/ 96 h 150"/>
                    <a:gd name="T90" fmla="*/ 29 w 67"/>
                    <a:gd name="T91" fmla="*/ 113 h 150"/>
                    <a:gd name="T92" fmla="*/ 29 w 67"/>
                    <a:gd name="T93" fmla="*/ 115 h 150"/>
                    <a:gd name="T94" fmla="*/ 22 w 67"/>
                    <a:gd name="T95" fmla="*/ 122 h 150"/>
                    <a:gd name="T96" fmla="*/ 10 w 67"/>
                    <a:gd name="T97" fmla="*/ 124 h 150"/>
                    <a:gd name="T98" fmla="*/ 15 w 67"/>
                    <a:gd name="T99" fmla="*/ 144 h 150"/>
                    <a:gd name="T100" fmla="*/ 17 w 67"/>
                    <a:gd name="T101" fmla="*/ 150 h 150"/>
                    <a:gd name="T102" fmla="*/ 38 w 67"/>
                    <a:gd name="T103" fmla="*/ 125 h 1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67" h="150">
                      <a:moveTo>
                        <a:pt x="39" y="107"/>
                      </a:moveTo>
                      <a:cubicBezTo>
                        <a:pt x="39" y="103"/>
                        <a:pt x="44" y="96"/>
                        <a:pt x="47" y="96"/>
                      </a:cubicBezTo>
                      <a:cubicBezTo>
                        <a:pt x="50" y="96"/>
                        <a:pt x="50" y="96"/>
                        <a:pt x="50" y="96"/>
                      </a:cubicBezTo>
                      <a:cubicBezTo>
                        <a:pt x="51" y="96"/>
                        <a:pt x="51" y="96"/>
                        <a:pt x="51" y="96"/>
                      </a:cubicBezTo>
                      <a:cubicBezTo>
                        <a:pt x="53" y="98"/>
                        <a:pt x="55" y="101"/>
                        <a:pt x="55" y="104"/>
                      </a:cubicBezTo>
                      <a:cubicBezTo>
                        <a:pt x="55" y="108"/>
                        <a:pt x="49" y="112"/>
                        <a:pt x="46" y="114"/>
                      </a:cubicBezTo>
                      <a:cubicBezTo>
                        <a:pt x="45" y="114"/>
                        <a:pt x="45" y="113"/>
                        <a:pt x="43" y="113"/>
                      </a:cubicBezTo>
                      <a:cubicBezTo>
                        <a:pt x="42" y="113"/>
                        <a:pt x="42" y="113"/>
                        <a:pt x="42" y="113"/>
                      </a:cubicBezTo>
                      <a:cubicBezTo>
                        <a:pt x="39" y="109"/>
                        <a:pt x="39" y="109"/>
                        <a:pt x="39" y="109"/>
                      </a:cubicBezTo>
                      <a:cubicBezTo>
                        <a:pt x="39" y="108"/>
                        <a:pt x="39" y="108"/>
                        <a:pt x="39" y="108"/>
                      </a:cubicBezTo>
                      <a:cubicBezTo>
                        <a:pt x="39" y="107"/>
                        <a:pt x="39" y="107"/>
                        <a:pt x="39" y="107"/>
                      </a:cubicBezTo>
                      <a:close/>
                      <a:moveTo>
                        <a:pt x="21" y="78"/>
                      </a:moveTo>
                      <a:cubicBezTo>
                        <a:pt x="21" y="77"/>
                        <a:pt x="25" y="73"/>
                        <a:pt x="26" y="73"/>
                      </a:cubicBezTo>
                      <a:cubicBezTo>
                        <a:pt x="27" y="73"/>
                        <a:pt x="27" y="73"/>
                        <a:pt x="29" y="73"/>
                      </a:cubicBezTo>
                      <a:cubicBezTo>
                        <a:pt x="30" y="73"/>
                        <a:pt x="30" y="73"/>
                        <a:pt x="30" y="73"/>
                      </a:cubicBezTo>
                      <a:cubicBezTo>
                        <a:pt x="32" y="74"/>
                        <a:pt x="32" y="74"/>
                        <a:pt x="32" y="74"/>
                      </a:cubicBezTo>
                      <a:cubicBezTo>
                        <a:pt x="32" y="76"/>
                        <a:pt x="32" y="76"/>
                        <a:pt x="32" y="76"/>
                      </a:cubicBezTo>
                      <a:cubicBezTo>
                        <a:pt x="32" y="77"/>
                        <a:pt x="32" y="77"/>
                        <a:pt x="32" y="77"/>
                      </a:cubicBezTo>
                      <a:cubicBezTo>
                        <a:pt x="32" y="78"/>
                        <a:pt x="32" y="78"/>
                        <a:pt x="32" y="78"/>
                      </a:cubicBezTo>
                      <a:cubicBezTo>
                        <a:pt x="32" y="79"/>
                        <a:pt x="32" y="79"/>
                        <a:pt x="32" y="79"/>
                      </a:cubicBezTo>
                      <a:cubicBezTo>
                        <a:pt x="31" y="82"/>
                        <a:pt x="29" y="83"/>
                        <a:pt x="25" y="83"/>
                      </a:cubicBezTo>
                      <a:cubicBezTo>
                        <a:pt x="23" y="83"/>
                        <a:pt x="21" y="81"/>
                        <a:pt x="21" y="78"/>
                      </a:cubicBezTo>
                      <a:close/>
                      <a:moveTo>
                        <a:pt x="38" y="125"/>
                      </a:moveTo>
                      <a:cubicBezTo>
                        <a:pt x="43" y="122"/>
                        <a:pt x="47" y="120"/>
                        <a:pt x="53" y="118"/>
                      </a:cubicBezTo>
                      <a:cubicBezTo>
                        <a:pt x="57" y="116"/>
                        <a:pt x="57" y="116"/>
                        <a:pt x="60" y="114"/>
                      </a:cubicBezTo>
                      <a:cubicBezTo>
                        <a:pt x="64" y="111"/>
                        <a:pt x="63" y="110"/>
                        <a:pt x="66" y="108"/>
                      </a:cubicBezTo>
                      <a:cubicBezTo>
                        <a:pt x="67" y="104"/>
                        <a:pt x="67" y="104"/>
                        <a:pt x="67" y="104"/>
                      </a:cubicBezTo>
                      <a:cubicBezTo>
                        <a:pt x="64" y="100"/>
                        <a:pt x="64" y="101"/>
                        <a:pt x="60" y="98"/>
                      </a:cubicBezTo>
                      <a:cubicBezTo>
                        <a:pt x="58" y="96"/>
                        <a:pt x="55" y="95"/>
                        <a:pt x="54" y="92"/>
                      </a:cubicBezTo>
                      <a:cubicBezTo>
                        <a:pt x="53" y="88"/>
                        <a:pt x="53" y="84"/>
                        <a:pt x="51" y="82"/>
                      </a:cubicBezTo>
                      <a:cubicBezTo>
                        <a:pt x="49" y="79"/>
                        <a:pt x="47" y="77"/>
                        <a:pt x="47" y="73"/>
                      </a:cubicBezTo>
                      <a:cubicBezTo>
                        <a:pt x="47" y="72"/>
                        <a:pt x="47" y="72"/>
                        <a:pt x="47" y="71"/>
                      </a:cubicBezTo>
                      <a:cubicBezTo>
                        <a:pt x="49" y="67"/>
                        <a:pt x="47" y="67"/>
                        <a:pt x="53" y="64"/>
                      </a:cubicBezTo>
                      <a:cubicBezTo>
                        <a:pt x="55" y="64"/>
                        <a:pt x="60" y="60"/>
                        <a:pt x="60" y="58"/>
                      </a:cubicBezTo>
                      <a:cubicBezTo>
                        <a:pt x="60" y="55"/>
                        <a:pt x="60" y="55"/>
                        <a:pt x="60" y="55"/>
                      </a:cubicBezTo>
                      <a:cubicBezTo>
                        <a:pt x="60" y="53"/>
                        <a:pt x="56" y="51"/>
                        <a:pt x="53" y="52"/>
                      </a:cubicBezTo>
                      <a:cubicBezTo>
                        <a:pt x="47" y="52"/>
                        <a:pt x="47" y="52"/>
                        <a:pt x="47" y="52"/>
                      </a:cubicBezTo>
                      <a:cubicBezTo>
                        <a:pt x="46" y="52"/>
                        <a:pt x="45" y="51"/>
                        <a:pt x="44" y="50"/>
                      </a:cubicBezTo>
                      <a:cubicBezTo>
                        <a:pt x="44" y="47"/>
                        <a:pt x="44" y="47"/>
                        <a:pt x="44" y="47"/>
                      </a:cubicBezTo>
                      <a:cubicBezTo>
                        <a:pt x="44" y="44"/>
                        <a:pt x="47" y="41"/>
                        <a:pt x="48" y="38"/>
                      </a:cubicBezTo>
                      <a:cubicBezTo>
                        <a:pt x="49" y="34"/>
                        <a:pt x="50" y="33"/>
                        <a:pt x="53" y="30"/>
                      </a:cubicBezTo>
                      <a:cubicBezTo>
                        <a:pt x="56" y="27"/>
                        <a:pt x="66" y="22"/>
                        <a:pt x="66" y="17"/>
                      </a:cubicBezTo>
                      <a:cubicBezTo>
                        <a:pt x="66" y="14"/>
                        <a:pt x="66" y="14"/>
                        <a:pt x="66" y="14"/>
                      </a:cubicBezTo>
                      <a:cubicBezTo>
                        <a:pt x="66" y="13"/>
                        <a:pt x="66" y="13"/>
                        <a:pt x="66" y="13"/>
                      </a:cubicBezTo>
                      <a:cubicBezTo>
                        <a:pt x="65" y="10"/>
                        <a:pt x="62" y="0"/>
                        <a:pt x="58" y="0"/>
                      </a:cubicBezTo>
                      <a:cubicBezTo>
                        <a:pt x="57" y="0"/>
                        <a:pt x="57" y="0"/>
                        <a:pt x="56" y="1"/>
                      </a:cubicBezTo>
                      <a:cubicBezTo>
                        <a:pt x="56" y="3"/>
                        <a:pt x="55" y="3"/>
                        <a:pt x="55" y="5"/>
                      </a:cubicBezTo>
                      <a:cubicBezTo>
                        <a:pt x="55" y="7"/>
                        <a:pt x="55" y="7"/>
                        <a:pt x="55" y="7"/>
                      </a:cubicBezTo>
                      <a:cubicBezTo>
                        <a:pt x="55" y="11"/>
                        <a:pt x="53" y="15"/>
                        <a:pt x="51" y="18"/>
                      </a:cubicBezTo>
                      <a:cubicBezTo>
                        <a:pt x="50" y="18"/>
                        <a:pt x="50" y="18"/>
                        <a:pt x="50" y="18"/>
                      </a:cubicBezTo>
                      <a:cubicBezTo>
                        <a:pt x="48" y="18"/>
                        <a:pt x="48" y="18"/>
                        <a:pt x="47" y="19"/>
                      </a:cubicBezTo>
                      <a:cubicBezTo>
                        <a:pt x="42" y="15"/>
                        <a:pt x="42" y="15"/>
                        <a:pt x="42" y="15"/>
                      </a:cubicBezTo>
                      <a:cubicBezTo>
                        <a:pt x="41" y="15"/>
                        <a:pt x="41" y="15"/>
                        <a:pt x="41" y="15"/>
                      </a:cubicBezTo>
                      <a:cubicBezTo>
                        <a:pt x="40" y="15"/>
                        <a:pt x="40" y="15"/>
                        <a:pt x="40" y="15"/>
                      </a:cubicBezTo>
                      <a:cubicBezTo>
                        <a:pt x="39" y="15"/>
                        <a:pt x="38" y="16"/>
                        <a:pt x="38" y="17"/>
                      </a:cubicBezTo>
                      <a:cubicBezTo>
                        <a:pt x="38" y="19"/>
                        <a:pt x="41" y="22"/>
                        <a:pt x="41" y="26"/>
                      </a:cubicBezTo>
                      <a:cubicBezTo>
                        <a:pt x="41" y="29"/>
                        <a:pt x="41" y="29"/>
                        <a:pt x="41" y="29"/>
                      </a:cubicBezTo>
                      <a:cubicBezTo>
                        <a:pt x="41" y="30"/>
                        <a:pt x="41" y="30"/>
                        <a:pt x="41" y="30"/>
                      </a:cubicBezTo>
                      <a:cubicBezTo>
                        <a:pt x="38" y="33"/>
                        <a:pt x="38" y="33"/>
                        <a:pt x="38" y="33"/>
                      </a:cubicBezTo>
                      <a:cubicBezTo>
                        <a:pt x="37" y="33"/>
                        <a:pt x="37" y="33"/>
                        <a:pt x="37" y="33"/>
                      </a:cubicBezTo>
                      <a:cubicBezTo>
                        <a:pt x="35" y="33"/>
                        <a:pt x="35" y="34"/>
                        <a:pt x="34" y="34"/>
                      </a:cubicBezTo>
                      <a:cubicBezTo>
                        <a:pt x="32" y="33"/>
                        <a:pt x="31" y="31"/>
                        <a:pt x="30" y="29"/>
                      </a:cubicBezTo>
                      <a:cubicBezTo>
                        <a:pt x="24" y="29"/>
                        <a:pt x="30" y="41"/>
                        <a:pt x="19" y="45"/>
                      </a:cubicBezTo>
                      <a:cubicBezTo>
                        <a:pt x="16" y="46"/>
                        <a:pt x="12" y="48"/>
                        <a:pt x="9" y="50"/>
                      </a:cubicBezTo>
                      <a:cubicBezTo>
                        <a:pt x="6" y="51"/>
                        <a:pt x="1" y="53"/>
                        <a:pt x="0" y="55"/>
                      </a:cubicBezTo>
                      <a:cubicBezTo>
                        <a:pt x="1" y="58"/>
                        <a:pt x="1" y="57"/>
                        <a:pt x="4" y="59"/>
                      </a:cubicBezTo>
                      <a:cubicBezTo>
                        <a:pt x="6" y="59"/>
                        <a:pt x="6" y="59"/>
                        <a:pt x="6" y="59"/>
                      </a:cubicBezTo>
                      <a:cubicBezTo>
                        <a:pt x="10" y="59"/>
                        <a:pt x="20" y="51"/>
                        <a:pt x="23" y="51"/>
                      </a:cubicBezTo>
                      <a:cubicBezTo>
                        <a:pt x="25" y="51"/>
                        <a:pt x="24" y="51"/>
                        <a:pt x="27" y="52"/>
                      </a:cubicBezTo>
                      <a:cubicBezTo>
                        <a:pt x="29" y="54"/>
                        <a:pt x="29" y="55"/>
                        <a:pt x="30" y="58"/>
                      </a:cubicBezTo>
                      <a:cubicBezTo>
                        <a:pt x="30" y="59"/>
                        <a:pt x="30" y="59"/>
                        <a:pt x="30" y="59"/>
                      </a:cubicBezTo>
                      <a:cubicBezTo>
                        <a:pt x="30" y="62"/>
                        <a:pt x="28" y="64"/>
                        <a:pt x="26" y="65"/>
                      </a:cubicBezTo>
                      <a:cubicBezTo>
                        <a:pt x="21" y="64"/>
                        <a:pt x="21" y="64"/>
                        <a:pt x="21" y="64"/>
                      </a:cubicBezTo>
                      <a:cubicBezTo>
                        <a:pt x="20" y="64"/>
                        <a:pt x="20" y="64"/>
                        <a:pt x="19" y="64"/>
                      </a:cubicBezTo>
                      <a:cubicBezTo>
                        <a:pt x="18" y="64"/>
                        <a:pt x="18" y="64"/>
                        <a:pt x="18" y="64"/>
                      </a:cubicBezTo>
                      <a:cubicBezTo>
                        <a:pt x="16" y="67"/>
                        <a:pt x="16" y="67"/>
                        <a:pt x="16" y="67"/>
                      </a:cubicBezTo>
                      <a:cubicBezTo>
                        <a:pt x="16" y="68"/>
                        <a:pt x="16" y="68"/>
                        <a:pt x="16" y="68"/>
                      </a:cubicBezTo>
                      <a:cubicBezTo>
                        <a:pt x="16" y="72"/>
                        <a:pt x="16" y="72"/>
                        <a:pt x="16" y="72"/>
                      </a:cubicBezTo>
                      <a:cubicBezTo>
                        <a:pt x="16" y="78"/>
                        <a:pt x="13" y="85"/>
                        <a:pt x="11" y="90"/>
                      </a:cubicBezTo>
                      <a:cubicBezTo>
                        <a:pt x="9" y="94"/>
                        <a:pt x="3" y="100"/>
                        <a:pt x="3" y="105"/>
                      </a:cubicBezTo>
                      <a:cubicBezTo>
                        <a:pt x="3" y="106"/>
                        <a:pt x="4" y="109"/>
                        <a:pt x="5" y="110"/>
                      </a:cubicBezTo>
                      <a:cubicBezTo>
                        <a:pt x="6" y="110"/>
                        <a:pt x="6" y="110"/>
                        <a:pt x="6" y="110"/>
                      </a:cubicBezTo>
                      <a:cubicBezTo>
                        <a:pt x="7" y="110"/>
                        <a:pt x="7" y="110"/>
                        <a:pt x="7" y="110"/>
                      </a:cubicBezTo>
                      <a:cubicBezTo>
                        <a:pt x="9" y="110"/>
                        <a:pt x="8" y="110"/>
                        <a:pt x="9" y="111"/>
                      </a:cubicBezTo>
                      <a:cubicBezTo>
                        <a:pt x="11" y="109"/>
                        <a:pt x="15" y="101"/>
                        <a:pt x="15" y="98"/>
                      </a:cubicBezTo>
                      <a:cubicBezTo>
                        <a:pt x="17" y="94"/>
                        <a:pt x="20" y="89"/>
                        <a:pt x="24" y="89"/>
                      </a:cubicBezTo>
                      <a:cubicBezTo>
                        <a:pt x="25" y="89"/>
                        <a:pt x="25" y="89"/>
                        <a:pt x="26" y="88"/>
                      </a:cubicBezTo>
                      <a:cubicBezTo>
                        <a:pt x="28" y="90"/>
                        <a:pt x="32" y="90"/>
                        <a:pt x="32" y="93"/>
                      </a:cubicBezTo>
                      <a:cubicBezTo>
                        <a:pt x="32" y="94"/>
                        <a:pt x="32" y="94"/>
                        <a:pt x="32" y="94"/>
                      </a:cubicBezTo>
                      <a:cubicBezTo>
                        <a:pt x="32" y="96"/>
                        <a:pt x="32" y="96"/>
                        <a:pt x="32" y="96"/>
                      </a:cubicBezTo>
                      <a:cubicBezTo>
                        <a:pt x="28" y="102"/>
                        <a:pt x="25" y="101"/>
                        <a:pt x="23" y="104"/>
                      </a:cubicBezTo>
                      <a:cubicBezTo>
                        <a:pt x="26" y="109"/>
                        <a:pt x="27" y="108"/>
                        <a:pt x="29" y="113"/>
                      </a:cubicBezTo>
                      <a:cubicBezTo>
                        <a:pt x="29" y="114"/>
                        <a:pt x="29" y="114"/>
                        <a:pt x="29" y="114"/>
                      </a:cubicBezTo>
                      <a:cubicBezTo>
                        <a:pt x="29" y="115"/>
                        <a:pt x="29" y="115"/>
                        <a:pt x="29" y="115"/>
                      </a:cubicBezTo>
                      <a:cubicBezTo>
                        <a:pt x="29" y="116"/>
                        <a:pt x="29" y="116"/>
                        <a:pt x="29" y="116"/>
                      </a:cubicBezTo>
                      <a:cubicBezTo>
                        <a:pt x="28" y="119"/>
                        <a:pt x="26" y="123"/>
                        <a:pt x="22" y="122"/>
                      </a:cubicBezTo>
                      <a:cubicBezTo>
                        <a:pt x="15" y="122"/>
                        <a:pt x="15" y="122"/>
                        <a:pt x="15" y="122"/>
                      </a:cubicBezTo>
                      <a:cubicBezTo>
                        <a:pt x="14" y="122"/>
                        <a:pt x="11" y="124"/>
                        <a:pt x="10" y="124"/>
                      </a:cubicBezTo>
                      <a:cubicBezTo>
                        <a:pt x="13" y="127"/>
                        <a:pt x="23" y="129"/>
                        <a:pt x="23" y="133"/>
                      </a:cubicBezTo>
                      <a:cubicBezTo>
                        <a:pt x="23" y="137"/>
                        <a:pt x="18" y="142"/>
                        <a:pt x="15" y="144"/>
                      </a:cubicBezTo>
                      <a:cubicBezTo>
                        <a:pt x="15" y="150"/>
                        <a:pt x="15" y="150"/>
                        <a:pt x="15" y="150"/>
                      </a:cubicBezTo>
                      <a:cubicBezTo>
                        <a:pt x="17" y="150"/>
                        <a:pt x="17" y="150"/>
                        <a:pt x="17" y="150"/>
                      </a:cubicBezTo>
                      <a:cubicBezTo>
                        <a:pt x="20" y="150"/>
                        <a:pt x="27" y="141"/>
                        <a:pt x="29" y="139"/>
                      </a:cubicBezTo>
                      <a:cubicBezTo>
                        <a:pt x="33" y="135"/>
                        <a:pt x="34" y="129"/>
                        <a:pt x="38" y="12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2" name="iSļïḑé"/>
                <p:cNvSpPr/>
                <p:nvPr/>
              </p:nvSpPr>
              <p:spPr bwMode="auto">
                <a:xfrm>
                  <a:off x="4422776" y="3106738"/>
                  <a:ext cx="412750" cy="596900"/>
                </a:xfrm>
                <a:custGeom>
                  <a:avLst/>
                  <a:gdLst>
                    <a:gd name="T0" fmla="*/ 63 w 125"/>
                    <a:gd name="T1" fmla="*/ 83 h 179"/>
                    <a:gd name="T2" fmla="*/ 69 w 125"/>
                    <a:gd name="T3" fmla="*/ 84 h 179"/>
                    <a:gd name="T4" fmla="*/ 71 w 125"/>
                    <a:gd name="T5" fmla="*/ 95 h 179"/>
                    <a:gd name="T6" fmla="*/ 56 w 125"/>
                    <a:gd name="T7" fmla="*/ 91 h 179"/>
                    <a:gd name="T8" fmla="*/ 77 w 125"/>
                    <a:gd name="T9" fmla="*/ 77 h 179"/>
                    <a:gd name="T10" fmla="*/ 90 w 125"/>
                    <a:gd name="T11" fmla="*/ 82 h 179"/>
                    <a:gd name="T12" fmla="*/ 93 w 125"/>
                    <a:gd name="T13" fmla="*/ 96 h 179"/>
                    <a:gd name="T14" fmla="*/ 88 w 125"/>
                    <a:gd name="T15" fmla="*/ 106 h 179"/>
                    <a:gd name="T16" fmla="*/ 75 w 125"/>
                    <a:gd name="T17" fmla="*/ 89 h 179"/>
                    <a:gd name="T18" fmla="*/ 91 w 125"/>
                    <a:gd name="T19" fmla="*/ 29 h 179"/>
                    <a:gd name="T20" fmla="*/ 95 w 125"/>
                    <a:gd name="T21" fmla="*/ 4 h 179"/>
                    <a:gd name="T22" fmla="*/ 92 w 125"/>
                    <a:gd name="T23" fmla="*/ 0 h 179"/>
                    <a:gd name="T24" fmla="*/ 86 w 125"/>
                    <a:gd name="T25" fmla="*/ 0 h 179"/>
                    <a:gd name="T26" fmla="*/ 80 w 125"/>
                    <a:gd name="T27" fmla="*/ 7 h 179"/>
                    <a:gd name="T28" fmla="*/ 83 w 125"/>
                    <a:gd name="T29" fmla="*/ 30 h 179"/>
                    <a:gd name="T30" fmla="*/ 86 w 125"/>
                    <a:gd name="T31" fmla="*/ 50 h 179"/>
                    <a:gd name="T32" fmla="*/ 46 w 125"/>
                    <a:gd name="T33" fmla="*/ 84 h 179"/>
                    <a:gd name="T34" fmla="*/ 0 w 125"/>
                    <a:gd name="T35" fmla="*/ 99 h 179"/>
                    <a:gd name="T36" fmla="*/ 13 w 125"/>
                    <a:gd name="T37" fmla="*/ 108 h 179"/>
                    <a:gd name="T38" fmla="*/ 30 w 125"/>
                    <a:gd name="T39" fmla="*/ 100 h 179"/>
                    <a:gd name="T40" fmla="*/ 47 w 125"/>
                    <a:gd name="T41" fmla="*/ 92 h 179"/>
                    <a:gd name="T42" fmla="*/ 51 w 125"/>
                    <a:gd name="T43" fmla="*/ 109 h 179"/>
                    <a:gd name="T44" fmla="*/ 50 w 125"/>
                    <a:gd name="T45" fmla="*/ 118 h 179"/>
                    <a:gd name="T46" fmla="*/ 54 w 125"/>
                    <a:gd name="T47" fmla="*/ 125 h 179"/>
                    <a:gd name="T48" fmla="*/ 62 w 125"/>
                    <a:gd name="T49" fmla="*/ 119 h 179"/>
                    <a:gd name="T50" fmla="*/ 62 w 125"/>
                    <a:gd name="T51" fmla="*/ 113 h 179"/>
                    <a:gd name="T52" fmla="*/ 78 w 125"/>
                    <a:gd name="T53" fmla="*/ 111 h 179"/>
                    <a:gd name="T54" fmla="*/ 78 w 125"/>
                    <a:gd name="T55" fmla="*/ 113 h 179"/>
                    <a:gd name="T56" fmla="*/ 78 w 125"/>
                    <a:gd name="T57" fmla="*/ 118 h 179"/>
                    <a:gd name="T58" fmla="*/ 46 w 125"/>
                    <a:gd name="T59" fmla="*/ 147 h 179"/>
                    <a:gd name="T60" fmla="*/ 28 w 125"/>
                    <a:gd name="T61" fmla="*/ 158 h 179"/>
                    <a:gd name="T62" fmla="*/ 1 w 125"/>
                    <a:gd name="T63" fmla="*/ 170 h 179"/>
                    <a:gd name="T64" fmla="*/ 14 w 125"/>
                    <a:gd name="T65" fmla="*/ 178 h 179"/>
                    <a:gd name="T66" fmla="*/ 20 w 125"/>
                    <a:gd name="T67" fmla="*/ 179 h 179"/>
                    <a:gd name="T68" fmla="*/ 22 w 125"/>
                    <a:gd name="T69" fmla="*/ 179 h 179"/>
                    <a:gd name="T70" fmla="*/ 38 w 125"/>
                    <a:gd name="T71" fmla="*/ 169 h 179"/>
                    <a:gd name="T72" fmla="*/ 61 w 125"/>
                    <a:gd name="T73" fmla="*/ 150 h 179"/>
                    <a:gd name="T74" fmla="*/ 79 w 125"/>
                    <a:gd name="T75" fmla="*/ 135 h 179"/>
                    <a:gd name="T76" fmla="*/ 96 w 125"/>
                    <a:gd name="T77" fmla="*/ 119 h 179"/>
                    <a:gd name="T78" fmla="*/ 106 w 125"/>
                    <a:gd name="T79" fmla="*/ 149 h 179"/>
                    <a:gd name="T80" fmla="*/ 125 w 125"/>
                    <a:gd name="T81" fmla="*/ 152 h 179"/>
                    <a:gd name="T82" fmla="*/ 116 w 125"/>
                    <a:gd name="T83" fmla="*/ 120 h 179"/>
                    <a:gd name="T84" fmla="*/ 115 w 125"/>
                    <a:gd name="T85" fmla="*/ 125 h 179"/>
                    <a:gd name="T86" fmla="*/ 109 w 125"/>
                    <a:gd name="T87" fmla="*/ 129 h 179"/>
                    <a:gd name="T88" fmla="*/ 97 w 125"/>
                    <a:gd name="T89" fmla="*/ 92 h 179"/>
                    <a:gd name="T90" fmla="*/ 94 w 125"/>
                    <a:gd name="T91" fmla="*/ 76 h 179"/>
                    <a:gd name="T92" fmla="*/ 110 w 125"/>
                    <a:gd name="T93" fmla="*/ 60 h 179"/>
                    <a:gd name="T94" fmla="*/ 105 w 125"/>
                    <a:gd name="T95" fmla="*/ 57 h 179"/>
                    <a:gd name="T96" fmla="*/ 101 w 125"/>
                    <a:gd name="T97" fmla="*/ 59 h 179"/>
                    <a:gd name="T98" fmla="*/ 91 w 125"/>
                    <a:gd name="T99" fmla="*/ 54 h 179"/>
                    <a:gd name="T100" fmla="*/ 91 w 125"/>
                    <a:gd name="T101" fmla="*/ 29 h 1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125" h="179">
                      <a:moveTo>
                        <a:pt x="56" y="91"/>
                      </a:moveTo>
                      <a:cubicBezTo>
                        <a:pt x="56" y="87"/>
                        <a:pt x="60" y="85"/>
                        <a:pt x="63" y="83"/>
                      </a:cubicBezTo>
                      <a:cubicBezTo>
                        <a:pt x="64" y="83"/>
                        <a:pt x="64" y="83"/>
                        <a:pt x="64" y="83"/>
                      </a:cubicBezTo>
                      <a:cubicBezTo>
                        <a:pt x="67" y="83"/>
                        <a:pt x="67" y="84"/>
                        <a:pt x="69" y="84"/>
                      </a:cubicBezTo>
                      <a:cubicBezTo>
                        <a:pt x="71" y="94"/>
                        <a:pt x="71" y="94"/>
                        <a:pt x="71" y="94"/>
                      </a:cubicBezTo>
                      <a:cubicBezTo>
                        <a:pt x="71" y="95"/>
                        <a:pt x="71" y="95"/>
                        <a:pt x="71" y="95"/>
                      </a:cubicBezTo>
                      <a:cubicBezTo>
                        <a:pt x="68" y="100"/>
                        <a:pt x="68" y="99"/>
                        <a:pt x="63" y="101"/>
                      </a:cubicBezTo>
                      <a:cubicBezTo>
                        <a:pt x="61" y="99"/>
                        <a:pt x="56" y="95"/>
                        <a:pt x="56" y="91"/>
                      </a:cubicBezTo>
                      <a:close/>
                      <a:moveTo>
                        <a:pt x="72" y="83"/>
                      </a:moveTo>
                      <a:cubicBezTo>
                        <a:pt x="74" y="79"/>
                        <a:pt x="73" y="79"/>
                        <a:pt x="77" y="77"/>
                      </a:cubicBezTo>
                      <a:cubicBezTo>
                        <a:pt x="79" y="75"/>
                        <a:pt x="82" y="75"/>
                        <a:pt x="83" y="73"/>
                      </a:cubicBezTo>
                      <a:cubicBezTo>
                        <a:pt x="88" y="76"/>
                        <a:pt x="89" y="76"/>
                        <a:pt x="90" y="82"/>
                      </a:cubicBezTo>
                      <a:cubicBezTo>
                        <a:pt x="92" y="95"/>
                        <a:pt x="92" y="95"/>
                        <a:pt x="92" y="95"/>
                      </a:cubicBezTo>
                      <a:cubicBezTo>
                        <a:pt x="93" y="96"/>
                        <a:pt x="93" y="96"/>
                        <a:pt x="93" y="96"/>
                      </a:cubicBezTo>
                      <a:cubicBezTo>
                        <a:pt x="94" y="99"/>
                        <a:pt x="94" y="99"/>
                        <a:pt x="94" y="99"/>
                      </a:cubicBezTo>
                      <a:cubicBezTo>
                        <a:pt x="91" y="105"/>
                        <a:pt x="93" y="103"/>
                        <a:pt x="88" y="106"/>
                      </a:cubicBezTo>
                      <a:cubicBezTo>
                        <a:pt x="83" y="101"/>
                        <a:pt x="82" y="101"/>
                        <a:pt x="79" y="95"/>
                      </a:cubicBezTo>
                      <a:cubicBezTo>
                        <a:pt x="77" y="93"/>
                        <a:pt x="77" y="91"/>
                        <a:pt x="75" y="89"/>
                      </a:cubicBezTo>
                      <a:cubicBezTo>
                        <a:pt x="73" y="87"/>
                        <a:pt x="73" y="86"/>
                        <a:pt x="72" y="83"/>
                      </a:cubicBezTo>
                      <a:close/>
                      <a:moveTo>
                        <a:pt x="91" y="29"/>
                      </a:moveTo>
                      <a:cubicBezTo>
                        <a:pt x="91" y="22"/>
                        <a:pt x="95" y="12"/>
                        <a:pt x="95" y="4"/>
                      </a:cubicBezTo>
                      <a:cubicBezTo>
                        <a:pt x="95" y="4"/>
                        <a:pt x="95" y="4"/>
                        <a:pt x="95" y="4"/>
                      </a:cubicBezTo>
                      <a:cubicBezTo>
                        <a:pt x="95" y="3"/>
                        <a:pt x="95" y="3"/>
                        <a:pt x="95" y="3"/>
                      </a:cubicBezTo>
                      <a:cubicBezTo>
                        <a:pt x="93" y="0"/>
                        <a:pt x="95" y="1"/>
                        <a:pt x="92" y="0"/>
                      </a:cubicBezTo>
                      <a:cubicBezTo>
                        <a:pt x="91" y="0"/>
                        <a:pt x="91" y="0"/>
                        <a:pt x="91" y="0"/>
                      </a:cubicBezTo>
                      <a:cubicBezTo>
                        <a:pt x="86" y="0"/>
                        <a:pt x="86" y="0"/>
                        <a:pt x="86" y="0"/>
                      </a:cubicBezTo>
                      <a:cubicBezTo>
                        <a:pt x="85" y="0"/>
                        <a:pt x="85" y="0"/>
                        <a:pt x="85" y="0"/>
                      </a:cubicBezTo>
                      <a:cubicBezTo>
                        <a:pt x="82" y="1"/>
                        <a:pt x="80" y="4"/>
                        <a:pt x="80" y="7"/>
                      </a:cubicBezTo>
                      <a:cubicBezTo>
                        <a:pt x="83" y="30"/>
                        <a:pt x="83" y="30"/>
                        <a:pt x="83" y="30"/>
                      </a:cubicBezTo>
                      <a:cubicBezTo>
                        <a:pt x="83" y="30"/>
                        <a:pt x="83" y="30"/>
                        <a:pt x="83" y="30"/>
                      </a:cubicBezTo>
                      <a:cubicBezTo>
                        <a:pt x="83" y="38"/>
                        <a:pt x="86" y="44"/>
                        <a:pt x="86" y="49"/>
                      </a:cubicBezTo>
                      <a:cubicBezTo>
                        <a:pt x="86" y="50"/>
                        <a:pt x="86" y="50"/>
                        <a:pt x="86" y="50"/>
                      </a:cubicBezTo>
                      <a:cubicBezTo>
                        <a:pt x="87" y="62"/>
                        <a:pt x="87" y="62"/>
                        <a:pt x="87" y="62"/>
                      </a:cubicBezTo>
                      <a:cubicBezTo>
                        <a:pt x="87" y="68"/>
                        <a:pt x="52" y="81"/>
                        <a:pt x="46" y="84"/>
                      </a:cubicBezTo>
                      <a:cubicBezTo>
                        <a:pt x="39" y="87"/>
                        <a:pt x="31" y="89"/>
                        <a:pt x="23" y="92"/>
                      </a:cubicBezTo>
                      <a:cubicBezTo>
                        <a:pt x="20" y="94"/>
                        <a:pt x="0" y="96"/>
                        <a:pt x="0" y="99"/>
                      </a:cubicBezTo>
                      <a:cubicBezTo>
                        <a:pt x="0" y="101"/>
                        <a:pt x="9" y="108"/>
                        <a:pt x="11" y="108"/>
                      </a:cubicBezTo>
                      <a:cubicBezTo>
                        <a:pt x="13" y="108"/>
                        <a:pt x="13" y="108"/>
                        <a:pt x="13" y="108"/>
                      </a:cubicBezTo>
                      <a:cubicBezTo>
                        <a:pt x="14" y="108"/>
                        <a:pt x="14" y="108"/>
                        <a:pt x="14" y="108"/>
                      </a:cubicBezTo>
                      <a:cubicBezTo>
                        <a:pt x="20" y="105"/>
                        <a:pt x="24" y="103"/>
                        <a:pt x="30" y="100"/>
                      </a:cubicBezTo>
                      <a:cubicBezTo>
                        <a:pt x="34" y="98"/>
                        <a:pt x="41" y="93"/>
                        <a:pt x="45" y="93"/>
                      </a:cubicBezTo>
                      <a:cubicBezTo>
                        <a:pt x="46" y="93"/>
                        <a:pt x="46" y="93"/>
                        <a:pt x="47" y="92"/>
                      </a:cubicBezTo>
                      <a:cubicBezTo>
                        <a:pt x="49" y="94"/>
                        <a:pt x="52" y="96"/>
                        <a:pt x="51" y="101"/>
                      </a:cubicBezTo>
                      <a:cubicBezTo>
                        <a:pt x="51" y="109"/>
                        <a:pt x="51" y="109"/>
                        <a:pt x="51" y="109"/>
                      </a:cubicBezTo>
                      <a:cubicBezTo>
                        <a:pt x="51" y="110"/>
                        <a:pt x="51" y="110"/>
                        <a:pt x="51" y="110"/>
                      </a:cubicBezTo>
                      <a:cubicBezTo>
                        <a:pt x="50" y="118"/>
                        <a:pt x="50" y="118"/>
                        <a:pt x="50" y="118"/>
                      </a:cubicBezTo>
                      <a:cubicBezTo>
                        <a:pt x="50" y="119"/>
                        <a:pt x="50" y="119"/>
                        <a:pt x="50" y="120"/>
                      </a:cubicBezTo>
                      <a:cubicBezTo>
                        <a:pt x="51" y="123"/>
                        <a:pt x="51" y="123"/>
                        <a:pt x="54" y="125"/>
                      </a:cubicBezTo>
                      <a:cubicBezTo>
                        <a:pt x="56" y="125"/>
                        <a:pt x="56" y="125"/>
                        <a:pt x="56" y="125"/>
                      </a:cubicBezTo>
                      <a:cubicBezTo>
                        <a:pt x="59" y="125"/>
                        <a:pt x="60" y="121"/>
                        <a:pt x="62" y="119"/>
                      </a:cubicBezTo>
                      <a:cubicBezTo>
                        <a:pt x="62" y="118"/>
                        <a:pt x="62" y="118"/>
                        <a:pt x="62" y="118"/>
                      </a:cubicBezTo>
                      <a:cubicBezTo>
                        <a:pt x="62" y="113"/>
                        <a:pt x="62" y="113"/>
                        <a:pt x="62" y="113"/>
                      </a:cubicBezTo>
                      <a:cubicBezTo>
                        <a:pt x="63" y="110"/>
                        <a:pt x="68" y="106"/>
                        <a:pt x="71" y="106"/>
                      </a:cubicBezTo>
                      <a:cubicBezTo>
                        <a:pt x="75" y="106"/>
                        <a:pt x="77" y="109"/>
                        <a:pt x="78" y="111"/>
                      </a:cubicBezTo>
                      <a:cubicBezTo>
                        <a:pt x="78" y="112"/>
                        <a:pt x="78" y="112"/>
                        <a:pt x="78" y="112"/>
                      </a:cubicBezTo>
                      <a:cubicBezTo>
                        <a:pt x="78" y="113"/>
                        <a:pt x="78" y="113"/>
                        <a:pt x="78" y="113"/>
                      </a:cubicBezTo>
                      <a:cubicBezTo>
                        <a:pt x="78" y="115"/>
                        <a:pt x="78" y="115"/>
                        <a:pt x="79" y="116"/>
                      </a:cubicBezTo>
                      <a:cubicBezTo>
                        <a:pt x="78" y="117"/>
                        <a:pt x="78" y="117"/>
                        <a:pt x="78" y="118"/>
                      </a:cubicBezTo>
                      <a:cubicBezTo>
                        <a:pt x="78" y="119"/>
                        <a:pt x="78" y="119"/>
                        <a:pt x="78" y="119"/>
                      </a:cubicBezTo>
                      <a:cubicBezTo>
                        <a:pt x="72" y="130"/>
                        <a:pt x="57" y="140"/>
                        <a:pt x="46" y="147"/>
                      </a:cubicBezTo>
                      <a:cubicBezTo>
                        <a:pt x="44" y="148"/>
                        <a:pt x="40" y="151"/>
                        <a:pt x="37" y="152"/>
                      </a:cubicBezTo>
                      <a:cubicBezTo>
                        <a:pt x="35" y="153"/>
                        <a:pt x="29" y="157"/>
                        <a:pt x="28" y="158"/>
                      </a:cubicBezTo>
                      <a:cubicBezTo>
                        <a:pt x="25" y="161"/>
                        <a:pt x="12" y="165"/>
                        <a:pt x="6" y="165"/>
                      </a:cubicBezTo>
                      <a:cubicBezTo>
                        <a:pt x="4" y="165"/>
                        <a:pt x="2" y="168"/>
                        <a:pt x="1" y="170"/>
                      </a:cubicBezTo>
                      <a:cubicBezTo>
                        <a:pt x="4" y="171"/>
                        <a:pt x="4" y="173"/>
                        <a:pt x="7" y="175"/>
                      </a:cubicBezTo>
                      <a:cubicBezTo>
                        <a:pt x="10" y="176"/>
                        <a:pt x="12" y="176"/>
                        <a:pt x="14" y="178"/>
                      </a:cubicBezTo>
                      <a:cubicBezTo>
                        <a:pt x="18" y="179"/>
                        <a:pt x="18" y="179"/>
                        <a:pt x="18" y="179"/>
                      </a:cubicBezTo>
                      <a:cubicBezTo>
                        <a:pt x="20" y="179"/>
                        <a:pt x="18" y="179"/>
                        <a:pt x="20" y="179"/>
                      </a:cubicBezTo>
                      <a:cubicBezTo>
                        <a:pt x="21" y="179"/>
                        <a:pt x="21" y="179"/>
                        <a:pt x="21" y="179"/>
                      </a:cubicBezTo>
                      <a:cubicBezTo>
                        <a:pt x="22" y="179"/>
                        <a:pt x="22" y="179"/>
                        <a:pt x="22" y="179"/>
                      </a:cubicBezTo>
                      <a:cubicBezTo>
                        <a:pt x="26" y="177"/>
                        <a:pt x="30" y="175"/>
                        <a:pt x="33" y="173"/>
                      </a:cubicBezTo>
                      <a:cubicBezTo>
                        <a:pt x="35" y="171"/>
                        <a:pt x="36" y="170"/>
                        <a:pt x="38" y="169"/>
                      </a:cubicBezTo>
                      <a:cubicBezTo>
                        <a:pt x="39" y="168"/>
                        <a:pt x="43" y="166"/>
                        <a:pt x="43" y="166"/>
                      </a:cubicBezTo>
                      <a:cubicBezTo>
                        <a:pt x="49" y="160"/>
                        <a:pt x="55" y="156"/>
                        <a:pt x="61" y="150"/>
                      </a:cubicBezTo>
                      <a:cubicBezTo>
                        <a:pt x="64" y="148"/>
                        <a:pt x="67" y="145"/>
                        <a:pt x="70" y="143"/>
                      </a:cubicBezTo>
                      <a:cubicBezTo>
                        <a:pt x="73" y="140"/>
                        <a:pt x="76" y="137"/>
                        <a:pt x="79" y="135"/>
                      </a:cubicBezTo>
                      <a:cubicBezTo>
                        <a:pt x="82" y="132"/>
                        <a:pt x="85" y="130"/>
                        <a:pt x="87" y="127"/>
                      </a:cubicBezTo>
                      <a:cubicBezTo>
                        <a:pt x="90" y="124"/>
                        <a:pt x="91" y="119"/>
                        <a:pt x="96" y="119"/>
                      </a:cubicBezTo>
                      <a:cubicBezTo>
                        <a:pt x="98" y="119"/>
                        <a:pt x="100" y="126"/>
                        <a:pt x="100" y="128"/>
                      </a:cubicBezTo>
                      <a:cubicBezTo>
                        <a:pt x="100" y="132"/>
                        <a:pt x="105" y="145"/>
                        <a:pt x="106" y="149"/>
                      </a:cubicBezTo>
                      <a:cubicBezTo>
                        <a:pt x="108" y="155"/>
                        <a:pt x="111" y="165"/>
                        <a:pt x="118" y="165"/>
                      </a:cubicBezTo>
                      <a:cubicBezTo>
                        <a:pt x="119" y="163"/>
                        <a:pt x="125" y="161"/>
                        <a:pt x="125" y="152"/>
                      </a:cubicBezTo>
                      <a:cubicBezTo>
                        <a:pt x="125" y="143"/>
                        <a:pt x="120" y="120"/>
                        <a:pt x="117" y="116"/>
                      </a:cubicBezTo>
                      <a:cubicBezTo>
                        <a:pt x="117" y="118"/>
                        <a:pt x="116" y="118"/>
                        <a:pt x="116" y="120"/>
                      </a:cubicBezTo>
                      <a:cubicBezTo>
                        <a:pt x="116" y="123"/>
                        <a:pt x="115" y="121"/>
                        <a:pt x="115" y="124"/>
                      </a:cubicBezTo>
                      <a:cubicBezTo>
                        <a:pt x="115" y="125"/>
                        <a:pt x="115" y="125"/>
                        <a:pt x="115" y="125"/>
                      </a:cubicBezTo>
                      <a:cubicBezTo>
                        <a:pt x="115" y="126"/>
                        <a:pt x="114" y="129"/>
                        <a:pt x="112" y="129"/>
                      </a:cubicBezTo>
                      <a:cubicBezTo>
                        <a:pt x="109" y="129"/>
                        <a:pt x="109" y="129"/>
                        <a:pt x="109" y="129"/>
                      </a:cubicBezTo>
                      <a:cubicBezTo>
                        <a:pt x="105" y="129"/>
                        <a:pt x="102" y="110"/>
                        <a:pt x="100" y="105"/>
                      </a:cubicBezTo>
                      <a:cubicBezTo>
                        <a:pt x="98" y="101"/>
                        <a:pt x="98" y="97"/>
                        <a:pt x="97" y="92"/>
                      </a:cubicBezTo>
                      <a:cubicBezTo>
                        <a:pt x="96" y="87"/>
                        <a:pt x="94" y="86"/>
                        <a:pt x="94" y="79"/>
                      </a:cubicBezTo>
                      <a:cubicBezTo>
                        <a:pt x="94" y="76"/>
                        <a:pt x="94" y="76"/>
                        <a:pt x="94" y="76"/>
                      </a:cubicBezTo>
                      <a:cubicBezTo>
                        <a:pt x="94" y="65"/>
                        <a:pt x="110" y="67"/>
                        <a:pt x="110" y="61"/>
                      </a:cubicBezTo>
                      <a:cubicBezTo>
                        <a:pt x="110" y="60"/>
                        <a:pt x="110" y="60"/>
                        <a:pt x="110" y="60"/>
                      </a:cubicBezTo>
                      <a:cubicBezTo>
                        <a:pt x="110" y="58"/>
                        <a:pt x="109" y="57"/>
                        <a:pt x="108" y="57"/>
                      </a:cubicBezTo>
                      <a:cubicBezTo>
                        <a:pt x="105" y="57"/>
                        <a:pt x="105" y="57"/>
                        <a:pt x="105" y="57"/>
                      </a:cubicBezTo>
                      <a:cubicBezTo>
                        <a:pt x="104" y="57"/>
                        <a:pt x="104" y="57"/>
                        <a:pt x="104" y="57"/>
                      </a:cubicBezTo>
                      <a:cubicBezTo>
                        <a:pt x="103" y="58"/>
                        <a:pt x="102" y="59"/>
                        <a:pt x="101" y="59"/>
                      </a:cubicBezTo>
                      <a:cubicBezTo>
                        <a:pt x="99" y="60"/>
                        <a:pt x="99" y="59"/>
                        <a:pt x="97" y="60"/>
                      </a:cubicBezTo>
                      <a:cubicBezTo>
                        <a:pt x="95" y="59"/>
                        <a:pt x="91" y="56"/>
                        <a:pt x="91" y="54"/>
                      </a:cubicBezTo>
                      <a:cubicBezTo>
                        <a:pt x="91" y="41"/>
                        <a:pt x="91" y="41"/>
                        <a:pt x="91" y="41"/>
                      </a:cubicBezTo>
                      <a:lnTo>
                        <a:pt x="91" y="29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3" name="íšlïďè"/>
                <p:cNvSpPr/>
                <p:nvPr/>
              </p:nvSpPr>
              <p:spPr bwMode="auto">
                <a:xfrm>
                  <a:off x="5478463" y="3581400"/>
                  <a:ext cx="46038" cy="76200"/>
                </a:xfrm>
                <a:custGeom>
                  <a:avLst/>
                  <a:gdLst>
                    <a:gd name="T0" fmla="*/ 14 w 14"/>
                    <a:gd name="T1" fmla="*/ 15 h 23"/>
                    <a:gd name="T2" fmla="*/ 10 w 14"/>
                    <a:gd name="T3" fmla="*/ 6 h 23"/>
                    <a:gd name="T4" fmla="*/ 3 w 14"/>
                    <a:gd name="T5" fmla="*/ 0 h 23"/>
                    <a:gd name="T6" fmla="*/ 0 w 14"/>
                    <a:gd name="T7" fmla="*/ 3 h 23"/>
                    <a:gd name="T8" fmla="*/ 5 w 14"/>
                    <a:gd name="T9" fmla="*/ 11 h 23"/>
                    <a:gd name="T10" fmla="*/ 5 w 14"/>
                    <a:gd name="T11" fmla="*/ 12 h 23"/>
                    <a:gd name="T12" fmla="*/ 5 w 14"/>
                    <a:gd name="T13" fmla="*/ 14 h 23"/>
                    <a:gd name="T14" fmla="*/ 5 w 14"/>
                    <a:gd name="T15" fmla="*/ 15 h 23"/>
                    <a:gd name="T16" fmla="*/ 2 w 14"/>
                    <a:gd name="T17" fmla="*/ 19 h 23"/>
                    <a:gd name="T18" fmla="*/ 2 w 14"/>
                    <a:gd name="T19" fmla="*/ 22 h 23"/>
                    <a:gd name="T20" fmla="*/ 5 w 14"/>
                    <a:gd name="T21" fmla="*/ 23 h 23"/>
                    <a:gd name="T22" fmla="*/ 6 w 14"/>
                    <a:gd name="T23" fmla="*/ 23 h 23"/>
                    <a:gd name="T24" fmla="*/ 11 w 14"/>
                    <a:gd name="T25" fmla="*/ 20 h 23"/>
                    <a:gd name="T26" fmla="*/ 14 w 14"/>
                    <a:gd name="T27" fmla="*/ 15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4" h="23">
                      <a:moveTo>
                        <a:pt x="14" y="15"/>
                      </a:moveTo>
                      <a:cubicBezTo>
                        <a:pt x="14" y="11"/>
                        <a:pt x="12" y="9"/>
                        <a:pt x="10" y="6"/>
                      </a:cubicBezTo>
                      <a:cubicBezTo>
                        <a:pt x="8" y="5"/>
                        <a:pt x="3" y="1"/>
                        <a:pt x="3" y="0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5" y="12"/>
                        <a:pt x="5" y="12"/>
                        <a:pt x="5" y="12"/>
                      </a:cubicBez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5" y="15"/>
                        <a:pt x="5" y="15"/>
                        <a:pt x="5" y="15"/>
                      </a:cubicBezTo>
                      <a:cubicBezTo>
                        <a:pt x="2" y="19"/>
                        <a:pt x="2" y="19"/>
                        <a:pt x="2" y="19"/>
                      </a:cubicBezTo>
                      <a:cubicBezTo>
                        <a:pt x="2" y="22"/>
                        <a:pt x="2" y="22"/>
                        <a:pt x="2" y="22"/>
                      </a:cubicBezTo>
                      <a:cubicBezTo>
                        <a:pt x="5" y="23"/>
                        <a:pt x="5" y="23"/>
                        <a:pt x="5" y="23"/>
                      </a:cubicBezTo>
                      <a:cubicBezTo>
                        <a:pt x="6" y="23"/>
                        <a:pt x="6" y="23"/>
                        <a:pt x="6" y="23"/>
                      </a:cubicBezTo>
                      <a:cubicBezTo>
                        <a:pt x="7" y="23"/>
                        <a:pt x="11" y="21"/>
                        <a:pt x="11" y="20"/>
                      </a:cubicBezTo>
                      <a:cubicBezTo>
                        <a:pt x="13" y="19"/>
                        <a:pt x="13" y="17"/>
                        <a:pt x="14" y="1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4" name="işḷîḑe"/>
                <p:cNvSpPr/>
                <p:nvPr/>
              </p:nvSpPr>
              <p:spPr bwMode="auto">
                <a:xfrm>
                  <a:off x="6310313" y="3136900"/>
                  <a:ext cx="406400" cy="554038"/>
                </a:xfrm>
                <a:custGeom>
                  <a:avLst/>
                  <a:gdLst>
                    <a:gd name="T0" fmla="*/ 101 w 123"/>
                    <a:gd name="T1" fmla="*/ 9 h 166"/>
                    <a:gd name="T2" fmla="*/ 96 w 123"/>
                    <a:gd name="T3" fmla="*/ 0 h 166"/>
                    <a:gd name="T4" fmla="*/ 76 w 123"/>
                    <a:gd name="T5" fmla="*/ 23 h 166"/>
                    <a:gd name="T6" fmla="*/ 66 w 123"/>
                    <a:gd name="T7" fmla="*/ 20 h 166"/>
                    <a:gd name="T8" fmla="*/ 69 w 123"/>
                    <a:gd name="T9" fmla="*/ 29 h 166"/>
                    <a:gd name="T10" fmla="*/ 64 w 123"/>
                    <a:gd name="T11" fmla="*/ 38 h 166"/>
                    <a:gd name="T12" fmla="*/ 71 w 123"/>
                    <a:gd name="T13" fmla="*/ 37 h 166"/>
                    <a:gd name="T14" fmla="*/ 78 w 123"/>
                    <a:gd name="T15" fmla="*/ 38 h 166"/>
                    <a:gd name="T16" fmla="*/ 104 w 123"/>
                    <a:gd name="T17" fmla="*/ 37 h 166"/>
                    <a:gd name="T18" fmla="*/ 97 w 123"/>
                    <a:gd name="T19" fmla="*/ 43 h 166"/>
                    <a:gd name="T20" fmla="*/ 85 w 123"/>
                    <a:gd name="T21" fmla="*/ 56 h 166"/>
                    <a:gd name="T22" fmla="*/ 78 w 123"/>
                    <a:gd name="T23" fmla="*/ 67 h 166"/>
                    <a:gd name="T24" fmla="*/ 72 w 123"/>
                    <a:gd name="T25" fmla="*/ 62 h 166"/>
                    <a:gd name="T26" fmla="*/ 72 w 123"/>
                    <a:gd name="T27" fmla="*/ 48 h 166"/>
                    <a:gd name="T28" fmla="*/ 63 w 123"/>
                    <a:gd name="T29" fmla="*/ 57 h 166"/>
                    <a:gd name="T30" fmla="*/ 56 w 123"/>
                    <a:gd name="T31" fmla="*/ 57 h 166"/>
                    <a:gd name="T32" fmla="*/ 61 w 123"/>
                    <a:gd name="T33" fmla="*/ 66 h 166"/>
                    <a:gd name="T34" fmla="*/ 59 w 123"/>
                    <a:gd name="T35" fmla="*/ 70 h 166"/>
                    <a:gd name="T36" fmla="*/ 68 w 123"/>
                    <a:gd name="T37" fmla="*/ 74 h 166"/>
                    <a:gd name="T38" fmla="*/ 68 w 123"/>
                    <a:gd name="T39" fmla="*/ 78 h 166"/>
                    <a:gd name="T40" fmla="*/ 40 w 123"/>
                    <a:gd name="T41" fmla="*/ 92 h 166"/>
                    <a:gd name="T42" fmla="*/ 24 w 123"/>
                    <a:gd name="T43" fmla="*/ 99 h 166"/>
                    <a:gd name="T44" fmla="*/ 3 w 123"/>
                    <a:gd name="T45" fmla="*/ 105 h 166"/>
                    <a:gd name="T46" fmla="*/ 2 w 123"/>
                    <a:gd name="T47" fmla="*/ 112 h 166"/>
                    <a:gd name="T48" fmla="*/ 14 w 123"/>
                    <a:gd name="T49" fmla="*/ 120 h 166"/>
                    <a:gd name="T50" fmla="*/ 32 w 123"/>
                    <a:gd name="T51" fmla="*/ 108 h 166"/>
                    <a:gd name="T52" fmla="*/ 55 w 123"/>
                    <a:gd name="T53" fmla="*/ 93 h 166"/>
                    <a:gd name="T54" fmla="*/ 63 w 123"/>
                    <a:gd name="T55" fmla="*/ 89 h 166"/>
                    <a:gd name="T56" fmla="*/ 82 w 123"/>
                    <a:gd name="T57" fmla="*/ 83 h 166"/>
                    <a:gd name="T58" fmla="*/ 82 w 123"/>
                    <a:gd name="T59" fmla="*/ 86 h 166"/>
                    <a:gd name="T60" fmla="*/ 74 w 123"/>
                    <a:gd name="T61" fmla="*/ 97 h 166"/>
                    <a:gd name="T62" fmla="*/ 61 w 123"/>
                    <a:gd name="T63" fmla="*/ 107 h 166"/>
                    <a:gd name="T64" fmla="*/ 64 w 123"/>
                    <a:gd name="T65" fmla="*/ 118 h 166"/>
                    <a:gd name="T66" fmla="*/ 55 w 123"/>
                    <a:gd name="T67" fmla="*/ 126 h 166"/>
                    <a:gd name="T68" fmla="*/ 40 w 123"/>
                    <a:gd name="T69" fmla="*/ 129 h 166"/>
                    <a:gd name="T70" fmla="*/ 30 w 123"/>
                    <a:gd name="T71" fmla="*/ 130 h 166"/>
                    <a:gd name="T72" fmla="*/ 35 w 123"/>
                    <a:gd name="T73" fmla="*/ 141 h 166"/>
                    <a:gd name="T74" fmla="*/ 38 w 123"/>
                    <a:gd name="T75" fmla="*/ 141 h 166"/>
                    <a:gd name="T76" fmla="*/ 56 w 123"/>
                    <a:gd name="T77" fmla="*/ 133 h 166"/>
                    <a:gd name="T78" fmla="*/ 63 w 123"/>
                    <a:gd name="T79" fmla="*/ 141 h 166"/>
                    <a:gd name="T80" fmla="*/ 56 w 123"/>
                    <a:gd name="T81" fmla="*/ 154 h 166"/>
                    <a:gd name="T82" fmla="*/ 53 w 123"/>
                    <a:gd name="T83" fmla="*/ 154 h 166"/>
                    <a:gd name="T84" fmla="*/ 49 w 123"/>
                    <a:gd name="T85" fmla="*/ 154 h 166"/>
                    <a:gd name="T86" fmla="*/ 46 w 123"/>
                    <a:gd name="T87" fmla="*/ 156 h 166"/>
                    <a:gd name="T88" fmla="*/ 56 w 123"/>
                    <a:gd name="T89" fmla="*/ 166 h 166"/>
                    <a:gd name="T90" fmla="*/ 71 w 123"/>
                    <a:gd name="T91" fmla="*/ 160 h 166"/>
                    <a:gd name="T92" fmla="*/ 75 w 123"/>
                    <a:gd name="T93" fmla="*/ 146 h 166"/>
                    <a:gd name="T94" fmla="*/ 80 w 123"/>
                    <a:gd name="T95" fmla="*/ 124 h 166"/>
                    <a:gd name="T96" fmla="*/ 94 w 123"/>
                    <a:gd name="T97" fmla="*/ 120 h 166"/>
                    <a:gd name="T98" fmla="*/ 81 w 123"/>
                    <a:gd name="T99" fmla="*/ 117 h 166"/>
                    <a:gd name="T100" fmla="*/ 72 w 123"/>
                    <a:gd name="T101" fmla="*/ 107 h 166"/>
                    <a:gd name="T102" fmla="*/ 78 w 123"/>
                    <a:gd name="T103" fmla="*/ 96 h 166"/>
                    <a:gd name="T104" fmla="*/ 92 w 123"/>
                    <a:gd name="T105" fmla="*/ 89 h 166"/>
                    <a:gd name="T106" fmla="*/ 102 w 123"/>
                    <a:gd name="T107" fmla="*/ 78 h 166"/>
                    <a:gd name="T108" fmla="*/ 95 w 123"/>
                    <a:gd name="T109" fmla="*/ 61 h 166"/>
                    <a:gd name="T110" fmla="*/ 109 w 123"/>
                    <a:gd name="T111" fmla="*/ 48 h 166"/>
                    <a:gd name="T112" fmla="*/ 116 w 123"/>
                    <a:gd name="T113" fmla="*/ 42 h 166"/>
                    <a:gd name="T114" fmla="*/ 121 w 123"/>
                    <a:gd name="T115" fmla="*/ 32 h 166"/>
                    <a:gd name="T116" fmla="*/ 116 w 123"/>
                    <a:gd name="T117" fmla="*/ 17 h 166"/>
                    <a:gd name="T118" fmla="*/ 104 w 123"/>
                    <a:gd name="T119" fmla="*/ 20 h 166"/>
                    <a:gd name="T120" fmla="*/ 93 w 123"/>
                    <a:gd name="T121" fmla="*/ 21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123" h="166">
                      <a:moveTo>
                        <a:pt x="93" y="21"/>
                      </a:moveTo>
                      <a:cubicBezTo>
                        <a:pt x="94" y="14"/>
                        <a:pt x="98" y="14"/>
                        <a:pt x="101" y="9"/>
                      </a:cubicBezTo>
                      <a:cubicBezTo>
                        <a:pt x="101" y="8"/>
                        <a:pt x="101" y="8"/>
                        <a:pt x="101" y="8"/>
                      </a:cubicBezTo>
                      <a:cubicBezTo>
                        <a:pt x="101" y="5"/>
                        <a:pt x="97" y="1"/>
                        <a:pt x="96" y="0"/>
                      </a:cubicBezTo>
                      <a:cubicBezTo>
                        <a:pt x="89" y="3"/>
                        <a:pt x="91" y="6"/>
                        <a:pt x="88" y="13"/>
                      </a:cubicBezTo>
                      <a:cubicBezTo>
                        <a:pt x="85" y="17"/>
                        <a:pt x="82" y="23"/>
                        <a:pt x="76" y="23"/>
                      </a:cubicBezTo>
                      <a:cubicBezTo>
                        <a:pt x="75" y="23"/>
                        <a:pt x="70" y="18"/>
                        <a:pt x="67" y="17"/>
                      </a:cubicBezTo>
                      <a:cubicBezTo>
                        <a:pt x="66" y="20"/>
                        <a:pt x="66" y="20"/>
                        <a:pt x="66" y="20"/>
                      </a:cubicBezTo>
                      <a:cubicBezTo>
                        <a:pt x="67" y="23"/>
                        <a:pt x="69" y="24"/>
                        <a:pt x="69" y="28"/>
                      </a:cubicBezTo>
                      <a:cubicBezTo>
                        <a:pt x="69" y="29"/>
                        <a:pt x="69" y="29"/>
                        <a:pt x="69" y="29"/>
                      </a:cubicBezTo>
                      <a:cubicBezTo>
                        <a:pt x="69" y="29"/>
                        <a:pt x="63" y="36"/>
                        <a:pt x="62" y="37"/>
                      </a:cubicBezTo>
                      <a:cubicBezTo>
                        <a:pt x="63" y="38"/>
                        <a:pt x="61" y="38"/>
                        <a:pt x="64" y="38"/>
                      </a:cubicBezTo>
                      <a:cubicBezTo>
                        <a:pt x="64" y="38"/>
                        <a:pt x="64" y="38"/>
                        <a:pt x="64" y="38"/>
                      </a:cubicBezTo>
                      <a:cubicBezTo>
                        <a:pt x="71" y="37"/>
                        <a:pt x="71" y="37"/>
                        <a:pt x="71" y="37"/>
                      </a:cubicBezTo>
                      <a:cubicBezTo>
                        <a:pt x="74" y="37"/>
                        <a:pt x="74" y="38"/>
                        <a:pt x="78" y="38"/>
                      </a:cubicBezTo>
                      <a:cubicBezTo>
                        <a:pt x="78" y="38"/>
                        <a:pt x="78" y="38"/>
                        <a:pt x="78" y="38"/>
                      </a:cubicBezTo>
                      <a:cubicBezTo>
                        <a:pt x="79" y="38"/>
                        <a:pt x="84" y="33"/>
                        <a:pt x="91" y="32"/>
                      </a:cubicBezTo>
                      <a:cubicBezTo>
                        <a:pt x="96" y="31"/>
                        <a:pt x="104" y="30"/>
                        <a:pt x="104" y="37"/>
                      </a:cubicBezTo>
                      <a:cubicBezTo>
                        <a:pt x="104" y="39"/>
                        <a:pt x="102" y="41"/>
                        <a:pt x="101" y="43"/>
                      </a:cubicBezTo>
                      <a:cubicBezTo>
                        <a:pt x="98" y="43"/>
                        <a:pt x="99" y="43"/>
                        <a:pt x="97" y="43"/>
                      </a:cubicBezTo>
                      <a:cubicBezTo>
                        <a:pt x="96" y="43"/>
                        <a:pt x="93" y="42"/>
                        <a:pt x="92" y="41"/>
                      </a:cubicBezTo>
                      <a:cubicBezTo>
                        <a:pt x="85" y="46"/>
                        <a:pt x="88" y="49"/>
                        <a:pt x="85" y="56"/>
                      </a:cubicBezTo>
                      <a:cubicBezTo>
                        <a:pt x="84" y="57"/>
                        <a:pt x="81" y="64"/>
                        <a:pt x="81" y="64"/>
                      </a:cubicBezTo>
                      <a:cubicBezTo>
                        <a:pt x="80" y="66"/>
                        <a:pt x="80" y="64"/>
                        <a:pt x="78" y="67"/>
                      </a:cubicBezTo>
                      <a:cubicBezTo>
                        <a:pt x="77" y="70"/>
                        <a:pt x="78" y="68"/>
                        <a:pt x="76" y="70"/>
                      </a:cubicBezTo>
                      <a:cubicBezTo>
                        <a:pt x="74" y="67"/>
                        <a:pt x="72" y="66"/>
                        <a:pt x="72" y="62"/>
                      </a:cubicBezTo>
                      <a:cubicBezTo>
                        <a:pt x="72" y="61"/>
                        <a:pt x="75" y="55"/>
                        <a:pt x="76" y="54"/>
                      </a:cubicBezTo>
                      <a:cubicBezTo>
                        <a:pt x="75" y="51"/>
                        <a:pt x="75" y="48"/>
                        <a:pt x="72" y="48"/>
                      </a:cubicBezTo>
                      <a:cubicBezTo>
                        <a:pt x="71" y="48"/>
                        <a:pt x="70" y="49"/>
                        <a:pt x="70" y="49"/>
                      </a:cubicBezTo>
                      <a:cubicBezTo>
                        <a:pt x="70" y="55"/>
                        <a:pt x="67" y="55"/>
                        <a:pt x="63" y="57"/>
                      </a:cubicBezTo>
                      <a:cubicBezTo>
                        <a:pt x="62" y="56"/>
                        <a:pt x="60" y="55"/>
                        <a:pt x="59" y="55"/>
                      </a:cubicBezTo>
                      <a:cubicBezTo>
                        <a:pt x="58" y="55"/>
                        <a:pt x="56" y="57"/>
                        <a:pt x="56" y="57"/>
                      </a:cubicBezTo>
                      <a:cubicBezTo>
                        <a:pt x="58" y="60"/>
                        <a:pt x="59" y="60"/>
                        <a:pt x="61" y="64"/>
                      </a:cubicBezTo>
                      <a:cubicBezTo>
                        <a:pt x="61" y="66"/>
                        <a:pt x="61" y="66"/>
                        <a:pt x="61" y="66"/>
                      </a:cubicBezTo>
                      <a:cubicBezTo>
                        <a:pt x="61" y="67"/>
                        <a:pt x="61" y="67"/>
                        <a:pt x="61" y="67"/>
                      </a:cubicBezTo>
                      <a:cubicBezTo>
                        <a:pt x="59" y="70"/>
                        <a:pt x="59" y="70"/>
                        <a:pt x="59" y="70"/>
                      </a:cubicBezTo>
                      <a:cubicBezTo>
                        <a:pt x="60" y="71"/>
                        <a:pt x="58" y="71"/>
                        <a:pt x="61" y="71"/>
                      </a:cubicBezTo>
                      <a:cubicBezTo>
                        <a:pt x="64" y="71"/>
                        <a:pt x="66" y="72"/>
                        <a:pt x="68" y="74"/>
                      </a:cubicBezTo>
                      <a:cubicBezTo>
                        <a:pt x="68" y="75"/>
                        <a:pt x="68" y="75"/>
                        <a:pt x="68" y="75"/>
                      </a:cubicBezTo>
                      <a:cubicBezTo>
                        <a:pt x="68" y="78"/>
                        <a:pt x="68" y="78"/>
                        <a:pt x="68" y="78"/>
                      </a:cubicBezTo>
                      <a:cubicBezTo>
                        <a:pt x="68" y="82"/>
                        <a:pt x="58" y="85"/>
                        <a:pt x="55" y="86"/>
                      </a:cubicBezTo>
                      <a:cubicBezTo>
                        <a:pt x="50" y="88"/>
                        <a:pt x="44" y="91"/>
                        <a:pt x="40" y="92"/>
                      </a:cubicBezTo>
                      <a:cubicBezTo>
                        <a:pt x="36" y="94"/>
                        <a:pt x="35" y="94"/>
                        <a:pt x="32" y="96"/>
                      </a:cubicBezTo>
                      <a:cubicBezTo>
                        <a:pt x="29" y="97"/>
                        <a:pt x="27" y="97"/>
                        <a:pt x="24" y="99"/>
                      </a:cubicBezTo>
                      <a:cubicBezTo>
                        <a:pt x="20" y="101"/>
                        <a:pt x="13" y="104"/>
                        <a:pt x="9" y="104"/>
                      </a:cubicBezTo>
                      <a:cubicBezTo>
                        <a:pt x="3" y="105"/>
                        <a:pt x="3" y="105"/>
                        <a:pt x="3" y="105"/>
                      </a:cubicBezTo>
                      <a:cubicBezTo>
                        <a:pt x="1" y="105"/>
                        <a:pt x="1" y="106"/>
                        <a:pt x="0" y="107"/>
                      </a:cubicBezTo>
                      <a:cubicBezTo>
                        <a:pt x="0" y="108"/>
                        <a:pt x="0" y="111"/>
                        <a:pt x="2" y="112"/>
                      </a:cubicBezTo>
                      <a:cubicBezTo>
                        <a:pt x="4" y="114"/>
                        <a:pt x="3" y="114"/>
                        <a:pt x="5" y="115"/>
                      </a:cubicBezTo>
                      <a:cubicBezTo>
                        <a:pt x="6" y="116"/>
                        <a:pt x="12" y="119"/>
                        <a:pt x="14" y="120"/>
                      </a:cubicBezTo>
                      <a:cubicBezTo>
                        <a:pt x="15" y="119"/>
                        <a:pt x="15" y="119"/>
                        <a:pt x="17" y="119"/>
                      </a:cubicBezTo>
                      <a:cubicBezTo>
                        <a:pt x="20" y="119"/>
                        <a:pt x="30" y="110"/>
                        <a:pt x="32" y="108"/>
                      </a:cubicBezTo>
                      <a:cubicBezTo>
                        <a:pt x="36" y="104"/>
                        <a:pt x="42" y="101"/>
                        <a:pt x="47" y="98"/>
                      </a:cubicBezTo>
                      <a:cubicBezTo>
                        <a:pt x="50" y="96"/>
                        <a:pt x="52" y="95"/>
                        <a:pt x="55" y="93"/>
                      </a:cubicBezTo>
                      <a:cubicBezTo>
                        <a:pt x="57" y="92"/>
                        <a:pt x="58" y="92"/>
                        <a:pt x="59" y="91"/>
                      </a:cubicBezTo>
                      <a:cubicBezTo>
                        <a:pt x="61" y="90"/>
                        <a:pt x="61" y="90"/>
                        <a:pt x="63" y="89"/>
                      </a:cubicBezTo>
                      <a:cubicBezTo>
                        <a:pt x="68" y="87"/>
                        <a:pt x="74" y="80"/>
                        <a:pt x="79" y="80"/>
                      </a:cubicBezTo>
                      <a:cubicBezTo>
                        <a:pt x="81" y="80"/>
                        <a:pt x="82" y="82"/>
                        <a:pt x="82" y="83"/>
                      </a:cubicBezTo>
                      <a:cubicBezTo>
                        <a:pt x="82" y="85"/>
                        <a:pt x="82" y="85"/>
                        <a:pt x="82" y="85"/>
                      </a:cubicBezTo>
                      <a:cubicBezTo>
                        <a:pt x="82" y="86"/>
                        <a:pt x="82" y="86"/>
                        <a:pt x="82" y="86"/>
                      </a:cubicBezTo>
                      <a:cubicBezTo>
                        <a:pt x="80" y="90"/>
                        <a:pt x="79" y="89"/>
                        <a:pt x="78" y="93"/>
                      </a:cubicBezTo>
                      <a:cubicBezTo>
                        <a:pt x="75" y="94"/>
                        <a:pt x="75" y="94"/>
                        <a:pt x="74" y="97"/>
                      </a:cubicBezTo>
                      <a:cubicBezTo>
                        <a:pt x="69" y="98"/>
                        <a:pt x="71" y="99"/>
                        <a:pt x="67" y="101"/>
                      </a:cubicBezTo>
                      <a:cubicBezTo>
                        <a:pt x="63" y="103"/>
                        <a:pt x="63" y="103"/>
                        <a:pt x="61" y="107"/>
                      </a:cubicBezTo>
                      <a:cubicBezTo>
                        <a:pt x="61" y="110"/>
                        <a:pt x="64" y="114"/>
                        <a:pt x="64" y="117"/>
                      </a:cubicBezTo>
                      <a:cubicBezTo>
                        <a:pt x="64" y="118"/>
                        <a:pt x="64" y="118"/>
                        <a:pt x="64" y="118"/>
                      </a:cubicBezTo>
                      <a:cubicBezTo>
                        <a:pt x="64" y="119"/>
                        <a:pt x="64" y="119"/>
                        <a:pt x="64" y="119"/>
                      </a:cubicBezTo>
                      <a:cubicBezTo>
                        <a:pt x="61" y="123"/>
                        <a:pt x="60" y="125"/>
                        <a:pt x="55" y="126"/>
                      </a:cubicBezTo>
                      <a:cubicBezTo>
                        <a:pt x="51" y="127"/>
                        <a:pt x="43" y="129"/>
                        <a:pt x="41" y="129"/>
                      </a:cubicBezTo>
                      <a:cubicBezTo>
                        <a:pt x="40" y="129"/>
                        <a:pt x="40" y="129"/>
                        <a:pt x="40" y="129"/>
                      </a:cubicBezTo>
                      <a:cubicBezTo>
                        <a:pt x="32" y="130"/>
                        <a:pt x="32" y="130"/>
                        <a:pt x="32" y="130"/>
                      </a:cubicBezTo>
                      <a:cubicBezTo>
                        <a:pt x="30" y="130"/>
                        <a:pt x="30" y="130"/>
                        <a:pt x="30" y="130"/>
                      </a:cubicBezTo>
                      <a:cubicBezTo>
                        <a:pt x="27" y="132"/>
                        <a:pt x="27" y="132"/>
                        <a:pt x="27" y="132"/>
                      </a:cubicBezTo>
                      <a:cubicBezTo>
                        <a:pt x="30" y="136"/>
                        <a:pt x="30" y="138"/>
                        <a:pt x="35" y="141"/>
                      </a:cubicBezTo>
                      <a:cubicBezTo>
                        <a:pt x="36" y="141"/>
                        <a:pt x="36" y="141"/>
                        <a:pt x="36" y="141"/>
                      </a:cubicBezTo>
                      <a:cubicBezTo>
                        <a:pt x="38" y="141"/>
                        <a:pt x="38" y="141"/>
                        <a:pt x="38" y="141"/>
                      </a:cubicBezTo>
                      <a:cubicBezTo>
                        <a:pt x="39" y="141"/>
                        <a:pt x="39" y="141"/>
                        <a:pt x="39" y="141"/>
                      </a:cubicBezTo>
                      <a:cubicBezTo>
                        <a:pt x="43" y="138"/>
                        <a:pt x="51" y="133"/>
                        <a:pt x="56" y="133"/>
                      </a:cubicBezTo>
                      <a:cubicBezTo>
                        <a:pt x="58" y="133"/>
                        <a:pt x="58" y="133"/>
                        <a:pt x="58" y="133"/>
                      </a:cubicBezTo>
                      <a:cubicBezTo>
                        <a:pt x="62" y="133"/>
                        <a:pt x="63" y="137"/>
                        <a:pt x="63" y="141"/>
                      </a:cubicBezTo>
                      <a:cubicBezTo>
                        <a:pt x="63" y="143"/>
                        <a:pt x="63" y="143"/>
                        <a:pt x="63" y="143"/>
                      </a:cubicBezTo>
                      <a:cubicBezTo>
                        <a:pt x="63" y="150"/>
                        <a:pt x="60" y="152"/>
                        <a:pt x="56" y="154"/>
                      </a:cubicBezTo>
                      <a:cubicBezTo>
                        <a:pt x="55" y="154"/>
                        <a:pt x="55" y="154"/>
                        <a:pt x="55" y="154"/>
                      </a:cubicBezTo>
                      <a:cubicBezTo>
                        <a:pt x="53" y="154"/>
                        <a:pt x="53" y="154"/>
                        <a:pt x="53" y="154"/>
                      </a:cubicBezTo>
                      <a:cubicBezTo>
                        <a:pt x="52" y="154"/>
                        <a:pt x="52" y="154"/>
                        <a:pt x="51" y="153"/>
                      </a:cubicBezTo>
                      <a:cubicBezTo>
                        <a:pt x="50" y="154"/>
                        <a:pt x="50" y="154"/>
                        <a:pt x="49" y="154"/>
                      </a:cubicBezTo>
                      <a:cubicBezTo>
                        <a:pt x="47" y="154"/>
                        <a:pt x="47" y="154"/>
                        <a:pt x="47" y="154"/>
                      </a:cubicBezTo>
                      <a:cubicBezTo>
                        <a:pt x="47" y="155"/>
                        <a:pt x="46" y="155"/>
                        <a:pt x="46" y="156"/>
                      </a:cubicBezTo>
                      <a:cubicBezTo>
                        <a:pt x="46" y="158"/>
                        <a:pt x="53" y="165"/>
                        <a:pt x="55" y="166"/>
                      </a:cubicBezTo>
                      <a:cubicBezTo>
                        <a:pt x="56" y="166"/>
                        <a:pt x="56" y="166"/>
                        <a:pt x="56" y="166"/>
                      </a:cubicBezTo>
                      <a:cubicBezTo>
                        <a:pt x="61" y="166"/>
                        <a:pt x="61" y="166"/>
                        <a:pt x="61" y="166"/>
                      </a:cubicBezTo>
                      <a:cubicBezTo>
                        <a:pt x="66" y="166"/>
                        <a:pt x="69" y="163"/>
                        <a:pt x="71" y="160"/>
                      </a:cubicBezTo>
                      <a:cubicBezTo>
                        <a:pt x="74" y="155"/>
                        <a:pt x="74" y="151"/>
                        <a:pt x="76" y="148"/>
                      </a:cubicBezTo>
                      <a:cubicBezTo>
                        <a:pt x="75" y="146"/>
                        <a:pt x="75" y="148"/>
                        <a:pt x="75" y="146"/>
                      </a:cubicBezTo>
                      <a:cubicBezTo>
                        <a:pt x="75" y="138"/>
                        <a:pt x="75" y="138"/>
                        <a:pt x="75" y="138"/>
                      </a:cubicBezTo>
                      <a:cubicBezTo>
                        <a:pt x="75" y="130"/>
                        <a:pt x="74" y="128"/>
                        <a:pt x="80" y="124"/>
                      </a:cubicBezTo>
                      <a:cubicBezTo>
                        <a:pt x="81" y="124"/>
                        <a:pt x="81" y="124"/>
                        <a:pt x="81" y="124"/>
                      </a:cubicBezTo>
                      <a:cubicBezTo>
                        <a:pt x="90" y="124"/>
                        <a:pt x="90" y="127"/>
                        <a:pt x="94" y="120"/>
                      </a:cubicBezTo>
                      <a:cubicBezTo>
                        <a:pt x="92" y="117"/>
                        <a:pt x="91" y="116"/>
                        <a:pt x="88" y="115"/>
                      </a:cubicBezTo>
                      <a:cubicBezTo>
                        <a:pt x="86" y="116"/>
                        <a:pt x="84" y="117"/>
                        <a:pt x="81" y="117"/>
                      </a:cubicBezTo>
                      <a:cubicBezTo>
                        <a:pt x="79" y="117"/>
                        <a:pt x="79" y="117"/>
                        <a:pt x="79" y="117"/>
                      </a:cubicBezTo>
                      <a:cubicBezTo>
                        <a:pt x="77" y="116"/>
                        <a:pt x="72" y="109"/>
                        <a:pt x="72" y="107"/>
                      </a:cubicBezTo>
                      <a:cubicBezTo>
                        <a:pt x="72" y="105"/>
                        <a:pt x="72" y="105"/>
                        <a:pt x="72" y="105"/>
                      </a:cubicBezTo>
                      <a:cubicBezTo>
                        <a:pt x="72" y="99"/>
                        <a:pt x="75" y="100"/>
                        <a:pt x="78" y="96"/>
                      </a:cubicBezTo>
                      <a:cubicBezTo>
                        <a:pt x="80" y="96"/>
                        <a:pt x="80" y="96"/>
                        <a:pt x="80" y="96"/>
                      </a:cubicBezTo>
                      <a:cubicBezTo>
                        <a:pt x="82" y="93"/>
                        <a:pt x="89" y="90"/>
                        <a:pt x="92" y="89"/>
                      </a:cubicBezTo>
                      <a:cubicBezTo>
                        <a:pt x="95" y="87"/>
                        <a:pt x="101" y="83"/>
                        <a:pt x="101" y="80"/>
                      </a:cubicBezTo>
                      <a:cubicBezTo>
                        <a:pt x="101" y="77"/>
                        <a:pt x="101" y="79"/>
                        <a:pt x="102" y="78"/>
                      </a:cubicBezTo>
                      <a:cubicBezTo>
                        <a:pt x="101" y="77"/>
                        <a:pt x="101" y="79"/>
                        <a:pt x="101" y="77"/>
                      </a:cubicBezTo>
                      <a:cubicBezTo>
                        <a:pt x="101" y="73"/>
                        <a:pt x="96" y="64"/>
                        <a:pt x="95" y="61"/>
                      </a:cubicBezTo>
                      <a:cubicBezTo>
                        <a:pt x="95" y="61"/>
                        <a:pt x="101" y="55"/>
                        <a:pt x="102" y="55"/>
                      </a:cubicBezTo>
                      <a:cubicBezTo>
                        <a:pt x="104" y="52"/>
                        <a:pt x="106" y="51"/>
                        <a:pt x="109" y="48"/>
                      </a:cubicBezTo>
                      <a:cubicBezTo>
                        <a:pt x="110" y="47"/>
                        <a:pt x="112" y="46"/>
                        <a:pt x="113" y="45"/>
                      </a:cubicBezTo>
                      <a:cubicBezTo>
                        <a:pt x="114" y="44"/>
                        <a:pt x="115" y="43"/>
                        <a:pt x="116" y="42"/>
                      </a:cubicBezTo>
                      <a:cubicBezTo>
                        <a:pt x="118" y="39"/>
                        <a:pt x="118" y="35"/>
                        <a:pt x="121" y="34"/>
                      </a:cubicBezTo>
                      <a:cubicBezTo>
                        <a:pt x="121" y="32"/>
                        <a:pt x="121" y="32"/>
                        <a:pt x="121" y="32"/>
                      </a:cubicBezTo>
                      <a:cubicBezTo>
                        <a:pt x="121" y="27"/>
                        <a:pt x="123" y="30"/>
                        <a:pt x="120" y="24"/>
                      </a:cubicBezTo>
                      <a:cubicBezTo>
                        <a:pt x="118" y="20"/>
                        <a:pt x="118" y="20"/>
                        <a:pt x="116" y="17"/>
                      </a:cubicBezTo>
                      <a:cubicBezTo>
                        <a:pt x="113" y="17"/>
                        <a:pt x="113" y="17"/>
                        <a:pt x="113" y="17"/>
                      </a:cubicBezTo>
                      <a:cubicBezTo>
                        <a:pt x="111" y="17"/>
                        <a:pt x="105" y="19"/>
                        <a:pt x="104" y="20"/>
                      </a:cubicBezTo>
                      <a:cubicBezTo>
                        <a:pt x="101" y="23"/>
                        <a:pt x="102" y="23"/>
                        <a:pt x="96" y="24"/>
                      </a:cubicBezTo>
                      <a:lnTo>
                        <a:pt x="93" y="2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5" name="íṥḻiďê"/>
                <p:cNvSpPr/>
                <p:nvPr/>
              </p:nvSpPr>
              <p:spPr bwMode="auto">
                <a:xfrm>
                  <a:off x="5159376" y="3357563"/>
                  <a:ext cx="117475" cy="366713"/>
                </a:xfrm>
                <a:custGeom>
                  <a:avLst/>
                  <a:gdLst>
                    <a:gd name="T0" fmla="*/ 23 w 36"/>
                    <a:gd name="T1" fmla="*/ 14 h 110"/>
                    <a:gd name="T2" fmla="*/ 23 w 36"/>
                    <a:gd name="T3" fmla="*/ 12 h 110"/>
                    <a:gd name="T4" fmla="*/ 18 w 36"/>
                    <a:gd name="T5" fmla="*/ 6 h 110"/>
                    <a:gd name="T6" fmla="*/ 13 w 36"/>
                    <a:gd name="T7" fmla="*/ 0 h 110"/>
                    <a:gd name="T8" fmla="*/ 11 w 36"/>
                    <a:gd name="T9" fmla="*/ 4 h 110"/>
                    <a:gd name="T10" fmla="*/ 13 w 36"/>
                    <a:gd name="T11" fmla="*/ 16 h 110"/>
                    <a:gd name="T12" fmla="*/ 12 w 36"/>
                    <a:gd name="T13" fmla="*/ 34 h 110"/>
                    <a:gd name="T14" fmla="*/ 7 w 36"/>
                    <a:gd name="T15" fmla="*/ 65 h 110"/>
                    <a:gd name="T16" fmla="*/ 3 w 36"/>
                    <a:gd name="T17" fmla="*/ 80 h 110"/>
                    <a:gd name="T18" fmla="*/ 0 w 36"/>
                    <a:gd name="T19" fmla="*/ 95 h 110"/>
                    <a:gd name="T20" fmla="*/ 0 w 36"/>
                    <a:gd name="T21" fmla="*/ 98 h 110"/>
                    <a:gd name="T22" fmla="*/ 0 w 36"/>
                    <a:gd name="T23" fmla="*/ 100 h 110"/>
                    <a:gd name="T24" fmla="*/ 4 w 36"/>
                    <a:gd name="T25" fmla="*/ 105 h 110"/>
                    <a:gd name="T26" fmla="*/ 9 w 36"/>
                    <a:gd name="T27" fmla="*/ 110 h 110"/>
                    <a:gd name="T28" fmla="*/ 15 w 36"/>
                    <a:gd name="T29" fmla="*/ 104 h 110"/>
                    <a:gd name="T30" fmla="*/ 18 w 36"/>
                    <a:gd name="T31" fmla="*/ 96 h 110"/>
                    <a:gd name="T32" fmla="*/ 18 w 36"/>
                    <a:gd name="T33" fmla="*/ 90 h 110"/>
                    <a:gd name="T34" fmla="*/ 21 w 36"/>
                    <a:gd name="T35" fmla="*/ 71 h 110"/>
                    <a:gd name="T36" fmla="*/ 25 w 36"/>
                    <a:gd name="T37" fmla="*/ 53 h 110"/>
                    <a:gd name="T38" fmla="*/ 30 w 36"/>
                    <a:gd name="T39" fmla="*/ 36 h 110"/>
                    <a:gd name="T40" fmla="*/ 35 w 36"/>
                    <a:gd name="T41" fmla="*/ 20 h 110"/>
                    <a:gd name="T42" fmla="*/ 33 w 36"/>
                    <a:gd name="T43" fmla="*/ 20 h 110"/>
                    <a:gd name="T44" fmla="*/ 30 w 36"/>
                    <a:gd name="T45" fmla="*/ 22 h 110"/>
                    <a:gd name="T46" fmla="*/ 23 w 36"/>
                    <a:gd name="T47" fmla="*/ 17 h 110"/>
                    <a:gd name="T48" fmla="*/ 23 w 36"/>
                    <a:gd name="T49" fmla="*/ 15 h 110"/>
                    <a:gd name="T50" fmla="*/ 23 w 36"/>
                    <a:gd name="T51" fmla="*/ 14 h 1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6" h="110">
                      <a:moveTo>
                        <a:pt x="23" y="14"/>
                      </a:moveTo>
                      <a:cubicBezTo>
                        <a:pt x="23" y="12"/>
                        <a:pt x="23" y="12"/>
                        <a:pt x="23" y="12"/>
                      </a:cubicBezTo>
                      <a:cubicBezTo>
                        <a:pt x="21" y="8"/>
                        <a:pt x="22" y="9"/>
                        <a:pt x="18" y="6"/>
                      </a:cubicBezTo>
                      <a:cubicBezTo>
                        <a:pt x="17" y="4"/>
                        <a:pt x="15" y="2"/>
                        <a:pt x="13" y="0"/>
                      </a:cubicBezTo>
                      <a:cubicBezTo>
                        <a:pt x="12" y="1"/>
                        <a:pt x="11" y="3"/>
                        <a:pt x="11" y="4"/>
                      </a:cubicBezTo>
                      <a:cubicBezTo>
                        <a:pt x="11" y="7"/>
                        <a:pt x="13" y="12"/>
                        <a:pt x="13" y="16"/>
                      </a:cubicBezTo>
                      <a:cubicBezTo>
                        <a:pt x="12" y="34"/>
                        <a:pt x="12" y="34"/>
                        <a:pt x="12" y="34"/>
                      </a:cubicBezTo>
                      <a:cubicBezTo>
                        <a:pt x="12" y="43"/>
                        <a:pt x="9" y="56"/>
                        <a:pt x="7" y="65"/>
                      </a:cubicBezTo>
                      <a:cubicBezTo>
                        <a:pt x="6" y="72"/>
                        <a:pt x="4" y="75"/>
                        <a:pt x="3" y="80"/>
                      </a:cubicBezTo>
                      <a:cubicBezTo>
                        <a:pt x="2" y="85"/>
                        <a:pt x="0" y="91"/>
                        <a:pt x="0" y="95"/>
                      </a:cubicBezTo>
                      <a:cubicBezTo>
                        <a:pt x="0" y="98"/>
                        <a:pt x="0" y="98"/>
                        <a:pt x="0" y="98"/>
                      </a:cubicBezTo>
                      <a:cubicBezTo>
                        <a:pt x="0" y="100"/>
                        <a:pt x="0" y="100"/>
                        <a:pt x="0" y="100"/>
                      </a:cubicBezTo>
                      <a:cubicBezTo>
                        <a:pt x="2" y="102"/>
                        <a:pt x="2" y="103"/>
                        <a:pt x="4" y="105"/>
                      </a:cubicBezTo>
                      <a:cubicBezTo>
                        <a:pt x="6" y="108"/>
                        <a:pt x="7" y="108"/>
                        <a:pt x="9" y="110"/>
                      </a:cubicBezTo>
                      <a:cubicBezTo>
                        <a:pt x="12" y="108"/>
                        <a:pt x="13" y="108"/>
                        <a:pt x="15" y="104"/>
                      </a:cubicBezTo>
                      <a:cubicBezTo>
                        <a:pt x="16" y="102"/>
                        <a:pt x="18" y="99"/>
                        <a:pt x="18" y="96"/>
                      </a:cubicBezTo>
                      <a:cubicBezTo>
                        <a:pt x="18" y="90"/>
                        <a:pt x="18" y="90"/>
                        <a:pt x="18" y="90"/>
                      </a:cubicBezTo>
                      <a:cubicBezTo>
                        <a:pt x="18" y="83"/>
                        <a:pt x="20" y="77"/>
                        <a:pt x="21" y="71"/>
                      </a:cubicBezTo>
                      <a:cubicBezTo>
                        <a:pt x="23" y="65"/>
                        <a:pt x="23" y="59"/>
                        <a:pt x="25" y="53"/>
                      </a:cubicBezTo>
                      <a:cubicBezTo>
                        <a:pt x="26" y="47"/>
                        <a:pt x="29" y="42"/>
                        <a:pt x="30" y="36"/>
                      </a:cubicBezTo>
                      <a:cubicBezTo>
                        <a:pt x="31" y="28"/>
                        <a:pt x="34" y="27"/>
                        <a:pt x="35" y="20"/>
                      </a:cubicBezTo>
                      <a:cubicBezTo>
                        <a:pt x="34" y="19"/>
                        <a:pt x="36" y="20"/>
                        <a:pt x="33" y="20"/>
                      </a:cubicBezTo>
                      <a:cubicBezTo>
                        <a:pt x="33" y="20"/>
                        <a:pt x="30" y="22"/>
                        <a:pt x="30" y="22"/>
                      </a:cubicBezTo>
                      <a:cubicBezTo>
                        <a:pt x="25" y="21"/>
                        <a:pt x="25" y="21"/>
                        <a:pt x="23" y="17"/>
                      </a:cubicBezTo>
                      <a:cubicBezTo>
                        <a:pt x="23" y="15"/>
                        <a:pt x="23" y="15"/>
                        <a:pt x="23" y="15"/>
                      </a:cubicBezTo>
                      <a:lnTo>
                        <a:pt x="23" y="14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grpSp>
            <p:nvGrpSpPr>
              <p:cNvPr id="249" name="ïšľîḍê"/>
              <p:cNvGrpSpPr/>
              <p:nvPr/>
            </p:nvGrpSpPr>
            <p:grpSpPr>
              <a:xfrm>
                <a:off x="4412452" y="3781425"/>
                <a:ext cx="2312689" cy="166461"/>
                <a:chOff x="6986588" y="3521075"/>
                <a:chExt cx="1654176" cy="119063"/>
              </a:xfrm>
            </p:grpSpPr>
            <p:sp>
              <p:nvSpPr>
                <p:cNvPr id="250" name="îṩľîḑê"/>
                <p:cNvSpPr/>
                <p:nvPr/>
              </p:nvSpPr>
              <p:spPr bwMode="auto">
                <a:xfrm>
                  <a:off x="6986588" y="3521075"/>
                  <a:ext cx="155575" cy="119063"/>
                </a:xfrm>
                <a:custGeom>
                  <a:avLst/>
                  <a:gdLst>
                    <a:gd name="T0" fmla="*/ 84 w 98"/>
                    <a:gd name="T1" fmla="*/ 0 h 75"/>
                    <a:gd name="T2" fmla="*/ 59 w 98"/>
                    <a:gd name="T3" fmla="*/ 52 h 75"/>
                    <a:gd name="T4" fmla="*/ 57 w 98"/>
                    <a:gd name="T5" fmla="*/ 0 h 75"/>
                    <a:gd name="T6" fmla="*/ 40 w 98"/>
                    <a:gd name="T7" fmla="*/ 0 h 75"/>
                    <a:gd name="T8" fmla="*/ 15 w 98"/>
                    <a:gd name="T9" fmla="*/ 52 h 75"/>
                    <a:gd name="T10" fmla="*/ 15 w 98"/>
                    <a:gd name="T11" fmla="*/ 0 h 75"/>
                    <a:gd name="T12" fmla="*/ 0 w 98"/>
                    <a:gd name="T13" fmla="*/ 0 h 75"/>
                    <a:gd name="T14" fmla="*/ 2 w 98"/>
                    <a:gd name="T15" fmla="*/ 75 h 75"/>
                    <a:gd name="T16" fmla="*/ 19 w 98"/>
                    <a:gd name="T17" fmla="*/ 75 h 75"/>
                    <a:gd name="T18" fmla="*/ 44 w 98"/>
                    <a:gd name="T19" fmla="*/ 21 h 75"/>
                    <a:gd name="T20" fmla="*/ 46 w 98"/>
                    <a:gd name="T21" fmla="*/ 75 h 75"/>
                    <a:gd name="T22" fmla="*/ 63 w 98"/>
                    <a:gd name="T23" fmla="*/ 75 h 75"/>
                    <a:gd name="T24" fmla="*/ 98 w 98"/>
                    <a:gd name="T25" fmla="*/ 0 h 75"/>
                    <a:gd name="T26" fmla="*/ 84 w 98"/>
                    <a:gd name="T27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98" h="75">
                      <a:moveTo>
                        <a:pt x="84" y="0"/>
                      </a:moveTo>
                      <a:lnTo>
                        <a:pt x="59" y="52"/>
                      </a:lnTo>
                      <a:lnTo>
                        <a:pt x="57" y="0"/>
                      </a:lnTo>
                      <a:lnTo>
                        <a:pt x="40" y="0"/>
                      </a:lnTo>
                      <a:lnTo>
                        <a:pt x="15" y="52"/>
                      </a:ln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2" y="75"/>
                      </a:lnTo>
                      <a:lnTo>
                        <a:pt x="19" y="75"/>
                      </a:lnTo>
                      <a:lnTo>
                        <a:pt x="44" y="21"/>
                      </a:lnTo>
                      <a:lnTo>
                        <a:pt x="46" y="75"/>
                      </a:lnTo>
                      <a:lnTo>
                        <a:pt x="63" y="75"/>
                      </a:lnTo>
                      <a:lnTo>
                        <a:pt x="98" y="0"/>
                      </a:lnTo>
                      <a:lnTo>
                        <a:pt x="8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1" name="îṩḷîde"/>
                <p:cNvSpPr/>
                <p:nvPr/>
              </p:nvSpPr>
              <p:spPr bwMode="auto">
                <a:xfrm>
                  <a:off x="7135813" y="3521075"/>
                  <a:ext cx="112713" cy="119063"/>
                </a:xfrm>
                <a:custGeom>
                  <a:avLst/>
                  <a:gdLst>
                    <a:gd name="T0" fmla="*/ 22 w 34"/>
                    <a:gd name="T1" fmla="*/ 20 h 36"/>
                    <a:gd name="T2" fmla="*/ 20 w 34"/>
                    <a:gd name="T3" fmla="*/ 26 h 36"/>
                    <a:gd name="T4" fmla="*/ 18 w 34"/>
                    <a:gd name="T5" fmla="*/ 29 h 36"/>
                    <a:gd name="T6" fmla="*/ 13 w 34"/>
                    <a:gd name="T7" fmla="*/ 30 h 36"/>
                    <a:gd name="T8" fmla="*/ 9 w 34"/>
                    <a:gd name="T9" fmla="*/ 29 h 36"/>
                    <a:gd name="T10" fmla="*/ 7 w 34"/>
                    <a:gd name="T11" fmla="*/ 25 h 36"/>
                    <a:gd name="T12" fmla="*/ 7 w 34"/>
                    <a:gd name="T13" fmla="*/ 24 h 36"/>
                    <a:gd name="T14" fmla="*/ 8 w 34"/>
                    <a:gd name="T15" fmla="*/ 19 h 36"/>
                    <a:gd name="T16" fmla="*/ 12 w 34"/>
                    <a:gd name="T17" fmla="*/ 0 h 36"/>
                    <a:gd name="T18" fmla="*/ 5 w 34"/>
                    <a:gd name="T19" fmla="*/ 0 h 36"/>
                    <a:gd name="T20" fmla="*/ 1 w 34"/>
                    <a:gd name="T21" fmla="*/ 19 h 36"/>
                    <a:gd name="T22" fmla="*/ 0 w 34"/>
                    <a:gd name="T23" fmla="*/ 23 h 36"/>
                    <a:gd name="T24" fmla="*/ 0 w 34"/>
                    <a:gd name="T25" fmla="*/ 25 h 36"/>
                    <a:gd name="T26" fmla="*/ 3 w 34"/>
                    <a:gd name="T27" fmla="*/ 33 h 36"/>
                    <a:gd name="T28" fmla="*/ 13 w 34"/>
                    <a:gd name="T29" fmla="*/ 36 h 36"/>
                    <a:gd name="T30" fmla="*/ 22 w 34"/>
                    <a:gd name="T31" fmla="*/ 34 h 36"/>
                    <a:gd name="T32" fmla="*/ 27 w 34"/>
                    <a:gd name="T33" fmla="*/ 29 h 36"/>
                    <a:gd name="T34" fmla="*/ 30 w 34"/>
                    <a:gd name="T35" fmla="*/ 20 h 36"/>
                    <a:gd name="T36" fmla="*/ 34 w 34"/>
                    <a:gd name="T37" fmla="*/ 0 h 36"/>
                    <a:gd name="T38" fmla="*/ 26 w 34"/>
                    <a:gd name="T39" fmla="*/ 0 h 36"/>
                    <a:gd name="T40" fmla="*/ 22 w 34"/>
                    <a:gd name="T41" fmla="*/ 2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34" h="36">
                      <a:moveTo>
                        <a:pt x="22" y="20"/>
                      </a:moveTo>
                      <a:cubicBezTo>
                        <a:pt x="22" y="23"/>
                        <a:pt x="21" y="25"/>
                        <a:pt x="20" y="26"/>
                      </a:cubicBezTo>
                      <a:cubicBezTo>
                        <a:pt x="20" y="28"/>
                        <a:pt x="19" y="29"/>
                        <a:pt x="18" y="29"/>
                      </a:cubicBezTo>
                      <a:cubicBezTo>
                        <a:pt x="17" y="30"/>
                        <a:pt x="15" y="30"/>
                        <a:pt x="13" y="30"/>
                      </a:cubicBezTo>
                      <a:cubicBezTo>
                        <a:pt x="11" y="30"/>
                        <a:pt x="10" y="30"/>
                        <a:pt x="9" y="29"/>
                      </a:cubicBezTo>
                      <a:cubicBezTo>
                        <a:pt x="8" y="28"/>
                        <a:pt x="7" y="27"/>
                        <a:pt x="7" y="25"/>
                      </a:cubicBezTo>
                      <a:cubicBezTo>
                        <a:pt x="7" y="25"/>
                        <a:pt x="7" y="25"/>
                        <a:pt x="7" y="24"/>
                      </a:cubicBezTo>
                      <a:cubicBezTo>
                        <a:pt x="8" y="19"/>
                        <a:pt x="8" y="19"/>
                        <a:pt x="8" y="19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1" y="19"/>
                        <a:pt x="1" y="19"/>
                        <a:pt x="1" y="19"/>
                      </a:cubicBezTo>
                      <a:cubicBezTo>
                        <a:pt x="1" y="21"/>
                        <a:pt x="0" y="23"/>
                        <a:pt x="0" y="23"/>
                      </a:cubicBezTo>
                      <a:cubicBezTo>
                        <a:pt x="0" y="24"/>
                        <a:pt x="0" y="25"/>
                        <a:pt x="0" y="25"/>
                      </a:cubicBezTo>
                      <a:cubicBezTo>
                        <a:pt x="0" y="29"/>
                        <a:pt x="1" y="31"/>
                        <a:pt x="3" y="33"/>
                      </a:cubicBezTo>
                      <a:cubicBezTo>
                        <a:pt x="6" y="35"/>
                        <a:pt x="9" y="36"/>
                        <a:pt x="13" y="36"/>
                      </a:cubicBezTo>
                      <a:cubicBezTo>
                        <a:pt x="16" y="36"/>
                        <a:pt x="19" y="36"/>
                        <a:pt x="22" y="34"/>
                      </a:cubicBezTo>
                      <a:cubicBezTo>
                        <a:pt x="24" y="33"/>
                        <a:pt x="25" y="31"/>
                        <a:pt x="27" y="29"/>
                      </a:cubicBezTo>
                      <a:cubicBezTo>
                        <a:pt x="28" y="27"/>
                        <a:pt x="29" y="24"/>
                        <a:pt x="30" y="20"/>
                      </a:cubicBezTo>
                      <a:cubicBezTo>
                        <a:pt x="34" y="0"/>
                        <a:pt x="34" y="0"/>
                        <a:pt x="34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lnTo>
                        <a:pt x="22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2" name="îṣḻîḑê"/>
                <p:cNvSpPr/>
                <p:nvPr/>
              </p:nvSpPr>
              <p:spPr bwMode="auto">
                <a:xfrm>
                  <a:off x="7248526" y="3521075"/>
                  <a:ext cx="114300" cy="119063"/>
                </a:xfrm>
                <a:custGeom>
                  <a:avLst/>
                  <a:gdLst>
                    <a:gd name="T0" fmla="*/ 58 w 72"/>
                    <a:gd name="T1" fmla="*/ 0 h 75"/>
                    <a:gd name="T2" fmla="*/ 52 w 72"/>
                    <a:gd name="T3" fmla="*/ 29 h 75"/>
                    <a:gd name="T4" fmla="*/ 22 w 72"/>
                    <a:gd name="T5" fmla="*/ 29 h 75"/>
                    <a:gd name="T6" fmla="*/ 29 w 72"/>
                    <a:gd name="T7" fmla="*/ 0 h 75"/>
                    <a:gd name="T8" fmla="*/ 14 w 72"/>
                    <a:gd name="T9" fmla="*/ 0 h 75"/>
                    <a:gd name="T10" fmla="*/ 0 w 72"/>
                    <a:gd name="T11" fmla="*/ 75 h 75"/>
                    <a:gd name="T12" fmla="*/ 14 w 72"/>
                    <a:gd name="T13" fmla="*/ 75 h 75"/>
                    <a:gd name="T14" fmla="*/ 20 w 72"/>
                    <a:gd name="T15" fmla="*/ 42 h 75"/>
                    <a:gd name="T16" fmla="*/ 50 w 72"/>
                    <a:gd name="T17" fmla="*/ 42 h 75"/>
                    <a:gd name="T18" fmla="*/ 43 w 72"/>
                    <a:gd name="T19" fmla="*/ 75 h 75"/>
                    <a:gd name="T20" fmla="*/ 58 w 72"/>
                    <a:gd name="T21" fmla="*/ 75 h 75"/>
                    <a:gd name="T22" fmla="*/ 72 w 72"/>
                    <a:gd name="T23" fmla="*/ 0 h 75"/>
                    <a:gd name="T24" fmla="*/ 58 w 72"/>
                    <a:gd name="T25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2" h="75">
                      <a:moveTo>
                        <a:pt x="58" y="0"/>
                      </a:moveTo>
                      <a:lnTo>
                        <a:pt x="52" y="29"/>
                      </a:lnTo>
                      <a:lnTo>
                        <a:pt x="22" y="29"/>
                      </a:lnTo>
                      <a:lnTo>
                        <a:pt x="29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lnTo>
                        <a:pt x="14" y="75"/>
                      </a:lnTo>
                      <a:lnTo>
                        <a:pt x="20" y="42"/>
                      </a:lnTo>
                      <a:lnTo>
                        <a:pt x="50" y="42"/>
                      </a:lnTo>
                      <a:lnTo>
                        <a:pt x="43" y="75"/>
                      </a:lnTo>
                      <a:lnTo>
                        <a:pt x="58" y="75"/>
                      </a:lnTo>
                      <a:lnTo>
                        <a:pt x="72" y="0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3" name="ïṥlíḑê"/>
                <p:cNvSpPr/>
                <p:nvPr/>
              </p:nvSpPr>
              <p:spPr bwMode="auto">
                <a:xfrm>
                  <a:off x="7356476" y="3521075"/>
                  <a:ext cx="112713" cy="119063"/>
                </a:xfrm>
                <a:custGeom>
                  <a:avLst/>
                  <a:gdLst>
                    <a:gd name="T0" fmla="*/ 42 w 71"/>
                    <a:gd name="T1" fmla="*/ 0 h 75"/>
                    <a:gd name="T2" fmla="*/ 0 w 71"/>
                    <a:gd name="T3" fmla="*/ 75 h 75"/>
                    <a:gd name="T4" fmla="*/ 15 w 71"/>
                    <a:gd name="T5" fmla="*/ 75 h 75"/>
                    <a:gd name="T6" fmla="*/ 23 w 71"/>
                    <a:gd name="T7" fmla="*/ 59 h 75"/>
                    <a:gd name="T8" fmla="*/ 54 w 71"/>
                    <a:gd name="T9" fmla="*/ 59 h 75"/>
                    <a:gd name="T10" fmla="*/ 56 w 71"/>
                    <a:gd name="T11" fmla="*/ 75 h 75"/>
                    <a:gd name="T12" fmla="*/ 71 w 71"/>
                    <a:gd name="T13" fmla="*/ 75 h 75"/>
                    <a:gd name="T14" fmla="*/ 58 w 71"/>
                    <a:gd name="T15" fmla="*/ 0 h 75"/>
                    <a:gd name="T16" fmla="*/ 42 w 71"/>
                    <a:gd name="T17" fmla="*/ 0 h 75"/>
                    <a:gd name="T18" fmla="*/ 29 w 71"/>
                    <a:gd name="T19" fmla="*/ 46 h 75"/>
                    <a:gd name="T20" fmla="*/ 48 w 71"/>
                    <a:gd name="T21" fmla="*/ 17 h 75"/>
                    <a:gd name="T22" fmla="*/ 52 w 71"/>
                    <a:gd name="T23" fmla="*/ 46 h 75"/>
                    <a:gd name="T24" fmla="*/ 29 w 71"/>
                    <a:gd name="T25" fmla="*/ 46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1" h="75">
                      <a:moveTo>
                        <a:pt x="42" y="0"/>
                      </a:moveTo>
                      <a:lnTo>
                        <a:pt x="0" y="75"/>
                      </a:lnTo>
                      <a:lnTo>
                        <a:pt x="15" y="75"/>
                      </a:lnTo>
                      <a:lnTo>
                        <a:pt x="23" y="59"/>
                      </a:lnTo>
                      <a:lnTo>
                        <a:pt x="54" y="59"/>
                      </a:lnTo>
                      <a:lnTo>
                        <a:pt x="56" y="75"/>
                      </a:lnTo>
                      <a:lnTo>
                        <a:pt x="71" y="75"/>
                      </a:lnTo>
                      <a:lnTo>
                        <a:pt x="58" y="0"/>
                      </a:lnTo>
                      <a:lnTo>
                        <a:pt x="42" y="0"/>
                      </a:lnTo>
                      <a:close/>
                      <a:moveTo>
                        <a:pt x="29" y="46"/>
                      </a:moveTo>
                      <a:lnTo>
                        <a:pt x="48" y="17"/>
                      </a:lnTo>
                      <a:lnTo>
                        <a:pt x="52" y="46"/>
                      </a:lnTo>
                      <a:lnTo>
                        <a:pt x="29" y="4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4" name="îş1íḋe"/>
                <p:cNvSpPr/>
                <p:nvPr/>
              </p:nvSpPr>
              <p:spPr bwMode="auto">
                <a:xfrm>
                  <a:off x="7481888" y="3521075"/>
                  <a:ext cx="119063" cy="119063"/>
                </a:xfrm>
                <a:custGeom>
                  <a:avLst/>
                  <a:gdLst>
                    <a:gd name="T0" fmla="*/ 50 w 75"/>
                    <a:gd name="T1" fmla="*/ 50 h 75"/>
                    <a:gd name="T2" fmla="*/ 31 w 75"/>
                    <a:gd name="T3" fmla="*/ 0 h 75"/>
                    <a:gd name="T4" fmla="*/ 17 w 75"/>
                    <a:gd name="T5" fmla="*/ 0 h 75"/>
                    <a:gd name="T6" fmla="*/ 0 w 75"/>
                    <a:gd name="T7" fmla="*/ 75 h 75"/>
                    <a:gd name="T8" fmla="*/ 15 w 75"/>
                    <a:gd name="T9" fmla="*/ 75 h 75"/>
                    <a:gd name="T10" fmla="*/ 25 w 75"/>
                    <a:gd name="T11" fmla="*/ 25 h 75"/>
                    <a:gd name="T12" fmla="*/ 46 w 75"/>
                    <a:gd name="T13" fmla="*/ 75 h 75"/>
                    <a:gd name="T14" fmla="*/ 58 w 75"/>
                    <a:gd name="T15" fmla="*/ 75 h 75"/>
                    <a:gd name="T16" fmla="*/ 75 w 75"/>
                    <a:gd name="T17" fmla="*/ 0 h 75"/>
                    <a:gd name="T18" fmla="*/ 61 w 75"/>
                    <a:gd name="T19" fmla="*/ 0 h 75"/>
                    <a:gd name="T20" fmla="*/ 50 w 75"/>
                    <a:gd name="T21" fmla="*/ 5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5" h="75">
                      <a:moveTo>
                        <a:pt x="50" y="50"/>
                      </a:moveTo>
                      <a:lnTo>
                        <a:pt x="31" y="0"/>
                      </a:lnTo>
                      <a:lnTo>
                        <a:pt x="17" y="0"/>
                      </a:lnTo>
                      <a:lnTo>
                        <a:pt x="0" y="75"/>
                      </a:lnTo>
                      <a:lnTo>
                        <a:pt x="15" y="75"/>
                      </a:lnTo>
                      <a:lnTo>
                        <a:pt x="25" y="25"/>
                      </a:lnTo>
                      <a:lnTo>
                        <a:pt x="46" y="75"/>
                      </a:lnTo>
                      <a:lnTo>
                        <a:pt x="58" y="75"/>
                      </a:lnTo>
                      <a:lnTo>
                        <a:pt x="75" y="0"/>
                      </a:lnTo>
                      <a:lnTo>
                        <a:pt x="61" y="0"/>
                      </a:lnTo>
                      <a:lnTo>
                        <a:pt x="50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5" name="îş1ïḋe"/>
                <p:cNvSpPr/>
                <p:nvPr/>
              </p:nvSpPr>
              <p:spPr bwMode="auto">
                <a:xfrm>
                  <a:off x="7653338" y="3521075"/>
                  <a:ext cx="112713" cy="119063"/>
                </a:xfrm>
                <a:custGeom>
                  <a:avLst/>
                  <a:gdLst>
                    <a:gd name="T0" fmla="*/ 22 w 34"/>
                    <a:gd name="T1" fmla="*/ 20 h 36"/>
                    <a:gd name="T2" fmla="*/ 20 w 34"/>
                    <a:gd name="T3" fmla="*/ 26 h 36"/>
                    <a:gd name="T4" fmla="*/ 18 w 34"/>
                    <a:gd name="T5" fmla="*/ 29 h 36"/>
                    <a:gd name="T6" fmla="*/ 13 w 34"/>
                    <a:gd name="T7" fmla="*/ 30 h 36"/>
                    <a:gd name="T8" fmla="*/ 9 w 34"/>
                    <a:gd name="T9" fmla="*/ 29 h 36"/>
                    <a:gd name="T10" fmla="*/ 7 w 34"/>
                    <a:gd name="T11" fmla="*/ 25 h 36"/>
                    <a:gd name="T12" fmla="*/ 7 w 34"/>
                    <a:gd name="T13" fmla="*/ 24 h 36"/>
                    <a:gd name="T14" fmla="*/ 8 w 34"/>
                    <a:gd name="T15" fmla="*/ 19 h 36"/>
                    <a:gd name="T16" fmla="*/ 12 w 34"/>
                    <a:gd name="T17" fmla="*/ 0 h 36"/>
                    <a:gd name="T18" fmla="*/ 5 w 34"/>
                    <a:gd name="T19" fmla="*/ 0 h 36"/>
                    <a:gd name="T20" fmla="*/ 1 w 34"/>
                    <a:gd name="T21" fmla="*/ 19 h 36"/>
                    <a:gd name="T22" fmla="*/ 0 w 34"/>
                    <a:gd name="T23" fmla="*/ 23 h 36"/>
                    <a:gd name="T24" fmla="*/ 0 w 34"/>
                    <a:gd name="T25" fmla="*/ 25 h 36"/>
                    <a:gd name="T26" fmla="*/ 3 w 34"/>
                    <a:gd name="T27" fmla="*/ 33 h 36"/>
                    <a:gd name="T28" fmla="*/ 13 w 34"/>
                    <a:gd name="T29" fmla="*/ 36 h 36"/>
                    <a:gd name="T30" fmla="*/ 22 w 34"/>
                    <a:gd name="T31" fmla="*/ 34 h 36"/>
                    <a:gd name="T32" fmla="*/ 27 w 34"/>
                    <a:gd name="T33" fmla="*/ 29 h 36"/>
                    <a:gd name="T34" fmla="*/ 30 w 34"/>
                    <a:gd name="T35" fmla="*/ 20 h 36"/>
                    <a:gd name="T36" fmla="*/ 34 w 34"/>
                    <a:gd name="T37" fmla="*/ 0 h 36"/>
                    <a:gd name="T38" fmla="*/ 26 w 34"/>
                    <a:gd name="T39" fmla="*/ 0 h 36"/>
                    <a:gd name="T40" fmla="*/ 22 w 34"/>
                    <a:gd name="T41" fmla="*/ 2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34" h="36">
                      <a:moveTo>
                        <a:pt x="22" y="20"/>
                      </a:moveTo>
                      <a:cubicBezTo>
                        <a:pt x="22" y="23"/>
                        <a:pt x="21" y="25"/>
                        <a:pt x="20" y="26"/>
                      </a:cubicBezTo>
                      <a:cubicBezTo>
                        <a:pt x="20" y="28"/>
                        <a:pt x="19" y="29"/>
                        <a:pt x="18" y="29"/>
                      </a:cubicBezTo>
                      <a:cubicBezTo>
                        <a:pt x="17" y="30"/>
                        <a:pt x="15" y="30"/>
                        <a:pt x="13" y="30"/>
                      </a:cubicBezTo>
                      <a:cubicBezTo>
                        <a:pt x="11" y="30"/>
                        <a:pt x="10" y="30"/>
                        <a:pt x="9" y="29"/>
                      </a:cubicBezTo>
                      <a:cubicBezTo>
                        <a:pt x="8" y="28"/>
                        <a:pt x="7" y="27"/>
                        <a:pt x="7" y="25"/>
                      </a:cubicBezTo>
                      <a:cubicBezTo>
                        <a:pt x="7" y="25"/>
                        <a:pt x="7" y="25"/>
                        <a:pt x="7" y="24"/>
                      </a:cubicBezTo>
                      <a:cubicBezTo>
                        <a:pt x="8" y="19"/>
                        <a:pt x="8" y="19"/>
                        <a:pt x="8" y="19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1" y="19"/>
                        <a:pt x="1" y="19"/>
                        <a:pt x="1" y="19"/>
                      </a:cubicBezTo>
                      <a:cubicBezTo>
                        <a:pt x="1" y="21"/>
                        <a:pt x="0" y="23"/>
                        <a:pt x="0" y="23"/>
                      </a:cubicBezTo>
                      <a:cubicBezTo>
                        <a:pt x="0" y="24"/>
                        <a:pt x="0" y="25"/>
                        <a:pt x="0" y="25"/>
                      </a:cubicBezTo>
                      <a:cubicBezTo>
                        <a:pt x="0" y="29"/>
                        <a:pt x="1" y="31"/>
                        <a:pt x="3" y="33"/>
                      </a:cubicBezTo>
                      <a:cubicBezTo>
                        <a:pt x="6" y="35"/>
                        <a:pt x="9" y="36"/>
                        <a:pt x="13" y="36"/>
                      </a:cubicBezTo>
                      <a:cubicBezTo>
                        <a:pt x="16" y="36"/>
                        <a:pt x="19" y="36"/>
                        <a:pt x="22" y="34"/>
                      </a:cubicBezTo>
                      <a:cubicBezTo>
                        <a:pt x="24" y="33"/>
                        <a:pt x="25" y="31"/>
                        <a:pt x="27" y="29"/>
                      </a:cubicBezTo>
                      <a:cubicBezTo>
                        <a:pt x="28" y="27"/>
                        <a:pt x="29" y="24"/>
                        <a:pt x="30" y="20"/>
                      </a:cubicBezTo>
                      <a:cubicBezTo>
                        <a:pt x="34" y="0"/>
                        <a:pt x="34" y="0"/>
                        <a:pt x="34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lnTo>
                        <a:pt x="22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6" name="íšlídè"/>
                <p:cNvSpPr/>
                <p:nvPr/>
              </p:nvSpPr>
              <p:spPr bwMode="auto">
                <a:xfrm>
                  <a:off x="7766051" y="3521075"/>
                  <a:ext cx="115888" cy="119063"/>
                </a:xfrm>
                <a:custGeom>
                  <a:avLst/>
                  <a:gdLst>
                    <a:gd name="T0" fmla="*/ 58 w 73"/>
                    <a:gd name="T1" fmla="*/ 0 h 75"/>
                    <a:gd name="T2" fmla="*/ 50 w 73"/>
                    <a:gd name="T3" fmla="*/ 50 h 75"/>
                    <a:gd name="T4" fmla="*/ 29 w 73"/>
                    <a:gd name="T5" fmla="*/ 0 h 75"/>
                    <a:gd name="T6" fmla="*/ 15 w 73"/>
                    <a:gd name="T7" fmla="*/ 0 h 75"/>
                    <a:gd name="T8" fmla="*/ 0 w 73"/>
                    <a:gd name="T9" fmla="*/ 75 h 75"/>
                    <a:gd name="T10" fmla="*/ 13 w 73"/>
                    <a:gd name="T11" fmla="*/ 75 h 75"/>
                    <a:gd name="T12" fmla="*/ 23 w 73"/>
                    <a:gd name="T13" fmla="*/ 25 h 75"/>
                    <a:gd name="T14" fmla="*/ 44 w 73"/>
                    <a:gd name="T15" fmla="*/ 75 h 75"/>
                    <a:gd name="T16" fmla="*/ 58 w 73"/>
                    <a:gd name="T17" fmla="*/ 75 h 75"/>
                    <a:gd name="T18" fmla="*/ 73 w 73"/>
                    <a:gd name="T19" fmla="*/ 0 h 75"/>
                    <a:gd name="T20" fmla="*/ 58 w 73"/>
                    <a:gd name="T21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3" h="75">
                      <a:moveTo>
                        <a:pt x="58" y="0"/>
                      </a:moveTo>
                      <a:lnTo>
                        <a:pt x="50" y="50"/>
                      </a:lnTo>
                      <a:lnTo>
                        <a:pt x="29" y="0"/>
                      </a:lnTo>
                      <a:lnTo>
                        <a:pt x="15" y="0"/>
                      </a:lnTo>
                      <a:lnTo>
                        <a:pt x="0" y="75"/>
                      </a:lnTo>
                      <a:lnTo>
                        <a:pt x="13" y="75"/>
                      </a:lnTo>
                      <a:lnTo>
                        <a:pt x="23" y="25"/>
                      </a:lnTo>
                      <a:lnTo>
                        <a:pt x="44" y="75"/>
                      </a:lnTo>
                      <a:lnTo>
                        <a:pt x="58" y="75"/>
                      </a:lnTo>
                      <a:lnTo>
                        <a:pt x="73" y="0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7" name="îṣḻîďe"/>
                <p:cNvSpPr/>
                <p:nvPr/>
              </p:nvSpPr>
              <p:spPr bwMode="auto">
                <a:xfrm>
                  <a:off x="7881938" y="3521075"/>
                  <a:ext cx="49213" cy="119063"/>
                </a:xfrm>
                <a:custGeom>
                  <a:avLst/>
                  <a:gdLst>
                    <a:gd name="T0" fmla="*/ 0 w 31"/>
                    <a:gd name="T1" fmla="*/ 75 h 75"/>
                    <a:gd name="T2" fmla="*/ 14 w 31"/>
                    <a:gd name="T3" fmla="*/ 75 h 75"/>
                    <a:gd name="T4" fmla="*/ 31 w 31"/>
                    <a:gd name="T5" fmla="*/ 0 h 75"/>
                    <a:gd name="T6" fmla="*/ 14 w 31"/>
                    <a:gd name="T7" fmla="*/ 0 h 75"/>
                    <a:gd name="T8" fmla="*/ 0 w 31"/>
                    <a:gd name="T9" fmla="*/ 75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75">
                      <a:moveTo>
                        <a:pt x="0" y="75"/>
                      </a:moveTo>
                      <a:lnTo>
                        <a:pt x="14" y="75"/>
                      </a:lnTo>
                      <a:lnTo>
                        <a:pt x="31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8" name="íŝḻiḋè"/>
                <p:cNvSpPr/>
                <p:nvPr/>
              </p:nvSpPr>
              <p:spPr bwMode="auto">
                <a:xfrm>
                  <a:off x="7940676" y="3521075"/>
                  <a:ext cx="109538" cy="119063"/>
                </a:xfrm>
                <a:custGeom>
                  <a:avLst/>
                  <a:gdLst>
                    <a:gd name="T0" fmla="*/ 54 w 69"/>
                    <a:gd name="T1" fmla="*/ 0 h 75"/>
                    <a:gd name="T2" fmla="*/ 23 w 69"/>
                    <a:gd name="T3" fmla="*/ 57 h 75"/>
                    <a:gd name="T4" fmla="*/ 15 w 69"/>
                    <a:gd name="T5" fmla="*/ 0 h 75"/>
                    <a:gd name="T6" fmla="*/ 0 w 69"/>
                    <a:gd name="T7" fmla="*/ 0 h 75"/>
                    <a:gd name="T8" fmla="*/ 13 w 69"/>
                    <a:gd name="T9" fmla="*/ 75 h 75"/>
                    <a:gd name="T10" fmla="*/ 29 w 69"/>
                    <a:gd name="T11" fmla="*/ 75 h 75"/>
                    <a:gd name="T12" fmla="*/ 69 w 69"/>
                    <a:gd name="T13" fmla="*/ 0 h 75"/>
                    <a:gd name="T14" fmla="*/ 54 w 69"/>
                    <a:gd name="T15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69" h="75">
                      <a:moveTo>
                        <a:pt x="54" y="0"/>
                      </a:moveTo>
                      <a:lnTo>
                        <a:pt x="23" y="57"/>
                      </a:ln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13" y="75"/>
                      </a:lnTo>
                      <a:lnTo>
                        <a:pt x="29" y="75"/>
                      </a:lnTo>
                      <a:lnTo>
                        <a:pt x="69" y="0"/>
                      </a:lnTo>
                      <a:lnTo>
                        <a:pt x="5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9" name="î$ḷíďé"/>
                <p:cNvSpPr/>
                <p:nvPr/>
              </p:nvSpPr>
              <p:spPr bwMode="auto">
                <a:xfrm>
                  <a:off x="8037513" y="3521075"/>
                  <a:ext cx="111125" cy="119063"/>
                </a:xfrm>
                <a:custGeom>
                  <a:avLst/>
                  <a:gdLst>
                    <a:gd name="T0" fmla="*/ 68 w 70"/>
                    <a:gd name="T1" fmla="*/ 12 h 75"/>
                    <a:gd name="T2" fmla="*/ 70 w 70"/>
                    <a:gd name="T3" fmla="*/ 0 h 75"/>
                    <a:gd name="T4" fmla="*/ 16 w 70"/>
                    <a:gd name="T5" fmla="*/ 0 h 75"/>
                    <a:gd name="T6" fmla="*/ 0 w 70"/>
                    <a:gd name="T7" fmla="*/ 75 h 75"/>
                    <a:gd name="T8" fmla="*/ 58 w 70"/>
                    <a:gd name="T9" fmla="*/ 75 h 75"/>
                    <a:gd name="T10" fmla="*/ 60 w 70"/>
                    <a:gd name="T11" fmla="*/ 63 h 75"/>
                    <a:gd name="T12" fmla="*/ 16 w 70"/>
                    <a:gd name="T13" fmla="*/ 63 h 75"/>
                    <a:gd name="T14" fmla="*/ 22 w 70"/>
                    <a:gd name="T15" fmla="*/ 42 h 75"/>
                    <a:gd name="T16" fmla="*/ 60 w 70"/>
                    <a:gd name="T17" fmla="*/ 42 h 75"/>
                    <a:gd name="T18" fmla="*/ 62 w 70"/>
                    <a:gd name="T19" fmla="*/ 29 h 75"/>
                    <a:gd name="T20" fmla="*/ 24 w 70"/>
                    <a:gd name="T21" fmla="*/ 29 h 75"/>
                    <a:gd name="T22" fmla="*/ 29 w 70"/>
                    <a:gd name="T23" fmla="*/ 12 h 75"/>
                    <a:gd name="T24" fmla="*/ 68 w 70"/>
                    <a:gd name="T25" fmla="*/ 12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0" h="75">
                      <a:moveTo>
                        <a:pt x="68" y="12"/>
                      </a:moveTo>
                      <a:lnTo>
                        <a:pt x="70" y="0"/>
                      </a:lnTo>
                      <a:lnTo>
                        <a:pt x="16" y="0"/>
                      </a:lnTo>
                      <a:lnTo>
                        <a:pt x="0" y="75"/>
                      </a:lnTo>
                      <a:lnTo>
                        <a:pt x="58" y="75"/>
                      </a:lnTo>
                      <a:lnTo>
                        <a:pt x="60" y="63"/>
                      </a:lnTo>
                      <a:lnTo>
                        <a:pt x="16" y="63"/>
                      </a:lnTo>
                      <a:lnTo>
                        <a:pt x="22" y="42"/>
                      </a:lnTo>
                      <a:lnTo>
                        <a:pt x="60" y="42"/>
                      </a:lnTo>
                      <a:lnTo>
                        <a:pt x="62" y="29"/>
                      </a:lnTo>
                      <a:lnTo>
                        <a:pt x="24" y="29"/>
                      </a:lnTo>
                      <a:lnTo>
                        <a:pt x="29" y="12"/>
                      </a:lnTo>
                      <a:lnTo>
                        <a:pt x="68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0" name="îṡlîďe"/>
                <p:cNvSpPr/>
                <p:nvPr/>
              </p:nvSpPr>
              <p:spPr bwMode="auto">
                <a:xfrm>
                  <a:off x="8145463" y="3521075"/>
                  <a:ext cx="115888" cy="119063"/>
                </a:xfrm>
                <a:custGeom>
                  <a:avLst/>
                  <a:gdLst>
                    <a:gd name="T0" fmla="*/ 30 w 35"/>
                    <a:gd name="T1" fmla="*/ 1 h 36"/>
                    <a:gd name="T2" fmla="*/ 24 w 35"/>
                    <a:gd name="T3" fmla="*/ 0 h 36"/>
                    <a:gd name="T4" fmla="*/ 8 w 35"/>
                    <a:gd name="T5" fmla="*/ 0 h 36"/>
                    <a:gd name="T6" fmla="*/ 0 w 35"/>
                    <a:gd name="T7" fmla="*/ 36 h 36"/>
                    <a:gd name="T8" fmla="*/ 8 w 35"/>
                    <a:gd name="T9" fmla="*/ 36 h 36"/>
                    <a:gd name="T10" fmla="*/ 11 w 35"/>
                    <a:gd name="T11" fmla="*/ 21 h 36"/>
                    <a:gd name="T12" fmla="*/ 14 w 35"/>
                    <a:gd name="T13" fmla="*/ 21 h 36"/>
                    <a:gd name="T14" fmla="*/ 17 w 35"/>
                    <a:gd name="T15" fmla="*/ 22 h 36"/>
                    <a:gd name="T16" fmla="*/ 21 w 35"/>
                    <a:gd name="T17" fmla="*/ 26 h 36"/>
                    <a:gd name="T18" fmla="*/ 24 w 35"/>
                    <a:gd name="T19" fmla="*/ 36 h 36"/>
                    <a:gd name="T20" fmla="*/ 32 w 35"/>
                    <a:gd name="T21" fmla="*/ 36 h 36"/>
                    <a:gd name="T22" fmla="*/ 27 w 35"/>
                    <a:gd name="T23" fmla="*/ 24 h 36"/>
                    <a:gd name="T24" fmla="*/ 24 w 35"/>
                    <a:gd name="T25" fmla="*/ 21 h 36"/>
                    <a:gd name="T26" fmla="*/ 32 w 35"/>
                    <a:gd name="T27" fmla="*/ 17 h 36"/>
                    <a:gd name="T28" fmla="*/ 35 w 35"/>
                    <a:gd name="T29" fmla="*/ 9 h 36"/>
                    <a:gd name="T30" fmla="*/ 34 w 35"/>
                    <a:gd name="T31" fmla="*/ 4 h 36"/>
                    <a:gd name="T32" fmla="*/ 30 w 35"/>
                    <a:gd name="T33" fmla="*/ 1 h 36"/>
                    <a:gd name="T34" fmla="*/ 27 w 35"/>
                    <a:gd name="T35" fmla="*/ 13 h 36"/>
                    <a:gd name="T36" fmla="*/ 24 w 35"/>
                    <a:gd name="T37" fmla="*/ 15 h 36"/>
                    <a:gd name="T38" fmla="*/ 16 w 35"/>
                    <a:gd name="T39" fmla="*/ 16 h 36"/>
                    <a:gd name="T40" fmla="*/ 12 w 35"/>
                    <a:gd name="T41" fmla="*/ 16 h 36"/>
                    <a:gd name="T42" fmla="*/ 14 w 35"/>
                    <a:gd name="T43" fmla="*/ 6 h 36"/>
                    <a:gd name="T44" fmla="*/ 22 w 35"/>
                    <a:gd name="T45" fmla="*/ 6 h 36"/>
                    <a:gd name="T46" fmla="*/ 26 w 35"/>
                    <a:gd name="T47" fmla="*/ 7 h 36"/>
                    <a:gd name="T48" fmla="*/ 28 w 35"/>
                    <a:gd name="T49" fmla="*/ 10 h 36"/>
                    <a:gd name="T50" fmla="*/ 27 w 35"/>
                    <a:gd name="T51" fmla="*/ 13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5" h="36">
                      <a:moveTo>
                        <a:pt x="30" y="1"/>
                      </a:moveTo>
                      <a:cubicBezTo>
                        <a:pt x="28" y="0"/>
                        <a:pt x="26" y="0"/>
                        <a:pt x="24" y="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8" y="36"/>
                        <a:pt x="8" y="36"/>
                        <a:pt x="8" y="36"/>
                      </a:cubicBezTo>
                      <a:cubicBezTo>
                        <a:pt x="11" y="21"/>
                        <a:pt x="11" y="21"/>
                        <a:pt x="11" y="21"/>
                      </a:cubicBezTo>
                      <a:cubicBezTo>
                        <a:pt x="14" y="21"/>
                        <a:pt x="14" y="21"/>
                        <a:pt x="14" y="21"/>
                      </a:cubicBezTo>
                      <a:cubicBezTo>
                        <a:pt x="15" y="21"/>
                        <a:pt x="17" y="21"/>
                        <a:pt x="17" y="22"/>
                      </a:cubicBezTo>
                      <a:cubicBezTo>
                        <a:pt x="18" y="22"/>
                        <a:pt x="20" y="24"/>
                        <a:pt x="21" y="26"/>
                      </a:cubicBezTo>
                      <a:cubicBezTo>
                        <a:pt x="22" y="31"/>
                        <a:pt x="24" y="34"/>
                        <a:pt x="24" y="36"/>
                      </a:cubicBezTo>
                      <a:cubicBezTo>
                        <a:pt x="32" y="36"/>
                        <a:pt x="32" y="36"/>
                        <a:pt x="32" y="36"/>
                      </a:cubicBezTo>
                      <a:cubicBezTo>
                        <a:pt x="30" y="31"/>
                        <a:pt x="28" y="27"/>
                        <a:pt x="27" y="24"/>
                      </a:cubicBezTo>
                      <a:cubicBezTo>
                        <a:pt x="26" y="23"/>
                        <a:pt x="25" y="21"/>
                        <a:pt x="24" y="21"/>
                      </a:cubicBezTo>
                      <a:cubicBezTo>
                        <a:pt x="28" y="20"/>
                        <a:pt x="30" y="19"/>
                        <a:pt x="32" y="17"/>
                      </a:cubicBezTo>
                      <a:cubicBezTo>
                        <a:pt x="34" y="15"/>
                        <a:pt x="35" y="13"/>
                        <a:pt x="35" y="9"/>
                      </a:cubicBezTo>
                      <a:cubicBezTo>
                        <a:pt x="35" y="7"/>
                        <a:pt x="34" y="6"/>
                        <a:pt x="34" y="4"/>
                      </a:cubicBezTo>
                      <a:cubicBezTo>
                        <a:pt x="33" y="3"/>
                        <a:pt x="31" y="2"/>
                        <a:pt x="30" y="1"/>
                      </a:cubicBezTo>
                      <a:close/>
                      <a:moveTo>
                        <a:pt x="27" y="13"/>
                      </a:moveTo>
                      <a:cubicBezTo>
                        <a:pt x="26" y="14"/>
                        <a:pt x="25" y="14"/>
                        <a:pt x="24" y="15"/>
                      </a:cubicBezTo>
                      <a:cubicBezTo>
                        <a:pt x="22" y="15"/>
                        <a:pt x="20" y="16"/>
                        <a:pt x="16" y="16"/>
                      </a:cubicBezTo>
                      <a:cubicBezTo>
                        <a:pt x="12" y="16"/>
                        <a:pt x="12" y="16"/>
                        <a:pt x="12" y="16"/>
                      </a:cubicBezTo>
                      <a:cubicBezTo>
                        <a:pt x="14" y="6"/>
                        <a:pt x="14" y="6"/>
                        <a:pt x="14" y="6"/>
                      </a:cubicBezTo>
                      <a:cubicBezTo>
                        <a:pt x="22" y="6"/>
                        <a:pt x="22" y="6"/>
                        <a:pt x="22" y="6"/>
                      </a:cubicBezTo>
                      <a:cubicBezTo>
                        <a:pt x="24" y="6"/>
                        <a:pt x="25" y="6"/>
                        <a:pt x="26" y="7"/>
                      </a:cubicBezTo>
                      <a:cubicBezTo>
                        <a:pt x="27" y="7"/>
                        <a:pt x="28" y="8"/>
                        <a:pt x="28" y="10"/>
                      </a:cubicBezTo>
                      <a:cubicBezTo>
                        <a:pt x="28" y="11"/>
                        <a:pt x="27" y="12"/>
                        <a:pt x="27" y="1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1" name="ïşľîḍé"/>
                <p:cNvSpPr/>
                <p:nvPr/>
              </p:nvSpPr>
              <p:spPr bwMode="auto">
                <a:xfrm>
                  <a:off x="8267701" y="3521075"/>
                  <a:ext cx="98425" cy="119063"/>
                </a:xfrm>
                <a:custGeom>
                  <a:avLst/>
                  <a:gdLst>
                    <a:gd name="T0" fmla="*/ 17 w 30"/>
                    <a:gd name="T1" fmla="*/ 5 h 36"/>
                    <a:gd name="T2" fmla="*/ 22 w 30"/>
                    <a:gd name="T3" fmla="*/ 7 h 36"/>
                    <a:gd name="T4" fmla="*/ 23 w 30"/>
                    <a:gd name="T5" fmla="*/ 11 h 36"/>
                    <a:gd name="T6" fmla="*/ 30 w 30"/>
                    <a:gd name="T7" fmla="*/ 10 h 36"/>
                    <a:gd name="T8" fmla="*/ 27 w 30"/>
                    <a:gd name="T9" fmla="*/ 3 h 36"/>
                    <a:gd name="T10" fmla="*/ 17 w 30"/>
                    <a:gd name="T11" fmla="*/ 0 h 36"/>
                    <a:gd name="T12" fmla="*/ 8 w 30"/>
                    <a:gd name="T13" fmla="*/ 3 h 36"/>
                    <a:gd name="T14" fmla="*/ 4 w 30"/>
                    <a:gd name="T15" fmla="*/ 10 h 36"/>
                    <a:gd name="T16" fmla="*/ 6 w 30"/>
                    <a:gd name="T17" fmla="*/ 14 h 36"/>
                    <a:gd name="T18" fmla="*/ 8 w 30"/>
                    <a:gd name="T19" fmla="*/ 18 h 36"/>
                    <a:gd name="T20" fmla="*/ 15 w 30"/>
                    <a:gd name="T21" fmla="*/ 21 h 36"/>
                    <a:gd name="T22" fmla="*/ 20 w 30"/>
                    <a:gd name="T23" fmla="*/ 23 h 36"/>
                    <a:gd name="T24" fmla="*/ 21 w 30"/>
                    <a:gd name="T25" fmla="*/ 26 h 36"/>
                    <a:gd name="T26" fmla="*/ 19 w 30"/>
                    <a:gd name="T27" fmla="*/ 29 h 36"/>
                    <a:gd name="T28" fmla="*/ 14 w 30"/>
                    <a:gd name="T29" fmla="*/ 30 h 36"/>
                    <a:gd name="T30" fmla="*/ 8 w 30"/>
                    <a:gd name="T31" fmla="*/ 28 h 36"/>
                    <a:gd name="T32" fmla="*/ 7 w 30"/>
                    <a:gd name="T33" fmla="*/ 24 h 36"/>
                    <a:gd name="T34" fmla="*/ 0 w 30"/>
                    <a:gd name="T35" fmla="*/ 24 h 36"/>
                    <a:gd name="T36" fmla="*/ 1 w 30"/>
                    <a:gd name="T37" fmla="*/ 30 h 36"/>
                    <a:gd name="T38" fmla="*/ 6 w 30"/>
                    <a:gd name="T39" fmla="*/ 35 h 36"/>
                    <a:gd name="T40" fmla="*/ 14 w 30"/>
                    <a:gd name="T41" fmla="*/ 36 h 36"/>
                    <a:gd name="T42" fmla="*/ 24 w 30"/>
                    <a:gd name="T43" fmla="*/ 33 h 36"/>
                    <a:gd name="T44" fmla="*/ 28 w 30"/>
                    <a:gd name="T45" fmla="*/ 25 h 36"/>
                    <a:gd name="T46" fmla="*/ 26 w 30"/>
                    <a:gd name="T47" fmla="*/ 19 h 36"/>
                    <a:gd name="T48" fmla="*/ 18 w 30"/>
                    <a:gd name="T49" fmla="*/ 14 h 36"/>
                    <a:gd name="T50" fmla="*/ 13 w 30"/>
                    <a:gd name="T51" fmla="*/ 12 h 36"/>
                    <a:gd name="T52" fmla="*/ 11 w 30"/>
                    <a:gd name="T53" fmla="*/ 9 h 36"/>
                    <a:gd name="T54" fmla="*/ 13 w 30"/>
                    <a:gd name="T55" fmla="*/ 6 h 36"/>
                    <a:gd name="T56" fmla="*/ 17 w 30"/>
                    <a:gd name="T57" fmla="*/ 5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30" h="36">
                      <a:moveTo>
                        <a:pt x="17" y="5"/>
                      </a:moveTo>
                      <a:cubicBezTo>
                        <a:pt x="19" y="5"/>
                        <a:pt x="21" y="6"/>
                        <a:pt x="22" y="7"/>
                      </a:cubicBezTo>
                      <a:cubicBezTo>
                        <a:pt x="23" y="8"/>
                        <a:pt x="23" y="9"/>
                        <a:pt x="23" y="11"/>
                      </a:cubicBezTo>
                      <a:cubicBezTo>
                        <a:pt x="30" y="10"/>
                        <a:pt x="30" y="10"/>
                        <a:pt x="30" y="10"/>
                      </a:cubicBezTo>
                      <a:cubicBezTo>
                        <a:pt x="30" y="7"/>
                        <a:pt x="29" y="4"/>
                        <a:pt x="27" y="3"/>
                      </a:cubicBezTo>
                      <a:cubicBezTo>
                        <a:pt x="24" y="1"/>
                        <a:pt x="21" y="0"/>
                        <a:pt x="17" y="0"/>
                      </a:cubicBezTo>
                      <a:cubicBezTo>
                        <a:pt x="13" y="0"/>
                        <a:pt x="10" y="1"/>
                        <a:pt x="8" y="3"/>
                      </a:cubicBezTo>
                      <a:cubicBezTo>
                        <a:pt x="5" y="5"/>
                        <a:pt x="4" y="7"/>
                        <a:pt x="4" y="10"/>
                      </a:cubicBezTo>
                      <a:cubicBezTo>
                        <a:pt x="4" y="12"/>
                        <a:pt x="5" y="13"/>
                        <a:pt x="6" y="14"/>
                      </a:cubicBezTo>
                      <a:cubicBezTo>
                        <a:pt x="6" y="16"/>
                        <a:pt x="7" y="17"/>
                        <a:pt x="8" y="18"/>
                      </a:cubicBezTo>
                      <a:cubicBezTo>
                        <a:pt x="10" y="18"/>
                        <a:pt x="12" y="19"/>
                        <a:pt x="15" y="21"/>
                      </a:cubicBezTo>
                      <a:cubicBezTo>
                        <a:pt x="17" y="22"/>
                        <a:pt x="19" y="23"/>
                        <a:pt x="20" y="23"/>
                      </a:cubicBezTo>
                      <a:cubicBezTo>
                        <a:pt x="20" y="24"/>
                        <a:pt x="21" y="25"/>
                        <a:pt x="21" y="26"/>
                      </a:cubicBezTo>
                      <a:cubicBezTo>
                        <a:pt x="21" y="27"/>
                        <a:pt x="20" y="28"/>
                        <a:pt x="19" y="29"/>
                      </a:cubicBezTo>
                      <a:cubicBezTo>
                        <a:pt x="18" y="30"/>
                        <a:pt x="16" y="30"/>
                        <a:pt x="14" y="30"/>
                      </a:cubicBezTo>
                      <a:cubicBezTo>
                        <a:pt x="11" y="30"/>
                        <a:pt x="9" y="30"/>
                        <a:pt x="8" y="28"/>
                      </a:cubicBezTo>
                      <a:cubicBezTo>
                        <a:pt x="8" y="28"/>
                        <a:pt x="7" y="26"/>
                        <a:pt x="7" y="24"/>
                      </a:cubicBezTo>
                      <a:cubicBezTo>
                        <a:pt x="0" y="24"/>
                        <a:pt x="0" y="24"/>
                        <a:pt x="0" y="24"/>
                      </a:cubicBezTo>
                      <a:cubicBezTo>
                        <a:pt x="0" y="27"/>
                        <a:pt x="0" y="29"/>
                        <a:pt x="1" y="30"/>
                      </a:cubicBezTo>
                      <a:cubicBezTo>
                        <a:pt x="2" y="32"/>
                        <a:pt x="4" y="34"/>
                        <a:pt x="6" y="35"/>
                      </a:cubicBezTo>
                      <a:cubicBezTo>
                        <a:pt x="8" y="36"/>
                        <a:pt x="11" y="36"/>
                        <a:pt x="14" y="36"/>
                      </a:cubicBezTo>
                      <a:cubicBezTo>
                        <a:pt x="18" y="36"/>
                        <a:pt x="22" y="35"/>
                        <a:pt x="24" y="33"/>
                      </a:cubicBezTo>
                      <a:cubicBezTo>
                        <a:pt x="27" y="31"/>
                        <a:pt x="28" y="28"/>
                        <a:pt x="28" y="25"/>
                      </a:cubicBezTo>
                      <a:cubicBezTo>
                        <a:pt x="28" y="22"/>
                        <a:pt x="27" y="20"/>
                        <a:pt x="26" y="19"/>
                      </a:cubicBezTo>
                      <a:cubicBezTo>
                        <a:pt x="25" y="18"/>
                        <a:pt x="22" y="16"/>
                        <a:pt x="18" y="14"/>
                      </a:cubicBezTo>
                      <a:cubicBezTo>
                        <a:pt x="15" y="13"/>
                        <a:pt x="13" y="12"/>
                        <a:pt x="13" y="12"/>
                      </a:cubicBezTo>
                      <a:cubicBezTo>
                        <a:pt x="12" y="11"/>
                        <a:pt x="11" y="10"/>
                        <a:pt x="11" y="9"/>
                      </a:cubicBezTo>
                      <a:cubicBezTo>
                        <a:pt x="11" y="8"/>
                        <a:pt x="12" y="7"/>
                        <a:pt x="13" y="6"/>
                      </a:cubicBezTo>
                      <a:cubicBezTo>
                        <a:pt x="14" y="6"/>
                        <a:pt x="15" y="5"/>
                        <a:pt x="17" y="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2" name="îṩľîďe"/>
                <p:cNvSpPr/>
                <p:nvPr/>
              </p:nvSpPr>
              <p:spPr bwMode="auto">
                <a:xfrm>
                  <a:off x="8374063" y="3521075"/>
                  <a:ext cx="46038" cy="119063"/>
                </a:xfrm>
                <a:custGeom>
                  <a:avLst/>
                  <a:gdLst>
                    <a:gd name="T0" fmla="*/ 0 w 29"/>
                    <a:gd name="T1" fmla="*/ 75 h 75"/>
                    <a:gd name="T2" fmla="*/ 14 w 29"/>
                    <a:gd name="T3" fmla="*/ 75 h 75"/>
                    <a:gd name="T4" fmla="*/ 29 w 29"/>
                    <a:gd name="T5" fmla="*/ 0 h 75"/>
                    <a:gd name="T6" fmla="*/ 14 w 29"/>
                    <a:gd name="T7" fmla="*/ 0 h 75"/>
                    <a:gd name="T8" fmla="*/ 0 w 29"/>
                    <a:gd name="T9" fmla="*/ 75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75">
                      <a:moveTo>
                        <a:pt x="0" y="75"/>
                      </a:moveTo>
                      <a:lnTo>
                        <a:pt x="14" y="75"/>
                      </a:lnTo>
                      <a:lnTo>
                        <a:pt x="29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3" name="iS1idè"/>
                <p:cNvSpPr/>
                <p:nvPr/>
              </p:nvSpPr>
              <p:spPr bwMode="auto">
                <a:xfrm>
                  <a:off x="8432801" y="3521075"/>
                  <a:ext cx="95250" cy="119063"/>
                </a:xfrm>
                <a:custGeom>
                  <a:avLst/>
                  <a:gdLst>
                    <a:gd name="T0" fmla="*/ 0 w 60"/>
                    <a:gd name="T1" fmla="*/ 12 h 75"/>
                    <a:gd name="T2" fmla="*/ 21 w 60"/>
                    <a:gd name="T3" fmla="*/ 12 h 75"/>
                    <a:gd name="T4" fmla="*/ 8 w 60"/>
                    <a:gd name="T5" fmla="*/ 75 h 75"/>
                    <a:gd name="T6" fmla="*/ 23 w 60"/>
                    <a:gd name="T7" fmla="*/ 75 h 75"/>
                    <a:gd name="T8" fmla="*/ 35 w 60"/>
                    <a:gd name="T9" fmla="*/ 12 h 75"/>
                    <a:gd name="T10" fmla="*/ 58 w 60"/>
                    <a:gd name="T11" fmla="*/ 12 h 75"/>
                    <a:gd name="T12" fmla="*/ 60 w 60"/>
                    <a:gd name="T13" fmla="*/ 0 h 75"/>
                    <a:gd name="T14" fmla="*/ 2 w 60"/>
                    <a:gd name="T15" fmla="*/ 0 h 75"/>
                    <a:gd name="T16" fmla="*/ 0 w 60"/>
                    <a:gd name="T17" fmla="*/ 12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0" h="75">
                      <a:moveTo>
                        <a:pt x="0" y="12"/>
                      </a:moveTo>
                      <a:lnTo>
                        <a:pt x="21" y="12"/>
                      </a:lnTo>
                      <a:lnTo>
                        <a:pt x="8" y="75"/>
                      </a:lnTo>
                      <a:lnTo>
                        <a:pt x="23" y="75"/>
                      </a:lnTo>
                      <a:lnTo>
                        <a:pt x="35" y="12"/>
                      </a:lnTo>
                      <a:lnTo>
                        <a:pt x="58" y="12"/>
                      </a:lnTo>
                      <a:lnTo>
                        <a:pt x="60" y="0"/>
                      </a:lnTo>
                      <a:lnTo>
                        <a:pt x="2" y="0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4" name="iṣḷîḋe"/>
                <p:cNvSpPr/>
                <p:nvPr/>
              </p:nvSpPr>
              <p:spPr bwMode="auto">
                <a:xfrm>
                  <a:off x="8531226" y="3521075"/>
                  <a:ext cx="109538" cy="119063"/>
                </a:xfrm>
                <a:custGeom>
                  <a:avLst/>
                  <a:gdLst>
                    <a:gd name="T0" fmla="*/ 25 w 33"/>
                    <a:gd name="T1" fmla="*/ 0 h 36"/>
                    <a:gd name="T2" fmla="*/ 19 w 33"/>
                    <a:gd name="T3" fmla="*/ 7 h 36"/>
                    <a:gd name="T4" fmla="*/ 16 w 33"/>
                    <a:gd name="T5" fmla="*/ 12 h 36"/>
                    <a:gd name="T6" fmla="*/ 14 w 33"/>
                    <a:gd name="T7" fmla="*/ 15 h 36"/>
                    <a:gd name="T8" fmla="*/ 12 w 33"/>
                    <a:gd name="T9" fmla="*/ 10 h 36"/>
                    <a:gd name="T10" fmla="*/ 8 w 33"/>
                    <a:gd name="T11" fmla="*/ 0 h 36"/>
                    <a:gd name="T12" fmla="*/ 0 w 33"/>
                    <a:gd name="T13" fmla="*/ 0 h 36"/>
                    <a:gd name="T14" fmla="*/ 10 w 33"/>
                    <a:gd name="T15" fmla="*/ 22 h 36"/>
                    <a:gd name="T16" fmla="*/ 7 w 33"/>
                    <a:gd name="T17" fmla="*/ 36 h 36"/>
                    <a:gd name="T18" fmla="*/ 14 w 33"/>
                    <a:gd name="T19" fmla="*/ 36 h 36"/>
                    <a:gd name="T20" fmla="*/ 17 w 33"/>
                    <a:gd name="T21" fmla="*/ 23 h 36"/>
                    <a:gd name="T22" fmla="*/ 33 w 33"/>
                    <a:gd name="T23" fmla="*/ 0 h 36"/>
                    <a:gd name="T24" fmla="*/ 25 w 33"/>
                    <a:gd name="T25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33" h="36">
                      <a:moveTo>
                        <a:pt x="25" y="0"/>
                      </a:moveTo>
                      <a:cubicBezTo>
                        <a:pt x="19" y="7"/>
                        <a:pt x="19" y="7"/>
                        <a:pt x="19" y="7"/>
                      </a:cubicBezTo>
                      <a:cubicBezTo>
                        <a:pt x="16" y="12"/>
                        <a:pt x="16" y="12"/>
                        <a:pt x="16" y="12"/>
                      </a:cubicBezTo>
                      <a:cubicBezTo>
                        <a:pt x="15" y="13"/>
                        <a:pt x="15" y="14"/>
                        <a:pt x="14" y="15"/>
                      </a:cubicBezTo>
                      <a:cubicBezTo>
                        <a:pt x="14" y="14"/>
                        <a:pt x="13" y="13"/>
                        <a:pt x="12" y="1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0" y="22"/>
                        <a:pt x="10" y="22"/>
                        <a:pt x="10" y="22"/>
                      </a:cubicBezTo>
                      <a:cubicBezTo>
                        <a:pt x="7" y="36"/>
                        <a:pt x="7" y="36"/>
                        <a:pt x="7" y="36"/>
                      </a:cubicBezTo>
                      <a:cubicBezTo>
                        <a:pt x="14" y="36"/>
                        <a:pt x="14" y="36"/>
                        <a:pt x="14" y="36"/>
                      </a:cubicBezTo>
                      <a:cubicBezTo>
                        <a:pt x="17" y="23"/>
                        <a:pt x="17" y="23"/>
                        <a:pt x="17" y="23"/>
                      </a:cubicBezTo>
                      <a:cubicBezTo>
                        <a:pt x="33" y="0"/>
                        <a:pt x="33" y="0"/>
                        <a:pt x="33" y="0"/>
                      </a:cubicBezTo>
                      <a:lnTo>
                        <a:pt x="2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</p:grpSp>
      </p:grpSp>
      <p:cxnSp>
        <p:nvCxnSpPr>
          <p:cNvPr id="4" name="直线连接符 3"/>
          <p:cNvCxnSpPr/>
          <p:nvPr userDrawn="1"/>
        </p:nvCxnSpPr>
        <p:spPr>
          <a:xfrm>
            <a:off x="0" y="1016000"/>
            <a:ext cx="12192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0" name="图片 109" descr="图片包含 天空, 户外, 建筑物, 日落&#10;&#10;描述已自动生成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9500" l="10000" r="98000">
                        <a14:foregroundMark x1="45583" y1="28625" x2="72750" y2="47875"/>
                        <a14:foregroundMark x1="72750" y1="47875" x2="79000" y2="48875"/>
                        <a14:foregroundMark x1="79000" y1="48875" x2="87083" y2="44750"/>
                        <a14:foregroundMark x1="87083" y1="44750" x2="89333" y2="42875"/>
                        <a14:foregroundMark x1="49697" y1="28104" x2="51500" y2="30625"/>
                        <a14:foregroundMark x1="46583" y1="23750" x2="49595" y2="27961"/>
                        <a14:foregroundMark x1="46917" y1="21000" x2="48333" y2="17125"/>
                        <a14:foregroundMark x1="62917" y1="48125" x2="65250" y2="51750"/>
                        <a14:foregroundMark x1="65250" y1="51750" x2="86750" y2="67750"/>
                        <a14:foregroundMark x1="94417" y1="36500" x2="92917" y2="90875"/>
                        <a14:foregroundMark x1="98000" y1="30875" x2="91667" y2="84250"/>
                        <a14:foregroundMark x1="91667" y1="84250" x2="91333" y2="85500"/>
                        <a14:foregroundMark x1="70000" y1="67000" x2="89333" y2="84250"/>
                        <a14:foregroundMark x1="89333" y1="84250" x2="89333" y2="84250"/>
                        <a14:foregroundMark x1="70500" y1="67000" x2="66333" y2="64125"/>
                        <a14:foregroundMark x1="66333" y1="64125" x2="59333" y2="53500"/>
                        <a14:foregroundMark x1="79333" y1="90625" x2="80167" y2="96250"/>
                        <a14:foregroundMark x1="80167" y1="96250" x2="85167" y2="96625"/>
                        <a14:foregroundMark x1="85167" y1="96625" x2="88083" y2="94625"/>
                        <a14:foregroundMark x1="88083" y1="94625" x2="88167" y2="94625"/>
                        <a14:foregroundMark x1="96750" y1="97500" x2="76750" y2="99500"/>
                        <a14:foregroundMark x1="77799" y1="89875" x2="77667" y2="86250"/>
                        <a14:foregroundMark x1="77984" y1="94938" x2="77927" y2="93375"/>
                        <a14:foregroundMark x1="78000" y1="95375" x2="78056" y2="96909"/>
                        <a14:foregroundMark x1="68667" y1="40875" x2="68417" y2="41125"/>
                        <a14:backgroundMark x1="77667" y1="89875" x2="77667" y2="93375"/>
                        <a14:backgroundMark x1="77833" y1="95625" x2="78167" y2="90625"/>
                        <a14:backgroundMark x1="78500" y1="96125" x2="79000" y2="90375"/>
                        <a14:backgroundMark x1="19833" y1="30625" x2="46417" y2="71000"/>
                        <a14:backgroundMark x1="46417" y1="71000" x2="46417" y2="71000"/>
                        <a14:backgroundMark x1="17000" y1="72500" x2="23583" y2="72625"/>
                        <a14:backgroundMark x1="23583" y1="72625" x2="37833" y2="71875"/>
                        <a14:backgroundMark x1="37833" y1="71875" x2="57167" y2="75375"/>
                        <a14:backgroundMark x1="61667" y1="37000" x2="62000" y2="37375"/>
                        <a14:backgroundMark x1="66667" y1="39375" x2="66917" y2="39750"/>
                        <a14:backgroundMark x1="50917" y1="27125" x2="51000" y2="27625"/>
                      </a14:backgroundRemoval>
                    </a14:imgEffect>
                    <a14:imgEffect>
                      <a14:brightnessContrast bright="72000"/>
                    </a14:imgEffect>
                    <a14:imgEffect>
                      <a14:colorTemperature colorTemp="9660"/>
                    </a14:imgEffect>
                    <a14:imgEffect>
                      <a14:saturation sat="11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8743" t="8413"/>
          <a:stretch>
            <a:fillRect/>
          </a:stretch>
        </p:blipFill>
        <p:spPr>
          <a:xfrm flipH="1">
            <a:off x="-1" y="60500"/>
            <a:ext cx="958611" cy="955500"/>
          </a:xfrm>
          <a:prstGeom prst="rect">
            <a:avLst/>
          </a:prstGeom>
        </p:spPr>
      </p:pic>
      <p:sp>
        <p:nvSpPr>
          <p:cNvPr id="5" name="图片占位符 4"/>
          <p:cNvSpPr>
            <a:spLocks noGrp="1"/>
          </p:cNvSpPr>
          <p:nvPr>
            <p:ph type="pic" sz="quarter" idx="11"/>
          </p:nvPr>
        </p:nvSpPr>
        <p:spPr>
          <a:xfrm>
            <a:off x="803275" y="1160464"/>
            <a:ext cx="10585450" cy="2344526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张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组合 117"/>
          <p:cNvGrpSpPr/>
          <p:nvPr userDrawn="1"/>
        </p:nvGrpSpPr>
        <p:grpSpPr>
          <a:xfrm>
            <a:off x="6095853" y="1316255"/>
            <a:ext cx="5292872" cy="2471738"/>
            <a:chOff x="6095853" y="1170205"/>
            <a:chExt cx="5292872" cy="2471738"/>
          </a:xfrm>
        </p:grpSpPr>
        <p:sp>
          <p:nvSpPr>
            <p:cNvPr id="119" name="矩形 118"/>
            <p:cNvSpPr/>
            <p:nvPr/>
          </p:nvSpPr>
          <p:spPr>
            <a:xfrm>
              <a:off x="6096000" y="1170205"/>
              <a:ext cx="5292725" cy="2471737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/>
            </a:bodyPr>
            <a:lstStyle/>
            <a:p>
              <a:pPr algn="l">
                <a:lnSpc>
                  <a:spcPct val="130000"/>
                </a:lnSpc>
              </a:pPr>
              <a:endPara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20" name="矩形 119"/>
            <p:cNvSpPr/>
            <p:nvPr/>
          </p:nvSpPr>
          <p:spPr>
            <a:xfrm>
              <a:off x="11273206" y="1170205"/>
              <a:ext cx="115519" cy="110049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 fontScale="25000" lnSpcReduction="20000"/>
            </a:bodyPr>
            <a:lstStyle/>
            <a:p>
              <a:pPr algn="l">
                <a:lnSpc>
                  <a:spcPct val="130000"/>
                </a:lnSpc>
              </a:pPr>
              <a:endPara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21" name="矩形 120"/>
            <p:cNvSpPr/>
            <p:nvPr/>
          </p:nvSpPr>
          <p:spPr>
            <a:xfrm>
              <a:off x="11273206" y="3531894"/>
              <a:ext cx="115519" cy="110049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 fontScale="25000" lnSpcReduction="20000"/>
            </a:bodyPr>
            <a:lstStyle/>
            <a:p>
              <a:pPr algn="l">
                <a:lnSpc>
                  <a:spcPct val="130000"/>
                </a:lnSpc>
              </a:pPr>
              <a:endPara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22" name="矩形 121"/>
            <p:cNvSpPr/>
            <p:nvPr/>
          </p:nvSpPr>
          <p:spPr>
            <a:xfrm>
              <a:off x="6095853" y="1170205"/>
              <a:ext cx="127147" cy="110049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 fontScale="25000" lnSpcReduction="20000"/>
            </a:bodyPr>
            <a:lstStyle/>
            <a:p>
              <a:pPr algn="l">
                <a:lnSpc>
                  <a:spcPct val="130000"/>
                </a:lnSpc>
              </a:pPr>
              <a:endPara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23" name="矩形 122"/>
            <p:cNvSpPr/>
            <p:nvPr/>
          </p:nvSpPr>
          <p:spPr>
            <a:xfrm>
              <a:off x="6095853" y="3531894"/>
              <a:ext cx="130321" cy="110049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 fontScale="25000" lnSpcReduction="20000"/>
            </a:bodyPr>
            <a:lstStyle/>
            <a:p>
              <a:pPr algn="l">
                <a:lnSpc>
                  <a:spcPct val="130000"/>
                </a:lnSpc>
              </a:pPr>
              <a:endPara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24" name="组合 123"/>
          <p:cNvGrpSpPr/>
          <p:nvPr userDrawn="1"/>
        </p:nvGrpSpPr>
        <p:grpSpPr>
          <a:xfrm>
            <a:off x="803128" y="3786298"/>
            <a:ext cx="5292872" cy="2473432"/>
            <a:chOff x="803128" y="3640248"/>
            <a:chExt cx="5292872" cy="2473432"/>
          </a:xfrm>
        </p:grpSpPr>
        <p:sp>
          <p:nvSpPr>
            <p:cNvPr id="125" name="矩形 124"/>
            <p:cNvSpPr/>
            <p:nvPr/>
          </p:nvSpPr>
          <p:spPr>
            <a:xfrm>
              <a:off x="803275" y="3640248"/>
              <a:ext cx="5292725" cy="2471737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/>
            </a:bodyPr>
            <a:lstStyle/>
            <a:p>
              <a:pPr algn="l">
                <a:lnSpc>
                  <a:spcPct val="130000"/>
                </a:lnSpc>
              </a:pPr>
              <a:endPara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26" name="矩形 125"/>
            <p:cNvSpPr/>
            <p:nvPr/>
          </p:nvSpPr>
          <p:spPr>
            <a:xfrm>
              <a:off x="5980481" y="3641942"/>
              <a:ext cx="115519" cy="110049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 fontScale="25000" lnSpcReduction="20000"/>
            </a:bodyPr>
            <a:lstStyle/>
            <a:p>
              <a:pPr algn="l">
                <a:lnSpc>
                  <a:spcPct val="130000"/>
                </a:lnSpc>
              </a:pPr>
              <a:endPara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27" name="矩形 126"/>
            <p:cNvSpPr/>
            <p:nvPr/>
          </p:nvSpPr>
          <p:spPr>
            <a:xfrm>
              <a:off x="5980481" y="6003631"/>
              <a:ext cx="115519" cy="110049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 fontScale="25000" lnSpcReduction="20000"/>
            </a:bodyPr>
            <a:lstStyle/>
            <a:p>
              <a:pPr algn="l">
                <a:lnSpc>
                  <a:spcPct val="130000"/>
                </a:lnSpc>
              </a:pPr>
              <a:endPara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28" name="矩形 127"/>
            <p:cNvSpPr/>
            <p:nvPr/>
          </p:nvSpPr>
          <p:spPr>
            <a:xfrm>
              <a:off x="803128" y="3641942"/>
              <a:ext cx="127147" cy="110049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 fontScale="25000" lnSpcReduction="20000"/>
            </a:bodyPr>
            <a:lstStyle/>
            <a:p>
              <a:pPr algn="l">
                <a:lnSpc>
                  <a:spcPct val="130000"/>
                </a:lnSpc>
              </a:pPr>
              <a:endPara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29" name="矩形 128"/>
            <p:cNvSpPr/>
            <p:nvPr/>
          </p:nvSpPr>
          <p:spPr>
            <a:xfrm>
              <a:off x="803128" y="6003631"/>
              <a:ext cx="130321" cy="110049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 fontScale="25000" lnSpcReduction="20000"/>
            </a:bodyPr>
            <a:lstStyle/>
            <a:p>
              <a:pPr algn="l">
                <a:lnSpc>
                  <a:spcPct val="130000"/>
                </a:lnSpc>
              </a:pPr>
              <a:endPara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3275" y="393486"/>
            <a:ext cx="8970989" cy="663575"/>
          </a:xfrm>
          <a:prstGeom prst="rect">
            <a:avLst/>
          </a:prstGeom>
        </p:spPr>
        <p:txBody>
          <a:bodyPr lIns="0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245" name="组合 244"/>
          <p:cNvGrpSpPr/>
          <p:nvPr userDrawn="1"/>
        </p:nvGrpSpPr>
        <p:grpSpPr>
          <a:xfrm>
            <a:off x="9895088" y="468793"/>
            <a:ext cx="1480571" cy="458860"/>
            <a:chOff x="2558030" y="228446"/>
            <a:chExt cx="6774643" cy="2099603"/>
          </a:xfrm>
        </p:grpSpPr>
        <p:grpSp>
          <p:nvGrpSpPr>
            <p:cNvPr id="246" name="íšḻîďê"/>
            <p:cNvGrpSpPr/>
            <p:nvPr userDrawn="1"/>
          </p:nvGrpSpPr>
          <p:grpSpPr>
            <a:xfrm>
              <a:off x="2558030" y="228446"/>
              <a:ext cx="2085857" cy="2099603"/>
              <a:chOff x="3551238" y="3067050"/>
              <a:chExt cx="722313" cy="727075"/>
            </a:xfrm>
          </p:grpSpPr>
          <p:sp>
            <p:nvSpPr>
              <p:cNvPr id="276" name="ïş1íḍê"/>
              <p:cNvSpPr/>
              <p:nvPr/>
            </p:nvSpPr>
            <p:spPr bwMode="auto">
              <a:xfrm>
                <a:off x="3575051" y="3087688"/>
                <a:ext cx="673100" cy="679450"/>
              </a:xfrm>
              <a:custGeom>
                <a:avLst/>
                <a:gdLst>
                  <a:gd name="T0" fmla="*/ 102 w 204"/>
                  <a:gd name="T1" fmla="*/ 0 h 204"/>
                  <a:gd name="T2" fmla="*/ 204 w 204"/>
                  <a:gd name="T3" fmla="*/ 102 h 204"/>
                  <a:gd name="T4" fmla="*/ 102 w 204"/>
                  <a:gd name="T5" fmla="*/ 204 h 204"/>
                  <a:gd name="T6" fmla="*/ 0 w 204"/>
                  <a:gd name="T7" fmla="*/ 102 h 204"/>
                  <a:gd name="T8" fmla="*/ 102 w 204"/>
                  <a:gd name="T9" fmla="*/ 0 h 204"/>
                  <a:gd name="T10" fmla="*/ 102 w 204"/>
                  <a:gd name="T11" fmla="*/ 25 h 204"/>
                  <a:gd name="T12" fmla="*/ 24 w 204"/>
                  <a:gd name="T13" fmla="*/ 103 h 204"/>
                  <a:gd name="T14" fmla="*/ 102 w 204"/>
                  <a:gd name="T15" fmla="*/ 181 h 204"/>
                  <a:gd name="T16" fmla="*/ 180 w 204"/>
                  <a:gd name="T17" fmla="*/ 103 h 204"/>
                  <a:gd name="T18" fmla="*/ 102 w 204"/>
                  <a:gd name="T19" fmla="*/ 25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4" h="204">
                    <a:moveTo>
                      <a:pt x="102" y="0"/>
                    </a:moveTo>
                    <a:cubicBezTo>
                      <a:pt x="159" y="0"/>
                      <a:pt x="204" y="46"/>
                      <a:pt x="204" y="102"/>
                    </a:cubicBezTo>
                    <a:cubicBezTo>
                      <a:pt x="204" y="158"/>
                      <a:pt x="159" y="204"/>
                      <a:pt x="102" y="204"/>
                    </a:cubicBezTo>
                    <a:cubicBezTo>
                      <a:pt x="46" y="204"/>
                      <a:pt x="0" y="158"/>
                      <a:pt x="0" y="102"/>
                    </a:cubicBezTo>
                    <a:cubicBezTo>
                      <a:pt x="0" y="46"/>
                      <a:pt x="46" y="0"/>
                      <a:pt x="102" y="0"/>
                    </a:cubicBezTo>
                    <a:close/>
                    <a:moveTo>
                      <a:pt x="102" y="25"/>
                    </a:moveTo>
                    <a:cubicBezTo>
                      <a:pt x="59" y="25"/>
                      <a:pt x="24" y="60"/>
                      <a:pt x="24" y="103"/>
                    </a:cubicBezTo>
                    <a:cubicBezTo>
                      <a:pt x="24" y="146"/>
                      <a:pt x="59" y="181"/>
                      <a:pt x="102" y="181"/>
                    </a:cubicBezTo>
                    <a:cubicBezTo>
                      <a:pt x="145" y="181"/>
                      <a:pt x="180" y="146"/>
                      <a:pt x="180" y="103"/>
                    </a:cubicBezTo>
                    <a:cubicBezTo>
                      <a:pt x="180" y="60"/>
                      <a:pt x="145" y="25"/>
                      <a:pt x="102" y="25"/>
                    </a:cubicBezTo>
                    <a:close/>
                  </a:path>
                </a:pathLst>
              </a:custGeom>
              <a:solidFill>
                <a:srgbClr val="0052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7" name="íšḻïḍè"/>
              <p:cNvSpPr/>
              <p:nvPr/>
            </p:nvSpPr>
            <p:spPr bwMode="auto">
              <a:xfrm>
                <a:off x="3621088" y="3103563"/>
                <a:ext cx="584200" cy="203200"/>
              </a:xfrm>
              <a:custGeom>
                <a:avLst/>
                <a:gdLst>
                  <a:gd name="T0" fmla="*/ 8 w 177"/>
                  <a:gd name="T1" fmla="*/ 53 h 61"/>
                  <a:gd name="T2" fmla="*/ 0 w 177"/>
                  <a:gd name="T3" fmla="*/ 56 h 61"/>
                  <a:gd name="T4" fmla="*/ 5 w 177"/>
                  <a:gd name="T5" fmla="*/ 52 h 61"/>
                  <a:gd name="T6" fmla="*/ 4 w 177"/>
                  <a:gd name="T7" fmla="*/ 50 h 61"/>
                  <a:gd name="T8" fmla="*/ 5 w 177"/>
                  <a:gd name="T9" fmla="*/ 48 h 61"/>
                  <a:gd name="T10" fmla="*/ 10 w 177"/>
                  <a:gd name="T11" fmla="*/ 41 h 61"/>
                  <a:gd name="T12" fmla="*/ 17 w 177"/>
                  <a:gd name="T13" fmla="*/ 50 h 61"/>
                  <a:gd name="T14" fmla="*/ 14 w 177"/>
                  <a:gd name="T15" fmla="*/ 35 h 61"/>
                  <a:gd name="T16" fmla="*/ 23 w 177"/>
                  <a:gd name="T17" fmla="*/ 46 h 61"/>
                  <a:gd name="T18" fmla="*/ 31 w 177"/>
                  <a:gd name="T19" fmla="*/ 38 h 61"/>
                  <a:gd name="T20" fmla="*/ 29 w 177"/>
                  <a:gd name="T21" fmla="*/ 40 h 61"/>
                  <a:gd name="T22" fmla="*/ 18 w 177"/>
                  <a:gd name="T23" fmla="*/ 32 h 61"/>
                  <a:gd name="T24" fmla="*/ 19 w 177"/>
                  <a:gd name="T25" fmla="*/ 30 h 61"/>
                  <a:gd name="T26" fmla="*/ 21 w 177"/>
                  <a:gd name="T27" fmla="*/ 27 h 61"/>
                  <a:gd name="T28" fmla="*/ 41 w 177"/>
                  <a:gd name="T29" fmla="*/ 29 h 61"/>
                  <a:gd name="T30" fmla="*/ 43 w 177"/>
                  <a:gd name="T31" fmla="*/ 29 h 61"/>
                  <a:gd name="T32" fmla="*/ 35 w 177"/>
                  <a:gd name="T33" fmla="*/ 35 h 61"/>
                  <a:gd name="T34" fmla="*/ 31 w 177"/>
                  <a:gd name="T35" fmla="*/ 21 h 61"/>
                  <a:gd name="T36" fmla="*/ 46 w 177"/>
                  <a:gd name="T37" fmla="*/ 11 h 61"/>
                  <a:gd name="T38" fmla="*/ 47 w 177"/>
                  <a:gd name="T39" fmla="*/ 11 h 61"/>
                  <a:gd name="T40" fmla="*/ 47 w 177"/>
                  <a:gd name="T41" fmla="*/ 26 h 61"/>
                  <a:gd name="T42" fmla="*/ 39 w 177"/>
                  <a:gd name="T43" fmla="*/ 15 h 61"/>
                  <a:gd name="T44" fmla="*/ 72 w 177"/>
                  <a:gd name="T45" fmla="*/ 16 h 61"/>
                  <a:gd name="T46" fmla="*/ 71 w 177"/>
                  <a:gd name="T47" fmla="*/ 2 h 61"/>
                  <a:gd name="T48" fmla="*/ 65 w 177"/>
                  <a:gd name="T49" fmla="*/ 15 h 61"/>
                  <a:gd name="T50" fmla="*/ 64 w 177"/>
                  <a:gd name="T51" fmla="*/ 4 h 61"/>
                  <a:gd name="T52" fmla="*/ 84 w 177"/>
                  <a:gd name="T53" fmla="*/ 1 h 61"/>
                  <a:gd name="T54" fmla="*/ 84 w 177"/>
                  <a:gd name="T55" fmla="*/ 1 h 61"/>
                  <a:gd name="T56" fmla="*/ 78 w 177"/>
                  <a:gd name="T57" fmla="*/ 16 h 61"/>
                  <a:gd name="T58" fmla="*/ 77 w 177"/>
                  <a:gd name="T59" fmla="*/ 15 h 61"/>
                  <a:gd name="T60" fmla="*/ 90 w 177"/>
                  <a:gd name="T61" fmla="*/ 1 h 61"/>
                  <a:gd name="T62" fmla="*/ 94 w 177"/>
                  <a:gd name="T63" fmla="*/ 15 h 61"/>
                  <a:gd name="T64" fmla="*/ 92 w 177"/>
                  <a:gd name="T65" fmla="*/ 15 h 61"/>
                  <a:gd name="T66" fmla="*/ 113 w 177"/>
                  <a:gd name="T67" fmla="*/ 3 h 61"/>
                  <a:gd name="T68" fmla="*/ 102 w 177"/>
                  <a:gd name="T69" fmla="*/ 2 h 61"/>
                  <a:gd name="T70" fmla="*/ 105 w 177"/>
                  <a:gd name="T71" fmla="*/ 14 h 61"/>
                  <a:gd name="T72" fmla="*/ 117 w 177"/>
                  <a:gd name="T73" fmla="*/ 5 h 61"/>
                  <a:gd name="T74" fmla="*/ 122 w 177"/>
                  <a:gd name="T75" fmla="*/ 19 h 61"/>
                  <a:gd name="T76" fmla="*/ 119 w 177"/>
                  <a:gd name="T77" fmla="*/ 13 h 61"/>
                  <a:gd name="T78" fmla="*/ 121 w 177"/>
                  <a:gd name="T79" fmla="*/ 12 h 61"/>
                  <a:gd name="T80" fmla="*/ 124 w 177"/>
                  <a:gd name="T81" fmla="*/ 10 h 61"/>
                  <a:gd name="T82" fmla="*/ 131 w 177"/>
                  <a:gd name="T83" fmla="*/ 26 h 61"/>
                  <a:gd name="T84" fmla="*/ 126 w 177"/>
                  <a:gd name="T85" fmla="*/ 23 h 61"/>
                  <a:gd name="T86" fmla="*/ 124 w 177"/>
                  <a:gd name="T87" fmla="*/ 23 h 61"/>
                  <a:gd name="T88" fmla="*/ 137 w 177"/>
                  <a:gd name="T89" fmla="*/ 14 h 61"/>
                  <a:gd name="T90" fmla="*/ 133 w 177"/>
                  <a:gd name="T91" fmla="*/ 11 h 61"/>
                  <a:gd name="T92" fmla="*/ 137 w 177"/>
                  <a:gd name="T93" fmla="*/ 32 h 61"/>
                  <a:gd name="T94" fmla="*/ 137 w 177"/>
                  <a:gd name="T95" fmla="*/ 32 h 61"/>
                  <a:gd name="T96" fmla="*/ 145 w 177"/>
                  <a:gd name="T97" fmla="*/ 19 h 61"/>
                  <a:gd name="T98" fmla="*/ 146 w 177"/>
                  <a:gd name="T99" fmla="*/ 19 h 61"/>
                  <a:gd name="T100" fmla="*/ 159 w 177"/>
                  <a:gd name="T101" fmla="*/ 31 h 61"/>
                  <a:gd name="T102" fmla="*/ 149 w 177"/>
                  <a:gd name="T103" fmla="*/ 42 h 61"/>
                  <a:gd name="T104" fmla="*/ 155 w 177"/>
                  <a:gd name="T105" fmla="*/ 27 h 61"/>
                  <a:gd name="T106" fmla="*/ 166 w 177"/>
                  <a:gd name="T107" fmla="*/ 40 h 61"/>
                  <a:gd name="T108" fmla="*/ 160 w 177"/>
                  <a:gd name="T109" fmla="*/ 37 h 61"/>
                  <a:gd name="T110" fmla="*/ 153 w 177"/>
                  <a:gd name="T111" fmla="*/ 46 h 61"/>
                  <a:gd name="T112" fmla="*/ 177 w 177"/>
                  <a:gd name="T113" fmla="*/ 55 h 61"/>
                  <a:gd name="T114" fmla="*/ 162 w 177"/>
                  <a:gd name="T115" fmla="*/ 60 h 61"/>
                  <a:gd name="T116" fmla="*/ 165 w 177"/>
                  <a:gd name="T117" fmla="*/ 55 h 61"/>
                  <a:gd name="T118" fmla="*/ 173 w 177"/>
                  <a:gd name="T119" fmla="*/ 49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77" h="61">
                    <a:moveTo>
                      <a:pt x="6" y="46"/>
                    </a:moveTo>
                    <a:cubicBezTo>
                      <a:pt x="6" y="46"/>
                      <a:pt x="6" y="46"/>
                      <a:pt x="6" y="46"/>
                    </a:cubicBezTo>
                    <a:cubicBezTo>
                      <a:pt x="6" y="46"/>
                      <a:pt x="6" y="46"/>
                      <a:pt x="6" y="46"/>
                    </a:cubicBezTo>
                    <a:cubicBezTo>
                      <a:pt x="6" y="46"/>
                      <a:pt x="6" y="47"/>
                      <a:pt x="6" y="47"/>
                    </a:cubicBezTo>
                    <a:cubicBezTo>
                      <a:pt x="6" y="47"/>
                      <a:pt x="6" y="47"/>
                      <a:pt x="6" y="47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8" y="53"/>
                      <a:pt x="8" y="53"/>
                      <a:pt x="8" y="53"/>
                    </a:cubicBezTo>
                    <a:cubicBezTo>
                      <a:pt x="8" y="54"/>
                      <a:pt x="8" y="54"/>
                      <a:pt x="8" y="54"/>
                    </a:cubicBezTo>
                    <a:cubicBezTo>
                      <a:pt x="15" y="60"/>
                      <a:pt x="15" y="60"/>
                      <a:pt x="15" y="60"/>
                    </a:cubicBezTo>
                    <a:cubicBezTo>
                      <a:pt x="15" y="61"/>
                      <a:pt x="15" y="61"/>
                      <a:pt x="15" y="61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4"/>
                      <a:pt x="2" y="54"/>
                    </a:cubicBezTo>
                    <a:cubicBezTo>
                      <a:pt x="2" y="54"/>
                      <a:pt x="2" y="54"/>
                      <a:pt x="2" y="54"/>
                    </a:cubicBezTo>
                    <a:cubicBezTo>
                      <a:pt x="11" y="58"/>
                      <a:pt x="11" y="58"/>
                      <a:pt x="11" y="58"/>
                    </a:cubicBezTo>
                    <a:cubicBezTo>
                      <a:pt x="12" y="58"/>
                      <a:pt x="12" y="58"/>
                      <a:pt x="12" y="58"/>
                    </a:cubicBezTo>
                    <a:cubicBezTo>
                      <a:pt x="5" y="52"/>
                      <a:pt x="5" y="52"/>
                      <a:pt x="5" y="52"/>
                    </a:cubicBezTo>
                    <a:cubicBezTo>
                      <a:pt x="4" y="52"/>
                      <a:pt x="4" y="52"/>
                      <a:pt x="4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2" y="52"/>
                      <a:pt x="2" y="52"/>
                      <a:pt x="2" y="52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4" y="50"/>
                      <a:pt x="4" y="50"/>
                      <a:pt x="4" y="50"/>
                    </a:cubicBezTo>
                    <a:cubicBezTo>
                      <a:pt x="4" y="50"/>
                      <a:pt x="4" y="50"/>
                      <a:pt x="4" y="50"/>
                    </a:cubicBezTo>
                    <a:cubicBezTo>
                      <a:pt x="4" y="50"/>
                      <a:pt x="4" y="50"/>
                      <a:pt x="4" y="51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6" y="48"/>
                      <a:pt x="6" y="48"/>
                      <a:pt x="6" y="48"/>
                    </a:cubicBezTo>
                    <a:cubicBezTo>
                      <a:pt x="6" y="48"/>
                      <a:pt x="6" y="48"/>
                      <a:pt x="5" y="48"/>
                    </a:cubicBezTo>
                    <a:cubicBezTo>
                      <a:pt x="5" y="48"/>
                      <a:pt x="5" y="48"/>
                      <a:pt x="5" y="48"/>
                    </a:cubicBezTo>
                    <a:cubicBezTo>
                      <a:pt x="5" y="48"/>
                      <a:pt x="5" y="48"/>
                      <a:pt x="5" y="48"/>
                    </a:cubicBezTo>
                    <a:cubicBezTo>
                      <a:pt x="4" y="48"/>
                      <a:pt x="4" y="48"/>
                      <a:pt x="4" y="48"/>
                    </a:cubicBezTo>
                    <a:cubicBezTo>
                      <a:pt x="6" y="46"/>
                      <a:pt x="6" y="46"/>
                      <a:pt x="6" y="46"/>
                    </a:cubicBezTo>
                    <a:close/>
                    <a:moveTo>
                      <a:pt x="22" y="48"/>
                    </a:moveTo>
                    <a:cubicBezTo>
                      <a:pt x="22" y="49"/>
                      <a:pt x="21" y="49"/>
                      <a:pt x="21" y="49"/>
                    </a:cubicBezTo>
                    <a:cubicBezTo>
                      <a:pt x="20" y="50"/>
                      <a:pt x="19" y="49"/>
                      <a:pt x="18" y="48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1"/>
                      <a:pt x="10" y="41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7" y="43"/>
                      <a:pt x="7" y="43"/>
                      <a:pt x="7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9" y="43"/>
                      <a:pt x="9" y="43"/>
                      <a:pt x="9" y="43"/>
                    </a:cubicBezTo>
                    <a:cubicBezTo>
                      <a:pt x="17" y="50"/>
                      <a:pt x="17" y="50"/>
                      <a:pt x="17" y="50"/>
                    </a:cubicBezTo>
                    <a:cubicBezTo>
                      <a:pt x="18" y="50"/>
                      <a:pt x="19" y="51"/>
                      <a:pt x="20" y="50"/>
                    </a:cubicBezTo>
                    <a:cubicBezTo>
                      <a:pt x="21" y="50"/>
                      <a:pt x="22" y="50"/>
                      <a:pt x="23" y="49"/>
                    </a:cubicBezTo>
                    <a:cubicBezTo>
                      <a:pt x="24" y="48"/>
                      <a:pt x="24" y="47"/>
                      <a:pt x="24" y="46"/>
                    </a:cubicBezTo>
                    <a:cubicBezTo>
                      <a:pt x="24" y="45"/>
                      <a:pt x="23" y="44"/>
                      <a:pt x="22" y="43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4" y="35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2" y="38"/>
                      <a:pt x="12" y="38"/>
                      <a:pt x="12" y="38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3" y="37"/>
                      <a:pt x="14" y="37"/>
                      <a:pt x="14" y="37"/>
                    </a:cubicBezTo>
                    <a:cubicBezTo>
                      <a:pt x="22" y="44"/>
                      <a:pt x="22" y="44"/>
                      <a:pt x="22" y="44"/>
                    </a:cubicBezTo>
                    <a:cubicBezTo>
                      <a:pt x="23" y="44"/>
                      <a:pt x="23" y="45"/>
                      <a:pt x="23" y="46"/>
                    </a:cubicBezTo>
                    <a:cubicBezTo>
                      <a:pt x="23" y="47"/>
                      <a:pt x="23" y="47"/>
                      <a:pt x="22" y="48"/>
                    </a:cubicBezTo>
                    <a:close/>
                    <a:moveTo>
                      <a:pt x="33" y="36"/>
                    </a:moveTo>
                    <a:cubicBezTo>
                      <a:pt x="33" y="36"/>
                      <a:pt x="33" y="36"/>
                      <a:pt x="33" y="36"/>
                    </a:cubicBezTo>
                    <a:cubicBezTo>
                      <a:pt x="33" y="36"/>
                      <a:pt x="34" y="36"/>
                      <a:pt x="34" y="36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32" y="39"/>
                      <a:pt x="32" y="39"/>
                      <a:pt x="32" y="39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2" y="38"/>
                      <a:pt x="32" y="37"/>
                      <a:pt x="32" y="37"/>
                    </a:cubicBezTo>
                    <a:cubicBezTo>
                      <a:pt x="32" y="37"/>
                      <a:pt x="32" y="37"/>
                      <a:pt x="32" y="37"/>
                    </a:cubicBezTo>
                    <a:cubicBezTo>
                      <a:pt x="27" y="32"/>
                      <a:pt x="27" y="32"/>
                      <a:pt x="27" y="32"/>
                    </a:cubicBezTo>
                    <a:cubicBezTo>
                      <a:pt x="23" y="36"/>
                      <a:pt x="23" y="36"/>
                      <a:pt x="23" y="36"/>
                    </a:cubicBezTo>
                    <a:cubicBezTo>
                      <a:pt x="28" y="40"/>
                      <a:pt x="28" y="40"/>
                      <a:pt x="28" y="40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8" y="41"/>
                      <a:pt x="29" y="41"/>
                      <a:pt x="29" y="40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30" y="41"/>
                      <a:pt x="30" y="41"/>
                      <a:pt x="30" y="41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2"/>
                      <a:pt x="27" y="42"/>
                      <a:pt x="27" y="42"/>
                    </a:cubicBezTo>
                    <a:cubicBezTo>
                      <a:pt x="27" y="42"/>
                      <a:pt x="27" y="42"/>
                      <a:pt x="27" y="41"/>
                    </a:cubicBezTo>
                    <a:cubicBezTo>
                      <a:pt x="18" y="32"/>
                      <a:pt x="18" y="32"/>
                      <a:pt x="18" y="32"/>
                    </a:cubicBezTo>
                    <a:cubicBezTo>
                      <a:pt x="18" y="32"/>
                      <a:pt x="17" y="32"/>
                      <a:pt x="17" y="32"/>
                    </a:cubicBezTo>
                    <a:cubicBezTo>
                      <a:pt x="17" y="32"/>
                      <a:pt x="17" y="32"/>
                      <a:pt x="17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1"/>
                      <a:pt x="19" y="31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7" y="31"/>
                      <a:pt x="27" y="31"/>
                      <a:pt x="27" y="31"/>
                    </a:cubicBezTo>
                    <a:cubicBezTo>
                      <a:pt x="23" y="27"/>
                      <a:pt x="23" y="27"/>
                      <a:pt x="23" y="27"/>
                    </a:cubicBezTo>
                    <a:cubicBezTo>
                      <a:pt x="23" y="27"/>
                      <a:pt x="22" y="27"/>
                      <a:pt x="22" y="27"/>
                    </a:cubicBezTo>
                    <a:cubicBezTo>
                      <a:pt x="22" y="27"/>
                      <a:pt x="22" y="27"/>
                      <a:pt x="22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6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33" y="36"/>
                      <a:pt x="33" y="36"/>
                      <a:pt x="33" y="36"/>
                    </a:cubicBezTo>
                    <a:close/>
                    <a:moveTo>
                      <a:pt x="38" y="26"/>
                    </a:moveTo>
                    <a:cubicBezTo>
                      <a:pt x="41" y="29"/>
                      <a:pt x="41" y="29"/>
                      <a:pt x="41" y="29"/>
                    </a:cubicBezTo>
                    <a:cubicBezTo>
                      <a:pt x="41" y="29"/>
                      <a:pt x="41" y="30"/>
                      <a:pt x="41" y="30"/>
                    </a:cubicBezTo>
                    <a:cubicBezTo>
                      <a:pt x="41" y="30"/>
                      <a:pt x="41" y="30"/>
                      <a:pt x="41" y="30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3" y="29"/>
                      <a:pt x="42" y="29"/>
                      <a:pt x="42" y="28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5" y="33"/>
                      <a:pt x="35" y="33"/>
                      <a:pt x="35" y="33"/>
                    </a:cubicBezTo>
                    <a:cubicBezTo>
                      <a:pt x="35" y="33"/>
                      <a:pt x="35" y="34"/>
                      <a:pt x="35" y="34"/>
                    </a:cubicBezTo>
                    <a:cubicBezTo>
                      <a:pt x="35" y="34"/>
                      <a:pt x="35" y="34"/>
                      <a:pt x="35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7" y="33"/>
                      <a:pt x="37" y="33"/>
                      <a:pt x="37" y="33"/>
                    </a:cubicBezTo>
                    <a:cubicBezTo>
                      <a:pt x="37" y="33"/>
                      <a:pt x="37" y="33"/>
                      <a:pt x="36" y="33"/>
                    </a:cubicBezTo>
                    <a:cubicBezTo>
                      <a:pt x="36" y="33"/>
                      <a:pt x="36" y="32"/>
                      <a:pt x="36" y="32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8" y="26"/>
                      <a:pt x="38" y="26"/>
                      <a:pt x="38" y="26"/>
                    </a:cubicBezTo>
                    <a:close/>
                    <a:moveTo>
                      <a:pt x="31" y="21"/>
                    </a:moveTo>
                    <a:cubicBezTo>
                      <a:pt x="31" y="21"/>
                      <a:pt x="31" y="21"/>
                      <a:pt x="31" y="21"/>
                    </a:cubicBezTo>
                    <a:cubicBezTo>
                      <a:pt x="34" y="28"/>
                      <a:pt x="34" y="28"/>
                      <a:pt x="34" y="28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1" y="21"/>
                      <a:pt x="31" y="21"/>
                      <a:pt x="31" y="21"/>
                    </a:cubicBezTo>
                    <a:close/>
                    <a:moveTo>
                      <a:pt x="51" y="21"/>
                    </a:moveTo>
                    <a:cubicBezTo>
                      <a:pt x="51" y="21"/>
                      <a:pt x="51" y="21"/>
                      <a:pt x="51" y="2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6" y="11"/>
                      <a:pt x="45" y="11"/>
                    </a:cubicBezTo>
                    <a:cubicBezTo>
                      <a:pt x="45" y="11"/>
                      <a:pt x="45" y="11"/>
                      <a:pt x="45" y="11"/>
                    </a:cubicBezTo>
                    <a:cubicBezTo>
                      <a:pt x="44" y="11"/>
                      <a:pt x="44" y="11"/>
                      <a:pt x="44" y="11"/>
                    </a:cubicBezTo>
                    <a:cubicBezTo>
                      <a:pt x="48" y="9"/>
                      <a:pt x="48" y="9"/>
                      <a:pt x="48" y="9"/>
                    </a:cubicBezTo>
                    <a:cubicBezTo>
                      <a:pt x="48" y="10"/>
                      <a:pt x="48" y="10"/>
                      <a:pt x="48" y="1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47" y="10"/>
                      <a:pt x="47" y="11"/>
                      <a:pt x="47" y="11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7" y="26"/>
                      <a:pt x="47" y="26"/>
                      <a:pt x="47" y="26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5" y="28"/>
                      <a:pt x="45" y="28"/>
                      <a:pt x="45" y="28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6" y="27"/>
                      <a:pt x="46" y="26"/>
                      <a:pt x="45" y="26"/>
                    </a:cubicBezTo>
                    <a:cubicBezTo>
                      <a:pt x="39" y="15"/>
                      <a:pt x="39" y="15"/>
                      <a:pt x="39" y="15"/>
                    </a:cubicBezTo>
                    <a:cubicBezTo>
                      <a:pt x="39" y="14"/>
                      <a:pt x="39" y="14"/>
                      <a:pt x="39" y="14"/>
                    </a:cubicBezTo>
                    <a:cubicBezTo>
                      <a:pt x="39" y="14"/>
                      <a:pt x="39" y="14"/>
                      <a:pt x="38" y="14"/>
                    </a:cubicBezTo>
                    <a:cubicBezTo>
                      <a:pt x="38" y="15"/>
                      <a:pt x="38" y="15"/>
                      <a:pt x="38" y="15"/>
                    </a:cubicBezTo>
                    <a:cubicBezTo>
                      <a:pt x="37" y="14"/>
                      <a:pt x="37" y="14"/>
                      <a:pt x="37" y="14"/>
                    </a:cubicBezTo>
                    <a:cubicBezTo>
                      <a:pt x="40" y="13"/>
                      <a:pt x="40" y="13"/>
                      <a:pt x="40" y="13"/>
                    </a:cubicBezTo>
                    <a:cubicBezTo>
                      <a:pt x="51" y="21"/>
                      <a:pt x="51" y="21"/>
                      <a:pt x="51" y="21"/>
                    </a:cubicBezTo>
                    <a:close/>
                    <a:moveTo>
                      <a:pt x="70" y="17"/>
                    </a:moveTo>
                    <a:cubicBezTo>
                      <a:pt x="70" y="17"/>
                      <a:pt x="71" y="17"/>
                      <a:pt x="72" y="16"/>
                    </a:cubicBezTo>
                    <a:cubicBezTo>
                      <a:pt x="72" y="15"/>
                      <a:pt x="72" y="14"/>
                      <a:pt x="72" y="14"/>
                    </a:cubicBezTo>
                    <a:cubicBezTo>
                      <a:pt x="70" y="3"/>
                      <a:pt x="70" y="3"/>
                      <a:pt x="70" y="3"/>
                    </a:cubicBezTo>
                    <a:cubicBezTo>
                      <a:pt x="70" y="3"/>
                      <a:pt x="69" y="3"/>
                      <a:pt x="69" y="3"/>
                    </a:cubicBezTo>
                    <a:cubicBezTo>
                      <a:pt x="69" y="3"/>
                      <a:pt x="69" y="3"/>
                      <a:pt x="69" y="3"/>
                    </a:cubicBezTo>
                    <a:cubicBezTo>
                      <a:pt x="68" y="3"/>
                      <a:pt x="68" y="3"/>
                      <a:pt x="68" y="3"/>
                    </a:cubicBezTo>
                    <a:cubicBezTo>
                      <a:pt x="68" y="2"/>
                      <a:pt x="68" y="2"/>
                      <a:pt x="68" y="2"/>
                    </a:cubicBezTo>
                    <a:cubicBezTo>
                      <a:pt x="71" y="1"/>
                      <a:pt x="71" y="1"/>
                      <a:pt x="71" y="1"/>
                    </a:cubicBezTo>
                    <a:cubicBezTo>
                      <a:pt x="71" y="2"/>
                      <a:pt x="71" y="2"/>
                      <a:pt x="71" y="2"/>
                    </a:cubicBezTo>
                    <a:cubicBezTo>
                      <a:pt x="71" y="2"/>
                      <a:pt x="71" y="2"/>
                      <a:pt x="71" y="2"/>
                    </a:cubicBezTo>
                    <a:cubicBezTo>
                      <a:pt x="71" y="2"/>
                      <a:pt x="70" y="2"/>
                      <a:pt x="70" y="2"/>
                    </a:cubicBezTo>
                    <a:cubicBezTo>
                      <a:pt x="70" y="3"/>
                      <a:pt x="70" y="3"/>
                      <a:pt x="70" y="3"/>
                    </a:cubicBezTo>
                    <a:cubicBezTo>
                      <a:pt x="73" y="13"/>
                      <a:pt x="73" y="13"/>
                      <a:pt x="73" y="13"/>
                    </a:cubicBezTo>
                    <a:cubicBezTo>
                      <a:pt x="73" y="15"/>
                      <a:pt x="73" y="16"/>
                      <a:pt x="72" y="16"/>
                    </a:cubicBezTo>
                    <a:cubicBezTo>
                      <a:pt x="71" y="17"/>
                      <a:pt x="71" y="18"/>
                      <a:pt x="70" y="18"/>
                    </a:cubicBezTo>
                    <a:cubicBezTo>
                      <a:pt x="68" y="18"/>
                      <a:pt x="67" y="18"/>
                      <a:pt x="66" y="18"/>
                    </a:cubicBezTo>
                    <a:cubicBezTo>
                      <a:pt x="66" y="17"/>
                      <a:pt x="65" y="17"/>
                      <a:pt x="65" y="15"/>
                    </a:cubicBezTo>
                    <a:cubicBezTo>
                      <a:pt x="62" y="5"/>
                      <a:pt x="62" y="5"/>
                      <a:pt x="62" y="5"/>
                    </a:cubicBezTo>
                    <a:cubicBezTo>
                      <a:pt x="62" y="5"/>
                      <a:pt x="62" y="4"/>
                      <a:pt x="62" y="4"/>
                    </a:cubicBezTo>
                    <a:cubicBezTo>
                      <a:pt x="62" y="4"/>
                      <a:pt x="62" y="4"/>
                      <a:pt x="61" y="4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5" y="3"/>
                      <a:pt x="65" y="3"/>
                      <a:pt x="65" y="3"/>
                    </a:cubicBezTo>
                    <a:cubicBezTo>
                      <a:pt x="65" y="4"/>
                      <a:pt x="65" y="4"/>
                      <a:pt x="65" y="4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4"/>
                      <a:pt x="64" y="4"/>
                      <a:pt x="64" y="5"/>
                    </a:cubicBezTo>
                    <a:cubicBezTo>
                      <a:pt x="66" y="15"/>
                      <a:pt x="66" y="15"/>
                      <a:pt x="66" y="15"/>
                    </a:cubicBezTo>
                    <a:cubicBezTo>
                      <a:pt x="66" y="16"/>
                      <a:pt x="67" y="17"/>
                      <a:pt x="67" y="17"/>
                    </a:cubicBezTo>
                    <a:cubicBezTo>
                      <a:pt x="68" y="18"/>
                      <a:pt x="69" y="18"/>
                      <a:pt x="70" y="17"/>
                    </a:cubicBezTo>
                    <a:close/>
                    <a:moveTo>
                      <a:pt x="84" y="12"/>
                    </a:moveTo>
                    <a:cubicBezTo>
                      <a:pt x="84" y="12"/>
                      <a:pt x="84" y="12"/>
                      <a:pt x="84" y="12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4" y="1"/>
                      <a:pt x="84" y="1"/>
                      <a:pt x="83" y="1"/>
                    </a:cubicBezTo>
                    <a:cubicBezTo>
                      <a:pt x="83" y="1"/>
                      <a:pt x="83" y="1"/>
                      <a:pt x="83" y="1"/>
                    </a:cubicBezTo>
                    <a:cubicBezTo>
                      <a:pt x="82" y="1"/>
                      <a:pt x="82" y="1"/>
                      <a:pt x="82" y="1"/>
                    </a:cubicBezTo>
                    <a:cubicBezTo>
                      <a:pt x="82" y="0"/>
                      <a:pt x="82" y="0"/>
                      <a:pt x="82" y="0"/>
                    </a:cubicBezTo>
                    <a:cubicBezTo>
                      <a:pt x="86" y="0"/>
                      <a:pt x="86" y="0"/>
                      <a:pt x="86" y="0"/>
                    </a:cubicBezTo>
                    <a:cubicBezTo>
                      <a:pt x="86" y="1"/>
                      <a:pt x="86" y="1"/>
                      <a:pt x="86" y="1"/>
                    </a:cubicBezTo>
                    <a:cubicBezTo>
                      <a:pt x="85" y="1"/>
                      <a:pt x="85" y="1"/>
                      <a:pt x="85" y="1"/>
                    </a:cubicBezTo>
                    <a:cubicBezTo>
                      <a:pt x="85" y="1"/>
                      <a:pt x="85" y="1"/>
                      <a:pt x="84" y="1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77" y="3"/>
                      <a:pt x="77" y="3"/>
                      <a:pt x="77" y="3"/>
                    </a:cubicBezTo>
                    <a:cubicBezTo>
                      <a:pt x="77" y="3"/>
                      <a:pt x="77" y="3"/>
                      <a:pt x="77" y="3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77" y="15"/>
                      <a:pt x="78" y="15"/>
                      <a:pt x="78" y="16"/>
                    </a:cubicBezTo>
                    <a:cubicBezTo>
                      <a:pt x="78" y="16"/>
                      <a:pt x="78" y="16"/>
                      <a:pt x="78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76" y="16"/>
                      <a:pt x="76" y="16"/>
                      <a:pt x="76" y="16"/>
                    </a:cubicBezTo>
                    <a:cubicBezTo>
                      <a:pt x="76" y="16"/>
                      <a:pt x="77" y="16"/>
                      <a:pt x="77" y="16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76" y="2"/>
                      <a:pt x="76" y="2"/>
                      <a:pt x="76" y="2"/>
                    </a:cubicBezTo>
                    <a:cubicBezTo>
                      <a:pt x="76" y="2"/>
                      <a:pt x="76" y="2"/>
                      <a:pt x="76" y="1"/>
                    </a:cubicBezTo>
                    <a:cubicBezTo>
                      <a:pt x="76" y="1"/>
                      <a:pt x="75" y="1"/>
                      <a:pt x="75" y="1"/>
                    </a:cubicBezTo>
                    <a:cubicBezTo>
                      <a:pt x="74" y="1"/>
                      <a:pt x="74" y="1"/>
                      <a:pt x="74" y="1"/>
                    </a:cubicBezTo>
                    <a:cubicBezTo>
                      <a:pt x="74" y="1"/>
                      <a:pt x="74" y="1"/>
                      <a:pt x="74" y="1"/>
                    </a:cubicBezTo>
                    <a:cubicBezTo>
                      <a:pt x="77" y="1"/>
                      <a:pt x="77" y="1"/>
                      <a:pt x="77" y="1"/>
                    </a:cubicBezTo>
                    <a:cubicBezTo>
                      <a:pt x="84" y="12"/>
                      <a:pt x="84" y="12"/>
                      <a:pt x="84" y="12"/>
                    </a:cubicBezTo>
                    <a:close/>
                    <a:moveTo>
                      <a:pt x="90" y="1"/>
                    </a:moveTo>
                    <a:cubicBezTo>
                      <a:pt x="90" y="0"/>
                      <a:pt x="90" y="0"/>
                      <a:pt x="90" y="0"/>
                    </a:cubicBezTo>
                    <a:cubicBezTo>
                      <a:pt x="98" y="1"/>
                      <a:pt x="98" y="1"/>
                      <a:pt x="98" y="1"/>
                    </a:cubicBezTo>
                    <a:cubicBezTo>
                      <a:pt x="98" y="1"/>
                      <a:pt x="98" y="1"/>
                      <a:pt x="98" y="1"/>
                    </a:cubicBezTo>
                    <a:cubicBezTo>
                      <a:pt x="96" y="1"/>
                      <a:pt x="96" y="1"/>
                      <a:pt x="96" y="1"/>
                    </a:cubicBezTo>
                    <a:cubicBezTo>
                      <a:pt x="95" y="1"/>
                      <a:pt x="95" y="1"/>
                      <a:pt x="95" y="1"/>
                    </a:cubicBezTo>
                    <a:cubicBezTo>
                      <a:pt x="95" y="1"/>
                      <a:pt x="95" y="1"/>
                      <a:pt x="95" y="2"/>
                    </a:cubicBezTo>
                    <a:cubicBezTo>
                      <a:pt x="94" y="15"/>
                      <a:pt x="94" y="15"/>
                      <a:pt x="94" y="15"/>
                    </a:cubicBezTo>
                    <a:cubicBezTo>
                      <a:pt x="94" y="15"/>
                      <a:pt x="94" y="15"/>
                      <a:pt x="94" y="15"/>
                    </a:cubicBezTo>
                    <a:cubicBezTo>
                      <a:pt x="94" y="15"/>
                      <a:pt x="94" y="15"/>
                      <a:pt x="95" y="15"/>
                    </a:cubicBezTo>
                    <a:cubicBezTo>
                      <a:pt x="97" y="16"/>
                      <a:pt x="97" y="16"/>
                      <a:pt x="97" y="16"/>
                    </a:cubicBezTo>
                    <a:cubicBezTo>
                      <a:pt x="97" y="16"/>
                      <a:pt x="97" y="16"/>
                      <a:pt x="97" y="16"/>
                    </a:cubicBezTo>
                    <a:cubicBezTo>
                      <a:pt x="89" y="16"/>
                      <a:pt x="89" y="16"/>
                      <a:pt x="89" y="16"/>
                    </a:cubicBezTo>
                    <a:cubicBezTo>
                      <a:pt x="89" y="15"/>
                      <a:pt x="89" y="15"/>
                      <a:pt x="89" y="15"/>
                    </a:cubicBezTo>
                    <a:cubicBezTo>
                      <a:pt x="91" y="15"/>
                      <a:pt x="91" y="15"/>
                      <a:pt x="91" y="15"/>
                    </a:cubicBezTo>
                    <a:cubicBezTo>
                      <a:pt x="92" y="15"/>
                      <a:pt x="92" y="15"/>
                      <a:pt x="92" y="15"/>
                    </a:cubicBezTo>
                    <a:cubicBezTo>
                      <a:pt x="92" y="15"/>
                      <a:pt x="92" y="15"/>
                      <a:pt x="92" y="15"/>
                    </a:cubicBezTo>
                    <a:cubicBezTo>
                      <a:pt x="93" y="2"/>
                      <a:pt x="93" y="2"/>
                      <a:pt x="93" y="2"/>
                    </a:cubicBezTo>
                    <a:cubicBezTo>
                      <a:pt x="93" y="1"/>
                      <a:pt x="93" y="1"/>
                      <a:pt x="93" y="1"/>
                    </a:cubicBezTo>
                    <a:cubicBezTo>
                      <a:pt x="93" y="1"/>
                      <a:pt x="93" y="1"/>
                      <a:pt x="92" y="1"/>
                    </a:cubicBezTo>
                    <a:cubicBezTo>
                      <a:pt x="90" y="1"/>
                      <a:pt x="90" y="1"/>
                      <a:pt x="90" y="1"/>
                    </a:cubicBezTo>
                    <a:close/>
                    <a:moveTo>
                      <a:pt x="109" y="3"/>
                    </a:moveTo>
                    <a:cubicBezTo>
                      <a:pt x="109" y="2"/>
                      <a:pt x="109" y="2"/>
                      <a:pt x="109" y="2"/>
                    </a:cubicBezTo>
                    <a:cubicBezTo>
                      <a:pt x="113" y="3"/>
                      <a:pt x="113" y="3"/>
                      <a:pt x="113" y="3"/>
                    </a:cubicBezTo>
                    <a:cubicBezTo>
                      <a:pt x="113" y="3"/>
                      <a:pt x="113" y="3"/>
                      <a:pt x="113" y="3"/>
                    </a:cubicBezTo>
                    <a:cubicBezTo>
                      <a:pt x="112" y="3"/>
                      <a:pt x="112" y="3"/>
                      <a:pt x="112" y="3"/>
                    </a:cubicBezTo>
                    <a:cubicBezTo>
                      <a:pt x="112" y="3"/>
                      <a:pt x="112" y="3"/>
                      <a:pt x="111" y="4"/>
                    </a:cubicBezTo>
                    <a:cubicBezTo>
                      <a:pt x="111" y="4"/>
                      <a:pt x="111" y="4"/>
                      <a:pt x="111" y="4"/>
                    </a:cubicBezTo>
                    <a:cubicBezTo>
                      <a:pt x="105" y="17"/>
                      <a:pt x="105" y="17"/>
                      <a:pt x="105" y="17"/>
                    </a:cubicBezTo>
                    <a:cubicBezTo>
                      <a:pt x="104" y="17"/>
                      <a:pt x="104" y="17"/>
                      <a:pt x="104" y="17"/>
                    </a:cubicBezTo>
                    <a:cubicBezTo>
                      <a:pt x="103" y="3"/>
                      <a:pt x="103" y="3"/>
                      <a:pt x="103" y="3"/>
                    </a:cubicBezTo>
                    <a:cubicBezTo>
                      <a:pt x="103" y="3"/>
                      <a:pt x="103" y="2"/>
                      <a:pt x="103" y="2"/>
                    </a:cubicBezTo>
                    <a:cubicBezTo>
                      <a:pt x="103" y="2"/>
                      <a:pt x="103" y="2"/>
                      <a:pt x="102" y="2"/>
                    </a:cubicBezTo>
                    <a:cubicBezTo>
                      <a:pt x="102" y="2"/>
                      <a:pt x="102" y="2"/>
                      <a:pt x="102" y="2"/>
                    </a:cubicBezTo>
                    <a:cubicBezTo>
                      <a:pt x="102" y="1"/>
                      <a:pt x="102" y="1"/>
                      <a:pt x="102" y="1"/>
                    </a:cubicBezTo>
                    <a:cubicBezTo>
                      <a:pt x="106" y="2"/>
                      <a:pt x="106" y="2"/>
                      <a:pt x="106" y="2"/>
                    </a:cubicBezTo>
                    <a:cubicBezTo>
                      <a:pt x="106" y="2"/>
                      <a:pt x="106" y="2"/>
                      <a:pt x="106" y="2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5" y="3"/>
                      <a:pt x="105" y="3"/>
                      <a:pt x="105" y="3"/>
                    </a:cubicBezTo>
                    <a:cubicBezTo>
                      <a:pt x="105" y="14"/>
                      <a:pt x="105" y="14"/>
                      <a:pt x="105" y="14"/>
                    </a:cubicBezTo>
                    <a:cubicBezTo>
                      <a:pt x="106" y="14"/>
                      <a:pt x="106" y="14"/>
                      <a:pt x="106" y="14"/>
                    </a:cubicBezTo>
                    <a:cubicBezTo>
                      <a:pt x="110" y="4"/>
                      <a:pt x="110" y="4"/>
                      <a:pt x="110" y="4"/>
                    </a:cubicBezTo>
                    <a:cubicBezTo>
                      <a:pt x="110" y="4"/>
                      <a:pt x="110" y="4"/>
                      <a:pt x="110" y="3"/>
                    </a:cubicBezTo>
                    <a:cubicBezTo>
                      <a:pt x="110" y="3"/>
                      <a:pt x="110" y="3"/>
                      <a:pt x="110" y="3"/>
                    </a:cubicBezTo>
                    <a:cubicBezTo>
                      <a:pt x="109" y="3"/>
                      <a:pt x="109" y="3"/>
                      <a:pt x="109" y="3"/>
                    </a:cubicBezTo>
                    <a:close/>
                    <a:moveTo>
                      <a:pt x="116" y="5"/>
                    </a:moveTo>
                    <a:cubicBezTo>
                      <a:pt x="116" y="5"/>
                      <a:pt x="116" y="5"/>
                      <a:pt x="116" y="5"/>
                    </a:cubicBezTo>
                    <a:cubicBezTo>
                      <a:pt x="117" y="5"/>
                      <a:pt x="117" y="5"/>
                      <a:pt x="117" y="5"/>
                    </a:cubicBezTo>
                    <a:cubicBezTo>
                      <a:pt x="117" y="5"/>
                      <a:pt x="117" y="6"/>
                      <a:pt x="117" y="6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9"/>
                      <a:pt x="113" y="19"/>
                    </a:cubicBezTo>
                    <a:cubicBezTo>
                      <a:pt x="112" y="19"/>
                      <a:pt x="112" y="19"/>
                      <a:pt x="112" y="19"/>
                    </a:cubicBezTo>
                    <a:cubicBezTo>
                      <a:pt x="111" y="18"/>
                      <a:pt x="111" y="18"/>
                      <a:pt x="111" y="18"/>
                    </a:cubicBezTo>
                    <a:cubicBezTo>
                      <a:pt x="111" y="19"/>
                      <a:pt x="111" y="19"/>
                      <a:pt x="111" y="19"/>
                    </a:cubicBezTo>
                    <a:cubicBezTo>
                      <a:pt x="120" y="22"/>
                      <a:pt x="120" y="22"/>
                      <a:pt x="120" y="22"/>
                    </a:cubicBezTo>
                    <a:cubicBezTo>
                      <a:pt x="122" y="19"/>
                      <a:pt x="122" y="19"/>
                      <a:pt x="122" y="19"/>
                    </a:cubicBezTo>
                    <a:cubicBezTo>
                      <a:pt x="122" y="18"/>
                      <a:pt x="122" y="18"/>
                      <a:pt x="122" y="18"/>
                    </a:cubicBezTo>
                    <a:cubicBezTo>
                      <a:pt x="121" y="19"/>
                      <a:pt x="120" y="20"/>
                      <a:pt x="120" y="20"/>
                    </a:cubicBezTo>
                    <a:cubicBezTo>
                      <a:pt x="119" y="21"/>
                      <a:pt x="118" y="21"/>
                      <a:pt x="117" y="20"/>
                    </a:cubicBezTo>
                    <a:cubicBezTo>
                      <a:pt x="115" y="20"/>
                      <a:pt x="115" y="20"/>
                      <a:pt x="115" y="20"/>
                    </a:cubicBezTo>
                    <a:cubicBezTo>
                      <a:pt x="115" y="20"/>
                      <a:pt x="114" y="19"/>
                      <a:pt x="114" y="19"/>
                    </a:cubicBezTo>
                    <a:cubicBezTo>
                      <a:pt x="114" y="19"/>
                      <a:pt x="114" y="19"/>
                      <a:pt x="114" y="19"/>
                    </a:cubicBezTo>
                    <a:cubicBezTo>
                      <a:pt x="116" y="12"/>
                      <a:pt x="116" y="12"/>
                      <a:pt x="116" y="12"/>
                    </a:cubicBezTo>
                    <a:cubicBezTo>
                      <a:pt x="119" y="13"/>
                      <a:pt x="119" y="13"/>
                      <a:pt x="119" y="13"/>
                    </a:cubicBezTo>
                    <a:cubicBezTo>
                      <a:pt x="120" y="13"/>
                      <a:pt x="120" y="13"/>
                      <a:pt x="120" y="14"/>
                    </a:cubicBezTo>
                    <a:cubicBezTo>
                      <a:pt x="120" y="14"/>
                      <a:pt x="120" y="15"/>
                      <a:pt x="120" y="15"/>
                    </a:cubicBezTo>
                    <a:cubicBezTo>
                      <a:pt x="120" y="16"/>
                      <a:pt x="120" y="16"/>
                      <a:pt x="120" y="16"/>
                    </a:cubicBezTo>
                    <a:cubicBezTo>
                      <a:pt x="120" y="16"/>
                      <a:pt x="120" y="16"/>
                      <a:pt x="120" y="16"/>
                    </a:cubicBezTo>
                    <a:cubicBezTo>
                      <a:pt x="122" y="11"/>
                      <a:pt x="122" y="11"/>
                      <a:pt x="122" y="11"/>
                    </a:cubicBezTo>
                    <a:cubicBezTo>
                      <a:pt x="122" y="11"/>
                      <a:pt x="122" y="11"/>
                      <a:pt x="122" y="11"/>
                    </a:cubicBezTo>
                    <a:cubicBezTo>
                      <a:pt x="121" y="11"/>
                      <a:pt x="121" y="11"/>
                      <a:pt x="121" y="11"/>
                    </a:cubicBezTo>
                    <a:cubicBezTo>
                      <a:pt x="121" y="12"/>
                      <a:pt x="121" y="12"/>
                      <a:pt x="121" y="12"/>
                    </a:cubicBezTo>
                    <a:cubicBezTo>
                      <a:pt x="120" y="13"/>
                      <a:pt x="120" y="13"/>
                      <a:pt x="119" y="12"/>
                    </a:cubicBezTo>
                    <a:cubicBezTo>
                      <a:pt x="117" y="12"/>
                      <a:pt x="117" y="12"/>
                      <a:pt x="117" y="12"/>
                    </a:cubicBezTo>
                    <a:cubicBezTo>
                      <a:pt x="118" y="6"/>
                      <a:pt x="118" y="6"/>
                      <a:pt x="118" y="6"/>
                    </a:cubicBezTo>
                    <a:cubicBezTo>
                      <a:pt x="118" y="6"/>
                      <a:pt x="119" y="6"/>
                      <a:pt x="119" y="6"/>
                    </a:cubicBezTo>
                    <a:cubicBezTo>
                      <a:pt x="119" y="6"/>
                      <a:pt x="119" y="6"/>
                      <a:pt x="119" y="6"/>
                    </a:cubicBezTo>
                    <a:cubicBezTo>
                      <a:pt x="122" y="7"/>
                      <a:pt x="122" y="7"/>
                      <a:pt x="122" y="7"/>
                    </a:cubicBezTo>
                    <a:cubicBezTo>
                      <a:pt x="122" y="7"/>
                      <a:pt x="123" y="7"/>
                      <a:pt x="123" y="8"/>
                    </a:cubicBezTo>
                    <a:cubicBezTo>
                      <a:pt x="124" y="8"/>
                      <a:pt x="124" y="9"/>
                      <a:pt x="124" y="10"/>
                    </a:cubicBezTo>
                    <a:cubicBezTo>
                      <a:pt x="125" y="10"/>
                      <a:pt x="125" y="10"/>
                      <a:pt x="125" y="10"/>
                    </a:cubicBezTo>
                    <a:cubicBezTo>
                      <a:pt x="125" y="7"/>
                      <a:pt x="125" y="7"/>
                      <a:pt x="125" y="7"/>
                    </a:cubicBezTo>
                    <a:cubicBezTo>
                      <a:pt x="116" y="4"/>
                      <a:pt x="116" y="4"/>
                      <a:pt x="116" y="4"/>
                    </a:cubicBezTo>
                    <a:cubicBezTo>
                      <a:pt x="116" y="5"/>
                      <a:pt x="116" y="5"/>
                      <a:pt x="116" y="5"/>
                    </a:cubicBezTo>
                    <a:close/>
                    <a:moveTo>
                      <a:pt x="136" y="17"/>
                    </a:moveTo>
                    <a:cubicBezTo>
                      <a:pt x="136" y="18"/>
                      <a:pt x="135" y="19"/>
                      <a:pt x="134" y="19"/>
                    </a:cubicBezTo>
                    <a:cubicBezTo>
                      <a:pt x="133" y="19"/>
                      <a:pt x="133" y="19"/>
                      <a:pt x="132" y="19"/>
                    </a:cubicBezTo>
                    <a:cubicBezTo>
                      <a:pt x="131" y="26"/>
                      <a:pt x="131" y="26"/>
                      <a:pt x="131" y="26"/>
                    </a:cubicBezTo>
                    <a:cubicBezTo>
                      <a:pt x="131" y="26"/>
                      <a:pt x="131" y="27"/>
                      <a:pt x="131" y="27"/>
                    </a:cubicBezTo>
                    <a:cubicBezTo>
                      <a:pt x="131" y="27"/>
                      <a:pt x="131" y="27"/>
                      <a:pt x="132" y="27"/>
                    </a:cubicBezTo>
                    <a:cubicBezTo>
                      <a:pt x="132" y="27"/>
                      <a:pt x="132" y="27"/>
                      <a:pt x="132" y="27"/>
                    </a:cubicBezTo>
                    <a:cubicBezTo>
                      <a:pt x="132" y="28"/>
                      <a:pt x="132" y="28"/>
                      <a:pt x="132" y="28"/>
                    </a:cubicBezTo>
                    <a:cubicBezTo>
                      <a:pt x="130" y="27"/>
                      <a:pt x="130" y="27"/>
                      <a:pt x="130" y="27"/>
                    </a:cubicBezTo>
                    <a:cubicBezTo>
                      <a:pt x="130" y="18"/>
                      <a:pt x="130" y="18"/>
                      <a:pt x="130" y="18"/>
                    </a:cubicBezTo>
                    <a:cubicBezTo>
                      <a:pt x="129" y="17"/>
                      <a:pt x="129" y="17"/>
                      <a:pt x="129" y="17"/>
                    </a:cubicBezTo>
                    <a:cubicBezTo>
                      <a:pt x="126" y="23"/>
                      <a:pt x="126" y="23"/>
                      <a:pt x="126" y="23"/>
                    </a:cubicBezTo>
                    <a:cubicBezTo>
                      <a:pt x="125" y="24"/>
                      <a:pt x="125" y="24"/>
                      <a:pt x="126" y="24"/>
                    </a:cubicBezTo>
                    <a:cubicBezTo>
                      <a:pt x="126" y="24"/>
                      <a:pt x="126" y="24"/>
                      <a:pt x="126" y="24"/>
                    </a:cubicBezTo>
                    <a:cubicBezTo>
                      <a:pt x="126" y="25"/>
                      <a:pt x="126" y="25"/>
                      <a:pt x="126" y="25"/>
                    </a:cubicBezTo>
                    <a:cubicBezTo>
                      <a:pt x="126" y="25"/>
                      <a:pt x="126" y="25"/>
                      <a:pt x="126" y="25"/>
                    </a:cubicBezTo>
                    <a:cubicBezTo>
                      <a:pt x="122" y="23"/>
                      <a:pt x="122" y="23"/>
                      <a:pt x="122" y="23"/>
                    </a:cubicBezTo>
                    <a:cubicBezTo>
                      <a:pt x="123" y="23"/>
                      <a:pt x="123" y="23"/>
                      <a:pt x="123" y="23"/>
                    </a:cubicBezTo>
                    <a:cubicBezTo>
                      <a:pt x="123" y="23"/>
                      <a:pt x="123" y="23"/>
                      <a:pt x="123" y="23"/>
                    </a:cubicBezTo>
                    <a:cubicBezTo>
                      <a:pt x="123" y="23"/>
                      <a:pt x="124" y="23"/>
                      <a:pt x="124" y="23"/>
                    </a:cubicBezTo>
                    <a:cubicBezTo>
                      <a:pt x="124" y="23"/>
                      <a:pt x="124" y="23"/>
                      <a:pt x="124" y="23"/>
                    </a:cubicBezTo>
                    <a:cubicBezTo>
                      <a:pt x="130" y="11"/>
                      <a:pt x="130" y="11"/>
                      <a:pt x="130" y="11"/>
                    </a:cubicBezTo>
                    <a:cubicBezTo>
                      <a:pt x="130" y="11"/>
                      <a:pt x="130" y="11"/>
                      <a:pt x="130" y="10"/>
                    </a:cubicBezTo>
                    <a:cubicBezTo>
                      <a:pt x="130" y="10"/>
                      <a:pt x="130" y="10"/>
                      <a:pt x="130" y="10"/>
                    </a:cubicBezTo>
                    <a:cubicBezTo>
                      <a:pt x="129" y="10"/>
                      <a:pt x="129" y="10"/>
                      <a:pt x="129" y="10"/>
                    </a:cubicBezTo>
                    <a:cubicBezTo>
                      <a:pt x="130" y="9"/>
                      <a:pt x="130" y="9"/>
                      <a:pt x="130" y="9"/>
                    </a:cubicBezTo>
                    <a:cubicBezTo>
                      <a:pt x="134" y="12"/>
                      <a:pt x="134" y="12"/>
                      <a:pt x="134" y="12"/>
                    </a:cubicBezTo>
                    <a:cubicBezTo>
                      <a:pt x="135" y="12"/>
                      <a:pt x="136" y="13"/>
                      <a:pt x="137" y="14"/>
                    </a:cubicBezTo>
                    <a:cubicBezTo>
                      <a:pt x="137" y="15"/>
                      <a:pt x="137" y="16"/>
                      <a:pt x="136" y="17"/>
                    </a:cubicBezTo>
                    <a:close/>
                    <a:moveTo>
                      <a:pt x="129" y="17"/>
                    </a:moveTo>
                    <a:cubicBezTo>
                      <a:pt x="131" y="18"/>
                      <a:pt x="131" y="18"/>
                      <a:pt x="131" y="18"/>
                    </a:cubicBezTo>
                    <a:cubicBezTo>
                      <a:pt x="131" y="18"/>
                      <a:pt x="132" y="18"/>
                      <a:pt x="133" y="18"/>
                    </a:cubicBezTo>
                    <a:cubicBezTo>
                      <a:pt x="134" y="18"/>
                      <a:pt x="134" y="17"/>
                      <a:pt x="135" y="16"/>
                    </a:cubicBezTo>
                    <a:cubicBezTo>
                      <a:pt x="135" y="15"/>
                      <a:pt x="136" y="15"/>
                      <a:pt x="135" y="14"/>
                    </a:cubicBezTo>
                    <a:cubicBezTo>
                      <a:pt x="135" y="13"/>
                      <a:pt x="135" y="12"/>
                      <a:pt x="133" y="12"/>
                    </a:cubicBezTo>
                    <a:cubicBezTo>
                      <a:pt x="133" y="11"/>
                      <a:pt x="133" y="11"/>
                      <a:pt x="133" y="11"/>
                    </a:cubicBezTo>
                    <a:cubicBezTo>
                      <a:pt x="132" y="11"/>
                      <a:pt x="132" y="11"/>
                      <a:pt x="132" y="11"/>
                    </a:cubicBezTo>
                    <a:cubicBezTo>
                      <a:pt x="132" y="11"/>
                      <a:pt x="132" y="11"/>
                      <a:pt x="132" y="12"/>
                    </a:cubicBezTo>
                    <a:cubicBezTo>
                      <a:pt x="129" y="17"/>
                      <a:pt x="129" y="17"/>
                      <a:pt x="129" y="17"/>
                    </a:cubicBezTo>
                    <a:close/>
                    <a:moveTo>
                      <a:pt x="141" y="25"/>
                    </a:moveTo>
                    <a:cubicBezTo>
                      <a:pt x="142" y="27"/>
                      <a:pt x="142" y="28"/>
                      <a:pt x="142" y="28"/>
                    </a:cubicBezTo>
                    <a:cubicBezTo>
                      <a:pt x="142" y="29"/>
                      <a:pt x="142" y="30"/>
                      <a:pt x="142" y="30"/>
                    </a:cubicBezTo>
                    <a:cubicBezTo>
                      <a:pt x="141" y="31"/>
                      <a:pt x="141" y="32"/>
                      <a:pt x="140" y="32"/>
                    </a:cubicBezTo>
                    <a:cubicBezTo>
                      <a:pt x="139" y="32"/>
                      <a:pt x="138" y="32"/>
                      <a:pt x="137" y="32"/>
                    </a:cubicBezTo>
                    <a:cubicBezTo>
                      <a:pt x="137" y="31"/>
                      <a:pt x="136" y="30"/>
                      <a:pt x="136" y="29"/>
                    </a:cubicBezTo>
                    <a:cubicBezTo>
                      <a:pt x="135" y="28"/>
                      <a:pt x="136" y="27"/>
                      <a:pt x="136" y="26"/>
                    </a:cubicBezTo>
                    <a:cubicBezTo>
                      <a:pt x="136" y="26"/>
                      <a:pt x="136" y="26"/>
                      <a:pt x="136" y="26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5" y="30"/>
                      <a:pt x="135" y="30"/>
                      <a:pt x="135" y="30"/>
                    </a:cubicBezTo>
                    <a:cubicBezTo>
                      <a:pt x="135" y="30"/>
                      <a:pt x="135" y="30"/>
                      <a:pt x="136" y="31"/>
                    </a:cubicBezTo>
                    <a:cubicBezTo>
                      <a:pt x="136" y="31"/>
                      <a:pt x="136" y="32"/>
                      <a:pt x="137" y="32"/>
                    </a:cubicBezTo>
                    <a:cubicBezTo>
                      <a:pt x="138" y="33"/>
                      <a:pt x="139" y="33"/>
                      <a:pt x="140" y="33"/>
                    </a:cubicBezTo>
                    <a:cubicBezTo>
                      <a:pt x="142" y="33"/>
                      <a:pt x="142" y="32"/>
                      <a:pt x="143" y="31"/>
                    </a:cubicBezTo>
                    <a:cubicBezTo>
                      <a:pt x="144" y="30"/>
                      <a:pt x="144" y="29"/>
                      <a:pt x="144" y="28"/>
                    </a:cubicBezTo>
                    <a:cubicBezTo>
                      <a:pt x="144" y="27"/>
                      <a:pt x="143" y="26"/>
                      <a:pt x="142" y="25"/>
                    </a:cubicBezTo>
                    <a:cubicBezTo>
                      <a:pt x="141" y="23"/>
                      <a:pt x="141" y="22"/>
                      <a:pt x="141" y="22"/>
                    </a:cubicBezTo>
                    <a:cubicBezTo>
                      <a:pt x="141" y="21"/>
                      <a:pt x="141" y="20"/>
                      <a:pt x="141" y="20"/>
                    </a:cubicBezTo>
                    <a:cubicBezTo>
                      <a:pt x="142" y="19"/>
                      <a:pt x="142" y="19"/>
                      <a:pt x="143" y="19"/>
                    </a:cubicBezTo>
                    <a:cubicBezTo>
                      <a:pt x="144" y="18"/>
                      <a:pt x="144" y="18"/>
                      <a:pt x="145" y="19"/>
                    </a:cubicBezTo>
                    <a:cubicBezTo>
                      <a:pt x="146" y="20"/>
                      <a:pt x="147" y="20"/>
                      <a:pt x="147" y="21"/>
                    </a:cubicBezTo>
                    <a:cubicBezTo>
                      <a:pt x="147" y="22"/>
                      <a:pt x="147" y="23"/>
                      <a:pt x="147" y="24"/>
                    </a:cubicBezTo>
                    <a:cubicBezTo>
                      <a:pt x="147" y="24"/>
                      <a:pt x="147" y="24"/>
                      <a:pt x="147" y="24"/>
                    </a:cubicBezTo>
                    <a:cubicBezTo>
                      <a:pt x="149" y="21"/>
                      <a:pt x="149" y="21"/>
                      <a:pt x="149" y="21"/>
                    </a:cubicBezTo>
                    <a:cubicBezTo>
                      <a:pt x="149" y="21"/>
                      <a:pt x="149" y="21"/>
                      <a:pt x="148" y="21"/>
                    </a:cubicBezTo>
                    <a:cubicBezTo>
                      <a:pt x="148" y="21"/>
                      <a:pt x="148" y="21"/>
                      <a:pt x="148" y="21"/>
                    </a:cubicBezTo>
                    <a:cubicBezTo>
                      <a:pt x="148" y="21"/>
                      <a:pt x="147" y="20"/>
                      <a:pt x="147" y="20"/>
                    </a:cubicBezTo>
                    <a:cubicBezTo>
                      <a:pt x="147" y="19"/>
                      <a:pt x="146" y="19"/>
                      <a:pt x="146" y="19"/>
                    </a:cubicBezTo>
                    <a:cubicBezTo>
                      <a:pt x="145" y="18"/>
                      <a:pt x="144" y="18"/>
                      <a:pt x="143" y="18"/>
                    </a:cubicBezTo>
                    <a:cubicBezTo>
                      <a:pt x="141" y="18"/>
                      <a:pt x="141" y="19"/>
                      <a:pt x="140" y="19"/>
                    </a:cubicBezTo>
                    <a:cubicBezTo>
                      <a:pt x="139" y="20"/>
                      <a:pt x="139" y="21"/>
                      <a:pt x="139" y="22"/>
                    </a:cubicBezTo>
                    <a:cubicBezTo>
                      <a:pt x="140" y="23"/>
                      <a:pt x="140" y="24"/>
                      <a:pt x="141" y="25"/>
                    </a:cubicBezTo>
                    <a:close/>
                    <a:moveTo>
                      <a:pt x="154" y="26"/>
                    </a:moveTo>
                    <a:cubicBezTo>
                      <a:pt x="154" y="26"/>
                      <a:pt x="154" y="26"/>
                      <a:pt x="154" y="26"/>
                    </a:cubicBezTo>
                    <a:cubicBezTo>
                      <a:pt x="159" y="31"/>
                      <a:pt x="159" y="31"/>
                      <a:pt x="159" y="31"/>
                    </a:cubicBezTo>
                    <a:cubicBezTo>
                      <a:pt x="159" y="31"/>
                      <a:pt x="159" y="31"/>
                      <a:pt x="159" y="31"/>
                    </a:cubicBezTo>
                    <a:cubicBezTo>
                      <a:pt x="158" y="30"/>
                      <a:pt x="158" y="30"/>
                      <a:pt x="158" y="30"/>
                    </a:cubicBezTo>
                    <a:cubicBezTo>
                      <a:pt x="157" y="29"/>
                      <a:pt x="157" y="29"/>
                      <a:pt x="157" y="29"/>
                    </a:cubicBezTo>
                    <a:cubicBezTo>
                      <a:pt x="157" y="29"/>
                      <a:pt x="157" y="29"/>
                      <a:pt x="156" y="30"/>
                    </a:cubicBezTo>
                    <a:cubicBezTo>
                      <a:pt x="147" y="39"/>
                      <a:pt x="147" y="39"/>
                      <a:pt x="147" y="39"/>
                    </a:cubicBezTo>
                    <a:cubicBezTo>
                      <a:pt x="147" y="39"/>
                      <a:pt x="147" y="39"/>
                      <a:pt x="147" y="40"/>
                    </a:cubicBezTo>
                    <a:cubicBezTo>
                      <a:pt x="147" y="40"/>
                      <a:pt x="147" y="40"/>
                      <a:pt x="148" y="40"/>
                    </a:cubicBezTo>
                    <a:cubicBezTo>
                      <a:pt x="149" y="42"/>
                      <a:pt x="149" y="42"/>
                      <a:pt x="149" y="42"/>
                    </a:cubicBezTo>
                    <a:cubicBezTo>
                      <a:pt x="149" y="42"/>
                      <a:pt x="149" y="42"/>
                      <a:pt x="149" y="42"/>
                    </a:cubicBezTo>
                    <a:cubicBezTo>
                      <a:pt x="143" y="37"/>
                      <a:pt x="143" y="37"/>
                      <a:pt x="143" y="37"/>
                    </a:cubicBezTo>
                    <a:cubicBezTo>
                      <a:pt x="144" y="37"/>
                      <a:pt x="144" y="37"/>
                      <a:pt x="144" y="37"/>
                    </a:cubicBezTo>
                    <a:cubicBezTo>
                      <a:pt x="145" y="38"/>
                      <a:pt x="145" y="38"/>
                      <a:pt x="145" y="38"/>
                    </a:cubicBezTo>
                    <a:cubicBezTo>
                      <a:pt x="146" y="38"/>
                      <a:pt x="146" y="38"/>
                      <a:pt x="146" y="38"/>
                    </a:cubicBezTo>
                    <a:cubicBezTo>
                      <a:pt x="146" y="38"/>
                      <a:pt x="146" y="38"/>
                      <a:pt x="146" y="38"/>
                    </a:cubicBezTo>
                    <a:cubicBezTo>
                      <a:pt x="155" y="29"/>
                      <a:pt x="155" y="29"/>
                      <a:pt x="155" y="29"/>
                    </a:cubicBezTo>
                    <a:cubicBezTo>
                      <a:pt x="155" y="28"/>
                      <a:pt x="156" y="28"/>
                      <a:pt x="156" y="28"/>
                    </a:cubicBezTo>
                    <a:cubicBezTo>
                      <a:pt x="156" y="28"/>
                      <a:pt x="155" y="28"/>
                      <a:pt x="155" y="27"/>
                    </a:cubicBezTo>
                    <a:cubicBezTo>
                      <a:pt x="154" y="26"/>
                      <a:pt x="154" y="26"/>
                      <a:pt x="154" y="26"/>
                    </a:cubicBezTo>
                    <a:close/>
                    <a:moveTo>
                      <a:pt x="155" y="50"/>
                    </a:moveTo>
                    <a:cubicBezTo>
                      <a:pt x="156" y="50"/>
                      <a:pt x="156" y="50"/>
                      <a:pt x="156" y="50"/>
                    </a:cubicBezTo>
                    <a:cubicBezTo>
                      <a:pt x="155" y="49"/>
                      <a:pt x="155" y="49"/>
                      <a:pt x="155" y="49"/>
                    </a:cubicBezTo>
                    <a:cubicBezTo>
                      <a:pt x="155" y="49"/>
                      <a:pt x="155" y="49"/>
                      <a:pt x="155" y="49"/>
                    </a:cubicBezTo>
                    <a:cubicBezTo>
                      <a:pt x="155" y="49"/>
                      <a:pt x="155" y="48"/>
                      <a:pt x="155" y="48"/>
                    </a:cubicBezTo>
                    <a:cubicBezTo>
                      <a:pt x="165" y="40"/>
                      <a:pt x="165" y="40"/>
                      <a:pt x="165" y="40"/>
                    </a:cubicBezTo>
                    <a:cubicBezTo>
                      <a:pt x="166" y="40"/>
                      <a:pt x="166" y="40"/>
                      <a:pt x="166" y="40"/>
                    </a:cubicBezTo>
                    <a:cubicBezTo>
                      <a:pt x="166" y="40"/>
                      <a:pt x="166" y="40"/>
                      <a:pt x="167" y="40"/>
                    </a:cubicBezTo>
                    <a:cubicBezTo>
                      <a:pt x="167" y="41"/>
                      <a:pt x="167" y="42"/>
                      <a:pt x="167" y="42"/>
                    </a:cubicBezTo>
                    <a:cubicBezTo>
                      <a:pt x="167" y="43"/>
                      <a:pt x="167" y="43"/>
                      <a:pt x="166" y="45"/>
                    </a:cubicBezTo>
                    <a:cubicBezTo>
                      <a:pt x="166" y="45"/>
                      <a:pt x="166" y="45"/>
                      <a:pt x="166" y="45"/>
                    </a:cubicBezTo>
                    <a:cubicBezTo>
                      <a:pt x="169" y="42"/>
                      <a:pt x="169" y="42"/>
                      <a:pt x="169" y="42"/>
                    </a:cubicBezTo>
                    <a:cubicBezTo>
                      <a:pt x="163" y="35"/>
                      <a:pt x="163" y="35"/>
                      <a:pt x="163" y="35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62" y="37"/>
                      <a:pt x="163" y="37"/>
                      <a:pt x="163" y="37"/>
                    </a:cubicBezTo>
                    <a:cubicBezTo>
                      <a:pt x="163" y="37"/>
                      <a:pt x="164" y="37"/>
                      <a:pt x="164" y="38"/>
                    </a:cubicBezTo>
                    <a:cubicBezTo>
                      <a:pt x="165" y="38"/>
                      <a:pt x="165" y="38"/>
                      <a:pt x="165" y="38"/>
                    </a:cubicBezTo>
                    <a:cubicBezTo>
                      <a:pt x="165" y="39"/>
                      <a:pt x="165" y="39"/>
                      <a:pt x="164" y="39"/>
                    </a:cubicBezTo>
                    <a:cubicBezTo>
                      <a:pt x="154" y="47"/>
                      <a:pt x="154" y="47"/>
                      <a:pt x="154" y="47"/>
                    </a:cubicBezTo>
                    <a:cubicBezTo>
                      <a:pt x="154" y="47"/>
                      <a:pt x="154" y="47"/>
                      <a:pt x="154" y="47"/>
                    </a:cubicBezTo>
                    <a:cubicBezTo>
                      <a:pt x="154" y="47"/>
                      <a:pt x="153" y="47"/>
                      <a:pt x="153" y="47"/>
                    </a:cubicBezTo>
                    <a:cubicBezTo>
                      <a:pt x="153" y="46"/>
                      <a:pt x="153" y="46"/>
                      <a:pt x="153" y="46"/>
                    </a:cubicBezTo>
                    <a:cubicBezTo>
                      <a:pt x="152" y="47"/>
                      <a:pt x="152" y="47"/>
                      <a:pt x="152" y="47"/>
                    </a:cubicBezTo>
                    <a:cubicBezTo>
                      <a:pt x="155" y="50"/>
                      <a:pt x="155" y="50"/>
                      <a:pt x="155" y="50"/>
                    </a:cubicBezTo>
                    <a:close/>
                    <a:moveTo>
                      <a:pt x="174" y="54"/>
                    </a:moveTo>
                    <a:cubicBezTo>
                      <a:pt x="174" y="54"/>
                      <a:pt x="175" y="54"/>
                      <a:pt x="175" y="53"/>
                    </a:cubicBezTo>
                    <a:cubicBezTo>
                      <a:pt x="175" y="53"/>
                      <a:pt x="175" y="53"/>
                      <a:pt x="174" y="53"/>
                    </a:cubicBezTo>
                    <a:cubicBezTo>
                      <a:pt x="174" y="52"/>
                      <a:pt x="174" y="52"/>
                      <a:pt x="174" y="52"/>
                    </a:cubicBezTo>
                    <a:cubicBezTo>
                      <a:pt x="175" y="52"/>
                      <a:pt x="175" y="52"/>
                      <a:pt x="175" y="52"/>
                    </a:cubicBezTo>
                    <a:cubicBezTo>
                      <a:pt x="177" y="55"/>
                      <a:pt x="177" y="55"/>
                      <a:pt x="177" y="55"/>
                    </a:cubicBezTo>
                    <a:cubicBezTo>
                      <a:pt x="176" y="55"/>
                      <a:pt x="176" y="55"/>
                      <a:pt x="176" y="55"/>
                    </a:cubicBezTo>
                    <a:cubicBezTo>
                      <a:pt x="176" y="55"/>
                      <a:pt x="176" y="55"/>
                      <a:pt x="176" y="55"/>
                    </a:cubicBezTo>
                    <a:cubicBezTo>
                      <a:pt x="176" y="55"/>
                      <a:pt x="176" y="55"/>
                      <a:pt x="175" y="55"/>
                    </a:cubicBezTo>
                    <a:cubicBezTo>
                      <a:pt x="175" y="55"/>
                      <a:pt x="175" y="55"/>
                      <a:pt x="174" y="55"/>
                    </a:cubicBezTo>
                    <a:cubicBezTo>
                      <a:pt x="166" y="56"/>
                      <a:pt x="166" y="56"/>
                      <a:pt x="166" y="56"/>
                    </a:cubicBezTo>
                    <a:cubicBezTo>
                      <a:pt x="162" y="58"/>
                      <a:pt x="162" y="58"/>
                      <a:pt x="162" y="58"/>
                    </a:cubicBezTo>
                    <a:cubicBezTo>
                      <a:pt x="162" y="59"/>
                      <a:pt x="162" y="59"/>
                      <a:pt x="162" y="59"/>
                    </a:cubicBezTo>
                    <a:cubicBezTo>
                      <a:pt x="161" y="59"/>
                      <a:pt x="162" y="59"/>
                      <a:pt x="162" y="60"/>
                    </a:cubicBezTo>
                    <a:cubicBezTo>
                      <a:pt x="162" y="60"/>
                      <a:pt x="162" y="60"/>
                      <a:pt x="162" y="60"/>
                    </a:cubicBezTo>
                    <a:cubicBezTo>
                      <a:pt x="162" y="61"/>
                      <a:pt x="162" y="61"/>
                      <a:pt x="162" y="61"/>
                    </a:cubicBezTo>
                    <a:cubicBezTo>
                      <a:pt x="159" y="56"/>
                      <a:pt x="159" y="56"/>
                      <a:pt x="159" y="56"/>
                    </a:cubicBezTo>
                    <a:cubicBezTo>
                      <a:pt x="160" y="56"/>
                      <a:pt x="160" y="56"/>
                      <a:pt x="160" y="56"/>
                    </a:cubicBezTo>
                    <a:cubicBezTo>
                      <a:pt x="160" y="57"/>
                      <a:pt x="160" y="57"/>
                      <a:pt x="160" y="57"/>
                    </a:cubicBezTo>
                    <a:cubicBezTo>
                      <a:pt x="160" y="57"/>
                      <a:pt x="160" y="57"/>
                      <a:pt x="161" y="57"/>
                    </a:cubicBezTo>
                    <a:cubicBezTo>
                      <a:pt x="161" y="57"/>
                      <a:pt x="161" y="57"/>
                      <a:pt x="161" y="57"/>
                    </a:cubicBezTo>
                    <a:cubicBezTo>
                      <a:pt x="165" y="55"/>
                      <a:pt x="165" y="55"/>
                      <a:pt x="165" y="55"/>
                    </a:cubicBezTo>
                    <a:cubicBezTo>
                      <a:pt x="171" y="48"/>
                      <a:pt x="171" y="48"/>
                      <a:pt x="171" y="48"/>
                    </a:cubicBezTo>
                    <a:cubicBezTo>
                      <a:pt x="171" y="48"/>
                      <a:pt x="171" y="48"/>
                      <a:pt x="171" y="47"/>
                    </a:cubicBezTo>
                    <a:cubicBezTo>
                      <a:pt x="171" y="47"/>
                      <a:pt x="171" y="47"/>
                      <a:pt x="171" y="47"/>
                    </a:cubicBezTo>
                    <a:cubicBezTo>
                      <a:pt x="171" y="46"/>
                      <a:pt x="171" y="46"/>
                      <a:pt x="171" y="46"/>
                    </a:cubicBezTo>
                    <a:cubicBezTo>
                      <a:pt x="171" y="46"/>
                      <a:pt x="171" y="46"/>
                      <a:pt x="171" y="46"/>
                    </a:cubicBezTo>
                    <a:cubicBezTo>
                      <a:pt x="173" y="50"/>
                      <a:pt x="173" y="50"/>
                      <a:pt x="173" y="50"/>
                    </a:cubicBezTo>
                    <a:cubicBezTo>
                      <a:pt x="173" y="50"/>
                      <a:pt x="173" y="50"/>
                      <a:pt x="173" y="50"/>
                    </a:cubicBezTo>
                    <a:cubicBezTo>
                      <a:pt x="173" y="49"/>
                      <a:pt x="173" y="49"/>
                      <a:pt x="173" y="49"/>
                    </a:cubicBezTo>
                    <a:cubicBezTo>
                      <a:pt x="172" y="49"/>
                      <a:pt x="172" y="49"/>
                      <a:pt x="172" y="49"/>
                    </a:cubicBezTo>
                    <a:cubicBezTo>
                      <a:pt x="172" y="49"/>
                      <a:pt x="172" y="49"/>
                      <a:pt x="171" y="49"/>
                    </a:cubicBezTo>
                    <a:cubicBezTo>
                      <a:pt x="167" y="55"/>
                      <a:pt x="167" y="55"/>
                      <a:pt x="167" y="55"/>
                    </a:cubicBezTo>
                    <a:cubicBezTo>
                      <a:pt x="167" y="55"/>
                      <a:pt x="167" y="55"/>
                      <a:pt x="167" y="55"/>
                    </a:cubicBezTo>
                    <a:lnTo>
                      <a:pt x="174" y="54"/>
                    </a:lnTo>
                    <a:close/>
                  </a:path>
                </a:pathLst>
              </a:custGeom>
              <a:solidFill>
                <a:srgbClr val="FFFFFF"/>
              </a:solidFill>
              <a:ln w="3175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8" name="ïśľíḓé"/>
              <p:cNvSpPr/>
              <p:nvPr/>
            </p:nvSpPr>
            <p:spPr bwMode="auto">
              <a:xfrm>
                <a:off x="3667126" y="3184525"/>
                <a:ext cx="492125" cy="496888"/>
              </a:xfrm>
              <a:custGeom>
                <a:avLst/>
                <a:gdLst>
                  <a:gd name="T0" fmla="*/ 74 w 149"/>
                  <a:gd name="T1" fmla="*/ 0 h 149"/>
                  <a:gd name="T2" fmla="*/ 149 w 149"/>
                  <a:gd name="T3" fmla="*/ 74 h 149"/>
                  <a:gd name="T4" fmla="*/ 74 w 149"/>
                  <a:gd name="T5" fmla="*/ 149 h 149"/>
                  <a:gd name="T6" fmla="*/ 0 w 149"/>
                  <a:gd name="T7" fmla="*/ 74 h 149"/>
                  <a:gd name="T8" fmla="*/ 74 w 149"/>
                  <a:gd name="T9" fmla="*/ 0 h 149"/>
                  <a:gd name="T10" fmla="*/ 74 w 149"/>
                  <a:gd name="T11" fmla="*/ 2 h 149"/>
                  <a:gd name="T12" fmla="*/ 2 w 149"/>
                  <a:gd name="T13" fmla="*/ 74 h 149"/>
                  <a:gd name="T14" fmla="*/ 74 w 149"/>
                  <a:gd name="T15" fmla="*/ 146 h 149"/>
                  <a:gd name="T16" fmla="*/ 146 w 149"/>
                  <a:gd name="T17" fmla="*/ 74 h 149"/>
                  <a:gd name="T18" fmla="*/ 74 w 149"/>
                  <a:gd name="T19" fmla="*/ 2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9" h="149">
                    <a:moveTo>
                      <a:pt x="74" y="0"/>
                    </a:moveTo>
                    <a:cubicBezTo>
                      <a:pt x="115" y="0"/>
                      <a:pt x="149" y="33"/>
                      <a:pt x="149" y="74"/>
                    </a:cubicBezTo>
                    <a:cubicBezTo>
                      <a:pt x="149" y="115"/>
                      <a:pt x="115" y="149"/>
                      <a:pt x="74" y="149"/>
                    </a:cubicBezTo>
                    <a:cubicBezTo>
                      <a:pt x="33" y="149"/>
                      <a:pt x="0" y="115"/>
                      <a:pt x="0" y="74"/>
                    </a:cubicBezTo>
                    <a:cubicBezTo>
                      <a:pt x="0" y="33"/>
                      <a:pt x="33" y="0"/>
                      <a:pt x="74" y="0"/>
                    </a:cubicBezTo>
                    <a:close/>
                    <a:moveTo>
                      <a:pt x="74" y="2"/>
                    </a:moveTo>
                    <a:cubicBezTo>
                      <a:pt x="35" y="2"/>
                      <a:pt x="2" y="34"/>
                      <a:pt x="2" y="74"/>
                    </a:cubicBezTo>
                    <a:cubicBezTo>
                      <a:pt x="2" y="114"/>
                      <a:pt x="35" y="146"/>
                      <a:pt x="74" y="146"/>
                    </a:cubicBezTo>
                    <a:cubicBezTo>
                      <a:pt x="114" y="146"/>
                      <a:pt x="146" y="114"/>
                      <a:pt x="146" y="74"/>
                    </a:cubicBezTo>
                    <a:cubicBezTo>
                      <a:pt x="146" y="34"/>
                      <a:pt x="114" y="2"/>
                      <a:pt x="74" y="2"/>
                    </a:cubicBezTo>
                    <a:close/>
                  </a:path>
                </a:pathLst>
              </a:custGeom>
              <a:solidFill>
                <a:srgbClr val="0052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9" name="ïslíḍê"/>
              <p:cNvSpPr/>
              <p:nvPr/>
            </p:nvSpPr>
            <p:spPr bwMode="auto">
              <a:xfrm>
                <a:off x="3775076" y="3248025"/>
                <a:ext cx="274638" cy="146050"/>
              </a:xfrm>
              <a:custGeom>
                <a:avLst/>
                <a:gdLst>
                  <a:gd name="T0" fmla="*/ 10 w 83"/>
                  <a:gd name="T1" fmla="*/ 43 h 44"/>
                  <a:gd name="T2" fmla="*/ 18 w 83"/>
                  <a:gd name="T3" fmla="*/ 39 h 44"/>
                  <a:gd name="T4" fmla="*/ 67 w 83"/>
                  <a:gd name="T5" fmla="*/ 39 h 44"/>
                  <a:gd name="T6" fmla="*/ 73 w 83"/>
                  <a:gd name="T7" fmla="*/ 42 h 44"/>
                  <a:gd name="T8" fmla="*/ 76 w 83"/>
                  <a:gd name="T9" fmla="*/ 43 h 44"/>
                  <a:gd name="T10" fmla="*/ 83 w 83"/>
                  <a:gd name="T11" fmla="*/ 35 h 44"/>
                  <a:gd name="T12" fmla="*/ 76 w 83"/>
                  <a:gd name="T13" fmla="*/ 37 h 44"/>
                  <a:gd name="T14" fmla="*/ 69 w 83"/>
                  <a:gd name="T15" fmla="*/ 33 h 44"/>
                  <a:gd name="T16" fmla="*/ 70 w 83"/>
                  <a:gd name="T17" fmla="*/ 26 h 44"/>
                  <a:gd name="T18" fmla="*/ 64 w 83"/>
                  <a:gd name="T19" fmla="*/ 30 h 44"/>
                  <a:gd name="T20" fmla="*/ 59 w 83"/>
                  <a:gd name="T21" fmla="*/ 31 h 44"/>
                  <a:gd name="T22" fmla="*/ 56 w 83"/>
                  <a:gd name="T23" fmla="*/ 29 h 44"/>
                  <a:gd name="T24" fmla="*/ 56 w 83"/>
                  <a:gd name="T25" fmla="*/ 24 h 44"/>
                  <a:gd name="T26" fmla="*/ 58 w 83"/>
                  <a:gd name="T27" fmla="*/ 23 h 44"/>
                  <a:gd name="T28" fmla="*/ 58 w 83"/>
                  <a:gd name="T29" fmla="*/ 19 h 44"/>
                  <a:gd name="T30" fmla="*/ 54 w 83"/>
                  <a:gd name="T31" fmla="*/ 19 h 44"/>
                  <a:gd name="T32" fmla="*/ 53 w 83"/>
                  <a:gd name="T33" fmla="*/ 21 h 44"/>
                  <a:gd name="T34" fmla="*/ 44 w 83"/>
                  <a:gd name="T35" fmla="*/ 21 h 44"/>
                  <a:gd name="T36" fmla="*/ 43 w 83"/>
                  <a:gd name="T37" fmla="*/ 18 h 44"/>
                  <a:gd name="T38" fmla="*/ 44 w 83"/>
                  <a:gd name="T39" fmla="*/ 13 h 44"/>
                  <a:gd name="T40" fmla="*/ 43 w 83"/>
                  <a:gd name="T41" fmla="*/ 8 h 44"/>
                  <a:gd name="T42" fmla="*/ 43 w 83"/>
                  <a:gd name="T43" fmla="*/ 6 h 44"/>
                  <a:gd name="T44" fmla="*/ 43 w 83"/>
                  <a:gd name="T45" fmla="*/ 2 h 44"/>
                  <a:gd name="T46" fmla="*/ 43 w 83"/>
                  <a:gd name="T47" fmla="*/ 0 h 44"/>
                  <a:gd name="T48" fmla="*/ 40 w 83"/>
                  <a:gd name="T49" fmla="*/ 0 h 44"/>
                  <a:gd name="T50" fmla="*/ 39 w 83"/>
                  <a:gd name="T51" fmla="*/ 2 h 44"/>
                  <a:gd name="T52" fmla="*/ 39 w 83"/>
                  <a:gd name="T53" fmla="*/ 6 h 44"/>
                  <a:gd name="T54" fmla="*/ 39 w 83"/>
                  <a:gd name="T55" fmla="*/ 8 h 44"/>
                  <a:gd name="T56" fmla="*/ 38 w 83"/>
                  <a:gd name="T57" fmla="*/ 13 h 44"/>
                  <a:gd name="T58" fmla="*/ 38 w 83"/>
                  <a:gd name="T59" fmla="*/ 18 h 44"/>
                  <a:gd name="T60" fmla="*/ 38 w 83"/>
                  <a:gd name="T61" fmla="*/ 21 h 44"/>
                  <a:gd name="T62" fmla="*/ 30 w 83"/>
                  <a:gd name="T63" fmla="*/ 21 h 44"/>
                  <a:gd name="T64" fmla="*/ 29 w 83"/>
                  <a:gd name="T65" fmla="*/ 19 h 44"/>
                  <a:gd name="T66" fmla="*/ 25 w 83"/>
                  <a:gd name="T67" fmla="*/ 19 h 44"/>
                  <a:gd name="T68" fmla="*/ 25 w 83"/>
                  <a:gd name="T69" fmla="*/ 23 h 44"/>
                  <a:gd name="T70" fmla="*/ 26 w 83"/>
                  <a:gd name="T71" fmla="*/ 24 h 44"/>
                  <a:gd name="T72" fmla="*/ 27 w 83"/>
                  <a:gd name="T73" fmla="*/ 29 h 44"/>
                  <a:gd name="T74" fmla="*/ 22 w 83"/>
                  <a:gd name="T75" fmla="*/ 31 h 44"/>
                  <a:gd name="T76" fmla="*/ 13 w 83"/>
                  <a:gd name="T77" fmla="*/ 26 h 44"/>
                  <a:gd name="T78" fmla="*/ 13 w 83"/>
                  <a:gd name="T79" fmla="*/ 35 h 44"/>
                  <a:gd name="T80" fmla="*/ 7 w 83"/>
                  <a:gd name="T81" fmla="*/ 37 h 44"/>
                  <a:gd name="T82" fmla="*/ 0 w 83"/>
                  <a:gd name="T83" fmla="*/ 34 h 44"/>
                  <a:gd name="T84" fmla="*/ 5 w 83"/>
                  <a:gd name="T85" fmla="*/ 42 h 44"/>
                  <a:gd name="T86" fmla="*/ 10 w 83"/>
                  <a:gd name="T87" fmla="*/ 43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83" h="44">
                    <a:moveTo>
                      <a:pt x="10" y="43"/>
                    </a:moveTo>
                    <a:cubicBezTo>
                      <a:pt x="18" y="39"/>
                      <a:pt x="18" y="39"/>
                      <a:pt x="18" y="39"/>
                    </a:cubicBezTo>
                    <a:cubicBezTo>
                      <a:pt x="67" y="39"/>
                      <a:pt x="67" y="39"/>
                      <a:pt x="67" y="39"/>
                    </a:cubicBezTo>
                    <a:cubicBezTo>
                      <a:pt x="73" y="42"/>
                      <a:pt x="73" y="42"/>
                      <a:pt x="73" y="42"/>
                    </a:cubicBezTo>
                    <a:cubicBezTo>
                      <a:pt x="74" y="43"/>
                      <a:pt x="75" y="43"/>
                      <a:pt x="76" y="43"/>
                    </a:cubicBezTo>
                    <a:cubicBezTo>
                      <a:pt x="80" y="42"/>
                      <a:pt x="83" y="35"/>
                      <a:pt x="83" y="35"/>
                    </a:cubicBezTo>
                    <a:cubicBezTo>
                      <a:pt x="83" y="35"/>
                      <a:pt x="79" y="38"/>
                      <a:pt x="76" y="37"/>
                    </a:cubicBezTo>
                    <a:cubicBezTo>
                      <a:pt x="73" y="37"/>
                      <a:pt x="69" y="36"/>
                      <a:pt x="69" y="33"/>
                    </a:cubicBezTo>
                    <a:cubicBezTo>
                      <a:pt x="69" y="30"/>
                      <a:pt x="70" y="27"/>
                      <a:pt x="70" y="26"/>
                    </a:cubicBezTo>
                    <a:cubicBezTo>
                      <a:pt x="70" y="26"/>
                      <a:pt x="67" y="29"/>
                      <a:pt x="64" y="30"/>
                    </a:cubicBezTo>
                    <a:cubicBezTo>
                      <a:pt x="61" y="32"/>
                      <a:pt x="60" y="31"/>
                      <a:pt x="59" y="31"/>
                    </a:cubicBezTo>
                    <a:cubicBezTo>
                      <a:pt x="57" y="30"/>
                      <a:pt x="56" y="29"/>
                      <a:pt x="56" y="29"/>
                    </a:cubicBezTo>
                    <a:cubicBezTo>
                      <a:pt x="56" y="24"/>
                      <a:pt x="56" y="24"/>
                      <a:pt x="56" y="24"/>
                    </a:cubicBezTo>
                    <a:cubicBezTo>
                      <a:pt x="58" y="23"/>
                      <a:pt x="58" y="23"/>
                      <a:pt x="58" y="23"/>
                    </a:cubicBezTo>
                    <a:cubicBezTo>
                      <a:pt x="58" y="19"/>
                      <a:pt x="58" y="19"/>
                      <a:pt x="58" y="19"/>
                    </a:cubicBezTo>
                    <a:cubicBezTo>
                      <a:pt x="54" y="19"/>
                      <a:pt x="54" y="19"/>
                      <a:pt x="54" y="19"/>
                    </a:cubicBezTo>
                    <a:cubicBezTo>
                      <a:pt x="54" y="19"/>
                      <a:pt x="54" y="21"/>
                      <a:pt x="53" y="21"/>
                    </a:cubicBezTo>
                    <a:cubicBezTo>
                      <a:pt x="52" y="21"/>
                      <a:pt x="44" y="21"/>
                      <a:pt x="44" y="21"/>
                    </a:cubicBezTo>
                    <a:cubicBezTo>
                      <a:pt x="44" y="21"/>
                      <a:pt x="43" y="20"/>
                      <a:pt x="43" y="18"/>
                    </a:cubicBezTo>
                    <a:cubicBezTo>
                      <a:pt x="44" y="17"/>
                      <a:pt x="44" y="17"/>
                      <a:pt x="44" y="13"/>
                    </a:cubicBezTo>
                    <a:cubicBezTo>
                      <a:pt x="44" y="10"/>
                      <a:pt x="44" y="9"/>
                      <a:pt x="43" y="8"/>
                    </a:cubicBezTo>
                    <a:cubicBezTo>
                      <a:pt x="43" y="7"/>
                      <a:pt x="42" y="7"/>
                      <a:pt x="43" y="6"/>
                    </a:cubicBezTo>
                    <a:cubicBezTo>
                      <a:pt x="44" y="5"/>
                      <a:pt x="44" y="4"/>
                      <a:pt x="43" y="2"/>
                    </a:cubicBezTo>
                    <a:cubicBezTo>
                      <a:pt x="42" y="1"/>
                      <a:pt x="43" y="2"/>
                      <a:pt x="43" y="0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39" y="0"/>
                      <a:pt x="40" y="1"/>
                      <a:pt x="39" y="2"/>
                    </a:cubicBezTo>
                    <a:cubicBezTo>
                      <a:pt x="38" y="3"/>
                      <a:pt x="38" y="5"/>
                      <a:pt x="39" y="6"/>
                    </a:cubicBezTo>
                    <a:cubicBezTo>
                      <a:pt x="39" y="7"/>
                      <a:pt x="40" y="7"/>
                      <a:pt x="39" y="8"/>
                    </a:cubicBezTo>
                    <a:cubicBezTo>
                      <a:pt x="38" y="9"/>
                      <a:pt x="38" y="10"/>
                      <a:pt x="38" y="13"/>
                    </a:cubicBezTo>
                    <a:cubicBezTo>
                      <a:pt x="38" y="16"/>
                      <a:pt x="38" y="17"/>
                      <a:pt x="38" y="18"/>
                    </a:cubicBezTo>
                    <a:cubicBezTo>
                      <a:pt x="39" y="20"/>
                      <a:pt x="38" y="21"/>
                      <a:pt x="38" y="21"/>
                    </a:cubicBezTo>
                    <a:cubicBezTo>
                      <a:pt x="37" y="21"/>
                      <a:pt x="30" y="21"/>
                      <a:pt x="30" y="21"/>
                    </a:cubicBezTo>
                    <a:cubicBezTo>
                      <a:pt x="30" y="21"/>
                      <a:pt x="29" y="20"/>
                      <a:pt x="29" y="19"/>
                    </a:cubicBezTo>
                    <a:cubicBezTo>
                      <a:pt x="25" y="19"/>
                      <a:pt x="25" y="19"/>
                      <a:pt x="25" y="19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7" y="29"/>
                      <a:pt x="24" y="31"/>
                      <a:pt x="22" y="31"/>
                    </a:cubicBezTo>
                    <a:cubicBezTo>
                      <a:pt x="19" y="31"/>
                      <a:pt x="13" y="26"/>
                      <a:pt x="13" y="26"/>
                    </a:cubicBezTo>
                    <a:cubicBezTo>
                      <a:pt x="13" y="26"/>
                      <a:pt x="14" y="33"/>
                      <a:pt x="13" y="35"/>
                    </a:cubicBezTo>
                    <a:cubicBezTo>
                      <a:pt x="13" y="37"/>
                      <a:pt x="10" y="37"/>
                      <a:pt x="7" y="37"/>
                    </a:cubicBezTo>
                    <a:cubicBezTo>
                      <a:pt x="4" y="37"/>
                      <a:pt x="0" y="35"/>
                      <a:pt x="0" y="34"/>
                    </a:cubicBezTo>
                    <a:cubicBezTo>
                      <a:pt x="0" y="34"/>
                      <a:pt x="3" y="40"/>
                      <a:pt x="5" y="42"/>
                    </a:cubicBezTo>
                    <a:cubicBezTo>
                      <a:pt x="7" y="44"/>
                      <a:pt x="10" y="43"/>
                      <a:pt x="10" y="43"/>
                    </a:cubicBez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0" name="íṡļïdê"/>
              <p:cNvSpPr/>
              <p:nvPr/>
            </p:nvSpPr>
            <p:spPr bwMode="auto">
              <a:xfrm>
                <a:off x="3614738" y="3370263"/>
                <a:ext cx="596900" cy="241300"/>
              </a:xfrm>
              <a:custGeom>
                <a:avLst/>
                <a:gdLst>
                  <a:gd name="T0" fmla="*/ 58 w 181"/>
                  <a:gd name="T1" fmla="*/ 72 h 72"/>
                  <a:gd name="T2" fmla="*/ 8 w 181"/>
                  <a:gd name="T3" fmla="*/ 72 h 72"/>
                  <a:gd name="T4" fmla="*/ 3 w 181"/>
                  <a:gd name="T5" fmla="*/ 63 h 72"/>
                  <a:gd name="T6" fmla="*/ 6 w 181"/>
                  <a:gd name="T7" fmla="*/ 63 h 72"/>
                  <a:gd name="T8" fmla="*/ 11 w 181"/>
                  <a:gd name="T9" fmla="*/ 55 h 72"/>
                  <a:gd name="T10" fmla="*/ 14 w 181"/>
                  <a:gd name="T11" fmla="*/ 55 h 72"/>
                  <a:gd name="T12" fmla="*/ 14 w 181"/>
                  <a:gd name="T13" fmla="*/ 29 h 72"/>
                  <a:gd name="T14" fmla="*/ 0 w 181"/>
                  <a:gd name="T15" fmla="*/ 4 h 72"/>
                  <a:gd name="T16" fmla="*/ 30 w 181"/>
                  <a:gd name="T17" fmla="*/ 0 h 72"/>
                  <a:gd name="T18" fmla="*/ 58 w 181"/>
                  <a:gd name="T19" fmla="*/ 8 h 72"/>
                  <a:gd name="T20" fmla="*/ 51 w 181"/>
                  <a:gd name="T21" fmla="*/ 25 h 72"/>
                  <a:gd name="T22" fmla="*/ 131 w 181"/>
                  <a:gd name="T23" fmla="*/ 25 h 72"/>
                  <a:gd name="T24" fmla="*/ 122 w 181"/>
                  <a:gd name="T25" fmla="*/ 8 h 72"/>
                  <a:gd name="T26" fmla="*/ 150 w 181"/>
                  <a:gd name="T27" fmla="*/ 0 h 72"/>
                  <a:gd name="T28" fmla="*/ 181 w 181"/>
                  <a:gd name="T29" fmla="*/ 5 h 72"/>
                  <a:gd name="T30" fmla="*/ 166 w 181"/>
                  <a:gd name="T31" fmla="*/ 28 h 72"/>
                  <a:gd name="T32" fmla="*/ 166 w 181"/>
                  <a:gd name="T33" fmla="*/ 55 h 72"/>
                  <a:gd name="T34" fmla="*/ 171 w 181"/>
                  <a:gd name="T35" fmla="*/ 55 h 72"/>
                  <a:gd name="T36" fmla="*/ 178 w 181"/>
                  <a:gd name="T37" fmla="*/ 65 h 72"/>
                  <a:gd name="T38" fmla="*/ 174 w 181"/>
                  <a:gd name="T39" fmla="*/ 72 h 72"/>
                  <a:gd name="T40" fmla="*/ 58 w 181"/>
                  <a:gd name="T41" fmla="*/ 7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81" h="72">
                    <a:moveTo>
                      <a:pt x="58" y="72"/>
                    </a:moveTo>
                    <a:cubicBezTo>
                      <a:pt x="8" y="72"/>
                      <a:pt x="8" y="72"/>
                      <a:pt x="8" y="72"/>
                    </a:cubicBezTo>
                    <a:cubicBezTo>
                      <a:pt x="3" y="63"/>
                      <a:pt x="3" y="63"/>
                      <a:pt x="3" y="63"/>
                    </a:cubicBezTo>
                    <a:cubicBezTo>
                      <a:pt x="6" y="63"/>
                      <a:pt x="6" y="63"/>
                      <a:pt x="6" y="63"/>
                    </a:cubicBezTo>
                    <a:cubicBezTo>
                      <a:pt x="7" y="61"/>
                      <a:pt x="10" y="57"/>
                      <a:pt x="11" y="55"/>
                    </a:cubicBezTo>
                    <a:cubicBezTo>
                      <a:pt x="12" y="55"/>
                      <a:pt x="13" y="55"/>
                      <a:pt x="14" y="55"/>
                    </a:cubicBezTo>
                    <a:cubicBezTo>
                      <a:pt x="14" y="45"/>
                      <a:pt x="14" y="39"/>
                      <a:pt x="14" y="29"/>
                    </a:cubicBezTo>
                    <a:cubicBezTo>
                      <a:pt x="6" y="25"/>
                      <a:pt x="0" y="19"/>
                      <a:pt x="0" y="4"/>
                    </a:cubicBezTo>
                    <a:cubicBezTo>
                      <a:pt x="13" y="19"/>
                      <a:pt x="25" y="20"/>
                      <a:pt x="30" y="0"/>
                    </a:cubicBezTo>
                    <a:cubicBezTo>
                      <a:pt x="40" y="22"/>
                      <a:pt x="50" y="16"/>
                      <a:pt x="58" y="8"/>
                    </a:cubicBezTo>
                    <a:cubicBezTo>
                      <a:pt x="59" y="17"/>
                      <a:pt x="51" y="24"/>
                      <a:pt x="51" y="25"/>
                    </a:cubicBezTo>
                    <a:cubicBezTo>
                      <a:pt x="131" y="25"/>
                      <a:pt x="131" y="25"/>
                      <a:pt x="131" y="25"/>
                    </a:cubicBezTo>
                    <a:cubicBezTo>
                      <a:pt x="128" y="21"/>
                      <a:pt x="123" y="15"/>
                      <a:pt x="122" y="8"/>
                    </a:cubicBezTo>
                    <a:cubicBezTo>
                      <a:pt x="131" y="18"/>
                      <a:pt x="141" y="23"/>
                      <a:pt x="150" y="0"/>
                    </a:cubicBezTo>
                    <a:cubicBezTo>
                      <a:pt x="160" y="23"/>
                      <a:pt x="169" y="16"/>
                      <a:pt x="181" y="5"/>
                    </a:cubicBezTo>
                    <a:cubicBezTo>
                      <a:pt x="178" y="23"/>
                      <a:pt x="174" y="23"/>
                      <a:pt x="166" y="28"/>
                    </a:cubicBezTo>
                    <a:cubicBezTo>
                      <a:pt x="166" y="38"/>
                      <a:pt x="166" y="45"/>
                      <a:pt x="166" y="55"/>
                    </a:cubicBezTo>
                    <a:cubicBezTo>
                      <a:pt x="168" y="55"/>
                      <a:pt x="169" y="55"/>
                      <a:pt x="171" y="55"/>
                    </a:cubicBezTo>
                    <a:cubicBezTo>
                      <a:pt x="178" y="65"/>
                      <a:pt x="178" y="65"/>
                      <a:pt x="178" y="65"/>
                    </a:cubicBezTo>
                    <a:cubicBezTo>
                      <a:pt x="174" y="72"/>
                      <a:pt x="174" y="72"/>
                      <a:pt x="174" y="72"/>
                    </a:cubicBezTo>
                    <a:lnTo>
                      <a:pt x="58" y="7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1" name="iş1ïďe"/>
              <p:cNvSpPr/>
              <p:nvPr/>
            </p:nvSpPr>
            <p:spPr bwMode="auto">
              <a:xfrm>
                <a:off x="3624263" y="3381375"/>
                <a:ext cx="577850" cy="200025"/>
              </a:xfrm>
              <a:custGeom>
                <a:avLst/>
                <a:gdLst>
                  <a:gd name="T0" fmla="*/ 130 w 175"/>
                  <a:gd name="T1" fmla="*/ 51 h 60"/>
                  <a:gd name="T2" fmla="*/ 130 w 175"/>
                  <a:gd name="T3" fmla="*/ 50 h 60"/>
                  <a:gd name="T4" fmla="*/ 48 w 175"/>
                  <a:gd name="T5" fmla="*/ 50 h 60"/>
                  <a:gd name="T6" fmla="*/ 48 w 175"/>
                  <a:gd name="T7" fmla="*/ 51 h 60"/>
                  <a:gd name="T8" fmla="*/ 52 w 175"/>
                  <a:gd name="T9" fmla="*/ 51 h 60"/>
                  <a:gd name="T10" fmla="*/ 48 w 175"/>
                  <a:gd name="T11" fmla="*/ 60 h 60"/>
                  <a:gd name="T12" fmla="*/ 7 w 175"/>
                  <a:gd name="T13" fmla="*/ 60 h 60"/>
                  <a:gd name="T14" fmla="*/ 10 w 175"/>
                  <a:gd name="T15" fmla="*/ 54 h 60"/>
                  <a:gd name="T16" fmla="*/ 14 w 175"/>
                  <a:gd name="T17" fmla="*/ 54 h 60"/>
                  <a:gd name="T18" fmla="*/ 13 w 175"/>
                  <a:gd name="T19" fmla="*/ 25 h 60"/>
                  <a:gd name="T20" fmla="*/ 0 w 175"/>
                  <a:gd name="T21" fmla="*/ 7 h 60"/>
                  <a:gd name="T22" fmla="*/ 28 w 175"/>
                  <a:gd name="T23" fmla="*/ 0 h 60"/>
                  <a:gd name="T24" fmla="*/ 55 w 175"/>
                  <a:gd name="T25" fmla="*/ 7 h 60"/>
                  <a:gd name="T26" fmla="*/ 48 w 175"/>
                  <a:gd name="T27" fmla="*/ 22 h 60"/>
                  <a:gd name="T28" fmla="*/ 127 w 175"/>
                  <a:gd name="T29" fmla="*/ 22 h 60"/>
                  <a:gd name="T30" fmla="*/ 119 w 175"/>
                  <a:gd name="T31" fmla="*/ 7 h 60"/>
                  <a:gd name="T32" fmla="*/ 147 w 175"/>
                  <a:gd name="T33" fmla="*/ 0 h 60"/>
                  <a:gd name="T34" fmla="*/ 175 w 175"/>
                  <a:gd name="T35" fmla="*/ 7 h 60"/>
                  <a:gd name="T36" fmla="*/ 161 w 175"/>
                  <a:gd name="T37" fmla="*/ 24 h 60"/>
                  <a:gd name="T38" fmla="*/ 161 w 175"/>
                  <a:gd name="T39" fmla="*/ 53 h 60"/>
                  <a:gd name="T40" fmla="*/ 165 w 175"/>
                  <a:gd name="T41" fmla="*/ 53 h 60"/>
                  <a:gd name="T42" fmla="*/ 169 w 175"/>
                  <a:gd name="T43" fmla="*/ 60 h 60"/>
                  <a:gd name="T44" fmla="*/ 128 w 175"/>
                  <a:gd name="T45" fmla="*/ 60 h 60"/>
                  <a:gd name="T46" fmla="*/ 124 w 175"/>
                  <a:gd name="T47" fmla="*/ 51 h 60"/>
                  <a:gd name="T48" fmla="*/ 130 w 175"/>
                  <a:gd name="T49" fmla="*/ 51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75" h="60">
                    <a:moveTo>
                      <a:pt x="130" y="51"/>
                    </a:moveTo>
                    <a:cubicBezTo>
                      <a:pt x="130" y="50"/>
                      <a:pt x="130" y="50"/>
                      <a:pt x="130" y="50"/>
                    </a:cubicBezTo>
                    <a:cubicBezTo>
                      <a:pt x="48" y="50"/>
                      <a:pt x="48" y="50"/>
                      <a:pt x="48" y="50"/>
                    </a:cubicBezTo>
                    <a:cubicBezTo>
                      <a:pt x="48" y="51"/>
                      <a:pt x="48" y="51"/>
                      <a:pt x="48" y="51"/>
                    </a:cubicBezTo>
                    <a:cubicBezTo>
                      <a:pt x="52" y="51"/>
                      <a:pt x="52" y="51"/>
                      <a:pt x="52" y="51"/>
                    </a:cubicBezTo>
                    <a:cubicBezTo>
                      <a:pt x="48" y="60"/>
                      <a:pt x="48" y="60"/>
                      <a:pt x="48" y="60"/>
                    </a:cubicBezTo>
                    <a:cubicBezTo>
                      <a:pt x="34" y="60"/>
                      <a:pt x="20" y="60"/>
                      <a:pt x="7" y="60"/>
                    </a:cubicBezTo>
                    <a:cubicBezTo>
                      <a:pt x="8" y="58"/>
                      <a:pt x="9" y="56"/>
                      <a:pt x="10" y="54"/>
                    </a:cubicBezTo>
                    <a:cubicBezTo>
                      <a:pt x="11" y="54"/>
                      <a:pt x="12" y="54"/>
                      <a:pt x="14" y="54"/>
                    </a:cubicBezTo>
                    <a:cubicBezTo>
                      <a:pt x="14" y="44"/>
                      <a:pt x="13" y="34"/>
                      <a:pt x="13" y="25"/>
                    </a:cubicBezTo>
                    <a:cubicBezTo>
                      <a:pt x="5" y="20"/>
                      <a:pt x="1" y="14"/>
                      <a:pt x="0" y="7"/>
                    </a:cubicBezTo>
                    <a:cubicBezTo>
                      <a:pt x="12" y="18"/>
                      <a:pt x="22" y="17"/>
                      <a:pt x="28" y="0"/>
                    </a:cubicBezTo>
                    <a:cubicBezTo>
                      <a:pt x="37" y="22"/>
                      <a:pt x="47" y="15"/>
                      <a:pt x="55" y="7"/>
                    </a:cubicBezTo>
                    <a:cubicBezTo>
                      <a:pt x="55" y="14"/>
                      <a:pt x="50" y="17"/>
                      <a:pt x="48" y="22"/>
                    </a:cubicBezTo>
                    <a:cubicBezTo>
                      <a:pt x="127" y="22"/>
                      <a:pt x="127" y="22"/>
                      <a:pt x="127" y="22"/>
                    </a:cubicBezTo>
                    <a:cubicBezTo>
                      <a:pt x="125" y="18"/>
                      <a:pt x="120" y="14"/>
                      <a:pt x="119" y="7"/>
                    </a:cubicBezTo>
                    <a:cubicBezTo>
                      <a:pt x="127" y="15"/>
                      <a:pt x="137" y="22"/>
                      <a:pt x="147" y="0"/>
                    </a:cubicBezTo>
                    <a:cubicBezTo>
                      <a:pt x="153" y="17"/>
                      <a:pt x="163" y="18"/>
                      <a:pt x="175" y="7"/>
                    </a:cubicBezTo>
                    <a:cubicBezTo>
                      <a:pt x="173" y="14"/>
                      <a:pt x="169" y="19"/>
                      <a:pt x="161" y="24"/>
                    </a:cubicBezTo>
                    <a:cubicBezTo>
                      <a:pt x="161" y="34"/>
                      <a:pt x="161" y="44"/>
                      <a:pt x="161" y="53"/>
                    </a:cubicBezTo>
                    <a:cubicBezTo>
                      <a:pt x="162" y="53"/>
                      <a:pt x="164" y="53"/>
                      <a:pt x="165" y="53"/>
                    </a:cubicBezTo>
                    <a:cubicBezTo>
                      <a:pt x="166" y="55"/>
                      <a:pt x="167" y="58"/>
                      <a:pt x="169" y="60"/>
                    </a:cubicBezTo>
                    <a:cubicBezTo>
                      <a:pt x="155" y="60"/>
                      <a:pt x="142" y="60"/>
                      <a:pt x="128" y="60"/>
                    </a:cubicBezTo>
                    <a:cubicBezTo>
                      <a:pt x="124" y="51"/>
                      <a:pt x="124" y="51"/>
                      <a:pt x="124" y="51"/>
                    </a:cubicBezTo>
                    <a:lnTo>
                      <a:pt x="130" y="51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2" name="ïṩḷíḍé"/>
              <p:cNvSpPr/>
              <p:nvPr/>
            </p:nvSpPr>
            <p:spPr bwMode="auto">
              <a:xfrm>
                <a:off x="4065588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3" name="ïśľíḍè"/>
              <p:cNvSpPr/>
              <p:nvPr/>
            </p:nvSpPr>
            <p:spPr bwMode="auto">
              <a:xfrm>
                <a:off x="3740151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4" name="í$ḻîḋè"/>
              <p:cNvSpPr/>
              <p:nvPr/>
            </p:nvSpPr>
            <p:spPr bwMode="auto">
              <a:xfrm>
                <a:off x="4125913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5" name="iṣļíḋe"/>
              <p:cNvSpPr/>
              <p:nvPr/>
            </p:nvSpPr>
            <p:spPr bwMode="auto">
              <a:xfrm>
                <a:off x="3709988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6" name="iṩḷiḓé"/>
              <p:cNvSpPr/>
              <p:nvPr/>
            </p:nvSpPr>
            <p:spPr bwMode="auto">
              <a:xfrm>
                <a:off x="4095751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7" name="iSľiḍè"/>
              <p:cNvSpPr/>
              <p:nvPr/>
            </p:nvSpPr>
            <p:spPr bwMode="auto">
              <a:xfrm>
                <a:off x="3663951" y="3460750"/>
                <a:ext cx="495300" cy="31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8" name="ïṩḷîḍe"/>
              <p:cNvSpPr/>
              <p:nvPr/>
            </p:nvSpPr>
            <p:spPr bwMode="auto">
              <a:xfrm>
                <a:off x="3663951" y="3473450"/>
                <a:ext cx="115888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9" name="íšḻiḑê"/>
              <p:cNvSpPr/>
              <p:nvPr/>
            </p:nvSpPr>
            <p:spPr bwMode="auto">
              <a:xfrm>
                <a:off x="3789363" y="3473450"/>
                <a:ext cx="428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0" name="ïṩļïďè"/>
              <p:cNvSpPr/>
              <p:nvPr/>
            </p:nvSpPr>
            <p:spPr bwMode="auto">
              <a:xfrm>
                <a:off x="3851276" y="3473450"/>
                <a:ext cx="57150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1" name="îṥlïḋê"/>
              <p:cNvSpPr/>
              <p:nvPr/>
            </p:nvSpPr>
            <p:spPr bwMode="auto">
              <a:xfrm>
                <a:off x="3917951" y="3473450"/>
                <a:ext cx="555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2" name="îṧľïdè"/>
              <p:cNvSpPr/>
              <p:nvPr/>
            </p:nvSpPr>
            <p:spPr bwMode="auto">
              <a:xfrm>
                <a:off x="3994151" y="3473450"/>
                <a:ext cx="428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3" name="iSḷîḓê"/>
              <p:cNvSpPr/>
              <p:nvPr/>
            </p:nvSpPr>
            <p:spPr bwMode="auto">
              <a:xfrm>
                <a:off x="4046538" y="3473450"/>
                <a:ext cx="11271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4" name="îślíďè"/>
              <p:cNvSpPr/>
              <p:nvPr/>
            </p:nvSpPr>
            <p:spPr bwMode="auto">
              <a:xfrm>
                <a:off x="3979863" y="3473450"/>
                <a:ext cx="7938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5" name="iSḻïḍè"/>
              <p:cNvSpPr/>
              <p:nvPr/>
            </p:nvSpPr>
            <p:spPr bwMode="auto">
              <a:xfrm>
                <a:off x="3838576" y="3473450"/>
                <a:ext cx="6350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6" name="ïṡliḑê"/>
              <p:cNvSpPr/>
              <p:nvPr/>
            </p:nvSpPr>
            <p:spPr bwMode="auto">
              <a:xfrm>
                <a:off x="3851276" y="3384550"/>
                <a:ext cx="26988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7" name="islïďé"/>
              <p:cNvSpPr/>
              <p:nvPr/>
            </p:nvSpPr>
            <p:spPr bwMode="auto">
              <a:xfrm>
                <a:off x="3817938" y="3384550"/>
                <a:ext cx="26988" cy="15875"/>
              </a:xfrm>
              <a:custGeom>
                <a:avLst/>
                <a:gdLst>
                  <a:gd name="T0" fmla="*/ 7 w 8"/>
                  <a:gd name="T1" fmla="*/ 0 h 5"/>
                  <a:gd name="T2" fmla="*/ 8 w 8"/>
                  <a:gd name="T3" fmla="*/ 2 h 5"/>
                  <a:gd name="T4" fmla="*/ 1 w 8"/>
                  <a:gd name="T5" fmla="*/ 5 h 5"/>
                  <a:gd name="T6" fmla="*/ 7 w 8"/>
                  <a:gd name="T7" fmla="*/ 0 h 5"/>
                  <a:gd name="T8" fmla="*/ 7 w 8"/>
                  <a:gd name="T9" fmla="*/ 0 h 5"/>
                  <a:gd name="T10" fmla="*/ 7 w 8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5">
                    <a:moveTo>
                      <a:pt x="7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0" y="2"/>
                      <a:pt x="7" y="0"/>
                    </a:cubicBezTo>
                    <a:close/>
                    <a:moveTo>
                      <a:pt x="7" y="0"/>
                    </a:moveTo>
                    <a:cubicBezTo>
                      <a:pt x="7" y="0"/>
                      <a:pt x="7" y="0"/>
                      <a:pt x="7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8" name="îṥḷîdé"/>
              <p:cNvSpPr/>
              <p:nvPr/>
            </p:nvSpPr>
            <p:spPr bwMode="auto">
              <a:xfrm>
                <a:off x="3983038" y="3384550"/>
                <a:ext cx="26988" cy="15875"/>
              </a:xfrm>
              <a:custGeom>
                <a:avLst/>
                <a:gdLst>
                  <a:gd name="T0" fmla="*/ 1 w 8"/>
                  <a:gd name="T1" fmla="*/ 0 h 5"/>
                  <a:gd name="T2" fmla="*/ 0 w 8"/>
                  <a:gd name="T3" fmla="*/ 2 h 5"/>
                  <a:gd name="T4" fmla="*/ 7 w 8"/>
                  <a:gd name="T5" fmla="*/ 5 h 5"/>
                  <a:gd name="T6" fmla="*/ 1 w 8"/>
                  <a:gd name="T7" fmla="*/ 0 h 5"/>
                  <a:gd name="T8" fmla="*/ 1 w 8"/>
                  <a:gd name="T9" fmla="*/ 0 h 5"/>
                  <a:gd name="T10" fmla="*/ 1 w 8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5">
                    <a:moveTo>
                      <a:pt x="1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7" y="5"/>
                      <a:pt x="7" y="5"/>
                      <a:pt x="7" y="5"/>
                    </a:cubicBezTo>
                    <a:cubicBezTo>
                      <a:pt x="7" y="5"/>
                      <a:pt x="8" y="2"/>
                      <a:pt x="1" y="0"/>
                    </a:cubicBezTo>
                    <a:close/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9" name="isḷîḋé"/>
              <p:cNvSpPr/>
              <p:nvPr/>
            </p:nvSpPr>
            <p:spPr bwMode="auto">
              <a:xfrm>
                <a:off x="3884613" y="3384550"/>
                <a:ext cx="26988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0" name="iśḷïḑè"/>
              <p:cNvSpPr/>
              <p:nvPr/>
            </p:nvSpPr>
            <p:spPr bwMode="auto">
              <a:xfrm>
                <a:off x="3917951" y="3384550"/>
                <a:ext cx="25400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1" name="iṧľiďé"/>
              <p:cNvSpPr/>
              <p:nvPr/>
            </p:nvSpPr>
            <p:spPr bwMode="auto">
              <a:xfrm>
                <a:off x="3951288" y="3384550"/>
                <a:ext cx="25400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2" name="išľïḍé"/>
              <p:cNvSpPr/>
              <p:nvPr/>
            </p:nvSpPr>
            <p:spPr bwMode="auto">
              <a:xfrm>
                <a:off x="3771901" y="3484563"/>
                <a:ext cx="7938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3" name="îŝlîḑè"/>
              <p:cNvSpPr/>
              <p:nvPr/>
            </p:nvSpPr>
            <p:spPr bwMode="auto">
              <a:xfrm>
                <a:off x="3786188" y="3484563"/>
                <a:ext cx="46038" cy="60325"/>
              </a:xfrm>
              <a:custGeom>
                <a:avLst/>
                <a:gdLst>
                  <a:gd name="T0" fmla="*/ 8 w 29"/>
                  <a:gd name="T1" fmla="*/ 0 h 38"/>
                  <a:gd name="T2" fmla="*/ 20 w 29"/>
                  <a:gd name="T3" fmla="*/ 0 h 38"/>
                  <a:gd name="T4" fmla="*/ 29 w 29"/>
                  <a:gd name="T5" fmla="*/ 8 h 38"/>
                  <a:gd name="T6" fmla="*/ 29 w 29"/>
                  <a:gd name="T7" fmla="*/ 38 h 38"/>
                  <a:gd name="T8" fmla="*/ 0 w 29"/>
                  <a:gd name="T9" fmla="*/ 38 h 38"/>
                  <a:gd name="T10" fmla="*/ 0 w 29"/>
                  <a:gd name="T11" fmla="*/ 8 h 38"/>
                  <a:gd name="T12" fmla="*/ 8 w 29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8">
                    <a:moveTo>
                      <a:pt x="8" y="0"/>
                    </a:moveTo>
                    <a:lnTo>
                      <a:pt x="20" y="0"/>
                    </a:lnTo>
                    <a:lnTo>
                      <a:pt x="29" y="8"/>
                    </a:lnTo>
                    <a:lnTo>
                      <a:pt x="29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4" name="îṩḻíḓe"/>
              <p:cNvSpPr/>
              <p:nvPr/>
            </p:nvSpPr>
            <p:spPr bwMode="auto">
              <a:xfrm>
                <a:off x="3994151" y="3484563"/>
                <a:ext cx="46038" cy="60325"/>
              </a:xfrm>
              <a:custGeom>
                <a:avLst/>
                <a:gdLst>
                  <a:gd name="T0" fmla="*/ 8 w 29"/>
                  <a:gd name="T1" fmla="*/ 0 h 38"/>
                  <a:gd name="T2" fmla="*/ 18 w 29"/>
                  <a:gd name="T3" fmla="*/ 0 h 38"/>
                  <a:gd name="T4" fmla="*/ 29 w 29"/>
                  <a:gd name="T5" fmla="*/ 8 h 38"/>
                  <a:gd name="T6" fmla="*/ 29 w 29"/>
                  <a:gd name="T7" fmla="*/ 38 h 38"/>
                  <a:gd name="T8" fmla="*/ 0 w 29"/>
                  <a:gd name="T9" fmla="*/ 38 h 38"/>
                  <a:gd name="T10" fmla="*/ 0 w 29"/>
                  <a:gd name="T11" fmla="*/ 8 h 38"/>
                  <a:gd name="T12" fmla="*/ 8 w 29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8">
                    <a:moveTo>
                      <a:pt x="8" y="0"/>
                    </a:moveTo>
                    <a:lnTo>
                      <a:pt x="18" y="0"/>
                    </a:lnTo>
                    <a:lnTo>
                      <a:pt x="29" y="8"/>
                    </a:lnTo>
                    <a:lnTo>
                      <a:pt x="29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5" name="î$1îdè"/>
              <p:cNvSpPr/>
              <p:nvPr/>
            </p:nvSpPr>
            <p:spPr bwMode="auto">
              <a:xfrm>
                <a:off x="3851276" y="3484563"/>
                <a:ext cx="122238" cy="60325"/>
              </a:xfrm>
              <a:custGeom>
                <a:avLst/>
                <a:gdLst>
                  <a:gd name="T0" fmla="*/ 9 w 77"/>
                  <a:gd name="T1" fmla="*/ 0 h 38"/>
                  <a:gd name="T2" fmla="*/ 69 w 77"/>
                  <a:gd name="T3" fmla="*/ 0 h 38"/>
                  <a:gd name="T4" fmla="*/ 77 w 77"/>
                  <a:gd name="T5" fmla="*/ 8 h 38"/>
                  <a:gd name="T6" fmla="*/ 77 w 77"/>
                  <a:gd name="T7" fmla="*/ 38 h 38"/>
                  <a:gd name="T8" fmla="*/ 0 w 77"/>
                  <a:gd name="T9" fmla="*/ 38 h 38"/>
                  <a:gd name="T10" fmla="*/ 0 w 77"/>
                  <a:gd name="T11" fmla="*/ 8 h 38"/>
                  <a:gd name="T12" fmla="*/ 9 w 77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7" h="38">
                    <a:moveTo>
                      <a:pt x="9" y="0"/>
                    </a:moveTo>
                    <a:lnTo>
                      <a:pt x="69" y="0"/>
                    </a:lnTo>
                    <a:lnTo>
                      <a:pt x="77" y="8"/>
                    </a:lnTo>
                    <a:lnTo>
                      <a:pt x="77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6" name="iśľïḓe"/>
              <p:cNvSpPr/>
              <p:nvPr/>
            </p:nvSpPr>
            <p:spPr bwMode="auto">
              <a:xfrm>
                <a:off x="4046538" y="3484563"/>
                <a:ext cx="6350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7" name="iṣļïḑè"/>
              <p:cNvSpPr/>
              <p:nvPr/>
            </p:nvSpPr>
            <p:spPr bwMode="auto">
              <a:xfrm>
                <a:off x="3838576" y="3484563"/>
                <a:ext cx="6350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8" name="iṡḷidé"/>
              <p:cNvSpPr/>
              <p:nvPr/>
            </p:nvSpPr>
            <p:spPr bwMode="auto">
              <a:xfrm>
                <a:off x="3979863" y="3484563"/>
                <a:ext cx="3175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9" name="íṡḷíḋe"/>
              <p:cNvSpPr/>
              <p:nvPr/>
            </p:nvSpPr>
            <p:spPr bwMode="auto">
              <a:xfrm>
                <a:off x="3811588" y="3551238"/>
                <a:ext cx="20478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0" name="íŝ1iḑê"/>
              <p:cNvSpPr/>
              <p:nvPr/>
            </p:nvSpPr>
            <p:spPr bwMode="auto">
              <a:xfrm>
                <a:off x="3805238" y="3557588"/>
                <a:ext cx="214313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1" name="îṩḷiḑe"/>
              <p:cNvSpPr/>
              <p:nvPr/>
            </p:nvSpPr>
            <p:spPr bwMode="auto">
              <a:xfrm>
                <a:off x="3802063" y="3567113"/>
                <a:ext cx="220663" cy="1588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2" name="iṧḻiḑê"/>
              <p:cNvSpPr/>
              <p:nvPr/>
            </p:nvSpPr>
            <p:spPr bwMode="auto">
              <a:xfrm>
                <a:off x="3802063" y="3570288"/>
                <a:ext cx="22383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3" name="ïṣḻîḋè"/>
              <p:cNvSpPr/>
              <p:nvPr/>
            </p:nvSpPr>
            <p:spPr bwMode="auto">
              <a:xfrm>
                <a:off x="3795713" y="3581400"/>
                <a:ext cx="234950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4" name="îṡ1îḍé"/>
              <p:cNvSpPr/>
              <p:nvPr/>
            </p:nvSpPr>
            <p:spPr bwMode="auto">
              <a:xfrm>
                <a:off x="3633788" y="3587750"/>
                <a:ext cx="560388" cy="6350"/>
              </a:xfrm>
              <a:custGeom>
                <a:avLst/>
                <a:gdLst>
                  <a:gd name="T0" fmla="*/ 0 w 353"/>
                  <a:gd name="T1" fmla="*/ 0 h 4"/>
                  <a:gd name="T2" fmla="*/ 353 w 353"/>
                  <a:gd name="T3" fmla="*/ 0 h 4"/>
                  <a:gd name="T4" fmla="*/ 351 w 353"/>
                  <a:gd name="T5" fmla="*/ 4 h 4"/>
                  <a:gd name="T6" fmla="*/ 2 w 353"/>
                  <a:gd name="T7" fmla="*/ 4 h 4"/>
                  <a:gd name="T8" fmla="*/ 0 w 353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3" h="4">
                    <a:moveTo>
                      <a:pt x="0" y="0"/>
                    </a:moveTo>
                    <a:lnTo>
                      <a:pt x="353" y="0"/>
                    </a:lnTo>
                    <a:lnTo>
                      <a:pt x="351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5" name="îš1íḑe"/>
              <p:cNvSpPr/>
              <p:nvPr/>
            </p:nvSpPr>
            <p:spPr bwMode="auto">
              <a:xfrm>
                <a:off x="3640138" y="3600450"/>
                <a:ext cx="547688" cy="6350"/>
              </a:xfrm>
              <a:custGeom>
                <a:avLst/>
                <a:gdLst>
                  <a:gd name="T0" fmla="*/ 0 w 345"/>
                  <a:gd name="T1" fmla="*/ 0 h 4"/>
                  <a:gd name="T2" fmla="*/ 345 w 345"/>
                  <a:gd name="T3" fmla="*/ 0 h 4"/>
                  <a:gd name="T4" fmla="*/ 343 w 345"/>
                  <a:gd name="T5" fmla="*/ 4 h 4"/>
                  <a:gd name="T6" fmla="*/ 2 w 345"/>
                  <a:gd name="T7" fmla="*/ 4 h 4"/>
                  <a:gd name="T8" fmla="*/ 0 w 345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5" h="4">
                    <a:moveTo>
                      <a:pt x="0" y="0"/>
                    </a:moveTo>
                    <a:lnTo>
                      <a:pt x="345" y="0"/>
                    </a:lnTo>
                    <a:lnTo>
                      <a:pt x="343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6" name="iš1ïḍe"/>
              <p:cNvSpPr/>
              <p:nvPr/>
            </p:nvSpPr>
            <p:spPr bwMode="auto">
              <a:xfrm>
                <a:off x="3736976" y="3406775"/>
                <a:ext cx="352425" cy="4763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7" name="îSḻîde"/>
              <p:cNvSpPr/>
              <p:nvPr/>
            </p:nvSpPr>
            <p:spPr bwMode="auto">
              <a:xfrm>
                <a:off x="3746501" y="3417888"/>
                <a:ext cx="3333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" name="î$ḻîḑé"/>
              <p:cNvSpPr/>
              <p:nvPr/>
            </p:nvSpPr>
            <p:spPr bwMode="auto">
              <a:xfrm>
                <a:off x="3805238" y="3417888"/>
                <a:ext cx="211138" cy="1588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" name="íŝļïḓe"/>
              <p:cNvSpPr/>
              <p:nvPr/>
            </p:nvSpPr>
            <p:spPr bwMode="auto">
              <a:xfrm>
                <a:off x="3811588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" name="îS1iḍé"/>
              <p:cNvSpPr/>
              <p:nvPr/>
            </p:nvSpPr>
            <p:spPr bwMode="auto">
              <a:xfrm>
                <a:off x="3802063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" name="išlïdé"/>
              <p:cNvSpPr/>
              <p:nvPr/>
            </p:nvSpPr>
            <p:spPr bwMode="auto">
              <a:xfrm>
                <a:off x="3789363" y="3421063"/>
                <a:ext cx="6350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" name="ïSlïde"/>
              <p:cNvSpPr/>
              <p:nvPr/>
            </p:nvSpPr>
            <p:spPr bwMode="auto">
              <a:xfrm>
                <a:off x="3822701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" name="îşľïďe"/>
              <p:cNvSpPr/>
              <p:nvPr/>
            </p:nvSpPr>
            <p:spPr bwMode="auto">
              <a:xfrm>
                <a:off x="3832226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" name="ïşľíďê"/>
              <p:cNvSpPr/>
              <p:nvPr/>
            </p:nvSpPr>
            <p:spPr bwMode="auto">
              <a:xfrm>
                <a:off x="38449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" name="íś1ïdè"/>
              <p:cNvSpPr/>
              <p:nvPr/>
            </p:nvSpPr>
            <p:spPr bwMode="auto">
              <a:xfrm>
                <a:off x="3854451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6" name="iṩḷiḍe"/>
              <p:cNvSpPr/>
              <p:nvPr/>
            </p:nvSpPr>
            <p:spPr bwMode="auto">
              <a:xfrm>
                <a:off x="3865563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7" name="ïŝ1iďè"/>
              <p:cNvSpPr/>
              <p:nvPr/>
            </p:nvSpPr>
            <p:spPr bwMode="auto">
              <a:xfrm>
                <a:off x="3878263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8" name="íṩļíḋê"/>
              <p:cNvSpPr/>
              <p:nvPr/>
            </p:nvSpPr>
            <p:spPr bwMode="auto">
              <a:xfrm>
                <a:off x="3887788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9" name="ïṧ1ïdè"/>
              <p:cNvSpPr/>
              <p:nvPr/>
            </p:nvSpPr>
            <p:spPr bwMode="auto">
              <a:xfrm>
                <a:off x="3897313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0" name="íŝḻîḍé"/>
              <p:cNvSpPr/>
              <p:nvPr/>
            </p:nvSpPr>
            <p:spPr bwMode="auto">
              <a:xfrm>
                <a:off x="3908426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1" name="îşḻïḓé"/>
              <p:cNvSpPr/>
              <p:nvPr/>
            </p:nvSpPr>
            <p:spPr bwMode="auto">
              <a:xfrm>
                <a:off x="39211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2" name="íśļíďè"/>
              <p:cNvSpPr/>
              <p:nvPr/>
            </p:nvSpPr>
            <p:spPr bwMode="auto">
              <a:xfrm>
                <a:off x="3930651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3" name="iŝ1ïdé"/>
              <p:cNvSpPr/>
              <p:nvPr/>
            </p:nvSpPr>
            <p:spPr bwMode="auto">
              <a:xfrm>
                <a:off x="3940176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4" name="is1ídè"/>
              <p:cNvSpPr/>
              <p:nvPr/>
            </p:nvSpPr>
            <p:spPr bwMode="auto">
              <a:xfrm>
                <a:off x="3951288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2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5" name="islíďê"/>
              <p:cNvSpPr/>
              <p:nvPr/>
            </p:nvSpPr>
            <p:spPr bwMode="auto">
              <a:xfrm>
                <a:off x="3963988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6" name="iṩlíḑê"/>
              <p:cNvSpPr/>
              <p:nvPr/>
            </p:nvSpPr>
            <p:spPr bwMode="auto">
              <a:xfrm>
                <a:off x="3973513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7" name="îṥḷïďê"/>
              <p:cNvSpPr/>
              <p:nvPr/>
            </p:nvSpPr>
            <p:spPr bwMode="auto">
              <a:xfrm>
                <a:off x="3983038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8" name="íṥḻïďè"/>
              <p:cNvSpPr/>
              <p:nvPr/>
            </p:nvSpPr>
            <p:spPr bwMode="auto">
              <a:xfrm>
                <a:off x="39973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9" name="íṡḷíḍè"/>
              <p:cNvSpPr/>
              <p:nvPr/>
            </p:nvSpPr>
            <p:spPr bwMode="auto">
              <a:xfrm>
                <a:off x="4006851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0" name="î$ḷîḑé"/>
              <p:cNvSpPr/>
              <p:nvPr/>
            </p:nvSpPr>
            <p:spPr bwMode="auto">
              <a:xfrm>
                <a:off x="4016376" y="3421063"/>
                <a:ext cx="6350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1" name="í$ľîdè"/>
              <p:cNvSpPr/>
              <p:nvPr/>
            </p:nvSpPr>
            <p:spPr bwMode="auto">
              <a:xfrm>
                <a:off x="4025901" y="3421063"/>
                <a:ext cx="7938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2" name="iṥ1iḍè"/>
              <p:cNvSpPr/>
              <p:nvPr/>
            </p:nvSpPr>
            <p:spPr bwMode="auto">
              <a:xfrm>
                <a:off x="4040188" y="3417888"/>
                <a:ext cx="3968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3" name="ïslidé"/>
              <p:cNvSpPr/>
              <p:nvPr/>
            </p:nvSpPr>
            <p:spPr bwMode="auto">
              <a:xfrm>
                <a:off x="3679826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4" name="íṡlïďè"/>
              <p:cNvSpPr/>
              <p:nvPr/>
            </p:nvSpPr>
            <p:spPr bwMode="auto">
              <a:xfrm>
                <a:off x="3884613" y="3490913"/>
                <a:ext cx="55563" cy="53975"/>
              </a:xfrm>
              <a:custGeom>
                <a:avLst/>
                <a:gdLst>
                  <a:gd name="T0" fmla="*/ 0 w 35"/>
                  <a:gd name="T1" fmla="*/ 0 h 34"/>
                  <a:gd name="T2" fmla="*/ 35 w 35"/>
                  <a:gd name="T3" fmla="*/ 0 h 34"/>
                  <a:gd name="T4" fmla="*/ 35 w 35"/>
                  <a:gd name="T5" fmla="*/ 34 h 34"/>
                  <a:gd name="T6" fmla="*/ 0 w 35"/>
                  <a:gd name="T7" fmla="*/ 34 h 34"/>
                  <a:gd name="T8" fmla="*/ 0 w 35"/>
                  <a:gd name="T9" fmla="*/ 0 h 34"/>
                  <a:gd name="T10" fmla="*/ 0 w 35"/>
                  <a:gd name="T11" fmla="*/ 0 h 34"/>
                  <a:gd name="T12" fmla="*/ 4 w 35"/>
                  <a:gd name="T13" fmla="*/ 8 h 34"/>
                  <a:gd name="T14" fmla="*/ 4 w 35"/>
                  <a:gd name="T15" fmla="*/ 27 h 34"/>
                  <a:gd name="T16" fmla="*/ 8 w 35"/>
                  <a:gd name="T17" fmla="*/ 27 h 34"/>
                  <a:gd name="T18" fmla="*/ 8 w 35"/>
                  <a:gd name="T19" fmla="*/ 8 h 34"/>
                  <a:gd name="T20" fmla="*/ 4 w 35"/>
                  <a:gd name="T21" fmla="*/ 8 h 34"/>
                  <a:gd name="T22" fmla="*/ 4 w 35"/>
                  <a:gd name="T23" fmla="*/ 8 h 34"/>
                  <a:gd name="T24" fmla="*/ 29 w 35"/>
                  <a:gd name="T25" fmla="*/ 8 h 34"/>
                  <a:gd name="T26" fmla="*/ 29 w 35"/>
                  <a:gd name="T27" fmla="*/ 27 h 34"/>
                  <a:gd name="T28" fmla="*/ 31 w 35"/>
                  <a:gd name="T29" fmla="*/ 27 h 34"/>
                  <a:gd name="T30" fmla="*/ 31 w 35"/>
                  <a:gd name="T31" fmla="*/ 8 h 34"/>
                  <a:gd name="T32" fmla="*/ 29 w 35"/>
                  <a:gd name="T33" fmla="*/ 8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5" h="34">
                    <a:moveTo>
                      <a:pt x="0" y="0"/>
                    </a:moveTo>
                    <a:lnTo>
                      <a:pt x="35" y="0"/>
                    </a:lnTo>
                    <a:lnTo>
                      <a:pt x="35" y="34"/>
                    </a:lnTo>
                    <a:lnTo>
                      <a:pt x="0" y="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4" y="8"/>
                    </a:moveTo>
                    <a:lnTo>
                      <a:pt x="4" y="27"/>
                    </a:lnTo>
                    <a:lnTo>
                      <a:pt x="8" y="27"/>
                    </a:lnTo>
                    <a:lnTo>
                      <a:pt x="8" y="8"/>
                    </a:lnTo>
                    <a:lnTo>
                      <a:pt x="4" y="8"/>
                    </a:lnTo>
                    <a:lnTo>
                      <a:pt x="4" y="8"/>
                    </a:lnTo>
                    <a:close/>
                    <a:moveTo>
                      <a:pt x="29" y="8"/>
                    </a:moveTo>
                    <a:lnTo>
                      <a:pt x="29" y="27"/>
                    </a:lnTo>
                    <a:lnTo>
                      <a:pt x="31" y="27"/>
                    </a:lnTo>
                    <a:lnTo>
                      <a:pt x="31" y="8"/>
                    </a:lnTo>
                    <a:lnTo>
                      <a:pt x="29" y="8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5" name="iṧ1ïḓè"/>
              <p:cNvSpPr/>
              <p:nvPr/>
            </p:nvSpPr>
            <p:spPr bwMode="auto">
              <a:xfrm>
                <a:off x="3551238" y="3067050"/>
                <a:ext cx="722313" cy="727075"/>
              </a:xfrm>
              <a:custGeom>
                <a:avLst/>
                <a:gdLst>
                  <a:gd name="T0" fmla="*/ 109 w 219"/>
                  <a:gd name="T1" fmla="*/ 0 h 218"/>
                  <a:gd name="T2" fmla="*/ 219 w 219"/>
                  <a:gd name="T3" fmla="*/ 109 h 218"/>
                  <a:gd name="T4" fmla="*/ 109 w 219"/>
                  <a:gd name="T5" fmla="*/ 218 h 218"/>
                  <a:gd name="T6" fmla="*/ 0 w 219"/>
                  <a:gd name="T7" fmla="*/ 109 h 218"/>
                  <a:gd name="T8" fmla="*/ 109 w 219"/>
                  <a:gd name="T9" fmla="*/ 0 h 218"/>
                  <a:gd name="T10" fmla="*/ 109 w 219"/>
                  <a:gd name="T11" fmla="*/ 3 h 218"/>
                  <a:gd name="T12" fmla="*/ 4 w 219"/>
                  <a:gd name="T13" fmla="*/ 109 h 218"/>
                  <a:gd name="T14" fmla="*/ 109 w 219"/>
                  <a:gd name="T15" fmla="*/ 215 h 218"/>
                  <a:gd name="T16" fmla="*/ 215 w 219"/>
                  <a:gd name="T17" fmla="*/ 109 h 218"/>
                  <a:gd name="T18" fmla="*/ 109 w 219"/>
                  <a:gd name="T19" fmla="*/ 3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9" h="218">
                    <a:moveTo>
                      <a:pt x="109" y="0"/>
                    </a:moveTo>
                    <a:cubicBezTo>
                      <a:pt x="170" y="0"/>
                      <a:pt x="219" y="49"/>
                      <a:pt x="219" y="109"/>
                    </a:cubicBezTo>
                    <a:cubicBezTo>
                      <a:pt x="219" y="169"/>
                      <a:pt x="170" y="218"/>
                      <a:pt x="109" y="218"/>
                    </a:cubicBezTo>
                    <a:cubicBezTo>
                      <a:pt x="49" y="218"/>
                      <a:pt x="0" y="169"/>
                      <a:pt x="0" y="109"/>
                    </a:cubicBezTo>
                    <a:cubicBezTo>
                      <a:pt x="0" y="49"/>
                      <a:pt x="49" y="0"/>
                      <a:pt x="109" y="0"/>
                    </a:cubicBezTo>
                    <a:close/>
                    <a:moveTo>
                      <a:pt x="109" y="3"/>
                    </a:moveTo>
                    <a:cubicBezTo>
                      <a:pt x="51" y="3"/>
                      <a:pt x="4" y="51"/>
                      <a:pt x="4" y="109"/>
                    </a:cubicBezTo>
                    <a:cubicBezTo>
                      <a:pt x="4" y="167"/>
                      <a:pt x="51" y="215"/>
                      <a:pt x="109" y="215"/>
                    </a:cubicBezTo>
                    <a:cubicBezTo>
                      <a:pt x="168" y="215"/>
                      <a:pt x="215" y="167"/>
                      <a:pt x="215" y="109"/>
                    </a:cubicBezTo>
                    <a:cubicBezTo>
                      <a:pt x="215" y="51"/>
                      <a:pt x="168" y="3"/>
                      <a:pt x="109" y="3"/>
                    </a:cubicBez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47" name="íşḷïḑe"/>
            <p:cNvGrpSpPr/>
            <p:nvPr userDrawn="1"/>
          </p:nvGrpSpPr>
          <p:grpSpPr>
            <a:xfrm>
              <a:off x="4894762" y="471192"/>
              <a:ext cx="4437911" cy="1614111"/>
              <a:chOff x="4412452" y="3106738"/>
              <a:chExt cx="2312689" cy="841148"/>
            </a:xfrm>
          </p:grpSpPr>
          <p:grpSp>
            <p:nvGrpSpPr>
              <p:cNvPr id="248" name="îṥľíḑé"/>
              <p:cNvGrpSpPr/>
              <p:nvPr/>
            </p:nvGrpSpPr>
            <p:grpSpPr>
              <a:xfrm>
                <a:off x="4422776" y="3106738"/>
                <a:ext cx="2293937" cy="617538"/>
                <a:chOff x="4422776" y="3106738"/>
                <a:chExt cx="2293937" cy="617538"/>
              </a:xfrm>
            </p:grpSpPr>
            <p:sp>
              <p:nvSpPr>
                <p:cNvPr id="265" name="išḻiḑé"/>
                <p:cNvSpPr/>
                <p:nvPr/>
              </p:nvSpPr>
              <p:spPr bwMode="auto">
                <a:xfrm>
                  <a:off x="4811713" y="3200400"/>
                  <a:ext cx="49213" cy="100013"/>
                </a:xfrm>
                <a:custGeom>
                  <a:avLst/>
                  <a:gdLst>
                    <a:gd name="T0" fmla="*/ 0 w 15"/>
                    <a:gd name="T1" fmla="*/ 1 h 30"/>
                    <a:gd name="T2" fmla="*/ 1 w 15"/>
                    <a:gd name="T3" fmla="*/ 12 h 30"/>
                    <a:gd name="T4" fmla="*/ 0 w 15"/>
                    <a:gd name="T5" fmla="*/ 21 h 30"/>
                    <a:gd name="T6" fmla="*/ 2 w 15"/>
                    <a:gd name="T7" fmla="*/ 28 h 30"/>
                    <a:gd name="T8" fmla="*/ 7 w 15"/>
                    <a:gd name="T9" fmla="*/ 30 h 30"/>
                    <a:gd name="T10" fmla="*/ 12 w 15"/>
                    <a:gd name="T11" fmla="*/ 26 h 30"/>
                    <a:gd name="T12" fmla="*/ 15 w 15"/>
                    <a:gd name="T13" fmla="*/ 18 h 30"/>
                    <a:gd name="T14" fmla="*/ 3 w 15"/>
                    <a:gd name="T15" fmla="*/ 0 h 30"/>
                    <a:gd name="T16" fmla="*/ 0 w 15"/>
                    <a:gd name="T17" fmla="*/ 1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30">
                      <a:moveTo>
                        <a:pt x="0" y="1"/>
                      </a:moveTo>
                      <a:cubicBezTo>
                        <a:pt x="1" y="12"/>
                        <a:pt x="1" y="12"/>
                        <a:pt x="1" y="12"/>
                      </a:cubicBezTo>
                      <a:cubicBezTo>
                        <a:pt x="1" y="13"/>
                        <a:pt x="0" y="18"/>
                        <a:pt x="0" y="21"/>
                      </a:cubicBezTo>
                      <a:cubicBezTo>
                        <a:pt x="0" y="24"/>
                        <a:pt x="2" y="25"/>
                        <a:pt x="2" y="28"/>
                      </a:cubicBezTo>
                      <a:cubicBezTo>
                        <a:pt x="7" y="30"/>
                        <a:pt x="7" y="30"/>
                        <a:pt x="7" y="30"/>
                      </a:cubicBezTo>
                      <a:cubicBezTo>
                        <a:pt x="9" y="27"/>
                        <a:pt x="10" y="29"/>
                        <a:pt x="12" y="26"/>
                      </a:cubicBezTo>
                      <a:cubicBezTo>
                        <a:pt x="14" y="23"/>
                        <a:pt x="14" y="21"/>
                        <a:pt x="15" y="18"/>
                      </a:cubicBezTo>
                      <a:cubicBezTo>
                        <a:pt x="12" y="7"/>
                        <a:pt x="13" y="5"/>
                        <a:pt x="3" y="0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6" name="íṥľíďè"/>
                <p:cNvSpPr/>
                <p:nvPr/>
              </p:nvSpPr>
              <p:spPr bwMode="auto">
                <a:xfrm>
                  <a:off x="5221288" y="3184525"/>
                  <a:ext cx="36513" cy="122238"/>
                </a:xfrm>
                <a:custGeom>
                  <a:avLst/>
                  <a:gdLst>
                    <a:gd name="T0" fmla="*/ 0 w 11"/>
                    <a:gd name="T1" fmla="*/ 3 h 37"/>
                    <a:gd name="T2" fmla="*/ 2 w 11"/>
                    <a:gd name="T3" fmla="*/ 14 h 37"/>
                    <a:gd name="T4" fmla="*/ 0 w 11"/>
                    <a:gd name="T5" fmla="*/ 33 h 37"/>
                    <a:gd name="T6" fmla="*/ 0 w 11"/>
                    <a:gd name="T7" fmla="*/ 36 h 37"/>
                    <a:gd name="T8" fmla="*/ 2 w 11"/>
                    <a:gd name="T9" fmla="*/ 37 h 37"/>
                    <a:gd name="T10" fmla="*/ 8 w 11"/>
                    <a:gd name="T11" fmla="*/ 27 h 37"/>
                    <a:gd name="T12" fmla="*/ 11 w 11"/>
                    <a:gd name="T13" fmla="*/ 17 h 37"/>
                    <a:gd name="T14" fmla="*/ 11 w 11"/>
                    <a:gd name="T15" fmla="*/ 15 h 37"/>
                    <a:gd name="T16" fmla="*/ 7 w 11"/>
                    <a:gd name="T17" fmla="*/ 2 h 37"/>
                    <a:gd name="T18" fmla="*/ 2 w 11"/>
                    <a:gd name="T19" fmla="*/ 0 h 37"/>
                    <a:gd name="T20" fmla="*/ 0 w 11"/>
                    <a:gd name="T21" fmla="*/ 3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1" h="37">
                      <a:moveTo>
                        <a:pt x="0" y="3"/>
                      </a:moveTo>
                      <a:cubicBezTo>
                        <a:pt x="2" y="14"/>
                        <a:pt x="2" y="14"/>
                        <a:pt x="2" y="14"/>
                      </a:cubicBezTo>
                      <a:cubicBezTo>
                        <a:pt x="2" y="19"/>
                        <a:pt x="0" y="27"/>
                        <a:pt x="0" y="33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2" y="36"/>
                        <a:pt x="1" y="37"/>
                        <a:pt x="2" y="37"/>
                      </a:cubicBezTo>
                      <a:cubicBezTo>
                        <a:pt x="3" y="37"/>
                        <a:pt x="7" y="28"/>
                        <a:pt x="8" y="27"/>
                      </a:cubicBezTo>
                      <a:cubicBezTo>
                        <a:pt x="9" y="24"/>
                        <a:pt x="11" y="21"/>
                        <a:pt x="11" y="17"/>
                      </a:cubicBezTo>
                      <a:cubicBezTo>
                        <a:pt x="11" y="15"/>
                        <a:pt x="11" y="15"/>
                        <a:pt x="11" y="15"/>
                      </a:cubicBezTo>
                      <a:cubicBezTo>
                        <a:pt x="11" y="7"/>
                        <a:pt x="8" y="7"/>
                        <a:pt x="7" y="2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1"/>
                        <a:pt x="0" y="1"/>
                        <a:pt x="0" y="3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7" name="íś1iḑe"/>
                <p:cNvSpPr/>
                <p:nvPr/>
              </p:nvSpPr>
              <p:spPr bwMode="auto">
                <a:xfrm>
                  <a:off x="4554538" y="3251200"/>
                  <a:ext cx="119063" cy="58738"/>
                </a:xfrm>
                <a:custGeom>
                  <a:avLst/>
                  <a:gdLst>
                    <a:gd name="T0" fmla="*/ 0 w 36"/>
                    <a:gd name="T1" fmla="*/ 15 h 18"/>
                    <a:gd name="T2" fmla="*/ 2 w 36"/>
                    <a:gd name="T3" fmla="*/ 16 h 18"/>
                    <a:gd name="T4" fmla="*/ 13 w 36"/>
                    <a:gd name="T5" fmla="*/ 18 h 18"/>
                    <a:gd name="T6" fmla="*/ 16 w 36"/>
                    <a:gd name="T7" fmla="*/ 18 h 18"/>
                    <a:gd name="T8" fmla="*/ 22 w 36"/>
                    <a:gd name="T9" fmla="*/ 17 h 18"/>
                    <a:gd name="T10" fmla="*/ 23 w 36"/>
                    <a:gd name="T11" fmla="*/ 17 h 18"/>
                    <a:gd name="T12" fmla="*/ 30 w 36"/>
                    <a:gd name="T13" fmla="*/ 13 h 18"/>
                    <a:gd name="T14" fmla="*/ 36 w 36"/>
                    <a:gd name="T15" fmla="*/ 8 h 18"/>
                    <a:gd name="T16" fmla="*/ 36 w 36"/>
                    <a:gd name="T17" fmla="*/ 7 h 18"/>
                    <a:gd name="T18" fmla="*/ 36 w 36"/>
                    <a:gd name="T19" fmla="*/ 4 h 18"/>
                    <a:gd name="T20" fmla="*/ 32 w 36"/>
                    <a:gd name="T21" fmla="*/ 0 h 18"/>
                    <a:gd name="T22" fmla="*/ 24 w 36"/>
                    <a:gd name="T23" fmla="*/ 3 h 18"/>
                    <a:gd name="T24" fmla="*/ 16 w 36"/>
                    <a:gd name="T25" fmla="*/ 7 h 18"/>
                    <a:gd name="T26" fmla="*/ 0 w 36"/>
                    <a:gd name="T27" fmla="*/ 15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6" h="18">
                      <a:moveTo>
                        <a:pt x="0" y="15"/>
                      </a:moveTo>
                      <a:cubicBezTo>
                        <a:pt x="1" y="16"/>
                        <a:pt x="1" y="16"/>
                        <a:pt x="2" y="16"/>
                      </a:cubicBezTo>
                      <a:cubicBezTo>
                        <a:pt x="6" y="16"/>
                        <a:pt x="9" y="18"/>
                        <a:pt x="13" y="18"/>
                      </a:cubicBezTo>
                      <a:cubicBezTo>
                        <a:pt x="16" y="18"/>
                        <a:pt x="16" y="18"/>
                        <a:pt x="16" y="18"/>
                      </a:cubicBezTo>
                      <a:cubicBezTo>
                        <a:pt x="22" y="17"/>
                        <a:pt x="22" y="17"/>
                        <a:pt x="22" y="17"/>
                      </a:cubicBezTo>
                      <a:cubicBezTo>
                        <a:pt x="23" y="17"/>
                        <a:pt x="23" y="17"/>
                        <a:pt x="23" y="17"/>
                      </a:cubicBezTo>
                      <a:cubicBezTo>
                        <a:pt x="26" y="16"/>
                        <a:pt x="28" y="14"/>
                        <a:pt x="30" y="13"/>
                      </a:cubicBezTo>
                      <a:cubicBezTo>
                        <a:pt x="34" y="11"/>
                        <a:pt x="33" y="10"/>
                        <a:pt x="36" y="8"/>
                      </a:cubicBezTo>
                      <a:cubicBezTo>
                        <a:pt x="36" y="7"/>
                        <a:pt x="36" y="7"/>
                        <a:pt x="36" y="7"/>
                      </a:cubicBezTo>
                      <a:cubicBezTo>
                        <a:pt x="36" y="4"/>
                        <a:pt x="36" y="4"/>
                        <a:pt x="36" y="4"/>
                      </a:cubicBezTo>
                      <a:cubicBezTo>
                        <a:pt x="36" y="1"/>
                        <a:pt x="33" y="2"/>
                        <a:pt x="32" y="0"/>
                      </a:cubicBezTo>
                      <a:cubicBezTo>
                        <a:pt x="29" y="1"/>
                        <a:pt x="27" y="1"/>
                        <a:pt x="24" y="3"/>
                      </a:cubicBezTo>
                      <a:cubicBezTo>
                        <a:pt x="21" y="4"/>
                        <a:pt x="19" y="6"/>
                        <a:pt x="16" y="7"/>
                      </a:cubicBezTo>
                      <a:cubicBezTo>
                        <a:pt x="11" y="11"/>
                        <a:pt x="4" y="10"/>
                        <a:pt x="0" y="1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8" name="iṩ1iḋè"/>
                <p:cNvSpPr/>
                <p:nvPr/>
              </p:nvSpPr>
              <p:spPr bwMode="auto">
                <a:xfrm>
                  <a:off x="6359526" y="3263900"/>
                  <a:ext cx="93663" cy="139700"/>
                </a:xfrm>
                <a:custGeom>
                  <a:avLst/>
                  <a:gdLst>
                    <a:gd name="T0" fmla="*/ 15 w 28"/>
                    <a:gd name="T1" fmla="*/ 1 h 42"/>
                    <a:gd name="T2" fmla="*/ 6 w 28"/>
                    <a:gd name="T3" fmla="*/ 11 h 42"/>
                    <a:gd name="T4" fmla="*/ 6 w 28"/>
                    <a:gd name="T5" fmla="*/ 13 h 42"/>
                    <a:gd name="T6" fmla="*/ 5 w 28"/>
                    <a:gd name="T7" fmla="*/ 16 h 42"/>
                    <a:gd name="T8" fmla="*/ 6 w 28"/>
                    <a:gd name="T9" fmla="*/ 20 h 42"/>
                    <a:gd name="T10" fmla="*/ 6 w 28"/>
                    <a:gd name="T11" fmla="*/ 21 h 42"/>
                    <a:gd name="T12" fmla="*/ 0 w 28"/>
                    <a:gd name="T13" fmla="*/ 38 h 42"/>
                    <a:gd name="T14" fmla="*/ 0 w 28"/>
                    <a:gd name="T15" fmla="*/ 41 h 42"/>
                    <a:gd name="T16" fmla="*/ 3 w 28"/>
                    <a:gd name="T17" fmla="*/ 42 h 42"/>
                    <a:gd name="T18" fmla="*/ 9 w 28"/>
                    <a:gd name="T19" fmla="*/ 32 h 42"/>
                    <a:gd name="T20" fmla="*/ 12 w 28"/>
                    <a:gd name="T21" fmla="*/ 26 h 42"/>
                    <a:gd name="T22" fmla="*/ 14 w 28"/>
                    <a:gd name="T23" fmla="*/ 26 h 42"/>
                    <a:gd name="T24" fmla="*/ 20 w 28"/>
                    <a:gd name="T25" fmla="*/ 26 h 42"/>
                    <a:gd name="T26" fmla="*/ 28 w 28"/>
                    <a:gd name="T27" fmla="*/ 14 h 42"/>
                    <a:gd name="T28" fmla="*/ 28 w 28"/>
                    <a:gd name="T29" fmla="*/ 6 h 42"/>
                    <a:gd name="T30" fmla="*/ 28 w 28"/>
                    <a:gd name="T31" fmla="*/ 5 h 42"/>
                    <a:gd name="T32" fmla="*/ 27 w 28"/>
                    <a:gd name="T33" fmla="*/ 3 h 42"/>
                    <a:gd name="T34" fmla="*/ 26 w 28"/>
                    <a:gd name="T35" fmla="*/ 3 h 42"/>
                    <a:gd name="T36" fmla="*/ 24 w 28"/>
                    <a:gd name="T37" fmla="*/ 3 h 42"/>
                    <a:gd name="T38" fmla="*/ 23 w 28"/>
                    <a:gd name="T39" fmla="*/ 3 h 42"/>
                    <a:gd name="T40" fmla="*/ 20 w 28"/>
                    <a:gd name="T41" fmla="*/ 0 h 42"/>
                    <a:gd name="T42" fmla="*/ 15 w 28"/>
                    <a:gd name="T43" fmla="*/ 1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28" h="42">
                      <a:moveTo>
                        <a:pt x="15" y="1"/>
                      </a:moveTo>
                      <a:cubicBezTo>
                        <a:pt x="15" y="10"/>
                        <a:pt x="8" y="6"/>
                        <a:pt x="6" y="11"/>
                      </a:cubicBezTo>
                      <a:cubicBezTo>
                        <a:pt x="6" y="13"/>
                        <a:pt x="6" y="13"/>
                        <a:pt x="6" y="13"/>
                      </a:cubicBezTo>
                      <a:cubicBezTo>
                        <a:pt x="6" y="14"/>
                        <a:pt x="5" y="14"/>
                        <a:pt x="5" y="16"/>
                      </a:cubicBezTo>
                      <a:cubicBezTo>
                        <a:pt x="6" y="20"/>
                        <a:pt x="6" y="20"/>
                        <a:pt x="6" y="20"/>
                      </a:cubicBezTo>
                      <a:cubicBezTo>
                        <a:pt x="6" y="21"/>
                        <a:pt x="6" y="21"/>
                        <a:pt x="6" y="21"/>
                      </a:cubicBezTo>
                      <a:cubicBezTo>
                        <a:pt x="6" y="29"/>
                        <a:pt x="0" y="31"/>
                        <a:pt x="0" y="3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2" y="42"/>
                        <a:pt x="2" y="42"/>
                        <a:pt x="3" y="42"/>
                      </a:cubicBezTo>
                      <a:cubicBezTo>
                        <a:pt x="7" y="42"/>
                        <a:pt x="9" y="36"/>
                        <a:pt x="9" y="32"/>
                      </a:cubicBezTo>
                      <a:cubicBezTo>
                        <a:pt x="9" y="29"/>
                        <a:pt x="10" y="26"/>
                        <a:pt x="12" y="26"/>
                      </a:cubicBezTo>
                      <a:cubicBezTo>
                        <a:pt x="14" y="26"/>
                        <a:pt x="14" y="26"/>
                        <a:pt x="14" y="26"/>
                      </a:cubicBezTo>
                      <a:cubicBezTo>
                        <a:pt x="20" y="26"/>
                        <a:pt x="20" y="26"/>
                        <a:pt x="20" y="26"/>
                      </a:cubicBezTo>
                      <a:cubicBezTo>
                        <a:pt x="24" y="24"/>
                        <a:pt x="28" y="21"/>
                        <a:pt x="28" y="14"/>
                      </a:cubicBezTo>
                      <a:cubicBezTo>
                        <a:pt x="28" y="6"/>
                        <a:pt x="28" y="6"/>
                        <a:pt x="28" y="6"/>
                      </a:cubicBezTo>
                      <a:cubicBezTo>
                        <a:pt x="28" y="5"/>
                        <a:pt x="28" y="5"/>
                        <a:pt x="28" y="5"/>
                      </a:cubicBezTo>
                      <a:cubicBezTo>
                        <a:pt x="27" y="3"/>
                        <a:pt x="27" y="3"/>
                        <a:pt x="27" y="3"/>
                      </a:cubicBezTo>
                      <a:cubicBezTo>
                        <a:pt x="26" y="3"/>
                        <a:pt x="26" y="3"/>
                        <a:pt x="26" y="3"/>
                      </a:cubicBezTo>
                      <a:cubicBezTo>
                        <a:pt x="24" y="3"/>
                        <a:pt x="24" y="3"/>
                        <a:pt x="24" y="3"/>
                      </a:cubicBezTo>
                      <a:cubicBezTo>
                        <a:pt x="23" y="3"/>
                        <a:pt x="23" y="3"/>
                        <a:pt x="23" y="3"/>
                      </a:cubicBezTo>
                      <a:cubicBezTo>
                        <a:pt x="20" y="0"/>
                        <a:pt x="20" y="0"/>
                        <a:pt x="20" y="0"/>
                      </a:cubicBezTo>
                      <a:lnTo>
                        <a:pt x="15" y="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9" name="íṩlïḓè"/>
                <p:cNvSpPr/>
                <p:nvPr/>
              </p:nvSpPr>
              <p:spPr bwMode="auto">
                <a:xfrm>
                  <a:off x="5826126" y="3273425"/>
                  <a:ext cx="223838" cy="293688"/>
                </a:xfrm>
                <a:custGeom>
                  <a:avLst/>
                  <a:gdLst>
                    <a:gd name="T0" fmla="*/ 38 w 68"/>
                    <a:gd name="T1" fmla="*/ 16 h 88"/>
                    <a:gd name="T2" fmla="*/ 40 w 68"/>
                    <a:gd name="T3" fmla="*/ 5 h 88"/>
                    <a:gd name="T4" fmla="*/ 36 w 68"/>
                    <a:gd name="T5" fmla="*/ 1 h 88"/>
                    <a:gd name="T6" fmla="*/ 36 w 68"/>
                    <a:gd name="T7" fmla="*/ 1 h 88"/>
                    <a:gd name="T8" fmla="*/ 33 w 68"/>
                    <a:gd name="T9" fmla="*/ 0 h 88"/>
                    <a:gd name="T10" fmla="*/ 24 w 68"/>
                    <a:gd name="T11" fmla="*/ 7 h 88"/>
                    <a:gd name="T12" fmla="*/ 24 w 68"/>
                    <a:gd name="T13" fmla="*/ 8 h 88"/>
                    <a:gd name="T14" fmla="*/ 26 w 68"/>
                    <a:gd name="T15" fmla="*/ 18 h 88"/>
                    <a:gd name="T16" fmla="*/ 27 w 68"/>
                    <a:gd name="T17" fmla="*/ 28 h 88"/>
                    <a:gd name="T18" fmla="*/ 27 w 68"/>
                    <a:gd name="T19" fmla="*/ 39 h 88"/>
                    <a:gd name="T20" fmla="*/ 16 w 68"/>
                    <a:gd name="T21" fmla="*/ 48 h 88"/>
                    <a:gd name="T22" fmla="*/ 7 w 68"/>
                    <a:gd name="T23" fmla="*/ 49 h 88"/>
                    <a:gd name="T24" fmla="*/ 5 w 68"/>
                    <a:gd name="T25" fmla="*/ 49 h 88"/>
                    <a:gd name="T26" fmla="*/ 4 w 68"/>
                    <a:gd name="T27" fmla="*/ 49 h 88"/>
                    <a:gd name="T28" fmla="*/ 0 w 68"/>
                    <a:gd name="T29" fmla="*/ 54 h 88"/>
                    <a:gd name="T30" fmla="*/ 5 w 68"/>
                    <a:gd name="T31" fmla="*/ 60 h 88"/>
                    <a:gd name="T32" fmla="*/ 11 w 68"/>
                    <a:gd name="T33" fmla="*/ 60 h 88"/>
                    <a:gd name="T34" fmla="*/ 13 w 68"/>
                    <a:gd name="T35" fmla="*/ 59 h 88"/>
                    <a:gd name="T36" fmla="*/ 20 w 68"/>
                    <a:gd name="T37" fmla="*/ 66 h 88"/>
                    <a:gd name="T38" fmla="*/ 17 w 68"/>
                    <a:gd name="T39" fmla="*/ 72 h 88"/>
                    <a:gd name="T40" fmla="*/ 13 w 68"/>
                    <a:gd name="T41" fmla="*/ 76 h 88"/>
                    <a:gd name="T42" fmla="*/ 2 w 68"/>
                    <a:gd name="T43" fmla="*/ 82 h 88"/>
                    <a:gd name="T44" fmla="*/ 2 w 68"/>
                    <a:gd name="T45" fmla="*/ 83 h 88"/>
                    <a:gd name="T46" fmla="*/ 2 w 68"/>
                    <a:gd name="T47" fmla="*/ 87 h 88"/>
                    <a:gd name="T48" fmla="*/ 4 w 68"/>
                    <a:gd name="T49" fmla="*/ 88 h 88"/>
                    <a:gd name="T50" fmla="*/ 25 w 68"/>
                    <a:gd name="T51" fmla="*/ 77 h 88"/>
                    <a:gd name="T52" fmla="*/ 31 w 68"/>
                    <a:gd name="T53" fmla="*/ 69 h 88"/>
                    <a:gd name="T54" fmla="*/ 40 w 68"/>
                    <a:gd name="T55" fmla="*/ 63 h 88"/>
                    <a:gd name="T56" fmla="*/ 52 w 68"/>
                    <a:gd name="T57" fmla="*/ 70 h 88"/>
                    <a:gd name="T58" fmla="*/ 48 w 68"/>
                    <a:gd name="T59" fmla="*/ 79 h 88"/>
                    <a:gd name="T60" fmla="*/ 59 w 68"/>
                    <a:gd name="T61" fmla="*/ 81 h 88"/>
                    <a:gd name="T62" fmla="*/ 68 w 68"/>
                    <a:gd name="T63" fmla="*/ 71 h 88"/>
                    <a:gd name="T64" fmla="*/ 59 w 68"/>
                    <a:gd name="T65" fmla="*/ 62 h 88"/>
                    <a:gd name="T66" fmla="*/ 44 w 68"/>
                    <a:gd name="T67" fmla="*/ 60 h 88"/>
                    <a:gd name="T68" fmla="*/ 42 w 68"/>
                    <a:gd name="T69" fmla="*/ 60 h 88"/>
                    <a:gd name="T70" fmla="*/ 36 w 68"/>
                    <a:gd name="T71" fmla="*/ 53 h 88"/>
                    <a:gd name="T72" fmla="*/ 48 w 68"/>
                    <a:gd name="T73" fmla="*/ 42 h 88"/>
                    <a:gd name="T74" fmla="*/ 59 w 68"/>
                    <a:gd name="T75" fmla="*/ 32 h 88"/>
                    <a:gd name="T76" fmla="*/ 59 w 68"/>
                    <a:gd name="T77" fmla="*/ 30 h 88"/>
                    <a:gd name="T78" fmla="*/ 59 w 68"/>
                    <a:gd name="T79" fmla="*/ 29 h 88"/>
                    <a:gd name="T80" fmla="*/ 54 w 68"/>
                    <a:gd name="T81" fmla="*/ 26 h 88"/>
                    <a:gd name="T82" fmla="*/ 51 w 68"/>
                    <a:gd name="T83" fmla="*/ 27 h 88"/>
                    <a:gd name="T84" fmla="*/ 50 w 68"/>
                    <a:gd name="T85" fmla="*/ 27 h 88"/>
                    <a:gd name="T86" fmla="*/ 41 w 68"/>
                    <a:gd name="T87" fmla="*/ 33 h 88"/>
                    <a:gd name="T88" fmla="*/ 38 w 68"/>
                    <a:gd name="T89" fmla="*/ 28 h 88"/>
                    <a:gd name="T90" fmla="*/ 38 w 68"/>
                    <a:gd name="T91" fmla="*/ 27 h 88"/>
                    <a:gd name="T92" fmla="*/ 38 w 68"/>
                    <a:gd name="T93" fmla="*/ 16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68" h="88">
                      <a:moveTo>
                        <a:pt x="38" y="16"/>
                      </a:moveTo>
                      <a:cubicBezTo>
                        <a:pt x="39" y="11"/>
                        <a:pt x="40" y="9"/>
                        <a:pt x="40" y="5"/>
                      </a:cubicBezTo>
                      <a:cubicBezTo>
                        <a:pt x="40" y="3"/>
                        <a:pt x="38" y="1"/>
                        <a:pt x="36" y="1"/>
                      </a:cubicBezTo>
                      <a:cubicBezTo>
                        <a:pt x="36" y="1"/>
                        <a:pt x="36" y="1"/>
                        <a:pt x="36" y="1"/>
                      </a:cubicBezTo>
                      <a:cubicBezTo>
                        <a:pt x="34" y="1"/>
                        <a:pt x="34" y="1"/>
                        <a:pt x="33" y="0"/>
                      </a:cubicBezTo>
                      <a:cubicBezTo>
                        <a:pt x="28" y="3"/>
                        <a:pt x="28" y="1"/>
                        <a:pt x="24" y="7"/>
                      </a:cubicBezTo>
                      <a:cubicBezTo>
                        <a:pt x="24" y="8"/>
                        <a:pt x="24" y="8"/>
                        <a:pt x="24" y="8"/>
                      </a:cubicBezTo>
                      <a:cubicBezTo>
                        <a:pt x="24" y="12"/>
                        <a:pt x="26" y="14"/>
                        <a:pt x="26" y="18"/>
                      </a:cubicBezTo>
                      <a:cubicBezTo>
                        <a:pt x="27" y="28"/>
                        <a:pt x="27" y="28"/>
                        <a:pt x="27" y="28"/>
                      </a:cubicBezTo>
                      <a:cubicBezTo>
                        <a:pt x="27" y="39"/>
                        <a:pt x="27" y="39"/>
                        <a:pt x="27" y="39"/>
                      </a:cubicBezTo>
                      <a:cubicBezTo>
                        <a:pt x="28" y="45"/>
                        <a:pt x="22" y="48"/>
                        <a:pt x="16" y="48"/>
                      </a:cubicBezTo>
                      <a:cubicBezTo>
                        <a:pt x="7" y="49"/>
                        <a:pt x="7" y="49"/>
                        <a:pt x="7" y="49"/>
                      </a:cubicBezTo>
                      <a:cubicBezTo>
                        <a:pt x="5" y="49"/>
                        <a:pt x="5" y="49"/>
                        <a:pt x="5" y="49"/>
                      </a:cubicBezTo>
                      <a:cubicBezTo>
                        <a:pt x="4" y="49"/>
                        <a:pt x="4" y="49"/>
                        <a:pt x="4" y="49"/>
                      </a:cubicBezTo>
                      <a:cubicBezTo>
                        <a:pt x="2" y="50"/>
                        <a:pt x="0" y="51"/>
                        <a:pt x="0" y="54"/>
                      </a:cubicBezTo>
                      <a:cubicBezTo>
                        <a:pt x="0" y="56"/>
                        <a:pt x="3" y="60"/>
                        <a:pt x="5" y="60"/>
                      </a:cubicBezTo>
                      <a:cubicBezTo>
                        <a:pt x="11" y="60"/>
                        <a:pt x="11" y="60"/>
                        <a:pt x="11" y="60"/>
                      </a:cubicBezTo>
                      <a:cubicBezTo>
                        <a:pt x="12" y="60"/>
                        <a:pt x="12" y="60"/>
                        <a:pt x="13" y="59"/>
                      </a:cubicBezTo>
                      <a:cubicBezTo>
                        <a:pt x="17" y="62"/>
                        <a:pt x="17" y="60"/>
                        <a:pt x="20" y="66"/>
                      </a:cubicBezTo>
                      <a:cubicBezTo>
                        <a:pt x="18" y="69"/>
                        <a:pt x="20" y="68"/>
                        <a:pt x="17" y="72"/>
                      </a:cubicBezTo>
                      <a:cubicBezTo>
                        <a:pt x="15" y="73"/>
                        <a:pt x="15" y="75"/>
                        <a:pt x="13" y="76"/>
                      </a:cubicBezTo>
                      <a:cubicBezTo>
                        <a:pt x="8" y="79"/>
                        <a:pt x="7" y="80"/>
                        <a:pt x="2" y="82"/>
                      </a:cubicBezTo>
                      <a:cubicBezTo>
                        <a:pt x="2" y="83"/>
                        <a:pt x="2" y="83"/>
                        <a:pt x="2" y="83"/>
                      </a:cubicBezTo>
                      <a:cubicBezTo>
                        <a:pt x="2" y="87"/>
                        <a:pt x="2" y="87"/>
                        <a:pt x="2" y="87"/>
                      </a:cubicBezTo>
                      <a:cubicBezTo>
                        <a:pt x="4" y="87"/>
                        <a:pt x="3" y="88"/>
                        <a:pt x="4" y="88"/>
                      </a:cubicBezTo>
                      <a:cubicBezTo>
                        <a:pt x="13" y="88"/>
                        <a:pt x="20" y="82"/>
                        <a:pt x="25" y="77"/>
                      </a:cubicBezTo>
                      <a:cubicBezTo>
                        <a:pt x="26" y="76"/>
                        <a:pt x="30" y="71"/>
                        <a:pt x="31" y="69"/>
                      </a:cubicBezTo>
                      <a:cubicBezTo>
                        <a:pt x="33" y="65"/>
                        <a:pt x="35" y="63"/>
                        <a:pt x="40" y="63"/>
                      </a:cubicBezTo>
                      <a:cubicBezTo>
                        <a:pt x="45" y="63"/>
                        <a:pt x="49" y="67"/>
                        <a:pt x="52" y="70"/>
                      </a:cubicBezTo>
                      <a:cubicBezTo>
                        <a:pt x="48" y="79"/>
                        <a:pt x="48" y="79"/>
                        <a:pt x="48" y="79"/>
                      </a:cubicBezTo>
                      <a:cubicBezTo>
                        <a:pt x="50" y="79"/>
                        <a:pt x="58" y="81"/>
                        <a:pt x="59" y="81"/>
                      </a:cubicBezTo>
                      <a:cubicBezTo>
                        <a:pt x="65" y="81"/>
                        <a:pt x="67" y="76"/>
                        <a:pt x="68" y="71"/>
                      </a:cubicBezTo>
                      <a:cubicBezTo>
                        <a:pt x="67" y="65"/>
                        <a:pt x="63" y="64"/>
                        <a:pt x="59" y="62"/>
                      </a:cubicBezTo>
                      <a:cubicBezTo>
                        <a:pt x="53" y="59"/>
                        <a:pt x="51" y="60"/>
                        <a:pt x="44" y="60"/>
                      </a:cubicBezTo>
                      <a:cubicBezTo>
                        <a:pt x="43" y="60"/>
                        <a:pt x="43" y="60"/>
                        <a:pt x="42" y="60"/>
                      </a:cubicBezTo>
                      <a:cubicBezTo>
                        <a:pt x="40" y="59"/>
                        <a:pt x="36" y="56"/>
                        <a:pt x="36" y="53"/>
                      </a:cubicBezTo>
                      <a:cubicBezTo>
                        <a:pt x="36" y="51"/>
                        <a:pt x="45" y="44"/>
                        <a:pt x="48" y="42"/>
                      </a:cubicBezTo>
                      <a:cubicBezTo>
                        <a:pt x="50" y="41"/>
                        <a:pt x="59" y="34"/>
                        <a:pt x="59" y="32"/>
                      </a:cubicBezTo>
                      <a:cubicBezTo>
                        <a:pt x="59" y="30"/>
                        <a:pt x="59" y="30"/>
                        <a:pt x="59" y="30"/>
                      </a:cubicBezTo>
                      <a:cubicBezTo>
                        <a:pt x="59" y="29"/>
                        <a:pt x="59" y="29"/>
                        <a:pt x="59" y="29"/>
                      </a:cubicBezTo>
                      <a:cubicBezTo>
                        <a:pt x="54" y="26"/>
                        <a:pt x="54" y="26"/>
                        <a:pt x="54" y="26"/>
                      </a:cubicBezTo>
                      <a:cubicBezTo>
                        <a:pt x="53" y="27"/>
                        <a:pt x="53" y="27"/>
                        <a:pt x="51" y="27"/>
                      </a:cubicBezTo>
                      <a:cubicBezTo>
                        <a:pt x="50" y="27"/>
                        <a:pt x="50" y="27"/>
                        <a:pt x="50" y="27"/>
                      </a:cubicBezTo>
                      <a:cubicBezTo>
                        <a:pt x="46" y="32"/>
                        <a:pt x="46" y="30"/>
                        <a:pt x="41" y="33"/>
                      </a:cubicBezTo>
                      <a:cubicBezTo>
                        <a:pt x="40" y="31"/>
                        <a:pt x="39" y="30"/>
                        <a:pt x="38" y="28"/>
                      </a:cubicBezTo>
                      <a:cubicBezTo>
                        <a:pt x="38" y="27"/>
                        <a:pt x="38" y="27"/>
                        <a:pt x="38" y="27"/>
                      </a:cubicBezTo>
                      <a:lnTo>
                        <a:pt x="38" y="16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0" name="ísḷïďè"/>
                <p:cNvSpPr/>
                <p:nvPr/>
              </p:nvSpPr>
              <p:spPr bwMode="auto">
                <a:xfrm>
                  <a:off x="4518026" y="3506788"/>
                  <a:ext cx="53975" cy="71438"/>
                </a:xfrm>
                <a:custGeom>
                  <a:avLst/>
                  <a:gdLst>
                    <a:gd name="T0" fmla="*/ 14 w 16"/>
                    <a:gd name="T1" fmla="*/ 17 h 21"/>
                    <a:gd name="T2" fmla="*/ 16 w 16"/>
                    <a:gd name="T3" fmla="*/ 12 h 21"/>
                    <a:gd name="T4" fmla="*/ 11 w 16"/>
                    <a:gd name="T5" fmla="*/ 5 h 21"/>
                    <a:gd name="T6" fmla="*/ 5 w 16"/>
                    <a:gd name="T7" fmla="*/ 0 h 21"/>
                    <a:gd name="T8" fmla="*/ 2 w 16"/>
                    <a:gd name="T9" fmla="*/ 4 h 21"/>
                    <a:gd name="T10" fmla="*/ 2 w 16"/>
                    <a:gd name="T11" fmla="*/ 5 h 21"/>
                    <a:gd name="T12" fmla="*/ 2 w 16"/>
                    <a:gd name="T13" fmla="*/ 8 h 21"/>
                    <a:gd name="T14" fmla="*/ 2 w 16"/>
                    <a:gd name="T15" fmla="*/ 9 h 21"/>
                    <a:gd name="T16" fmla="*/ 0 w 16"/>
                    <a:gd name="T17" fmla="*/ 17 h 21"/>
                    <a:gd name="T18" fmla="*/ 3 w 16"/>
                    <a:gd name="T19" fmla="*/ 21 h 21"/>
                    <a:gd name="T20" fmla="*/ 4 w 16"/>
                    <a:gd name="T21" fmla="*/ 21 h 21"/>
                    <a:gd name="T22" fmla="*/ 5 w 16"/>
                    <a:gd name="T23" fmla="*/ 21 h 21"/>
                    <a:gd name="T24" fmla="*/ 14 w 16"/>
                    <a:gd name="T25" fmla="*/ 17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6" h="21">
                      <a:moveTo>
                        <a:pt x="14" y="17"/>
                      </a:moveTo>
                      <a:cubicBezTo>
                        <a:pt x="14" y="15"/>
                        <a:pt x="16" y="13"/>
                        <a:pt x="16" y="12"/>
                      </a:cubicBezTo>
                      <a:cubicBezTo>
                        <a:pt x="16" y="11"/>
                        <a:pt x="12" y="7"/>
                        <a:pt x="11" y="5"/>
                      </a:cubicBezTo>
                      <a:cubicBezTo>
                        <a:pt x="11" y="3"/>
                        <a:pt x="8" y="0"/>
                        <a:pt x="5" y="0"/>
                      </a:cubicBezTo>
                      <a:cubicBezTo>
                        <a:pt x="4" y="0"/>
                        <a:pt x="3" y="3"/>
                        <a:pt x="2" y="4"/>
                      </a:cubicBezTo>
                      <a:cubicBezTo>
                        <a:pt x="2" y="5"/>
                        <a:pt x="2" y="5"/>
                        <a:pt x="2" y="5"/>
                      </a:cubicBezTo>
                      <a:cubicBezTo>
                        <a:pt x="2" y="8"/>
                        <a:pt x="2" y="8"/>
                        <a:pt x="2" y="8"/>
                      </a:cubicBezTo>
                      <a:cubicBezTo>
                        <a:pt x="2" y="9"/>
                        <a:pt x="2" y="9"/>
                        <a:pt x="2" y="9"/>
                      </a:cubicBezTo>
                      <a:cubicBezTo>
                        <a:pt x="1" y="11"/>
                        <a:pt x="0" y="14"/>
                        <a:pt x="0" y="17"/>
                      </a:cubicBezTo>
                      <a:cubicBezTo>
                        <a:pt x="0" y="19"/>
                        <a:pt x="1" y="20"/>
                        <a:pt x="3" y="21"/>
                      </a:cubicBezTo>
                      <a:cubicBezTo>
                        <a:pt x="4" y="21"/>
                        <a:pt x="4" y="21"/>
                        <a:pt x="4" y="21"/>
                      </a:cubicBezTo>
                      <a:cubicBezTo>
                        <a:pt x="5" y="21"/>
                        <a:pt x="5" y="21"/>
                        <a:pt x="5" y="21"/>
                      </a:cubicBezTo>
                      <a:cubicBezTo>
                        <a:pt x="7" y="21"/>
                        <a:pt x="11" y="17"/>
                        <a:pt x="14" y="17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1" name="îṧļîḓé"/>
                <p:cNvSpPr/>
                <p:nvPr/>
              </p:nvSpPr>
              <p:spPr bwMode="auto">
                <a:xfrm>
                  <a:off x="5319713" y="3133725"/>
                  <a:ext cx="222250" cy="500063"/>
                </a:xfrm>
                <a:custGeom>
                  <a:avLst/>
                  <a:gdLst>
                    <a:gd name="T0" fmla="*/ 47 w 67"/>
                    <a:gd name="T1" fmla="*/ 96 h 150"/>
                    <a:gd name="T2" fmla="*/ 51 w 67"/>
                    <a:gd name="T3" fmla="*/ 96 h 150"/>
                    <a:gd name="T4" fmla="*/ 46 w 67"/>
                    <a:gd name="T5" fmla="*/ 114 h 150"/>
                    <a:gd name="T6" fmla="*/ 42 w 67"/>
                    <a:gd name="T7" fmla="*/ 113 h 150"/>
                    <a:gd name="T8" fmla="*/ 39 w 67"/>
                    <a:gd name="T9" fmla="*/ 108 h 150"/>
                    <a:gd name="T10" fmla="*/ 21 w 67"/>
                    <a:gd name="T11" fmla="*/ 78 h 150"/>
                    <a:gd name="T12" fmla="*/ 29 w 67"/>
                    <a:gd name="T13" fmla="*/ 73 h 150"/>
                    <a:gd name="T14" fmla="*/ 32 w 67"/>
                    <a:gd name="T15" fmla="*/ 74 h 150"/>
                    <a:gd name="T16" fmla="*/ 32 w 67"/>
                    <a:gd name="T17" fmla="*/ 77 h 150"/>
                    <a:gd name="T18" fmla="*/ 32 w 67"/>
                    <a:gd name="T19" fmla="*/ 79 h 150"/>
                    <a:gd name="T20" fmla="*/ 21 w 67"/>
                    <a:gd name="T21" fmla="*/ 78 h 150"/>
                    <a:gd name="T22" fmla="*/ 53 w 67"/>
                    <a:gd name="T23" fmla="*/ 118 h 150"/>
                    <a:gd name="T24" fmla="*/ 66 w 67"/>
                    <a:gd name="T25" fmla="*/ 108 h 150"/>
                    <a:gd name="T26" fmla="*/ 60 w 67"/>
                    <a:gd name="T27" fmla="*/ 98 h 150"/>
                    <a:gd name="T28" fmla="*/ 51 w 67"/>
                    <a:gd name="T29" fmla="*/ 82 h 150"/>
                    <a:gd name="T30" fmla="*/ 47 w 67"/>
                    <a:gd name="T31" fmla="*/ 71 h 150"/>
                    <a:gd name="T32" fmla="*/ 60 w 67"/>
                    <a:gd name="T33" fmla="*/ 58 h 150"/>
                    <a:gd name="T34" fmla="*/ 53 w 67"/>
                    <a:gd name="T35" fmla="*/ 52 h 150"/>
                    <a:gd name="T36" fmla="*/ 44 w 67"/>
                    <a:gd name="T37" fmla="*/ 50 h 150"/>
                    <a:gd name="T38" fmla="*/ 48 w 67"/>
                    <a:gd name="T39" fmla="*/ 38 h 150"/>
                    <a:gd name="T40" fmla="*/ 66 w 67"/>
                    <a:gd name="T41" fmla="*/ 17 h 150"/>
                    <a:gd name="T42" fmla="*/ 66 w 67"/>
                    <a:gd name="T43" fmla="*/ 13 h 150"/>
                    <a:gd name="T44" fmla="*/ 56 w 67"/>
                    <a:gd name="T45" fmla="*/ 1 h 150"/>
                    <a:gd name="T46" fmla="*/ 55 w 67"/>
                    <a:gd name="T47" fmla="*/ 7 h 150"/>
                    <a:gd name="T48" fmla="*/ 50 w 67"/>
                    <a:gd name="T49" fmla="*/ 18 h 150"/>
                    <a:gd name="T50" fmla="*/ 42 w 67"/>
                    <a:gd name="T51" fmla="*/ 15 h 150"/>
                    <a:gd name="T52" fmla="*/ 40 w 67"/>
                    <a:gd name="T53" fmla="*/ 15 h 150"/>
                    <a:gd name="T54" fmla="*/ 41 w 67"/>
                    <a:gd name="T55" fmla="*/ 26 h 150"/>
                    <a:gd name="T56" fmla="*/ 41 w 67"/>
                    <a:gd name="T57" fmla="*/ 30 h 150"/>
                    <a:gd name="T58" fmla="*/ 37 w 67"/>
                    <a:gd name="T59" fmla="*/ 33 h 150"/>
                    <a:gd name="T60" fmla="*/ 30 w 67"/>
                    <a:gd name="T61" fmla="*/ 29 h 150"/>
                    <a:gd name="T62" fmla="*/ 9 w 67"/>
                    <a:gd name="T63" fmla="*/ 50 h 150"/>
                    <a:gd name="T64" fmla="*/ 4 w 67"/>
                    <a:gd name="T65" fmla="*/ 59 h 150"/>
                    <a:gd name="T66" fmla="*/ 23 w 67"/>
                    <a:gd name="T67" fmla="*/ 51 h 150"/>
                    <a:gd name="T68" fmla="*/ 30 w 67"/>
                    <a:gd name="T69" fmla="*/ 58 h 150"/>
                    <a:gd name="T70" fmla="*/ 26 w 67"/>
                    <a:gd name="T71" fmla="*/ 65 h 150"/>
                    <a:gd name="T72" fmla="*/ 19 w 67"/>
                    <a:gd name="T73" fmla="*/ 64 h 150"/>
                    <a:gd name="T74" fmla="*/ 16 w 67"/>
                    <a:gd name="T75" fmla="*/ 67 h 150"/>
                    <a:gd name="T76" fmla="*/ 16 w 67"/>
                    <a:gd name="T77" fmla="*/ 72 h 150"/>
                    <a:gd name="T78" fmla="*/ 3 w 67"/>
                    <a:gd name="T79" fmla="*/ 105 h 150"/>
                    <a:gd name="T80" fmla="*/ 6 w 67"/>
                    <a:gd name="T81" fmla="*/ 110 h 150"/>
                    <a:gd name="T82" fmla="*/ 9 w 67"/>
                    <a:gd name="T83" fmla="*/ 111 h 150"/>
                    <a:gd name="T84" fmla="*/ 24 w 67"/>
                    <a:gd name="T85" fmla="*/ 89 h 150"/>
                    <a:gd name="T86" fmla="*/ 32 w 67"/>
                    <a:gd name="T87" fmla="*/ 93 h 150"/>
                    <a:gd name="T88" fmla="*/ 32 w 67"/>
                    <a:gd name="T89" fmla="*/ 96 h 150"/>
                    <a:gd name="T90" fmla="*/ 29 w 67"/>
                    <a:gd name="T91" fmla="*/ 113 h 150"/>
                    <a:gd name="T92" fmla="*/ 29 w 67"/>
                    <a:gd name="T93" fmla="*/ 115 h 150"/>
                    <a:gd name="T94" fmla="*/ 22 w 67"/>
                    <a:gd name="T95" fmla="*/ 122 h 150"/>
                    <a:gd name="T96" fmla="*/ 10 w 67"/>
                    <a:gd name="T97" fmla="*/ 124 h 150"/>
                    <a:gd name="T98" fmla="*/ 15 w 67"/>
                    <a:gd name="T99" fmla="*/ 144 h 150"/>
                    <a:gd name="T100" fmla="*/ 17 w 67"/>
                    <a:gd name="T101" fmla="*/ 150 h 150"/>
                    <a:gd name="T102" fmla="*/ 38 w 67"/>
                    <a:gd name="T103" fmla="*/ 125 h 1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67" h="150">
                      <a:moveTo>
                        <a:pt x="39" y="107"/>
                      </a:moveTo>
                      <a:cubicBezTo>
                        <a:pt x="39" y="103"/>
                        <a:pt x="44" y="96"/>
                        <a:pt x="47" y="96"/>
                      </a:cubicBezTo>
                      <a:cubicBezTo>
                        <a:pt x="50" y="96"/>
                        <a:pt x="50" y="96"/>
                        <a:pt x="50" y="96"/>
                      </a:cubicBezTo>
                      <a:cubicBezTo>
                        <a:pt x="51" y="96"/>
                        <a:pt x="51" y="96"/>
                        <a:pt x="51" y="96"/>
                      </a:cubicBezTo>
                      <a:cubicBezTo>
                        <a:pt x="53" y="98"/>
                        <a:pt x="55" y="101"/>
                        <a:pt x="55" y="104"/>
                      </a:cubicBezTo>
                      <a:cubicBezTo>
                        <a:pt x="55" y="108"/>
                        <a:pt x="49" y="112"/>
                        <a:pt x="46" y="114"/>
                      </a:cubicBezTo>
                      <a:cubicBezTo>
                        <a:pt x="45" y="114"/>
                        <a:pt x="45" y="113"/>
                        <a:pt x="43" y="113"/>
                      </a:cubicBezTo>
                      <a:cubicBezTo>
                        <a:pt x="42" y="113"/>
                        <a:pt x="42" y="113"/>
                        <a:pt x="42" y="113"/>
                      </a:cubicBezTo>
                      <a:cubicBezTo>
                        <a:pt x="39" y="109"/>
                        <a:pt x="39" y="109"/>
                        <a:pt x="39" y="109"/>
                      </a:cubicBezTo>
                      <a:cubicBezTo>
                        <a:pt x="39" y="108"/>
                        <a:pt x="39" y="108"/>
                        <a:pt x="39" y="108"/>
                      </a:cubicBezTo>
                      <a:cubicBezTo>
                        <a:pt x="39" y="107"/>
                        <a:pt x="39" y="107"/>
                        <a:pt x="39" y="107"/>
                      </a:cubicBezTo>
                      <a:close/>
                      <a:moveTo>
                        <a:pt x="21" y="78"/>
                      </a:moveTo>
                      <a:cubicBezTo>
                        <a:pt x="21" y="77"/>
                        <a:pt x="25" y="73"/>
                        <a:pt x="26" y="73"/>
                      </a:cubicBezTo>
                      <a:cubicBezTo>
                        <a:pt x="27" y="73"/>
                        <a:pt x="27" y="73"/>
                        <a:pt x="29" y="73"/>
                      </a:cubicBezTo>
                      <a:cubicBezTo>
                        <a:pt x="30" y="73"/>
                        <a:pt x="30" y="73"/>
                        <a:pt x="30" y="73"/>
                      </a:cubicBezTo>
                      <a:cubicBezTo>
                        <a:pt x="32" y="74"/>
                        <a:pt x="32" y="74"/>
                        <a:pt x="32" y="74"/>
                      </a:cubicBezTo>
                      <a:cubicBezTo>
                        <a:pt x="32" y="76"/>
                        <a:pt x="32" y="76"/>
                        <a:pt x="32" y="76"/>
                      </a:cubicBezTo>
                      <a:cubicBezTo>
                        <a:pt x="32" y="77"/>
                        <a:pt x="32" y="77"/>
                        <a:pt x="32" y="77"/>
                      </a:cubicBezTo>
                      <a:cubicBezTo>
                        <a:pt x="32" y="78"/>
                        <a:pt x="32" y="78"/>
                        <a:pt x="32" y="78"/>
                      </a:cubicBezTo>
                      <a:cubicBezTo>
                        <a:pt x="32" y="79"/>
                        <a:pt x="32" y="79"/>
                        <a:pt x="32" y="79"/>
                      </a:cubicBezTo>
                      <a:cubicBezTo>
                        <a:pt x="31" y="82"/>
                        <a:pt x="29" y="83"/>
                        <a:pt x="25" y="83"/>
                      </a:cubicBezTo>
                      <a:cubicBezTo>
                        <a:pt x="23" y="83"/>
                        <a:pt x="21" y="81"/>
                        <a:pt x="21" y="78"/>
                      </a:cubicBezTo>
                      <a:close/>
                      <a:moveTo>
                        <a:pt x="38" y="125"/>
                      </a:moveTo>
                      <a:cubicBezTo>
                        <a:pt x="43" y="122"/>
                        <a:pt x="47" y="120"/>
                        <a:pt x="53" y="118"/>
                      </a:cubicBezTo>
                      <a:cubicBezTo>
                        <a:pt x="57" y="116"/>
                        <a:pt x="57" y="116"/>
                        <a:pt x="60" y="114"/>
                      </a:cubicBezTo>
                      <a:cubicBezTo>
                        <a:pt x="64" y="111"/>
                        <a:pt x="63" y="110"/>
                        <a:pt x="66" y="108"/>
                      </a:cubicBezTo>
                      <a:cubicBezTo>
                        <a:pt x="67" y="104"/>
                        <a:pt x="67" y="104"/>
                        <a:pt x="67" y="104"/>
                      </a:cubicBezTo>
                      <a:cubicBezTo>
                        <a:pt x="64" y="100"/>
                        <a:pt x="64" y="101"/>
                        <a:pt x="60" y="98"/>
                      </a:cubicBezTo>
                      <a:cubicBezTo>
                        <a:pt x="58" y="96"/>
                        <a:pt x="55" y="95"/>
                        <a:pt x="54" y="92"/>
                      </a:cubicBezTo>
                      <a:cubicBezTo>
                        <a:pt x="53" y="88"/>
                        <a:pt x="53" y="84"/>
                        <a:pt x="51" y="82"/>
                      </a:cubicBezTo>
                      <a:cubicBezTo>
                        <a:pt x="49" y="79"/>
                        <a:pt x="47" y="77"/>
                        <a:pt x="47" y="73"/>
                      </a:cubicBezTo>
                      <a:cubicBezTo>
                        <a:pt x="47" y="72"/>
                        <a:pt x="47" y="72"/>
                        <a:pt x="47" y="71"/>
                      </a:cubicBezTo>
                      <a:cubicBezTo>
                        <a:pt x="49" y="67"/>
                        <a:pt x="47" y="67"/>
                        <a:pt x="53" y="64"/>
                      </a:cubicBezTo>
                      <a:cubicBezTo>
                        <a:pt x="55" y="64"/>
                        <a:pt x="60" y="60"/>
                        <a:pt x="60" y="58"/>
                      </a:cubicBezTo>
                      <a:cubicBezTo>
                        <a:pt x="60" y="55"/>
                        <a:pt x="60" y="55"/>
                        <a:pt x="60" y="55"/>
                      </a:cubicBezTo>
                      <a:cubicBezTo>
                        <a:pt x="60" y="53"/>
                        <a:pt x="56" y="51"/>
                        <a:pt x="53" y="52"/>
                      </a:cubicBezTo>
                      <a:cubicBezTo>
                        <a:pt x="47" y="52"/>
                        <a:pt x="47" y="52"/>
                        <a:pt x="47" y="52"/>
                      </a:cubicBezTo>
                      <a:cubicBezTo>
                        <a:pt x="46" y="52"/>
                        <a:pt x="45" y="51"/>
                        <a:pt x="44" y="50"/>
                      </a:cubicBezTo>
                      <a:cubicBezTo>
                        <a:pt x="44" y="47"/>
                        <a:pt x="44" y="47"/>
                        <a:pt x="44" y="47"/>
                      </a:cubicBezTo>
                      <a:cubicBezTo>
                        <a:pt x="44" y="44"/>
                        <a:pt x="47" y="41"/>
                        <a:pt x="48" y="38"/>
                      </a:cubicBezTo>
                      <a:cubicBezTo>
                        <a:pt x="49" y="34"/>
                        <a:pt x="50" y="33"/>
                        <a:pt x="53" y="30"/>
                      </a:cubicBezTo>
                      <a:cubicBezTo>
                        <a:pt x="56" y="27"/>
                        <a:pt x="66" y="22"/>
                        <a:pt x="66" y="17"/>
                      </a:cubicBezTo>
                      <a:cubicBezTo>
                        <a:pt x="66" y="14"/>
                        <a:pt x="66" y="14"/>
                        <a:pt x="66" y="14"/>
                      </a:cubicBezTo>
                      <a:cubicBezTo>
                        <a:pt x="66" y="13"/>
                        <a:pt x="66" y="13"/>
                        <a:pt x="66" y="13"/>
                      </a:cubicBezTo>
                      <a:cubicBezTo>
                        <a:pt x="65" y="10"/>
                        <a:pt x="62" y="0"/>
                        <a:pt x="58" y="0"/>
                      </a:cubicBezTo>
                      <a:cubicBezTo>
                        <a:pt x="57" y="0"/>
                        <a:pt x="57" y="0"/>
                        <a:pt x="56" y="1"/>
                      </a:cubicBezTo>
                      <a:cubicBezTo>
                        <a:pt x="56" y="3"/>
                        <a:pt x="55" y="3"/>
                        <a:pt x="55" y="5"/>
                      </a:cubicBezTo>
                      <a:cubicBezTo>
                        <a:pt x="55" y="7"/>
                        <a:pt x="55" y="7"/>
                        <a:pt x="55" y="7"/>
                      </a:cubicBezTo>
                      <a:cubicBezTo>
                        <a:pt x="55" y="11"/>
                        <a:pt x="53" y="15"/>
                        <a:pt x="51" y="18"/>
                      </a:cubicBezTo>
                      <a:cubicBezTo>
                        <a:pt x="50" y="18"/>
                        <a:pt x="50" y="18"/>
                        <a:pt x="50" y="18"/>
                      </a:cubicBezTo>
                      <a:cubicBezTo>
                        <a:pt x="48" y="18"/>
                        <a:pt x="48" y="18"/>
                        <a:pt x="47" y="19"/>
                      </a:cubicBezTo>
                      <a:cubicBezTo>
                        <a:pt x="42" y="15"/>
                        <a:pt x="42" y="15"/>
                        <a:pt x="42" y="15"/>
                      </a:cubicBezTo>
                      <a:cubicBezTo>
                        <a:pt x="41" y="15"/>
                        <a:pt x="41" y="15"/>
                        <a:pt x="41" y="15"/>
                      </a:cubicBezTo>
                      <a:cubicBezTo>
                        <a:pt x="40" y="15"/>
                        <a:pt x="40" y="15"/>
                        <a:pt x="40" y="15"/>
                      </a:cubicBezTo>
                      <a:cubicBezTo>
                        <a:pt x="39" y="15"/>
                        <a:pt x="38" y="16"/>
                        <a:pt x="38" y="17"/>
                      </a:cubicBezTo>
                      <a:cubicBezTo>
                        <a:pt x="38" y="19"/>
                        <a:pt x="41" y="22"/>
                        <a:pt x="41" y="26"/>
                      </a:cubicBezTo>
                      <a:cubicBezTo>
                        <a:pt x="41" y="29"/>
                        <a:pt x="41" y="29"/>
                        <a:pt x="41" y="29"/>
                      </a:cubicBezTo>
                      <a:cubicBezTo>
                        <a:pt x="41" y="30"/>
                        <a:pt x="41" y="30"/>
                        <a:pt x="41" y="30"/>
                      </a:cubicBezTo>
                      <a:cubicBezTo>
                        <a:pt x="38" y="33"/>
                        <a:pt x="38" y="33"/>
                        <a:pt x="38" y="33"/>
                      </a:cubicBezTo>
                      <a:cubicBezTo>
                        <a:pt x="37" y="33"/>
                        <a:pt x="37" y="33"/>
                        <a:pt x="37" y="33"/>
                      </a:cubicBezTo>
                      <a:cubicBezTo>
                        <a:pt x="35" y="33"/>
                        <a:pt x="35" y="34"/>
                        <a:pt x="34" y="34"/>
                      </a:cubicBezTo>
                      <a:cubicBezTo>
                        <a:pt x="32" y="33"/>
                        <a:pt x="31" y="31"/>
                        <a:pt x="30" y="29"/>
                      </a:cubicBezTo>
                      <a:cubicBezTo>
                        <a:pt x="24" y="29"/>
                        <a:pt x="30" y="41"/>
                        <a:pt x="19" y="45"/>
                      </a:cubicBezTo>
                      <a:cubicBezTo>
                        <a:pt x="16" y="46"/>
                        <a:pt x="12" y="48"/>
                        <a:pt x="9" y="50"/>
                      </a:cubicBezTo>
                      <a:cubicBezTo>
                        <a:pt x="6" y="51"/>
                        <a:pt x="1" y="53"/>
                        <a:pt x="0" y="55"/>
                      </a:cubicBezTo>
                      <a:cubicBezTo>
                        <a:pt x="1" y="58"/>
                        <a:pt x="1" y="57"/>
                        <a:pt x="4" y="59"/>
                      </a:cubicBezTo>
                      <a:cubicBezTo>
                        <a:pt x="6" y="59"/>
                        <a:pt x="6" y="59"/>
                        <a:pt x="6" y="59"/>
                      </a:cubicBezTo>
                      <a:cubicBezTo>
                        <a:pt x="10" y="59"/>
                        <a:pt x="20" y="51"/>
                        <a:pt x="23" y="51"/>
                      </a:cubicBezTo>
                      <a:cubicBezTo>
                        <a:pt x="25" y="51"/>
                        <a:pt x="24" y="51"/>
                        <a:pt x="27" y="52"/>
                      </a:cubicBezTo>
                      <a:cubicBezTo>
                        <a:pt x="29" y="54"/>
                        <a:pt x="29" y="55"/>
                        <a:pt x="30" y="58"/>
                      </a:cubicBezTo>
                      <a:cubicBezTo>
                        <a:pt x="30" y="59"/>
                        <a:pt x="30" y="59"/>
                        <a:pt x="30" y="59"/>
                      </a:cubicBezTo>
                      <a:cubicBezTo>
                        <a:pt x="30" y="62"/>
                        <a:pt x="28" y="64"/>
                        <a:pt x="26" y="65"/>
                      </a:cubicBezTo>
                      <a:cubicBezTo>
                        <a:pt x="21" y="64"/>
                        <a:pt x="21" y="64"/>
                        <a:pt x="21" y="64"/>
                      </a:cubicBezTo>
                      <a:cubicBezTo>
                        <a:pt x="20" y="64"/>
                        <a:pt x="20" y="64"/>
                        <a:pt x="19" y="64"/>
                      </a:cubicBezTo>
                      <a:cubicBezTo>
                        <a:pt x="18" y="64"/>
                        <a:pt x="18" y="64"/>
                        <a:pt x="18" y="64"/>
                      </a:cubicBezTo>
                      <a:cubicBezTo>
                        <a:pt x="16" y="67"/>
                        <a:pt x="16" y="67"/>
                        <a:pt x="16" y="67"/>
                      </a:cubicBezTo>
                      <a:cubicBezTo>
                        <a:pt x="16" y="68"/>
                        <a:pt x="16" y="68"/>
                        <a:pt x="16" y="68"/>
                      </a:cubicBezTo>
                      <a:cubicBezTo>
                        <a:pt x="16" y="72"/>
                        <a:pt x="16" y="72"/>
                        <a:pt x="16" y="72"/>
                      </a:cubicBezTo>
                      <a:cubicBezTo>
                        <a:pt x="16" y="78"/>
                        <a:pt x="13" y="85"/>
                        <a:pt x="11" y="90"/>
                      </a:cubicBezTo>
                      <a:cubicBezTo>
                        <a:pt x="9" y="94"/>
                        <a:pt x="3" y="100"/>
                        <a:pt x="3" y="105"/>
                      </a:cubicBezTo>
                      <a:cubicBezTo>
                        <a:pt x="3" y="106"/>
                        <a:pt x="4" y="109"/>
                        <a:pt x="5" y="110"/>
                      </a:cubicBezTo>
                      <a:cubicBezTo>
                        <a:pt x="6" y="110"/>
                        <a:pt x="6" y="110"/>
                        <a:pt x="6" y="110"/>
                      </a:cubicBezTo>
                      <a:cubicBezTo>
                        <a:pt x="7" y="110"/>
                        <a:pt x="7" y="110"/>
                        <a:pt x="7" y="110"/>
                      </a:cubicBezTo>
                      <a:cubicBezTo>
                        <a:pt x="9" y="110"/>
                        <a:pt x="8" y="110"/>
                        <a:pt x="9" y="111"/>
                      </a:cubicBezTo>
                      <a:cubicBezTo>
                        <a:pt x="11" y="109"/>
                        <a:pt x="15" y="101"/>
                        <a:pt x="15" y="98"/>
                      </a:cubicBezTo>
                      <a:cubicBezTo>
                        <a:pt x="17" y="94"/>
                        <a:pt x="20" y="89"/>
                        <a:pt x="24" y="89"/>
                      </a:cubicBezTo>
                      <a:cubicBezTo>
                        <a:pt x="25" y="89"/>
                        <a:pt x="25" y="89"/>
                        <a:pt x="26" y="88"/>
                      </a:cubicBezTo>
                      <a:cubicBezTo>
                        <a:pt x="28" y="90"/>
                        <a:pt x="32" y="90"/>
                        <a:pt x="32" y="93"/>
                      </a:cubicBezTo>
                      <a:cubicBezTo>
                        <a:pt x="32" y="94"/>
                        <a:pt x="32" y="94"/>
                        <a:pt x="32" y="94"/>
                      </a:cubicBezTo>
                      <a:cubicBezTo>
                        <a:pt x="32" y="96"/>
                        <a:pt x="32" y="96"/>
                        <a:pt x="32" y="96"/>
                      </a:cubicBezTo>
                      <a:cubicBezTo>
                        <a:pt x="28" y="102"/>
                        <a:pt x="25" y="101"/>
                        <a:pt x="23" y="104"/>
                      </a:cubicBezTo>
                      <a:cubicBezTo>
                        <a:pt x="26" y="109"/>
                        <a:pt x="27" y="108"/>
                        <a:pt x="29" y="113"/>
                      </a:cubicBezTo>
                      <a:cubicBezTo>
                        <a:pt x="29" y="114"/>
                        <a:pt x="29" y="114"/>
                        <a:pt x="29" y="114"/>
                      </a:cubicBezTo>
                      <a:cubicBezTo>
                        <a:pt x="29" y="115"/>
                        <a:pt x="29" y="115"/>
                        <a:pt x="29" y="115"/>
                      </a:cubicBezTo>
                      <a:cubicBezTo>
                        <a:pt x="29" y="116"/>
                        <a:pt x="29" y="116"/>
                        <a:pt x="29" y="116"/>
                      </a:cubicBezTo>
                      <a:cubicBezTo>
                        <a:pt x="28" y="119"/>
                        <a:pt x="26" y="123"/>
                        <a:pt x="22" y="122"/>
                      </a:cubicBezTo>
                      <a:cubicBezTo>
                        <a:pt x="15" y="122"/>
                        <a:pt x="15" y="122"/>
                        <a:pt x="15" y="122"/>
                      </a:cubicBezTo>
                      <a:cubicBezTo>
                        <a:pt x="14" y="122"/>
                        <a:pt x="11" y="124"/>
                        <a:pt x="10" y="124"/>
                      </a:cubicBezTo>
                      <a:cubicBezTo>
                        <a:pt x="13" y="127"/>
                        <a:pt x="23" y="129"/>
                        <a:pt x="23" y="133"/>
                      </a:cubicBezTo>
                      <a:cubicBezTo>
                        <a:pt x="23" y="137"/>
                        <a:pt x="18" y="142"/>
                        <a:pt x="15" y="144"/>
                      </a:cubicBezTo>
                      <a:cubicBezTo>
                        <a:pt x="15" y="150"/>
                        <a:pt x="15" y="150"/>
                        <a:pt x="15" y="150"/>
                      </a:cubicBezTo>
                      <a:cubicBezTo>
                        <a:pt x="17" y="150"/>
                        <a:pt x="17" y="150"/>
                        <a:pt x="17" y="150"/>
                      </a:cubicBezTo>
                      <a:cubicBezTo>
                        <a:pt x="20" y="150"/>
                        <a:pt x="27" y="141"/>
                        <a:pt x="29" y="139"/>
                      </a:cubicBezTo>
                      <a:cubicBezTo>
                        <a:pt x="33" y="135"/>
                        <a:pt x="34" y="129"/>
                        <a:pt x="38" y="12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2" name="iSļïḑé"/>
                <p:cNvSpPr/>
                <p:nvPr/>
              </p:nvSpPr>
              <p:spPr bwMode="auto">
                <a:xfrm>
                  <a:off x="4422776" y="3106738"/>
                  <a:ext cx="412750" cy="596900"/>
                </a:xfrm>
                <a:custGeom>
                  <a:avLst/>
                  <a:gdLst>
                    <a:gd name="T0" fmla="*/ 63 w 125"/>
                    <a:gd name="T1" fmla="*/ 83 h 179"/>
                    <a:gd name="T2" fmla="*/ 69 w 125"/>
                    <a:gd name="T3" fmla="*/ 84 h 179"/>
                    <a:gd name="T4" fmla="*/ 71 w 125"/>
                    <a:gd name="T5" fmla="*/ 95 h 179"/>
                    <a:gd name="T6" fmla="*/ 56 w 125"/>
                    <a:gd name="T7" fmla="*/ 91 h 179"/>
                    <a:gd name="T8" fmla="*/ 77 w 125"/>
                    <a:gd name="T9" fmla="*/ 77 h 179"/>
                    <a:gd name="T10" fmla="*/ 90 w 125"/>
                    <a:gd name="T11" fmla="*/ 82 h 179"/>
                    <a:gd name="T12" fmla="*/ 93 w 125"/>
                    <a:gd name="T13" fmla="*/ 96 h 179"/>
                    <a:gd name="T14" fmla="*/ 88 w 125"/>
                    <a:gd name="T15" fmla="*/ 106 h 179"/>
                    <a:gd name="T16" fmla="*/ 75 w 125"/>
                    <a:gd name="T17" fmla="*/ 89 h 179"/>
                    <a:gd name="T18" fmla="*/ 91 w 125"/>
                    <a:gd name="T19" fmla="*/ 29 h 179"/>
                    <a:gd name="T20" fmla="*/ 95 w 125"/>
                    <a:gd name="T21" fmla="*/ 4 h 179"/>
                    <a:gd name="T22" fmla="*/ 92 w 125"/>
                    <a:gd name="T23" fmla="*/ 0 h 179"/>
                    <a:gd name="T24" fmla="*/ 86 w 125"/>
                    <a:gd name="T25" fmla="*/ 0 h 179"/>
                    <a:gd name="T26" fmla="*/ 80 w 125"/>
                    <a:gd name="T27" fmla="*/ 7 h 179"/>
                    <a:gd name="T28" fmla="*/ 83 w 125"/>
                    <a:gd name="T29" fmla="*/ 30 h 179"/>
                    <a:gd name="T30" fmla="*/ 86 w 125"/>
                    <a:gd name="T31" fmla="*/ 50 h 179"/>
                    <a:gd name="T32" fmla="*/ 46 w 125"/>
                    <a:gd name="T33" fmla="*/ 84 h 179"/>
                    <a:gd name="T34" fmla="*/ 0 w 125"/>
                    <a:gd name="T35" fmla="*/ 99 h 179"/>
                    <a:gd name="T36" fmla="*/ 13 w 125"/>
                    <a:gd name="T37" fmla="*/ 108 h 179"/>
                    <a:gd name="T38" fmla="*/ 30 w 125"/>
                    <a:gd name="T39" fmla="*/ 100 h 179"/>
                    <a:gd name="T40" fmla="*/ 47 w 125"/>
                    <a:gd name="T41" fmla="*/ 92 h 179"/>
                    <a:gd name="T42" fmla="*/ 51 w 125"/>
                    <a:gd name="T43" fmla="*/ 109 h 179"/>
                    <a:gd name="T44" fmla="*/ 50 w 125"/>
                    <a:gd name="T45" fmla="*/ 118 h 179"/>
                    <a:gd name="T46" fmla="*/ 54 w 125"/>
                    <a:gd name="T47" fmla="*/ 125 h 179"/>
                    <a:gd name="T48" fmla="*/ 62 w 125"/>
                    <a:gd name="T49" fmla="*/ 119 h 179"/>
                    <a:gd name="T50" fmla="*/ 62 w 125"/>
                    <a:gd name="T51" fmla="*/ 113 h 179"/>
                    <a:gd name="T52" fmla="*/ 78 w 125"/>
                    <a:gd name="T53" fmla="*/ 111 h 179"/>
                    <a:gd name="T54" fmla="*/ 78 w 125"/>
                    <a:gd name="T55" fmla="*/ 113 h 179"/>
                    <a:gd name="T56" fmla="*/ 78 w 125"/>
                    <a:gd name="T57" fmla="*/ 118 h 179"/>
                    <a:gd name="T58" fmla="*/ 46 w 125"/>
                    <a:gd name="T59" fmla="*/ 147 h 179"/>
                    <a:gd name="T60" fmla="*/ 28 w 125"/>
                    <a:gd name="T61" fmla="*/ 158 h 179"/>
                    <a:gd name="T62" fmla="*/ 1 w 125"/>
                    <a:gd name="T63" fmla="*/ 170 h 179"/>
                    <a:gd name="T64" fmla="*/ 14 w 125"/>
                    <a:gd name="T65" fmla="*/ 178 h 179"/>
                    <a:gd name="T66" fmla="*/ 20 w 125"/>
                    <a:gd name="T67" fmla="*/ 179 h 179"/>
                    <a:gd name="T68" fmla="*/ 22 w 125"/>
                    <a:gd name="T69" fmla="*/ 179 h 179"/>
                    <a:gd name="T70" fmla="*/ 38 w 125"/>
                    <a:gd name="T71" fmla="*/ 169 h 179"/>
                    <a:gd name="T72" fmla="*/ 61 w 125"/>
                    <a:gd name="T73" fmla="*/ 150 h 179"/>
                    <a:gd name="T74" fmla="*/ 79 w 125"/>
                    <a:gd name="T75" fmla="*/ 135 h 179"/>
                    <a:gd name="T76" fmla="*/ 96 w 125"/>
                    <a:gd name="T77" fmla="*/ 119 h 179"/>
                    <a:gd name="T78" fmla="*/ 106 w 125"/>
                    <a:gd name="T79" fmla="*/ 149 h 179"/>
                    <a:gd name="T80" fmla="*/ 125 w 125"/>
                    <a:gd name="T81" fmla="*/ 152 h 179"/>
                    <a:gd name="T82" fmla="*/ 116 w 125"/>
                    <a:gd name="T83" fmla="*/ 120 h 179"/>
                    <a:gd name="T84" fmla="*/ 115 w 125"/>
                    <a:gd name="T85" fmla="*/ 125 h 179"/>
                    <a:gd name="T86" fmla="*/ 109 w 125"/>
                    <a:gd name="T87" fmla="*/ 129 h 179"/>
                    <a:gd name="T88" fmla="*/ 97 w 125"/>
                    <a:gd name="T89" fmla="*/ 92 h 179"/>
                    <a:gd name="T90" fmla="*/ 94 w 125"/>
                    <a:gd name="T91" fmla="*/ 76 h 179"/>
                    <a:gd name="T92" fmla="*/ 110 w 125"/>
                    <a:gd name="T93" fmla="*/ 60 h 179"/>
                    <a:gd name="T94" fmla="*/ 105 w 125"/>
                    <a:gd name="T95" fmla="*/ 57 h 179"/>
                    <a:gd name="T96" fmla="*/ 101 w 125"/>
                    <a:gd name="T97" fmla="*/ 59 h 179"/>
                    <a:gd name="T98" fmla="*/ 91 w 125"/>
                    <a:gd name="T99" fmla="*/ 54 h 179"/>
                    <a:gd name="T100" fmla="*/ 91 w 125"/>
                    <a:gd name="T101" fmla="*/ 29 h 1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125" h="179">
                      <a:moveTo>
                        <a:pt x="56" y="91"/>
                      </a:moveTo>
                      <a:cubicBezTo>
                        <a:pt x="56" y="87"/>
                        <a:pt x="60" y="85"/>
                        <a:pt x="63" y="83"/>
                      </a:cubicBezTo>
                      <a:cubicBezTo>
                        <a:pt x="64" y="83"/>
                        <a:pt x="64" y="83"/>
                        <a:pt x="64" y="83"/>
                      </a:cubicBezTo>
                      <a:cubicBezTo>
                        <a:pt x="67" y="83"/>
                        <a:pt x="67" y="84"/>
                        <a:pt x="69" y="84"/>
                      </a:cubicBezTo>
                      <a:cubicBezTo>
                        <a:pt x="71" y="94"/>
                        <a:pt x="71" y="94"/>
                        <a:pt x="71" y="94"/>
                      </a:cubicBezTo>
                      <a:cubicBezTo>
                        <a:pt x="71" y="95"/>
                        <a:pt x="71" y="95"/>
                        <a:pt x="71" y="95"/>
                      </a:cubicBezTo>
                      <a:cubicBezTo>
                        <a:pt x="68" y="100"/>
                        <a:pt x="68" y="99"/>
                        <a:pt x="63" y="101"/>
                      </a:cubicBezTo>
                      <a:cubicBezTo>
                        <a:pt x="61" y="99"/>
                        <a:pt x="56" y="95"/>
                        <a:pt x="56" y="91"/>
                      </a:cubicBezTo>
                      <a:close/>
                      <a:moveTo>
                        <a:pt x="72" y="83"/>
                      </a:moveTo>
                      <a:cubicBezTo>
                        <a:pt x="74" y="79"/>
                        <a:pt x="73" y="79"/>
                        <a:pt x="77" y="77"/>
                      </a:cubicBezTo>
                      <a:cubicBezTo>
                        <a:pt x="79" y="75"/>
                        <a:pt x="82" y="75"/>
                        <a:pt x="83" y="73"/>
                      </a:cubicBezTo>
                      <a:cubicBezTo>
                        <a:pt x="88" y="76"/>
                        <a:pt x="89" y="76"/>
                        <a:pt x="90" y="82"/>
                      </a:cubicBezTo>
                      <a:cubicBezTo>
                        <a:pt x="92" y="95"/>
                        <a:pt x="92" y="95"/>
                        <a:pt x="92" y="95"/>
                      </a:cubicBezTo>
                      <a:cubicBezTo>
                        <a:pt x="93" y="96"/>
                        <a:pt x="93" y="96"/>
                        <a:pt x="93" y="96"/>
                      </a:cubicBezTo>
                      <a:cubicBezTo>
                        <a:pt x="94" y="99"/>
                        <a:pt x="94" y="99"/>
                        <a:pt x="94" y="99"/>
                      </a:cubicBezTo>
                      <a:cubicBezTo>
                        <a:pt x="91" y="105"/>
                        <a:pt x="93" y="103"/>
                        <a:pt x="88" y="106"/>
                      </a:cubicBezTo>
                      <a:cubicBezTo>
                        <a:pt x="83" y="101"/>
                        <a:pt x="82" y="101"/>
                        <a:pt x="79" y="95"/>
                      </a:cubicBezTo>
                      <a:cubicBezTo>
                        <a:pt x="77" y="93"/>
                        <a:pt x="77" y="91"/>
                        <a:pt x="75" y="89"/>
                      </a:cubicBezTo>
                      <a:cubicBezTo>
                        <a:pt x="73" y="87"/>
                        <a:pt x="73" y="86"/>
                        <a:pt x="72" y="83"/>
                      </a:cubicBezTo>
                      <a:close/>
                      <a:moveTo>
                        <a:pt x="91" y="29"/>
                      </a:moveTo>
                      <a:cubicBezTo>
                        <a:pt x="91" y="22"/>
                        <a:pt x="95" y="12"/>
                        <a:pt x="95" y="4"/>
                      </a:cubicBezTo>
                      <a:cubicBezTo>
                        <a:pt x="95" y="4"/>
                        <a:pt x="95" y="4"/>
                        <a:pt x="95" y="4"/>
                      </a:cubicBezTo>
                      <a:cubicBezTo>
                        <a:pt x="95" y="3"/>
                        <a:pt x="95" y="3"/>
                        <a:pt x="95" y="3"/>
                      </a:cubicBezTo>
                      <a:cubicBezTo>
                        <a:pt x="93" y="0"/>
                        <a:pt x="95" y="1"/>
                        <a:pt x="92" y="0"/>
                      </a:cubicBezTo>
                      <a:cubicBezTo>
                        <a:pt x="91" y="0"/>
                        <a:pt x="91" y="0"/>
                        <a:pt x="91" y="0"/>
                      </a:cubicBezTo>
                      <a:cubicBezTo>
                        <a:pt x="86" y="0"/>
                        <a:pt x="86" y="0"/>
                        <a:pt x="86" y="0"/>
                      </a:cubicBezTo>
                      <a:cubicBezTo>
                        <a:pt x="85" y="0"/>
                        <a:pt x="85" y="0"/>
                        <a:pt x="85" y="0"/>
                      </a:cubicBezTo>
                      <a:cubicBezTo>
                        <a:pt x="82" y="1"/>
                        <a:pt x="80" y="4"/>
                        <a:pt x="80" y="7"/>
                      </a:cubicBezTo>
                      <a:cubicBezTo>
                        <a:pt x="83" y="30"/>
                        <a:pt x="83" y="30"/>
                        <a:pt x="83" y="30"/>
                      </a:cubicBezTo>
                      <a:cubicBezTo>
                        <a:pt x="83" y="30"/>
                        <a:pt x="83" y="30"/>
                        <a:pt x="83" y="30"/>
                      </a:cubicBezTo>
                      <a:cubicBezTo>
                        <a:pt x="83" y="38"/>
                        <a:pt x="86" y="44"/>
                        <a:pt x="86" y="49"/>
                      </a:cubicBezTo>
                      <a:cubicBezTo>
                        <a:pt x="86" y="50"/>
                        <a:pt x="86" y="50"/>
                        <a:pt x="86" y="50"/>
                      </a:cubicBezTo>
                      <a:cubicBezTo>
                        <a:pt x="87" y="62"/>
                        <a:pt x="87" y="62"/>
                        <a:pt x="87" y="62"/>
                      </a:cubicBezTo>
                      <a:cubicBezTo>
                        <a:pt x="87" y="68"/>
                        <a:pt x="52" y="81"/>
                        <a:pt x="46" y="84"/>
                      </a:cubicBezTo>
                      <a:cubicBezTo>
                        <a:pt x="39" y="87"/>
                        <a:pt x="31" y="89"/>
                        <a:pt x="23" y="92"/>
                      </a:cubicBezTo>
                      <a:cubicBezTo>
                        <a:pt x="20" y="94"/>
                        <a:pt x="0" y="96"/>
                        <a:pt x="0" y="99"/>
                      </a:cubicBezTo>
                      <a:cubicBezTo>
                        <a:pt x="0" y="101"/>
                        <a:pt x="9" y="108"/>
                        <a:pt x="11" y="108"/>
                      </a:cubicBezTo>
                      <a:cubicBezTo>
                        <a:pt x="13" y="108"/>
                        <a:pt x="13" y="108"/>
                        <a:pt x="13" y="108"/>
                      </a:cubicBezTo>
                      <a:cubicBezTo>
                        <a:pt x="14" y="108"/>
                        <a:pt x="14" y="108"/>
                        <a:pt x="14" y="108"/>
                      </a:cubicBezTo>
                      <a:cubicBezTo>
                        <a:pt x="20" y="105"/>
                        <a:pt x="24" y="103"/>
                        <a:pt x="30" y="100"/>
                      </a:cubicBezTo>
                      <a:cubicBezTo>
                        <a:pt x="34" y="98"/>
                        <a:pt x="41" y="93"/>
                        <a:pt x="45" y="93"/>
                      </a:cubicBezTo>
                      <a:cubicBezTo>
                        <a:pt x="46" y="93"/>
                        <a:pt x="46" y="93"/>
                        <a:pt x="47" y="92"/>
                      </a:cubicBezTo>
                      <a:cubicBezTo>
                        <a:pt x="49" y="94"/>
                        <a:pt x="52" y="96"/>
                        <a:pt x="51" y="101"/>
                      </a:cubicBezTo>
                      <a:cubicBezTo>
                        <a:pt x="51" y="109"/>
                        <a:pt x="51" y="109"/>
                        <a:pt x="51" y="109"/>
                      </a:cubicBezTo>
                      <a:cubicBezTo>
                        <a:pt x="51" y="110"/>
                        <a:pt x="51" y="110"/>
                        <a:pt x="51" y="110"/>
                      </a:cubicBezTo>
                      <a:cubicBezTo>
                        <a:pt x="50" y="118"/>
                        <a:pt x="50" y="118"/>
                        <a:pt x="50" y="118"/>
                      </a:cubicBezTo>
                      <a:cubicBezTo>
                        <a:pt x="50" y="119"/>
                        <a:pt x="50" y="119"/>
                        <a:pt x="50" y="120"/>
                      </a:cubicBezTo>
                      <a:cubicBezTo>
                        <a:pt x="51" y="123"/>
                        <a:pt x="51" y="123"/>
                        <a:pt x="54" y="125"/>
                      </a:cubicBezTo>
                      <a:cubicBezTo>
                        <a:pt x="56" y="125"/>
                        <a:pt x="56" y="125"/>
                        <a:pt x="56" y="125"/>
                      </a:cubicBezTo>
                      <a:cubicBezTo>
                        <a:pt x="59" y="125"/>
                        <a:pt x="60" y="121"/>
                        <a:pt x="62" y="119"/>
                      </a:cubicBezTo>
                      <a:cubicBezTo>
                        <a:pt x="62" y="118"/>
                        <a:pt x="62" y="118"/>
                        <a:pt x="62" y="118"/>
                      </a:cubicBezTo>
                      <a:cubicBezTo>
                        <a:pt x="62" y="113"/>
                        <a:pt x="62" y="113"/>
                        <a:pt x="62" y="113"/>
                      </a:cubicBezTo>
                      <a:cubicBezTo>
                        <a:pt x="63" y="110"/>
                        <a:pt x="68" y="106"/>
                        <a:pt x="71" y="106"/>
                      </a:cubicBezTo>
                      <a:cubicBezTo>
                        <a:pt x="75" y="106"/>
                        <a:pt x="77" y="109"/>
                        <a:pt x="78" y="111"/>
                      </a:cubicBezTo>
                      <a:cubicBezTo>
                        <a:pt x="78" y="112"/>
                        <a:pt x="78" y="112"/>
                        <a:pt x="78" y="112"/>
                      </a:cubicBezTo>
                      <a:cubicBezTo>
                        <a:pt x="78" y="113"/>
                        <a:pt x="78" y="113"/>
                        <a:pt x="78" y="113"/>
                      </a:cubicBezTo>
                      <a:cubicBezTo>
                        <a:pt x="78" y="115"/>
                        <a:pt x="78" y="115"/>
                        <a:pt x="79" y="116"/>
                      </a:cubicBezTo>
                      <a:cubicBezTo>
                        <a:pt x="78" y="117"/>
                        <a:pt x="78" y="117"/>
                        <a:pt x="78" y="118"/>
                      </a:cubicBezTo>
                      <a:cubicBezTo>
                        <a:pt x="78" y="119"/>
                        <a:pt x="78" y="119"/>
                        <a:pt x="78" y="119"/>
                      </a:cubicBezTo>
                      <a:cubicBezTo>
                        <a:pt x="72" y="130"/>
                        <a:pt x="57" y="140"/>
                        <a:pt x="46" y="147"/>
                      </a:cubicBezTo>
                      <a:cubicBezTo>
                        <a:pt x="44" y="148"/>
                        <a:pt x="40" y="151"/>
                        <a:pt x="37" y="152"/>
                      </a:cubicBezTo>
                      <a:cubicBezTo>
                        <a:pt x="35" y="153"/>
                        <a:pt x="29" y="157"/>
                        <a:pt x="28" y="158"/>
                      </a:cubicBezTo>
                      <a:cubicBezTo>
                        <a:pt x="25" y="161"/>
                        <a:pt x="12" y="165"/>
                        <a:pt x="6" y="165"/>
                      </a:cubicBezTo>
                      <a:cubicBezTo>
                        <a:pt x="4" y="165"/>
                        <a:pt x="2" y="168"/>
                        <a:pt x="1" y="170"/>
                      </a:cubicBezTo>
                      <a:cubicBezTo>
                        <a:pt x="4" y="171"/>
                        <a:pt x="4" y="173"/>
                        <a:pt x="7" y="175"/>
                      </a:cubicBezTo>
                      <a:cubicBezTo>
                        <a:pt x="10" y="176"/>
                        <a:pt x="12" y="176"/>
                        <a:pt x="14" y="178"/>
                      </a:cubicBezTo>
                      <a:cubicBezTo>
                        <a:pt x="18" y="179"/>
                        <a:pt x="18" y="179"/>
                        <a:pt x="18" y="179"/>
                      </a:cubicBezTo>
                      <a:cubicBezTo>
                        <a:pt x="20" y="179"/>
                        <a:pt x="18" y="179"/>
                        <a:pt x="20" y="179"/>
                      </a:cubicBezTo>
                      <a:cubicBezTo>
                        <a:pt x="21" y="179"/>
                        <a:pt x="21" y="179"/>
                        <a:pt x="21" y="179"/>
                      </a:cubicBezTo>
                      <a:cubicBezTo>
                        <a:pt x="22" y="179"/>
                        <a:pt x="22" y="179"/>
                        <a:pt x="22" y="179"/>
                      </a:cubicBezTo>
                      <a:cubicBezTo>
                        <a:pt x="26" y="177"/>
                        <a:pt x="30" y="175"/>
                        <a:pt x="33" y="173"/>
                      </a:cubicBezTo>
                      <a:cubicBezTo>
                        <a:pt x="35" y="171"/>
                        <a:pt x="36" y="170"/>
                        <a:pt x="38" y="169"/>
                      </a:cubicBezTo>
                      <a:cubicBezTo>
                        <a:pt x="39" y="168"/>
                        <a:pt x="43" y="166"/>
                        <a:pt x="43" y="166"/>
                      </a:cubicBezTo>
                      <a:cubicBezTo>
                        <a:pt x="49" y="160"/>
                        <a:pt x="55" y="156"/>
                        <a:pt x="61" y="150"/>
                      </a:cubicBezTo>
                      <a:cubicBezTo>
                        <a:pt x="64" y="148"/>
                        <a:pt x="67" y="145"/>
                        <a:pt x="70" y="143"/>
                      </a:cubicBezTo>
                      <a:cubicBezTo>
                        <a:pt x="73" y="140"/>
                        <a:pt x="76" y="137"/>
                        <a:pt x="79" y="135"/>
                      </a:cubicBezTo>
                      <a:cubicBezTo>
                        <a:pt x="82" y="132"/>
                        <a:pt x="85" y="130"/>
                        <a:pt x="87" y="127"/>
                      </a:cubicBezTo>
                      <a:cubicBezTo>
                        <a:pt x="90" y="124"/>
                        <a:pt x="91" y="119"/>
                        <a:pt x="96" y="119"/>
                      </a:cubicBezTo>
                      <a:cubicBezTo>
                        <a:pt x="98" y="119"/>
                        <a:pt x="100" y="126"/>
                        <a:pt x="100" y="128"/>
                      </a:cubicBezTo>
                      <a:cubicBezTo>
                        <a:pt x="100" y="132"/>
                        <a:pt x="105" y="145"/>
                        <a:pt x="106" y="149"/>
                      </a:cubicBezTo>
                      <a:cubicBezTo>
                        <a:pt x="108" y="155"/>
                        <a:pt x="111" y="165"/>
                        <a:pt x="118" y="165"/>
                      </a:cubicBezTo>
                      <a:cubicBezTo>
                        <a:pt x="119" y="163"/>
                        <a:pt x="125" y="161"/>
                        <a:pt x="125" y="152"/>
                      </a:cubicBezTo>
                      <a:cubicBezTo>
                        <a:pt x="125" y="143"/>
                        <a:pt x="120" y="120"/>
                        <a:pt x="117" y="116"/>
                      </a:cubicBezTo>
                      <a:cubicBezTo>
                        <a:pt x="117" y="118"/>
                        <a:pt x="116" y="118"/>
                        <a:pt x="116" y="120"/>
                      </a:cubicBezTo>
                      <a:cubicBezTo>
                        <a:pt x="116" y="123"/>
                        <a:pt x="115" y="121"/>
                        <a:pt x="115" y="124"/>
                      </a:cubicBezTo>
                      <a:cubicBezTo>
                        <a:pt x="115" y="125"/>
                        <a:pt x="115" y="125"/>
                        <a:pt x="115" y="125"/>
                      </a:cubicBezTo>
                      <a:cubicBezTo>
                        <a:pt x="115" y="126"/>
                        <a:pt x="114" y="129"/>
                        <a:pt x="112" y="129"/>
                      </a:cubicBezTo>
                      <a:cubicBezTo>
                        <a:pt x="109" y="129"/>
                        <a:pt x="109" y="129"/>
                        <a:pt x="109" y="129"/>
                      </a:cubicBezTo>
                      <a:cubicBezTo>
                        <a:pt x="105" y="129"/>
                        <a:pt x="102" y="110"/>
                        <a:pt x="100" y="105"/>
                      </a:cubicBezTo>
                      <a:cubicBezTo>
                        <a:pt x="98" y="101"/>
                        <a:pt x="98" y="97"/>
                        <a:pt x="97" y="92"/>
                      </a:cubicBezTo>
                      <a:cubicBezTo>
                        <a:pt x="96" y="87"/>
                        <a:pt x="94" y="86"/>
                        <a:pt x="94" y="79"/>
                      </a:cubicBezTo>
                      <a:cubicBezTo>
                        <a:pt x="94" y="76"/>
                        <a:pt x="94" y="76"/>
                        <a:pt x="94" y="76"/>
                      </a:cubicBezTo>
                      <a:cubicBezTo>
                        <a:pt x="94" y="65"/>
                        <a:pt x="110" y="67"/>
                        <a:pt x="110" y="61"/>
                      </a:cubicBezTo>
                      <a:cubicBezTo>
                        <a:pt x="110" y="60"/>
                        <a:pt x="110" y="60"/>
                        <a:pt x="110" y="60"/>
                      </a:cubicBezTo>
                      <a:cubicBezTo>
                        <a:pt x="110" y="58"/>
                        <a:pt x="109" y="57"/>
                        <a:pt x="108" y="57"/>
                      </a:cubicBezTo>
                      <a:cubicBezTo>
                        <a:pt x="105" y="57"/>
                        <a:pt x="105" y="57"/>
                        <a:pt x="105" y="57"/>
                      </a:cubicBezTo>
                      <a:cubicBezTo>
                        <a:pt x="104" y="57"/>
                        <a:pt x="104" y="57"/>
                        <a:pt x="104" y="57"/>
                      </a:cubicBezTo>
                      <a:cubicBezTo>
                        <a:pt x="103" y="58"/>
                        <a:pt x="102" y="59"/>
                        <a:pt x="101" y="59"/>
                      </a:cubicBezTo>
                      <a:cubicBezTo>
                        <a:pt x="99" y="60"/>
                        <a:pt x="99" y="59"/>
                        <a:pt x="97" y="60"/>
                      </a:cubicBezTo>
                      <a:cubicBezTo>
                        <a:pt x="95" y="59"/>
                        <a:pt x="91" y="56"/>
                        <a:pt x="91" y="54"/>
                      </a:cubicBezTo>
                      <a:cubicBezTo>
                        <a:pt x="91" y="41"/>
                        <a:pt x="91" y="41"/>
                        <a:pt x="91" y="41"/>
                      </a:cubicBezTo>
                      <a:lnTo>
                        <a:pt x="91" y="29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3" name="íšlïďè"/>
                <p:cNvSpPr/>
                <p:nvPr/>
              </p:nvSpPr>
              <p:spPr bwMode="auto">
                <a:xfrm>
                  <a:off x="5478463" y="3581400"/>
                  <a:ext cx="46038" cy="76200"/>
                </a:xfrm>
                <a:custGeom>
                  <a:avLst/>
                  <a:gdLst>
                    <a:gd name="T0" fmla="*/ 14 w 14"/>
                    <a:gd name="T1" fmla="*/ 15 h 23"/>
                    <a:gd name="T2" fmla="*/ 10 w 14"/>
                    <a:gd name="T3" fmla="*/ 6 h 23"/>
                    <a:gd name="T4" fmla="*/ 3 w 14"/>
                    <a:gd name="T5" fmla="*/ 0 h 23"/>
                    <a:gd name="T6" fmla="*/ 0 w 14"/>
                    <a:gd name="T7" fmla="*/ 3 h 23"/>
                    <a:gd name="T8" fmla="*/ 5 w 14"/>
                    <a:gd name="T9" fmla="*/ 11 h 23"/>
                    <a:gd name="T10" fmla="*/ 5 w 14"/>
                    <a:gd name="T11" fmla="*/ 12 h 23"/>
                    <a:gd name="T12" fmla="*/ 5 w 14"/>
                    <a:gd name="T13" fmla="*/ 14 h 23"/>
                    <a:gd name="T14" fmla="*/ 5 w 14"/>
                    <a:gd name="T15" fmla="*/ 15 h 23"/>
                    <a:gd name="T16" fmla="*/ 2 w 14"/>
                    <a:gd name="T17" fmla="*/ 19 h 23"/>
                    <a:gd name="T18" fmla="*/ 2 w 14"/>
                    <a:gd name="T19" fmla="*/ 22 h 23"/>
                    <a:gd name="T20" fmla="*/ 5 w 14"/>
                    <a:gd name="T21" fmla="*/ 23 h 23"/>
                    <a:gd name="T22" fmla="*/ 6 w 14"/>
                    <a:gd name="T23" fmla="*/ 23 h 23"/>
                    <a:gd name="T24" fmla="*/ 11 w 14"/>
                    <a:gd name="T25" fmla="*/ 20 h 23"/>
                    <a:gd name="T26" fmla="*/ 14 w 14"/>
                    <a:gd name="T27" fmla="*/ 15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4" h="23">
                      <a:moveTo>
                        <a:pt x="14" y="15"/>
                      </a:moveTo>
                      <a:cubicBezTo>
                        <a:pt x="14" y="11"/>
                        <a:pt x="12" y="9"/>
                        <a:pt x="10" y="6"/>
                      </a:cubicBezTo>
                      <a:cubicBezTo>
                        <a:pt x="8" y="5"/>
                        <a:pt x="3" y="1"/>
                        <a:pt x="3" y="0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5" y="12"/>
                        <a:pt x="5" y="12"/>
                        <a:pt x="5" y="12"/>
                      </a:cubicBez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5" y="15"/>
                        <a:pt x="5" y="15"/>
                        <a:pt x="5" y="15"/>
                      </a:cubicBezTo>
                      <a:cubicBezTo>
                        <a:pt x="2" y="19"/>
                        <a:pt x="2" y="19"/>
                        <a:pt x="2" y="19"/>
                      </a:cubicBezTo>
                      <a:cubicBezTo>
                        <a:pt x="2" y="22"/>
                        <a:pt x="2" y="22"/>
                        <a:pt x="2" y="22"/>
                      </a:cubicBezTo>
                      <a:cubicBezTo>
                        <a:pt x="5" y="23"/>
                        <a:pt x="5" y="23"/>
                        <a:pt x="5" y="23"/>
                      </a:cubicBezTo>
                      <a:cubicBezTo>
                        <a:pt x="6" y="23"/>
                        <a:pt x="6" y="23"/>
                        <a:pt x="6" y="23"/>
                      </a:cubicBezTo>
                      <a:cubicBezTo>
                        <a:pt x="7" y="23"/>
                        <a:pt x="11" y="21"/>
                        <a:pt x="11" y="20"/>
                      </a:cubicBezTo>
                      <a:cubicBezTo>
                        <a:pt x="13" y="19"/>
                        <a:pt x="13" y="17"/>
                        <a:pt x="14" y="1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4" name="işḷîḑe"/>
                <p:cNvSpPr/>
                <p:nvPr/>
              </p:nvSpPr>
              <p:spPr bwMode="auto">
                <a:xfrm>
                  <a:off x="6310313" y="3136900"/>
                  <a:ext cx="406400" cy="554038"/>
                </a:xfrm>
                <a:custGeom>
                  <a:avLst/>
                  <a:gdLst>
                    <a:gd name="T0" fmla="*/ 101 w 123"/>
                    <a:gd name="T1" fmla="*/ 9 h 166"/>
                    <a:gd name="T2" fmla="*/ 96 w 123"/>
                    <a:gd name="T3" fmla="*/ 0 h 166"/>
                    <a:gd name="T4" fmla="*/ 76 w 123"/>
                    <a:gd name="T5" fmla="*/ 23 h 166"/>
                    <a:gd name="T6" fmla="*/ 66 w 123"/>
                    <a:gd name="T7" fmla="*/ 20 h 166"/>
                    <a:gd name="T8" fmla="*/ 69 w 123"/>
                    <a:gd name="T9" fmla="*/ 29 h 166"/>
                    <a:gd name="T10" fmla="*/ 64 w 123"/>
                    <a:gd name="T11" fmla="*/ 38 h 166"/>
                    <a:gd name="T12" fmla="*/ 71 w 123"/>
                    <a:gd name="T13" fmla="*/ 37 h 166"/>
                    <a:gd name="T14" fmla="*/ 78 w 123"/>
                    <a:gd name="T15" fmla="*/ 38 h 166"/>
                    <a:gd name="T16" fmla="*/ 104 w 123"/>
                    <a:gd name="T17" fmla="*/ 37 h 166"/>
                    <a:gd name="T18" fmla="*/ 97 w 123"/>
                    <a:gd name="T19" fmla="*/ 43 h 166"/>
                    <a:gd name="T20" fmla="*/ 85 w 123"/>
                    <a:gd name="T21" fmla="*/ 56 h 166"/>
                    <a:gd name="T22" fmla="*/ 78 w 123"/>
                    <a:gd name="T23" fmla="*/ 67 h 166"/>
                    <a:gd name="T24" fmla="*/ 72 w 123"/>
                    <a:gd name="T25" fmla="*/ 62 h 166"/>
                    <a:gd name="T26" fmla="*/ 72 w 123"/>
                    <a:gd name="T27" fmla="*/ 48 h 166"/>
                    <a:gd name="T28" fmla="*/ 63 w 123"/>
                    <a:gd name="T29" fmla="*/ 57 h 166"/>
                    <a:gd name="T30" fmla="*/ 56 w 123"/>
                    <a:gd name="T31" fmla="*/ 57 h 166"/>
                    <a:gd name="T32" fmla="*/ 61 w 123"/>
                    <a:gd name="T33" fmla="*/ 66 h 166"/>
                    <a:gd name="T34" fmla="*/ 59 w 123"/>
                    <a:gd name="T35" fmla="*/ 70 h 166"/>
                    <a:gd name="T36" fmla="*/ 68 w 123"/>
                    <a:gd name="T37" fmla="*/ 74 h 166"/>
                    <a:gd name="T38" fmla="*/ 68 w 123"/>
                    <a:gd name="T39" fmla="*/ 78 h 166"/>
                    <a:gd name="T40" fmla="*/ 40 w 123"/>
                    <a:gd name="T41" fmla="*/ 92 h 166"/>
                    <a:gd name="T42" fmla="*/ 24 w 123"/>
                    <a:gd name="T43" fmla="*/ 99 h 166"/>
                    <a:gd name="T44" fmla="*/ 3 w 123"/>
                    <a:gd name="T45" fmla="*/ 105 h 166"/>
                    <a:gd name="T46" fmla="*/ 2 w 123"/>
                    <a:gd name="T47" fmla="*/ 112 h 166"/>
                    <a:gd name="T48" fmla="*/ 14 w 123"/>
                    <a:gd name="T49" fmla="*/ 120 h 166"/>
                    <a:gd name="T50" fmla="*/ 32 w 123"/>
                    <a:gd name="T51" fmla="*/ 108 h 166"/>
                    <a:gd name="T52" fmla="*/ 55 w 123"/>
                    <a:gd name="T53" fmla="*/ 93 h 166"/>
                    <a:gd name="T54" fmla="*/ 63 w 123"/>
                    <a:gd name="T55" fmla="*/ 89 h 166"/>
                    <a:gd name="T56" fmla="*/ 82 w 123"/>
                    <a:gd name="T57" fmla="*/ 83 h 166"/>
                    <a:gd name="T58" fmla="*/ 82 w 123"/>
                    <a:gd name="T59" fmla="*/ 86 h 166"/>
                    <a:gd name="T60" fmla="*/ 74 w 123"/>
                    <a:gd name="T61" fmla="*/ 97 h 166"/>
                    <a:gd name="T62" fmla="*/ 61 w 123"/>
                    <a:gd name="T63" fmla="*/ 107 h 166"/>
                    <a:gd name="T64" fmla="*/ 64 w 123"/>
                    <a:gd name="T65" fmla="*/ 118 h 166"/>
                    <a:gd name="T66" fmla="*/ 55 w 123"/>
                    <a:gd name="T67" fmla="*/ 126 h 166"/>
                    <a:gd name="T68" fmla="*/ 40 w 123"/>
                    <a:gd name="T69" fmla="*/ 129 h 166"/>
                    <a:gd name="T70" fmla="*/ 30 w 123"/>
                    <a:gd name="T71" fmla="*/ 130 h 166"/>
                    <a:gd name="T72" fmla="*/ 35 w 123"/>
                    <a:gd name="T73" fmla="*/ 141 h 166"/>
                    <a:gd name="T74" fmla="*/ 38 w 123"/>
                    <a:gd name="T75" fmla="*/ 141 h 166"/>
                    <a:gd name="T76" fmla="*/ 56 w 123"/>
                    <a:gd name="T77" fmla="*/ 133 h 166"/>
                    <a:gd name="T78" fmla="*/ 63 w 123"/>
                    <a:gd name="T79" fmla="*/ 141 h 166"/>
                    <a:gd name="T80" fmla="*/ 56 w 123"/>
                    <a:gd name="T81" fmla="*/ 154 h 166"/>
                    <a:gd name="T82" fmla="*/ 53 w 123"/>
                    <a:gd name="T83" fmla="*/ 154 h 166"/>
                    <a:gd name="T84" fmla="*/ 49 w 123"/>
                    <a:gd name="T85" fmla="*/ 154 h 166"/>
                    <a:gd name="T86" fmla="*/ 46 w 123"/>
                    <a:gd name="T87" fmla="*/ 156 h 166"/>
                    <a:gd name="T88" fmla="*/ 56 w 123"/>
                    <a:gd name="T89" fmla="*/ 166 h 166"/>
                    <a:gd name="T90" fmla="*/ 71 w 123"/>
                    <a:gd name="T91" fmla="*/ 160 h 166"/>
                    <a:gd name="T92" fmla="*/ 75 w 123"/>
                    <a:gd name="T93" fmla="*/ 146 h 166"/>
                    <a:gd name="T94" fmla="*/ 80 w 123"/>
                    <a:gd name="T95" fmla="*/ 124 h 166"/>
                    <a:gd name="T96" fmla="*/ 94 w 123"/>
                    <a:gd name="T97" fmla="*/ 120 h 166"/>
                    <a:gd name="T98" fmla="*/ 81 w 123"/>
                    <a:gd name="T99" fmla="*/ 117 h 166"/>
                    <a:gd name="T100" fmla="*/ 72 w 123"/>
                    <a:gd name="T101" fmla="*/ 107 h 166"/>
                    <a:gd name="T102" fmla="*/ 78 w 123"/>
                    <a:gd name="T103" fmla="*/ 96 h 166"/>
                    <a:gd name="T104" fmla="*/ 92 w 123"/>
                    <a:gd name="T105" fmla="*/ 89 h 166"/>
                    <a:gd name="T106" fmla="*/ 102 w 123"/>
                    <a:gd name="T107" fmla="*/ 78 h 166"/>
                    <a:gd name="T108" fmla="*/ 95 w 123"/>
                    <a:gd name="T109" fmla="*/ 61 h 166"/>
                    <a:gd name="T110" fmla="*/ 109 w 123"/>
                    <a:gd name="T111" fmla="*/ 48 h 166"/>
                    <a:gd name="T112" fmla="*/ 116 w 123"/>
                    <a:gd name="T113" fmla="*/ 42 h 166"/>
                    <a:gd name="T114" fmla="*/ 121 w 123"/>
                    <a:gd name="T115" fmla="*/ 32 h 166"/>
                    <a:gd name="T116" fmla="*/ 116 w 123"/>
                    <a:gd name="T117" fmla="*/ 17 h 166"/>
                    <a:gd name="T118" fmla="*/ 104 w 123"/>
                    <a:gd name="T119" fmla="*/ 20 h 166"/>
                    <a:gd name="T120" fmla="*/ 93 w 123"/>
                    <a:gd name="T121" fmla="*/ 21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123" h="166">
                      <a:moveTo>
                        <a:pt x="93" y="21"/>
                      </a:moveTo>
                      <a:cubicBezTo>
                        <a:pt x="94" y="14"/>
                        <a:pt x="98" y="14"/>
                        <a:pt x="101" y="9"/>
                      </a:cubicBezTo>
                      <a:cubicBezTo>
                        <a:pt x="101" y="8"/>
                        <a:pt x="101" y="8"/>
                        <a:pt x="101" y="8"/>
                      </a:cubicBezTo>
                      <a:cubicBezTo>
                        <a:pt x="101" y="5"/>
                        <a:pt x="97" y="1"/>
                        <a:pt x="96" y="0"/>
                      </a:cubicBezTo>
                      <a:cubicBezTo>
                        <a:pt x="89" y="3"/>
                        <a:pt x="91" y="6"/>
                        <a:pt x="88" y="13"/>
                      </a:cubicBezTo>
                      <a:cubicBezTo>
                        <a:pt x="85" y="17"/>
                        <a:pt x="82" y="23"/>
                        <a:pt x="76" y="23"/>
                      </a:cubicBezTo>
                      <a:cubicBezTo>
                        <a:pt x="75" y="23"/>
                        <a:pt x="70" y="18"/>
                        <a:pt x="67" y="17"/>
                      </a:cubicBezTo>
                      <a:cubicBezTo>
                        <a:pt x="66" y="20"/>
                        <a:pt x="66" y="20"/>
                        <a:pt x="66" y="20"/>
                      </a:cubicBezTo>
                      <a:cubicBezTo>
                        <a:pt x="67" y="23"/>
                        <a:pt x="69" y="24"/>
                        <a:pt x="69" y="28"/>
                      </a:cubicBezTo>
                      <a:cubicBezTo>
                        <a:pt x="69" y="29"/>
                        <a:pt x="69" y="29"/>
                        <a:pt x="69" y="29"/>
                      </a:cubicBezTo>
                      <a:cubicBezTo>
                        <a:pt x="69" y="29"/>
                        <a:pt x="63" y="36"/>
                        <a:pt x="62" y="37"/>
                      </a:cubicBezTo>
                      <a:cubicBezTo>
                        <a:pt x="63" y="38"/>
                        <a:pt x="61" y="38"/>
                        <a:pt x="64" y="38"/>
                      </a:cubicBezTo>
                      <a:cubicBezTo>
                        <a:pt x="64" y="38"/>
                        <a:pt x="64" y="38"/>
                        <a:pt x="64" y="38"/>
                      </a:cubicBezTo>
                      <a:cubicBezTo>
                        <a:pt x="71" y="37"/>
                        <a:pt x="71" y="37"/>
                        <a:pt x="71" y="37"/>
                      </a:cubicBezTo>
                      <a:cubicBezTo>
                        <a:pt x="74" y="37"/>
                        <a:pt x="74" y="38"/>
                        <a:pt x="78" y="38"/>
                      </a:cubicBezTo>
                      <a:cubicBezTo>
                        <a:pt x="78" y="38"/>
                        <a:pt x="78" y="38"/>
                        <a:pt x="78" y="38"/>
                      </a:cubicBezTo>
                      <a:cubicBezTo>
                        <a:pt x="79" y="38"/>
                        <a:pt x="84" y="33"/>
                        <a:pt x="91" y="32"/>
                      </a:cubicBezTo>
                      <a:cubicBezTo>
                        <a:pt x="96" y="31"/>
                        <a:pt x="104" y="30"/>
                        <a:pt x="104" y="37"/>
                      </a:cubicBezTo>
                      <a:cubicBezTo>
                        <a:pt x="104" y="39"/>
                        <a:pt x="102" y="41"/>
                        <a:pt x="101" y="43"/>
                      </a:cubicBezTo>
                      <a:cubicBezTo>
                        <a:pt x="98" y="43"/>
                        <a:pt x="99" y="43"/>
                        <a:pt x="97" y="43"/>
                      </a:cubicBezTo>
                      <a:cubicBezTo>
                        <a:pt x="96" y="43"/>
                        <a:pt x="93" y="42"/>
                        <a:pt x="92" y="41"/>
                      </a:cubicBezTo>
                      <a:cubicBezTo>
                        <a:pt x="85" y="46"/>
                        <a:pt x="88" y="49"/>
                        <a:pt x="85" y="56"/>
                      </a:cubicBezTo>
                      <a:cubicBezTo>
                        <a:pt x="84" y="57"/>
                        <a:pt x="81" y="64"/>
                        <a:pt x="81" y="64"/>
                      </a:cubicBezTo>
                      <a:cubicBezTo>
                        <a:pt x="80" y="66"/>
                        <a:pt x="80" y="64"/>
                        <a:pt x="78" y="67"/>
                      </a:cubicBezTo>
                      <a:cubicBezTo>
                        <a:pt x="77" y="70"/>
                        <a:pt x="78" y="68"/>
                        <a:pt x="76" y="70"/>
                      </a:cubicBezTo>
                      <a:cubicBezTo>
                        <a:pt x="74" y="67"/>
                        <a:pt x="72" y="66"/>
                        <a:pt x="72" y="62"/>
                      </a:cubicBezTo>
                      <a:cubicBezTo>
                        <a:pt x="72" y="61"/>
                        <a:pt x="75" y="55"/>
                        <a:pt x="76" y="54"/>
                      </a:cubicBezTo>
                      <a:cubicBezTo>
                        <a:pt x="75" y="51"/>
                        <a:pt x="75" y="48"/>
                        <a:pt x="72" y="48"/>
                      </a:cubicBezTo>
                      <a:cubicBezTo>
                        <a:pt x="71" y="48"/>
                        <a:pt x="70" y="49"/>
                        <a:pt x="70" y="49"/>
                      </a:cubicBezTo>
                      <a:cubicBezTo>
                        <a:pt x="70" y="55"/>
                        <a:pt x="67" y="55"/>
                        <a:pt x="63" y="57"/>
                      </a:cubicBezTo>
                      <a:cubicBezTo>
                        <a:pt x="62" y="56"/>
                        <a:pt x="60" y="55"/>
                        <a:pt x="59" y="55"/>
                      </a:cubicBezTo>
                      <a:cubicBezTo>
                        <a:pt x="58" y="55"/>
                        <a:pt x="56" y="57"/>
                        <a:pt x="56" y="57"/>
                      </a:cubicBezTo>
                      <a:cubicBezTo>
                        <a:pt x="58" y="60"/>
                        <a:pt x="59" y="60"/>
                        <a:pt x="61" y="64"/>
                      </a:cubicBezTo>
                      <a:cubicBezTo>
                        <a:pt x="61" y="66"/>
                        <a:pt x="61" y="66"/>
                        <a:pt x="61" y="66"/>
                      </a:cubicBezTo>
                      <a:cubicBezTo>
                        <a:pt x="61" y="67"/>
                        <a:pt x="61" y="67"/>
                        <a:pt x="61" y="67"/>
                      </a:cubicBezTo>
                      <a:cubicBezTo>
                        <a:pt x="59" y="70"/>
                        <a:pt x="59" y="70"/>
                        <a:pt x="59" y="70"/>
                      </a:cubicBezTo>
                      <a:cubicBezTo>
                        <a:pt x="60" y="71"/>
                        <a:pt x="58" y="71"/>
                        <a:pt x="61" y="71"/>
                      </a:cubicBezTo>
                      <a:cubicBezTo>
                        <a:pt x="64" y="71"/>
                        <a:pt x="66" y="72"/>
                        <a:pt x="68" y="74"/>
                      </a:cubicBezTo>
                      <a:cubicBezTo>
                        <a:pt x="68" y="75"/>
                        <a:pt x="68" y="75"/>
                        <a:pt x="68" y="75"/>
                      </a:cubicBezTo>
                      <a:cubicBezTo>
                        <a:pt x="68" y="78"/>
                        <a:pt x="68" y="78"/>
                        <a:pt x="68" y="78"/>
                      </a:cubicBezTo>
                      <a:cubicBezTo>
                        <a:pt x="68" y="82"/>
                        <a:pt x="58" y="85"/>
                        <a:pt x="55" y="86"/>
                      </a:cubicBezTo>
                      <a:cubicBezTo>
                        <a:pt x="50" y="88"/>
                        <a:pt x="44" y="91"/>
                        <a:pt x="40" y="92"/>
                      </a:cubicBezTo>
                      <a:cubicBezTo>
                        <a:pt x="36" y="94"/>
                        <a:pt x="35" y="94"/>
                        <a:pt x="32" y="96"/>
                      </a:cubicBezTo>
                      <a:cubicBezTo>
                        <a:pt x="29" y="97"/>
                        <a:pt x="27" y="97"/>
                        <a:pt x="24" y="99"/>
                      </a:cubicBezTo>
                      <a:cubicBezTo>
                        <a:pt x="20" y="101"/>
                        <a:pt x="13" y="104"/>
                        <a:pt x="9" y="104"/>
                      </a:cubicBezTo>
                      <a:cubicBezTo>
                        <a:pt x="3" y="105"/>
                        <a:pt x="3" y="105"/>
                        <a:pt x="3" y="105"/>
                      </a:cubicBezTo>
                      <a:cubicBezTo>
                        <a:pt x="1" y="105"/>
                        <a:pt x="1" y="106"/>
                        <a:pt x="0" y="107"/>
                      </a:cubicBezTo>
                      <a:cubicBezTo>
                        <a:pt x="0" y="108"/>
                        <a:pt x="0" y="111"/>
                        <a:pt x="2" y="112"/>
                      </a:cubicBezTo>
                      <a:cubicBezTo>
                        <a:pt x="4" y="114"/>
                        <a:pt x="3" y="114"/>
                        <a:pt x="5" y="115"/>
                      </a:cubicBezTo>
                      <a:cubicBezTo>
                        <a:pt x="6" y="116"/>
                        <a:pt x="12" y="119"/>
                        <a:pt x="14" y="120"/>
                      </a:cubicBezTo>
                      <a:cubicBezTo>
                        <a:pt x="15" y="119"/>
                        <a:pt x="15" y="119"/>
                        <a:pt x="17" y="119"/>
                      </a:cubicBezTo>
                      <a:cubicBezTo>
                        <a:pt x="20" y="119"/>
                        <a:pt x="30" y="110"/>
                        <a:pt x="32" y="108"/>
                      </a:cubicBezTo>
                      <a:cubicBezTo>
                        <a:pt x="36" y="104"/>
                        <a:pt x="42" y="101"/>
                        <a:pt x="47" y="98"/>
                      </a:cubicBezTo>
                      <a:cubicBezTo>
                        <a:pt x="50" y="96"/>
                        <a:pt x="52" y="95"/>
                        <a:pt x="55" y="93"/>
                      </a:cubicBezTo>
                      <a:cubicBezTo>
                        <a:pt x="57" y="92"/>
                        <a:pt x="58" y="92"/>
                        <a:pt x="59" y="91"/>
                      </a:cubicBezTo>
                      <a:cubicBezTo>
                        <a:pt x="61" y="90"/>
                        <a:pt x="61" y="90"/>
                        <a:pt x="63" y="89"/>
                      </a:cubicBezTo>
                      <a:cubicBezTo>
                        <a:pt x="68" y="87"/>
                        <a:pt x="74" y="80"/>
                        <a:pt x="79" y="80"/>
                      </a:cubicBezTo>
                      <a:cubicBezTo>
                        <a:pt x="81" y="80"/>
                        <a:pt x="82" y="82"/>
                        <a:pt x="82" y="83"/>
                      </a:cubicBezTo>
                      <a:cubicBezTo>
                        <a:pt x="82" y="85"/>
                        <a:pt x="82" y="85"/>
                        <a:pt x="82" y="85"/>
                      </a:cubicBezTo>
                      <a:cubicBezTo>
                        <a:pt x="82" y="86"/>
                        <a:pt x="82" y="86"/>
                        <a:pt x="82" y="86"/>
                      </a:cubicBezTo>
                      <a:cubicBezTo>
                        <a:pt x="80" y="90"/>
                        <a:pt x="79" y="89"/>
                        <a:pt x="78" y="93"/>
                      </a:cubicBezTo>
                      <a:cubicBezTo>
                        <a:pt x="75" y="94"/>
                        <a:pt x="75" y="94"/>
                        <a:pt x="74" y="97"/>
                      </a:cubicBezTo>
                      <a:cubicBezTo>
                        <a:pt x="69" y="98"/>
                        <a:pt x="71" y="99"/>
                        <a:pt x="67" y="101"/>
                      </a:cubicBezTo>
                      <a:cubicBezTo>
                        <a:pt x="63" y="103"/>
                        <a:pt x="63" y="103"/>
                        <a:pt x="61" y="107"/>
                      </a:cubicBezTo>
                      <a:cubicBezTo>
                        <a:pt x="61" y="110"/>
                        <a:pt x="64" y="114"/>
                        <a:pt x="64" y="117"/>
                      </a:cubicBezTo>
                      <a:cubicBezTo>
                        <a:pt x="64" y="118"/>
                        <a:pt x="64" y="118"/>
                        <a:pt x="64" y="118"/>
                      </a:cubicBezTo>
                      <a:cubicBezTo>
                        <a:pt x="64" y="119"/>
                        <a:pt x="64" y="119"/>
                        <a:pt x="64" y="119"/>
                      </a:cubicBezTo>
                      <a:cubicBezTo>
                        <a:pt x="61" y="123"/>
                        <a:pt x="60" y="125"/>
                        <a:pt x="55" y="126"/>
                      </a:cubicBezTo>
                      <a:cubicBezTo>
                        <a:pt x="51" y="127"/>
                        <a:pt x="43" y="129"/>
                        <a:pt x="41" y="129"/>
                      </a:cubicBezTo>
                      <a:cubicBezTo>
                        <a:pt x="40" y="129"/>
                        <a:pt x="40" y="129"/>
                        <a:pt x="40" y="129"/>
                      </a:cubicBezTo>
                      <a:cubicBezTo>
                        <a:pt x="32" y="130"/>
                        <a:pt x="32" y="130"/>
                        <a:pt x="32" y="130"/>
                      </a:cubicBezTo>
                      <a:cubicBezTo>
                        <a:pt x="30" y="130"/>
                        <a:pt x="30" y="130"/>
                        <a:pt x="30" y="130"/>
                      </a:cubicBezTo>
                      <a:cubicBezTo>
                        <a:pt x="27" y="132"/>
                        <a:pt x="27" y="132"/>
                        <a:pt x="27" y="132"/>
                      </a:cubicBezTo>
                      <a:cubicBezTo>
                        <a:pt x="30" y="136"/>
                        <a:pt x="30" y="138"/>
                        <a:pt x="35" y="141"/>
                      </a:cubicBezTo>
                      <a:cubicBezTo>
                        <a:pt x="36" y="141"/>
                        <a:pt x="36" y="141"/>
                        <a:pt x="36" y="141"/>
                      </a:cubicBezTo>
                      <a:cubicBezTo>
                        <a:pt x="38" y="141"/>
                        <a:pt x="38" y="141"/>
                        <a:pt x="38" y="141"/>
                      </a:cubicBezTo>
                      <a:cubicBezTo>
                        <a:pt x="39" y="141"/>
                        <a:pt x="39" y="141"/>
                        <a:pt x="39" y="141"/>
                      </a:cubicBezTo>
                      <a:cubicBezTo>
                        <a:pt x="43" y="138"/>
                        <a:pt x="51" y="133"/>
                        <a:pt x="56" y="133"/>
                      </a:cubicBezTo>
                      <a:cubicBezTo>
                        <a:pt x="58" y="133"/>
                        <a:pt x="58" y="133"/>
                        <a:pt x="58" y="133"/>
                      </a:cubicBezTo>
                      <a:cubicBezTo>
                        <a:pt x="62" y="133"/>
                        <a:pt x="63" y="137"/>
                        <a:pt x="63" y="141"/>
                      </a:cubicBezTo>
                      <a:cubicBezTo>
                        <a:pt x="63" y="143"/>
                        <a:pt x="63" y="143"/>
                        <a:pt x="63" y="143"/>
                      </a:cubicBezTo>
                      <a:cubicBezTo>
                        <a:pt x="63" y="150"/>
                        <a:pt x="60" y="152"/>
                        <a:pt x="56" y="154"/>
                      </a:cubicBezTo>
                      <a:cubicBezTo>
                        <a:pt x="55" y="154"/>
                        <a:pt x="55" y="154"/>
                        <a:pt x="55" y="154"/>
                      </a:cubicBezTo>
                      <a:cubicBezTo>
                        <a:pt x="53" y="154"/>
                        <a:pt x="53" y="154"/>
                        <a:pt x="53" y="154"/>
                      </a:cubicBezTo>
                      <a:cubicBezTo>
                        <a:pt x="52" y="154"/>
                        <a:pt x="52" y="154"/>
                        <a:pt x="51" y="153"/>
                      </a:cubicBezTo>
                      <a:cubicBezTo>
                        <a:pt x="50" y="154"/>
                        <a:pt x="50" y="154"/>
                        <a:pt x="49" y="154"/>
                      </a:cubicBezTo>
                      <a:cubicBezTo>
                        <a:pt x="47" y="154"/>
                        <a:pt x="47" y="154"/>
                        <a:pt x="47" y="154"/>
                      </a:cubicBezTo>
                      <a:cubicBezTo>
                        <a:pt x="47" y="155"/>
                        <a:pt x="46" y="155"/>
                        <a:pt x="46" y="156"/>
                      </a:cubicBezTo>
                      <a:cubicBezTo>
                        <a:pt x="46" y="158"/>
                        <a:pt x="53" y="165"/>
                        <a:pt x="55" y="166"/>
                      </a:cubicBezTo>
                      <a:cubicBezTo>
                        <a:pt x="56" y="166"/>
                        <a:pt x="56" y="166"/>
                        <a:pt x="56" y="166"/>
                      </a:cubicBezTo>
                      <a:cubicBezTo>
                        <a:pt x="61" y="166"/>
                        <a:pt x="61" y="166"/>
                        <a:pt x="61" y="166"/>
                      </a:cubicBezTo>
                      <a:cubicBezTo>
                        <a:pt x="66" y="166"/>
                        <a:pt x="69" y="163"/>
                        <a:pt x="71" y="160"/>
                      </a:cubicBezTo>
                      <a:cubicBezTo>
                        <a:pt x="74" y="155"/>
                        <a:pt x="74" y="151"/>
                        <a:pt x="76" y="148"/>
                      </a:cubicBezTo>
                      <a:cubicBezTo>
                        <a:pt x="75" y="146"/>
                        <a:pt x="75" y="148"/>
                        <a:pt x="75" y="146"/>
                      </a:cubicBezTo>
                      <a:cubicBezTo>
                        <a:pt x="75" y="138"/>
                        <a:pt x="75" y="138"/>
                        <a:pt x="75" y="138"/>
                      </a:cubicBezTo>
                      <a:cubicBezTo>
                        <a:pt x="75" y="130"/>
                        <a:pt x="74" y="128"/>
                        <a:pt x="80" y="124"/>
                      </a:cubicBezTo>
                      <a:cubicBezTo>
                        <a:pt x="81" y="124"/>
                        <a:pt x="81" y="124"/>
                        <a:pt x="81" y="124"/>
                      </a:cubicBezTo>
                      <a:cubicBezTo>
                        <a:pt x="90" y="124"/>
                        <a:pt x="90" y="127"/>
                        <a:pt x="94" y="120"/>
                      </a:cubicBezTo>
                      <a:cubicBezTo>
                        <a:pt x="92" y="117"/>
                        <a:pt x="91" y="116"/>
                        <a:pt x="88" y="115"/>
                      </a:cubicBezTo>
                      <a:cubicBezTo>
                        <a:pt x="86" y="116"/>
                        <a:pt x="84" y="117"/>
                        <a:pt x="81" y="117"/>
                      </a:cubicBezTo>
                      <a:cubicBezTo>
                        <a:pt x="79" y="117"/>
                        <a:pt x="79" y="117"/>
                        <a:pt x="79" y="117"/>
                      </a:cubicBezTo>
                      <a:cubicBezTo>
                        <a:pt x="77" y="116"/>
                        <a:pt x="72" y="109"/>
                        <a:pt x="72" y="107"/>
                      </a:cubicBezTo>
                      <a:cubicBezTo>
                        <a:pt x="72" y="105"/>
                        <a:pt x="72" y="105"/>
                        <a:pt x="72" y="105"/>
                      </a:cubicBezTo>
                      <a:cubicBezTo>
                        <a:pt x="72" y="99"/>
                        <a:pt x="75" y="100"/>
                        <a:pt x="78" y="96"/>
                      </a:cubicBezTo>
                      <a:cubicBezTo>
                        <a:pt x="80" y="96"/>
                        <a:pt x="80" y="96"/>
                        <a:pt x="80" y="96"/>
                      </a:cubicBezTo>
                      <a:cubicBezTo>
                        <a:pt x="82" y="93"/>
                        <a:pt x="89" y="90"/>
                        <a:pt x="92" y="89"/>
                      </a:cubicBezTo>
                      <a:cubicBezTo>
                        <a:pt x="95" y="87"/>
                        <a:pt x="101" y="83"/>
                        <a:pt x="101" y="80"/>
                      </a:cubicBezTo>
                      <a:cubicBezTo>
                        <a:pt x="101" y="77"/>
                        <a:pt x="101" y="79"/>
                        <a:pt x="102" y="78"/>
                      </a:cubicBezTo>
                      <a:cubicBezTo>
                        <a:pt x="101" y="77"/>
                        <a:pt x="101" y="79"/>
                        <a:pt x="101" y="77"/>
                      </a:cubicBezTo>
                      <a:cubicBezTo>
                        <a:pt x="101" y="73"/>
                        <a:pt x="96" y="64"/>
                        <a:pt x="95" y="61"/>
                      </a:cubicBezTo>
                      <a:cubicBezTo>
                        <a:pt x="95" y="61"/>
                        <a:pt x="101" y="55"/>
                        <a:pt x="102" y="55"/>
                      </a:cubicBezTo>
                      <a:cubicBezTo>
                        <a:pt x="104" y="52"/>
                        <a:pt x="106" y="51"/>
                        <a:pt x="109" y="48"/>
                      </a:cubicBezTo>
                      <a:cubicBezTo>
                        <a:pt x="110" y="47"/>
                        <a:pt x="112" y="46"/>
                        <a:pt x="113" y="45"/>
                      </a:cubicBezTo>
                      <a:cubicBezTo>
                        <a:pt x="114" y="44"/>
                        <a:pt x="115" y="43"/>
                        <a:pt x="116" y="42"/>
                      </a:cubicBezTo>
                      <a:cubicBezTo>
                        <a:pt x="118" y="39"/>
                        <a:pt x="118" y="35"/>
                        <a:pt x="121" y="34"/>
                      </a:cubicBezTo>
                      <a:cubicBezTo>
                        <a:pt x="121" y="32"/>
                        <a:pt x="121" y="32"/>
                        <a:pt x="121" y="32"/>
                      </a:cubicBezTo>
                      <a:cubicBezTo>
                        <a:pt x="121" y="27"/>
                        <a:pt x="123" y="30"/>
                        <a:pt x="120" y="24"/>
                      </a:cubicBezTo>
                      <a:cubicBezTo>
                        <a:pt x="118" y="20"/>
                        <a:pt x="118" y="20"/>
                        <a:pt x="116" y="17"/>
                      </a:cubicBezTo>
                      <a:cubicBezTo>
                        <a:pt x="113" y="17"/>
                        <a:pt x="113" y="17"/>
                        <a:pt x="113" y="17"/>
                      </a:cubicBezTo>
                      <a:cubicBezTo>
                        <a:pt x="111" y="17"/>
                        <a:pt x="105" y="19"/>
                        <a:pt x="104" y="20"/>
                      </a:cubicBezTo>
                      <a:cubicBezTo>
                        <a:pt x="101" y="23"/>
                        <a:pt x="102" y="23"/>
                        <a:pt x="96" y="24"/>
                      </a:cubicBezTo>
                      <a:lnTo>
                        <a:pt x="93" y="2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5" name="íṥḻiďê"/>
                <p:cNvSpPr/>
                <p:nvPr/>
              </p:nvSpPr>
              <p:spPr bwMode="auto">
                <a:xfrm>
                  <a:off x="5159376" y="3357563"/>
                  <a:ext cx="117475" cy="366713"/>
                </a:xfrm>
                <a:custGeom>
                  <a:avLst/>
                  <a:gdLst>
                    <a:gd name="T0" fmla="*/ 23 w 36"/>
                    <a:gd name="T1" fmla="*/ 14 h 110"/>
                    <a:gd name="T2" fmla="*/ 23 w 36"/>
                    <a:gd name="T3" fmla="*/ 12 h 110"/>
                    <a:gd name="T4" fmla="*/ 18 w 36"/>
                    <a:gd name="T5" fmla="*/ 6 h 110"/>
                    <a:gd name="T6" fmla="*/ 13 w 36"/>
                    <a:gd name="T7" fmla="*/ 0 h 110"/>
                    <a:gd name="T8" fmla="*/ 11 w 36"/>
                    <a:gd name="T9" fmla="*/ 4 h 110"/>
                    <a:gd name="T10" fmla="*/ 13 w 36"/>
                    <a:gd name="T11" fmla="*/ 16 h 110"/>
                    <a:gd name="T12" fmla="*/ 12 w 36"/>
                    <a:gd name="T13" fmla="*/ 34 h 110"/>
                    <a:gd name="T14" fmla="*/ 7 w 36"/>
                    <a:gd name="T15" fmla="*/ 65 h 110"/>
                    <a:gd name="T16" fmla="*/ 3 w 36"/>
                    <a:gd name="T17" fmla="*/ 80 h 110"/>
                    <a:gd name="T18" fmla="*/ 0 w 36"/>
                    <a:gd name="T19" fmla="*/ 95 h 110"/>
                    <a:gd name="T20" fmla="*/ 0 w 36"/>
                    <a:gd name="T21" fmla="*/ 98 h 110"/>
                    <a:gd name="T22" fmla="*/ 0 w 36"/>
                    <a:gd name="T23" fmla="*/ 100 h 110"/>
                    <a:gd name="T24" fmla="*/ 4 w 36"/>
                    <a:gd name="T25" fmla="*/ 105 h 110"/>
                    <a:gd name="T26" fmla="*/ 9 w 36"/>
                    <a:gd name="T27" fmla="*/ 110 h 110"/>
                    <a:gd name="T28" fmla="*/ 15 w 36"/>
                    <a:gd name="T29" fmla="*/ 104 h 110"/>
                    <a:gd name="T30" fmla="*/ 18 w 36"/>
                    <a:gd name="T31" fmla="*/ 96 h 110"/>
                    <a:gd name="T32" fmla="*/ 18 w 36"/>
                    <a:gd name="T33" fmla="*/ 90 h 110"/>
                    <a:gd name="T34" fmla="*/ 21 w 36"/>
                    <a:gd name="T35" fmla="*/ 71 h 110"/>
                    <a:gd name="T36" fmla="*/ 25 w 36"/>
                    <a:gd name="T37" fmla="*/ 53 h 110"/>
                    <a:gd name="T38" fmla="*/ 30 w 36"/>
                    <a:gd name="T39" fmla="*/ 36 h 110"/>
                    <a:gd name="T40" fmla="*/ 35 w 36"/>
                    <a:gd name="T41" fmla="*/ 20 h 110"/>
                    <a:gd name="T42" fmla="*/ 33 w 36"/>
                    <a:gd name="T43" fmla="*/ 20 h 110"/>
                    <a:gd name="T44" fmla="*/ 30 w 36"/>
                    <a:gd name="T45" fmla="*/ 22 h 110"/>
                    <a:gd name="T46" fmla="*/ 23 w 36"/>
                    <a:gd name="T47" fmla="*/ 17 h 110"/>
                    <a:gd name="T48" fmla="*/ 23 w 36"/>
                    <a:gd name="T49" fmla="*/ 15 h 110"/>
                    <a:gd name="T50" fmla="*/ 23 w 36"/>
                    <a:gd name="T51" fmla="*/ 14 h 1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6" h="110">
                      <a:moveTo>
                        <a:pt x="23" y="14"/>
                      </a:moveTo>
                      <a:cubicBezTo>
                        <a:pt x="23" y="12"/>
                        <a:pt x="23" y="12"/>
                        <a:pt x="23" y="12"/>
                      </a:cubicBezTo>
                      <a:cubicBezTo>
                        <a:pt x="21" y="8"/>
                        <a:pt x="22" y="9"/>
                        <a:pt x="18" y="6"/>
                      </a:cubicBezTo>
                      <a:cubicBezTo>
                        <a:pt x="17" y="4"/>
                        <a:pt x="15" y="2"/>
                        <a:pt x="13" y="0"/>
                      </a:cubicBezTo>
                      <a:cubicBezTo>
                        <a:pt x="12" y="1"/>
                        <a:pt x="11" y="3"/>
                        <a:pt x="11" y="4"/>
                      </a:cubicBezTo>
                      <a:cubicBezTo>
                        <a:pt x="11" y="7"/>
                        <a:pt x="13" y="12"/>
                        <a:pt x="13" y="16"/>
                      </a:cubicBezTo>
                      <a:cubicBezTo>
                        <a:pt x="12" y="34"/>
                        <a:pt x="12" y="34"/>
                        <a:pt x="12" y="34"/>
                      </a:cubicBezTo>
                      <a:cubicBezTo>
                        <a:pt x="12" y="43"/>
                        <a:pt x="9" y="56"/>
                        <a:pt x="7" y="65"/>
                      </a:cubicBezTo>
                      <a:cubicBezTo>
                        <a:pt x="6" y="72"/>
                        <a:pt x="4" y="75"/>
                        <a:pt x="3" y="80"/>
                      </a:cubicBezTo>
                      <a:cubicBezTo>
                        <a:pt x="2" y="85"/>
                        <a:pt x="0" y="91"/>
                        <a:pt x="0" y="95"/>
                      </a:cubicBezTo>
                      <a:cubicBezTo>
                        <a:pt x="0" y="98"/>
                        <a:pt x="0" y="98"/>
                        <a:pt x="0" y="98"/>
                      </a:cubicBezTo>
                      <a:cubicBezTo>
                        <a:pt x="0" y="100"/>
                        <a:pt x="0" y="100"/>
                        <a:pt x="0" y="100"/>
                      </a:cubicBezTo>
                      <a:cubicBezTo>
                        <a:pt x="2" y="102"/>
                        <a:pt x="2" y="103"/>
                        <a:pt x="4" y="105"/>
                      </a:cubicBezTo>
                      <a:cubicBezTo>
                        <a:pt x="6" y="108"/>
                        <a:pt x="7" y="108"/>
                        <a:pt x="9" y="110"/>
                      </a:cubicBezTo>
                      <a:cubicBezTo>
                        <a:pt x="12" y="108"/>
                        <a:pt x="13" y="108"/>
                        <a:pt x="15" y="104"/>
                      </a:cubicBezTo>
                      <a:cubicBezTo>
                        <a:pt x="16" y="102"/>
                        <a:pt x="18" y="99"/>
                        <a:pt x="18" y="96"/>
                      </a:cubicBezTo>
                      <a:cubicBezTo>
                        <a:pt x="18" y="90"/>
                        <a:pt x="18" y="90"/>
                        <a:pt x="18" y="90"/>
                      </a:cubicBezTo>
                      <a:cubicBezTo>
                        <a:pt x="18" y="83"/>
                        <a:pt x="20" y="77"/>
                        <a:pt x="21" y="71"/>
                      </a:cubicBezTo>
                      <a:cubicBezTo>
                        <a:pt x="23" y="65"/>
                        <a:pt x="23" y="59"/>
                        <a:pt x="25" y="53"/>
                      </a:cubicBezTo>
                      <a:cubicBezTo>
                        <a:pt x="26" y="47"/>
                        <a:pt x="29" y="42"/>
                        <a:pt x="30" y="36"/>
                      </a:cubicBezTo>
                      <a:cubicBezTo>
                        <a:pt x="31" y="28"/>
                        <a:pt x="34" y="27"/>
                        <a:pt x="35" y="20"/>
                      </a:cubicBezTo>
                      <a:cubicBezTo>
                        <a:pt x="34" y="19"/>
                        <a:pt x="36" y="20"/>
                        <a:pt x="33" y="20"/>
                      </a:cubicBezTo>
                      <a:cubicBezTo>
                        <a:pt x="33" y="20"/>
                        <a:pt x="30" y="22"/>
                        <a:pt x="30" y="22"/>
                      </a:cubicBezTo>
                      <a:cubicBezTo>
                        <a:pt x="25" y="21"/>
                        <a:pt x="25" y="21"/>
                        <a:pt x="23" y="17"/>
                      </a:cubicBezTo>
                      <a:cubicBezTo>
                        <a:pt x="23" y="15"/>
                        <a:pt x="23" y="15"/>
                        <a:pt x="23" y="15"/>
                      </a:cubicBezTo>
                      <a:lnTo>
                        <a:pt x="23" y="14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grpSp>
            <p:nvGrpSpPr>
              <p:cNvPr id="249" name="ïšľîḍê"/>
              <p:cNvGrpSpPr/>
              <p:nvPr/>
            </p:nvGrpSpPr>
            <p:grpSpPr>
              <a:xfrm>
                <a:off x="4412452" y="3781425"/>
                <a:ext cx="2312689" cy="166461"/>
                <a:chOff x="6986588" y="3521075"/>
                <a:chExt cx="1654176" cy="119063"/>
              </a:xfrm>
            </p:grpSpPr>
            <p:sp>
              <p:nvSpPr>
                <p:cNvPr id="250" name="îṩľîḑê"/>
                <p:cNvSpPr/>
                <p:nvPr/>
              </p:nvSpPr>
              <p:spPr bwMode="auto">
                <a:xfrm>
                  <a:off x="6986588" y="3521075"/>
                  <a:ext cx="155575" cy="119063"/>
                </a:xfrm>
                <a:custGeom>
                  <a:avLst/>
                  <a:gdLst>
                    <a:gd name="T0" fmla="*/ 84 w 98"/>
                    <a:gd name="T1" fmla="*/ 0 h 75"/>
                    <a:gd name="T2" fmla="*/ 59 w 98"/>
                    <a:gd name="T3" fmla="*/ 52 h 75"/>
                    <a:gd name="T4" fmla="*/ 57 w 98"/>
                    <a:gd name="T5" fmla="*/ 0 h 75"/>
                    <a:gd name="T6" fmla="*/ 40 w 98"/>
                    <a:gd name="T7" fmla="*/ 0 h 75"/>
                    <a:gd name="T8" fmla="*/ 15 w 98"/>
                    <a:gd name="T9" fmla="*/ 52 h 75"/>
                    <a:gd name="T10" fmla="*/ 15 w 98"/>
                    <a:gd name="T11" fmla="*/ 0 h 75"/>
                    <a:gd name="T12" fmla="*/ 0 w 98"/>
                    <a:gd name="T13" fmla="*/ 0 h 75"/>
                    <a:gd name="T14" fmla="*/ 2 w 98"/>
                    <a:gd name="T15" fmla="*/ 75 h 75"/>
                    <a:gd name="T16" fmla="*/ 19 w 98"/>
                    <a:gd name="T17" fmla="*/ 75 h 75"/>
                    <a:gd name="T18" fmla="*/ 44 w 98"/>
                    <a:gd name="T19" fmla="*/ 21 h 75"/>
                    <a:gd name="T20" fmla="*/ 46 w 98"/>
                    <a:gd name="T21" fmla="*/ 75 h 75"/>
                    <a:gd name="T22" fmla="*/ 63 w 98"/>
                    <a:gd name="T23" fmla="*/ 75 h 75"/>
                    <a:gd name="T24" fmla="*/ 98 w 98"/>
                    <a:gd name="T25" fmla="*/ 0 h 75"/>
                    <a:gd name="T26" fmla="*/ 84 w 98"/>
                    <a:gd name="T27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98" h="75">
                      <a:moveTo>
                        <a:pt x="84" y="0"/>
                      </a:moveTo>
                      <a:lnTo>
                        <a:pt x="59" y="52"/>
                      </a:lnTo>
                      <a:lnTo>
                        <a:pt x="57" y="0"/>
                      </a:lnTo>
                      <a:lnTo>
                        <a:pt x="40" y="0"/>
                      </a:lnTo>
                      <a:lnTo>
                        <a:pt x="15" y="52"/>
                      </a:ln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2" y="75"/>
                      </a:lnTo>
                      <a:lnTo>
                        <a:pt x="19" y="75"/>
                      </a:lnTo>
                      <a:lnTo>
                        <a:pt x="44" y="21"/>
                      </a:lnTo>
                      <a:lnTo>
                        <a:pt x="46" y="75"/>
                      </a:lnTo>
                      <a:lnTo>
                        <a:pt x="63" y="75"/>
                      </a:lnTo>
                      <a:lnTo>
                        <a:pt x="98" y="0"/>
                      </a:lnTo>
                      <a:lnTo>
                        <a:pt x="8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1" name="îṩḷîde"/>
                <p:cNvSpPr/>
                <p:nvPr/>
              </p:nvSpPr>
              <p:spPr bwMode="auto">
                <a:xfrm>
                  <a:off x="7135813" y="3521075"/>
                  <a:ext cx="112713" cy="119063"/>
                </a:xfrm>
                <a:custGeom>
                  <a:avLst/>
                  <a:gdLst>
                    <a:gd name="T0" fmla="*/ 22 w 34"/>
                    <a:gd name="T1" fmla="*/ 20 h 36"/>
                    <a:gd name="T2" fmla="*/ 20 w 34"/>
                    <a:gd name="T3" fmla="*/ 26 h 36"/>
                    <a:gd name="T4" fmla="*/ 18 w 34"/>
                    <a:gd name="T5" fmla="*/ 29 h 36"/>
                    <a:gd name="T6" fmla="*/ 13 w 34"/>
                    <a:gd name="T7" fmla="*/ 30 h 36"/>
                    <a:gd name="T8" fmla="*/ 9 w 34"/>
                    <a:gd name="T9" fmla="*/ 29 h 36"/>
                    <a:gd name="T10" fmla="*/ 7 w 34"/>
                    <a:gd name="T11" fmla="*/ 25 h 36"/>
                    <a:gd name="T12" fmla="*/ 7 w 34"/>
                    <a:gd name="T13" fmla="*/ 24 h 36"/>
                    <a:gd name="T14" fmla="*/ 8 w 34"/>
                    <a:gd name="T15" fmla="*/ 19 h 36"/>
                    <a:gd name="T16" fmla="*/ 12 w 34"/>
                    <a:gd name="T17" fmla="*/ 0 h 36"/>
                    <a:gd name="T18" fmla="*/ 5 w 34"/>
                    <a:gd name="T19" fmla="*/ 0 h 36"/>
                    <a:gd name="T20" fmla="*/ 1 w 34"/>
                    <a:gd name="T21" fmla="*/ 19 h 36"/>
                    <a:gd name="T22" fmla="*/ 0 w 34"/>
                    <a:gd name="T23" fmla="*/ 23 h 36"/>
                    <a:gd name="T24" fmla="*/ 0 w 34"/>
                    <a:gd name="T25" fmla="*/ 25 h 36"/>
                    <a:gd name="T26" fmla="*/ 3 w 34"/>
                    <a:gd name="T27" fmla="*/ 33 h 36"/>
                    <a:gd name="T28" fmla="*/ 13 w 34"/>
                    <a:gd name="T29" fmla="*/ 36 h 36"/>
                    <a:gd name="T30" fmla="*/ 22 w 34"/>
                    <a:gd name="T31" fmla="*/ 34 h 36"/>
                    <a:gd name="T32" fmla="*/ 27 w 34"/>
                    <a:gd name="T33" fmla="*/ 29 h 36"/>
                    <a:gd name="T34" fmla="*/ 30 w 34"/>
                    <a:gd name="T35" fmla="*/ 20 h 36"/>
                    <a:gd name="T36" fmla="*/ 34 w 34"/>
                    <a:gd name="T37" fmla="*/ 0 h 36"/>
                    <a:gd name="T38" fmla="*/ 26 w 34"/>
                    <a:gd name="T39" fmla="*/ 0 h 36"/>
                    <a:gd name="T40" fmla="*/ 22 w 34"/>
                    <a:gd name="T41" fmla="*/ 2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34" h="36">
                      <a:moveTo>
                        <a:pt x="22" y="20"/>
                      </a:moveTo>
                      <a:cubicBezTo>
                        <a:pt x="22" y="23"/>
                        <a:pt x="21" y="25"/>
                        <a:pt x="20" y="26"/>
                      </a:cubicBezTo>
                      <a:cubicBezTo>
                        <a:pt x="20" y="28"/>
                        <a:pt x="19" y="29"/>
                        <a:pt x="18" y="29"/>
                      </a:cubicBezTo>
                      <a:cubicBezTo>
                        <a:pt x="17" y="30"/>
                        <a:pt x="15" y="30"/>
                        <a:pt x="13" y="30"/>
                      </a:cubicBezTo>
                      <a:cubicBezTo>
                        <a:pt x="11" y="30"/>
                        <a:pt x="10" y="30"/>
                        <a:pt x="9" y="29"/>
                      </a:cubicBezTo>
                      <a:cubicBezTo>
                        <a:pt x="8" y="28"/>
                        <a:pt x="7" y="27"/>
                        <a:pt x="7" y="25"/>
                      </a:cubicBezTo>
                      <a:cubicBezTo>
                        <a:pt x="7" y="25"/>
                        <a:pt x="7" y="25"/>
                        <a:pt x="7" y="24"/>
                      </a:cubicBezTo>
                      <a:cubicBezTo>
                        <a:pt x="8" y="19"/>
                        <a:pt x="8" y="19"/>
                        <a:pt x="8" y="19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1" y="19"/>
                        <a:pt x="1" y="19"/>
                        <a:pt x="1" y="19"/>
                      </a:cubicBezTo>
                      <a:cubicBezTo>
                        <a:pt x="1" y="21"/>
                        <a:pt x="0" y="23"/>
                        <a:pt x="0" y="23"/>
                      </a:cubicBezTo>
                      <a:cubicBezTo>
                        <a:pt x="0" y="24"/>
                        <a:pt x="0" y="25"/>
                        <a:pt x="0" y="25"/>
                      </a:cubicBezTo>
                      <a:cubicBezTo>
                        <a:pt x="0" y="29"/>
                        <a:pt x="1" y="31"/>
                        <a:pt x="3" y="33"/>
                      </a:cubicBezTo>
                      <a:cubicBezTo>
                        <a:pt x="6" y="35"/>
                        <a:pt x="9" y="36"/>
                        <a:pt x="13" y="36"/>
                      </a:cubicBezTo>
                      <a:cubicBezTo>
                        <a:pt x="16" y="36"/>
                        <a:pt x="19" y="36"/>
                        <a:pt x="22" y="34"/>
                      </a:cubicBezTo>
                      <a:cubicBezTo>
                        <a:pt x="24" y="33"/>
                        <a:pt x="25" y="31"/>
                        <a:pt x="27" y="29"/>
                      </a:cubicBezTo>
                      <a:cubicBezTo>
                        <a:pt x="28" y="27"/>
                        <a:pt x="29" y="24"/>
                        <a:pt x="30" y="20"/>
                      </a:cubicBezTo>
                      <a:cubicBezTo>
                        <a:pt x="34" y="0"/>
                        <a:pt x="34" y="0"/>
                        <a:pt x="34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lnTo>
                        <a:pt x="22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2" name="îṣḻîḑê"/>
                <p:cNvSpPr/>
                <p:nvPr/>
              </p:nvSpPr>
              <p:spPr bwMode="auto">
                <a:xfrm>
                  <a:off x="7248526" y="3521075"/>
                  <a:ext cx="114300" cy="119063"/>
                </a:xfrm>
                <a:custGeom>
                  <a:avLst/>
                  <a:gdLst>
                    <a:gd name="T0" fmla="*/ 58 w 72"/>
                    <a:gd name="T1" fmla="*/ 0 h 75"/>
                    <a:gd name="T2" fmla="*/ 52 w 72"/>
                    <a:gd name="T3" fmla="*/ 29 h 75"/>
                    <a:gd name="T4" fmla="*/ 22 w 72"/>
                    <a:gd name="T5" fmla="*/ 29 h 75"/>
                    <a:gd name="T6" fmla="*/ 29 w 72"/>
                    <a:gd name="T7" fmla="*/ 0 h 75"/>
                    <a:gd name="T8" fmla="*/ 14 w 72"/>
                    <a:gd name="T9" fmla="*/ 0 h 75"/>
                    <a:gd name="T10" fmla="*/ 0 w 72"/>
                    <a:gd name="T11" fmla="*/ 75 h 75"/>
                    <a:gd name="T12" fmla="*/ 14 w 72"/>
                    <a:gd name="T13" fmla="*/ 75 h 75"/>
                    <a:gd name="T14" fmla="*/ 20 w 72"/>
                    <a:gd name="T15" fmla="*/ 42 h 75"/>
                    <a:gd name="T16" fmla="*/ 50 w 72"/>
                    <a:gd name="T17" fmla="*/ 42 h 75"/>
                    <a:gd name="T18" fmla="*/ 43 w 72"/>
                    <a:gd name="T19" fmla="*/ 75 h 75"/>
                    <a:gd name="T20" fmla="*/ 58 w 72"/>
                    <a:gd name="T21" fmla="*/ 75 h 75"/>
                    <a:gd name="T22" fmla="*/ 72 w 72"/>
                    <a:gd name="T23" fmla="*/ 0 h 75"/>
                    <a:gd name="T24" fmla="*/ 58 w 72"/>
                    <a:gd name="T25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2" h="75">
                      <a:moveTo>
                        <a:pt x="58" y="0"/>
                      </a:moveTo>
                      <a:lnTo>
                        <a:pt x="52" y="29"/>
                      </a:lnTo>
                      <a:lnTo>
                        <a:pt x="22" y="29"/>
                      </a:lnTo>
                      <a:lnTo>
                        <a:pt x="29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lnTo>
                        <a:pt x="14" y="75"/>
                      </a:lnTo>
                      <a:lnTo>
                        <a:pt x="20" y="42"/>
                      </a:lnTo>
                      <a:lnTo>
                        <a:pt x="50" y="42"/>
                      </a:lnTo>
                      <a:lnTo>
                        <a:pt x="43" y="75"/>
                      </a:lnTo>
                      <a:lnTo>
                        <a:pt x="58" y="75"/>
                      </a:lnTo>
                      <a:lnTo>
                        <a:pt x="72" y="0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3" name="ïṥlíḑê"/>
                <p:cNvSpPr/>
                <p:nvPr/>
              </p:nvSpPr>
              <p:spPr bwMode="auto">
                <a:xfrm>
                  <a:off x="7356476" y="3521075"/>
                  <a:ext cx="112713" cy="119063"/>
                </a:xfrm>
                <a:custGeom>
                  <a:avLst/>
                  <a:gdLst>
                    <a:gd name="T0" fmla="*/ 42 w 71"/>
                    <a:gd name="T1" fmla="*/ 0 h 75"/>
                    <a:gd name="T2" fmla="*/ 0 w 71"/>
                    <a:gd name="T3" fmla="*/ 75 h 75"/>
                    <a:gd name="T4" fmla="*/ 15 w 71"/>
                    <a:gd name="T5" fmla="*/ 75 h 75"/>
                    <a:gd name="T6" fmla="*/ 23 w 71"/>
                    <a:gd name="T7" fmla="*/ 59 h 75"/>
                    <a:gd name="T8" fmla="*/ 54 w 71"/>
                    <a:gd name="T9" fmla="*/ 59 h 75"/>
                    <a:gd name="T10" fmla="*/ 56 w 71"/>
                    <a:gd name="T11" fmla="*/ 75 h 75"/>
                    <a:gd name="T12" fmla="*/ 71 w 71"/>
                    <a:gd name="T13" fmla="*/ 75 h 75"/>
                    <a:gd name="T14" fmla="*/ 58 w 71"/>
                    <a:gd name="T15" fmla="*/ 0 h 75"/>
                    <a:gd name="T16" fmla="*/ 42 w 71"/>
                    <a:gd name="T17" fmla="*/ 0 h 75"/>
                    <a:gd name="T18" fmla="*/ 29 w 71"/>
                    <a:gd name="T19" fmla="*/ 46 h 75"/>
                    <a:gd name="T20" fmla="*/ 48 w 71"/>
                    <a:gd name="T21" fmla="*/ 17 h 75"/>
                    <a:gd name="T22" fmla="*/ 52 w 71"/>
                    <a:gd name="T23" fmla="*/ 46 h 75"/>
                    <a:gd name="T24" fmla="*/ 29 w 71"/>
                    <a:gd name="T25" fmla="*/ 46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1" h="75">
                      <a:moveTo>
                        <a:pt x="42" y="0"/>
                      </a:moveTo>
                      <a:lnTo>
                        <a:pt x="0" y="75"/>
                      </a:lnTo>
                      <a:lnTo>
                        <a:pt x="15" y="75"/>
                      </a:lnTo>
                      <a:lnTo>
                        <a:pt x="23" y="59"/>
                      </a:lnTo>
                      <a:lnTo>
                        <a:pt x="54" y="59"/>
                      </a:lnTo>
                      <a:lnTo>
                        <a:pt x="56" y="75"/>
                      </a:lnTo>
                      <a:lnTo>
                        <a:pt x="71" y="75"/>
                      </a:lnTo>
                      <a:lnTo>
                        <a:pt x="58" y="0"/>
                      </a:lnTo>
                      <a:lnTo>
                        <a:pt x="42" y="0"/>
                      </a:lnTo>
                      <a:close/>
                      <a:moveTo>
                        <a:pt x="29" y="46"/>
                      </a:moveTo>
                      <a:lnTo>
                        <a:pt x="48" y="17"/>
                      </a:lnTo>
                      <a:lnTo>
                        <a:pt x="52" y="46"/>
                      </a:lnTo>
                      <a:lnTo>
                        <a:pt x="29" y="4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4" name="îş1íḋe"/>
                <p:cNvSpPr/>
                <p:nvPr/>
              </p:nvSpPr>
              <p:spPr bwMode="auto">
                <a:xfrm>
                  <a:off x="7481888" y="3521075"/>
                  <a:ext cx="119063" cy="119063"/>
                </a:xfrm>
                <a:custGeom>
                  <a:avLst/>
                  <a:gdLst>
                    <a:gd name="T0" fmla="*/ 50 w 75"/>
                    <a:gd name="T1" fmla="*/ 50 h 75"/>
                    <a:gd name="T2" fmla="*/ 31 w 75"/>
                    <a:gd name="T3" fmla="*/ 0 h 75"/>
                    <a:gd name="T4" fmla="*/ 17 w 75"/>
                    <a:gd name="T5" fmla="*/ 0 h 75"/>
                    <a:gd name="T6" fmla="*/ 0 w 75"/>
                    <a:gd name="T7" fmla="*/ 75 h 75"/>
                    <a:gd name="T8" fmla="*/ 15 w 75"/>
                    <a:gd name="T9" fmla="*/ 75 h 75"/>
                    <a:gd name="T10" fmla="*/ 25 w 75"/>
                    <a:gd name="T11" fmla="*/ 25 h 75"/>
                    <a:gd name="T12" fmla="*/ 46 w 75"/>
                    <a:gd name="T13" fmla="*/ 75 h 75"/>
                    <a:gd name="T14" fmla="*/ 58 w 75"/>
                    <a:gd name="T15" fmla="*/ 75 h 75"/>
                    <a:gd name="T16" fmla="*/ 75 w 75"/>
                    <a:gd name="T17" fmla="*/ 0 h 75"/>
                    <a:gd name="T18" fmla="*/ 61 w 75"/>
                    <a:gd name="T19" fmla="*/ 0 h 75"/>
                    <a:gd name="T20" fmla="*/ 50 w 75"/>
                    <a:gd name="T21" fmla="*/ 5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5" h="75">
                      <a:moveTo>
                        <a:pt x="50" y="50"/>
                      </a:moveTo>
                      <a:lnTo>
                        <a:pt x="31" y="0"/>
                      </a:lnTo>
                      <a:lnTo>
                        <a:pt x="17" y="0"/>
                      </a:lnTo>
                      <a:lnTo>
                        <a:pt x="0" y="75"/>
                      </a:lnTo>
                      <a:lnTo>
                        <a:pt x="15" y="75"/>
                      </a:lnTo>
                      <a:lnTo>
                        <a:pt x="25" y="25"/>
                      </a:lnTo>
                      <a:lnTo>
                        <a:pt x="46" y="75"/>
                      </a:lnTo>
                      <a:lnTo>
                        <a:pt x="58" y="75"/>
                      </a:lnTo>
                      <a:lnTo>
                        <a:pt x="75" y="0"/>
                      </a:lnTo>
                      <a:lnTo>
                        <a:pt x="61" y="0"/>
                      </a:lnTo>
                      <a:lnTo>
                        <a:pt x="50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5" name="îş1ïḋe"/>
                <p:cNvSpPr/>
                <p:nvPr/>
              </p:nvSpPr>
              <p:spPr bwMode="auto">
                <a:xfrm>
                  <a:off x="7653338" y="3521075"/>
                  <a:ext cx="112713" cy="119063"/>
                </a:xfrm>
                <a:custGeom>
                  <a:avLst/>
                  <a:gdLst>
                    <a:gd name="T0" fmla="*/ 22 w 34"/>
                    <a:gd name="T1" fmla="*/ 20 h 36"/>
                    <a:gd name="T2" fmla="*/ 20 w 34"/>
                    <a:gd name="T3" fmla="*/ 26 h 36"/>
                    <a:gd name="T4" fmla="*/ 18 w 34"/>
                    <a:gd name="T5" fmla="*/ 29 h 36"/>
                    <a:gd name="T6" fmla="*/ 13 w 34"/>
                    <a:gd name="T7" fmla="*/ 30 h 36"/>
                    <a:gd name="T8" fmla="*/ 9 w 34"/>
                    <a:gd name="T9" fmla="*/ 29 h 36"/>
                    <a:gd name="T10" fmla="*/ 7 w 34"/>
                    <a:gd name="T11" fmla="*/ 25 h 36"/>
                    <a:gd name="T12" fmla="*/ 7 w 34"/>
                    <a:gd name="T13" fmla="*/ 24 h 36"/>
                    <a:gd name="T14" fmla="*/ 8 w 34"/>
                    <a:gd name="T15" fmla="*/ 19 h 36"/>
                    <a:gd name="T16" fmla="*/ 12 w 34"/>
                    <a:gd name="T17" fmla="*/ 0 h 36"/>
                    <a:gd name="T18" fmla="*/ 5 w 34"/>
                    <a:gd name="T19" fmla="*/ 0 h 36"/>
                    <a:gd name="T20" fmla="*/ 1 w 34"/>
                    <a:gd name="T21" fmla="*/ 19 h 36"/>
                    <a:gd name="T22" fmla="*/ 0 w 34"/>
                    <a:gd name="T23" fmla="*/ 23 h 36"/>
                    <a:gd name="T24" fmla="*/ 0 w 34"/>
                    <a:gd name="T25" fmla="*/ 25 h 36"/>
                    <a:gd name="T26" fmla="*/ 3 w 34"/>
                    <a:gd name="T27" fmla="*/ 33 h 36"/>
                    <a:gd name="T28" fmla="*/ 13 w 34"/>
                    <a:gd name="T29" fmla="*/ 36 h 36"/>
                    <a:gd name="T30" fmla="*/ 22 w 34"/>
                    <a:gd name="T31" fmla="*/ 34 h 36"/>
                    <a:gd name="T32" fmla="*/ 27 w 34"/>
                    <a:gd name="T33" fmla="*/ 29 h 36"/>
                    <a:gd name="T34" fmla="*/ 30 w 34"/>
                    <a:gd name="T35" fmla="*/ 20 h 36"/>
                    <a:gd name="T36" fmla="*/ 34 w 34"/>
                    <a:gd name="T37" fmla="*/ 0 h 36"/>
                    <a:gd name="T38" fmla="*/ 26 w 34"/>
                    <a:gd name="T39" fmla="*/ 0 h 36"/>
                    <a:gd name="T40" fmla="*/ 22 w 34"/>
                    <a:gd name="T41" fmla="*/ 2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34" h="36">
                      <a:moveTo>
                        <a:pt x="22" y="20"/>
                      </a:moveTo>
                      <a:cubicBezTo>
                        <a:pt x="22" y="23"/>
                        <a:pt x="21" y="25"/>
                        <a:pt x="20" y="26"/>
                      </a:cubicBezTo>
                      <a:cubicBezTo>
                        <a:pt x="20" y="28"/>
                        <a:pt x="19" y="29"/>
                        <a:pt x="18" y="29"/>
                      </a:cubicBezTo>
                      <a:cubicBezTo>
                        <a:pt x="17" y="30"/>
                        <a:pt x="15" y="30"/>
                        <a:pt x="13" y="30"/>
                      </a:cubicBezTo>
                      <a:cubicBezTo>
                        <a:pt x="11" y="30"/>
                        <a:pt x="10" y="30"/>
                        <a:pt x="9" y="29"/>
                      </a:cubicBezTo>
                      <a:cubicBezTo>
                        <a:pt x="8" y="28"/>
                        <a:pt x="7" y="27"/>
                        <a:pt x="7" y="25"/>
                      </a:cubicBezTo>
                      <a:cubicBezTo>
                        <a:pt x="7" y="25"/>
                        <a:pt x="7" y="25"/>
                        <a:pt x="7" y="24"/>
                      </a:cubicBezTo>
                      <a:cubicBezTo>
                        <a:pt x="8" y="19"/>
                        <a:pt x="8" y="19"/>
                        <a:pt x="8" y="19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1" y="19"/>
                        <a:pt x="1" y="19"/>
                        <a:pt x="1" y="19"/>
                      </a:cubicBezTo>
                      <a:cubicBezTo>
                        <a:pt x="1" y="21"/>
                        <a:pt x="0" y="23"/>
                        <a:pt x="0" y="23"/>
                      </a:cubicBezTo>
                      <a:cubicBezTo>
                        <a:pt x="0" y="24"/>
                        <a:pt x="0" y="25"/>
                        <a:pt x="0" y="25"/>
                      </a:cubicBezTo>
                      <a:cubicBezTo>
                        <a:pt x="0" y="29"/>
                        <a:pt x="1" y="31"/>
                        <a:pt x="3" y="33"/>
                      </a:cubicBezTo>
                      <a:cubicBezTo>
                        <a:pt x="6" y="35"/>
                        <a:pt x="9" y="36"/>
                        <a:pt x="13" y="36"/>
                      </a:cubicBezTo>
                      <a:cubicBezTo>
                        <a:pt x="16" y="36"/>
                        <a:pt x="19" y="36"/>
                        <a:pt x="22" y="34"/>
                      </a:cubicBezTo>
                      <a:cubicBezTo>
                        <a:pt x="24" y="33"/>
                        <a:pt x="25" y="31"/>
                        <a:pt x="27" y="29"/>
                      </a:cubicBezTo>
                      <a:cubicBezTo>
                        <a:pt x="28" y="27"/>
                        <a:pt x="29" y="24"/>
                        <a:pt x="30" y="20"/>
                      </a:cubicBezTo>
                      <a:cubicBezTo>
                        <a:pt x="34" y="0"/>
                        <a:pt x="34" y="0"/>
                        <a:pt x="34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lnTo>
                        <a:pt x="22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6" name="íšlídè"/>
                <p:cNvSpPr/>
                <p:nvPr/>
              </p:nvSpPr>
              <p:spPr bwMode="auto">
                <a:xfrm>
                  <a:off x="7766051" y="3521075"/>
                  <a:ext cx="115888" cy="119063"/>
                </a:xfrm>
                <a:custGeom>
                  <a:avLst/>
                  <a:gdLst>
                    <a:gd name="T0" fmla="*/ 58 w 73"/>
                    <a:gd name="T1" fmla="*/ 0 h 75"/>
                    <a:gd name="T2" fmla="*/ 50 w 73"/>
                    <a:gd name="T3" fmla="*/ 50 h 75"/>
                    <a:gd name="T4" fmla="*/ 29 w 73"/>
                    <a:gd name="T5" fmla="*/ 0 h 75"/>
                    <a:gd name="T6" fmla="*/ 15 w 73"/>
                    <a:gd name="T7" fmla="*/ 0 h 75"/>
                    <a:gd name="T8" fmla="*/ 0 w 73"/>
                    <a:gd name="T9" fmla="*/ 75 h 75"/>
                    <a:gd name="T10" fmla="*/ 13 w 73"/>
                    <a:gd name="T11" fmla="*/ 75 h 75"/>
                    <a:gd name="T12" fmla="*/ 23 w 73"/>
                    <a:gd name="T13" fmla="*/ 25 h 75"/>
                    <a:gd name="T14" fmla="*/ 44 w 73"/>
                    <a:gd name="T15" fmla="*/ 75 h 75"/>
                    <a:gd name="T16" fmla="*/ 58 w 73"/>
                    <a:gd name="T17" fmla="*/ 75 h 75"/>
                    <a:gd name="T18" fmla="*/ 73 w 73"/>
                    <a:gd name="T19" fmla="*/ 0 h 75"/>
                    <a:gd name="T20" fmla="*/ 58 w 73"/>
                    <a:gd name="T21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3" h="75">
                      <a:moveTo>
                        <a:pt x="58" y="0"/>
                      </a:moveTo>
                      <a:lnTo>
                        <a:pt x="50" y="50"/>
                      </a:lnTo>
                      <a:lnTo>
                        <a:pt x="29" y="0"/>
                      </a:lnTo>
                      <a:lnTo>
                        <a:pt x="15" y="0"/>
                      </a:lnTo>
                      <a:lnTo>
                        <a:pt x="0" y="75"/>
                      </a:lnTo>
                      <a:lnTo>
                        <a:pt x="13" y="75"/>
                      </a:lnTo>
                      <a:lnTo>
                        <a:pt x="23" y="25"/>
                      </a:lnTo>
                      <a:lnTo>
                        <a:pt x="44" y="75"/>
                      </a:lnTo>
                      <a:lnTo>
                        <a:pt x="58" y="75"/>
                      </a:lnTo>
                      <a:lnTo>
                        <a:pt x="73" y="0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7" name="îṣḻîďe"/>
                <p:cNvSpPr/>
                <p:nvPr/>
              </p:nvSpPr>
              <p:spPr bwMode="auto">
                <a:xfrm>
                  <a:off x="7881938" y="3521075"/>
                  <a:ext cx="49213" cy="119063"/>
                </a:xfrm>
                <a:custGeom>
                  <a:avLst/>
                  <a:gdLst>
                    <a:gd name="T0" fmla="*/ 0 w 31"/>
                    <a:gd name="T1" fmla="*/ 75 h 75"/>
                    <a:gd name="T2" fmla="*/ 14 w 31"/>
                    <a:gd name="T3" fmla="*/ 75 h 75"/>
                    <a:gd name="T4" fmla="*/ 31 w 31"/>
                    <a:gd name="T5" fmla="*/ 0 h 75"/>
                    <a:gd name="T6" fmla="*/ 14 w 31"/>
                    <a:gd name="T7" fmla="*/ 0 h 75"/>
                    <a:gd name="T8" fmla="*/ 0 w 31"/>
                    <a:gd name="T9" fmla="*/ 75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75">
                      <a:moveTo>
                        <a:pt x="0" y="75"/>
                      </a:moveTo>
                      <a:lnTo>
                        <a:pt x="14" y="75"/>
                      </a:lnTo>
                      <a:lnTo>
                        <a:pt x="31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8" name="íŝḻiḋè"/>
                <p:cNvSpPr/>
                <p:nvPr/>
              </p:nvSpPr>
              <p:spPr bwMode="auto">
                <a:xfrm>
                  <a:off x="7940676" y="3521075"/>
                  <a:ext cx="109538" cy="119063"/>
                </a:xfrm>
                <a:custGeom>
                  <a:avLst/>
                  <a:gdLst>
                    <a:gd name="T0" fmla="*/ 54 w 69"/>
                    <a:gd name="T1" fmla="*/ 0 h 75"/>
                    <a:gd name="T2" fmla="*/ 23 w 69"/>
                    <a:gd name="T3" fmla="*/ 57 h 75"/>
                    <a:gd name="T4" fmla="*/ 15 w 69"/>
                    <a:gd name="T5" fmla="*/ 0 h 75"/>
                    <a:gd name="T6" fmla="*/ 0 w 69"/>
                    <a:gd name="T7" fmla="*/ 0 h 75"/>
                    <a:gd name="T8" fmla="*/ 13 w 69"/>
                    <a:gd name="T9" fmla="*/ 75 h 75"/>
                    <a:gd name="T10" fmla="*/ 29 w 69"/>
                    <a:gd name="T11" fmla="*/ 75 h 75"/>
                    <a:gd name="T12" fmla="*/ 69 w 69"/>
                    <a:gd name="T13" fmla="*/ 0 h 75"/>
                    <a:gd name="T14" fmla="*/ 54 w 69"/>
                    <a:gd name="T15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69" h="75">
                      <a:moveTo>
                        <a:pt x="54" y="0"/>
                      </a:moveTo>
                      <a:lnTo>
                        <a:pt x="23" y="57"/>
                      </a:ln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13" y="75"/>
                      </a:lnTo>
                      <a:lnTo>
                        <a:pt x="29" y="75"/>
                      </a:lnTo>
                      <a:lnTo>
                        <a:pt x="69" y="0"/>
                      </a:lnTo>
                      <a:lnTo>
                        <a:pt x="5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9" name="î$ḷíďé"/>
                <p:cNvSpPr/>
                <p:nvPr/>
              </p:nvSpPr>
              <p:spPr bwMode="auto">
                <a:xfrm>
                  <a:off x="8037513" y="3521075"/>
                  <a:ext cx="111125" cy="119063"/>
                </a:xfrm>
                <a:custGeom>
                  <a:avLst/>
                  <a:gdLst>
                    <a:gd name="T0" fmla="*/ 68 w 70"/>
                    <a:gd name="T1" fmla="*/ 12 h 75"/>
                    <a:gd name="T2" fmla="*/ 70 w 70"/>
                    <a:gd name="T3" fmla="*/ 0 h 75"/>
                    <a:gd name="T4" fmla="*/ 16 w 70"/>
                    <a:gd name="T5" fmla="*/ 0 h 75"/>
                    <a:gd name="T6" fmla="*/ 0 w 70"/>
                    <a:gd name="T7" fmla="*/ 75 h 75"/>
                    <a:gd name="T8" fmla="*/ 58 w 70"/>
                    <a:gd name="T9" fmla="*/ 75 h 75"/>
                    <a:gd name="T10" fmla="*/ 60 w 70"/>
                    <a:gd name="T11" fmla="*/ 63 h 75"/>
                    <a:gd name="T12" fmla="*/ 16 w 70"/>
                    <a:gd name="T13" fmla="*/ 63 h 75"/>
                    <a:gd name="T14" fmla="*/ 22 w 70"/>
                    <a:gd name="T15" fmla="*/ 42 h 75"/>
                    <a:gd name="T16" fmla="*/ 60 w 70"/>
                    <a:gd name="T17" fmla="*/ 42 h 75"/>
                    <a:gd name="T18" fmla="*/ 62 w 70"/>
                    <a:gd name="T19" fmla="*/ 29 h 75"/>
                    <a:gd name="T20" fmla="*/ 24 w 70"/>
                    <a:gd name="T21" fmla="*/ 29 h 75"/>
                    <a:gd name="T22" fmla="*/ 29 w 70"/>
                    <a:gd name="T23" fmla="*/ 12 h 75"/>
                    <a:gd name="T24" fmla="*/ 68 w 70"/>
                    <a:gd name="T25" fmla="*/ 12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0" h="75">
                      <a:moveTo>
                        <a:pt x="68" y="12"/>
                      </a:moveTo>
                      <a:lnTo>
                        <a:pt x="70" y="0"/>
                      </a:lnTo>
                      <a:lnTo>
                        <a:pt x="16" y="0"/>
                      </a:lnTo>
                      <a:lnTo>
                        <a:pt x="0" y="75"/>
                      </a:lnTo>
                      <a:lnTo>
                        <a:pt x="58" y="75"/>
                      </a:lnTo>
                      <a:lnTo>
                        <a:pt x="60" y="63"/>
                      </a:lnTo>
                      <a:lnTo>
                        <a:pt x="16" y="63"/>
                      </a:lnTo>
                      <a:lnTo>
                        <a:pt x="22" y="42"/>
                      </a:lnTo>
                      <a:lnTo>
                        <a:pt x="60" y="42"/>
                      </a:lnTo>
                      <a:lnTo>
                        <a:pt x="62" y="29"/>
                      </a:lnTo>
                      <a:lnTo>
                        <a:pt x="24" y="29"/>
                      </a:lnTo>
                      <a:lnTo>
                        <a:pt x="29" y="12"/>
                      </a:lnTo>
                      <a:lnTo>
                        <a:pt x="68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0" name="îṡlîďe"/>
                <p:cNvSpPr/>
                <p:nvPr/>
              </p:nvSpPr>
              <p:spPr bwMode="auto">
                <a:xfrm>
                  <a:off x="8145463" y="3521075"/>
                  <a:ext cx="115888" cy="119063"/>
                </a:xfrm>
                <a:custGeom>
                  <a:avLst/>
                  <a:gdLst>
                    <a:gd name="T0" fmla="*/ 30 w 35"/>
                    <a:gd name="T1" fmla="*/ 1 h 36"/>
                    <a:gd name="T2" fmla="*/ 24 w 35"/>
                    <a:gd name="T3" fmla="*/ 0 h 36"/>
                    <a:gd name="T4" fmla="*/ 8 w 35"/>
                    <a:gd name="T5" fmla="*/ 0 h 36"/>
                    <a:gd name="T6" fmla="*/ 0 w 35"/>
                    <a:gd name="T7" fmla="*/ 36 h 36"/>
                    <a:gd name="T8" fmla="*/ 8 w 35"/>
                    <a:gd name="T9" fmla="*/ 36 h 36"/>
                    <a:gd name="T10" fmla="*/ 11 w 35"/>
                    <a:gd name="T11" fmla="*/ 21 h 36"/>
                    <a:gd name="T12" fmla="*/ 14 w 35"/>
                    <a:gd name="T13" fmla="*/ 21 h 36"/>
                    <a:gd name="T14" fmla="*/ 17 w 35"/>
                    <a:gd name="T15" fmla="*/ 22 h 36"/>
                    <a:gd name="T16" fmla="*/ 21 w 35"/>
                    <a:gd name="T17" fmla="*/ 26 h 36"/>
                    <a:gd name="T18" fmla="*/ 24 w 35"/>
                    <a:gd name="T19" fmla="*/ 36 h 36"/>
                    <a:gd name="T20" fmla="*/ 32 w 35"/>
                    <a:gd name="T21" fmla="*/ 36 h 36"/>
                    <a:gd name="T22" fmla="*/ 27 w 35"/>
                    <a:gd name="T23" fmla="*/ 24 h 36"/>
                    <a:gd name="T24" fmla="*/ 24 w 35"/>
                    <a:gd name="T25" fmla="*/ 21 h 36"/>
                    <a:gd name="T26" fmla="*/ 32 w 35"/>
                    <a:gd name="T27" fmla="*/ 17 h 36"/>
                    <a:gd name="T28" fmla="*/ 35 w 35"/>
                    <a:gd name="T29" fmla="*/ 9 h 36"/>
                    <a:gd name="T30" fmla="*/ 34 w 35"/>
                    <a:gd name="T31" fmla="*/ 4 h 36"/>
                    <a:gd name="T32" fmla="*/ 30 w 35"/>
                    <a:gd name="T33" fmla="*/ 1 h 36"/>
                    <a:gd name="T34" fmla="*/ 27 w 35"/>
                    <a:gd name="T35" fmla="*/ 13 h 36"/>
                    <a:gd name="T36" fmla="*/ 24 w 35"/>
                    <a:gd name="T37" fmla="*/ 15 h 36"/>
                    <a:gd name="T38" fmla="*/ 16 w 35"/>
                    <a:gd name="T39" fmla="*/ 16 h 36"/>
                    <a:gd name="T40" fmla="*/ 12 w 35"/>
                    <a:gd name="T41" fmla="*/ 16 h 36"/>
                    <a:gd name="T42" fmla="*/ 14 w 35"/>
                    <a:gd name="T43" fmla="*/ 6 h 36"/>
                    <a:gd name="T44" fmla="*/ 22 w 35"/>
                    <a:gd name="T45" fmla="*/ 6 h 36"/>
                    <a:gd name="T46" fmla="*/ 26 w 35"/>
                    <a:gd name="T47" fmla="*/ 7 h 36"/>
                    <a:gd name="T48" fmla="*/ 28 w 35"/>
                    <a:gd name="T49" fmla="*/ 10 h 36"/>
                    <a:gd name="T50" fmla="*/ 27 w 35"/>
                    <a:gd name="T51" fmla="*/ 13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5" h="36">
                      <a:moveTo>
                        <a:pt x="30" y="1"/>
                      </a:moveTo>
                      <a:cubicBezTo>
                        <a:pt x="28" y="0"/>
                        <a:pt x="26" y="0"/>
                        <a:pt x="24" y="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8" y="36"/>
                        <a:pt x="8" y="36"/>
                        <a:pt x="8" y="36"/>
                      </a:cubicBezTo>
                      <a:cubicBezTo>
                        <a:pt x="11" y="21"/>
                        <a:pt x="11" y="21"/>
                        <a:pt x="11" y="21"/>
                      </a:cubicBezTo>
                      <a:cubicBezTo>
                        <a:pt x="14" y="21"/>
                        <a:pt x="14" y="21"/>
                        <a:pt x="14" y="21"/>
                      </a:cubicBezTo>
                      <a:cubicBezTo>
                        <a:pt x="15" y="21"/>
                        <a:pt x="17" y="21"/>
                        <a:pt x="17" y="22"/>
                      </a:cubicBezTo>
                      <a:cubicBezTo>
                        <a:pt x="18" y="22"/>
                        <a:pt x="20" y="24"/>
                        <a:pt x="21" y="26"/>
                      </a:cubicBezTo>
                      <a:cubicBezTo>
                        <a:pt x="22" y="31"/>
                        <a:pt x="24" y="34"/>
                        <a:pt x="24" y="36"/>
                      </a:cubicBezTo>
                      <a:cubicBezTo>
                        <a:pt x="32" y="36"/>
                        <a:pt x="32" y="36"/>
                        <a:pt x="32" y="36"/>
                      </a:cubicBezTo>
                      <a:cubicBezTo>
                        <a:pt x="30" y="31"/>
                        <a:pt x="28" y="27"/>
                        <a:pt x="27" y="24"/>
                      </a:cubicBezTo>
                      <a:cubicBezTo>
                        <a:pt x="26" y="23"/>
                        <a:pt x="25" y="21"/>
                        <a:pt x="24" y="21"/>
                      </a:cubicBezTo>
                      <a:cubicBezTo>
                        <a:pt x="28" y="20"/>
                        <a:pt x="30" y="19"/>
                        <a:pt x="32" y="17"/>
                      </a:cubicBezTo>
                      <a:cubicBezTo>
                        <a:pt x="34" y="15"/>
                        <a:pt x="35" y="13"/>
                        <a:pt x="35" y="9"/>
                      </a:cubicBezTo>
                      <a:cubicBezTo>
                        <a:pt x="35" y="7"/>
                        <a:pt x="34" y="6"/>
                        <a:pt x="34" y="4"/>
                      </a:cubicBezTo>
                      <a:cubicBezTo>
                        <a:pt x="33" y="3"/>
                        <a:pt x="31" y="2"/>
                        <a:pt x="30" y="1"/>
                      </a:cubicBezTo>
                      <a:close/>
                      <a:moveTo>
                        <a:pt x="27" y="13"/>
                      </a:moveTo>
                      <a:cubicBezTo>
                        <a:pt x="26" y="14"/>
                        <a:pt x="25" y="14"/>
                        <a:pt x="24" y="15"/>
                      </a:cubicBezTo>
                      <a:cubicBezTo>
                        <a:pt x="22" y="15"/>
                        <a:pt x="20" y="16"/>
                        <a:pt x="16" y="16"/>
                      </a:cubicBezTo>
                      <a:cubicBezTo>
                        <a:pt x="12" y="16"/>
                        <a:pt x="12" y="16"/>
                        <a:pt x="12" y="16"/>
                      </a:cubicBezTo>
                      <a:cubicBezTo>
                        <a:pt x="14" y="6"/>
                        <a:pt x="14" y="6"/>
                        <a:pt x="14" y="6"/>
                      </a:cubicBezTo>
                      <a:cubicBezTo>
                        <a:pt x="22" y="6"/>
                        <a:pt x="22" y="6"/>
                        <a:pt x="22" y="6"/>
                      </a:cubicBezTo>
                      <a:cubicBezTo>
                        <a:pt x="24" y="6"/>
                        <a:pt x="25" y="6"/>
                        <a:pt x="26" y="7"/>
                      </a:cubicBezTo>
                      <a:cubicBezTo>
                        <a:pt x="27" y="7"/>
                        <a:pt x="28" y="8"/>
                        <a:pt x="28" y="10"/>
                      </a:cubicBezTo>
                      <a:cubicBezTo>
                        <a:pt x="28" y="11"/>
                        <a:pt x="27" y="12"/>
                        <a:pt x="27" y="1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1" name="ïşľîḍé"/>
                <p:cNvSpPr/>
                <p:nvPr/>
              </p:nvSpPr>
              <p:spPr bwMode="auto">
                <a:xfrm>
                  <a:off x="8267701" y="3521075"/>
                  <a:ext cx="98425" cy="119063"/>
                </a:xfrm>
                <a:custGeom>
                  <a:avLst/>
                  <a:gdLst>
                    <a:gd name="T0" fmla="*/ 17 w 30"/>
                    <a:gd name="T1" fmla="*/ 5 h 36"/>
                    <a:gd name="T2" fmla="*/ 22 w 30"/>
                    <a:gd name="T3" fmla="*/ 7 h 36"/>
                    <a:gd name="T4" fmla="*/ 23 w 30"/>
                    <a:gd name="T5" fmla="*/ 11 h 36"/>
                    <a:gd name="T6" fmla="*/ 30 w 30"/>
                    <a:gd name="T7" fmla="*/ 10 h 36"/>
                    <a:gd name="T8" fmla="*/ 27 w 30"/>
                    <a:gd name="T9" fmla="*/ 3 h 36"/>
                    <a:gd name="T10" fmla="*/ 17 w 30"/>
                    <a:gd name="T11" fmla="*/ 0 h 36"/>
                    <a:gd name="T12" fmla="*/ 8 w 30"/>
                    <a:gd name="T13" fmla="*/ 3 h 36"/>
                    <a:gd name="T14" fmla="*/ 4 w 30"/>
                    <a:gd name="T15" fmla="*/ 10 h 36"/>
                    <a:gd name="T16" fmla="*/ 6 w 30"/>
                    <a:gd name="T17" fmla="*/ 14 h 36"/>
                    <a:gd name="T18" fmla="*/ 8 w 30"/>
                    <a:gd name="T19" fmla="*/ 18 h 36"/>
                    <a:gd name="T20" fmla="*/ 15 w 30"/>
                    <a:gd name="T21" fmla="*/ 21 h 36"/>
                    <a:gd name="T22" fmla="*/ 20 w 30"/>
                    <a:gd name="T23" fmla="*/ 23 h 36"/>
                    <a:gd name="T24" fmla="*/ 21 w 30"/>
                    <a:gd name="T25" fmla="*/ 26 h 36"/>
                    <a:gd name="T26" fmla="*/ 19 w 30"/>
                    <a:gd name="T27" fmla="*/ 29 h 36"/>
                    <a:gd name="T28" fmla="*/ 14 w 30"/>
                    <a:gd name="T29" fmla="*/ 30 h 36"/>
                    <a:gd name="T30" fmla="*/ 8 w 30"/>
                    <a:gd name="T31" fmla="*/ 28 h 36"/>
                    <a:gd name="T32" fmla="*/ 7 w 30"/>
                    <a:gd name="T33" fmla="*/ 24 h 36"/>
                    <a:gd name="T34" fmla="*/ 0 w 30"/>
                    <a:gd name="T35" fmla="*/ 24 h 36"/>
                    <a:gd name="T36" fmla="*/ 1 w 30"/>
                    <a:gd name="T37" fmla="*/ 30 h 36"/>
                    <a:gd name="T38" fmla="*/ 6 w 30"/>
                    <a:gd name="T39" fmla="*/ 35 h 36"/>
                    <a:gd name="T40" fmla="*/ 14 w 30"/>
                    <a:gd name="T41" fmla="*/ 36 h 36"/>
                    <a:gd name="T42" fmla="*/ 24 w 30"/>
                    <a:gd name="T43" fmla="*/ 33 h 36"/>
                    <a:gd name="T44" fmla="*/ 28 w 30"/>
                    <a:gd name="T45" fmla="*/ 25 h 36"/>
                    <a:gd name="T46" fmla="*/ 26 w 30"/>
                    <a:gd name="T47" fmla="*/ 19 h 36"/>
                    <a:gd name="T48" fmla="*/ 18 w 30"/>
                    <a:gd name="T49" fmla="*/ 14 h 36"/>
                    <a:gd name="T50" fmla="*/ 13 w 30"/>
                    <a:gd name="T51" fmla="*/ 12 h 36"/>
                    <a:gd name="T52" fmla="*/ 11 w 30"/>
                    <a:gd name="T53" fmla="*/ 9 h 36"/>
                    <a:gd name="T54" fmla="*/ 13 w 30"/>
                    <a:gd name="T55" fmla="*/ 6 h 36"/>
                    <a:gd name="T56" fmla="*/ 17 w 30"/>
                    <a:gd name="T57" fmla="*/ 5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30" h="36">
                      <a:moveTo>
                        <a:pt x="17" y="5"/>
                      </a:moveTo>
                      <a:cubicBezTo>
                        <a:pt x="19" y="5"/>
                        <a:pt x="21" y="6"/>
                        <a:pt x="22" y="7"/>
                      </a:cubicBezTo>
                      <a:cubicBezTo>
                        <a:pt x="23" y="8"/>
                        <a:pt x="23" y="9"/>
                        <a:pt x="23" y="11"/>
                      </a:cubicBezTo>
                      <a:cubicBezTo>
                        <a:pt x="30" y="10"/>
                        <a:pt x="30" y="10"/>
                        <a:pt x="30" y="10"/>
                      </a:cubicBezTo>
                      <a:cubicBezTo>
                        <a:pt x="30" y="7"/>
                        <a:pt x="29" y="4"/>
                        <a:pt x="27" y="3"/>
                      </a:cubicBezTo>
                      <a:cubicBezTo>
                        <a:pt x="24" y="1"/>
                        <a:pt x="21" y="0"/>
                        <a:pt x="17" y="0"/>
                      </a:cubicBezTo>
                      <a:cubicBezTo>
                        <a:pt x="13" y="0"/>
                        <a:pt x="10" y="1"/>
                        <a:pt x="8" y="3"/>
                      </a:cubicBezTo>
                      <a:cubicBezTo>
                        <a:pt x="5" y="5"/>
                        <a:pt x="4" y="7"/>
                        <a:pt x="4" y="10"/>
                      </a:cubicBezTo>
                      <a:cubicBezTo>
                        <a:pt x="4" y="12"/>
                        <a:pt x="5" y="13"/>
                        <a:pt x="6" y="14"/>
                      </a:cubicBezTo>
                      <a:cubicBezTo>
                        <a:pt x="6" y="16"/>
                        <a:pt x="7" y="17"/>
                        <a:pt x="8" y="18"/>
                      </a:cubicBezTo>
                      <a:cubicBezTo>
                        <a:pt x="10" y="18"/>
                        <a:pt x="12" y="19"/>
                        <a:pt x="15" y="21"/>
                      </a:cubicBezTo>
                      <a:cubicBezTo>
                        <a:pt x="17" y="22"/>
                        <a:pt x="19" y="23"/>
                        <a:pt x="20" y="23"/>
                      </a:cubicBezTo>
                      <a:cubicBezTo>
                        <a:pt x="20" y="24"/>
                        <a:pt x="21" y="25"/>
                        <a:pt x="21" y="26"/>
                      </a:cubicBezTo>
                      <a:cubicBezTo>
                        <a:pt x="21" y="27"/>
                        <a:pt x="20" y="28"/>
                        <a:pt x="19" y="29"/>
                      </a:cubicBezTo>
                      <a:cubicBezTo>
                        <a:pt x="18" y="30"/>
                        <a:pt x="16" y="30"/>
                        <a:pt x="14" y="30"/>
                      </a:cubicBezTo>
                      <a:cubicBezTo>
                        <a:pt x="11" y="30"/>
                        <a:pt x="9" y="30"/>
                        <a:pt x="8" y="28"/>
                      </a:cubicBezTo>
                      <a:cubicBezTo>
                        <a:pt x="8" y="28"/>
                        <a:pt x="7" y="26"/>
                        <a:pt x="7" y="24"/>
                      </a:cubicBezTo>
                      <a:cubicBezTo>
                        <a:pt x="0" y="24"/>
                        <a:pt x="0" y="24"/>
                        <a:pt x="0" y="24"/>
                      </a:cubicBezTo>
                      <a:cubicBezTo>
                        <a:pt x="0" y="27"/>
                        <a:pt x="0" y="29"/>
                        <a:pt x="1" y="30"/>
                      </a:cubicBezTo>
                      <a:cubicBezTo>
                        <a:pt x="2" y="32"/>
                        <a:pt x="4" y="34"/>
                        <a:pt x="6" y="35"/>
                      </a:cubicBezTo>
                      <a:cubicBezTo>
                        <a:pt x="8" y="36"/>
                        <a:pt x="11" y="36"/>
                        <a:pt x="14" y="36"/>
                      </a:cubicBezTo>
                      <a:cubicBezTo>
                        <a:pt x="18" y="36"/>
                        <a:pt x="22" y="35"/>
                        <a:pt x="24" y="33"/>
                      </a:cubicBezTo>
                      <a:cubicBezTo>
                        <a:pt x="27" y="31"/>
                        <a:pt x="28" y="28"/>
                        <a:pt x="28" y="25"/>
                      </a:cubicBezTo>
                      <a:cubicBezTo>
                        <a:pt x="28" y="22"/>
                        <a:pt x="27" y="20"/>
                        <a:pt x="26" y="19"/>
                      </a:cubicBezTo>
                      <a:cubicBezTo>
                        <a:pt x="25" y="18"/>
                        <a:pt x="22" y="16"/>
                        <a:pt x="18" y="14"/>
                      </a:cubicBezTo>
                      <a:cubicBezTo>
                        <a:pt x="15" y="13"/>
                        <a:pt x="13" y="12"/>
                        <a:pt x="13" y="12"/>
                      </a:cubicBezTo>
                      <a:cubicBezTo>
                        <a:pt x="12" y="11"/>
                        <a:pt x="11" y="10"/>
                        <a:pt x="11" y="9"/>
                      </a:cubicBezTo>
                      <a:cubicBezTo>
                        <a:pt x="11" y="8"/>
                        <a:pt x="12" y="7"/>
                        <a:pt x="13" y="6"/>
                      </a:cubicBezTo>
                      <a:cubicBezTo>
                        <a:pt x="14" y="6"/>
                        <a:pt x="15" y="5"/>
                        <a:pt x="17" y="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2" name="îṩľîďe"/>
                <p:cNvSpPr/>
                <p:nvPr/>
              </p:nvSpPr>
              <p:spPr bwMode="auto">
                <a:xfrm>
                  <a:off x="8374063" y="3521075"/>
                  <a:ext cx="46038" cy="119063"/>
                </a:xfrm>
                <a:custGeom>
                  <a:avLst/>
                  <a:gdLst>
                    <a:gd name="T0" fmla="*/ 0 w 29"/>
                    <a:gd name="T1" fmla="*/ 75 h 75"/>
                    <a:gd name="T2" fmla="*/ 14 w 29"/>
                    <a:gd name="T3" fmla="*/ 75 h 75"/>
                    <a:gd name="T4" fmla="*/ 29 w 29"/>
                    <a:gd name="T5" fmla="*/ 0 h 75"/>
                    <a:gd name="T6" fmla="*/ 14 w 29"/>
                    <a:gd name="T7" fmla="*/ 0 h 75"/>
                    <a:gd name="T8" fmla="*/ 0 w 29"/>
                    <a:gd name="T9" fmla="*/ 75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75">
                      <a:moveTo>
                        <a:pt x="0" y="75"/>
                      </a:moveTo>
                      <a:lnTo>
                        <a:pt x="14" y="75"/>
                      </a:lnTo>
                      <a:lnTo>
                        <a:pt x="29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3" name="iS1idè"/>
                <p:cNvSpPr/>
                <p:nvPr/>
              </p:nvSpPr>
              <p:spPr bwMode="auto">
                <a:xfrm>
                  <a:off x="8432801" y="3521075"/>
                  <a:ext cx="95250" cy="119063"/>
                </a:xfrm>
                <a:custGeom>
                  <a:avLst/>
                  <a:gdLst>
                    <a:gd name="T0" fmla="*/ 0 w 60"/>
                    <a:gd name="T1" fmla="*/ 12 h 75"/>
                    <a:gd name="T2" fmla="*/ 21 w 60"/>
                    <a:gd name="T3" fmla="*/ 12 h 75"/>
                    <a:gd name="T4" fmla="*/ 8 w 60"/>
                    <a:gd name="T5" fmla="*/ 75 h 75"/>
                    <a:gd name="T6" fmla="*/ 23 w 60"/>
                    <a:gd name="T7" fmla="*/ 75 h 75"/>
                    <a:gd name="T8" fmla="*/ 35 w 60"/>
                    <a:gd name="T9" fmla="*/ 12 h 75"/>
                    <a:gd name="T10" fmla="*/ 58 w 60"/>
                    <a:gd name="T11" fmla="*/ 12 h 75"/>
                    <a:gd name="T12" fmla="*/ 60 w 60"/>
                    <a:gd name="T13" fmla="*/ 0 h 75"/>
                    <a:gd name="T14" fmla="*/ 2 w 60"/>
                    <a:gd name="T15" fmla="*/ 0 h 75"/>
                    <a:gd name="T16" fmla="*/ 0 w 60"/>
                    <a:gd name="T17" fmla="*/ 12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0" h="75">
                      <a:moveTo>
                        <a:pt x="0" y="12"/>
                      </a:moveTo>
                      <a:lnTo>
                        <a:pt x="21" y="12"/>
                      </a:lnTo>
                      <a:lnTo>
                        <a:pt x="8" y="75"/>
                      </a:lnTo>
                      <a:lnTo>
                        <a:pt x="23" y="75"/>
                      </a:lnTo>
                      <a:lnTo>
                        <a:pt x="35" y="12"/>
                      </a:lnTo>
                      <a:lnTo>
                        <a:pt x="58" y="12"/>
                      </a:lnTo>
                      <a:lnTo>
                        <a:pt x="60" y="0"/>
                      </a:lnTo>
                      <a:lnTo>
                        <a:pt x="2" y="0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4" name="iṣḷîḋe"/>
                <p:cNvSpPr/>
                <p:nvPr/>
              </p:nvSpPr>
              <p:spPr bwMode="auto">
                <a:xfrm>
                  <a:off x="8531226" y="3521075"/>
                  <a:ext cx="109538" cy="119063"/>
                </a:xfrm>
                <a:custGeom>
                  <a:avLst/>
                  <a:gdLst>
                    <a:gd name="T0" fmla="*/ 25 w 33"/>
                    <a:gd name="T1" fmla="*/ 0 h 36"/>
                    <a:gd name="T2" fmla="*/ 19 w 33"/>
                    <a:gd name="T3" fmla="*/ 7 h 36"/>
                    <a:gd name="T4" fmla="*/ 16 w 33"/>
                    <a:gd name="T5" fmla="*/ 12 h 36"/>
                    <a:gd name="T6" fmla="*/ 14 w 33"/>
                    <a:gd name="T7" fmla="*/ 15 h 36"/>
                    <a:gd name="T8" fmla="*/ 12 w 33"/>
                    <a:gd name="T9" fmla="*/ 10 h 36"/>
                    <a:gd name="T10" fmla="*/ 8 w 33"/>
                    <a:gd name="T11" fmla="*/ 0 h 36"/>
                    <a:gd name="T12" fmla="*/ 0 w 33"/>
                    <a:gd name="T13" fmla="*/ 0 h 36"/>
                    <a:gd name="T14" fmla="*/ 10 w 33"/>
                    <a:gd name="T15" fmla="*/ 22 h 36"/>
                    <a:gd name="T16" fmla="*/ 7 w 33"/>
                    <a:gd name="T17" fmla="*/ 36 h 36"/>
                    <a:gd name="T18" fmla="*/ 14 w 33"/>
                    <a:gd name="T19" fmla="*/ 36 h 36"/>
                    <a:gd name="T20" fmla="*/ 17 w 33"/>
                    <a:gd name="T21" fmla="*/ 23 h 36"/>
                    <a:gd name="T22" fmla="*/ 33 w 33"/>
                    <a:gd name="T23" fmla="*/ 0 h 36"/>
                    <a:gd name="T24" fmla="*/ 25 w 33"/>
                    <a:gd name="T25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33" h="36">
                      <a:moveTo>
                        <a:pt x="25" y="0"/>
                      </a:moveTo>
                      <a:cubicBezTo>
                        <a:pt x="19" y="7"/>
                        <a:pt x="19" y="7"/>
                        <a:pt x="19" y="7"/>
                      </a:cubicBezTo>
                      <a:cubicBezTo>
                        <a:pt x="16" y="12"/>
                        <a:pt x="16" y="12"/>
                        <a:pt x="16" y="12"/>
                      </a:cubicBezTo>
                      <a:cubicBezTo>
                        <a:pt x="15" y="13"/>
                        <a:pt x="15" y="14"/>
                        <a:pt x="14" y="15"/>
                      </a:cubicBezTo>
                      <a:cubicBezTo>
                        <a:pt x="14" y="14"/>
                        <a:pt x="13" y="13"/>
                        <a:pt x="12" y="1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0" y="22"/>
                        <a:pt x="10" y="22"/>
                        <a:pt x="10" y="22"/>
                      </a:cubicBezTo>
                      <a:cubicBezTo>
                        <a:pt x="7" y="36"/>
                        <a:pt x="7" y="36"/>
                        <a:pt x="7" y="36"/>
                      </a:cubicBezTo>
                      <a:cubicBezTo>
                        <a:pt x="14" y="36"/>
                        <a:pt x="14" y="36"/>
                        <a:pt x="14" y="36"/>
                      </a:cubicBezTo>
                      <a:cubicBezTo>
                        <a:pt x="17" y="23"/>
                        <a:pt x="17" y="23"/>
                        <a:pt x="17" y="23"/>
                      </a:cubicBezTo>
                      <a:cubicBezTo>
                        <a:pt x="33" y="0"/>
                        <a:pt x="33" y="0"/>
                        <a:pt x="33" y="0"/>
                      </a:cubicBezTo>
                      <a:lnTo>
                        <a:pt x="2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</p:grpSp>
      </p:grpSp>
      <p:cxnSp>
        <p:nvCxnSpPr>
          <p:cNvPr id="4" name="直线连接符 3"/>
          <p:cNvCxnSpPr/>
          <p:nvPr userDrawn="1"/>
        </p:nvCxnSpPr>
        <p:spPr>
          <a:xfrm>
            <a:off x="0" y="1016000"/>
            <a:ext cx="12192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0" name="图片 109" descr="图片包含 天空, 户外, 建筑物, 日落&#10;&#10;描述已自动生成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9500" l="10000" r="98000">
                        <a14:foregroundMark x1="45583" y1="28625" x2="72750" y2="47875"/>
                        <a14:foregroundMark x1="72750" y1="47875" x2="79000" y2="48875"/>
                        <a14:foregroundMark x1="79000" y1="48875" x2="87083" y2="44750"/>
                        <a14:foregroundMark x1="87083" y1="44750" x2="89333" y2="42875"/>
                        <a14:foregroundMark x1="49697" y1="28104" x2="51500" y2="30625"/>
                        <a14:foregroundMark x1="46583" y1="23750" x2="49595" y2="27961"/>
                        <a14:foregroundMark x1="46917" y1="21000" x2="48333" y2="17125"/>
                        <a14:foregroundMark x1="62917" y1="48125" x2="65250" y2="51750"/>
                        <a14:foregroundMark x1="65250" y1="51750" x2="86750" y2="67750"/>
                        <a14:foregroundMark x1="94417" y1="36500" x2="92917" y2="90875"/>
                        <a14:foregroundMark x1="98000" y1="30875" x2="91667" y2="84250"/>
                        <a14:foregroundMark x1="91667" y1="84250" x2="91333" y2="85500"/>
                        <a14:foregroundMark x1="70000" y1="67000" x2="89333" y2="84250"/>
                        <a14:foregroundMark x1="89333" y1="84250" x2="89333" y2="84250"/>
                        <a14:foregroundMark x1="70500" y1="67000" x2="66333" y2="64125"/>
                        <a14:foregroundMark x1="66333" y1="64125" x2="59333" y2="53500"/>
                        <a14:foregroundMark x1="79333" y1="90625" x2="80167" y2="96250"/>
                        <a14:foregroundMark x1="80167" y1="96250" x2="85167" y2="96625"/>
                        <a14:foregroundMark x1="85167" y1="96625" x2="88083" y2="94625"/>
                        <a14:foregroundMark x1="88083" y1="94625" x2="88167" y2="94625"/>
                        <a14:foregroundMark x1="96750" y1="97500" x2="76750" y2="99500"/>
                        <a14:foregroundMark x1="77799" y1="89875" x2="77667" y2="86250"/>
                        <a14:foregroundMark x1="77984" y1="94938" x2="77927" y2="93375"/>
                        <a14:foregroundMark x1="78000" y1="95375" x2="78056" y2="96909"/>
                        <a14:foregroundMark x1="68667" y1="40875" x2="68417" y2="41125"/>
                        <a14:backgroundMark x1="77667" y1="89875" x2="77667" y2="93375"/>
                        <a14:backgroundMark x1="77833" y1="95625" x2="78167" y2="90625"/>
                        <a14:backgroundMark x1="78500" y1="96125" x2="79000" y2="90375"/>
                        <a14:backgroundMark x1="19833" y1="30625" x2="46417" y2="71000"/>
                        <a14:backgroundMark x1="46417" y1="71000" x2="46417" y2="71000"/>
                        <a14:backgroundMark x1="17000" y1="72500" x2="23583" y2="72625"/>
                        <a14:backgroundMark x1="23583" y1="72625" x2="37833" y2="71875"/>
                        <a14:backgroundMark x1="37833" y1="71875" x2="57167" y2="75375"/>
                        <a14:backgroundMark x1="61667" y1="37000" x2="62000" y2="37375"/>
                        <a14:backgroundMark x1="66667" y1="39375" x2="66917" y2="39750"/>
                        <a14:backgroundMark x1="50917" y1="27125" x2="51000" y2="27625"/>
                      </a14:backgroundRemoval>
                    </a14:imgEffect>
                    <a14:imgEffect>
                      <a14:brightnessContrast bright="72000"/>
                    </a14:imgEffect>
                    <a14:imgEffect>
                      <a14:colorTemperature colorTemp="9660"/>
                    </a14:imgEffect>
                    <a14:imgEffect>
                      <a14:saturation sat="11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8743" t="8413"/>
          <a:stretch>
            <a:fillRect/>
          </a:stretch>
        </p:blipFill>
        <p:spPr>
          <a:xfrm flipH="1">
            <a:off x="-1" y="60500"/>
            <a:ext cx="958611" cy="955500"/>
          </a:xfrm>
          <a:prstGeom prst="rect">
            <a:avLst/>
          </a:prstGeom>
        </p:spPr>
      </p:pic>
      <p:sp>
        <p:nvSpPr>
          <p:cNvPr id="5" name="图片占位符 4"/>
          <p:cNvSpPr>
            <a:spLocks noGrp="1"/>
          </p:cNvSpPr>
          <p:nvPr>
            <p:ph type="pic" sz="quarter" idx="11"/>
          </p:nvPr>
        </p:nvSpPr>
        <p:spPr>
          <a:xfrm>
            <a:off x="6224588" y="1423851"/>
            <a:ext cx="5045392" cy="2259121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109" name="图片占位符 4"/>
          <p:cNvSpPr>
            <a:spLocks noGrp="1"/>
          </p:cNvSpPr>
          <p:nvPr>
            <p:ph type="pic" sz="quarter" idx="12"/>
          </p:nvPr>
        </p:nvSpPr>
        <p:spPr>
          <a:xfrm>
            <a:off x="931863" y="3897796"/>
            <a:ext cx="5045392" cy="2259121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grpSp>
        <p:nvGrpSpPr>
          <p:cNvPr id="112" name="组合 111"/>
          <p:cNvGrpSpPr/>
          <p:nvPr userDrawn="1"/>
        </p:nvGrpSpPr>
        <p:grpSpPr>
          <a:xfrm>
            <a:off x="2792280" y="1955776"/>
            <a:ext cx="1310061" cy="1186205"/>
            <a:chOff x="5772150" y="157163"/>
            <a:chExt cx="583834" cy="528637"/>
          </a:xfrm>
        </p:grpSpPr>
        <p:sp>
          <p:nvSpPr>
            <p:cNvPr id="113" name="燕尾形 112"/>
            <p:cNvSpPr/>
            <p:nvPr/>
          </p:nvSpPr>
          <p:spPr>
            <a:xfrm>
              <a:off x="5772150" y="157163"/>
              <a:ext cx="323850" cy="528637"/>
            </a:xfrm>
            <a:prstGeom prst="chevron">
              <a:avLst/>
            </a:prstGeom>
            <a:solidFill>
              <a:schemeClr val="accent3">
                <a:lumMod val="20000"/>
                <a:lumOff val="80000"/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/>
            </a:bodyPr>
            <a:lstStyle/>
            <a:p>
              <a:pPr algn="l">
                <a:lnSpc>
                  <a:spcPct val="130000"/>
                </a:lnSpc>
              </a:pPr>
              <a:endPara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14" name="燕尾形 113"/>
            <p:cNvSpPr/>
            <p:nvPr/>
          </p:nvSpPr>
          <p:spPr>
            <a:xfrm>
              <a:off x="6032134" y="157163"/>
              <a:ext cx="323850" cy="528637"/>
            </a:xfrm>
            <a:prstGeom prst="chevron">
              <a:avLst/>
            </a:prstGeom>
            <a:solidFill>
              <a:schemeClr val="accent3">
                <a:lumMod val="20000"/>
                <a:lumOff val="80000"/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/>
            </a:bodyPr>
            <a:lstStyle/>
            <a:p>
              <a:pPr algn="l">
                <a:lnSpc>
                  <a:spcPct val="130000"/>
                </a:lnSpc>
              </a:pPr>
              <a:endPara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15" name="组合 114"/>
          <p:cNvGrpSpPr/>
          <p:nvPr userDrawn="1"/>
        </p:nvGrpSpPr>
        <p:grpSpPr>
          <a:xfrm flipH="1">
            <a:off x="8087334" y="4580124"/>
            <a:ext cx="1310061" cy="1186205"/>
            <a:chOff x="5772150" y="157163"/>
            <a:chExt cx="583834" cy="528637"/>
          </a:xfrm>
        </p:grpSpPr>
        <p:sp>
          <p:nvSpPr>
            <p:cNvPr id="116" name="燕尾形 115"/>
            <p:cNvSpPr/>
            <p:nvPr/>
          </p:nvSpPr>
          <p:spPr>
            <a:xfrm>
              <a:off x="5772150" y="157163"/>
              <a:ext cx="323850" cy="528637"/>
            </a:xfrm>
            <a:prstGeom prst="chevron">
              <a:avLst/>
            </a:prstGeom>
            <a:solidFill>
              <a:schemeClr val="accent3">
                <a:lumMod val="20000"/>
                <a:lumOff val="80000"/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/>
            </a:bodyPr>
            <a:lstStyle/>
            <a:p>
              <a:pPr algn="l">
                <a:lnSpc>
                  <a:spcPct val="130000"/>
                </a:lnSpc>
              </a:pPr>
              <a:endPara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17" name="燕尾形 116"/>
            <p:cNvSpPr/>
            <p:nvPr/>
          </p:nvSpPr>
          <p:spPr>
            <a:xfrm>
              <a:off x="6032134" y="157163"/>
              <a:ext cx="323850" cy="528637"/>
            </a:xfrm>
            <a:prstGeom prst="chevron">
              <a:avLst/>
            </a:prstGeom>
            <a:solidFill>
              <a:schemeClr val="accent3">
                <a:lumMod val="20000"/>
                <a:lumOff val="80000"/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/>
            </a:bodyPr>
            <a:lstStyle/>
            <a:p>
              <a:pPr algn="l">
                <a:lnSpc>
                  <a:spcPct val="130000"/>
                </a:lnSpc>
              </a:pPr>
              <a:endPara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张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3275" y="393486"/>
            <a:ext cx="8970989" cy="663575"/>
          </a:xfrm>
          <a:prstGeom prst="rect">
            <a:avLst/>
          </a:prstGeom>
        </p:spPr>
        <p:txBody>
          <a:bodyPr lIns="0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245" name="组合 244"/>
          <p:cNvGrpSpPr/>
          <p:nvPr userDrawn="1"/>
        </p:nvGrpSpPr>
        <p:grpSpPr>
          <a:xfrm>
            <a:off x="9895088" y="468793"/>
            <a:ext cx="1480571" cy="458860"/>
            <a:chOff x="2558030" y="228446"/>
            <a:chExt cx="6774643" cy="2099603"/>
          </a:xfrm>
        </p:grpSpPr>
        <p:grpSp>
          <p:nvGrpSpPr>
            <p:cNvPr id="246" name="íšḻîďê"/>
            <p:cNvGrpSpPr/>
            <p:nvPr userDrawn="1"/>
          </p:nvGrpSpPr>
          <p:grpSpPr>
            <a:xfrm>
              <a:off x="2558030" y="228446"/>
              <a:ext cx="2085857" cy="2099603"/>
              <a:chOff x="3551238" y="3067050"/>
              <a:chExt cx="722313" cy="727075"/>
            </a:xfrm>
          </p:grpSpPr>
          <p:sp>
            <p:nvSpPr>
              <p:cNvPr id="276" name="ïş1íḍê"/>
              <p:cNvSpPr/>
              <p:nvPr/>
            </p:nvSpPr>
            <p:spPr bwMode="auto">
              <a:xfrm>
                <a:off x="3575051" y="3087688"/>
                <a:ext cx="673100" cy="679450"/>
              </a:xfrm>
              <a:custGeom>
                <a:avLst/>
                <a:gdLst>
                  <a:gd name="T0" fmla="*/ 102 w 204"/>
                  <a:gd name="T1" fmla="*/ 0 h 204"/>
                  <a:gd name="T2" fmla="*/ 204 w 204"/>
                  <a:gd name="T3" fmla="*/ 102 h 204"/>
                  <a:gd name="T4" fmla="*/ 102 w 204"/>
                  <a:gd name="T5" fmla="*/ 204 h 204"/>
                  <a:gd name="T6" fmla="*/ 0 w 204"/>
                  <a:gd name="T7" fmla="*/ 102 h 204"/>
                  <a:gd name="T8" fmla="*/ 102 w 204"/>
                  <a:gd name="T9" fmla="*/ 0 h 204"/>
                  <a:gd name="T10" fmla="*/ 102 w 204"/>
                  <a:gd name="T11" fmla="*/ 25 h 204"/>
                  <a:gd name="T12" fmla="*/ 24 w 204"/>
                  <a:gd name="T13" fmla="*/ 103 h 204"/>
                  <a:gd name="T14" fmla="*/ 102 w 204"/>
                  <a:gd name="T15" fmla="*/ 181 h 204"/>
                  <a:gd name="T16" fmla="*/ 180 w 204"/>
                  <a:gd name="T17" fmla="*/ 103 h 204"/>
                  <a:gd name="T18" fmla="*/ 102 w 204"/>
                  <a:gd name="T19" fmla="*/ 25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4" h="204">
                    <a:moveTo>
                      <a:pt x="102" y="0"/>
                    </a:moveTo>
                    <a:cubicBezTo>
                      <a:pt x="159" y="0"/>
                      <a:pt x="204" y="46"/>
                      <a:pt x="204" y="102"/>
                    </a:cubicBezTo>
                    <a:cubicBezTo>
                      <a:pt x="204" y="158"/>
                      <a:pt x="159" y="204"/>
                      <a:pt x="102" y="204"/>
                    </a:cubicBezTo>
                    <a:cubicBezTo>
                      <a:pt x="46" y="204"/>
                      <a:pt x="0" y="158"/>
                      <a:pt x="0" y="102"/>
                    </a:cubicBezTo>
                    <a:cubicBezTo>
                      <a:pt x="0" y="46"/>
                      <a:pt x="46" y="0"/>
                      <a:pt x="102" y="0"/>
                    </a:cubicBezTo>
                    <a:close/>
                    <a:moveTo>
                      <a:pt x="102" y="25"/>
                    </a:moveTo>
                    <a:cubicBezTo>
                      <a:pt x="59" y="25"/>
                      <a:pt x="24" y="60"/>
                      <a:pt x="24" y="103"/>
                    </a:cubicBezTo>
                    <a:cubicBezTo>
                      <a:pt x="24" y="146"/>
                      <a:pt x="59" y="181"/>
                      <a:pt x="102" y="181"/>
                    </a:cubicBezTo>
                    <a:cubicBezTo>
                      <a:pt x="145" y="181"/>
                      <a:pt x="180" y="146"/>
                      <a:pt x="180" y="103"/>
                    </a:cubicBezTo>
                    <a:cubicBezTo>
                      <a:pt x="180" y="60"/>
                      <a:pt x="145" y="25"/>
                      <a:pt x="102" y="25"/>
                    </a:cubicBezTo>
                    <a:close/>
                  </a:path>
                </a:pathLst>
              </a:custGeom>
              <a:solidFill>
                <a:srgbClr val="0052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7" name="íšḻïḍè"/>
              <p:cNvSpPr/>
              <p:nvPr/>
            </p:nvSpPr>
            <p:spPr bwMode="auto">
              <a:xfrm>
                <a:off x="3621088" y="3103563"/>
                <a:ext cx="584200" cy="203200"/>
              </a:xfrm>
              <a:custGeom>
                <a:avLst/>
                <a:gdLst>
                  <a:gd name="T0" fmla="*/ 8 w 177"/>
                  <a:gd name="T1" fmla="*/ 53 h 61"/>
                  <a:gd name="T2" fmla="*/ 0 w 177"/>
                  <a:gd name="T3" fmla="*/ 56 h 61"/>
                  <a:gd name="T4" fmla="*/ 5 w 177"/>
                  <a:gd name="T5" fmla="*/ 52 h 61"/>
                  <a:gd name="T6" fmla="*/ 4 w 177"/>
                  <a:gd name="T7" fmla="*/ 50 h 61"/>
                  <a:gd name="T8" fmla="*/ 5 w 177"/>
                  <a:gd name="T9" fmla="*/ 48 h 61"/>
                  <a:gd name="T10" fmla="*/ 10 w 177"/>
                  <a:gd name="T11" fmla="*/ 41 h 61"/>
                  <a:gd name="T12" fmla="*/ 17 w 177"/>
                  <a:gd name="T13" fmla="*/ 50 h 61"/>
                  <a:gd name="T14" fmla="*/ 14 w 177"/>
                  <a:gd name="T15" fmla="*/ 35 h 61"/>
                  <a:gd name="T16" fmla="*/ 23 w 177"/>
                  <a:gd name="T17" fmla="*/ 46 h 61"/>
                  <a:gd name="T18" fmla="*/ 31 w 177"/>
                  <a:gd name="T19" fmla="*/ 38 h 61"/>
                  <a:gd name="T20" fmla="*/ 29 w 177"/>
                  <a:gd name="T21" fmla="*/ 40 h 61"/>
                  <a:gd name="T22" fmla="*/ 18 w 177"/>
                  <a:gd name="T23" fmla="*/ 32 h 61"/>
                  <a:gd name="T24" fmla="*/ 19 w 177"/>
                  <a:gd name="T25" fmla="*/ 30 h 61"/>
                  <a:gd name="T26" fmla="*/ 21 w 177"/>
                  <a:gd name="T27" fmla="*/ 27 h 61"/>
                  <a:gd name="T28" fmla="*/ 41 w 177"/>
                  <a:gd name="T29" fmla="*/ 29 h 61"/>
                  <a:gd name="T30" fmla="*/ 43 w 177"/>
                  <a:gd name="T31" fmla="*/ 29 h 61"/>
                  <a:gd name="T32" fmla="*/ 35 w 177"/>
                  <a:gd name="T33" fmla="*/ 35 h 61"/>
                  <a:gd name="T34" fmla="*/ 31 w 177"/>
                  <a:gd name="T35" fmla="*/ 21 h 61"/>
                  <a:gd name="T36" fmla="*/ 46 w 177"/>
                  <a:gd name="T37" fmla="*/ 11 h 61"/>
                  <a:gd name="T38" fmla="*/ 47 w 177"/>
                  <a:gd name="T39" fmla="*/ 11 h 61"/>
                  <a:gd name="T40" fmla="*/ 47 w 177"/>
                  <a:gd name="T41" fmla="*/ 26 h 61"/>
                  <a:gd name="T42" fmla="*/ 39 w 177"/>
                  <a:gd name="T43" fmla="*/ 15 h 61"/>
                  <a:gd name="T44" fmla="*/ 72 w 177"/>
                  <a:gd name="T45" fmla="*/ 16 h 61"/>
                  <a:gd name="T46" fmla="*/ 71 w 177"/>
                  <a:gd name="T47" fmla="*/ 2 h 61"/>
                  <a:gd name="T48" fmla="*/ 65 w 177"/>
                  <a:gd name="T49" fmla="*/ 15 h 61"/>
                  <a:gd name="T50" fmla="*/ 64 w 177"/>
                  <a:gd name="T51" fmla="*/ 4 h 61"/>
                  <a:gd name="T52" fmla="*/ 84 w 177"/>
                  <a:gd name="T53" fmla="*/ 1 h 61"/>
                  <a:gd name="T54" fmla="*/ 84 w 177"/>
                  <a:gd name="T55" fmla="*/ 1 h 61"/>
                  <a:gd name="T56" fmla="*/ 78 w 177"/>
                  <a:gd name="T57" fmla="*/ 16 h 61"/>
                  <a:gd name="T58" fmla="*/ 77 w 177"/>
                  <a:gd name="T59" fmla="*/ 15 h 61"/>
                  <a:gd name="T60" fmla="*/ 90 w 177"/>
                  <a:gd name="T61" fmla="*/ 1 h 61"/>
                  <a:gd name="T62" fmla="*/ 94 w 177"/>
                  <a:gd name="T63" fmla="*/ 15 h 61"/>
                  <a:gd name="T64" fmla="*/ 92 w 177"/>
                  <a:gd name="T65" fmla="*/ 15 h 61"/>
                  <a:gd name="T66" fmla="*/ 113 w 177"/>
                  <a:gd name="T67" fmla="*/ 3 h 61"/>
                  <a:gd name="T68" fmla="*/ 102 w 177"/>
                  <a:gd name="T69" fmla="*/ 2 h 61"/>
                  <a:gd name="T70" fmla="*/ 105 w 177"/>
                  <a:gd name="T71" fmla="*/ 14 h 61"/>
                  <a:gd name="T72" fmla="*/ 117 w 177"/>
                  <a:gd name="T73" fmla="*/ 5 h 61"/>
                  <a:gd name="T74" fmla="*/ 122 w 177"/>
                  <a:gd name="T75" fmla="*/ 19 h 61"/>
                  <a:gd name="T76" fmla="*/ 119 w 177"/>
                  <a:gd name="T77" fmla="*/ 13 h 61"/>
                  <a:gd name="T78" fmla="*/ 121 w 177"/>
                  <a:gd name="T79" fmla="*/ 12 h 61"/>
                  <a:gd name="T80" fmla="*/ 124 w 177"/>
                  <a:gd name="T81" fmla="*/ 10 h 61"/>
                  <a:gd name="T82" fmla="*/ 131 w 177"/>
                  <a:gd name="T83" fmla="*/ 26 h 61"/>
                  <a:gd name="T84" fmla="*/ 126 w 177"/>
                  <a:gd name="T85" fmla="*/ 23 h 61"/>
                  <a:gd name="T86" fmla="*/ 124 w 177"/>
                  <a:gd name="T87" fmla="*/ 23 h 61"/>
                  <a:gd name="T88" fmla="*/ 137 w 177"/>
                  <a:gd name="T89" fmla="*/ 14 h 61"/>
                  <a:gd name="T90" fmla="*/ 133 w 177"/>
                  <a:gd name="T91" fmla="*/ 11 h 61"/>
                  <a:gd name="T92" fmla="*/ 137 w 177"/>
                  <a:gd name="T93" fmla="*/ 32 h 61"/>
                  <a:gd name="T94" fmla="*/ 137 w 177"/>
                  <a:gd name="T95" fmla="*/ 32 h 61"/>
                  <a:gd name="T96" fmla="*/ 145 w 177"/>
                  <a:gd name="T97" fmla="*/ 19 h 61"/>
                  <a:gd name="T98" fmla="*/ 146 w 177"/>
                  <a:gd name="T99" fmla="*/ 19 h 61"/>
                  <a:gd name="T100" fmla="*/ 159 w 177"/>
                  <a:gd name="T101" fmla="*/ 31 h 61"/>
                  <a:gd name="T102" fmla="*/ 149 w 177"/>
                  <a:gd name="T103" fmla="*/ 42 h 61"/>
                  <a:gd name="T104" fmla="*/ 155 w 177"/>
                  <a:gd name="T105" fmla="*/ 27 h 61"/>
                  <a:gd name="T106" fmla="*/ 166 w 177"/>
                  <a:gd name="T107" fmla="*/ 40 h 61"/>
                  <a:gd name="T108" fmla="*/ 160 w 177"/>
                  <a:gd name="T109" fmla="*/ 37 h 61"/>
                  <a:gd name="T110" fmla="*/ 153 w 177"/>
                  <a:gd name="T111" fmla="*/ 46 h 61"/>
                  <a:gd name="T112" fmla="*/ 177 w 177"/>
                  <a:gd name="T113" fmla="*/ 55 h 61"/>
                  <a:gd name="T114" fmla="*/ 162 w 177"/>
                  <a:gd name="T115" fmla="*/ 60 h 61"/>
                  <a:gd name="T116" fmla="*/ 165 w 177"/>
                  <a:gd name="T117" fmla="*/ 55 h 61"/>
                  <a:gd name="T118" fmla="*/ 173 w 177"/>
                  <a:gd name="T119" fmla="*/ 49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77" h="61">
                    <a:moveTo>
                      <a:pt x="6" y="46"/>
                    </a:moveTo>
                    <a:cubicBezTo>
                      <a:pt x="6" y="46"/>
                      <a:pt x="6" y="46"/>
                      <a:pt x="6" y="46"/>
                    </a:cubicBezTo>
                    <a:cubicBezTo>
                      <a:pt x="6" y="46"/>
                      <a:pt x="6" y="46"/>
                      <a:pt x="6" y="46"/>
                    </a:cubicBezTo>
                    <a:cubicBezTo>
                      <a:pt x="6" y="46"/>
                      <a:pt x="6" y="47"/>
                      <a:pt x="6" y="47"/>
                    </a:cubicBezTo>
                    <a:cubicBezTo>
                      <a:pt x="6" y="47"/>
                      <a:pt x="6" y="47"/>
                      <a:pt x="6" y="47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8" y="53"/>
                      <a:pt x="8" y="53"/>
                      <a:pt x="8" y="53"/>
                    </a:cubicBezTo>
                    <a:cubicBezTo>
                      <a:pt x="8" y="54"/>
                      <a:pt x="8" y="54"/>
                      <a:pt x="8" y="54"/>
                    </a:cubicBezTo>
                    <a:cubicBezTo>
                      <a:pt x="15" y="60"/>
                      <a:pt x="15" y="60"/>
                      <a:pt x="15" y="60"/>
                    </a:cubicBezTo>
                    <a:cubicBezTo>
                      <a:pt x="15" y="61"/>
                      <a:pt x="15" y="61"/>
                      <a:pt x="15" y="61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4"/>
                      <a:pt x="2" y="54"/>
                    </a:cubicBezTo>
                    <a:cubicBezTo>
                      <a:pt x="2" y="54"/>
                      <a:pt x="2" y="54"/>
                      <a:pt x="2" y="54"/>
                    </a:cubicBezTo>
                    <a:cubicBezTo>
                      <a:pt x="11" y="58"/>
                      <a:pt x="11" y="58"/>
                      <a:pt x="11" y="58"/>
                    </a:cubicBezTo>
                    <a:cubicBezTo>
                      <a:pt x="12" y="58"/>
                      <a:pt x="12" y="58"/>
                      <a:pt x="12" y="58"/>
                    </a:cubicBezTo>
                    <a:cubicBezTo>
                      <a:pt x="5" y="52"/>
                      <a:pt x="5" y="52"/>
                      <a:pt x="5" y="52"/>
                    </a:cubicBezTo>
                    <a:cubicBezTo>
                      <a:pt x="4" y="52"/>
                      <a:pt x="4" y="52"/>
                      <a:pt x="4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2" y="52"/>
                      <a:pt x="2" y="52"/>
                      <a:pt x="2" y="52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4" y="50"/>
                      <a:pt x="4" y="50"/>
                      <a:pt x="4" y="50"/>
                    </a:cubicBezTo>
                    <a:cubicBezTo>
                      <a:pt x="4" y="50"/>
                      <a:pt x="4" y="50"/>
                      <a:pt x="4" y="50"/>
                    </a:cubicBezTo>
                    <a:cubicBezTo>
                      <a:pt x="4" y="50"/>
                      <a:pt x="4" y="50"/>
                      <a:pt x="4" y="51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6" y="48"/>
                      <a:pt x="6" y="48"/>
                      <a:pt x="6" y="48"/>
                    </a:cubicBezTo>
                    <a:cubicBezTo>
                      <a:pt x="6" y="48"/>
                      <a:pt x="6" y="48"/>
                      <a:pt x="5" y="48"/>
                    </a:cubicBezTo>
                    <a:cubicBezTo>
                      <a:pt x="5" y="48"/>
                      <a:pt x="5" y="48"/>
                      <a:pt x="5" y="48"/>
                    </a:cubicBezTo>
                    <a:cubicBezTo>
                      <a:pt x="5" y="48"/>
                      <a:pt x="5" y="48"/>
                      <a:pt x="5" y="48"/>
                    </a:cubicBezTo>
                    <a:cubicBezTo>
                      <a:pt x="4" y="48"/>
                      <a:pt x="4" y="48"/>
                      <a:pt x="4" y="48"/>
                    </a:cubicBezTo>
                    <a:cubicBezTo>
                      <a:pt x="6" y="46"/>
                      <a:pt x="6" y="46"/>
                      <a:pt x="6" y="46"/>
                    </a:cubicBezTo>
                    <a:close/>
                    <a:moveTo>
                      <a:pt x="22" y="48"/>
                    </a:moveTo>
                    <a:cubicBezTo>
                      <a:pt x="22" y="49"/>
                      <a:pt x="21" y="49"/>
                      <a:pt x="21" y="49"/>
                    </a:cubicBezTo>
                    <a:cubicBezTo>
                      <a:pt x="20" y="50"/>
                      <a:pt x="19" y="49"/>
                      <a:pt x="18" y="48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1"/>
                      <a:pt x="10" y="41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7" y="43"/>
                      <a:pt x="7" y="43"/>
                      <a:pt x="7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9" y="43"/>
                      <a:pt x="9" y="43"/>
                      <a:pt x="9" y="43"/>
                    </a:cubicBezTo>
                    <a:cubicBezTo>
                      <a:pt x="17" y="50"/>
                      <a:pt x="17" y="50"/>
                      <a:pt x="17" y="50"/>
                    </a:cubicBezTo>
                    <a:cubicBezTo>
                      <a:pt x="18" y="50"/>
                      <a:pt x="19" y="51"/>
                      <a:pt x="20" y="50"/>
                    </a:cubicBezTo>
                    <a:cubicBezTo>
                      <a:pt x="21" y="50"/>
                      <a:pt x="22" y="50"/>
                      <a:pt x="23" y="49"/>
                    </a:cubicBezTo>
                    <a:cubicBezTo>
                      <a:pt x="24" y="48"/>
                      <a:pt x="24" y="47"/>
                      <a:pt x="24" y="46"/>
                    </a:cubicBezTo>
                    <a:cubicBezTo>
                      <a:pt x="24" y="45"/>
                      <a:pt x="23" y="44"/>
                      <a:pt x="22" y="43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4" y="35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2" y="38"/>
                      <a:pt x="12" y="38"/>
                      <a:pt x="12" y="38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3" y="37"/>
                      <a:pt x="14" y="37"/>
                      <a:pt x="14" y="37"/>
                    </a:cubicBezTo>
                    <a:cubicBezTo>
                      <a:pt x="22" y="44"/>
                      <a:pt x="22" y="44"/>
                      <a:pt x="22" y="44"/>
                    </a:cubicBezTo>
                    <a:cubicBezTo>
                      <a:pt x="23" y="44"/>
                      <a:pt x="23" y="45"/>
                      <a:pt x="23" y="46"/>
                    </a:cubicBezTo>
                    <a:cubicBezTo>
                      <a:pt x="23" y="47"/>
                      <a:pt x="23" y="47"/>
                      <a:pt x="22" y="48"/>
                    </a:cubicBezTo>
                    <a:close/>
                    <a:moveTo>
                      <a:pt x="33" y="36"/>
                    </a:moveTo>
                    <a:cubicBezTo>
                      <a:pt x="33" y="36"/>
                      <a:pt x="33" y="36"/>
                      <a:pt x="33" y="36"/>
                    </a:cubicBezTo>
                    <a:cubicBezTo>
                      <a:pt x="33" y="36"/>
                      <a:pt x="34" y="36"/>
                      <a:pt x="34" y="36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32" y="39"/>
                      <a:pt x="32" y="39"/>
                      <a:pt x="32" y="39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2" y="38"/>
                      <a:pt x="32" y="37"/>
                      <a:pt x="32" y="37"/>
                    </a:cubicBezTo>
                    <a:cubicBezTo>
                      <a:pt x="32" y="37"/>
                      <a:pt x="32" y="37"/>
                      <a:pt x="32" y="37"/>
                    </a:cubicBezTo>
                    <a:cubicBezTo>
                      <a:pt x="27" y="32"/>
                      <a:pt x="27" y="32"/>
                      <a:pt x="27" y="32"/>
                    </a:cubicBezTo>
                    <a:cubicBezTo>
                      <a:pt x="23" y="36"/>
                      <a:pt x="23" y="36"/>
                      <a:pt x="23" y="36"/>
                    </a:cubicBezTo>
                    <a:cubicBezTo>
                      <a:pt x="28" y="40"/>
                      <a:pt x="28" y="40"/>
                      <a:pt x="28" y="40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8" y="41"/>
                      <a:pt x="29" y="41"/>
                      <a:pt x="29" y="40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30" y="41"/>
                      <a:pt x="30" y="41"/>
                      <a:pt x="30" y="41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2"/>
                      <a:pt x="27" y="42"/>
                      <a:pt x="27" y="42"/>
                    </a:cubicBezTo>
                    <a:cubicBezTo>
                      <a:pt x="27" y="42"/>
                      <a:pt x="27" y="42"/>
                      <a:pt x="27" y="41"/>
                    </a:cubicBezTo>
                    <a:cubicBezTo>
                      <a:pt x="18" y="32"/>
                      <a:pt x="18" y="32"/>
                      <a:pt x="18" y="32"/>
                    </a:cubicBezTo>
                    <a:cubicBezTo>
                      <a:pt x="18" y="32"/>
                      <a:pt x="17" y="32"/>
                      <a:pt x="17" y="32"/>
                    </a:cubicBezTo>
                    <a:cubicBezTo>
                      <a:pt x="17" y="32"/>
                      <a:pt x="17" y="32"/>
                      <a:pt x="17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1"/>
                      <a:pt x="19" y="31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7" y="31"/>
                      <a:pt x="27" y="31"/>
                      <a:pt x="27" y="31"/>
                    </a:cubicBezTo>
                    <a:cubicBezTo>
                      <a:pt x="23" y="27"/>
                      <a:pt x="23" y="27"/>
                      <a:pt x="23" y="27"/>
                    </a:cubicBezTo>
                    <a:cubicBezTo>
                      <a:pt x="23" y="27"/>
                      <a:pt x="22" y="27"/>
                      <a:pt x="22" y="27"/>
                    </a:cubicBezTo>
                    <a:cubicBezTo>
                      <a:pt x="22" y="27"/>
                      <a:pt x="22" y="27"/>
                      <a:pt x="22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6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33" y="36"/>
                      <a:pt x="33" y="36"/>
                      <a:pt x="33" y="36"/>
                    </a:cubicBezTo>
                    <a:close/>
                    <a:moveTo>
                      <a:pt x="38" y="26"/>
                    </a:moveTo>
                    <a:cubicBezTo>
                      <a:pt x="41" y="29"/>
                      <a:pt x="41" y="29"/>
                      <a:pt x="41" y="29"/>
                    </a:cubicBezTo>
                    <a:cubicBezTo>
                      <a:pt x="41" y="29"/>
                      <a:pt x="41" y="30"/>
                      <a:pt x="41" y="30"/>
                    </a:cubicBezTo>
                    <a:cubicBezTo>
                      <a:pt x="41" y="30"/>
                      <a:pt x="41" y="30"/>
                      <a:pt x="41" y="30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3" y="29"/>
                      <a:pt x="42" y="29"/>
                      <a:pt x="42" y="28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5" y="33"/>
                      <a:pt x="35" y="33"/>
                      <a:pt x="35" y="33"/>
                    </a:cubicBezTo>
                    <a:cubicBezTo>
                      <a:pt x="35" y="33"/>
                      <a:pt x="35" y="34"/>
                      <a:pt x="35" y="34"/>
                    </a:cubicBezTo>
                    <a:cubicBezTo>
                      <a:pt x="35" y="34"/>
                      <a:pt x="35" y="34"/>
                      <a:pt x="35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7" y="33"/>
                      <a:pt x="37" y="33"/>
                      <a:pt x="37" y="33"/>
                    </a:cubicBezTo>
                    <a:cubicBezTo>
                      <a:pt x="37" y="33"/>
                      <a:pt x="37" y="33"/>
                      <a:pt x="36" y="33"/>
                    </a:cubicBezTo>
                    <a:cubicBezTo>
                      <a:pt x="36" y="33"/>
                      <a:pt x="36" y="32"/>
                      <a:pt x="36" y="32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8" y="26"/>
                      <a:pt x="38" y="26"/>
                      <a:pt x="38" y="26"/>
                    </a:cubicBezTo>
                    <a:close/>
                    <a:moveTo>
                      <a:pt x="31" y="21"/>
                    </a:moveTo>
                    <a:cubicBezTo>
                      <a:pt x="31" y="21"/>
                      <a:pt x="31" y="21"/>
                      <a:pt x="31" y="21"/>
                    </a:cubicBezTo>
                    <a:cubicBezTo>
                      <a:pt x="34" y="28"/>
                      <a:pt x="34" y="28"/>
                      <a:pt x="34" y="28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1" y="21"/>
                      <a:pt x="31" y="21"/>
                      <a:pt x="31" y="21"/>
                    </a:cubicBezTo>
                    <a:close/>
                    <a:moveTo>
                      <a:pt x="51" y="21"/>
                    </a:moveTo>
                    <a:cubicBezTo>
                      <a:pt x="51" y="21"/>
                      <a:pt x="51" y="21"/>
                      <a:pt x="51" y="2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6" y="11"/>
                      <a:pt x="45" y="11"/>
                    </a:cubicBezTo>
                    <a:cubicBezTo>
                      <a:pt x="45" y="11"/>
                      <a:pt x="45" y="11"/>
                      <a:pt x="45" y="11"/>
                    </a:cubicBezTo>
                    <a:cubicBezTo>
                      <a:pt x="44" y="11"/>
                      <a:pt x="44" y="11"/>
                      <a:pt x="44" y="11"/>
                    </a:cubicBezTo>
                    <a:cubicBezTo>
                      <a:pt x="48" y="9"/>
                      <a:pt x="48" y="9"/>
                      <a:pt x="48" y="9"/>
                    </a:cubicBezTo>
                    <a:cubicBezTo>
                      <a:pt x="48" y="10"/>
                      <a:pt x="48" y="10"/>
                      <a:pt x="48" y="1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47" y="10"/>
                      <a:pt x="47" y="11"/>
                      <a:pt x="47" y="11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7" y="26"/>
                      <a:pt x="47" y="26"/>
                      <a:pt x="47" y="26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5" y="28"/>
                      <a:pt x="45" y="28"/>
                      <a:pt x="45" y="28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6" y="27"/>
                      <a:pt x="46" y="26"/>
                      <a:pt x="45" y="26"/>
                    </a:cubicBezTo>
                    <a:cubicBezTo>
                      <a:pt x="39" y="15"/>
                      <a:pt x="39" y="15"/>
                      <a:pt x="39" y="15"/>
                    </a:cubicBezTo>
                    <a:cubicBezTo>
                      <a:pt x="39" y="14"/>
                      <a:pt x="39" y="14"/>
                      <a:pt x="39" y="14"/>
                    </a:cubicBezTo>
                    <a:cubicBezTo>
                      <a:pt x="39" y="14"/>
                      <a:pt x="39" y="14"/>
                      <a:pt x="38" y="14"/>
                    </a:cubicBezTo>
                    <a:cubicBezTo>
                      <a:pt x="38" y="15"/>
                      <a:pt x="38" y="15"/>
                      <a:pt x="38" y="15"/>
                    </a:cubicBezTo>
                    <a:cubicBezTo>
                      <a:pt x="37" y="14"/>
                      <a:pt x="37" y="14"/>
                      <a:pt x="37" y="14"/>
                    </a:cubicBezTo>
                    <a:cubicBezTo>
                      <a:pt x="40" y="13"/>
                      <a:pt x="40" y="13"/>
                      <a:pt x="40" y="13"/>
                    </a:cubicBezTo>
                    <a:cubicBezTo>
                      <a:pt x="51" y="21"/>
                      <a:pt x="51" y="21"/>
                      <a:pt x="51" y="21"/>
                    </a:cubicBezTo>
                    <a:close/>
                    <a:moveTo>
                      <a:pt x="70" y="17"/>
                    </a:moveTo>
                    <a:cubicBezTo>
                      <a:pt x="70" y="17"/>
                      <a:pt x="71" y="17"/>
                      <a:pt x="72" y="16"/>
                    </a:cubicBezTo>
                    <a:cubicBezTo>
                      <a:pt x="72" y="15"/>
                      <a:pt x="72" y="14"/>
                      <a:pt x="72" y="14"/>
                    </a:cubicBezTo>
                    <a:cubicBezTo>
                      <a:pt x="70" y="3"/>
                      <a:pt x="70" y="3"/>
                      <a:pt x="70" y="3"/>
                    </a:cubicBezTo>
                    <a:cubicBezTo>
                      <a:pt x="70" y="3"/>
                      <a:pt x="69" y="3"/>
                      <a:pt x="69" y="3"/>
                    </a:cubicBezTo>
                    <a:cubicBezTo>
                      <a:pt x="69" y="3"/>
                      <a:pt x="69" y="3"/>
                      <a:pt x="69" y="3"/>
                    </a:cubicBezTo>
                    <a:cubicBezTo>
                      <a:pt x="68" y="3"/>
                      <a:pt x="68" y="3"/>
                      <a:pt x="68" y="3"/>
                    </a:cubicBezTo>
                    <a:cubicBezTo>
                      <a:pt x="68" y="2"/>
                      <a:pt x="68" y="2"/>
                      <a:pt x="68" y="2"/>
                    </a:cubicBezTo>
                    <a:cubicBezTo>
                      <a:pt x="71" y="1"/>
                      <a:pt x="71" y="1"/>
                      <a:pt x="71" y="1"/>
                    </a:cubicBezTo>
                    <a:cubicBezTo>
                      <a:pt x="71" y="2"/>
                      <a:pt x="71" y="2"/>
                      <a:pt x="71" y="2"/>
                    </a:cubicBezTo>
                    <a:cubicBezTo>
                      <a:pt x="71" y="2"/>
                      <a:pt x="71" y="2"/>
                      <a:pt x="71" y="2"/>
                    </a:cubicBezTo>
                    <a:cubicBezTo>
                      <a:pt x="71" y="2"/>
                      <a:pt x="70" y="2"/>
                      <a:pt x="70" y="2"/>
                    </a:cubicBezTo>
                    <a:cubicBezTo>
                      <a:pt x="70" y="3"/>
                      <a:pt x="70" y="3"/>
                      <a:pt x="70" y="3"/>
                    </a:cubicBezTo>
                    <a:cubicBezTo>
                      <a:pt x="73" y="13"/>
                      <a:pt x="73" y="13"/>
                      <a:pt x="73" y="13"/>
                    </a:cubicBezTo>
                    <a:cubicBezTo>
                      <a:pt x="73" y="15"/>
                      <a:pt x="73" y="16"/>
                      <a:pt x="72" y="16"/>
                    </a:cubicBezTo>
                    <a:cubicBezTo>
                      <a:pt x="71" y="17"/>
                      <a:pt x="71" y="18"/>
                      <a:pt x="70" y="18"/>
                    </a:cubicBezTo>
                    <a:cubicBezTo>
                      <a:pt x="68" y="18"/>
                      <a:pt x="67" y="18"/>
                      <a:pt x="66" y="18"/>
                    </a:cubicBezTo>
                    <a:cubicBezTo>
                      <a:pt x="66" y="17"/>
                      <a:pt x="65" y="17"/>
                      <a:pt x="65" y="15"/>
                    </a:cubicBezTo>
                    <a:cubicBezTo>
                      <a:pt x="62" y="5"/>
                      <a:pt x="62" y="5"/>
                      <a:pt x="62" y="5"/>
                    </a:cubicBezTo>
                    <a:cubicBezTo>
                      <a:pt x="62" y="5"/>
                      <a:pt x="62" y="4"/>
                      <a:pt x="62" y="4"/>
                    </a:cubicBezTo>
                    <a:cubicBezTo>
                      <a:pt x="62" y="4"/>
                      <a:pt x="62" y="4"/>
                      <a:pt x="61" y="4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5" y="3"/>
                      <a:pt x="65" y="3"/>
                      <a:pt x="65" y="3"/>
                    </a:cubicBezTo>
                    <a:cubicBezTo>
                      <a:pt x="65" y="4"/>
                      <a:pt x="65" y="4"/>
                      <a:pt x="65" y="4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4"/>
                      <a:pt x="64" y="4"/>
                      <a:pt x="64" y="5"/>
                    </a:cubicBezTo>
                    <a:cubicBezTo>
                      <a:pt x="66" y="15"/>
                      <a:pt x="66" y="15"/>
                      <a:pt x="66" y="15"/>
                    </a:cubicBezTo>
                    <a:cubicBezTo>
                      <a:pt x="66" y="16"/>
                      <a:pt x="67" y="17"/>
                      <a:pt x="67" y="17"/>
                    </a:cubicBezTo>
                    <a:cubicBezTo>
                      <a:pt x="68" y="18"/>
                      <a:pt x="69" y="18"/>
                      <a:pt x="70" y="17"/>
                    </a:cubicBezTo>
                    <a:close/>
                    <a:moveTo>
                      <a:pt x="84" y="12"/>
                    </a:moveTo>
                    <a:cubicBezTo>
                      <a:pt x="84" y="12"/>
                      <a:pt x="84" y="12"/>
                      <a:pt x="84" y="12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4" y="1"/>
                      <a:pt x="84" y="1"/>
                      <a:pt x="83" y="1"/>
                    </a:cubicBezTo>
                    <a:cubicBezTo>
                      <a:pt x="83" y="1"/>
                      <a:pt x="83" y="1"/>
                      <a:pt x="83" y="1"/>
                    </a:cubicBezTo>
                    <a:cubicBezTo>
                      <a:pt x="82" y="1"/>
                      <a:pt x="82" y="1"/>
                      <a:pt x="82" y="1"/>
                    </a:cubicBezTo>
                    <a:cubicBezTo>
                      <a:pt x="82" y="0"/>
                      <a:pt x="82" y="0"/>
                      <a:pt x="82" y="0"/>
                    </a:cubicBezTo>
                    <a:cubicBezTo>
                      <a:pt x="86" y="0"/>
                      <a:pt x="86" y="0"/>
                      <a:pt x="86" y="0"/>
                    </a:cubicBezTo>
                    <a:cubicBezTo>
                      <a:pt x="86" y="1"/>
                      <a:pt x="86" y="1"/>
                      <a:pt x="86" y="1"/>
                    </a:cubicBezTo>
                    <a:cubicBezTo>
                      <a:pt x="85" y="1"/>
                      <a:pt x="85" y="1"/>
                      <a:pt x="85" y="1"/>
                    </a:cubicBezTo>
                    <a:cubicBezTo>
                      <a:pt x="85" y="1"/>
                      <a:pt x="85" y="1"/>
                      <a:pt x="84" y="1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77" y="3"/>
                      <a:pt x="77" y="3"/>
                      <a:pt x="77" y="3"/>
                    </a:cubicBezTo>
                    <a:cubicBezTo>
                      <a:pt x="77" y="3"/>
                      <a:pt x="77" y="3"/>
                      <a:pt x="77" y="3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77" y="15"/>
                      <a:pt x="78" y="15"/>
                      <a:pt x="78" y="16"/>
                    </a:cubicBezTo>
                    <a:cubicBezTo>
                      <a:pt x="78" y="16"/>
                      <a:pt x="78" y="16"/>
                      <a:pt x="78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76" y="16"/>
                      <a:pt x="76" y="16"/>
                      <a:pt x="76" y="16"/>
                    </a:cubicBezTo>
                    <a:cubicBezTo>
                      <a:pt x="76" y="16"/>
                      <a:pt x="77" y="16"/>
                      <a:pt x="77" y="16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76" y="2"/>
                      <a:pt x="76" y="2"/>
                      <a:pt x="76" y="2"/>
                    </a:cubicBezTo>
                    <a:cubicBezTo>
                      <a:pt x="76" y="2"/>
                      <a:pt x="76" y="2"/>
                      <a:pt x="76" y="1"/>
                    </a:cubicBezTo>
                    <a:cubicBezTo>
                      <a:pt x="76" y="1"/>
                      <a:pt x="75" y="1"/>
                      <a:pt x="75" y="1"/>
                    </a:cubicBezTo>
                    <a:cubicBezTo>
                      <a:pt x="74" y="1"/>
                      <a:pt x="74" y="1"/>
                      <a:pt x="74" y="1"/>
                    </a:cubicBezTo>
                    <a:cubicBezTo>
                      <a:pt x="74" y="1"/>
                      <a:pt x="74" y="1"/>
                      <a:pt x="74" y="1"/>
                    </a:cubicBezTo>
                    <a:cubicBezTo>
                      <a:pt x="77" y="1"/>
                      <a:pt x="77" y="1"/>
                      <a:pt x="77" y="1"/>
                    </a:cubicBezTo>
                    <a:cubicBezTo>
                      <a:pt x="84" y="12"/>
                      <a:pt x="84" y="12"/>
                      <a:pt x="84" y="12"/>
                    </a:cubicBezTo>
                    <a:close/>
                    <a:moveTo>
                      <a:pt x="90" y="1"/>
                    </a:moveTo>
                    <a:cubicBezTo>
                      <a:pt x="90" y="0"/>
                      <a:pt x="90" y="0"/>
                      <a:pt x="90" y="0"/>
                    </a:cubicBezTo>
                    <a:cubicBezTo>
                      <a:pt x="98" y="1"/>
                      <a:pt x="98" y="1"/>
                      <a:pt x="98" y="1"/>
                    </a:cubicBezTo>
                    <a:cubicBezTo>
                      <a:pt x="98" y="1"/>
                      <a:pt x="98" y="1"/>
                      <a:pt x="98" y="1"/>
                    </a:cubicBezTo>
                    <a:cubicBezTo>
                      <a:pt x="96" y="1"/>
                      <a:pt x="96" y="1"/>
                      <a:pt x="96" y="1"/>
                    </a:cubicBezTo>
                    <a:cubicBezTo>
                      <a:pt x="95" y="1"/>
                      <a:pt x="95" y="1"/>
                      <a:pt x="95" y="1"/>
                    </a:cubicBezTo>
                    <a:cubicBezTo>
                      <a:pt x="95" y="1"/>
                      <a:pt x="95" y="1"/>
                      <a:pt x="95" y="2"/>
                    </a:cubicBezTo>
                    <a:cubicBezTo>
                      <a:pt x="94" y="15"/>
                      <a:pt x="94" y="15"/>
                      <a:pt x="94" y="15"/>
                    </a:cubicBezTo>
                    <a:cubicBezTo>
                      <a:pt x="94" y="15"/>
                      <a:pt x="94" y="15"/>
                      <a:pt x="94" y="15"/>
                    </a:cubicBezTo>
                    <a:cubicBezTo>
                      <a:pt x="94" y="15"/>
                      <a:pt x="94" y="15"/>
                      <a:pt x="95" y="15"/>
                    </a:cubicBezTo>
                    <a:cubicBezTo>
                      <a:pt x="97" y="16"/>
                      <a:pt x="97" y="16"/>
                      <a:pt x="97" y="16"/>
                    </a:cubicBezTo>
                    <a:cubicBezTo>
                      <a:pt x="97" y="16"/>
                      <a:pt x="97" y="16"/>
                      <a:pt x="97" y="16"/>
                    </a:cubicBezTo>
                    <a:cubicBezTo>
                      <a:pt x="89" y="16"/>
                      <a:pt x="89" y="16"/>
                      <a:pt x="89" y="16"/>
                    </a:cubicBezTo>
                    <a:cubicBezTo>
                      <a:pt x="89" y="15"/>
                      <a:pt x="89" y="15"/>
                      <a:pt x="89" y="15"/>
                    </a:cubicBezTo>
                    <a:cubicBezTo>
                      <a:pt x="91" y="15"/>
                      <a:pt x="91" y="15"/>
                      <a:pt x="91" y="15"/>
                    </a:cubicBezTo>
                    <a:cubicBezTo>
                      <a:pt x="92" y="15"/>
                      <a:pt x="92" y="15"/>
                      <a:pt x="92" y="15"/>
                    </a:cubicBezTo>
                    <a:cubicBezTo>
                      <a:pt x="92" y="15"/>
                      <a:pt x="92" y="15"/>
                      <a:pt x="92" y="15"/>
                    </a:cubicBezTo>
                    <a:cubicBezTo>
                      <a:pt x="93" y="2"/>
                      <a:pt x="93" y="2"/>
                      <a:pt x="93" y="2"/>
                    </a:cubicBezTo>
                    <a:cubicBezTo>
                      <a:pt x="93" y="1"/>
                      <a:pt x="93" y="1"/>
                      <a:pt x="93" y="1"/>
                    </a:cubicBezTo>
                    <a:cubicBezTo>
                      <a:pt x="93" y="1"/>
                      <a:pt x="93" y="1"/>
                      <a:pt x="92" y="1"/>
                    </a:cubicBezTo>
                    <a:cubicBezTo>
                      <a:pt x="90" y="1"/>
                      <a:pt x="90" y="1"/>
                      <a:pt x="90" y="1"/>
                    </a:cubicBezTo>
                    <a:close/>
                    <a:moveTo>
                      <a:pt x="109" y="3"/>
                    </a:moveTo>
                    <a:cubicBezTo>
                      <a:pt x="109" y="2"/>
                      <a:pt x="109" y="2"/>
                      <a:pt x="109" y="2"/>
                    </a:cubicBezTo>
                    <a:cubicBezTo>
                      <a:pt x="113" y="3"/>
                      <a:pt x="113" y="3"/>
                      <a:pt x="113" y="3"/>
                    </a:cubicBezTo>
                    <a:cubicBezTo>
                      <a:pt x="113" y="3"/>
                      <a:pt x="113" y="3"/>
                      <a:pt x="113" y="3"/>
                    </a:cubicBezTo>
                    <a:cubicBezTo>
                      <a:pt x="112" y="3"/>
                      <a:pt x="112" y="3"/>
                      <a:pt x="112" y="3"/>
                    </a:cubicBezTo>
                    <a:cubicBezTo>
                      <a:pt x="112" y="3"/>
                      <a:pt x="112" y="3"/>
                      <a:pt x="111" y="4"/>
                    </a:cubicBezTo>
                    <a:cubicBezTo>
                      <a:pt x="111" y="4"/>
                      <a:pt x="111" y="4"/>
                      <a:pt x="111" y="4"/>
                    </a:cubicBezTo>
                    <a:cubicBezTo>
                      <a:pt x="105" y="17"/>
                      <a:pt x="105" y="17"/>
                      <a:pt x="105" y="17"/>
                    </a:cubicBezTo>
                    <a:cubicBezTo>
                      <a:pt x="104" y="17"/>
                      <a:pt x="104" y="17"/>
                      <a:pt x="104" y="17"/>
                    </a:cubicBezTo>
                    <a:cubicBezTo>
                      <a:pt x="103" y="3"/>
                      <a:pt x="103" y="3"/>
                      <a:pt x="103" y="3"/>
                    </a:cubicBezTo>
                    <a:cubicBezTo>
                      <a:pt x="103" y="3"/>
                      <a:pt x="103" y="2"/>
                      <a:pt x="103" y="2"/>
                    </a:cubicBezTo>
                    <a:cubicBezTo>
                      <a:pt x="103" y="2"/>
                      <a:pt x="103" y="2"/>
                      <a:pt x="102" y="2"/>
                    </a:cubicBezTo>
                    <a:cubicBezTo>
                      <a:pt x="102" y="2"/>
                      <a:pt x="102" y="2"/>
                      <a:pt x="102" y="2"/>
                    </a:cubicBezTo>
                    <a:cubicBezTo>
                      <a:pt x="102" y="1"/>
                      <a:pt x="102" y="1"/>
                      <a:pt x="102" y="1"/>
                    </a:cubicBezTo>
                    <a:cubicBezTo>
                      <a:pt x="106" y="2"/>
                      <a:pt x="106" y="2"/>
                      <a:pt x="106" y="2"/>
                    </a:cubicBezTo>
                    <a:cubicBezTo>
                      <a:pt x="106" y="2"/>
                      <a:pt x="106" y="2"/>
                      <a:pt x="106" y="2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5" y="3"/>
                      <a:pt x="105" y="3"/>
                      <a:pt x="105" y="3"/>
                    </a:cubicBezTo>
                    <a:cubicBezTo>
                      <a:pt x="105" y="14"/>
                      <a:pt x="105" y="14"/>
                      <a:pt x="105" y="14"/>
                    </a:cubicBezTo>
                    <a:cubicBezTo>
                      <a:pt x="106" y="14"/>
                      <a:pt x="106" y="14"/>
                      <a:pt x="106" y="14"/>
                    </a:cubicBezTo>
                    <a:cubicBezTo>
                      <a:pt x="110" y="4"/>
                      <a:pt x="110" y="4"/>
                      <a:pt x="110" y="4"/>
                    </a:cubicBezTo>
                    <a:cubicBezTo>
                      <a:pt x="110" y="4"/>
                      <a:pt x="110" y="4"/>
                      <a:pt x="110" y="3"/>
                    </a:cubicBezTo>
                    <a:cubicBezTo>
                      <a:pt x="110" y="3"/>
                      <a:pt x="110" y="3"/>
                      <a:pt x="110" y="3"/>
                    </a:cubicBezTo>
                    <a:cubicBezTo>
                      <a:pt x="109" y="3"/>
                      <a:pt x="109" y="3"/>
                      <a:pt x="109" y="3"/>
                    </a:cubicBezTo>
                    <a:close/>
                    <a:moveTo>
                      <a:pt x="116" y="5"/>
                    </a:moveTo>
                    <a:cubicBezTo>
                      <a:pt x="116" y="5"/>
                      <a:pt x="116" y="5"/>
                      <a:pt x="116" y="5"/>
                    </a:cubicBezTo>
                    <a:cubicBezTo>
                      <a:pt x="117" y="5"/>
                      <a:pt x="117" y="5"/>
                      <a:pt x="117" y="5"/>
                    </a:cubicBezTo>
                    <a:cubicBezTo>
                      <a:pt x="117" y="5"/>
                      <a:pt x="117" y="6"/>
                      <a:pt x="117" y="6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9"/>
                      <a:pt x="113" y="19"/>
                    </a:cubicBezTo>
                    <a:cubicBezTo>
                      <a:pt x="112" y="19"/>
                      <a:pt x="112" y="19"/>
                      <a:pt x="112" y="19"/>
                    </a:cubicBezTo>
                    <a:cubicBezTo>
                      <a:pt x="111" y="18"/>
                      <a:pt x="111" y="18"/>
                      <a:pt x="111" y="18"/>
                    </a:cubicBezTo>
                    <a:cubicBezTo>
                      <a:pt x="111" y="19"/>
                      <a:pt x="111" y="19"/>
                      <a:pt x="111" y="19"/>
                    </a:cubicBezTo>
                    <a:cubicBezTo>
                      <a:pt x="120" y="22"/>
                      <a:pt x="120" y="22"/>
                      <a:pt x="120" y="22"/>
                    </a:cubicBezTo>
                    <a:cubicBezTo>
                      <a:pt x="122" y="19"/>
                      <a:pt x="122" y="19"/>
                      <a:pt x="122" y="19"/>
                    </a:cubicBezTo>
                    <a:cubicBezTo>
                      <a:pt x="122" y="18"/>
                      <a:pt x="122" y="18"/>
                      <a:pt x="122" y="18"/>
                    </a:cubicBezTo>
                    <a:cubicBezTo>
                      <a:pt x="121" y="19"/>
                      <a:pt x="120" y="20"/>
                      <a:pt x="120" y="20"/>
                    </a:cubicBezTo>
                    <a:cubicBezTo>
                      <a:pt x="119" y="21"/>
                      <a:pt x="118" y="21"/>
                      <a:pt x="117" y="20"/>
                    </a:cubicBezTo>
                    <a:cubicBezTo>
                      <a:pt x="115" y="20"/>
                      <a:pt x="115" y="20"/>
                      <a:pt x="115" y="20"/>
                    </a:cubicBezTo>
                    <a:cubicBezTo>
                      <a:pt x="115" y="20"/>
                      <a:pt x="114" y="19"/>
                      <a:pt x="114" y="19"/>
                    </a:cubicBezTo>
                    <a:cubicBezTo>
                      <a:pt x="114" y="19"/>
                      <a:pt x="114" y="19"/>
                      <a:pt x="114" y="19"/>
                    </a:cubicBezTo>
                    <a:cubicBezTo>
                      <a:pt x="116" y="12"/>
                      <a:pt x="116" y="12"/>
                      <a:pt x="116" y="12"/>
                    </a:cubicBezTo>
                    <a:cubicBezTo>
                      <a:pt x="119" y="13"/>
                      <a:pt x="119" y="13"/>
                      <a:pt x="119" y="13"/>
                    </a:cubicBezTo>
                    <a:cubicBezTo>
                      <a:pt x="120" y="13"/>
                      <a:pt x="120" y="13"/>
                      <a:pt x="120" y="14"/>
                    </a:cubicBezTo>
                    <a:cubicBezTo>
                      <a:pt x="120" y="14"/>
                      <a:pt x="120" y="15"/>
                      <a:pt x="120" y="15"/>
                    </a:cubicBezTo>
                    <a:cubicBezTo>
                      <a:pt x="120" y="16"/>
                      <a:pt x="120" y="16"/>
                      <a:pt x="120" y="16"/>
                    </a:cubicBezTo>
                    <a:cubicBezTo>
                      <a:pt x="120" y="16"/>
                      <a:pt x="120" y="16"/>
                      <a:pt x="120" y="16"/>
                    </a:cubicBezTo>
                    <a:cubicBezTo>
                      <a:pt x="122" y="11"/>
                      <a:pt x="122" y="11"/>
                      <a:pt x="122" y="11"/>
                    </a:cubicBezTo>
                    <a:cubicBezTo>
                      <a:pt x="122" y="11"/>
                      <a:pt x="122" y="11"/>
                      <a:pt x="122" y="11"/>
                    </a:cubicBezTo>
                    <a:cubicBezTo>
                      <a:pt x="121" y="11"/>
                      <a:pt x="121" y="11"/>
                      <a:pt x="121" y="11"/>
                    </a:cubicBezTo>
                    <a:cubicBezTo>
                      <a:pt x="121" y="12"/>
                      <a:pt x="121" y="12"/>
                      <a:pt x="121" y="12"/>
                    </a:cubicBezTo>
                    <a:cubicBezTo>
                      <a:pt x="120" y="13"/>
                      <a:pt x="120" y="13"/>
                      <a:pt x="119" y="12"/>
                    </a:cubicBezTo>
                    <a:cubicBezTo>
                      <a:pt x="117" y="12"/>
                      <a:pt x="117" y="12"/>
                      <a:pt x="117" y="12"/>
                    </a:cubicBezTo>
                    <a:cubicBezTo>
                      <a:pt x="118" y="6"/>
                      <a:pt x="118" y="6"/>
                      <a:pt x="118" y="6"/>
                    </a:cubicBezTo>
                    <a:cubicBezTo>
                      <a:pt x="118" y="6"/>
                      <a:pt x="119" y="6"/>
                      <a:pt x="119" y="6"/>
                    </a:cubicBezTo>
                    <a:cubicBezTo>
                      <a:pt x="119" y="6"/>
                      <a:pt x="119" y="6"/>
                      <a:pt x="119" y="6"/>
                    </a:cubicBezTo>
                    <a:cubicBezTo>
                      <a:pt x="122" y="7"/>
                      <a:pt x="122" y="7"/>
                      <a:pt x="122" y="7"/>
                    </a:cubicBezTo>
                    <a:cubicBezTo>
                      <a:pt x="122" y="7"/>
                      <a:pt x="123" y="7"/>
                      <a:pt x="123" y="8"/>
                    </a:cubicBezTo>
                    <a:cubicBezTo>
                      <a:pt x="124" y="8"/>
                      <a:pt x="124" y="9"/>
                      <a:pt x="124" y="10"/>
                    </a:cubicBezTo>
                    <a:cubicBezTo>
                      <a:pt x="125" y="10"/>
                      <a:pt x="125" y="10"/>
                      <a:pt x="125" y="10"/>
                    </a:cubicBezTo>
                    <a:cubicBezTo>
                      <a:pt x="125" y="7"/>
                      <a:pt x="125" y="7"/>
                      <a:pt x="125" y="7"/>
                    </a:cubicBezTo>
                    <a:cubicBezTo>
                      <a:pt x="116" y="4"/>
                      <a:pt x="116" y="4"/>
                      <a:pt x="116" y="4"/>
                    </a:cubicBezTo>
                    <a:cubicBezTo>
                      <a:pt x="116" y="5"/>
                      <a:pt x="116" y="5"/>
                      <a:pt x="116" y="5"/>
                    </a:cubicBezTo>
                    <a:close/>
                    <a:moveTo>
                      <a:pt x="136" y="17"/>
                    </a:moveTo>
                    <a:cubicBezTo>
                      <a:pt x="136" y="18"/>
                      <a:pt x="135" y="19"/>
                      <a:pt x="134" y="19"/>
                    </a:cubicBezTo>
                    <a:cubicBezTo>
                      <a:pt x="133" y="19"/>
                      <a:pt x="133" y="19"/>
                      <a:pt x="132" y="19"/>
                    </a:cubicBezTo>
                    <a:cubicBezTo>
                      <a:pt x="131" y="26"/>
                      <a:pt x="131" y="26"/>
                      <a:pt x="131" y="26"/>
                    </a:cubicBezTo>
                    <a:cubicBezTo>
                      <a:pt x="131" y="26"/>
                      <a:pt x="131" y="27"/>
                      <a:pt x="131" y="27"/>
                    </a:cubicBezTo>
                    <a:cubicBezTo>
                      <a:pt x="131" y="27"/>
                      <a:pt x="131" y="27"/>
                      <a:pt x="132" y="27"/>
                    </a:cubicBezTo>
                    <a:cubicBezTo>
                      <a:pt x="132" y="27"/>
                      <a:pt x="132" y="27"/>
                      <a:pt x="132" y="27"/>
                    </a:cubicBezTo>
                    <a:cubicBezTo>
                      <a:pt x="132" y="28"/>
                      <a:pt x="132" y="28"/>
                      <a:pt x="132" y="28"/>
                    </a:cubicBezTo>
                    <a:cubicBezTo>
                      <a:pt x="130" y="27"/>
                      <a:pt x="130" y="27"/>
                      <a:pt x="130" y="27"/>
                    </a:cubicBezTo>
                    <a:cubicBezTo>
                      <a:pt x="130" y="18"/>
                      <a:pt x="130" y="18"/>
                      <a:pt x="130" y="18"/>
                    </a:cubicBezTo>
                    <a:cubicBezTo>
                      <a:pt x="129" y="17"/>
                      <a:pt x="129" y="17"/>
                      <a:pt x="129" y="17"/>
                    </a:cubicBezTo>
                    <a:cubicBezTo>
                      <a:pt x="126" y="23"/>
                      <a:pt x="126" y="23"/>
                      <a:pt x="126" y="23"/>
                    </a:cubicBezTo>
                    <a:cubicBezTo>
                      <a:pt x="125" y="24"/>
                      <a:pt x="125" y="24"/>
                      <a:pt x="126" y="24"/>
                    </a:cubicBezTo>
                    <a:cubicBezTo>
                      <a:pt x="126" y="24"/>
                      <a:pt x="126" y="24"/>
                      <a:pt x="126" y="24"/>
                    </a:cubicBezTo>
                    <a:cubicBezTo>
                      <a:pt x="126" y="25"/>
                      <a:pt x="126" y="25"/>
                      <a:pt x="126" y="25"/>
                    </a:cubicBezTo>
                    <a:cubicBezTo>
                      <a:pt x="126" y="25"/>
                      <a:pt x="126" y="25"/>
                      <a:pt x="126" y="25"/>
                    </a:cubicBezTo>
                    <a:cubicBezTo>
                      <a:pt x="122" y="23"/>
                      <a:pt x="122" y="23"/>
                      <a:pt x="122" y="23"/>
                    </a:cubicBezTo>
                    <a:cubicBezTo>
                      <a:pt x="123" y="23"/>
                      <a:pt x="123" y="23"/>
                      <a:pt x="123" y="23"/>
                    </a:cubicBezTo>
                    <a:cubicBezTo>
                      <a:pt x="123" y="23"/>
                      <a:pt x="123" y="23"/>
                      <a:pt x="123" y="23"/>
                    </a:cubicBezTo>
                    <a:cubicBezTo>
                      <a:pt x="123" y="23"/>
                      <a:pt x="124" y="23"/>
                      <a:pt x="124" y="23"/>
                    </a:cubicBezTo>
                    <a:cubicBezTo>
                      <a:pt x="124" y="23"/>
                      <a:pt x="124" y="23"/>
                      <a:pt x="124" y="23"/>
                    </a:cubicBezTo>
                    <a:cubicBezTo>
                      <a:pt x="130" y="11"/>
                      <a:pt x="130" y="11"/>
                      <a:pt x="130" y="11"/>
                    </a:cubicBezTo>
                    <a:cubicBezTo>
                      <a:pt x="130" y="11"/>
                      <a:pt x="130" y="11"/>
                      <a:pt x="130" y="10"/>
                    </a:cubicBezTo>
                    <a:cubicBezTo>
                      <a:pt x="130" y="10"/>
                      <a:pt x="130" y="10"/>
                      <a:pt x="130" y="10"/>
                    </a:cubicBezTo>
                    <a:cubicBezTo>
                      <a:pt x="129" y="10"/>
                      <a:pt x="129" y="10"/>
                      <a:pt x="129" y="10"/>
                    </a:cubicBezTo>
                    <a:cubicBezTo>
                      <a:pt x="130" y="9"/>
                      <a:pt x="130" y="9"/>
                      <a:pt x="130" y="9"/>
                    </a:cubicBezTo>
                    <a:cubicBezTo>
                      <a:pt x="134" y="12"/>
                      <a:pt x="134" y="12"/>
                      <a:pt x="134" y="12"/>
                    </a:cubicBezTo>
                    <a:cubicBezTo>
                      <a:pt x="135" y="12"/>
                      <a:pt x="136" y="13"/>
                      <a:pt x="137" y="14"/>
                    </a:cubicBezTo>
                    <a:cubicBezTo>
                      <a:pt x="137" y="15"/>
                      <a:pt x="137" y="16"/>
                      <a:pt x="136" y="17"/>
                    </a:cubicBezTo>
                    <a:close/>
                    <a:moveTo>
                      <a:pt x="129" y="17"/>
                    </a:moveTo>
                    <a:cubicBezTo>
                      <a:pt x="131" y="18"/>
                      <a:pt x="131" y="18"/>
                      <a:pt x="131" y="18"/>
                    </a:cubicBezTo>
                    <a:cubicBezTo>
                      <a:pt x="131" y="18"/>
                      <a:pt x="132" y="18"/>
                      <a:pt x="133" y="18"/>
                    </a:cubicBezTo>
                    <a:cubicBezTo>
                      <a:pt x="134" y="18"/>
                      <a:pt x="134" y="17"/>
                      <a:pt x="135" y="16"/>
                    </a:cubicBezTo>
                    <a:cubicBezTo>
                      <a:pt x="135" y="15"/>
                      <a:pt x="136" y="15"/>
                      <a:pt x="135" y="14"/>
                    </a:cubicBezTo>
                    <a:cubicBezTo>
                      <a:pt x="135" y="13"/>
                      <a:pt x="135" y="12"/>
                      <a:pt x="133" y="12"/>
                    </a:cubicBezTo>
                    <a:cubicBezTo>
                      <a:pt x="133" y="11"/>
                      <a:pt x="133" y="11"/>
                      <a:pt x="133" y="11"/>
                    </a:cubicBezTo>
                    <a:cubicBezTo>
                      <a:pt x="132" y="11"/>
                      <a:pt x="132" y="11"/>
                      <a:pt x="132" y="11"/>
                    </a:cubicBezTo>
                    <a:cubicBezTo>
                      <a:pt x="132" y="11"/>
                      <a:pt x="132" y="11"/>
                      <a:pt x="132" y="12"/>
                    </a:cubicBezTo>
                    <a:cubicBezTo>
                      <a:pt x="129" y="17"/>
                      <a:pt x="129" y="17"/>
                      <a:pt x="129" y="17"/>
                    </a:cubicBezTo>
                    <a:close/>
                    <a:moveTo>
                      <a:pt x="141" y="25"/>
                    </a:moveTo>
                    <a:cubicBezTo>
                      <a:pt x="142" y="27"/>
                      <a:pt x="142" y="28"/>
                      <a:pt x="142" y="28"/>
                    </a:cubicBezTo>
                    <a:cubicBezTo>
                      <a:pt x="142" y="29"/>
                      <a:pt x="142" y="30"/>
                      <a:pt x="142" y="30"/>
                    </a:cubicBezTo>
                    <a:cubicBezTo>
                      <a:pt x="141" y="31"/>
                      <a:pt x="141" y="32"/>
                      <a:pt x="140" y="32"/>
                    </a:cubicBezTo>
                    <a:cubicBezTo>
                      <a:pt x="139" y="32"/>
                      <a:pt x="138" y="32"/>
                      <a:pt x="137" y="32"/>
                    </a:cubicBezTo>
                    <a:cubicBezTo>
                      <a:pt x="137" y="31"/>
                      <a:pt x="136" y="30"/>
                      <a:pt x="136" y="29"/>
                    </a:cubicBezTo>
                    <a:cubicBezTo>
                      <a:pt x="135" y="28"/>
                      <a:pt x="136" y="27"/>
                      <a:pt x="136" y="26"/>
                    </a:cubicBezTo>
                    <a:cubicBezTo>
                      <a:pt x="136" y="26"/>
                      <a:pt x="136" y="26"/>
                      <a:pt x="136" y="26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5" y="30"/>
                      <a:pt x="135" y="30"/>
                      <a:pt x="135" y="30"/>
                    </a:cubicBezTo>
                    <a:cubicBezTo>
                      <a:pt x="135" y="30"/>
                      <a:pt x="135" y="30"/>
                      <a:pt x="136" y="31"/>
                    </a:cubicBezTo>
                    <a:cubicBezTo>
                      <a:pt x="136" y="31"/>
                      <a:pt x="136" y="32"/>
                      <a:pt x="137" y="32"/>
                    </a:cubicBezTo>
                    <a:cubicBezTo>
                      <a:pt x="138" y="33"/>
                      <a:pt x="139" y="33"/>
                      <a:pt x="140" y="33"/>
                    </a:cubicBezTo>
                    <a:cubicBezTo>
                      <a:pt x="142" y="33"/>
                      <a:pt x="142" y="32"/>
                      <a:pt x="143" y="31"/>
                    </a:cubicBezTo>
                    <a:cubicBezTo>
                      <a:pt x="144" y="30"/>
                      <a:pt x="144" y="29"/>
                      <a:pt x="144" y="28"/>
                    </a:cubicBezTo>
                    <a:cubicBezTo>
                      <a:pt x="144" y="27"/>
                      <a:pt x="143" y="26"/>
                      <a:pt x="142" y="25"/>
                    </a:cubicBezTo>
                    <a:cubicBezTo>
                      <a:pt x="141" y="23"/>
                      <a:pt x="141" y="22"/>
                      <a:pt x="141" y="22"/>
                    </a:cubicBezTo>
                    <a:cubicBezTo>
                      <a:pt x="141" y="21"/>
                      <a:pt x="141" y="20"/>
                      <a:pt x="141" y="20"/>
                    </a:cubicBezTo>
                    <a:cubicBezTo>
                      <a:pt x="142" y="19"/>
                      <a:pt x="142" y="19"/>
                      <a:pt x="143" y="19"/>
                    </a:cubicBezTo>
                    <a:cubicBezTo>
                      <a:pt x="144" y="18"/>
                      <a:pt x="144" y="18"/>
                      <a:pt x="145" y="19"/>
                    </a:cubicBezTo>
                    <a:cubicBezTo>
                      <a:pt x="146" y="20"/>
                      <a:pt x="147" y="20"/>
                      <a:pt x="147" y="21"/>
                    </a:cubicBezTo>
                    <a:cubicBezTo>
                      <a:pt x="147" y="22"/>
                      <a:pt x="147" y="23"/>
                      <a:pt x="147" y="24"/>
                    </a:cubicBezTo>
                    <a:cubicBezTo>
                      <a:pt x="147" y="24"/>
                      <a:pt x="147" y="24"/>
                      <a:pt x="147" y="24"/>
                    </a:cubicBezTo>
                    <a:cubicBezTo>
                      <a:pt x="149" y="21"/>
                      <a:pt x="149" y="21"/>
                      <a:pt x="149" y="21"/>
                    </a:cubicBezTo>
                    <a:cubicBezTo>
                      <a:pt x="149" y="21"/>
                      <a:pt x="149" y="21"/>
                      <a:pt x="148" y="21"/>
                    </a:cubicBezTo>
                    <a:cubicBezTo>
                      <a:pt x="148" y="21"/>
                      <a:pt x="148" y="21"/>
                      <a:pt x="148" y="21"/>
                    </a:cubicBezTo>
                    <a:cubicBezTo>
                      <a:pt x="148" y="21"/>
                      <a:pt x="147" y="20"/>
                      <a:pt x="147" y="20"/>
                    </a:cubicBezTo>
                    <a:cubicBezTo>
                      <a:pt x="147" y="19"/>
                      <a:pt x="146" y="19"/>
                      <a:pt x="146" y="19"/>
                    </a:cubicBezTo>
                    <a:cubicBezTo>
                      <a:pt x="145" y="18"/>
                      <a:pt x="144" y="18"/>
                      <a:pt x="143" y="18"/>
                    </a:cubicBezTo>
                    <a:cubicBezTo>
                      <a:pt x="141" y="18"/>
                      <a:pt x="141" y="19"/>
                      <a:pt x="140" y="19"/>
                    </a:cubicBezTo>
                    <a:cubicBezTo>
                      <a:pt x="139" y="20"/>
                      <a:pt x="139" y="21"/>
                      <a:pt x="139" y="22"/>
                    </a:cubicBezTo>
                    <a:cubicBezTo>
                      <a:pt x="140" y="23"/>
                      <a:pt x="140" y="24"/>
                      <a:pt x="141" y="25"/>
                    </a:cubicBezTo>
                    <a:close/>
                    <a:moveTo>
                      <a:pt x="154" y="26"/>
                    </a:moveTo>
                    <a:cubicBezTo>
                      <a:pt x="154" y="26"/>
                      <a:pt x="154" y="26"/>
                      <a:pt x="154" y="26"/>
                    </a:cubicBezTo>
                    <a:cubicBezTo>
                      <a:pt x="159" y="31"/>
                      <a:pt x="159" y="31"/>
                      <a:pt x="159" y="31"/>
                    </a:cubicBezTo>
                    <a:cubicBezTo>
                      <a:pt x="159" y="31"/>
                      <a:pt x="159" y="31"/>
                      <a:pt x="159" y="31"/>
                    </a:cubicBezTo>
                    <a:cubicBezTo>
                      <a:pt x="158" y="30"/>
                      <a:pt x="158" y="30"/>
                      <a:pt x="158" y="30"/>
                    </a:cubicBezTo>
                    <a:cubicBezTo>
                      <a:pt x="157" y="29"/>
                      <a:pt x="157" y="29"/>
                      <a:pt x="157" y="29"/>
                    </a:cubicBezTo>
                    <a:cubicBezTo>
                      <a:pt x="157" y="29"/>
                      <a:pt x="157" y="29"/>
                      <a:pt x="156" y="30"/>
                    </a:cubicBezTo>
                    <a:cubicBezTo>
                      <a:pt x="147" y="39"/>
                      <a:pt x="147" y="39"/>
                      <a:pt x="147" y="39"/>
                    </a:cubicBezTo>
                    <a:cubicBezTo>
                      <a:pt x="147" y="39"/>
                      <a:pt x="147" y="39"/>
                      <a:pt x="147" y="40"/>
                    </a:cubicBezTo>
                    <a:cubicBezTo>
                      <a:pt x="147" y="40"/>
                      <a:pt x="147" y="40"/>
                      <a:pt x="148" y="40"/>
                    </a:cubicBezTo>
                    <a:cubicBezTo>
                      <a:pt x="149" y="42"/>
                      <a:pt x="149" y="42"/>
                      <a:pt x="149" y="42"/>
                    </a:cubicBezTo>
                    <a:cubicBezTo>
                      <a:pt x="149" y="42"/>
                      <a:pt x="149" y="42"/>
                      <a:pt x="149" y="42"/>
                    </a:cubicBezTo>
                    <a:cubicBezTo>
                      <a:pt x="143" y="37"/>
                      <a:pt x="143" y="37"/>
                      <a:pt x="143" y="37"/>
                    </a:cubicBezTo>
                    <a:cubicBezTo>
                      <a:pt x="144" y="37"/>
                      <a:pt x="144" y="37"/>
                      <a:pt x="144" y="37"/>
                    </a:cubicBezTo>
                    <a:cubicBezTo>
                      <a:pt x="145" y="38"/>
                      <a:pt x="145" y="38"/>
                      <a:pt x="145" y="38"/>
                    </a:cubicBezTo>
                    <a:cubicBezTo>
                      <a:pt x="146" y="38"/>
                      <a:pt x="146" y="38"/>
                      <a:pt x="146" y="38"/>
                    </a:cubicBezTo>
                    <a:cubicBezTo>
                      <a:pt x="146" y="38"/>
                      <a:pt x="146" y="38"/>
                      <a:pt x="146" y="38"/>
                    </a:cubicBezTo>
                    <a:cubicBezTo>
                      <a:pt x="155" y="29"/>
                      <a:pt x="155" y="29"/>
                      <a:pt x="155" y="29"/>
                    </a:cubicBezTo>
                    <a:cubicBezTo>
                      <a:pt x="155" y="28"/>
                      <a:pt x="156" y="28"/>
                      <a:pt x="156" y="28"/>
                    </a:cubicBezTo>
                    <a:cubicBezTo>
                      <a:pt x="156" y="28"/>
                      <a:pt x="155" y="28"/>
                      <a:pt x="155" y="27"/>
                    </a:cubicBezTo>
                    <a:cubicBezTo>
                      <a:pt x="154" y="26"/>
                      <a:pt x="154" y="26"/>
                      <a:pt x="154" y="26"/>
                    </a:cubicBezTo>
                    <a:close/>
                    <a:moveTo>
                      <a:pt x="155" y="50"/>
                    </a:moveTo>
                    <a:cubicBezTo>
                      <a:pt x="156" y="50"/>
                      <a:pt x="156" y="50"/>
                      <a:pt x="156" y="50"/>
                    </a:cubicBezTo>
                    <a:cubicBezTo>
                      <a:pt x="155" y="49"/>
                      <a:pt x="155" y="49"/>
                      <a:pt x="155" y="49"/>
                    </a:cubicBezTo>
                    <a:cubicBezTo>
                      <a:pt x="155" y="49"/>
                      <a:pt x="155" y="49"/>
                      <a:pt x="155" y="49"/>
                    </a:cubicBezTo>
                    <a:cubicBezTo>
                      <a:pt x="155" y="49"/>
                      <a:pt x="155" y="48"/>
                      <a:pt x="155" y="48"/>
                    </a:cubicBezTo>
                    <a:cubicBezTo>
                      <a:pt x="165" y="40"/>
                      <a:pt x="165" y="40"/>
                      <a:pt x="165" y="40"/>
                    </a:cubicBezTo>
                    <a:cubicBezTo>
                      <a:pt x="166" y="40"/>
                      <a:pt x="166" y="40"/>
                      <a:pt x="166" y="40"/>
                    </a:cubicBezTo>
                    <a:cubicBezTo>
                      <a:pt x="166" y="40"/>
                      <a:pt x="166" y="40"/>
                      <a:pt x="167" y="40"/>
                    </a:cubicBezTo>
                    <a:cubicBezTo>
                      <a:pt x="167" y="41"/>
                      <a:pt x="167" y="42"/>
                      <a:pt x="167" y="42"/>
                    </a:cubicBezTo>
                    <a:cubicBezTo>
                      <a:pt x="167" y="43"/>
                      <a:pt x="167" y="43"/>
                      <a:pt x="166" y="45"/>
                    </a:cubicBezTo>
                    <a:cubicBezTo>
                      <a:pt x="166" y="45"/>
                      <a:pt x="166" y="45"/>
                      <a:pt x="166" y="45"/>
                    </a:cubicBezTo>
                    <a:cubicBezTo>
                      <a:pt x="169" y="42"/>
                      <a:pt x="169" y="42"/>
                      <a:pt x="169" y="42"/>
                    </a:cubicBezTo>
                    <a:cubicBezTo>
                      <a:pt x="163" y="35"/>
                      <a:pt x="163" y="35"/>
                      <a:pt x="163" y="35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62" y="37"/>
                      <a:pt x="163" y="37"/>
                      <a:pt x="163" y="37"/>
                    </a:cubicBezTo>
                    <a:cubicBezTo>
                      <a:pt x="163" y="37"/>
                      <a:pt x="164" y="37"/>
                      <a:pt x="164" y="38"/>
                    </a:cubicBezTo>
                    <a:cubicBezTo>
                      <a:pt x="165" y="38"/>
                      <a:pt x="165" y="38"/>
                      <a:pt x="165" y="38"/>
                    </a:cubicBezTo>
                    <a:cubicBezTo>
                      <a:pt x="165" y="39"/>
                      <a:pt x="165" y="39"/>
                      <a:pt x="164" y="39"/>
                    </a:cubicBezTo>
                    <a:cubicBezTo>
                      <a:pt x="154" y="47"/>
                      <a:pt x="154" y="47"/>
                      <a:pt x="154" y="47"/>
                    </a:cubicBezTo>
                    <a:cubicBezTo>
                      <a:pt x="154" y="47"/>
                      <a:pt x="154" y="47"/>
                      <a:pt x="154" y="47"/>
                    </a:cubicBezTo>
                    <a:cubicBezTo>
                      <a:pt x="154" y="47"/>
                      <a:pt x="153" y="47"/>
                      <a:pt x="153" y="47"/>
                    </a:cubicBezTo>
                    <a:cubicBezTo>
                      <a:pt x="153" y="46"/>
                      <a:pt x="153" y="46"/>
                      <a:pt x="153" y="46"/>
                    </a:cubicBezTo>
                    <a:cubicBezTo>
                      <a:pt x="152" y="47"/>
                      <a:pt x="152" y="47"/>
                      <a:pt x="152" y="47"/>
                    </a:cubicBezTo>
                    <a:cubicBezTo>
                      <a:pt x="155" y="50"/>
                      <a:pt x="155" y="50"/>
                      <a:pt x="155" y="50"/>
                    </a:cubicBezTo>
                    <a:close/>
                    <a:moveTo>
                      <a:pt x="174" y="54"/>
                    </a:moveTo>
                    <a:cubicBezTo>
                      <a:pt x="174" y="54"/>
                      <a:pt x="175" y="54"/>
                      <a:pt x="175" y="53"/>
                    </a:cubicBezTo>
                    <a:cubicBezTo>
                      <a:pt x="175" y="53"/>
                      <a:pt x="175" y="53"/>
                      <a:pt x="174" y="53"/>
                    </a:cubicBezTo>
                    <a:cubicBezTo>
                      <a:pt x="174" y="52"/>
                      <a:pt x="174" y="52"/>
                      <a:pt x="174" y="52"/>
                    </a:cubicBezTo>
                    <a:cubicBezTo>
                      <a:pt x="175" y="52"/>
                      <a:pt x="175" y="52"/>
                      <a:pt x="175" y="52"/>
                    </a:cubicBezTo>
                    <a:cubicBezTo>
                      <a:pt x="177" y="55"/>
                      <a:pt x="177" y="55"/>
                      <a:pt x="177" y="55"/>
                    </a:cubicBezTo>
                    <a:cubicBezTo>
                      <a:pt x="176" y="55"/>
                      <a:pt x="176" y="55"/>
                      <a:pt x="176" y="55"/>
                    </a:cubicBezTo>
                    <a:cubicBezTo>
                      <a:pt x="176" y="55"/>
                      <a:pt x="176" y="55"/>
                      <a:pt x="176" y="55"/>
                    </a:cubicBezTo>
                    <a:cubicBezTo>
                      <a:pt x="176" y="55"/>
                      <a:pt x="176" y="55"/>
                      <a:pt x="175" y="55"/>
                    </a:cubicBezTo>
                    <a:cubicBezTo>
                      <a:pt x="175" y="55"/>
                      <a:pt x="175" y="55"/>
                      <a:pt x="174" y="55"/>
                    </a:cubicBezTo>
                    <a:cubicBezTo>
                      <a:pt x="166" y="56"/>
                      <a:pt x="166" y="56"/>
                      <a:pt x="166" y="56"/>
                    </a:cubicBezTo>
                    <a:cubicBezTo>
                      <a:pt x="162" y="58"/>
                      <a:pt x="162" y="58"/>
                      <a:pt x="162" y="58"/>
                    </a:cubicBezTo>
                    <a:cubicBezTo>
                      <a:pt x="162" y="59"/>
                      <a:pt x="162" y="59"/>
                      <a:pt x="162" y="59"/>
                    </a:cubicBezTo>
                    <a:cubicBezTo>
                      <a:pt x="161" y="59"/>
                      <a:pt x="162" y="59"/>
                      <a:pt x="162" y="60"/>
                    </a:cubicBezTo>
                    <a:cubicBezTo>
                      <a:pt x="162" y="60"/>
                      <a:pt x="162" y="60"/>
                      <a:pt x="162" y="60"/>
                    </a:cubicBezTo>
                    <a:cubicBezTo>
                      <a:pt x="162" y="61"/>
                      <a:pt x="162" y="61"/>
                      <a:pt x="162" y="61"/>
                    </a:cubicBezTo>
                    <a:cubicBezTo>
                      <a:pt x="159" y="56"/>
                      <a:pt x="159" y="56"/>
                      <a:pt x="159" y="56"/>
                    </a:cubicBezTo>
                    <a:cubicBezTo>
                      <a:pt x="160" y="56"/>
                      <a:pt x="160" y="56"/>
                      <a:pt x="160" y="56"/>
                    </a:cubicBezTo>
                    <a:cubicBezTo>
                      <a:pt x="160" y="57"/>
                      <a:pt x="160" y="57"/>
                      <a:pt x="160" y="57"/>
                    </a:cubicBezTo>
                    <a:cubicBezTo>
                      <a:pt x="160" y="57"/>
                      <a:pt x="160" y="57"/>
                      <a:pt x="161" y="57"/>
                    </a:cubicBezTo>
                    <a:cubicBezTo>
                      <a:pt x="161" y="57"/>
                      <a:pt x="161" y="57"/>
                      <a:pt x="161" y="57"/>
                    </a:cubicBezTo>
                    <a:cubicBezTo>
                      <a:pt x="165" y="55"/>
                      <a:pt x="165" y="55"/>
                      <a:pt x="165" y="55"/>
                    </a:cubicBezTo>
                    <a:cubicBezTo>
                      <a:pt x="171" y="48"/>
                      <a:pt x="171" y="48"/>
                      <a:pt x="171" y="48"/>
                    </a:cubicBezTo>
                    <a:cubicBezTo>
                      <a:pt x="171" y="48"/>
                      <a:pt x="171" y="48"/>
                      <a:pt x="171" y="47"/>
                    </a:cubicBezTo>
                    <a:cubicBezTo>
                      <a:pt x="171" y="47"/>
                      <a:pt x="171" y="47"/>
                      <a:pt x="171" y="47"/>
                    </a:cubicBezTo>
                    <a:cubicBezTo>
                      <a:pt x="171" y="46"/>
                      <a:pt x="171" y="46"/>
                      <a:pt x="171" y="46"/>
                    </a:cubicBezTo>
                    <a:cubicBezTo>
                      <a:pt x="171" y="46"/>
                      <a:pt x="171" y="46"/>
                      <a:pt x="171" y="46"/>
                    </a:cubicBezTo>
                    <a:cubicBezTo>
                      <a:pt x="173" y="50"/>
                      <a:pt x="173" y="50"/>
                      <a:pt x="173" y="50"/>
                    </a:cubicBezTo>
                    <a:cubicBezTo>
                      <a:pt x="173" y="50"/>
                      <a:pt x="173" y="50"/>
                      <a:pt x="173" y="50"/>
                    </a:cubicBezTo>
                    <a:cubicBezTo>
                      <a:pt x="173" y="49"/>
                      <a:pt x="173" y="49"/>
                      <a:pt x="173" y="49"/>
                    </a:cubicBezTo>
                    <a:cubicBezTo>
                      <a:pt x="172" y="49"/>
                      <a:pt x="172" y="49"/>
                      <a:pt x="172" y="49"/>
                    </a:cubicBezTo>
                    <a:cubicBezTo>
                      <a:pt x="172" y="49"/>
                      <a:pt x="172" y="49"/>
                      <a:pt x="171" y="49"/>
                    </a:cubicBezTo>
                    <a:cubicBezTo>
                      <a:pt x="167" y="55"/>
                      <a:pt x="167" y="55"/>
                      <a:pt x="167" y="55"/>
                    </a:cubicBezTo>
                    <a:cubicBezTo>
                      <a:pt x="167" y="55"/>
                      <a:pt x="167" y="55"/>
                      <a:pt x="167" y="55"/>
                    </a:cubicBezTo>
                    <a:lnTo>
                      <a:pt x="174" y="54"/>
                    </a:lnTo>
                    <a:close/>
                  </a:path>
                </a:pathLst>
              </a:custGeom>
              <a:solidFill>
                <a:srgbClr val="FFFFFF"/>
              </a:solidFill>
              <a:ln w="3175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8" name="ïśľíḓé"/>
              <p:cNvSpPr/>
              <p:nvPr/>
            </p:nvSpPr>
            <p:spPr bwMode="auto">
              <a:xfrm>
                <a:off x="3667126" y="3184525"/>
                <a:ext cx="492125" cy="496888"/>
              </a:xfrm>
              <a:custGeom>
                <a:avLst/>
                <a:gdLst>
                  <a:gd name="T0" fmla="*/ 74 w 149"/>
                  <a:gd name="T1" fmla="*/ 0 h 149"/>
                  <a:gd name="T2" fmla="*/ 149 w 149"/>
                  <a:gd name="T3" fmla="*/ 74 h 149"/>
                  <a:gd name="T4" fmla="*/ 74 w 149"/>
                  <a:gd name="T5" fmla="*/ 149 h 149"/>
                  <a:gd name="T6" fmla="*/ 0 w 149"/>
                  <a:gd name="T7" fmla="*/ 74 h 149"/>
                  <a:gd name="T8" fmla="*/ 74 w 149"/>
                  <a:gd name="T9" fmla="*/ 0 h 149"/>
                  <a:gd name="T10" fmla="*/ 74 w 149"/>
                  <a:gd name="T11" fmla="*/ 2 h 149"/>
                  <a:gd name="T12" fmla="*/ 2 w 149"/>
                  <a:gd name="T13" fmla="*/ 74 h 149"/>
                  <a:gd name="T14" fmla="*/ 74 w 149"/>
                  <a:gd name="T15" fmla="*/ 146 h 149"/>
                  <a:gd name="T16" fmla="*/ 146 w 149"/>
                  <a:gd name="T17" fmla="*/ 74 h 149"/>
                  <a:gd name="T18" fmla="*/ 74 w 149"/>
                  <a:gd name="T19" fmla="*/ 2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9" h="149">
                    <a:moveTo>
                      <a:pt x="74" y="0"/>
                    </a:moveTo>
                    <a:cubicBezTo>
                      <a:pt x="115" y="0"/>
                      <a:pt x="149" y="33"/>
                      <a:pt x="149" y="74"/>
                    </a:cubicBezTo>
                    <a:cubicBezTo>
                      <a:pt x="149" y="115"/>
                      <a:pt x="115" y="149"/>
                      <a:pt x="74" y="149"/>
                    </a:cubicBezTo>
                    <a:cubicBezTo>
                      <a:pt x="33" y="149"/>
                      <a:pt x="0" y="115"/>
                      <a:pt x="0" y="74"/>
                    </a:cubicBezTo>
                    <a:cubicBezTo>
                      <a:pt x="0" y="33"/>
                      <a:pt x="33" y="0"/>
                      <a:pt x="74" y="0"/>
                    </a:cubicBezTo>
                    <a:close/>
                    <a:moveTo>
                      <a:pt x="74" y="2"/>
                    </a:moveTo>
                    <a:cubicBezTo>
                      <a:pt x="35" y="2"/>
                      <a:pt x="2" y="34"/>
                      <a:pt x="2" y="74"/>
                    </a:cubicBezTo>
                    <a:cubicBezTo>
                      <a:pt x="2" y="114"/>
                      <a:pt x="35" y="146"/>
                      <a:pt x="74" y="146"/>
                    </a:cubicBezTo>
                    <a:cubicBezTo>
                      <a:pt x="114" y="146"/>
                      <a:pt x="146" y="114"/>
                      <a:pt x="146" y="74"/>
                    </a:cubicBezTo>
                    <a:cubicBezTo>
                      <a:pt x="146" y="34"/>
                      <a:pt x="114" y="2"/>
                      <a:pt x="74" y="2"/>
                    </a:cubicBezTo>
                    <a:close/>
                  </a:path>
                </a:pathLst>
              </a:custGeom>
              <a:solidFill>
                <a:srgbClr val="0052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9" name="ïslíḍê"/>
              <p:cNvSpPr/>
              <p:nvPr/>
            </p:nvSpPr>
            <p:spPr bwMode="auto">
              <a:xfrm>
                <a:off x="3775076" y="3248025"/>
                <a:ext cx="274638" cy="146050"/>
              </a:xfrm>
              <a:custGeom>
                <a:avLst/>
                <a:gdLst>
                  <a:gd name="T0" fmla="*/ 10 w 83"/>
                  <a:gd name="T1" fmla="*/ 43 h 44"/>
                  <a:gd name="T2" fmla="*/ 18 w 83"/>
                  <a:gd name="T3" fmla="*/ 39 h 44"/>
                  <a:gd name="T4" fmla="*/ 67 w 83"/>
                  <a:gd name="T5" fmla="*/ 39 h 44"/>
                  <a:gd name="T6" fmla="*/ 73 w 83"/>
                  <a:gd name="T7" fmla="*/ 42 h 44"/>
                  <a:gd name="T8" fmla="*/ 76 w 83"/>
                  <a:gd name="T9" fmla="*/ 43 h 44"/>
                  <a:gd name="T10" fmla="*/ 83 w 83"/>
                  <a:gd name="T11" fmla="*/ 35 h 44"/>
                  <a:gd name="T12" fmla="*/ 76 w 83"/>
                  <a:gd name="T13" fmla="*/ 37 h 44"/>
                  <a:gd name="T14" fmla="*/ 69 w 83"/>
                  <a:gd name="T15" fmla="*/ 33 h 44"/>
                  <a:gd name="T16" fmla="*/ 70 w 83"/>
                  <a:gd name="T17" fmla="*/ 26 h 44"/>
                  <a:gd name="T18" fmla="*/ 64 w 83"/>
                  <a:gd name="T19" fmla="*/ 30 h 44"/>
                  <a:gd name="T20" fmla="*/ 59 w 83"/>
                  <a:gd name="T21" fmla="*/ 31 h 44"/>
                  <a:gd name="T22" fmla="*/ 56 w 83"/>
                  <a:gd name="T23" fmla="*/ 29 h 44"/>
                  <a:gd name="T24" fmla="*/ 56 w 83"/>
                  <a:gd name="T25" fmla="*/ 24 h 44"/>
                  <a:gd name="T26" fmla="*/ 58 w 83"/>
                  <a:gd name="T27" fmla="*/ 23 h 44"/>
                  <a:gd name="T28" fmla="*/ 58 w 83"/>
                  <a:gd name="T29" fmla="*/ 19 h 44"/>
                  <a:gd name="T30" fmla="*/ 54 w 83"/>
                  <a:gd name="T31" fmla="*/ 19 h 44"/>
                  <a:gd name="T32" fmla="*/ 53 w 83"/>
                  <a:gd name="T33" fmla="*/ 21 h 44"/>
                  <a:gd name="T34" fmla="*/ 44 w 83"/>
                  <a:gd name="T35" fmla="*/ 21 h 44"/>
                  <a:gd name="T36" fmla="*/ 43 w 83"/>
                  <a:gd name="T37" fmla="*/ 18 h 44"/>
                  <a:gd name="T38" fmla="*/ 44 w 83"/>
                  <a:gd name="T39" fmla="*/ 13 h 44"/>
                  <a:gd name="T40" fmla="*/ 43 w 83"/>
                  <a:gd name="T41" fmla="*/ 8 h 44"/>
                  <a:gd name="T42" fmla="*/ 43 w 83"/>
                  <a:gd name="T43" fmla="*/ 6 h 44"/>
                  <a:gd name="T44" fmla="*/ 43 w 83"/>
                  <a:gd name="T45" fmla="*/ 2 h 44"/>
                  <a:gd name="T46" fmla="*/ 43 w 83"/>
                  <a:gd name="T47" fmla="*/ 0 h 44"/>
                  <a:gd name="T48" fmla="*/ 40 w 83"/>
                  <a:gd name="T49" fmla="*/ 0 h 44"/>
                  <a:gd name="T50" fmla="*/ 39 w 83"/>
                  <a:gd name="T51" fmla="*/ 2 h 44"/>
                  <a:gd name="T52" fmla="*/ 39 w 83"/>
                  <a:gd name="T53" fmla="*/ 6 h 44"/>
                  <a:gd name="T54" fmla="*/ 39 w 83"/>
                  <a:gd name="T55" fmla="*/ 8 h 44"/>
                  <a:gd name="T56" fmla="*/ 38 w 83"/>
                  <a:gd name="T57" fmla="*/ 13 h 44"/>
                  <a:gd name="T58" fmla="*/ 38 w 83"/>
                  <a:gd name="T59" fmla="*/ 18 h 44"/>
                  <a:gd name="T60" fmla="*/ 38 w 83"/>
                  <a:gd name="T61" fmla="*/ 21 h 44"/>
                  <a:gd name="T62" fmla="*/ 30 w 83"/>
                  <a:gd name="T63" fmla="*/ 21 h 44"/>
                  <a:gd name="T64" fmla="*/ 29 w 83"/>
                  <a:gd name="T65" fmla="*/ 19 h 44"/>
                  <a:gd name="T66" fmla="*/ 25 w 83"/>
                  <a:gd name="T67" fmla="*/ 19 h 44"/>
                  <a:gd name="T68" fmla="*/ 25 w 83"/>
                  <a:gd name="T69" fmla="*/ 23 h 44"/>
                  <a:gd name="T70" fmla="*/ 26 w 83"/>
                  <a:gd name="T71" fmla="*/ 24 h 44"/>
                  <a:gd name="T72" fmla="*/ 27 w 83"/>
                  <a:gd name="T73" fmla="*/ 29 h 44"/>
                  <a:gd name="T74" fmla="*/ 22 w 83"/>
                  <a:gd name="T75" fmla="*/ 31 h 44"/>
                  <a:gd name="T76" fmla="*/ 13 w 83"/>
                  <a:gd name="T77" fmla="*/ 26 h 44"/>
                  <a:gd name="T78" fmla="*/ 13 w 83"/>
                  <a:gd name="T79" fmla="*/ 35 h 44"/>
                  <a:gd name="T80" fmla="*/ 7 w 83"/>
                  <a:gd name="T81" fmla="*/ 37 h 44"/>
                  <a:gd name="T82" fmla="*/ 0 w 83"/>
                  <a:gd name="T83" fmla="*/ 34 h 44"/>
                  <a:gd name="T84" fmla="*/ 5 w 83"/>
                  <a:gd name="T85" fmla="*/ 42 h 44"/>
                  <a:gd name="T86" fmla="*/ 10 w 83"/>
                  <a:gd name="T87" fmla="*/ 43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83" h="44">
                    <a:moveTo>
                      <a:pt x="10" y="43"/>
                    </a:moveTo>
                    <a:cubicBezTo>
                      <a:pt x="18" y="39"/>
                      <a:pt x="18" y="39"/>
                      <a:pt x="18" y="39"/>
                    </a:cubicBezTo>
                    <a:cubicBezTo>
                      <a:pt x="67" y="39"/>
                      <a:pt x="67" y="39"/>
                      <a:pt x="67" y="39"/>
                    </a:cubicBezTo>
                    <a:cubicBezTo>
                      <a:pt x="73" y="42"/>
                      <a:pt x="73" y="42"/>
                      <a:pt x="73" y="42"/>
                    </a:cubicBezTo>
                    <a:cubicBezTo>
                      <a:pt x="74" y="43"/>
                      <a:pt x="75" y="43"/>
                      <a:pt x="76" y="43"/>
                    </a:cubicBezTo>
                    <a:cubicBezTo>
                      <a:pt x="80" y="42"/>
                      <a:pt x="83" y="35"/>
                      <a:pt x="83" y="35"/>
                    </a:cubicBezTo>
                    <a:cubicBezTo>
                      <a:pt x="83" y="35"/>
                      <a:pt x="79" y="38"/>
                      <a:pt x="76" y="37"/>
                    </a:cubicBezTo>
                    <a:cubicBezTo>
                      <a:pt x="73" y="37"/>
                      <a:pt x="69" y="36"/>
                      <a:pt x="69" y="33"/>
                    </a:cubicBezTo>
                    <a:cubicBezTo>
                      <a:pt x="69" y="30"/>
                      <a:pt x="70" y="27"/>
                      <a:pt x="70" y="26"/>
                    </a:cubicBezTo>
                    <a:cubicBezTo>
                      <a:pt x="70" y="26"/>
                      <a:pt x="67" y="29"/>
                      <a:pt x="64" y="30"/>
                    </a:cubicBezTo>
                    <a:cubicBezTo>
                      <a:pt x="61" y="32"/>
                      <a:pt x="60" y="31"/>
                      <a:pt x="59" y="31"/>
                    </a:cubicBezTo>
                    <a:cubicBezTo>
                      <a:pt x="57" y="30"/>
                      <a:pt x="56" y="29"/>
                      <a:pt x="56" y="29"/>
                    </a:cubicBezTo>
                    <a:cubicBezTo>
                      <a:pt x="56" y="24"/>
                      <a:pt x="56" y="24"/>
                      <a:pt x="56" y="24"/>
                    </a:cubicBezTo>
                    <a:cubicBezTo>
                      <a:pt x="58" y="23"/>
                      <a:pt x="58" y="23"/>
                      <a:pt x="58" y="23"/>
                    </a:cubicBezTo>
                    <a:cubicBezTo>
                      <a:pt x="58" y="19"/>
                      <a:pt x="58" y="19"/>
                      <a:pt x="58" y="19"/>
                    </a:cubicBezTo>
                    <a:cubicBezTo>
                      <a:pt x="54" y="19"/>
                      <a:pt x="54" y="19"/>
                      <a:pt x="54" y="19"/>
                    </a:cubicBezTo>
                    <a:cubicBezTo>
                      <a:pt x="54" y="19"/>
                      <a:pt x="54" y="21"/>
                      <a:pt x="53" y="21"/>
                    </a:cubicBezTo>
                    <a:cubicBezTo>
                      <a:pt x="52" y="21"/>
                      <a:pt x="44" y="21"/>
                      <a:pt x="44" y="21"/>
                    </a:cubicBezTo>
                    <a:cubicBezTo>
                      <a:pt x="44" y="21"/>
                      <a:pt x="43" y="20"/>
                      <a:pt x="43" y="18"/>
                    </a:cubicBezTo>
                    <a:cubicBezTo>
                      <a:pt x="44" y="17"/>
                      <a:pt x="44" y="17"/>
                      <a:pt x="44" y="13"/>
                    </a:cubicBezTo>
                    <a:cubicBezTo>
                      <a:pt x="44" y="10"/>
                      <a:pt x="44" y="9"/>
                      <a:pt x="43" y="8"/>
                    </a:cubicBezTo>
                    <a:cubicBezTo>
                      <a:pt x="43" y="7"/>
                      <a:pt x="42" y="7"/>
                      <a:pt x="43" y="6"/>
                    </a:cubicBezTo>
                    <a:cubicBezTo>
                      <a:pt x="44" y="5"/>
                      <a:pt x="44" y="4"/>
                      <a:pt x="43" y="2"/>
                    </a:cubicBezTo>
                    <a:cubicBezTo>
                      <a:pt x="42" y="1"/>
                      <a:pt x="43" y="2"/>
                      <a:pt x="43" y="0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39" y="0"/>
                      <a:pt x="40" y="1"/>
                      <a:pt x="39" y="2"/>
                    </a:cubicBezTo>
                    <a:cubicBezTo>
                      <a:pt x="38" y="3"/>
                      <a:pt x="38" y="5"/>
                      <a:pt x="39" y="6"/>
                    </a:cubicBezTo>
                    <a:cubicBezTo>
                      <a:pt x="39" y="7"/>
                      <a:pt x="40" y="7"/>
                      <a:pt x="39" y="8"/>
                    </a:cubicBezTo>
                    <a:cubicBezTo>
                      <a:pt x="38" y="9"/>
                      <a:pt x="38" y="10"/>
                      <a:pt x="38" y="13"/>
                    </a:cubicBezTo>
                    <a:cubicBezTo>
                      <a:pt x="38" y="16"/>
                      <a:pt x="38" y="17"/>
                      <a:pt x="38" y="18"/>
                    </a:cubicBezTo>
                    <a:cubicBezTo>
                      <a:pt x="39" y="20"/>
                      <a:pt x="38" y="21"/>
                      <a:pt x="38" y="21"/>
                    </a:cubicBezTo>
                    <a:cubicBezTo>
                      <a:pt x="37" y="21"/>
                      <a:pt x="30" y="21"/>
                      <a:pt x="30" y="21"/>
                    </a:cubicBezTo>
                    <a:cubicBezTo>
                      <a:pt x="30" y="21"/>
                      <a:pt x="29" y="20"/>
                      <a:pt x="29" y="19"/>
                    </a:cubicBezTo>
                    <a:cubicBezTo>
                      <a:pt x="25" y="19"/>
                      <a:pt x="25" y="19"/>
                      <a:pt x="25" y="19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7" y="29"/>
                      <a:pt x="24" y="31"/>
                      <a:pt x="22" y="31"/>
                    </a:cubicBezTo>
                    <a:cubicBezTo>
                      <a:pt x="19" y="31"/>
                      <a:pt x="13" y="26"/>
                      <a:pt x="13" y="26"/>
                    </a:cubicBezTo>
                    <a:cubicBezTo>
                      <a:pt x="13" y="26"/>
                      <a:pt x="14" y="33"/>
                      <a:pt x="13" y="35"/>
                    </a:cubicBezTo>
                    <a:cubicBezTo>
                      <a:pt x="13" y="37"/>
                      <a:pt x="10" y="37"/>
                      <a:pt x="7" y="37"/>
                    </a:cubicBezTo>
                    <a:cubicBezTo>
                      <a:pt x="4" y="37"/>
                      <a:pt x="0" y="35"/>
                      <a:pt x="0" y="34"/>
                    </a:cubicBezTo>
                    <a:cubicBezTo>
                      <a:pt x="0" y="34"/>
                      <a:pt x="3" y="40"/>
                      <a:pt x="5" y="42"/>
                    </a:cubicBezTo>
                    <a:cubicBezTo>
                      <a:pt x="7" y="44"/>
                      <a:pt x="10" y="43"/>
                      <a:pt x="10" y="43"/>
                    </a:cubicBez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0" name="íṡļïdê"/>
              <p:cNvSpPr/>
              <p:nvPr/>
            </p:nvSpPr>
            <p:spPr bwMode="auto">
              <a:xfrm>
                <a:off x="3614738" y="3370263"/>
                <a:ext cx="596900" cy="241300"/>
              </a:xfrm>
              <a:custGeom>
                <a:avLst/>
                <a:gdLst>
                  <a:gd name="T0" fmla="*/ 58 w 181"/>
                  <a:gd name="T1" fmla="*/ 72 h 72"/>
                  <a:gd name="T2" fmla="*/ 8 w 181"/>
                  <a:gd name="T3" fmla="*/ 72 h 72"/>
                  <a:gd name="T4" fmla="*/ 3 w 181"/>
                  <a:gd name="T5" fmla="*/ 63 h 72"/>
                  <a:gd name="T6" fmla="*/ 6 w 181"/>
                  <a:gd name="T7" fmla="*/ 63 h 72"/>
                  <a:gd name="T8" fmla="*/ 11 w 181"/>
                  <a:gd name="T9" fmla="*/ 55 h 72"/>
                  <a:gd name="T10" fmla="*/ 14 w 181"/>
                  <a:gd name="T11" fmla="*/ 55 h 72"/>
                  <a:gd name="T12" fmla="*/ 14 w 181"/>
                  <a:gd name="T13" fmla="*/ 29 h 72"/>
                  <a:gd name="T14" fmla="*/ 0 w 181"/>
                  <a:gd name="T15" fmla="*/ 4 h 72"/>
                  <a:gd name="T16" fmla="*/ 30 w 181"/>
                  <a:gd name="T17" fmla="*/ 0 h 72"/>
                  <a:gd name="T18" fmla="*/ 58 w 181"/>
                  <a:gd name="T19" fmla="*/ 8 h 72"/>
                  <a:gd name="T20" fmla="*/ 51 w 181"/>
                  <a:gd name="T21" fmla="*/ 25 h 72"/>
                  <a:gd name="T22" fmla="*/ 131 w 181"/>
                  <a:gd name="T23" fmla="*/ 25 h 72"/>
                  <a:gd name="T24" fmla="*/ 122 w 181"/>
                  <a:gd name="T25" fmla="*/ 8 h 72"/>
                  <a:gd name="T26" fmla="*/ 150 w 181"/>
                  <a:gd name="T27" fmla="*/ 0 h 72"/>
                  <a:gd name="T28" fmla="*/ 181 w 181"/>
                  <a:gd name="T29" fmla="*/ 5 h 72"/>
                  <a:gd name="T30" fmla="*/ 166 w 181"/>
                  <a:gd name="T31" fmla="*/ 28 h 72"/>
                  <a:gd name="T32" fmla="*/ 166 w 181"/>
                  <a:gd name="T33" fmla="*/ 55 h 72"/>
                  <a:gd name="T34" fmla="*/ 171 w 181"/>
                  <a:gd name="T35" fmla="*/ 55 h 72"/>
                  <a:gd name="T36" fmla="*/ 178 w 181"/>
                  <a:gd name="T37" fmla="*/ 65 h 72"/>
                  <a:gd name="T38" fmla="*/ 174 w 181"/>
                  <a:gd name="T39" fmla="*/ 72 h 72"/>
                  <a:gd name="T40" fmla="*/ 58 w 181"/>
                  <a:gd name="T41" fmla="*/ 7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81" h="72">
                    <a:moveTo>
                      <a:pt x="58" y="72"/>
                    </a:moveTo>
                    <a:cubicBezTo>
                      <a:pt x="8" y="72"/>
                      <a:pt x="8" y="72"/>
                      <a:pt x="8" y="72"/>
                    </a:cubicBezTo>
                    <a:cubicBezTo>
                      <a:pt x="3" y="63"/>
                      <a:pt x="3" y="63"/>
                      <a:pt x="3" y="63"/>
                    </a:cubicBezTo>
                    <a:cubicBezTo>
                      <a:pt x="6" y="63"/>
                      <a:pt x="6" y="63"/>
                      <a:pt x="6" y="63"/>
                    </a:cubicBezTo>
                    <a:cubicBezTo>
                      <a:pt x="7" y="61"/>
                      <a:pt x="10" y="57"/>
                      <a:pt x="11" y="55"/>
                    </a:cubicBezTo>
                    <a:cubicBezTo>
                      <a:pt x="12" y="55"/>
                      <a:pt x="13" y="55"/>
                      <a:pt x="14" y="55"/>
                    </a:cubicBezTo>
                    <a:cubicBezTo>
                      <a:pt x="14" y="45"/>
                      <a:pt x="14" y="39"/>
                      <a:pt x="14" y="29"/>
                    </a:cubicBezTo>
                    <a:cubicBezTo>
                      <a:pt x="6" y="25"/>
                      <a:pt x="0" y="19"/>
                      <a:pt x="0" y="4"/>
                    </a:cubicBezTo>
                    <a:cubicBezTo>
                      <a:pt x="13" y="19"/>
                      <a:pt x="25" y="20"/>
                      <a:pt x="30" y="0"/>
                    </a:cubicBezTo>
                    <a:cubicBezTo>
                      <a:pt x="40" y="22"/>
                      <a:pt x="50" y="16"/>
                      <a:pt x="58" y="8"/>
                    </a:cubicBezTo>
                    <a:cubicBezTo>
                      <a:pt x="59" y="17"/>
                      <a:pt x="51" y="24"/>
                      <a:pt x="51" y="25"/>
                    </a:cubicBezTo>
                    <a:cubicBezTo>
                      <a:pt x="131" y="25"/>
                      <a:pt x="131" y="25"/>
                      <a:pt x="131" y="25"/>
                    </a:cubicBezTo>
                    <a:cubicBezTo>
                      <a:pt x="128" y="21"/>
                      <a:pt x="123" y="15"/>
                      <a:pt x="122" y="8"/>
                    </a:cubicBezTo>
                    <a:cubicBezTo>
                      <a:pt x="131" y="18"/>
                      <a:pt x="141" y="23"/>
                      <a:pt x="150" y="0"/>
                    </a:cubicBezTo>
                    <a:cubicBezTo>
                      <a:pt x="160" y="23"/>
                      <a:pt x="169" y="16"/>
                      <a:pt x="181" y="5"/>
                    </a:cubicBezTo>
                    <a:cubicBezTo>
                      <a:pt x="178" y="23"/>
                      <a:pt x="174" y="23"/>
                      <a:pt x="166" y="28"/>
                    </a:cubicBezTo>
                    <a:cubicBezTo>
                      <a:pt x="166" y="38"/>
                      <a:pt x="166" y="45"/>
                      <a:pt x="166" y="55"/>
                    </a:cubicBezTo>
                    <a:cubicBezTo>
                      <a:pt x="168" y="55"/>
                      <a:pt x="169" y="55"/>
                      <a:pt x="171" y="55"/>
                    </a:cubicBezTo>
                    <a:cubicBezTo>
                      <a:pt x="178" y="65"/>
                      <a:pt x="178" y="65"/>
                      <a:pt x="178" y="65"/>
                    </a:cubicBezTo>
                    <a:cubicBezTo>
                      <a:pt x="174" y="72"/>
                      <a:pt x="174" y="72"/>
                      <a:pt x="174" y="72"/>
                    </a:cubicBezTo>
                    <a:lnTo>
                      <a:pt x="58" y="7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1" name="iş1ïďe"/>
              <p:cNvSpPr/>
              <p:nvPr/>
            </p:nvSpPr>
            <p:spPr bwMode="auto">
              <a:xfrm>
                <a:off x="3624263" y="3381375"/>
                <a:ext cx="577850" cy="200025"/>
              </a:xfrm>
              <a:custGeom>
                <a:avLst/>
                <a:gdLst>
                  <a:gd name="T0" fmla="*/ 130 w 175"/>
                  <a:gd name="T1" fmla="*/ 51 h 60"/>
                  <a:gd name="T2" fmla="*/ 130 w 175"/>
                  <a:gd name="T3" fmla="*/ 50 h 60"/>
                  <a:gd name="T4" fmla="*/ 48 w 175"/>
                  <a:gd name="T5" fmla="*/ 50 h 60"/>
                  <a:gd name="T6" fmla="*/ 48 w 175"/>
                  <a:gd name="T7" fmla="*/ 51 h 60"/>
                  <a:gd name="T8" fmla="*/ 52 w 175"/>
                  <a:gd name="T9" fmla="*/ 51 h 60"/>
                  <a:gd name="T10" fmla="*/ 48 w 175"/>
                  <a:gd name="T11" fmla="*/ 60 h 60"/>
                  <a:gd name="T12" fmla="*/ 7 w 175"/>
                  <a:gd name="T13" fmla="*/ 60 h 60"/>
                  <a:gd name="T14" fmla="*/ 10 w 175"/>
                  <a:gd name="T15" fmla="*/ 54 h 60"/>
                  <a:gd name="T16" fmla="*/ 14 w 175"/>
                  <a:gd name="T17" fmla="*/ 54 h 60"/>
                  <a:gd name="T18" fmla="*/ 13 w 175"/>
                  <a:gd name="T19" fmla="*/ 25 h 60"/>
                  <a:gd name="T20" fmla="*/ 0 w 175"/>
                  <a:gd name="T21" fmla="*/ 7 h 60"/>
                  <a:gd name="T22" fmla="*/ 28 w 175"/>
                  <a:gd name="T23" fmla="*/ 0 h 60"/>
                  <a:gd name="T24" fmla="*/ 55 w 175"/>
                  <a:gd name="T25" fmla="*/ 7 h 60"/>
                  <a:gd name="T26" fmla="*/ 48 w 175"/>
                  <a:gd name="T27" fmla="*/ 22 h 60"/>
                  <a:gd name="T28" fmla="*/ 127 w 175"/>
                  <a:gd name="T29" fmla="*/ 22 h 60"/>
                  <a:gd name="T30" fmla="*/ 119 w 175"/>
                  <a:gd name="T31" fmla="*/ 7 h 60"/>
                  <a:gd name="T32" fmla="*/ 147 w 175"/>
                  <a:gd name="T33" fmla="*/ 0 h 60"/>
                  <a:gd name="T34" fmla="*/ 175 w 175"/>
                  <a:gd name="T35" fmla="*/ 7 h 60"/>
                  <a:gd name="T36" fmla="*/ 161 w 175"/>
                  <a:gd name="T37" fmla="*/ 24 h 60"/>
                  <a:gd name="T38" fmla="*/ 161 w 175"/>
                  <a:gd name="T39" fmla="*/ 53 h 60"/>
                  <a:gd name="T40" fmla="*/ 165 w 175"/>
                  <a:gd name="T41" fmla="*/ 53 h 60"/>
                  <a:gd name="T42" fmla="*/ 169 w 175"/>
                  <a:gd name="T43" fmla="*/ 60 h 60"/>
                  <a:gd name="T44" fmla="*/ 128 w 175"/>
                  <a:gd name="T45" fmla="*/ 60 h 60"/>
                  <a:gd name="T46" fmla="*/ 124 w 175"/>
                  <a:gd name="T47" fmla="*/ 51 h 60"/>
                  <a:gd name="T48" fmla="*/ 130 w 175"/>
                  <a:gd name="T49" fmla="*/ 51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75" h="60">
                    <a:moveTo>
                      <a:pt x="130" y="51"/>
                    </a:moveTo>
                    <a:cubicBezTo>
                      <a:pt x="130" y="50"/>
                      <a:pt x="130" y="50"/>
                      <a:pt x="130" y="50"/>
                    </a:cubicBezTo>
                    <a:cubicBezTo>
                      <a:pt x="48" y="50"/>
                      <a:pt x="48" y="50"/>
                      <a:pt x="48" y="50"/>
                    </a:cubicBezTo>
                    <a:cubicBezTo>
                      <a:pt x="48" y="51"/>
                      <a:pt x="48" y="51"/>
                      <a:pt x="48" y="51"/>
                    </a:cubicBezTo>
                    <a:cubicBezTo>
                      <a:pt x="52" y="51"/>
                      <a:pt x="52" y="51"/>
                      <a:pt x="52" y="51"/>
                    </a:cubicBezTo>
                    <a:cubicBezTo>
                      <a:pt x="48" y="60"/>
                      <a:pt x="48" y="60"/>
                      <a:pt x="48" y="60"/>
                    </a:cubicBezTo>
                    <a:cubicBezTo>
                      <a:pt x="34" y="60"/>
                      <a:pt x="20" y="60"/>
                      <a:pt x="7" y="60"/>
                    </a:cubicBezTo>
                    <a:cubicBezTo>
                      <a:pt x="8" y="58"/>
                      <a:pt x="9" y="56"/>
                      <a:pt x="10" y="54"/>
                    </a:cubicBezTo>
                    <a:cubicBezTo>
                      <a:pt x="11" y="54"/>
                      <a:pt x="12" y="54"/>
                      <a:pt x="14" y="54"/>
                    </a:cubicBezTo>
                    <a:cubicBezTo>
                      <a:pt x="14" y="44"/>
                      <a:pt x="13" y="34"/>
                      <a:pt x="13" y="25"/>
                    </a:cubicBezTo>
                    <a:cubicBezTo>
                      <a:pt x="5" y="20"/>
                      <a:pt x="1" y="14"/>
                      <a:pt x="0" y="7"/>
                    </a:cubicBezTo>
                    <a:cubicBezTo>
                      <a:pt x="12" y="18"/>
                      <a:pt x="22" y="17"/>
                      <a:pt x="28" y="0"/>
                    </a:cubicBezTo>
                    <a:cubicBezTo>
                      <a:pt x="37" y="22"/>
                      <a:pt x="47" y="15"/>
                      <a:pt x="55" y="7"/>
                    </a:cubicBezTo>
                    <a:cubicBezTo>
                      <a:pt x="55" y="14"/>
                      <a:pt x="50" y="17"/>
                      <a:pt x="48" y="22"/>
                    </a:cubicBezTo>
                    <a:cubicBezTo>
                      <a:pt x="127" y="22"/>
                      <a:pt x="127" y="22"/>
                      <a:pt x="127" y="22"/>
                    </a:cubicBezTo>
                    <a:cubicBezTo>
                      <a:pt x="125" y="18"/>
                      <a:pt x="120" y="14"/>
                      <a:pt x="119" y="7"/>
                    </a:cubicBezTo>
                    <a:cubicBezTo>
                      <a:pt x="127" y="15"/>
                      <a:pt x="137" y="22"/>
                      <a:pt x="147" y="0"/>
                    </a:cubicBezTo>
                    <a:cubicBezTo>
                      <a:pt x="153" y="17"/>
                      <a:pt x="163" y="18"/>
                      <a:pt x="175" y="7"/>
                    </a:cubicBezTo>
                    <a:cubicBezTo>
                      <a:pt x="173" y="14"/>
                      <a:pt x="169" y="19"/>
                      <a:pt x="161" y="24"/>
                    </a:cubicBezTo>
                    <a:cubicBezTo>
                      <a:pt x="161" y="34"/>
                      <a:pt x="161" y="44"/>
                      <a:pt x="161" y="53"/>
                    </a:cubicBezTo>
                    <a:cubicBezTo>
                      <a:pt x="162" y="53"/>
                      <a:pt x="164" y="53"/>
                      <a:pt x="165" y="53"/>
                    </a:cubicBezTo>
                    <a:cubicBezTo>
                      <a:pt x="166" y="55"/>
                      <a:pt x="167" y="58"/>
                      <a:pt x="169" y="60"/>
                    </a:cubicBezTo>
                    <a:cubicBezTo>
                      <a:pt x="155" y="60"/>
                      <a:pt x="142" y="60"/>
                      <a:pt x="128" y="60"/>
                    </a:cubicBezTo>
                    <a:cubicBezTo>
                      <a:pt x="124" y="51"/>
                      <a:pt x="124" y="51"/>
                      <a:pt x="124" y="51"/>
                    </a:cubicBezTo>
                    <a:lnTo>
                      <a:pt x="130" y="51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2" name="ïṩḷíḍé"/>
              <p:cNvSpPr/>
              <p:nvPr/>
            </p:nvSpPr>
            <p:spPr bwMode="auto">
              <a:xfrm>
                <a:off x="4065588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3" name="ïśľíḍè"/>
              <p:cNvSpPr/>
              <p:nvPr/>
            </p:nvSpPr>
            <p:spPr bwMode="auto">
              <a:xfrm>
                <a:off x="3740151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4" name="í$ḻîḋè"/>
              <p:cNvSpPr/>
              <p:nvPr/>
            </p:nvSpPr>
            <p:spPr bwMode="auto">
              <a:xfrm>
                <a:off x="4125913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5" name="iṣļíḋe"/>
              <p:cNvSpPr/>
              <p:nvPr/>
            </p:nvSpPr>
            <p:spPr bwMode="auto">
              <a:xfrm>
                <a:off x="3709988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6" name="iṩḷiḓé"/>
              <p:cNvSpPr/>
              <p:nvPr/>
            </p:nvSpPr>
            <p:spPr bwMode="auto">
              <a:xfrm>
                <a:off x="4095751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7" name="iSľiḍè"/>
              <p:cNvSpPr/>
              <p:nvPr/>
            </p:nvSpPr>
            <p:spPr bwMode="auto">
              <a:xfrm>
                <a:off x="3663951" y="3460750"/>
                <a:ext cx="495300" cy="31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8" name="ïṩḷîḍe"/>
              <p:cNvSpPr/>
              <p:nvPr/>
            </p:nvSpPr>
            <p:spPr bwMode="auto">
              <a:xfrm>
                <a:off x="3663951" y="3473450"/>
                <a:ext cx="115888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9" name="íšḻiḑê"/>
              <p:cNvSpPr/>
              <p:nvPr/>
            </p:nvSpPr>
            <p:spPr bwMode="auto">
              <a:xfrm>
                <a:off x="3789363" y="3473450"/>
                <a:ext cx="428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0" name="ïṩļïďè"/>
              <p:cNvSpPr/>
              <p:nvPr/>
            </p:nvSpPr>
            <p:spPr bwMode="auto">
              <a:xfrm>
                <a:off x="3851276" y="3473450"/>
                <a:ext cx="57150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1" name="îṥlïḋê"/>
              <p:cNvSpPr/>
              <p:nvPr/>
            </p:nvSpPr>
            <p:spPr bwMode="auto">
              <a:xfrm>
                <a:off x="3917951" y="3473450"/>
                <a:ext cx="555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2" name="îṧľïdè"/>
              <p:cNvSpPr/>
              <p:nvPr/>
            </p:nvSpPr>
            <p:spPr bwMode="auto">
              <a:xfrm>
                <a:off x="3994151" y="3473450"/>
                <a:ext cx="428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3" name="iSḷîḓê"/>
              <p:cNvSpPr/>
              <p:nvPr/>
            </p:nvSpPr>
            <p:spPr bwMode="auto">
              <a:xfrm>
                <a:off x="4046538" y="3473450"/>
                <a:ext cx="11271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4" name="îślíďè"/>
              <p:cNvSpPr/>
              <p:nvPr/>
            </p:nvSpPr>
            <p:spPr bwMode="auto">
              <a:xfrm>
                <a:off x="3979863" y="3473450"/>
                <a:ext cx="7938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5" name="iSḻïḍè"/>
              <p:cNvSpPr/>
              <p:nvPr/>
            </p:nvSpPr>
            <p:spPr bwMode="auto">
              <a:xfrm>
                <a:off x="3838576" y="3473450"/>
                <a:ext cx="6350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6" name="ïṡliḑê"/>
              <p:cNvSpPr/>
              <p:nvPr/>
            </p:nvSpPr>
            <p:spPr bwMode="auto">
              <a:xfrm>
                <a:off x="3851276" y="3384550"/>
                <a:ext cx="26988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7" name="islïďé"/>
              <p:cNvSpPr/>
              <p:nvPr/>
            </p:nvSpPr>
            <p:spPr bwMode="auto">
              <a:xfrm>
                <a:off x="3817938" y="3384550"/>
                <a:ext cx="26988" cy="15875"/>
              </a:xfrm>
              <a:custGeom>
                <a:avLst/>
                <a:gdLst>
                  <a:gd name="T0" fmla="*/ 7 w 8"/>
                  <a:gd name="T1" fmla="*/ 0 h 5"/>
                  <a:gd name="T2" fmla="*/ 8 w 8"/>
                  <a:gd name="T3" fmla="*/ 2 h 5"/>
                  <a:gd name="T4" fmla="*/ 1 w 8"/>
                  <a:gd name="T5" fmla="*/ 5 h 5"/>
                  <a:gd name="T6" fmla="*/ 7 w 8"/>
                  <a:gd name="T7" fmla="*/ 0 h 5"/>
                  <a:gd name="T8" fmla="*/ 7 w 8"/>
                  <a:gd name="T9" fmla="*/ 0 h 5"/>
                  <a:gd name="T10" fmla="*/ 7 w 8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5">
                    <a:moveTo>
                      <a:pt x="7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0" y="2"/>
                      <a:pt x="7" y="0"/>
                    </a:cubicBezTo>
                    <a:close/>
                    <a:moveTo>
                      <a:pt x="7" y="0"/>
                    </a:moveTo>
                    <a:cubicBezTo>
                      <a:pt x="7" y="0"/>
                      <a:pt x="7" y="0"/>
                      <a:pt x="7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8" name="îṥḷîdé"/>
              <p:cNvSpPr/>
              <p:nvPr/>
            </p:nvSpPr>
            <p:spPr bwMode="auto">
              <a:xfrm>
                <a:off x="3983038" y="3384550"/>
                <a:ext cx="26988" cy="15875"/>
              </a:xfrm>
              <a:custGeom>
                <a:avLst/>
                <a:gdLst>
                  <a:gd name="T0" fmla="*/ 1 w 8"/>
                  <a:gd name="T1" fmla="*/ 0 h 5"/>
                  <a:gd name="T2" fmla="*/ 0 w 8"/>
                  <a:gd name="T3" fmla="*/ 2 h 5"/>
                  <a:gd name="T4" fmla="*/ 7 w 8"/>
                  <a:gd name="T5" fmla="*/ 5 h 5"/>
                  <a:gd name="T6" fmla="*/ 1 w 8"/>
                  <a:gd name="T7" fmla="*/ 0 h 5"/>
                  <a:gd name="T8" fmla="*/ 1 w 8"/>
                  <a:gd name="T9" fmla="*/ 0 h 5"/>
                  <a:gd name="T10" fmla="*/ 1 w 8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5">
                    <a:moveTo>
                      <a:pt x="1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7" y="5"/>
                      <a:pt x="7" y="5"/>
                      <a:pt x="7" y="5"/>
                    </a:cubicBezTo>
                    <a:cubicBezTo>
                      <a:pt x="7" y="5"/>
                      <a:pt x="8" y="2"/>
                      <a:pt x="1" y="0"/>
                    </a:cubicBezTo>
                    <a:close/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9" name="isḷîḋé"/>
              <p:cNvSpPr/>
              <p:nvPr/>
            </p:nvSpPr>
            <p:spPr bwMode="auto">
              <a:xfrm>
                <a:off x="3884613" y="3384550"/>
                <a:ext cx="26988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0" name="iśḷïḑè"/>
              <p:cNvSpPr/>
              <p:nvPr/>
            </p:nvSpPr>
            <p:spPr bwMode="auto">
              <a:xfrm>
                <a:off x="3917951" y="3384550"/>
                <a:ext cx="25400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1" name="iṧľiďé"/>
              <p:cNvSpPr/>
              <p:nvPr/>
            </p:nvSpPr>
            <p:spPr bwMode="auto">
              <a:xfrm>
                <a:off x="3951288" y="3384550"/>
                <a:ext cx="25400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2" name="išľïḍé"/>
              <p:cNvSpPr/>
              <p:nvPr/>
            </p:nvSpPr>
            <p:spPr bwMode="auto">
              <a:xfrm>
                <a:off x="3771901" y="3484563"/>
                <a:ext cx="7938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3" name="îŝlîḑè"/>
              <p:cNvSpPr/>
              <p:nvPr/>
            </p:nvSpPr>
            <p:spPr bwMode="auto">
              <a:xfrm>
                <a:off x="3786188" y="3484563"/>
                <a:ext cx="46038" cy="60325"/>
              </a:xfrm>
              <a:custGeom>
                <a:avLst/>
                <a:gdLst>
                  <a:gd name="T0" fmla="*/ 8 w 29"/>
                  <a:gd name="T1" fmla="*/ 0 h 38"/>
                  <a:gd name="T2" fmla="*/ 20 w 29"/>
                  <a:gd name="T3" fmla="*/ 0 h 38"/>
                  <a:gd name="T4" fmla="*/ 29 w 29"/>
                  <a:gd name="T5" fmla="*/ 8 h 38"/>
                  <a:gd name="T6" fmla="*/ 29 w 29"/>
                  <a:gd name="T7" fmla="*/ 38 h 38"/>
                  <a:gd name="T8" fmla="*/ 0 w 29"/>
                  <a:gd name="T9" fmla="*/ 38 h 38"/>
                  <a:gd name="T10" fmla="*/ 0 w 29"/>
                  <a:gd name="T11" fmla="*/ 8 h 38"/>
                  <a:gd name="T12" fmla="*/ 8 w 29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8">
                    <a:moveTo>
                      <a:pt x="8" y="0"/>
                    </a:moveTo>
                    <a:lnTo>
                      <a:pt x="20" y="0"/>
                    </a:lnTo>
                    <a:lnTo>
                      <a:pt x="29" y="8"/>
                    </a:lnTo>
                    <a:lnTo>
                      <a:pt x="29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4" name="îṩḻíḓe"/>
              <p:cNvSpPr/>
              <p:nvPr/>
            </p:nvSpPr>
            <p:spPr bwMode="auto">
              <a:xfrm>
                <a:off x="3994151" y="3484563"/>
                <a:ext cx="46038" cy="60325"/>
              </a:xfrm>
              <a:custGeom>
                <a:avLst/>
                <a:gdLst>
                  <a:gd name="T0" fmla="*/ 8 w 29"/>
                  <a:gd name="T1" fmla="*/ 0 h 38"/>
                  <a:gd name="T2" fmla="*/ 18 w 29"/>
                  <a:gd name="T3" fmla="*/ 0 h 38"/>
                  <a:gd name="T4" fmla="*/ 29 w 29"/>
                  <a:gd name="T5" fmla="*/ 8 h 38"/>
                  <a:gd name="T6" fmla="*/ 29 w 29"/>
                  <a:gd name="T7" fmla="*/ 38 h 38"/>
                  <a:gd name="T8" fmla="*/ 0 w 29"/>
                  <a:gd name="T9" fmla="*/ 38 h 38"/>
                  <a:gd name="T10" fmla="*/ 0 w 29"/>
                  <a:gd name="T11" fmla="*/ 8 h 38"/>
                  <a:gd name="T12" fmla="*/ 8 w 29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8">
                    <a:moveTo>
                      <a:pt x="8" y="0"/>
                    </a:moveTo>
                    <a:lnTo>
                      <a:pt x="18" y="0"/>
                    </a:lnTo>
                    <a:lnTo>
                      <a:pt x="29" y="8"/>
                    </a:lnTo>
                    <a:lnTo>
                      <a:pt x="29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5" name="î$1îdè"/>
              <p:cNvSpPr/>
              <p:nvPr/>
            </p:nvSpPr>
            <p:spPr bwMode="auto">
              <a:xfrm>
                <a:off x="3851276" y="3484563"/>
                <a:ext cx="122238" cy="60325"/>
              </a:xfrm>
              <a:custGeom>
                <a:avLst/>
                <a:gdLst>
                  <a:gd name="T0" fmla="*/ 9 w 77"/>
                  <a:gd name="T1" fmla="*/ 0 h 38"/>
                  <a:gd name="T2" fmla="*/ 69 w 77"/>
                  <a:gd name="T3" fmla="*/ 0 h 38"/>
                  <a:gd name="T4" fmla="*/ 77 w 77"/>
                  <a:gd name="T5" fmla="*/ 8 h 38"/>
                  <a:gd name="T6" fmla="*/ 77 w 77"/>
                  <a:gd name="T7" fmla="*/ 38 h 38"/>
                  <a:gd name="T8" fmla="*/ 0 w 77"/>
                  <a:gd name="T9" fmla="*/ 38 h 38"/>
                  <a:gd name="T10" fmla="*/ 0 w 77"/>
                  <a:gd name="T11" fmla="*/ 8 h 38"/>
                  <a:gd name="T12" fmla="*/ 9 w 77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7" h="38">
                    <a:moveTo>
                      <a:pt x="9" y="0"/>
                    </a:moveTo>
                    <a:lnTo>
                      <a:pt x="69" y="0"/>
                    </a:lnTo>
                    <a:lnTo>
                      <a:pt x="77" y="8"/>
                    </a:lnTo>
                    <a:lnTo>
                      <a:pt x="77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6" name="iśľïḓe"/>
              <p:cNvSpPr/>
              <p:nvPr/>
            </p:nvSpPr>
            <p:spPr bwMode="auto">
              <a:xfrm>
                <a:off x="4046538" y="3484563"/>
                <a:ext cx="6350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7" name="iṣļïḑè"/>
              <p:cNvSpPr/>
              <p:nvPr/>
            </p:nvSpPr>
            <p:spPr bwMode="auto">
              <a:xfrm>
                <a:off x="3838576" y="3484563"/>
                <a:ext cx="6350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8" name="iṡḷidé"/>
              <p:cNvSpPr/>
              <p:nvPr/>
            </p:nvSpPr>
            <p:spPr bwMode="auto">
              <a:xfrm>
                <a:off x="3979863" y="3484563"/>
                <a:ext cx="3175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9" name="íṡḷíḋe"/>
              <p:cNvSpPr/>
              <p:nvPr/>
            </p:nvSpPr>
            <p:spPr bwMode="auto">
              <a:xfrm>
                <a:off x="3811588" y="3551238"/>
                <a:ext cx="20478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0" name="íŝ1iḑê"/>
              <p:cNvSpPr/>
              <p:nvPr/>
            </p:nvSpPr>
            <p:spPr bwMode="auto">
              <a:xfrm>
                <a:off x="3805238" y="3557588"/>
                <a:ext cx="214313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1" name="îṩḷiḑe"/>
              <p:cNvSpPr/>
              <p:nvPr/>
            </p:nvSpPr>
            <p:spPr bwMode="auto">
              <a:xfrm>
                <a:off x="3802063" y="3567113"/>
                <a:ext cx="220663" cy="1588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2" name="iṧḻiḑê"/>
              <p:cNvSpPr/>
              <p:nvPr/>
            </p:nvSpPr>
            <p:spPr bwMode="auto">
              <a:xfrm>
                <a:off x="3802063" y="3570288"/>
                <a:ext cx="22383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3" name="ïṣḻîḋè"/>
              <p:cNvSpPr/>
              <p:nvPr/>
            </p:nvSpPr>
            <p:spPr bwMode="auto">
              <a:xfrm>
                <a:off x="3795713" y="3581400"/>
                <a:ext cx="234950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4" name="îṡ1îḍé"/>
              <p:cNvSpPr/>
              <p:nvPr/>
            </p:nvSpPr>
            <p:spPr bwMode="auto">
              <a:xfrm>
                <a:off x="3633788" y="3587750"/>
                <a:ext cx="560388" cy="6350"/>
              </a:xfrm>
              <a:custGeom>
                <a:avLst/>
                <a:gdLst>
                  <a:gd name="T0" fmla="*/ 0 w 353"/>
                  <a:gd name="T1" fmla="*/ 0 h 4"/>
                  <a:gd name="T2" fmla="*/ 353 w 353"/>
                  <a:gd name="T3" fmla="*/ 0 h 4"/>
                  <a:gd name="T4" fmla="*/ 351 w 353"/>
                  <a:gd name="T5" fmla="*/ 4 h 4"/>
                  <a:gd name="T6" fmla="*/ 2 w 353"/>
                  <a:gd name="T7" fmla="*/ 4 h 4"/>
                  <a:gd name="T8" fmla="*/ 0 w 353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3" h="4">
                    <a:moveTo>
                      <a:pt x="0" y="0"/>
                    </a:moveTo>
                    <a:lnTo>
                      <a:pt x="353" y="0"/>
                    </a:lnTo>
                    <a:lnTo>
                      <a:pt x="351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5" name="îš1íḑe"/>
              <p:cNvSpPr/>
              <p:nvPr/>
            </p:nvSpPr>
            <p:spPr bwMode="auto">
              <a:xfrm>
                <a:off x="3640138" y="3600450"/>
                <a:ext cx="547688" cy="6350"/>
              </a:xfrm>
              <a:custGeom>
                <a:avLst/>
                <a:gdLst>
                  <a:gd name="T0" fmla="*/ 0 w 345"/>
                  <a:gd name="T1" fmla="*/ 0 h 4"/>
                  <a:gd name="T2" fmla="*/ 345 w 345"/>
                  <a:gd name="T3" fmla="*/ 0 h 4"/>
                  <a:gd name="T4" fmla="*/ 343 w 345"/>
                  <a:gd name="T5" fmla="*/ 4 h 4"/>
                  <a:gd name="T6" fmla="*/ 2 w 345"/>
                  <a:gd name="T7" fmla="*/ 4 h 4"/>
                  <a:gd name="T8" fmla="*/ 0 w 345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5" h="4">
                    <a:moveTo>
                      <a:pt x="0" y="0"/>
                    </a:moveTo>
                    <a:lnTo>
                      <a:pt x="345" y="0"/>
                    </a:lnTo>
                    <a:lnTo>
                      <a:pt x="343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6" name="iš1ïḍe"/>
              <p:cNvSpPr/>
              <p:nvPr/>
            </p:nvSpPr>
            <p:spPr bwMode="auto">
              <a:xfrm>
                <a:off x="3736976" y="3406775"/>
                <a:ext cx="352425" cy="4763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7" name="îSḻîde"/>
              <p:cNvSpPr/>
              <p:nvPr/>
            </p:nvSpPr>
            <p:spPr bwMode="auto">
              <a:xfrm>
                <a:off x="3746501" y="3417888"/>
                <a:ext cx="3333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" name="î$ḻîḑé"/>
              <p:cNvSpPr/>
              <p:nvPr/>
            </p:nvSpPr>
            <p:spPr bwMode="auto">
              <a:xfrm>
                <a:off x="3805238" y="3417888"/>
                <a:ext cx="211138" cy="1588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" name="íŝļïḓe"/>
              <p:cNvSpPr/>
              <p:nvPr/>
            </p:nvSpPr>
            <p:spPr bwMode="auto">
              <a:xfrm>
                <a:off x="3811588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" name="îS1iḍé"/>
              <p:cNvSpPr/>
              <p:nvPr/>
            </p:nvSpPr>
            <p:spPr bwMode="auto">
              <a:xfrm>
                <a:off x="3802063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" name="išlïdé"/>
              <p:cNvSpPr/>
              <p:nvPr/>
            </p:nvSpPr>
            <p:spPr bwMode="auto">
              <a:xfrm>
                <a:off x="3789363" y="3421063"/>
                <a:ext cx="6350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" name="ïSlïde"/>
              <p:cNvSpPr/>
              <p:nvPr/>
            </p:nvSpPr>
            <p:spPr bwMode="auto">
              <a:xfrm>
                <a:off x="3822701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" name="îşľïďe"/>
              <p:cNvSpPr/>
              <p:nvPr/>
            </p:nvSpPr>
            <p:spPr bwMode="auto">
              <a:xfrm>
                <a:off x="3832226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" name="ïşľíďê"/>
              <p:cNvSpPr/>
              <p:nvPr/>
            </p:nvSpPr>
            <p:spPr bwMode="auto">
              <a:xfrm>
                <a:off x="38449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" name="íś1ïdè"/>
              <p:cNvSpPr/>
              <p:nvPr/>
            </p:nvSpPr>
            <p:spPr bwMode="auto">
              <a:xfrm>
                <a:off x="3854451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6" name="iṩḷiḍe"/>
              <p:cNvSpPr/>
              <p:nvPr/>
            </p:nvSpPr>
            <p:spPr bwMode="auto">
              <a:xfrm>
                <a:off x="3865563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7" name="ïŝ1iďè"/>
              <p:cNvSpPr/>
              <p:nvPr/>
            </p:nvSpPr>
            <p:spPr bwMode="auto">
              <a:xfrm>
                <a:off x="3878263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8" name="íṩļíḋê"/>
              <p:cNvSpPr/>
              <p:nvPr/>
            </p:nvSpPr>
            <p:spPr bwMode="auto">
              <a:xfrm>
                <a:off x="3887788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9" name="ïṧ1ïdè"/>
              <p:cNvSpPr/>
              <p:nvPr/>
            </p:nvSpPr>
            <p:spPr bwMode="auto">
              <a:xfrm>
                <a:off x="3897313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0" name="íŝḻîḍé"/>
              <p:cNvSpPr/>
              <p:nvPr/>
            </p:nvSpPr>
            <p:spPr bwMode="auto">
              <a:xfrm>
                <a:off x="3908426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1" name="îşḻïḓé"/>
              <p:cNvSpPr/>
              <p:nvPr/>
            </p:nvSpPr>
            <p:spPr bwMode="auto">
              <a:xfrm>
                <a:off x="39211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2" name="íśļíďè"/>
              <p:cNvSpPr/>
              <p:nvPr/>
            </p:nvSpPr>
            <p:spPr bwMode="auto">
              <a:xfrm>
                <a:off x="3930651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3" name="iŝ1ïdé"/>
              <p:cNvSpPr/>
              <p:nvPr/>
            </p:nvSpPr>
            <p:spPr bwMode="auto">
              <a:xfrm>
                <a:off x="3940176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4" name="is1ídè"/>
              <p:cNvSpPr/>
              <p:nvPr/>
            </p:nvSpPr>
            <p:spPr bwMode="auto">
              <a:xfrm>
                <a:off x="3951288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2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5" name="islíďê"/>
              <p:cNvSpPr/>
              <p:nvPr/>
            </p:nvSpPr>
            <p:spPr bwMode="auto">
              <a:xfrm>
                <a:off x="3963988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6" name="iṩlíḑê"/>
              <p:cNvSpPr/>
              <p:nvPr/>
            </p:nvSpPr>
            <p:spPr bwMode="auto">
              <a:xfrm>
                <a:off x="3973513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7" name="îṥḷïďê"/>
              <p:cNvSpPr/>
              <p:nvPr/>
            </p:nvSpPr>
            <p:spPr bwMode="auto">
              <a:xfrm>
                <a:off x="3983038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8" name="íṥḻïďè"/>
              <p:cNvSpPr/>
              <p:nvPr/>
            </p:nvSpPr>
            <p:spPr bwMode="auto">
              <a:xfrm>
                <a:off x="39973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9" name="íṡḷíḍè"/>
              <p:cNvSpPr/>
              <p:nvPr/>
            </p:nvSpPr>
            <p:spPr bwMode="auto">
              <a:xfrm>
                <a:off x="4006851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0" name="î$ḷîḑé"/>
              <p:cNvSpPr/>
              <p:nvPr/>
            </p:nvSpPr>
            <p:spPr bwMode="auto">
              <a:xfrm>
                <a:off x="4016376" y="3421063"/>
                <a:ext cx="6350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1" name="í$ľîdè"/>
              <p:cNvSpPr/>
              <p:nvPr/>
            </p:nvSpPr>
            <p:spPr bwMode="auto">
              <a:xfrm>
                <a:off x="4025901" y="3421063"/>
                <a:ext cx="7938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2" name="iṥ1iḍè"/>
              <p:cNvSpPr/>
              <p:nvPr/>
            </p:nvSpPr>
            <p:spPr bwMode="auto">
              <a:xfrm>
                <a:off x="4040188" y="3417888"/>
                <a:ext cx="3968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3" name="ïslidé"/>
              <p:cNvSpPr/>
              <p:nvPr/>
            </p:nvSpPr>
            <p:spPr bwMode="auto">
              <a:xfrm>
                <a:off x="3679826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4" name="íṡlïďè"/>
              <p:cNvSpPr/>
              <p:nvPr/>
            </p:nvSpPr>
            <p:spPr bwMode="auto">
              <a:xfrm>
                <a:off x="3884613" y="3490913"/>
                <a:ext cx="55563" cy="53975"/>
              </a:xfrm>
              <a:custGeom>
                <a:avLst/>
                <a:gdLst>
                  <a:gd name="T0" fmla="*/ 0 w 35"/>
                  <a:gd name="T1" fmla="*/ 0 h 34"/>
                  <a:gd name="T2" fmla="*/ 35 w 35"/>
                  <a:gd name="T3" fmla="*/ 0 h 34"/>
                  <a:gd name="T4" fmla="*/ 35 w 35"/>
                  <a:gd name="T5" fmla="*/ 34 h 34"/>
                  <a:gd name="T6" fmla="*/ 0 w 35"/>
                  <a:gd name="T7" fmla="*/ 34 h 34"/>
                  <a:gd name="T8" fmla="*/ 0 w 35"/>
                  <a:gd name="T9" fmla="*/ 0 h 34"/>
                  <a:gd name="T10" fmla="*/ 0 w 35"/>
                  <a:gd name="T11" fmla="*/ 0 h 34"/>
                  <a:gd name="T12" fmla="*/ 4 w 35"/>
                  <a:gd name="T13" fmla="*/ 8 h 34"/>
                  <a:gd name="T14" fmla="*/ 4 w 35"/>
                  <a:gd name="T15" fmla="*/ 27 h 34"/>
                  <a:gd name="T16" fmla="*/ 8 w 35"/>
                  <a:gd name="T17" fmla="*/ 27 h 34"/>
                  <a:gd name="T18" fmla="*/ 8 w 35"/>
                  <a:gd name="T19" fmla="*/ 8 h 34"/>
                  <a:gd name="T20" fmla="*/ 4 w 35"/>
                  <a:gd name="T21" fmla="*/ 8 h 34"/>
                  <a:gd name="T22" fmla="*/ 4 w 35"/>
                  <a:gd name="T23" fmla="*/ 8 h 34"/>
                  <a:gd name="T24" fmla="*/ 29 w 35"/>
                  <a:gd name="T25" fmla="*/ 8 h 34"/>
                  <a:gd name="T26" fmla="*/ 29 w 35"/>
                  <a:gd name="T27" fmla="*/ 27 h 34"/>
                  <a:gd name="T28" fmla="*/ 31 w 35"/>
                  <a:gd name="T29" fmla="*/ 27 h 34"/>
                  <a:gd name="T30" fmla="*/ 31 w 35"/>
                  <a:gd name="T31" fmla="*/ 8 h 34"/>
                  <a:gd name="T32" fmla="*/ 29 w 35"/>
                  <a:gd name="T33" fmla="*/ 8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5" h="34">
                    <a:moveTo>
                      <a:pt x="0" y="0"/>
                    </a:moveTo>
                    <a:lnTo>
                      <a:pt x="35" y="0"/>
                    </a:lnTo>
                    <a:lnTo>
                      <a:pt x="35" y="34"/>
                    </a:lnTo>
                    <a:lnTo>
                      <a:pt x="0" y="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4" y="8"/>
                    </a:moveTo>
                    <a:lnTo>
                      <a:pt x="4" y="27"/>
                    </a:lnTo>
                    <a:lnTo>
                      <a:pt x="8" y="27"/>
                    </a:lnTo>
                    <a:lnTo>
                      <a:pt x="8" y="8"/>
                    </a:lnTo>
                    <a:lnTo>
                      <a:pt x="4" y="8"/>
                    </a:lnTo>
                    <a:lnTo>
                      <a:pt x="4" y="8"/>
                    </a:lnTo>
                    <a:close/>
                    <a:moveTo>
                      <a:pt x="29" y="8"/>
                    </a:moveTo>
                    <a:lnTo>
                      <a:pt x="29" y="27"/>
                    </a:lnTo>
                    <a:lnTo>
                      <a:pt x="31" y="27"/>
                    </a:lnTo>
                    <a:lnTo>
                      <a:pt x="31" y="8"/>
                    </a:lnTo>
                    <a:lnTo>
                      <a:pt x="29" y="8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5" name="iṧ1ïḓè"/>
              <p:cNvSpPr/>
              <p:nvPr/>
            </p:nvSpPr>
            <p:spPr bwMode="auto">
              <a:xfrm>
                <a:off x="3551238" y="3067050"/>
                <a:ext cx="722313" cy="727075"/>
              </a:xfrm>
              <a:custGeom>
                <a:avLst/>
                <a:gdLst>
                  <a:gd name="T0" fmla="*/ 109 w 219"/>
                  <a:gd name="T1" fmla="*/ 0 h 218"/>
                  <a:gd name="T2" fmla="*/ 219 w 219"/>
                  <a:gd name="T3" fmla="*/ 109 h 218"/>
                  <a:gd name="T4" fmla="*/ 109 w 219"/>
                  <a:gd name="T5" fmla="*/ 218 h 218"/>
                  <a:gd name="T6" fmla="*/ 0 w 219"/>
                  <a:gd name="T7" fmla="*/ 109 h 218"/>
                  <a:gd name="T8" fmla="*/ 109 w 219"/>
                  <a:gd name="T9" fmla="*/ 0 h 218"/>
                  <a:gd name="T10" fmla="*/ 109 w 219"/>
                  <a:gd name="T11" fmla="*/ 3 h 218"/>
                  <a:gd name="T12" fmla="*/ 4 w 219"/>
                  <a:gd name="T13" fmla="*/ 109 h 218"/>
                  <a:gd name="T14" fmla="*/ 109 w 219"/>
                  <a:gd name="T15" fmla="*/ 215 h 218"/>
                  <a:gd name="T16" fmla="*/ 215 w 219"/>
                  <a:gd name="T17" fmla="*/ 109 h 218"/>
                  <a:gd name="T18" fmla="*/ 109 w 219"/>
                  <a:gd name="T19" fmla="*/ 3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9" h="218">
                    <a:moveTo>
                      <a:pt x="109" y="0"/>
                    </a:moveTo>
                    <a:cubicBezTo>
                      <a:pt x="170" y="0"/>
                      <a:pt x="219" y="49"/>
                      <a:pt x="219" y="109"/>
                    </a:cubicBezTo>
                    <a:cubicBezTo>
                      <a:pt x="219" y="169"/>
                      <a:pt x="170" y="218"/>
                      <a:pt x="109" y="218"/>
                    </a:cubicBezTo>
                    <a:cubicBezTo>
                      <a:pt x="49" y="218"/>
                      <a:pt x="0" y="169"/>
                      <a:pt x="0" y="109"/>
                    </a:cubicBezTo>
                    <a:cubicBezTo>
                      <a:pt x="0" y="49"/>
                      <a:pt x="49" y="0"/>
                      <a:pt x="109" y="0"/>
                    </a:cubicBezTo>
                    <a:close/>
                    <a:moveTo>
                      <a:pt x="109" y="3"/>
                    </a:moveTo>
                    <a:cubicBezTo>
                      <a:pt x="51" y="3"/>
                      <a:pt x="4" y="51"/>
                      <a:pt x="4" y="109"/>
                    </a:cubicBezTo>
                    <a:cubicBezTo>
                      <a:pt x="4" y="167"/>
                      <a:pt x="51" y="215"/>
                      <a:pt x="109" y="215"/>
                    </a:cubicBezTo>
                    <a:cubicBezTo>
                      <a:pt x="168" y="215"/>
                      <a:pt x="215" y="167"/>
                      <a:pt x="215" y="109"/>
                    </a:cubicBezTo>
                    <a:cubicBezTo>
                      <a:pt x="215" y="51"/>
                      <a:pt x="168" y="3"/>
                      <a:pt x="109" y="3"/>
                    </a:cubicBez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47" name="íşḷïḑe"/>
            <p:cNvGrpSpPr/>
            <p:nvPr userDrawn="1"/>
          </p:nvGrpSpPr>
          <p:grpSpPr>
            <a:xfrm>
              <a:off x="4894762" y="471192"/>
              <a:ext cx="4437911" cy="1614111"/>
              <a:chOff x="4412452" y="3106738"/>
              <a:chExt cx="2312689" cy="841148"/>
            </a:xfrm>
          </p:grpSpPr>
          <p:grpSp>
            <p:nvGrpSpPr>
              <p:cNvPr id="248" name="îṥľíḑé"/>
              <p:cNvGrpSpPr/>
              <p:nvPr/>
            </p:nvGrpSpPr>
            <p:grpSpPr>
              <a:xfrm>
                <a:off x="4422776" y="3106738"/>
                <a:ext cx="2293937" cy="617538"/>
                <a:chOff x="4422776" y="3106738"/>
                <a:chExt cx="2293937" cy="617538"/>
              </a:xfrm>
            </p:grpSpPr>
            <p:sp>
              <p:nvSpPr>
                <p:cNvPr id="265" name="išḻiḑé"/>
                <p:cNvSpPr/>
                <p:nvPr/>
              </p:nvSpPr>
              <p:spPr bwMode="auto">
                <a:xfrm>
                  <a:off x="4811713" y="3200400"/>
                  <a:ext cx="49213" cy="100013"/>
                </a:xfrm>
                <a:custGeom>
                  <a:avLst/>
                  <a:gdLst>
                    <a:gd name="T0" fmla="*/ 0 w 15"/>
                    <a:gd name="T1" fmla="*/ 1 h 30"/>
                    <a:gd name="T2" fmla="*/ 1 w 15"/>
                    <a:gd name="T3" fmla="*/ 12 h 30"/>
                    <a:gd name="T4" fmla="*/ 0 w 15"/>
                    <a:gd name="T5" fmla="*/ 21 h 30"/>
                    <a:gd name="T6" fmla="*/ 2 w 15"/>
                    <a:gd name="T7" fmla="*/ 28 h 30"/>
                    <a:gd name="T8" fmla="*/ 7 w 15"/>
                    <a:gd name="T9" fmla="*/ 30 h 30"/>
                    <a:gd name="T10" fmla="*/ 12 w 15"/>
                    <a:gd name="T11" fmla="*/ 26 h 30"/>
                    <a:gd name="T12" fmla="*/ 15 w 15"/>
                    <a:gd name="T13" fmla="*/ 18 h 30"/>
                    <a:gd name="T14" fmla="*/ 3 w 15"/>
                    <a:gd name="T15" fmla="*/ 0 h 30"/>
                    <a:gd name="T16" fmla="*/ 0 w 15"/>
                    <a:gd name="T17" fmla="*/ 1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30">
                      <a:moveTo>
                        <a:pt x="0" y="1"/>
                      </a:moveTo>
                      <a:cubicBezTo>
                        <a:pt x="1" y="12"/>
                        <a:pt x="1" y="12"/>
                        <a:pt x="1" y="12"/>
                      </a:cubicBezTo>
                      <a:cubicBezTo>
                        <a:pt x="1" y="13"/>
                        <a:pt x="0" y="18"/>
                        <a:pt x="0" y="21"/>
                      </a:cubicBezTo>
                      <a:cubicBezTo>
                        <a:pt x="0" y="24"/>
                        <a:pt x="2" y="25"/>
                        <a:pt x="2" y="28"/>
                      </a:cubicBezTo>
                      <a:cubicBezTo>
                        <a:pt x="7" y="30"/>
                        <a:pt x="7" y="30"/>
                        <a:pt x="7" y="30"/>
                      </a:cubicBezTo>
                      <a:cubicBezTo>
                        <a:pt x="9" y="27"/>
                        <a:pt x="10" y="29"/>
                        <a:pt x="12" y="26"/>
                      </a:cubicBezTo>
                      <a:cubicBezTo>
                        <a:pt x="14" y="23"/>
                        <a:pt x="14" y="21"/>
                        <a:pt x="15" y="18"/>
                      </a:cubicBezTo>
                      <a:cubicBezTo>
                        <a:pt x="12" y="7"/>
                        <a:pt x="13" y="5"/>
                        <a:pt x="3" y="0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6" name="íṥľíďè"/>
                <p:cNvSpPr/>
                <p:nvPr/>
              </p:nvSpPr>
              <p:spPr bwMode="auto">
                <a:xfrm>
                  <a:off x="5221288" y="3184525"/>
                  <a:ext cx="36513" cy="122238"/>
                </a:xfrm>
                <a:custGeom>
                  <a:avLst/>
                  <a:gdLst>
                    <a:gd name="T0" fmla="*/ 0 w 11"/>
                    <a:gd name="T1" fmla="*/ 3 h 37"/>
                    <a:gd name="T2" fmla="*/ 2 w 11"/>
                    <a:gd name="T3" fmla="*/ 14 h 37"/>
                    <a:gd name="T4" fmla="*/ 0 w 11"/>
                    <a:gd name="T5" fmla="*/ 33 h 37"/>
                    <a:gd name="T6" fmla="*/ 0 w 11"/>
                    <a:gd name="T7" fmla="*/ 36 h 37"/>
                    <a:gd name="T8" fmla="*/ 2 w 11"/>
                    <a:gd name="T9" fmla="*/ 37 h 37"/>
                    <a:gd name="T10" fmla="*/ 8 w 11"/>
                    <a:gd name="T11" fmla="*/ 27 h 37"/>
                    <a:gd name="T12" fmla="*/ 11 w 11"/>
                    <a:gd name="T13" fmla="*/ 17 h 37"/>
                    <a:gd name="T14" fmla="*/ 11 w 11"/>
                    <a:gd name="T15" fmla="*/ 15 h 37"/>
                    <a:gd name="T16" fmla="*/ 7 w 11"/>
                    <a:gd name="T17" fmla="*/ 2 h 37"/>
                    <a:gd name="T18" fmla="*/ 2 w 11"/>
                    <a:gd name="T19" fmla="*/ 0 h 37"/>
                    <a:gd name="T20" fmla="*/ 0 w 11"/>
                    <a:gd name="T21" fmla="*/ 3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1" h="37">
                      <a:moveTo>
                        <a:pt x="0" y="3"/>
                      </a:moveTo>
                      <a:cubicBezTo>
                        <a:pt x="2" y="14"/>
                        <a:pt x="2" y="14"/>
                        <a:pt x="2" y="14"/>
                      </a:cubicBezTo>
                      <a:cubicBezTo>
                        <a:pt x="2" y="19"/>
                        <a:pt x="0" y="27"/>
                        <a:pt x="0" y="33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2" y="36"/>
                        <a:pt x="1" y="37"/>
                        <a:pt x="2" y="37"/>
                      </a:cubicBezTo>
                      <a:cubicBezTo>
                        <a:pt x="3" y="37"/>
                        <a:pt x="7" y="28"/>
                        <a:pt x="8" y="27"/>
                      </a:cubicBezTo>
                      <a:cubicBezTo>
                        <a:pt x="9" y="24"/>
                        <a:pt x="11" y="21"/>
                        <a:pt x="11" y="17"/>
                      </a:cubicBezTo>
                      <a:cubicBezTo>
                        <a:pt x="11" y="15"/>
                        <a:pt x="11" y="15"/>
                        <a:pt x="11" y="15"/>
                      </a:cubicBezTo>
                      <a:cubicBezTo>
                        <a:pt x="11" y="7"/>
                        <a:pt x="8" y="7"/>
                        <a:pt x="7" y="2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1"/>
                        <a:pt x="0" y="1"/>
                        <a:pt x="0" y="3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7" name="íś1iḑe"/>
                <p:cNvSpPr/>
                <p:nvPr/>
              </p:nvSpPr>
              <p:spPr bwMode="auto">
                <a:xfrm>
                  <a:off x="4554538" y="3251200"/>
                  <a:ext cx="119063" cy="58738"/>
                </a:xfrm>
                <a:custGeom>
                  <a:avLst/>
                  <a:gdLst>
                    <a:gd name="T0" fmla="*/ 0 w 36"/>
                    <a:gd name="T1" fmla="*/ 15 h 18"/>
                    <a:gd name="T2" fmla="*/ 2 w 36"/>
                    <a:gd name="T3" fmla="*/ 16 h 18"/>
                    <a:gd name="T4" fmla="*/ 13 w 36"/>
                    <a:gd name="T5" fmla="*/ 18 h 18"/>
                    <a:gd name="T6" fmla="*/ 16 w 36"/>
                    <a:gd name="T7" fmla="*/ 18 h 18"/>
                    <a:gd name="T8" fmla="*/ 22 w 36"/>
                    <a:gd name="T9" fmla="*/ 17 h 18"/>
                    <a:gd name="T10" fmla="*/ 23 w 36"/>
                    <a:gd name="T11" fmla="*/ 17 h 18"/>
                    <a:gd name="T12" fmla="*/ 30 w 36"/>
                    <a:gd name="T13" fmla="*/ 13 h 18"/>
                    <a:gd name="T14" fmla="*/ 36 w 36"/>
                    <a:gd name="T15" fmla="*/ 8 h 18"/>
                    <a:gd name="T16" fmla="*/ 36 w 36"/>
                    <a:gd name="T17" fmla="*/ 7 h 18"/>
                    <a:gd name="T18" fmla="*/ 36 w 36"/>
                    <a:gd name="T19" fmla="*/ 4 h 18"/>
                    <a:gd name="T20" fmla="*/ 32 w 36"/>
                    <a:gd name="T21" fmla="*/ 0 h 18"/>
                    <a:gd name="T22" fmla="*/ 24 w 36"/>
                    <a:gd name="T23" fmla="*/ 3 h 18"/>
                    <a:gd name="T24" fmla="*/ 16 w 36"/>
                    <a:gd name="T25" fmla="*/ 7 h 18"/>
                    <a:gd name="T26" fmla="*/ 0 w 36"/>
                    <a:gd name="T27" fmla="*/ 15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6" h="18">
                      <a:moveTo>
                        <a:pt x="0" y="15"/>
                      </a:moveTo>
                      <a:cubicBezTo>
                        <a:pt x="1" y="16"/>
                        <a:pt x="1" y="16"/>
                        <a:pt x="2" y="16"/>
                      </a:cubicBezTo>
                      <a:cubicBezTo>
                        <a:pt x="6" y="16"/>
                        <a:pt x="9" y="18"/>
                        <a:pt x="13" y="18"/>
                      </a:cubicBezTo>
                      <a:cubicBezTo>
                        <a:pt x="16" y="18"/>
                        <a:pt x="16" y="18"/>
                        <a:pt x="16" y="18"/>
                      </a:cubicBezTo>
                      <a:cubicBezTo>
                        <a:pt x="22" y="17"/>
                        <a:pt x="22" y="17"/>
                        <a:pt x="22" y="17"/>
                      </a:cubicBezTo>
                      <a:cubicBezTo>
                        <a:pt x="23" y="17"/>
                        <a:pt x="23" y="17"/>
                        <a:pt x="23" y="17"/>
                      </a:cubicBezTo>
                      <a:cubicBezTo>
                        <a:pt x="26" y="16"/>
                        <a:pt x="28" y="14"/>
                        <a:pt x="30" y="13"/>
                      </a:cubicBezTo>
                      <a:cubicBezTo>
                        <a:pt x="34" y="11"/>
                        <a:pt x="33" y="10"/>
                        <a:pt x="36" y="8"/>
                      </a:cubicBezTo>
                      <a:cubicBezTo>
                        <a:pt x="36" y="7"/>
                        <a:pt x="36" y="7"/>
                        <a:pt x="36" y="7"/>
                      </a:cubicBezTo>
                      <a:cubicBezTo>
                        <a:pt x="36" y="4"/>
                        <a:pt x="36" y="4"/>
                        <a:pt x="36" y="4"/>
                      </a:cubicBezTo>
                      <a:cubicBezTo>
                        <a:pt x="36" y="1"/>
                        <a:pt x="33" y="2"/>
                        <a:pt x="32" y="0"/>
                      </a:cubicBezTo>
                      <a:cubicBezTo>
                        <a:pt x="29" y="1"/>
                        <a:pt x="27" y="1"/>
                        <a:pt x="24" y="3"/>
                      </a:cubicBezTo>
                      <a:cubicBezTo>
                        <a:pt x="21" y="4"/>
                        <a:pt x="19" y="6"/>
                        <a:pt x="16" y="7"/>
                      </a:cubicBezTo>
                      <a:cubicBezTo>
                        <a:pt x="11" y="11"/>
                        <a:pt x="4" y="10"/>
                        <a:pt x="0" y="1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8" name="iṩ1iḋè"/>
                <p:cNvSpPr/>
                <p:nvPr/>
              </p:nvSpPr>
              <p:spPr bwMode="auto">
                <a:xfrm>
                  <a:off x="6359526" y="3263900"/>
                  <a:ext cx="93663" cy="139700"/>
                </a:xfrm>
                <a:custGeom>
                  <a:avLst/>
                  <a:gdLst>
                    <a:gd name="T0" fmla="*/ 15 w 28"/>
                    <a:gd name="T1" fmla="*/ 1 h 42"/>
                    <a:gd name="T2" fmla="*/ 6 w 28"/>
                    <a:gd name="T3" fmla="*/ 11 h 42"/>
                    <a:gd name="T4" fmla="*/ 6 w 28"/>
                    <a:gd name="T5" fmla="*/ 13 h 42"/>
                    <a:gd name="T6" fmla="*/ 5 w 28"/>
                    <a:gd name="T7" fmla="*/ 16 h 42"/>
                    <a:gd name="T8" fmla="*/ 6 w 28"/>
                    <a:gd name="T9" fmla="*/ 20 h 42"/>
                    <a:gd name="T10" fmla="*/ 6 w 28"/>
                    <a:gd name="T11" fmla="*/ 21 h 42"/>
                    <a:gd name="T12" fmla="*/ 0 w 28"/>
                    <a:gd name="T13" fmla="*/ 38 h 42"/>
                    <a:gd name="T14" fmla="*/ 0 w 28"/>
                    <a:gd name="T15" fmla="*/ 41 h 42"/>
                    <a:gd name="T16" fmla="*/ 3 w 28"/>
                    <a:gd name="T17" fmla="*/ 42 h 42"/>
                    <a:gd name="T18" fmla="*/ 9 w 28"/>
                    <a:gd name="T19" fmla="*/ 32 h 42"/>
                    <a:gd name="T20" fmla="*/ 12 w 28"/>
                    <a:gd name="T21" fmla="*/ 26 h 42"/>
                    <a:gd name="T22" fmla="*/ 14 w 28"/>
                    <a:gd name="T23" fmla="*/ 26 h 42"/>
                    <a:gd name="T24" fmla="*/ 20 w 28"/>
                    <a:gd name="T25" fmla="*/ 26 h 42"/>
                    <a:gd name="T26" fmla="*/ 28 w 28"/>
                    <a:gd name="T27" fmla="*/ 14 h 42"/>
                    <a:gd name="T28" fmla="*/ 28 w 28"/>
                    <a:gd name="T29" fmla="*/ 6 h 42"/>
                    <a:gd name="T30" fmla="*/ 28 w 28"/>
                    <a:gd name="T31" fmla="*/ 5 h 42"/>
                    <a:gd name="T32" fmla="*/ 27 w 28"/>
                    <a:gd name="T33" fmla="*/ 3 h 42"/>
                    <a:gd name="T34" fmla="*/ 26 w 28"/>
                    <a:gd name="T35" fmla="*/ 3 h 42"/>
                    <a:gd name="T36" fmla="*/ 24 w 28"/>
                    <a:gd name="T37" fmla="*/ 3 h 42"/>
                    <a:gd name="T38" fmla="*/ 23 w 28"/>
                    <a:gd name="T39" fmla="*/ 3 h 42"/>
                    <a:gd name="T40" fmla="*/ 20 w 28"/>
                    <a:gd name="T41" fmla="*/ 0 h 42"/>
                    <a:gd name="T42" fmla="*/ 15 w 28"/>
                    <a:gd name="T43" fmla="*/ 1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28" h="42">
                      <a:moveTo>
                        <a:pt x="15" y="1"/>
                      </a:moveTo>
                      <a:cubicBezTo>
                        <a:pt x="15" y="10"/>
                        <a:pt x="8" y="6"/>
                        <a:pt x="6" y="11"/>
                      </a:cubicBezTo>
                      <a:cubicBezTo>
                        <a:pt x="6" y="13"/>
                        <a:pt x="6" y="13"/>
                        <a:pt x="6" y="13"/>
                      </a:cubicBezTo>
                      <a:cubicBezTo>
                        <a:pt x="6" y="14"/>
                        <a:pt x="5" y="14"/>
                        <a:pt x="5" y="16"/>
                      </a:cubicBezTo>
                      <a:cubicBezTo>
                        <a:pt x="6" y="20"/>
                        <a:pt x="6" y="20"/>
                        <a:pt x="6" y="20"/>
                      </a:cubicBezTo>
                      <a:cubicBezTo>
                        <a:pt x="6" y="21"/>
                        <a:pt x="6" y="21"/>
                        <a:pt x="6" y="21"/>
                      </a:cubicBezTo>
                      <a:cubicBezTo>
                        <a:pt x="6" y="29"/>
                        <a:pt x="0" y="31"/>
                        <a:pt x="0" y="3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2" y="42"/>
                        <a:pt x="2" y="42"/>
                        <a:pt x="3" y="42"/>
                      </a:cubicBezTo>
                      <a:cubicBezTo>
                        <a:pt x="7" y="42"/>
                        <a:pt x="9" y="36"/>
                        <a:pt x="9" y="32"/>
                      </a:cubicBezTo>
                      <a:cubicBezTo>
                        <a:pt x="9" y="29"/>
                        <a:pt x="10" y="26"/>
                        <a:pt x="12" y="26"/>
                      </a:cubicBezTo>
                      <a:cubicBezTo>
                        <a:pt x="14" y="26"/>
                        <a:pt x="14" y="26"/>
                        <a:pt x="14" y="26"/>
                      </a:cubicBezTo>
                      <a:cubicBezTo>
                        <a:pt x="20" y="26"/>
                        <a:pt x="20" y="26"/>
                        <a:pt x="20" y="26"/>
                      </a:cubicBezTo>
                      <a:cubicBezTo>
                        <a:pt x="24" y="24"/>
                        <a:pt x="28" y="21"/>
                        <a:pt x="28" y="14"/>
                      </a:cubicBezTo>
                      <a:cubicBezTo>
                        <a:pt x="28" y="6"/>
                        <a:pt x="28" y="6"/>
                        <a:pt x="28" y="6"/>
                      </a:cubicBezTo>
                      <a:cubicBezTo>
                        <a:pt x="28" y="5"/>
                        <a:pt x="28" y="5"/>
                        <a:pt x="28" y="5"/>
                      </a:cubicBezTo>
                      <a:cubicBezTo>
                        <a:pt x="27" y="3"/>
                        <a:pt x="27" y="3"/>
                        <a:pt x="27" y="3"/>
                      </a:cubicBezTo>
                      <a:cubicBezTo>
                        <a:pt x="26" y="3"/>
                        <a:pt x="26" y="3"/>
                        <a:pt x="26" y="3"/>
                      </a:cubicBezTo>
                      <a:cubicBezTo>
                        <a:pt x="24" y="3"/>
                        <a:pt x="24" y="3"/>
                        <a:pt x="24" y="3"/>
                      </a:cubicBezTo>
                      <a:cubicBezTo>
                        <a:pt x="23" y="3"/>
                        <a:pt x="23" y="3"/>
                        <a:pt x="23" y="3"/>
                      </a:cubicBezTo>
                      <a:cubicBezTo>
                        <a:pt x="20" y="0"/>
                        <a:pt x="20" y="0"/>
                        <a:pt x="20" y="0"/>
                      </a:cubicBezTo>
                      <a:lnTo>
                        <a:pt x="15" y="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9" name="íṩlïḓè"/>
                <p:cNvSpPr/>
                <p:nvPr/>
              </p:nvSpPr>
              <p:spPr bwMode="auto">
                <a:xfrm>
                  <a:off x="5826126" y="3273425"/>
                  <a:ext cx="223838" cy="293688"/>
                </a:xfrm>
                <a:custGeom>
                  <a:avLst/>
                  <a:gdLst>
                    <a:gd name="T0" fmla="*/ 38 w 68"/>
                    <a:gd name="T1" fmla="*/ 16 h 88"/>
                    <a:gd name="T2" fmla="*/ 40 w 68"/>
                    <a:gd name="T3" fmla="*/ 5 h 88"/>
                    <a:gd name="T4" fmla="*/ 36 w 68"/>
                    <a:gd name="T5" fmla="*/ 1 h 88"/>
                    <a:gd name="T6" fmla="*/ 36 w 68"/>
                    <a:gd name="T7" fmla="*/ 1 h 88"/>
                    <a:gd name="T8" fmla="*/ 33 w 68"/>
                    <a:gd name="T9" fmla="*/ 0 h 88"/>
                    <a:gd name="T10" fmla="*/ 24 w 68"/>
                    <a:gd name="T11" fmla="*/ 7 h 88"/>
                    <a:gd name="T12" fmla="*/ 24 w 68"/>
                    <a:gd name="T13" fmla="*/ 8 h 88"/>
                    <a:gd name="T14" fmla="*/ 26 w 68"/>
                    <a:gd name="T15" fmla="*/ 18 h 88"/>
                    <a:gd name="T16" fmla="*/ 27 w 68"/>
                    <a:gd name="T17" fmla="*/ 28 h 88"/>
                    <a:gd name="T18" fmla="*/ 27 w 68"/>
                    <a:gd name="T19" fmla="*/ 39 h 88"/>
                    <a:gd name="T20" fmla="*/ 16 w 68"/>
                    <a:gd name="T21" fmla="*/ 48 h 88"/>
                    <a:gd name="T22" fmla="*/ 7 w 68"/>
                    <a:gd name="T23" fmla="*/ 49 h 88"/>
                    <a:gd name="T24" fmla="*/ 5 w 68"/>
                    <a:gd name="T25" fmla="*/ 49 h 88"/>
                    <a:gd name="T26" fmla="*/ 4 w 68"/>
                    <a:gd name="T27" fmla="*/ 49 h 88"/>
                    <a:gd name="T28" fmla="*/ 0 w 68"/>
                    <a:gd name="T29" fmla="*/ 54 h 88"/>
                    <a:gd name="T30" fmla="*/ 5 w 68"/>
                    <a:gd name="T31" fmla="*/ 60 h 88"/>
                    <a:gd name="T32" fmla="*/ 11 w 68"/>
                    <a:gd name="T33" fmla="*/ 60 h 88"/>
                    <a:gd name="T34" fmla="*/ 13 w 68"/>
                    <a:gd name="T35" fmla="*/ 59 h 88"/>
                    <a:gd name="T36" fmla="*/ 20 w 68"/>
                    <a:gd name="T37" fmla="*/ 66 h 88"/>
                    <a:gd name="T38" fmla="*/ 17 w 68"/>
                    <a:gd name="T39" fmla="*/ 72 h 88"/>
                    <a:gd name="T40" fmla="*/ 13 w 68"/>
                    <a:gd name="T41" fmla="*/ 76 h 88"/>
                    <a:gd name="T42" fmla="*/ 2 w 68"/>
                    <a:gd name="T43" fmla="*/ 82 h 88"/>
                    <a:gd name="T44" fmla="*/ 2 w 68"/>
                    <a:gd name="T45" fmla="*/ 83 h 88"/>
                    <a:gd name="T46" fmla="*/ 2 w 68"/>
                    <a:gd name="T47" fmla="*/ 87 h 88"/>
                    <a:gd name="T48" fmla="*/ 4 w 68"/>
                    <a:gd name="T49" fmla="*/ 88 h 88"/>
                    <a:gd name="T50" fmla="*/ 25 w 68"/>
                    <a:gd name="T51" fmla="*/ 77 h 88"/>
                    <a:gd name="T52" fmla="*/ 31 w 68"/>
                    <a:gd name="T53" fmla="*/ 69 h 88"/>
                    <a:gd name="T54" fmla="*/ 40 w 68"/>
                    <a:gd name="T55" fmla="*/ 63 h 88"/>
                    <a:gd name="T56" fmla="*/ 52 w 68"/>
                    <a:gd name="T57" fmla="*/ 70 h 88"/>
                    <a:gd name="T58" fmla="*/ 48 w 68"/>
                    <a:gd name="T59" fmla="*/ 79 h 88"/>
                    <a:gd name="T60" fmla="*/ 59 w 68"/>
                    <a:gd name="T61" fmla="*/ 81 h 88"/>
                    <a:gd name="T62" fmla="*/ 68 w 68"/>
                    <a:gd name="T63" fmla="*/ 71 h 88"/>
                    <a:gd name="T64" fmla="*/ 59 w 68"/>
                    <a:gd name="T65" fmla="*/ 62 h 88"/>
                    <a:gd name="T66" fmla="*/ 44 w 68"/>
                    <a:gd name="T67" fmla="*/ 60 h 88"/>
                    <a:gd name="T68" fmla="*/ 42 w 68"/>
                    <a:gd name="T69" fmla="*/ 60 h 88"/>
                    <a:gd name="T70" fmla="*/ 36 w 68"/>
                    <a:gd name="T71" fmla="*/ 53 h 88"/>
                    <a:gd name="T72" fmla="*/ 48 w 68"/>
                    <a:gd name="T73" fmla="*/ 42 h 88"/>
                    <a:gd name="T74" fmla="*/ 59 w 68"/>
                    <a:gd name="T75" fmla="*/ 32 h 88"/>
                    <a:gd name="T76" fmla="*/ 59 w 68"/>
                    <a:gd name="T77" fmla="*/ 30 h 88"/>
                    <a:gd name="T78" fmla="*/ 59 w 68"/>
                    <a:gd name="T79" fmla="*/ 29 h 88"/>
                    <a:gd name="T80" fmla="*/ 54 w 68"/>
                    <a:gd name="T81" fmla="*/ 26 h 88"/>
                    <a:gd name="T82" fmla="*/ 51 w 68"/>
                    <a:gd name="T83" fmla="*/ 27 h 88"/>
                    <a:gd name="T84" fmla="*/ 50 w 68"/>
                    <a:gd name="T85" fmla="*/ 27 h 88"/>
                    <a:gd name="T86" fmla="*/ 41 w 68"/>
                    <a:gd name="T87" fmla="*/ 33 h 88"/>
                    <a:gd name="T88" fmla="*/ 38 w 68"/>
                    <a:gd name="T89" fmla="*/ 28 h 88"/>
                    <a:gd name="T90" fmla="*/ 38 w 68"/>
                    <a:gd name="T91" fmla="*/ 27 h 88"/>
                    <a:gd name="T92" fmla="*/ 38 w 68"/>
                    <a:gd name="T93" fmla="*/ 16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68" h="88">
                      <a:moveTo>
                        <a:pt x="38" y="16"/>
                      </a:moveTo>
                      <a:cubicBezTo>
                        <a:pt x="39" y="11"/>
                        <a:pt x="40" y="9"/>
                        <a:pt x="40" y="5"/>
                      </a:cubicBezTo>
                      <a:cubicBezTo>
                        <a:pt x="40" y="3"/>
                        <a:pt x="38" y="1"/>
                        <a:pt x="36" y="1"/>
                      </a:cubicBezTo>
                      <a:cubicBezTo>
                        <a:pt x="36" y="1"/>
                        <a:pt x="36" y="1"/>
                        <a:pt x="36" y="1"/>
                      </a:cubicBezTo>
                      <a:cubicBezTo>
                        <a:pt x="34" y="1"/>
                        <a:pt x="34" y="1"/>
                        <a:pt x="33" y="0"/>
                      </a:cubicBezTo>
                      <a:cubicBezTo>
                        <a:pt x="28" y="3"/>
                        <a:pt x="28" y="1"/>
                        <a:pt x="24" y="7"/>
                      </a:cubicBezTo>
                      <a:cubicBezTo>
                        <a:pt x="24" y="8"/>
                        <a:pt x="24" y="8"/>
                        <a:pt x="24" y="8"/>
                      </a:cubicBezTo>
                      <a:cubicBezTo>
                        <a:pt x="24" y="12"/>
                        <a:pt x="26" y="14"/>
                        <a:pt x="26" y="18"/>
                      </a:cubicBezTo>
                      <a:cubicBezTo>
                        <a:pt x="27" y="28"/>
                        <a:pt x="27" y="28"/>
                        <a:pt x="27" y="28"/>
                      </a:cubicBezTo>
                      <a:cubicBezTo>
                        <a:pt x="27" y="39"/>
                        <a:pt x="27" y="39"/>
                        <a:pt x="27" y="39"/>
                      </a:cubicBezTo>
                      <a:cubicBezTo>
                        <a:pt x="28" y="45"/>
                        <a:pt x="22" y="48"/>
                        <a:pt x="16" y="48"/>
                      </a:cubicBezTo>
                      <a:cubicBezTo>
                        <a:pt x="7" y="49"/>
                        <a:pt x="7" y="49"/>
                        <a:pt x="7" y="49"/>
                      </a:cubicBezTo>
                      <a:cubicBezTo>
                        <a:pt x="5" y="49"/>
                        <a:pt x="5" y="49"/>
                        <a:pt x="5" y="49"/>
                      </a:cubicBezTo>
                      <a:cubicBezTo>
                        <a:pt x="4" y="49"/>
                        <a:pt x="4" y="49"/>
                        <a:pt x="4" y="49"/>
                      </a:cubicBezTo>
                      <a:cubicBezTo>
                        <a:pt x="2" y="50"/>
                        <a:pt x="0" y="51"/>
                        <a:pt x="0" y="54"/>
                      </a:cubicBezTo>
                      <a:cubicBezTo>
                        <a:pt x="0" y="56"/>
                        <a:pt x="3" y="60"/>
                        <a:pt x="5" y="60"/>
                      </a:cubicBezTo>
                      <a:cubicBezTo>
                        <a:pt x="11" y="60"/>
                        <a:pt x="11" y="60"/>
                        <a:pt x="11" y="60"/>
                      </a:cubicBezTo>
                      <a:cubicBezTo>
                        <a:pt x="12" y="60"/>
                        <a:pt x="12" y="60"/>
                        <a:pt x="13" y="59"/>
                      </a:cubicBezTo>
                      <a:cubicBezTo>
                        <a:pt x="17" y="62"/>
                        <a:pt x="17" y="60"/>
                        <a:pt x="20" y="66"/>
                      </a:cubicBezTo>
                      <a:cubicBezTo>
                        <a:pt x="18" y="69"/>
                        <a:pt x="20" y="68"/>
                        <a:pt x="17" y="72"/>
                      </a:cubicBezTo>
                      <a:cubicBezTo>
                        <a:pt x="15" y="73"/>
                        <a:pt x="15" y="75"/>
                        <a:pt x="13" y="76"/>
                      </a:cubicBezTo>
                      <a:cubicBezTo>
                        <a:pt x="8" y="79"/>
                        <a:pt x="7" y="80"/>
                        <a:pt x="2" y="82"/>
                      </a:cubicBezTo>
                      <a:cubicBezTo>
                        <a:pt x="2" y="83"/>
                        <a:pt x="2" y="83"/>
                        <a:pt x="2" y="83"/>
                      </a:cubicBezTo>
                      <a:cubicBezTo>
                        <a:pt x="2" y="87"/>
                        <a:pt x="2" y="87"/>
                        <a:pt x="2" y="87"/>
                      </a:cubicBezTo>
                      <a:cubicBezTo>
                        <a:pt x="4" y="87"/>
                        <a:pt x="3" y="88"/>
                        <a:pt x="4" y="88"/>
                      </a:cubicBezTo>
                      <a:cubicBezTo>
                        <a:pt x="13" y="88"/>
                        <a:pt x="20" y="82"/>
                        <a:pt x="25" y="77"/>
                      </a:cubicBezTo>
                      <a:cubicBezTo>
                        <a:pt x="26" y="76"/>
                        <a:pt x="30" y="71"/>
                        <a:pt x="31" y="69"/>
                      </a:cubicBezTo>
                      <a:cubicBezTo>
                        <a:pt x="33" y="65"/>
                        <a:pt x="35" y="63"/>
                        <a:pt x="40" y="63"/>
                      </a:cubicBezTo>
                      <a:cubicBezTo>
                        <a:pt x="45" y="63"/>
                        <a:pt x="49" y="67"/>
                        <a:pt x="52" y="70"/>
                      </a:cubicBezTo>
                      <a:cubicBezTo>
                        <a:pt x="48" y="79"/>
                        <a:pt x="48" y="79"/>
                        <a:pt x="48" y="79"/>
                      </a:cubicBezTo>
                      <a:cubicBezTo>
                        <a:pt x="50" y="79"/>
                        <a:pt x="58" y="81"/>
                        <a:pt x="59" y="81"/>
                      </a:cubicBezTo>
                      <a:cubicBezTo>
                        <a:pt x="65" y="81"/>
                        <a:pt x="67" y="76"/>
                        <a:pt x="68" y="71"/>
                      </a:cubicBezTo>
                      <a:cubicBezTo>
                        <a:pt x="67" y="65"/>
                        <a:pt x="63" y="64"/>
                        <a:pt x="59" y="62"/>
                      </a:cubicBezTo>
                      <a:cubicBezTo>
                        <a:pt x="53" y="59"/>
                        <a:pt x="51" y="60"/>
                        <a:pt x="44" y="60"/>
                      </a:cubicBezTo>
                      <a:cubicBezTo>
                        <a:pt x="43" y="60"/>
                        <a:pt x="43" y="60"/>
                        <a:pt x="42" y="60"/>
                      </a:cubicBezTo>
                      <a:cubicBezTo>
                        <a:pt x="40" y="59"/>
                        <a:pt x="36" y="56"/>
                        <a:pt x="36" y="53"/>
                      </a:cubicBezTo>
                      <a:cubicBezTo>
                        <a:pt x="36" y="51"/>
                        <a:pt x="45" y="44"/>
                        <a:pt x="48" y="42"/>
                      </a:cubicBezTo>
                      <a:cubicBezTo>
                        <a:pt x="50" y="41"/>
                        <a:pt x="59" y="34"/>
                        <a:pt x="59" y="32"/>
                      </a:cubicBezTo>
                      <a:cubicBezTo>
                        <a:pt x="59" y="30"/>
                        <a:pt x="59" y="30"/>
                        <a:pt x="59" y="30"/>
                      </a:cubicBezTo>
                      <a:cubicBezTo>
                        <a:pt x="59" y="29"/>
                        <a:pt x="59" y="29"/>
                        <a:pt x="59" y="29"/>
                      </a:cubicBezTo>
                      <a:cubicBezTo>
                        <a:pt x="54" y="26"/>
                        <a:pt x="54" y="26"/>
                        <a:pt x="54" y="26"/>
                      </a:cubicBezTo>
                      <a:cubicBezTo>
                        <a:pt x="53" y="27"/>
                        <a:pt x="53" y="27"/>
                        <a:pt x="51" y="27"/>
                      </a:cubicBezTo>
                      <a:cubicBezTo>
                        <a:pt x="50" y="27"/>
                        <a:pt x="50" y="27"/>
                        <a:pt x="50" y="27"/>
                      </a:cubicBezTo>
                      <a:cubicBezTo>
                        <a:pt x="46" y="32"/>
                        <a:pt x="46" y="30"/>
                        <a:pt x="41" y="33"/>
                      </a:cubicBezTo>
                      <a:cubicBezTo>
                        <a:pt x="40" y="31"/>
                        <a:pt x="39" y="30"/>
                        <a:pt x="38" y="28"/>
                      </a:cubicBezTo>
                      <a:cubicBezTo>
                        <a:pt x="38" y="27"/>
                        <a:pt x="38" y="27"/>
                        <a:pt x="38" y="27"/>
                      </a:cubicBezTo>
                      <a:lnTo>
                        <a:pt x="38" y="16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0" name="ísḷïďè"/>
                <p:cNvSpPr/>
                <p:nvPr/>
              </p:nvSpPr>
              <p:spPr bwMode="auto">
                <a:xfrm>
                  <a:off x="4518026" y="3506788"/>
                  <a:ext cx="53975" cy="71438"/>
                </a:xfrm>
                <a:custGeom>
                  <a:avLst/>
                  <a:gdLst>
                    <a:gd name="T0" fmla="*/ 14 w 16"/>
                    <a:gd name="T1" fmla="*/ 17 h 21"/>
                    <a:gd name="T2" fmla="*/ 16 w 16"/>
                    <a:gd name="T3" fmla="*/ 12 h 21"/>
                    <a:gd name="T4" fmla="*/ 11 w 16"/>
                    <a:gd name="T5" fmla="*/ 5 h 21"/>
                    <a:gd name="T6" fmla="*/ 5 w 16"/>
                    <a:gd name="T7" fmla="*/ 0 h 21"/>
                    <a:gd name="T8" fmla="*/ 2 w 16"/>
                    <a:gd name="T9" fmla="*/ 4 h 21"/>
                    <a:gd name="T10" fmla="*/ 2 w 16"/>
                    <a:gd name="T11" fmla="*/ 5 h 21"/>
                    <a:gd name="T12" fmla="*/ 2 w 16"/>
                    <a:gd name="T13" fmla="*/ 8 h 21"/>
                    <a:gd name="T14" fmla="*/ 2 w 16"/>
                    <a:gd name="T15" fmla="*/ 9 h 21"/>
                    <a:gd name="T16" fmla="*/ 0 w 16"/>
                    <a:gd name="T17" fmla="*/ 17 h 21"/>
                    <a:gd name="T18" fmla="*/ 3 w 16"/>
                    <a:gd name="T19" fmla="*/ 21 h 21"/>
                    <a:gd name="T20" fmla="*/ 4 w 16"/>
                    <a:gd name="T21" fmla="*/ 21 h 21"/>
                    <a:gd name="T22" fmla="*/ 5 w 16"/>
                    <a:gd name="T23" fmla="*/ 21 h 21"/>
                    <a:gd name="T24" fmla="*/ 14 w 16"/>
                    <a:gd name="T25" fmla="*/ 17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6" h="21">
                      <a:moveTo>
                        <a:pt x="14" y="17"/>
                      </a:moveTo>
                      <a:cubicBezTo>
                        <a:pt x="14" y="15"/>
                        <a:pt x="16" y="13"/>
                        <a:pt x="16" y="12"/>
                      </a:cubicBezTo>
                      <a:cubicBezTo>
                        <a:pt x="16" y="11"/>
                        <a:pt x="12" y="7"/>
                        <a:pt x="11" y="5"/>
                      </a:cubicBezTo>
                      <a:cubicBezTo>
                        <a:pt x="11" y="3"/>
                        <a:pt x="8" y="0"/>
                        <a:pt x="5" y="0"/>
                      </a:cubicBezTo>
                      <a:cubicBezTo>
                        <a:pt x="4" y="0"/>
                        <a:pt x="3" y="3"/>
                        <a:pt x="2" y="4"/>
                      </a:cubicBezTo>
                      <a:cubicBezTo>
                        <a:pt x="2" y="5"/>
                        <a:pt x="2" y="5"/>
                        <a:pt x="2" y="5"/>
                      </a:cubicBezTo>
                      <a:cubicBezTo>
                        <a:pt x="2" y="8"/>
                        <a:pt x="2" y="8"/>
                        <a:pt x="2" y="8"/>
                      </a:cubicBezTo>
                      <a:cubicBezTo>
                        <a:pt x="2" y="9"/>
                        <a:pt x="2" y="9"/>
                        <a:pt x="2" y="9"/>
                      </a:cubicBezTo>
                      <a:cubicBezTo>
                        <a:pt x="1" y="11"/>
                        <a:pt x="0" y="14"/>
                        <a:pt x="0" y="17"/>
                      </a:cubicBezTo>
                      <a:cubicBezTo>
                        <a:pt x="0" y="19"/>
                        <a:pt x="1" y="20"/>
                        <a:pt x="3" y="21"/>
                      </a:cubicBezTo>
                      <a:cubicBezTo>
                        <a:pt x="4" y="21"/>
                        <a:pt x="4" y="21"/>
                        <a:pt x="4" y="21"/>
                      </a:cubicBezTo>
                      <a:cubicBezTo>
                        <a:pt x="5" y="21"/>
                        <a:pt x="5" y="21"/>
                        <a:pt x="5" y="21"/>
                      </a:cubicBezTo>
                      <a:cubicBezTo>
                        <a:pt x="7" y="21"/>
                        <a:pt x="11" y="17"/>
                        <a:pt x="14" y="17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1" name="îṧļîḓé"/>
                <p:cNvSpPr/>
                <p:nvPr/>
              </p:nvSpPr>
              <p:spPr bwMode="auto">
                <a:xfrm>
                  <a:off x="5319713" y="3133725"/>
                  <a:ext cx="222250" cy="500063"/>
                </a:xfrm>
                <a:custGeom>
                  <a:avLst/>
                  <a:gdLst>
                    <a:gd name="T0" fmla="*/ 47 w 67"/>
                    <a:gd name="T1" fmla="*/ 96 h 150"/>
                    <a:gd name="T2" fmla="*/ 51 w 67"/>
                    <a:gd name="T3" fmla="*/ 96 h 150"/>
                    <a:gd name="T4" fmla="*/ 46 w 67"/>
                    <a:gd name="T5" fmla="*/ 114 h 150"/>
                    <a:gd name="T6" fmla="*/ 42 w 67"/>
                    <a:gd name="T7" fmla="*/ 113 h 150"/>
                    <a:gd name="T8" fmla="*/ 39 w 67"/>
                    <a:gd name="T9" fmla="*/ 108 h 150"/>
                    <a:gd name="T10" fmla="*/ 21 w 67"/>
                    <a:gd name="T11" fmla="*/ 78 h 150"/>
                    <a:gd name="T12" fmla="*/ 29 w 67"/>
                    <a:gd name="T13" fmla="*/ 73 h 150"/>
                    <a:gd name="T14" fmla="*/ 32 w 67"/>
                    <a:gd name="T15" fmla="*/ 74 h 150"/>
                    <a:gd name="T16" fmla="*/ 32 w 67"/>
                    <a:gd name="T17" fmla="*/ 77 h 150"/>
                    <a:gd name="T18" fmla="*/ 32 w 67"/>
                    <a:gd name="T19" fmla="*/ 79 h 150"/>
                    <a:gd name="T20" fmla="*/ 21 w 67"/>
                    <a:gd name="T21" fmla="*/ 78 h 150"/>
                    <a:gd name="T22" fmla="*/ 53 w 67"/>
                    <a:gd name="T23" fmla="*/ 118 h 150"/>
                    <a:gd name="T24" fmla="*/ 66 w 67"/>
                    <a:gd name="T25" fmla="*/ 108 h 150"/>
                    <a:gd name="T26" fmla="*/ 60 w 67"/>
                    <a:gd name="T27" fmla="*/ 98 h 150"/>
                    <a:gd name="T28" fmla="*/ 51 w 67"/>
                    <a:gd name="T29" fmla="*/ 82 h 150"/>
                    <a:gd name="T30" fmla="*/ 47 w 67"/>
                    <a:gd name="T31" fmla="*/ 71 h 150"/>
                    <a:gd name="T32" fmla="*/ 60 w 67"/>
                    <a:gd name="T33" fmla="*/ 58 h 150"/>
                    <a:gd name="T34" fmla="*/ 53 w 67"/>
                    <a:gd name="T35" fmla="*/ 52 h 150"/>
                    <a:gd name="T36" fmla="*/ 44 w 67"/>
                    <a:gd name="T37" fmla="*/ 50 h 150"/>
                    <a:gd name="T38" fmla="*/ 48 w 67"/>
                    <a:gd name="T39" fmla="*/ 38 h 150"/>
                    <a:gd name="T40" fmla="*/ 66 w 67"/>
                    <a:gd name="T41" fmla="*/ 17 h 150"/>
                    <a:gd name="T42" fmla="*/ 66 w 67"/>
                    <a:gd name="T43" fmla="*/ 13 h 150"/>
                    <a:gd name="T44" fmla="*/ 56 w 67"/>
                    <a:gd name="T45" fmla="*/ 1 h 150"/>
                    <a:gd name="T46" fmla="*/ 55 w 67"/>
                    <a:gd name="T47" fmla="*/ 7 h 150"/>
                    <a:gd name="T48" fmla="*/ 50 w 67"/>
                    <a:gd name="T49" fmla="*/ 18 h 150"/>
                    <a:gd name="T50" fmla="*/ 42 w 67"/>
                    <a:gd name="T51" fmla="*/ 15 h 150"/>
                    <a:gd name="T52" fmla="*/ 40 w 67"/>
                    <a:gd name="T53" fmla="*/ 15 h 150"/>
                    <a:gd name="T54" fmla="*/ 41 w 67"/>
                    <a:gd name="T55" fmla="*/ 26 h 150"/>
                    <a:gd name="T56" fmla="*/ 41 w 67"/>
                    <a:gd name="T57" fmla="*/ 30 h 150"/>
                    <a:gd name="T58" fmla="*/ 37 w 67"/>
                    <a:gd name="T59" fmla="*/ 33 h 150"/>
                    <a:gd name="T60" fmla="*/ 30 w 67"/>
                    <a:gd name="T61" fmla="*/ 29 h 150"/>
                    <a:gd name="T62" fmla="*/ 9 w 67"/>
                    <a:gd name="T63" fmla="*/ 50 h 150"/>
                    <a:gd name="T64" fmla="*/ 4 w 67"/>
                    <a:gd name="T65" fmla="*/ 59 h 150"/>
                    <a:gd name="T66" fmla="*/ 23 w 67"/>
                    <a:gd name="T67" fmla="*/ 51 h 150"/>
                    <a:gd name="T68" fmla="*/ 30 w 67"/>
                    <a:gd name="T69" fmla="*/ 58 h 150"/>
                    <a:gd name="T70" fmla="*/ 26 w 67"/>
                    <a:gd name="T71" fmla="*/ 65 h 150"/>
                    <a:gd name="T72" fmla="*/ 19 w 67"/>
                    <a:gd name="T73" fmla="*/ 64 h 150"/>
                    <a:gd name="T74" fmla="*/ 16 w 67"/>
                    <a:gd name="T75" fmla="*/ 67 h 150"/>
                    <a:gd name="T76" fmla="*/ 16 w 67"/>
                    <a:gd name="T77" fmla="*/ 72 h 150"/>
                    <a:gd name="T78" fmla="*/ 3 w 67"/>
                    <a:gd name="T79" fmla="*/ 105 h 150"/>
                    <a:gd name="T80" fmla="*/ 6 w 67"/>
                    <a:gd name="T81" fmla="*/ 110 h 150"/>
                    <a:gd name="T82" fmla="*/ 9 w 67"/>
                    <a:gd name="T83" fmla="*/ 111 h 150"/>
                    <a:gd name="T84" fmla="*/ 24 w 67"/>
                    <a:gd name="T85" fmla="*/ 89 h 150"/>
                    <a:gd name="T86" fmla="*/ 32 w 67"/>
                    <a:gd name="T87" fmla="*/ 93 h 150"/>
                    <a:gd name="T88" fmla="*/ 32 w 67"/>
                    <a:gd name="T89" fmla="*/ 96 h 150"/>
                    <a:gd name="T90" fmla="*/ 29 w 67"/>
                    <a:gd name="T91" fmla="*/ 113 h 150"/>
                    <a:gd name="T92" fmla="*/ 29 w 67"/>
                    <a:gd name="T93" fmla="*/ 115 h 150"/>
                    <a:gd name="T94" fmla="*/ 22 w 67"/>
                    <a:gd name="T95" fmla="*/ 122 h 150"/>
                    <a:gd name="T96" fmla="*/ 10 w 67"/>
                    <a:gd name="T97" fmla="*/ 124 h 150"/>
                    <a:gd name="T98" fmla="*/ 15 w 67"/>
                    <a:gd name="T99" fmla="*/ 144 h 150"/>
                    <a:gd name="T100" fmla="*/ 17 w 67"/>
                    <a:gd name="T101" fmla="*/ 150 h 150"/>
                    <a:gd name="T102" fmla="*/ 38 w 67"/>
                    <a:gd name="T103" fmla="*/ 125 h 1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67" h="150">
                      <a:moveTo>
                        <a:pt x="39" y="107"/>
                      </a:moveTo>
                      <a:cubicBezTo>
                        <a:pt x="39" y="103"/>
                        <a:pt x="44" y="96"/>
                        <a:pt x="47" y="96"/>
                      </a:cubicBezTo>
                      <a:cubicBezTo>
                        <a:pt x="50" y="96"/>
                        <a:pt x="50" y="96"/>
                        <a:pt x="50" y="96"/>
                      </a:cubicBezTo>
                      <a:cubicBezTo>
                        <a:pt x="51" y="96"/>
                        <a:pt x="51" y="96"/>
                        <a:pt x="51" y="96"/>
                      </a:cubicBezTo>
                      <a:cubicBezTo>
                        <a:pt x="53" y="98"/>
                        <a:pt x="55" y="101"/>
                        <a:pt x="55" y="104"/>
                      </a:cubicBezTo>
                      <a:cubicBezTo>
                        <a:pt x="55" y="108"/>
                        <a:pt x="49" y="112"/>
                        <a:pt x="46" y="114"/>
                      </a:cubicBezTo>
                      <a:cubicBezTo>
                        <a:pt x="45" y="114"/>
                        <a:pt x="45" y="113"/>
                        <a:pt x="43" y="113"/>
                      </a:cubicBezTo>
                      <a:cubicBezTo>
                        <a:pt x="42" y="113"/>
                        <a:pt x="42" y="113"/>
                        <a:pt x="42" y="113"/>
                      </a:cubicBezTo>
                      <a:cubicBezTo>
                        <a:pt x="39" y="109"/>
                        <a:pt x="39" y="109"/>
                        <a:pt x="39" y="109"/>
                      </a:cubicBezTo>
                      <a:cubicBezTo>
                        <a:pt x="39" y="108"/>
                        <a:pt x="39" y="108"/>
                        <a:pt x="39" y="108"/>
                      </a:cubicBezTo>
                      <a:cubicBezTo>
                        <a:pt x="39" y="107"/>
                        <a:pt x="39" y="107"/>
                        <a:pt x="39" y="107"/>
                      </a:cubicBezTo>
                      <a:close/>
                      <a:moveTo>
                        <a:pt x="21" y="78"/>
                      </a:moveTo>
                      <a:cubicBezTo>
                        <a:pt x="21" y="77"/>
                        <a:pt x="25" y="73"/>
                        <a:pt x="26" y="73"/>
                      </a:cubicBezTo>
                      <a:cubicBezTo>
                        <a:pt x="27" y="73"/>
                        <a:pt x="27" y="73"/>
                        <a:pt x="29" y="73"/>
                      </a:cubicBezTo>
                      <a:cubicBezTo>
                        <a:pt x="30" y="73"/>
                        <a:pt x="30" y="73"/>
                        <a:pt x="30" y="73"/>
                      </a:cubicBezTo>
                      <a:cubicBezTo>
                        <a:pt x="32" y="74"/>
                        <a:pt x="32" y="74"/>
                        <a:pt x="32" y="74"/>
                      </a:cubicBezTo>
                      <a:cubicBezTo>
                        <a:pt x="32" y="76"/>
                        <a:pt x="32" y="76"/>
                        <a:pt x="32" y="76"/>
                      </a:cubicBezTo>
                      <a:cubicBezTo>
                        <a:pt x="32" y="77"/>
                        <a:pt x="32" y="77"/>
                        <a:pt x="32" y="77"/>
                      </a:cubicBezTo>
                      <a:cubicBezTo>
                        <a:pt x="32" y="78"/>
                        <a:pt x="32" y="78"/>
                        <a:pt x="32" y="78"/>
                      </a:cubicBezTo>
                      <a:cubicBezTo>
                        <a:pt x="32" y="79"/>
                        <a:pt x="32" y="79"/>
                        <a:pt x="32" y="79"/>
                      </a:cubicBezTo>
                      <a:cubicBezTo>
                        <a:pt x="31" y="82"/>
                        <a:pt x="29" y="83"/>
                        <a:pt x="25" y="83"/>
                      </a:cubicBezTo>
                      <a:cubicBezTo>
                        <a:pt x="23" y="83"/>
                        <a:pt x="21" y="81"/>
                        <a:pt x="21" y="78"/>
                      </a:cubicBezTo>
                      <a:close/>
                      <a:moveTo>
                        <a:pt x="38" y="125"/>
                      </a:moveTo>
                      <a:cubicBezTo>
                        <a:pt x="43" y="122"/>
                        <a:pt x="47" y="120"/>
                        <a:pt x="53" y="118"/>
                      </a:cubicBezTo>
                      <a:cubicBezTo>
                        <a:pt x="57" y="116"/>
                        <a:pt x="57" y="116"/>
                        <a:pt x="60" y="114"/>
                      </a:cubicBezTo>
                      <a:cubicBezTo>
                        <a:pt x="64" y="111"/>
                        <a:pt x="63" y="110"/>
                        <a:pt x="66" y="108"/>
                      </a:cubicBezTo>
                      <a:cubicBezTo>
                        <a:pt x="67" y="104"/>
                        <a:pt x="67" y="104"/>
                        <a:pt x="67" y="104"/>
                      </a:cubicBezTo>
                      <a:cubicBezTo>
                        <a:pt x="64" y="100"/>
                        <a:pt x="64" y="101"/>
                        <a:pt x="60" y="98"/>
                      </a:cubicBezTo>
                      <a:cubicBezTo>
                        <a:pt x="58" y="96"/>
                        <a:pt x="55" y="95"/>
                        <a:pt x="54" y="92"/>
                      </a:cubicBezTo>
                      <a:cubicBezTo>
                        <a:pt x="53" y="88"/>
                        <a:pt x="53" y="84"/>
                        <a:pt x="51" y="82"/>
                      </a:cubicBezTo>
                      <a:cubicBezTo>
                        <a:pt x="49" y="79"/>
                        <a:pt x="47" y="77"/>
                        <a:pt x="47" y="73"/>
                      </a:cubicBezTo>
                      <a:cubicBezTo>
                        <a:pt x="47" y="72"/>
                        <a:pt x="47" y="72"/>
                        <a:pt x="47" y="71"/>
                      </a:cubicBezTo>
                      <a:cubicBezTo>
                        <a:pt x="49" y="67"/>
                        <a:pt x="47" y="67"/>
                        <a:pt x="53" y="64"/>
                      </a:cubicBezTo>
                      <a:cubicBezTo>
                        <a:pt x="55" y="64"/>
                        <a:pt x="60" y="60"/>
                        <a:pt x="60" y="58"/>
                      </a:cubicBezTo>
                      <a:cubicBezTo>
                        <a:pt x="60" y="55"/>
                        <a:pt x="60" y="55"/>
                        <a:pt x="60" y="55"/>
                      </a:cubicBezTo>
                      <a:cubicBezTo>
                        <a:pt x="60" y="53"/>
                        <a:pt x="56" y="51"/>
                        <a:pt x="53" y="52"/>
                      </a:cubicBezTo>
                      <a:cubicBezTo>
                        <a:pt x="47" y="52"/>
                        <a:pt x="47" y="52"/>
                        <a:pt x="47" y="52"/>
                      </a:cubicBezTo>
                      <a:cubicBezTo>
                        <a:pt x="46" y="52"/>
                        <a:pt x="45" y="51"/>
                        <a:pt x="44" y="50"/>
                      </a:cubicBezTo>
                      <a:cubicBezTo>
                        <a:pt x="44" y="47"/>
                        <a:pt x="44" y="47"/>
                        <a:pt x="44" y="47"/>
                      </a:cubicBezTo>
                      <a:cubicBezTo>
                        <a:pt x="44" y="44"/>
                        <a:pt x="47" y="41"/>
                        <a:pt x="48" y="38"/>
                      </a:cubicBezTo>
                      <a:cubicBezTo>
                        <a:pt x="49" y="34"/>
                        <a:pt x="50" y="33"/>
                        <a:pt x="53" y="30"/>
                      </a:cubicBezTo>
                      <a:cubicBezTo>
                        <a:pt x="56" y="27"/>
                        <a:pt x="66" y="22"/>
                        <a:pt x="66" y="17"/>
                      </a:cubicBezTo>
                      <a:cubicBezTo>
                        <a:pt x="66" y="14"/>
                        <a:pt x="66" y="14"/>
                        <a:pt x="66" y="14"/>
                      </a:cubicBezTo>
                      <a:cubicBezTo>
                        <a:pt x="66" y="13"/>
                        <a:pt x="66" y="13"/>
                        <a:pt x="66" y="13"/>
                      </a:cubicBezTo>
                      <a:cubicBezTo>
                        <a:pt x="65" y="10"/>
                        <a:pt x="62" y="0"/>
                        <a:pt x="58" y="0"/>
                      </a:cubicBezTo>
                      <a:cubicBezTo>
                        <a:pt x="57" y="0"/>
                        <a:pt x="57" y="0"/>
                        <a:pt x="56" y="1"/>
                      </a:cubicBezTo>
                      <a:cubicBezTo>
                        <a:pt x="56" y="3"/>
                        <a:pt x="55" y="3"/>
                        <a:pt x="55" y="5"/>
                      </a:cubicBezTo>
                      <a:cubicBezTo>
                        <a:pt x="55" y="7"/>
                        <a:pt x="55" y="7"/>
                        <a:pt x="55" y="7"/>
                      </a:cubicBezTo>
                      <a:cubicBezTo>
                        <a:pt x="55" y="11"/>
                        <a:pt x="53" y="15"/>
                        <a:pt x="51" y="18"/>
                      </a:cubicBezTo>
                      <a:cubicBezTo>
                        <a:pt x="50" y="18"/>
                        <a:pt x="50" y="18"/>
                        <a:pt x="50" y="18"/>
                      </a:cubicBezTo>
                      <a:cubicBezTo>
                        <a:pt x="48" y="18"/>
                        <a:pt x="48" y="18"/>
                        <a:pt x="47" y="19"/>
                      </a:cubicBezTo>
                      <a:cubicBezTo>
                        <a:pt x="42" y="15"/>
                        <a:pt x="42" y="15"/>
                        <a:pt x="42" y="15"/>
                      </a:cubicBezTo>
                      <a:cubicBezTo>
                        <a:pt x="41" y="15"/>
                        <a:pt x="41" y="15"/>
                        <a:pt x="41" y="15"/>
                      </a:cubicBezTo>
                      <a:cubicBezTo>
                        <a:pt x="40" y="15"/>
                        <a:pt x="40" y="15"/>
                        <a:pt x="40" y="15"/>
                      </a:cubicBezTo>
                      <a:cubicBezTo>
                        <a:pt x="39" y="15"/>
                        <a:pt x="38" y="16"/>
                        <a:pt x="38" y="17"/>
                      </a:cubicBezTo>
                      <a:cubicBezTo>
                        <a:pt x="38" y="19"/>
                        <a:pt x="41" y="22"/>
                        <a:pt x="41" y="26"/>
                      </a:cubicBezTo>
                      <a:cubicBezTo>
                        <a:pt x="41" y="29"/>
                        <a:pt x="41" y="29"/>
                        <a:pt x="41" y="29"/>
                      </a:cubicBezTo>
                      <a:cubicBezTo>
                        <a:pt x="41" y="30"/>
                        <a:pt x="41" y="30"/>
                        <a:pt x="41" y="30"/>
                      </a:cubicBezTo>
                      <a:cubicBezTo>
                        <a:pt x="38" y="33"/>
                        <a:pt x="38" y="33"/>
                        <a:pt x="38" y="33"/>
                      </a:cubicBezTo>
                      <a:cubicBezTo>
                        <a:pt x="37" y="33"/>
                        <a:pt x="37" y="33"/>
                        <a:pt x="37" y="33"/>
                      </a:cubicBezTo>
                      <a:cubicBezTo>
                        <a:pt x="35" y="33"/>
                        <a:pt x="35" y="34"/>
                        <a:pt x="34" y="34"/>
                      </a:cubicBezTo>
                      <a:cubicBezTo>
                        <a:pt x="32" y="33"/>
                        <a:pt x="31" y="31"/>
                        <a:pt x="30" y="29"/>
                      </a:cubicBezTo>
                      <a:cubicBezTo>
                        <a:pt x="24" y="29"/>
                        <a:pt x="30" y="41"/>
                        <a:pt x="19" y="45"/>
                      </a:cubicBezTo>
                      <a:cubicBezTo>
                        <a:pt x="16" y="46"/>
                        <a:pt x="12" y="48"/>
                        <a:pt x="9" y="50"/>
                      </a:cubicBezTo>
                      <a:cubicBezTo>
                        <a:pt x="6" y="51"/>
                        <a:pt x="1" y="53"/>
                        <a:pt x="0" y="55"/>
                      </a:cubicBezTo>
                      <a:cubicBezTo>
                        <a:pt x="1" y="58"/>
                        <a:pt x="1" y="57"/>
                        <a:pt x="4" y="59"/>
                      </a:cubicBezTo>
                      <a:cubicBezTo>
                        <a:pt x="6" y="59"/>
                        <a:pt x="6" y="59"/>
                        <a:pt x="6" y="59"/>
                      </a:cubicBezTo>
                      <a:cubicBezTo>
                        <a:pt x="10" y="59"/>
                        <a:pt x="20" y="51"/>
                        <a:pt x="23" y="51"/>
                      </a:cubicBezTo>
                      <a:cubicBezTo>
                        <a:pt x="25" y="51"/>
                        <a:pt x="24" y="51"/>
                        <a:pt x="27" y="52"/>
                      </a:cubicBezTo>
                      <a:cubicBezTo>
                        <a:pt x="29" y="54"/>
                        <a:pt x="29" y="55"/>
                        <a:pt x="30" y="58"/>
                      </a:cubicBezTo>
                      <a:cubicBezTo>
                        <a:pt x="30" y="59"/>
                        <a:pt x="30" y="59"/>
                        <a:pt x="30" y="59"/>
                      </a:cubicBezTo>
                      <a:cubicBezTo>
                        <a:pt x="30" y="62"/>
                        <a:pt x="28" y="64"/>
                        <a:pt x="26" y="65"/>
                      </a:cubicBezTo>
                      <a:cubicBezTo>
                        <a:pt x="21" y="64"/>
                        <a:pt x="21" y="64"/>
                        <a:pt x="21" y="64"/>
                      </a:cubicBezTo>
                      <a:cubicBezTo>
                        <a:pt x="20" y="64"/>
                        <a:pt x="20" y="64"/>
                        <a:pt x="19" y="64"/>
                      </a:cubicBezTo>
                      <a:cubicBezTo>
                        <a:pt x="18" y="64"/>
                        <a:pt x="18" y="64"/>
                        <a:pt x="18" y="64"/>
                      </a:cubicBezTo>
                      <a:cubicBezTo>
                        <a:pt x="16" y="67"/>
                        <a:pt x="16" y="67"/>
                        <a:pt x="16" y="67"/>
                      </a:cubicBezTo>
                      <a:cubicBezTo>
                        <a:pt x="16" y="68"/>
                        <a:pt x="16" y="68"/>
                        <a:pt x="16" y="68"/>
                      </a:cubicBezTo>
                      <a:cubicBezTo>
                        <a:pt x="16" y="72"/>
                        <a:pt x="16" y="72"/>
                        <a:pt x="16" y="72"/>
                      </a:cubicBezTo>
                      <a:cubicBezTo>
                        <a:pt x="16" y="78"/>
                        <a:pt x="13" y="85"/>
                        <a:pt x="11" y="90"/>
                      </a:cubicBezTo>
                      <a:cubicBezTo>
                        <a:pt x="9" y="94"/>
                        <a:pt x="3" y="100"/>
                        <a:pt x="3" y="105"/>
                      </a:cubicBezTo>
                      <a:cubicBezTo>
                        <a:pt x="3" y="106"/>
                        <a:pt x="4" y="109"/>
                        <a:pt x="5" y="110"/>
                      </a:cubicBezTo>
                      <a:cubicBezTo>
                        <a:pt x="6" y="110"/>
                        <a:pt x="6" y="110"/>
                        <a:pt x="6" y="110"/>
                      </a:cubicBezTo>
                      <a:cubicBezTo>
                        <a:pt x="7" y="110"/>
                        <a:pt x="7" y="110"/>
                        <a:pt x="7" y="110"/>
                      </a:cubicBezTo>
                      <a:cubicBezTo>
                        <a:pt x="9" y="110"/>
                        <a:pt x="8" y="110"/>
                        <a:pt x="9" y="111"/>
                      </a:cubicBezTo>
                      <a:cubicBezTo>
                        <a:pt x="11" y="109"/>
                        <a:pt x="15" y="101"/>
                        <a:pt x="15" y="98"/>
                      </a:cubicBezTo>
                      <a:cubicBezTo>
                        <a:pt x="17" y="94"/>
                        <a:pt x="20" y="89"/>
                        <a:pt x="24" y="89"/>
                      </a:cubicBezTo>
                      <a:cubicBezTo>
                        <a:pt x="25" y="89"/>
                        <a:pt x="25" y="89"/>
                        <a:pt x="26" y="88"/>
                      </a:cubicBezTo>
                      <a:cubicBezTo>
                        <a:pt x="28" y="90"/>
                        <a:pt x="32" y="90"/>
                        <a:pt x="32" y="93"/>
                      </a:cubicBezTo>
                      <a:cubicBezTo>
                        <a:pt x="32" y="94"/>
                        <a:pt x="32" y="94"/>
                        <a:pt x="32" y="94"/>
                      </a:cubicBezTo>
                      <a:cubicBezTo>
                        <a:pt x="32" y="96"/>
                        <a:pt x="32" y="96"/>
                        <a:pt x="32" y="96"/>
                      </a:cubicBezTo>
                      <a:cubicBezTo>
                        <a:pt x="28" y="102"/>
                        <a:pt x="25" y="101"/>
                        <a:pt x="23" y="104"/>
                      </a:cubicBezTo>
                      <a:cubicBezTo>
                        <a:pt x="26" y="109"/>
                        <a:pt x="27" y="108"/>
                        <a:pt x="29" y="113"/>
                      </a:cubicBezTo>
                      <a:cubicBezTo>
                        <a:pt x="29" y="114"/>
                        <a:pt x="29" y="114"/>
                        <a:pt x="29" y="114"/>
                      </a:cubicBezTo>
                      <a:cubicBezTo>
                        <a:pt x="29" y="115"/>
                        <a:pt x="29" y="115"/>
                        <a:pt x="29" y="115"/>
                      </a:cubicBezTo>
                      <a:cubicBezTo>
                        <a:pt x="29" y="116"/>
                        <a:pt x="29" y="116"/>
                        <a:pt x="29" y="116"/>
                      </a:cubicBezTo>
                      <a:cubicBezTo>
                        <a:pt x="28" y="119"/>
                        <a:pt x="26" y="123"/>
                        <a:pt x="22" y="122"/>
                      </a:cubicBezTo>
                      <a:cubicBezTo>
                        <a:pt x="15" y="122"/>
                        <a:pt x="15" y="122"/>
                        <a:pt x="15" y="122"/>
                      </a:cubicBezTo>
                      <a:cubicBezTo>
                        <a:pt x="14" y="122"/>
                        <a:pt x="11" y="124"/>
                        <a:pt x="10" y="124"/>
                      </a:cubicBezTo>
                      <a:cubicBezTo>
                        <a:pt x="13" y="127"/>
                        <a:pt x="23" y="129"/>
                        <a:pt x="23" y="133"/>
                      </a:cubicBezTo>
                      <a:cubicBezTo>
                        <a:pt x="23" y="137"/>
                        <a:pt x="18" y="142"/>
                        <a:pt x="15" y="144"/>
                      </a:cubicBezTo>
                      <a:cubicBezTo>
                        <a:pt x="15" y="150"/>
                        <a:pt x="15" y="150"/>
                        <a:pt x="15" y="150"/>
                      </a:cubicBezTo>
                      <a:cubicBezTo>
                        <a:pt x="17" y="150"/>
                        <a:pt x="17" y="150"/>
                        <a:pt x="17" y="150"/>
                      </a:cubicBezTo>
                      <a:cubicBezTo>
                        <a:pt x="20" y="150"/>
                        <a:pt x="27" y="141"/>
                        <a:pt x="29" y="139"/>
                      </a:cubicBezTo>
                      <a:cubicBezTo>
                        <a:pt x="33" y="135"/>
                        <a:pt x="34" y="129"/>
                        <a:pt x="38" y="12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2" name="iSļïḑé"/>
                <p:cNvSpPr/>
                <p:nvPr/>
              </p:nvSpPr>
              <p:spPr bwMode="auto">
                <a:xfrm>
                  <a:off x="4422776" y="3106738"/>
                  <a:ext cx="412750" cy="596900"/>
                </a:xfrm>
                <a:custGeom>
                  <a:avLst/>
                  <a:gdLst>
                    <a:gd name="T0" fmla="*/ 63 w 125"/>
                    <a:gd name="T1" fmla="*/ 83 h 179"/>
                    <a:gd name="T2" fmla="*/ 69 w 125"/>
                    <a:gd name="T3" fmla="*/ 84 h 179"/>
                    <a:gd name="T4" fmla="*/ 71 w 125"/>
                    <a:gd name="T5" fmla="*/ 95 h 179"/>
                    <a:gd name="T6" fmla="*/ 56 w 125"/>
                    <a:gd name="T7" fmla="*/ 91 h 179"/>
                    <a:gd name="T8" fmla="*/ 77 w 125"/>
                    <a:gd name="T9" fmla="*/ 77 h 179"/>
                    <a:gd name="T10" fmla="*/ 90 w 125"/>
                    <a:gd name="T11" fmla="*/ 82 h 179"/>
                    <a:gd name="T12" fmla="*/ 93 w 125"/>
                    <a:gd name="T13" fmla="*/ 96 h 179"/>
                    <a:gd name="T14" fmla="*/ 88 w 125"/>
                    <a:gd name="T15" fmla="*/ 106 h 179"/>
                    <a:gd name="T16" fmla="*/ 75 w 125"/>
                    <a:gd name="T17" fmla="*/ 89 h 179"/>
                    <a:gd name="T18" fmla="*/ 91 w 125"/>
                    <a:gd name="T19" fmla="*/ 29 h 179"/>
                    <a:gd name="T20" fmla="*/ 95 w 125"/>
                    <a:gd name="T21" fmla="*/ 4 h 179"/>
                    <a:gd name="T22" fmla="*/ 92 w 125"/>
                    <a:gd name="T23" fmla="*/ 0 h 179"/>
                    <a:gd name="T24" fmla="*/ 86 w 125"/>
                    <a:gd name="T25" fmla="*/ 0 h 179"/>
                    <a:gd name="T26" fmla="*/ 80 w 125"/>
                    <a:gd name="T27" fmla="*/ 7 h 179"/>
                    <a:gd name="T28" fmla="*/ 83 w 125"/>
                    <a:gd name="T29" fmla="*/ 30 h 179"/>
                    <a:gd name="T30" fmla="*/ 86 w 125"/>
                    <a:gd name="T31" fmla="*/ 50 h 179"/>
                    <a:gd name="T32" fmla="*/ 46 w 125"/>
                    <a:gd name="T33" fmla="*/ 84 h 179"/>
                    <a:gd name="T34" fmla="*/ 0 w 125"/>
                    <a:gd name="T35" fmla="*/ 99 h 179"/>
                    <a:gd name="T36" fmla="*/ 13 w 125"/>
                    <a:gd name="T37" fmla="*/ 108 h 179"/>
                    <a:gd name="T38" fmla="*/ 30 w 125"/>
                    <a:gd name="T39" fmla="*/ 100 h 179"/>
                    <a:gd name="T40" fmla="*/ 47 w 125"/>
                    <a:gd name="T41" fmla="*/ 92 h 179"/>
                    <a:gd name="T42" fmla="*/ 51 w 125"/>
                    <a:gd name="T43" fmla="*/ 109 h 179"/>
                    <a:gd name="T44" fmla="*/ 50 w 125"/>
                    <a:gd name="T45" fmla="*/ 118 h 179"/>
                    <a:gd name="T46" fmla="*/ 54 w 125"/>
                    <a:gd name="T47" fmla="*/ 125 h 179"/>
                    <a:gd name="T48" fmla="*/ 62 w 125"/>
                    <a:gd name="T49" fmla="*/ 119 h 179"/>
                    <a:gd name="T50" fmla="*/ 62 w 125"/>
                    <a:gd name="T51" fmla="*/ 113 h 179"/>
                    <a:gd name="T52" fmla="*/ 78 w 125"/>
                    <a:gd name="T53" fmla="*/ 111 h 179"/>
                    <a:gd name="T54" fmla="*/ 78 w 125"/>
                    <a:gd name="T55" fmla="*/ 113 h 179"/>
                    <a:gd name="T56" fmla="*/ 78 w 125"/>
                    <a:gd name="T57" fmla="*/ 118 h 179"/>
                    <a:gd name="T58" fmla="*/ 46 w 125"/>
                    <a:gd name="T59" fmla="*/ 147 h 179"/>
                    <a:gd name="T60" fmla="*/ 28 w 125"/>
                    <a:gd name="T61" fmla="*/ 158 h 179"/>
                    <a:gd name="T62" fmla="*/ 1 w 125"/>
                    <a:gd name="T63" fmla="*/ 170 h 179"/>
                    <a:gd name="T64" fmla="*/ 14 w 125"/>
                    <a:gd name="T65" fmla="*/ 178 h 179"/>
                    <a:gd name="T66" fmla="*/ 20 w 125"/>
                    <a:gd name="T67" fmla="*/ 179 h 179"/>
                    <a:gd name="T68" fmla="*/ 22 w 125"/>
                    <a:gd name="T69" fmla="*/ 179 h 179"/>
                    <a:gd name="T70" fmla="*/ 38 w 125"/>
                    <a:gd name="T71" fmla="*/ 169 h 179"/>
                    <a:gd name="T72" fmla="*/ 61 w 125"/>
                    <a:gd name="T73" fmla="*/ 150 h 179"/>
                    <a:gd name="T74" fmla="*/ 79 w 125"/>
                    <a:gd name="T75" fmla="*/ 135 h 179"/>
                    <a:gd name="T76" fmla="*/ 96 w 125"/>
                    <a:gd name="T77" fmla="*/ 119 h 179"/>
                    <a:gd name="T78" fmla="*/ 106 w 125"/>
                    <a:gd name="T79" fmla="*/ 149 h 179"/>
                    <a:gd name="T80" fmla="*/ 125 w 125"/>
                    <a:gd name="T81" fmla="*/ 152 h 179"/>
                    <a:gd name="T82" fmla="*/ 116 w 125"/>
                    <a:gd name="T83" fmla="*/ 120 h 179"/>
                    <a:gd name="T84" fmla="*/ 115 w 125"/>
                    <a:gd name="T85" fmla="*/ 125 h 179"/>
                    <a:gd name="T86" fmla="*/ 109 w 125"/>
                    <a:gd name="T87" fmla="*/ 129 h 179"/>
                    <a:gd name="T88" fmla="*/ 97 w 125"/>
                    <a:gd name="T89" fmla="*/ 92 h 179"/>
                    <a:gd name="T90" fmla="*/ 94 w 125"/>
                    <a:gd name="T91" fmla="*/ 76 h 179"/>
                    <a:gd name="T92" fmla="*/ 110 w 125"/>
                    <a:gd name="T93" fmla="*/ 60 h 179"/>
                    <a:gd name="T94" fmla="*/ 105 w 125"/>
                    <a:gd name="T95" fmla="*/ 57 h 179"/>
                    <a:gd name="T96" fmla="*/ 101 w 125"/>
                    <a:gd name="T97" fmla="*/ 59 h 179"/>
                    <a:gd name="T98" fmla="*/ 91 w 125"/>
                    <a:gd name="T99" fmla="*/ 54 h 179"/>
                    <a:gd name="T100" fmla="*/ 91 w 125"/>
                    <a:gd name="T101" fmla="*/ 29 h 1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125" h="179">
                      <a:moveTo>
                        <a:pt x="56" y="91"/>
                      </a:moveTo>
                      <a:cubicBezTo>
                        <a:pt x="56" y="87"/>
                        <a:pt x="60" y="85"/>
                        <a:pt x="63" y="83"/>
                      </a:cubicBezTo>
                      <a:cubicBezTo>
                        <a:pt x="64" y="83"/>
                        <a:pt x="64" y="83"/>
                        <a:pt x="64" y="83"/>
                      </a:cubicBezTo>
                      <a:cubicBezTo>
                        <a:pt x="67" y="83"/>
                        <a:pt x="67" y="84"/>
                        <a:pt x="69" y="84"/>
                      </a:cubicBezTo>
                      <a:cubicBezTo>
                        <a:pt x="71" y="94"/>
                        <a:pt x="71" y="94"/>
                        <a:pt x="71" y="94"/>
                      </a:cubicBezTo>
                      <a:cubicBezTo>
                        <a:pt x="71" y="95"/>
                        <a:pt x="71" y="95"/>
                        <a:pt x="71" y="95"/>
                      </a:cubicBezTo>
                      <a:cubicBezTo>
                        <a:pt x="68" y="100"/>
                        <a:pt x="68" y="99"/>
                        <a:pt x="63" y="101"/>
                      </a:cubicBezTo>
                      <a:cubicBezTo>
                        <a:pt x="61" y="99"/>
                        <a:pt x="56" y="95"/>
                        <a:pt x="56" y="91"/>
                      </a:cubicBezTo>
                      <a:close/>
                      <a:moveTo>
                        <a:pt x="72" y="83"/>
                      </a:moveTo>
                      <a:cubicBezTo>
                        <a:pt x="74" y="79"/>
                        <a:pt x="73" y="79"/>
                        <a:pt x="77" y="77"/>
                      </a:cubicBezTo>
                      <a:cubicBezTo>
                        <a:pt x="79" y="75"/>
                        <a:pt x="82" y="75"/>
                        <a:pt x="83" y="73"/>
                      </a:cubicBezTo>
                      <a:cubicBezTo>
                        <a:pt x="88" y="76"/>
                        <a:pt x="89" y="76"/>
                        <a:pt x="90" y="82"/>
                      </a:cubicBezTo>
                      <a:cubicBezTo>
                        <a:pt x="92" y="95"/>
                        <a:pt x="92" y="95"/>
                        <a:pt x="92" y="95"/>
                      </a:cubicBezTo>
                      <a:cubicBezTo>
                        <a:pt x="93" y="96"/>
                        <a:pt x="93" y="96"/>
                        <a:pt x="93" y="96"/>
                      </a:cubicBezTo>
                      <a:cubicBezTo>
                        <a:pt x="94" y="99"/>
                        <a:pt x="94" y="99"/>
                        <a:pt x="94" y="99"/>
                      </a:cubicBezTo>
                      <a:cubicBezTo>
                        <a:pt x="91" y="105"/>
                        <a:pt x="93" y="103"/>
                        <a:pt x="88" y="106"/>
                      </a:cubicBezTo>
                      <a:cubicBezTo>
                        <a:pt x="83" y="101"/>
                        <a:pt x="82" y="101"/>
                        <a:pt x="79" y="95"/>
                      </a:cubicBezTo>
                      <a:cubicBezTo>
                        <a:pt x="77" y="93"/>
                        <a:pt x="77" y="91"/>
                        <a:pt x="75" y="89"/>
                      </a:cubicBezTo>
                      <a:cubicBezTo>
                        <a:pt x="73" y="87"/>
                        <a:pt x="73" y="86"/>
                        <a:pt x="72" y="83"/>
                      </a:cubicBezTo>
                      <a:close/>
                      <a:moveTo>
                        <a:pt x="91" y="29"/>
                      </a:moveTo>
                      <a:cubicBezTo>
                        <a:pt x="91" y="22"/>
                        <a:pt x="95" y="12"/>
                        <a:pt x="95" y="4"/>
                      </a:cubicBezTo>
                      <a:cubicBezTo>
                        <a:pt x="95" y="4"/>
                        <a:pt x="95" y="4"/>
                        <a:pt x="95" y="4"/>
                      </a:cubicBezTo>
                      <a:cubicBezTo>
                        <a:pt x="95" y="3"/>
                        <a:pt x="95" y="3"/>
                        <a:pt x="95" y="3"/>
                      </a:cubicBezTo>
                      <a:cubicBezTo>
                        <a:pt x="93" y="0"/>
                        <a:pt x="95" y="1"/>
                        <a:pt x="92" y="0"/>
                      </a:cubicBezTo>
                      <a:cubicBezTo>
                        <a:pt x="91" y="0"/>
                        <a:pt x="91" y="0"/>
                        <a:pt x="91" y="0"/>
                      </a:cubicBezTo>
                      <a:cubicBezTo>
                        <a:pt x="86" y="0"/>
                        <a:pt x="86" y="0"/>
                        <a:pt x="86" y="0"/>
                      </a:cubicBezTo>
                      <a:cubicBezTo>
                        <a:pt x="85" y="0"/>
                        <a:pt x="85" y="0"/>
                        <a:pt x="85" y="0"/>
                      </a:cubicBezTo>
                      <a:cubicBezTo>
                        <a:pt x="82" y="1"/>
                        <a:pt x="80" y="4"/>
                        <a:pt x="80" y="7"/>
                      </a:cubicBezTo>
                      <a:cubicBezTo>
                        <a:pt x="83" y="30"/>
                        <a:pt x="83" y="30"/>
                        <a:pt x="83" y="30"/>
                      </a:cubicBezTo>
                      <a:cubicBezTo>
                        <a:pt x="83" y="30"/>
                        <a:pt x="83" y="30"/>
                        <a:pt x="83" y="30"/>
                      </a:cubicBezTo>
                      <a:cubicBezTo>
                        <a:pt x="83" y="38"/>
                        <a:pt x="86" y="44"/>
                        <a:pt x="86" y="49"/>
                      </a:cubicBezTo>
                      <a:cubicBezTo>
                        <a:pt x="86" y="50"/>
                        <a:pt x="86" y="50"/>
                        <a:pt x="86" y="50"/>
                      </a:cubicBezTo>
                      <a:cubicBezTo>
                        <a:pt x="87" y="62"/>
                        <a:pt x="87" y="62"/>
                        <a:pt x="87" y="62"/>
                      </a:cubicBezTo>
                      <a:cubicBezTo>
                        <a:pt x="87" y="68"/>
                        <a:pt x="52" y="81"/>
                        <a:pt x="46" y="84"/>
                      </a:cubicBezTo>
                      <a:cubicBezTo>
                        <a:pt x="39" y="87"/>
                        <a:pt x="31" y="89"/>
                        <a:pt x="23" y="92"/>
                      </a:cubicBezTo>
                      <a:cubicBezTo>
                        <a:pt x="20" y="94"/>
                        <a:pt x="0" y="96"/>
                        <a:pt x="0" y="99"/>
                      </a:cubicBezTo>
                      <a:cubicBezTo>
                        <a:pt x="0" y="101"/>
                        <a:pt x="9" y="108"/>
                        <a:pt x="11" y="108"/>
                      </a:cubicBezTo>
                      <a:cubicBezTo>
                        <a:pt x="13" y="108"/>
                        <a:pt x="13" y="108"/>
                        <a:pt x="13" y="108"/>
                      </a:cubicBezTo>
                      <a:cubicBezTo>
                        <a:pt x="14" y="108"/>
                        <a:pt x="14" y="108"/>
                        <a:pt x="14" y="108"/>
                      </a:cubicBezTo>
                      <a:cubicBezTo>
                        <a:pt x="20" y="105"/>
                        <a:pt x="24" y="103"/>
                        <a:pt x="30" y="100"/>
                      </a:cubicBezTo>
                      <a:cubicBezTo>
                        <a:pt x="34" y="98"/>
                        <a:pt x="41" y="93"/>
                        <a:pt x="45" y="93"/>
                      </a:cubicBezTo>
                      <a:cubicBezTo>
                        <a:pt x="46" y="93"/>
                        <a:pt x="46" y="93"/>
                        <a:pt x="47" y="92"/>
                      </a:cubicBezTo>
                      <a:cubicBezTo>
                        <a:pt x="49" y="94"/>
                        <a:pt x="52" y="96"/>
                        <a:pt x="51" y="101"/>
                      </a:cubicBezTo>
                      <a:cubicBezTo>
                        <a:pt x="51" y="109"/>
                        <a:pt x="51" y="109"/>
                        <a:pt x="51" y="109"/>
                      </a:cubicBezTo>
                      <a:cubicBezTo>
                        <a:pt x="51" y="110"/>
                        <a:pt x="51" y="110"/>
                        <a:pt x="51" y="110"/>
                      </a:cubicBezTo>
                      <a:cubicBezTo>
                        <a:pt x="50" y="118"/>
                        <a:pt x="50" y="118"/>
                        <a:pt x="50" y="118"/>
                      </a:cubicBezTo>
                      <a:cubicBezTo>
                        <a:pt x="50" y="119"/>
                        <a:pt x="50" y="119"/>
                        <a:pt x="50" y="120"/>
                      </a:cubicBezTo>
                      <a:cubicBezTo>
                        <a:pt x="51" y="123"/>
                        <a:pt x="51" y="123"/>
                        <a:pt x="54" y="125"/>
                      </a:cubicBezTo>
                      <a:cubicBezTo>
                        <a:pt x="56" y="125"/>
                        <a:pt x="56" y="125"/>
                        <a:pt x="56" y="125"/>
                      </a:cubicBezTo>
                      <a:cubicBezTo>
                        <a:pt x="59" y="125"/>
                        <a:pt x="60" y="121"/>
                        <a:pt x="62" y="119"/>
                      </a:cubicBezTo>
                      <a:cubicBezTo>
                        <a:pt x="62" y="118"/>
                        <a:pt x="62" y="118"/>
                        <a:pt x="62" y="118"/>
                      </a:cubicBezTo>
                      <a:cubicBezTo>
                        <a:pt x="62" y="113"/>
                        <a:pt x="62" y="113"/>
                        <a:pt x="62" y="113"/>
                      </a:cubicBezTo>
                      <a:cubicBezTo>
                        <a:pt x="63" y="110"/>
                        <a:pt x="68" y="106"/>
                        <a:pt x="71" y="106"/>
                      </a:cubicBezTo>
                      <a:cubicBezTo>
                        <a:pt x="75" y="106"/>
                        <a:pt x="77" y="109"/>
                        <a:pt x="78" y="111"/>
                      </a:cubicBezTo>
                      <a:cubicBezTo>
                        <a:pt x="78" y="112"/>
                        <a:pt x="78" y="112"/>
                        <a:pt x="78" y="112"/>
                      </a:cubicBezTo>
                      <a:cubicBezTo>
                        <a:pt x="78" y="113"/>
                        <a:pt x="78" y="113"/>
                        <a:pt x="78" y="113"/>
                      </a:cubicBezTo>
                      <a:cubicBezTo>
                        <a:pt x="78" y="115"/>
                        <a:pt x="78" y="115"/>
                        <a:pt x="79" y="116"/>
                      </a:cubicBezTo>
                      <a:cubicBezTo>
                        <a:pt x="78" y="117"/>
                        <a:pt x="78" y="117"/>
                        <a:pt x="78" y="118"/>
                      </a:cubicBezTo>
                      <a:cubicBezTo>
                        <a:pt x="78" y="119"/>
                        <a:pt x="78" y="119"/>
                        <a:pt x="78" y="119"/>
                      </a:cubicBezTo>
                      <a:cubicBezTo>
                        <a:pt x="72" y="130"/>
                        <a:pt x="57" y="140"/>
                        <a:pt x="46" y="147"/>
                      </a:cubicBezTo>
                      <a:cubicBezTo>
                        <a:pt x="44" y="148"/>
                        <a:pt x="40" y="151"/>
                        <a:pt x="37" y="152"/>
                      </a:cubicBezTo>
                      <a:cubicBezTo>
                        <a:pt x="35" y="153"/>
                        <a:pt x="29" y="157"/>
                        <a:pt x="28" y="158"/>
                      </a:cubicBezTo>
                      <a:cubicBezTo>
                        <a:pt x="25" y="161"/>
                        <a:pt x="12" y="165"/>
                        <a:pt x="6" y="165"/>
                      </a:cubicBezTo>
                      <a:cubicBezTo>
                        <a:pt x="4" y="165"/>
                        <a:pt x="2" y="168"/>
                        <a:pt x="1" y="170"/>
                      </a:cubicBezTo>
                      <a:cubicBezTo>
                        <a:pt x="4" y="171"/>
                        <a:pt x="4" y="173"/>
                        <a:pt x="7" y="175"/>
                      </a:cubicBezTo>
                      <a:cubicBezTo>
                        <a:pt x="10" y="176"/>
                        <a:pt x="12" y="176"/>
                        <a:pt x="14" y="178"/>
                      </a:cubicBezTo>
                      <a:cubicBezTo>
                        <a:pt x="18" y="179"/>
                        <a:pt x="18" y="179"/>
                        <a:pt x="18" y="179"/>
                      </a:cubicBezTo>
                      <a:cubicBezTo>
                        <a:pt x="20" y="179"/>
                        <a:pt x="18" y="179"/>
                        <a:pt x="20" y="179"/>
                      </a:cubicBezTo>
                      <a:cubicBezTo>
                        <a:pt x="21" y="179"/>
                        <a:pt x="21" y="179"/>
                        <a:pt x="21" y="179"/>
                      </a:cubicBezTo>
                      <a:cubicBezTo>
                        <a:pt x="22" y="179"/>
                        <a:pt x="22" y="179"/>
                        <a:pt x="22" y="179"/>
                      </a:cubicBezTo>
                      <a:cubicBezTo>
                        <a:pt x="26" y="177"/>
                        <a:pt x="30" y="175"/>
                        <a:pt x="33" y="173"/>
                      </a:cubicBezTo>
                      <a:cubicBezTo>
                        <a:pt x="35" y="171"/>
                        <a:pt x="36" y="170"/>
                        <a:pt x="38" y="169"/>
                      </a:cubicBezTo>
                      <a:cubicBezTo>
                        <a:pt x="39" y="168"/>
                        <a:pt x="43" y="166"/>
                        <a:pt x="43" y="166"/>
                      </a:cubicBezTo>
                      <a:cubicBezTo>
                        <a:pt x="49" y="160"/>
                        <a:pt x="55" y="156"/>
                        <a:pt x="61" y="150"/>
                      </a:cubicBezTo>
                      <a:cubicBezTo>
                        <a:pt x="64" y="148"/>
                        <a:pt x="67" y="145"/>
                        <a:pt x="70" y="143"/>
                      </a:cubicBezTo>
                      <a:cubicBezTo>
                        <a:pt x="73" y="140"/>
                        <a:pt x="76" y="137"/>
                        <a:pt x="79" y="135"/>
                      </a:cubicBezTo>
                      <a:cubicBezTo>
                        <a:pt x="82" y="132"/>
                        <a:pt x="85" y="130"/>
                        <a:pt x="87" y="127"/>
                      </a:cubicBezTo>
                      <a:cubicBezTo>
                        <a:pt x="90" y="124"/>
                        <a:pt x="91" y="119"/>
                        <a:pt x="96" y="119"/>
                      </a:cubicBezTo>
                      <a:cubicBezTo>
                        <a:pt x="98" y="119"/>
                        <a:pt x="100" y="126"/>
                        <a:pt x="100" y="128"/>
                      </a:cubicBezTo>
                      <a:cubicBezTo>
                        <a:pt x="100" y="132"/>
                        <a:pt x="105" y="145"/>
                        <a:pt x="106" y="149"/>
                      </a:cubicBezTo>
                      <a:cubicBezTo>
                        <a:pt x="108" y="155"/>
                        <a:pt x="111" y="165"/>
                        <a:pt x="118" y="165"/>
                      </a:cubicBezTo>
                      <a:cubicBezTo>
                        <a:pt x="119" y="163"/>
                        <a:pt x="125" y="161"/>
                        <a:pt x="125" y="152"/>
                      </a:cubicBezTo>
                      <a:cubicBezTo>
                        <a:pt x="125" y="143"/>
                        <a:pt x="120" y="120"/>
                        <a:pt x="117" y="116"/>
                      </a:cubicBezTo>
                      <a:cubicBezTo>
                        <a:pt x="117" y="118"/>
                        <a:pt x="116" y="118"/>
                        <a:pt x="116" y="120"/>
                      </a:cubicBezTo>
                      <a:cubicBezTo>
                        <a:pt x="116" y="123"/>
                        <a:pt x="115" y="121"/>
                        <a:pt x="115" y="124"/>
                      </a:cubicBezTo>
                      <a:cubicBezTo>
                        <a:pt x="115" y="125"/>
                        <a:pt x="115" y="125"/>
                        <a:pt x="115" y="125"/>
                      </a:cubicBezTo>
                      <a:cubicBezTo>
                        <a:pt x="115" y="126"/>
                        <a:pt x="114" y="129"/>
                        <a:pt x="112" y="129"/>
                      </a:cubicBezTo>
                      <a:cubicBezTo>
                        <a:pt x="109" y="129"/>
                        <a:pt x="109" y="129"/>
                        <a:pt x="109" y="129"/>
                      </a:cubicBezTo>
                      <a:cubicBezTo>
                        <a:pt x="105" y="129"/>
                        <a:pt x="102" y="110"/>
                        <a:pt x="100" y="105"/>
                      </a:cubicBezTo>
                      <a:cubicBezTo>
                        <a:pt x="98" y="101"/>
                        <a:pt x="98" y="97"/>
                        <a:pt x="97" y="92"/>
                      </a:cubicBezTo>
                      <a:cubicBezTo>
                        <a:pt x="96" y="87"/>
                        <a:pt x="94" y="86"/>
                        <a:pt x="94" y="79"/>
                      </a:cubicBezTo>
                      <a:cubicBezTo>
                        <a:pt x="94" y="76"/>
                        <a:pt x="94" y="76"/>
                        <a:pt x="94" y="76"/>
                      </a:cubicBezTo>
                      <a:cubicBezTo>
                        <a:pt x="94" y="65"/>
                        <a:pt x="110" y="67"/>
                        <a:pt x="110" y="61"/>
                      </a:cubicBezTo>
                      <a:cubicBezTo>
                        <a:pt x="110" y="60"/>
                        <a:pt x="110" y="60"/>
                        <a:pt x="110" y="60"/>
                      </a:cubicBezTo>
                      <a:cubicBezTo>
                        <a:pt x="110" y="58"/>
                        <a:pt x="109" y="57"/>
                        <a:pt x="108" y="57"/>
                      </a:cubicBezTo>
                      <a:cubicBezTo>
                        <a:pt x="105" y="57"/>
                        <a:pt x="105" y="57"/>
                        <a:pt x="105" y="57"/>
                      </a:cubicBezTo>
                      <a:cubicBezTo>
                        <a:pt x="104" y="57"/>
                        <a:pt x="104" y="57"/>
                        <a:pt x="104" y="57"/>
                      </a:cubicBezTo>
                      <a:cubicBezTo>
                        <a:pt x="103" y="58"/>
                        <a:pt x="102" y="59"/>
                        <a:pt x="101" y="59"/>
                      </a:cubicBezTo>
                      <a:cubicBezTo>
                        <a:pt x="99" y="60"/>
                        <a:pt x="99" y="59"/>
                        <a:pt x="97" y="60"/>
                      </a:cubicBezTo>
                      <a:cubicBezTo>
                        <a:pt x="95" y="59"/>
                        <a:pt x="91" y="56"/>
                        <a:pt x="91" y="54"/>
                      </a:cubicBezTo>
                      <a:cubicBezTo>
                        <a:pt x="91" y="41"/>
                        <a:pt x="91" y="41"/>
                        <a:pt x="91" y="41"/>
                      </a:cubicBezTo>
                      <a:lnTo>
                        <a:pt x="91" y="29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3" name="íšlïďè"/>
                <p:cNvSpPr/>
                <p:nvPr/>
              </p:nvSpPr>
              <p:spPr bwMode="auto">
                <a:xfrm>
                  <a:off x="5478463" y="3581400"/>
                  <a:ext cx="46038" cy="76200"/>
                </a:xfrm>
                <a:custGeom>
                  <a:avLst/>
                  <a:gdLst>
                    <a:gd name="T0" fmla="*/ 14 w 14"/>
                    <a:gd name="T1" fmla="*/ 15 h 23"/>
                    <a:gd name="T2" fmla="*/ 10 w 14"/>
                    <a:gd name="T3" fmla="*/ 6 h 23"/>
                    <a:gd name="T4" fmla="*/ 3 w 14"/>
                    <a:gd name="T5" fmla="*/ 0 h 23"/>
                    <a:gd name="T6" fmla="*/ 0 w 14"/>
                    <a:gd name="T7" fmla="*/ 3 h 23"/>
                    <a:gd name="T8" fmla="*/ 5 w 14"/>
                    <a:gd name="T9" fmla="*/ 11 h 23"/>
                    <a:gd name="T10" fmla="*/ 5 w 14"/>
                    <a:gd name="T11" fmla="*/ 12 h 23"/>
                    <a:gd name="T12" fmla="*/ 5 w 14"/>
                    <a:gd name="T13" fmla="*/ 14 h 23"/>
                    <a:gd name="T14" fmla="*/ 5 w 14"/>
                    <a:gd name="T15" fmla="*/ 15 h 23"/>
                    <a:gd name="T16" fmla="*/ 2 w 14"/>
                    <a:gd name="T17" fmla="*/ 19 h 23"/>
                    <a:gd name="T18" fmla="*/ 2 w 14"/>
                    <a:gd name="T19" fmla="*/ 22 h 23"/>
                    <a:gd name="T20" fmla="*/ 5 w 14"/>
                    <a:gd name="T21" fmla="*/ 23 h 23"/>
                    <a:gd name="T22" fmla="*/ 6 w 14"/>
                    <a:gd name="T23" fmla="*/ 23 h 23"/>
                    <a:gd name="T24" fmla="*/ 11 w 14"/>
                    <a:gd name="T25" fmla="*/ 20 h 23"/>
                    <a:gd name="T26" fmla="*/ 14 w 14"/>
                    <a:gd name="T27" fmla="*/ 15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4" h="23">
                      <a:moveTo>
                        <a:pt x="14" y="15"/>
                      </a:moveTo>
                      <a:cubicBezTo>
                        <a:pt x="14" y="11"/>
                        <a:pt x="12" y="9"/>
                        <a:pt x="10" y="6"/>
                      </a:cubicBezTo>
                      <a:cubicBezTo>
                        <a:pt x="8" y="5"/>
                        <a:pt x="3" y="1"/>
                        <a:pt x="3" y="0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5" y="12"/>
                        <a:pt x="5" y="12"/>
                        <a:pt x="5" y="12"/>
                      </a:cubicBez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5" y="15"/>
                        <a:pt x="5" y="15"/>
                        <a:pt x="5" y="15"/>
                      </a:cubicBezTo>
                      <a:cubicBezTo>
                        <a:pt x="2" y="19"/>
                        <a:pt x="2" y="19"/>
                        <a:pt x="2" y="19"/>
                      </a:cubicBezTo>
                      <a:cubicBezTo>
                        <a:pt x="2" y="22"/>
                        <a:pt x="2" y="22"/>
                        <a:pt x="2" y="22"/>
                      </a:cubicBezTo>
                      <a:cubicBezTo>
                        <a:pt x="5" y="23"/>
                        <a:pt x="5" y="23"/>
                        <a:pt x="5" y="23"/>
                      </a:cubicBezTo>
                      <a:cubicBezTo>
                        <a:pt x="6" y="23"/>
                        <a:pt x="6" y="23"/>
                        <a:pt x="6" y="23"/>
                      </a:cubicBezTo>
                      <a:cubicBezTo>
                        <a:pt x="7" y="23"/>
                        <a:pt x="11" y="21"/>
                        <a:pt x="11" y="20"/>
                      </a:cubicBezTo>
                      <a:cubicBezTo>
                        <a:pt x="13" y="19"/>
                        <a:pt x="13" y="17"/>
                        <a:pt x="14" y="1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4" name="işḷîḑe"/>
                <p:cNvSpPr/>
                <p:nvPr/>
              </p:nvSpPr>
              <p:spPr bwMode="auto">
                <a:xfrm>
                  <a:off x="6310313" y="3136900"/>
                  <a:ext cx="406400" cy="554038"/>
                </a:xfrm>
                <a:custGeom>
                  <a:avLst/>
                  <a:gdLst>
                    <a:gd name="T0" fmla="*/ 101 w 123"/>
                    <a:gd name="T1" fmla="*/ 9 h 166"/>
                    <a:gd name="T2" fmla="*/ 96 w 123"/>
                    <a:gd name="T3" fmla="*/ 0 h 166"/>
                    <a:gd name="T4" fmla="*/ 76 w 123"/>
                    <a:gd name="T5" fmla="*/ 23 h 166"/>
                    <a:gd name="T6" fmla="*/ 66 w 123"/>
                    <a:gd name="T7" fmla="*/ 20 h 166"/>
                    <a:gd name="T8" fmla="*/ 69 w 123"/>
                    <a:gd name="T9" fmla="*/ 29 h 166"/>
                    <a:gd name="T10" fmla="*/ 64 w 123"/>
                    <a:gd name="T11" fmla="*/ 38 h 166"/>
                    <a:gd name="T12" fmla="*/ 71 w 123"/>
                    <a:gd name="T13" fmla="*/ 37 h 166"/>
                    <a:gd name="T14" fmla="*/ 78 w 123"/>
                    <a:gd name="T15" fmla="*/ 38 h 166"/>
                    <a:gd name="T16" fmla="*/ 104 w 123"/>
                    <a:gd name="T17" fmla="*/ 37 h 166"/>
                    <a:gd name="T18" fmla="*/ 97 w 123"/>
                    <a:gd name="T19" fmla="*/ 43 h 166"/>
                    <a:gd name="T20" fmla="*/ 85 w 123"/>
                    <a:gd name="T21" fmla="*/ 56 h 166"/>
                    <a:gd name="T22" fmla="*/ 78 w 123"/>
                    <a:gd name="T23" fmla="*/ 67 h 166"/>
                    <a:gd name="T24" fmla="*/ 72 w 123"/>
                    <a:gd name="T25" fmla="*/ 62 h 166"/>
                    <a:gd name="T26" fmla="*/ 72 w 123"/>
                    <a:gd name="T27" fmla="*/ 48 h 166"/>
                    <a:gd name="T28" fmla="*/ 63 w 123"/>
                    <a:gd name="T29" fmla="*/ 57 h 166"/>
                    <a:gd name="T30" fmla="*/ 56 w 123"/>
                    <a:gd name="T31" fmla="*/ 57 h 166"/>
                    <a:gd name="T32" fmla="*/ 61 w 123"/>
                    <a:gd name="T33" fmla="*/ 66 h 166"/>
                    <a:gd name="T34" fmla="*/ 59 w 123"/>
                    <a:gd name="T35" fmla="*/ 70 h 166"/>
                    <a:gd name="T36" fmla="*/ 68 w 123"/>
                    <a:gd name="T37" fmla="*/ 74 h 166"/>
                    <a:gd name="T38" fmla="*/ 68 w 123"/>
                    <a:gd name="T39" fmla="*/ 78 h 166"/>
                    <a:gd name="T40" fmla="*/ 40 w 123"/>
                    <a:gd name="T41" fmla="*/ 92 h 166"/>
                    <a:gd name="T42" fmla="*/ 24 w 123"/>
                    <a:gd name="T43" fmla="*/ 99 h 166"/>
                    <a:gd name="T44" fmla="*/ 3 w 123"/>
                    <a:gd name="T45" fmla="*/ 105 h 166"/>
                    <a:gd name="T46" fmla="*/ 2 w 123"/>
                    <a:gd name="T47" fmla="*/ 112 h 166"/>
                    <a:gd name="T48" fmla="*/ 14 w 123"/>
                    <a:gd name="T49" fmla="*/ 120 h 166"/>
                    <a:gd name="T50" fmla="*/ 32 w 123"/>
                    <a:gd name="T51" fmla="*/ 108 h 166"/>
                    <a:gd name="T52" fmla="*/ 55 w 123"/>
                    <a:gd name="T53" fmla="*/ 93 h 166"/>
                    <a:gd name="T54" fmla="*/ 63 w 123"/>
                    <a:gd name="T55" fmla="*/ 89 h 166"/>
                    <a:gd name="T56" fmla="*/ 82 w 123"/>
                    <a:gd name="T57" fmla="*/ 83 h 166"/>
                    <a:gd name="T58" fmla="*/ 82 w 123"/>
                    <a:gd name="T59" fmla="*/ 86 h 166"/>
                    <a:gd name="T60" fmla="*/ 74 w 123"/>
                    <a:gd name="T61" fmla="*/ 97 h 166"/>
                    <a:gd name="T62" fmla="*/ 61 w 123"/>
                    <a:gd name="T63" fmla="*/ 107 h 166"/>
                    <a:gd name="T64" fmla="*/ 64 w 123"/>
                    <a:gd name="T65" fmla="*/ 118 h 166"/>
                    <a:gd name="T66" fmla="*/ 55 w 123"/>
                    <a:gd name="T67" fmla="*/ 126 h 166"/>
                    <a:gd name="T68" fmla="*/ 40 w 123"/>
                    <a:gd name="T69" fmla="*/ 129 h 166"/>
                    <a:gd name="T70" fmla="*/ 30 w 123"/>
                    <a:gd name="T71" fmla="*/ 130 h 166"/>
                    <a:gd name="T72" fmla="*/ 35 w 123"/>
                    <a:gd name="T73" fmla="*/ 141 h 166"/>
                    <a:gd name="T74" fmla="*/ 38 w 123"/>
                    <a:gd name="T75" fmla="*/ 141 h 166"/>
                    <a:gd name="T76" fmla="*/ 56 w 123"/>
                    <a:gd name="T77" fmla="*/ 133 h 166"/>
                    <a:gd name="T78" fmla="*/ 63 w 123"/>
                    <a:gd name="T79" fmla="*/ 141 h 166"/>
                    <a:gd name="T80" fmla="*/ 56 w 123"/>
                    <a:gd name="T81" fmla="*/ 154 h 166"/>
                    <a:gd name="T82" fmla="*/ 53 w 123"/>
                    <a:gd name="T83" fmla="*/ 154 h 166"/>
                    <a:gd name="T84" fmla="*/ 49 w 123"/>
                    <a:gd name="T85" fmla="*/ 154 h 166"/>
                    <a:gd name="T86" fmla="*/ 46 w 123"/>
                    <a:gd name="T87" fmla="*/ 156 h 166"/>
                    <a:gd name="T88" fmla="*/ 56 w 123"/>
                    <a:gd name="T89" fmla="*/ 166 h 166"/>
                    <a:gd name="T90" fmla="*/ 71 w 123"/>
                    <a:gd name="T91" fmla="*/ 160 h 166"/>
                    <a:gd name="T92" fmla="*/ 75 w 123"/>
                    <a:gd name="T93" fmla="*/ 146 h 166"/>
                    <a:gd name="T94" fmla="*/ 80 w 123"/>
                    <a:gd name="T95" fmla="*/ 124 h 166"/>
                    <a:gd name="T96" fmla="*/ 94 w 123"/>
                    <a:gd name="T97" fmla="*/ 120 h 166"/>
                    <a:gd name="T98" fmla="*/ 81 w 123"/>
                    <a:gd name="T99" fmla="*/ 117 h 166"/>
                    <a:gd name="T100" fmla="*/ 72 w 123"/>
                    <a:gd name="T101" fmla="*/ 107 h 166"/>
                    <a:gd name="T102" fmla="*/ 78 w 123"/>
                    <a:gd name="T103" fmla="*/ 96 h 166"/>
                    <a:gd name="T104" fmla="*/ 92 w 123"/>
                    <a:gd name="T105" fmla="*/ 89 h 166"/>
                    <a:gd name="T106" fmla="*/ 102 w 123"/>
                    <a:gd name="T107" fmla="*/ 78 h 166"/>
                    <a:gd name="T108" fmla="*/ 95 w 123"/>
                    <a:gd name="T109" fmla="*/ 61 h 166"/>
                    <a:gd name="T110" fmla="*/ 109 w 123"/>
                    <a:gd name="T111" fmla="*/ 48 h 166"/>
                    <a:gd name="T112" fmla="*/ 116 w 123"/>
                    <a:gd name="T113" fmla="*/ 42 h 166"/>
                    <a:gd name="T114" fmla="*/ 121 w 123"/>
                    <a:gd name="T115" fmla="*/ 32 h 166"/>
                    <a:gd name="T116" fmla="*/ 116 w 123"/>
                    <a:gd name="T117" fmla="*/ 17 h 166"/>
                    <a:gd name="T118" fmla="*/ 104 w 123"/>
                    <a:gd name="T119" fmla="*/ 20 h 166"/>
                    <a:gd name="T120" fmla="*/ 93 w 123"/>
                    <a:gd name="T121" fmla="*/ 21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123" h="166">
                      <a:moveTo>
                        <a:pt x="93" y="21"/>
                      </a:moveTo>
                      <a:cubicBezTo>
                        <a:pt x="94" y="14"/>
                        <a:pt x="98" y="14"/>
                        <a:pt x="101" y="9"/>
                      </a:cubicBezTo>
                      <a:cubicBezTo>
                        <a:pt x="101" y="8"/>
                        <a:pt x="101" y="8"/>
                        <a:pt x="101" y="8"/>
                      </a:cubicBezTo>
                      <a:cubicBezTo>
                        <a:pt x="101" y="5"/>
                        <a:pt x="97" y="1"/>
                        <a:pt x="96" y="0"/>
                      </a:cubicBezTo>
                      <a:cubicBezTo>
                        <a:pt x="89" y="3"/>
                        <a:pt x="91" y="6"/>
                        <a:pt x="88" y="13"/>
                      </a:cubicBezTo>
                      <a:cubicBezTo>
                        <a:pt x="85" y="17"/>
                        <a:pt x="82" y="23"/>
                        <a:pt x="76" y="23"/>
                      </a:cubicBezTo>
                      <a:cubicBezTo>
                        <a:pt x="75" y="23"/>
                        <a:pt x="70" y="18"/>
                        <a:pt x="67" y="17"/>
                      </a:cubicBezTo>
                      <a:cubicBezTo>
                        <a:pt x="66" y="20"/>
                        <a:pt x="66" y="20"/>
                        <a:pt x="66" y="20"/>
                      </a:cubicBezTo>
                      <a:cubicBezTo>
                        <a:pt x="67" y="23"/>
                        <a:pt x="69" y="24"/>
                        <a:pt x="69" y="28"/>
                      </a:cubicBezTo>
                      <a:cubicBezTo>
                        <a:pt x="69" y="29"/>
                        <a:pt x="69" y="29"/>
                        <a:pt x="69" y="29"/>
                      </a:cubicBezTo>
                      <a:cubicBezTo>
                        <a:pt x="69" y="29"/>
                        <a:pt x="63" y="36"/>
                        <a:pt x="62" y="37"/>
                      </a:cubicBezTo>
                      <a:cubicBezTo>
                        <a:pt x="63" y="38"/>
                        <a:pt x="61" y="38"/>
                        <a:pt x="64" y="38"/>
                      </a:cubicBezTo>
                      <a:cubicBezTo>
                        <a:pt x="64" y="38"/>
                        <a:pt x="64" y="38"/>
                        <a:pt x="64" y="38"/>
                      </a:cubicBezTo>
                      <a:cubicBezTo>
                        <a:pt x="71" y="37"/>
                        <a:pt x="71" y="37"/>
                        <a:pt x="71" y="37"/>
                      </a:cubicBezTo>
                      <a:cubicBezTo>
                        <a:pt x="74" y="37"/>
                        <a:pt x="74" y="38"/>
                        <a:pt x="78" y="38"/>
                      </a:cubicBezTo>
                      <a:cubicBezTo>
                        <a:pt x="78" y="38"/>
                        <a:pt x="78" y="38"/>
                        <a:pt x="78" y="38"/>
                      </a:cubicBezTo>
                      <a:cubicBezTo>
                        <a:pt x="79" y="38"/>
                        <a:pt x="84" y="33"/>
                        <a:pt x="91" y="32"/>
                      </a:cubicBezTo>
                      <a:cubicBezTo>
                        <a:pt x="96" y="31"/>
                        <a:pt x="104" y="30"/>
                        <a:pt x="104" y="37"/>
                      </a:cubicBezTo>
                      <a:cubicBezTo>
                        <a:pt x="104" y="39"/>
                        <a:pt x="102" y="41"/>
                        <a:pt x="101" y="43"/>
                      </a:cubicBezTo>
                      <a:cubicBezTo>
                        <a:pt x="98" y="43"/>
                        <a:pt x="99" y="43"/>
                        <a:pt x="97" y="43"/>
                      </a:cubicBezTo>
                      <a:cubicBezTo>
                        <a:pt x="96" y="43"/>
                        <a:pt x="93" y="42"/>
                        <a:pt x="92" y="41"/>
                      </a:cubicBezTo>
                      <a:cubicBezTo>
                        <a:pt x="85" y="46"/>
                        <a:pt x="88" y="49"/>
                        <a:pt x="85" y="56"/>
                      </a:cubicBezTo>
                      <a:cubicBezTo>
                        <a:pt x="84" y="57"/>
                        <a:pt x="81" y="64"/>
                        <a:pt x="81" y="64"/>
                      </a:cubicBezTo>
                      <a:cubicBezTo>
                        <a:pt x="80" y="66"/>
                        <a:pt x="80" y="64"/>
                        <a:pt x="78" y="67"/>
                      </a:cubicBezTo>
                      <a:cubicBezTo>
                        <a:pt x="77" y="70"/>
                        <a:pt x="78" y="68"/>
                        <a:pt x="76" y="70"/>
                      </a:cubicBezTo>
                      <a:cubicBezTo>
                        <a:pt x="74" y="67"/>
                        <a:pt x="72" y="66"/>
                        <a:pt x="72" y="62"/>
                      </a:cubicBezTo>
                      <a:cubicBezTo>
                        <a:pt x="72" y="61"/>
                        <a:pt x="75" y="55"/>
                        <a:pt x="76" y="54"/>
                      </a:cubicBezTo>
                      <a:cubicBezTo>
                        <a:pt x="75" y="51"/>
                        <a:pt x="75" y="48"/>
                        <a:pt x="72" y="48"/>
                      </a:cubicBezTo>
                      <a:cubicBezTo>
                        <a:pt x="71" y="48"/>
                        <a:pt x="70" y="49"/>
                        <a:pt x="70" y="49"/>
                      </a:cubicBezTo>
                      <a:cubicBezTo>
                        <a:pt x="70" y="55"/>
                        <a:pt x="67" y="55"/>
                        <a:pt x="63" y="57"/>
                      </a:cubicBezTo>
                      <a:cubicBezTo>
                        <a:pt x="62" y="56"/>
                        <a:pt x="60" y="55"/>
                        <a:pt x="59" y="55"/>
                      </a:cubicBezTo>
                      <a:cubicBezTo>
                        <a:pt x="58" y="55"/>
                        <a:pt x="56" y="57"/>
                        <a:pt x="56" y="57"/>
                      </a:cubicBezTo>
                      <a:cubicBezTo>
                        <a:pt x="58" y="60"/>
                        <a:pt x="59" y="60"/>
                        <a:pt x="61" y="64"/>
                      </a:cubicBezTo>
                      <a:cubicBezTo>
                        <a:pt x="61" y="66"/>
                        <a:pt x="61" y="66"/>
                        <a:pt x="61" y="66"/>
                      </a:cubicBezTo>
                      <a:cubicBezTo>
                        <a:pt x="61" y="67"/>
                        <a:pt x="61" y="67"/>
                        <a:pt x="61" y="67"/>
                      </a:cubicBezTo>
                      <a:cubicBezTo>
                        <a:pt x="59" y="70"/>
                        <a:pt x="59" y="70"/>
                        <a:pt x="59" y="70"/>
                      </a:cubicBezTo>
                      <a:cubicBezTo>
                        <a:pt x="60" y="71"/>
                        <a:pt x="58" y="71"/>
                        <a:pt x="61" y="71"/>
                      </a:cubicBezTo>
                      <a:cubicBezTo>
                        <a:pt x="64" y="71"/>
                        <a:pt x="66" y="72"/>
                        <a:pt x="68" y="74"/>
                      </a:cubicBezTo>
                      <a:cubicBezTo>
                        <a:pt x="68" y="75"/>
                        <a:pt x="68" y="75"/>
                        <a:pt x="68" y="75"/>
                      </a:cubicBezTo>
                      <a:cubicBezTo>
                        <a:pt x="68" y="78"/>
                        <a:pt x="68" y="78"/>
                        <a:pt x="68" y="78"/>
                      </a:cubicBezTo>
                      <a:cubicBezTo>
                        <a:pt x="68" y="82"/>
                        <a:pt x="58" y="85"/>
                        <a:pt x="55" y="86"/>
                      </a:cubicBezTo>
                      <a:cubicBezTo>
                        <a:pt x="50" y="88"/>
                        <a:pt x="44" y="91"/>
                        <a:pt x="40" y="92"/>
                      </a:cubicBezTo>
                      <a:cubicBezTo>
                        <a:pt x="36" y="94"/>
                        <a:pt x="35" y="94"/>
                        <a:pt x="32" y="96"/>
                      </a:cubicBezTo>
                      <a:cubicBezTo>
                        <a:pt x="29" y="97"/>
                        <a:pt x="27" y="97"/>
                        <a:pt x="24" y="99"/>
                      </a:cubicBezTo>
                      <a:cubicBezTo>
                        <a:pt x="20" y="101"/>
                        <a:pt x="13" y="104"/>
                        <a:pt x="9" y="104"/>
                      </a:cubicBezTo>
                      <a:cubicBezTo>
                        <a:pt x="3" y="105"/>
                        <a:pt x="3" y="105"/>
                        <a:pt x="3" y="105"/>
                      </a:cubicBezTo>
                      <a:cubicBezTo>
                        <a:pt x="1" y="105"/>
                        <a:pt x="1" y="106"/>
                        <a:pt x="0" y="107"/>
                      </a:cubicBezTo>
                      <a:cubicBezTo>
                        <a:pt x="0" y="108"/>
                        <a:pt x="0" y="111"/>
                        <a:pt x="2" y="112"/>
                      </a:cubicBezTo>
                      <a:cubicBezTo>
                        <a:pt x="4" y="114"/>
                        <a:pt x="3" y="114"/>
                        <a:pt x="5" y="115"/>
                      </a:cubicBezTo>
                      <a:cubicBezTo>
                        <a:pt x="6" y="116"/>
                        <a:pt x="12" y="119"/>
                        <a:pt x="14" y="120"/>
                      </a:cubicBezTo>
                      <a:cubicBezTo>
                        <a:pt x="15" y="119"/>
                        <a:pt x="15" y="119"/>
                        <a:pt x="17" y="119"/>
                      </a:cubicBezTo>
                      <a:cubicBezTo>
                        <a:pt x="20" y="119"/>
                        <a:pt x="30" y="110"/>
                        <a:pt x="32" y="108"/>
                      </a:cubicBezTo>
                      <a:cubicBezTo>
                        <a:pt x="36" y="104"/>
                        <a:pt x="42" y="101"/>
                        <a:pt x="47" y="98"/>
                      </a:cubicBezTo>
                      <a:cubicBezTo>
                        <a:pt x="50" y="96"/>
                        <a:pt x="52" y="95"/>
                        <a:pt x="55" y="93"/>
                      </a:cubicBezTo>
                      <a:cubicBezTo>
                        <a:pt x="57" y="92"/>
                        <a:pt x="58" y="92"/>
                        <a:pt x="59" y="91"/>
                      </a:cubicBezTo>
                      <a:cubicBezTo>
                        <a:pt x="61" y="90"/>
                        <a:pt x="61" y="90"/>
                        <a:pt x="63" y="89"/>
                      </a:cubicBezTo>
                      <a:cubicBezTo>
                        <a:pt x="68" y="87"/>
                        <a:pt x="74" y="80"/>
                        <a:pt x="79" y="80"/>
                      </a:cubicBezTo>
                      <a:cubicBezTo>
                        <a:pt x="81" y="80"/>
                        <a:pt x="82" y="82"/>
                        <a:pt x="82" y="83"/>
                      </a:cubicBezTo>
                      <a:cubicBezTo>
                        <a:pt x="82" y="85"/>
                        <a:pt x="82" y="85"/>
                        <a:pt x="82" y="85"/>
                      </a:cubicBezTo>
                      <a:cubicBezTo>
                        <a:pt x="82" y="86"/>
                        <a:pt x="82" y="86"/>
                        <a:pt x="82" y="86"/>
                      </a:cubicBezTo>
                      <a:cubicBezTo>
                        <a:pt x="80" y="90"/>
                        <a:pt x="79" y="89"/>
                        <a:pt x="78" y="93"/>
                      </a:cubicBezTo>
                      <a:cubicBezTo>
                        <a:pt x="75" y="94"/>
                        <a:pt x="75" y="94"/>
                        <a:pt x="74" y="97"/>
                      </a:cubicBezTo>
                      <a:cubicBezTo>
                        <a:pt x="69" y="98"/>
                        <a:pt x="71" y="99"/>
                        <a:pt x="67" y="101"/>
                      </a:cubicBezTo>
                      <a:cubicBezTo>
                        <a:pt x="63" y="103"/>
                        <a:pt x="63" y="103"/>
                        <a:pt x="61" y="107"/>
                      </a:cubicBezTo>
                      <a:cubicBezTo>
                        <a:pt x="61" y="110"/>
                        <a:pt x="64" y="114"/>
                        <a:pt x="64" y="117"/>
                      </a:cubicBezTo>
                      <a:cubicBezTo>
                        <a:pt x="64" y="118"/>
                        <a:pt x="64" y="118"/>
                        <a:pt x="64" y="118"/>
                      </a:cubicBezTo>
                      <a:cubicBezTo>
                        <a:pt x="64" y="119"/>
                        <a:pt x="64" y="119"/>
                        <a:pt x="64" y="119"/>
                      </a:cubicBezTo>
                      <a:cubicBezTo>
                        <a:pt x="61" y="123"/>
                        <a:pt x="60" y="125"/>
                        <a:pt x="55" y="126"/>
                      </a:cubicBezTo>
                      <a:cubicBezTo>
                        <a:pt x="51" y="127"/>
                        <a:pt x="43" y="129"/>
                        <a:pt x="41" y="129"/>
                      </a:cubicBezTo>
                      <a:cubicBezTo>
                        <a:pt x="40" y="129"/>
                        <a:pt x="40" y="129"/>
                        <a:pt x="40" y="129"/>
                      </a:cubicBezTo>
                      <a:cubicBezTo>
                        <a:pt x="32" y="130"/>
                        <a:pt x="32" y="130"/>
                        <a:pt x="32" y="130"/>
                      </a:cubicBezTo>
                      <a:cubicBezTo>
                        <a:pt x="30" y="130"/>
                        <a:pt x="30" y="130"/>
                        <a:pt x="30" y="130"/>
                      </a:cubicBezTo>
                      <a:cubicBezTo>
                        <a:pt x="27" y="132"/>
                        <a:pt x="27" y="132"/>
                        <a:pt x="27" y="132"/>
                      </a:cubicBezTo>
                      <a:cubicBezTo>
                        <a:pt x="30" y="136"/>
                        <a:pt x="30" y="138"/>
                        <a:pt x="35" y="141"/>
                      </a:cubicBezTo>
                      <a:cubicBezTo>
                        <a:pt x="36" y="141"/>
                        <a:pt x="36" y="141"/>
                        <a:pt x="36" y="141"/>
                      </a:cubicBezTo>
                      <a:cubicBezTo>
                        <a:pt x="38" y="141"/>
                        <a:pt x="38" y="141"/>
                        <a:pt x="38" y="141"/>
                      </a:cubicBezTo>
                      <a:cubicBezTo>
                        <a:pt x="39" y="141"/>
                        <a:pt x="39" y="141"/>
                        <a:pt x="39" y="141"/>
                      </a:cubicBezTo>
                      <a:cubicBezTo>
                        <a:pt x="43" y="138"/>
                        <a:pt x="51" y="133"/>
                        <a:pt x="56" y="133"/>
                      </a:cubicBezTo>
                      <a:cubicBezTo>
                        <a:pt x="58" y="133"/>
                        <a:pt x="58" y="133"/>
                        <a:pt x="58" y="133"/>
                      </a:cubicBezTo>
                      <a:cubicBezTo>
                        <a:pt x="62" y="133"/>
                        <a:pt x="63" y="137"/>
                        <a:pt x="63" y="141"/>
                      </a:cubicBezTo>
                      <a:cubicBezTo>
                        <a:pt x="63" y="143"/>
                        <a:pt x="63" y="143"/>
                        <a:pt x="63" y="143"/>
                      </a:cubicBezTo>
                      <a:cubicBezTo>
                        <a:pt x="63" y="150"/>
                        <a:pt x="60" y="152"/>
                        <a:pt x="56" y="154"/>
                      </a:cubicBezTo>
                      <a:cubicBezTo>
                        <a:pt x="55" y="154"/>
                        <a:pt x="55" y="154"/>
                        <a:pt x="55" y="154"/>
                      </a:cubicBezTo>
                      <a:cubicBezTo>
                        <a:pt x="53" y="154"/>
                        <a:pt x="53" y="154"/>
                        <a:pt x="53" y="154"/>
                      </a:cubicBezTo>
                      <a:cubicBezTo>
                        <a:pt x="52" y="154"/>
                        <a:pt x="52" y="154"/>
                        <a:pt x="51" y="153"/>
                      </a:cubicBezTo>
                      <a:cubicBezTo>
                        <a:pt x="50" y="154"/>
                        <a:pt x="50" y="154"/>
                        <a:pt x="49" y="154"/>
                      </a:cubicBezTo>
                      <a:cubicBezTo>
                        <a:pt x="47" y="154"/>
                        <a:pt x="47" y="154"/>
                        <a:pt x="47" y="154"/>
                      </a:cubicBezTo>
                      <a:cubicBezTo>
                        <a:pt x="47" y="155"/>
                        <a:pt x="46" y="155"/>
                        <a:pt x="46" y="156"/>
                      </a:cubicBezTo>
                      <a:cubicBezTo>
                        <a:pt x="46" y="158"/>
                        <a:pt x="53" y="165"/>
                        <a:pt x="55" y="166"/>
                      </a:cubicBezTo>
                      <a:cubicBezTo>
                        <a:pt x="56" y="166"/>
                        <a:pt x="56" y="166"/>
                        <a:pt x="56" y="166"/>
                      </a:cubicBezTo>
                      <a:cubicBezTo>
                        <a:pt x="61" y="166"/>
                        <a:pt x="61" y="166"/>
                        <a:pt x="61" y="166"/>
                      </a:cubicBezTo>
                      <a:cubicBezTo>
                        <a:pt x="66" y="166"/>
                        <a:pt x="69" y="163"/>
                        <a:pt x="71" y="160"/>
                      </a:cubicBezTo>
                      <a:cubicBezTo>
                        <a:pt x="74" y="155"/>
                        <a:pt x="74" y="151"/>
                        <a:pt x="76" y="148"/>
                      </a:cubicBezTo>
                      <a:cubicBezTo>
                        <a:pt x="75" y="146"/>
                        <a:pt x="75" y="148"/>
                        <a:pt x="75" y="146"/>
                      </a:cubicBezTo>
                      <a:cubicBezTo>
                        <a:pt x="75" y="138"/>
                        <a:pt x="75" y="138"/>
                        <a:pt x="75" y="138"/>
                      </a:cubicBezTo>
                      <a:cubicBezTo>
                        <a:pt x="75" y="130"/>
                        <a:pt x="74" y="128"/>
                        <a:pt x="80" y="124"/>
                      </a:cubicBezTo>
                      <a:cubicBezTo>
                        <a:pt x="81" y="124"/>
                        <a:pt x="81" y="124"/>
                        <a:pt x="81" y="124"/>
                      </a:cubicBezTo>
                      <a:cubicBezTo>
                        <a:pt x="90" y="124"/>
                        <a:pt x="90" y="127"/>
                        <a:pt x="94" y="120"/>
                      </a:cubicBezTo>
                      <a:cubicBezTo>
                        <a:pt x="92" y="117"/>
                        <a:pt x="91" y="116"/>
                        <a:pt x="88" y="115"/>
                      </a:cubicBezTo>
                      <a:cubicBezTo>
                        <a:pt x="86" y="116"/>
                        <a:pt x="84" y="117"/>
                        <a:pt x="81" y="117"/>
                      </a:cubicBezTo>
                      <a:cubicBezTo>
                        <a:pt x="79" y="117"/>
                        <a:pt x="79" y="117"/>
                        <a:pt x="79" y="117"/>
                      </a:cubicBezTo>
                      <a:cubicBezTo>
                        <a:pt x="77" y="116"/>
                        <a:pt x="72" y="109"/>
                        <a:pt x="72" y="107"/>
                      </a:cubicBezTo>
                      <a:cubicBezTo>
                        <a:pt x="72" y="105"/>
                        <a:pt x="72" y="105"/>
                        <a:pt x="72" y="105"/>
                      </a:cubicBezTo>
                      <a:cubicBezTo>
                        <a:pt x="72" y="99"/>
                        <a:pt x="75" y="100"/>
                        <a:pt x="78" y="96"/>
                      </a:cubicBezTo>
                      <a:cubicBezTo>
                        <a:pt x="80" y="96"/>
                        <a:pt x="80" y="96"/>
                        <a:pt x="80" y="96"/>
                      </a:cubicBezTo>
                      <a:cubicBezTo>
                        <a:pt x="82" y="93"/>
                        <a:pt x="89" y="90"/>
                        <a:pt x="92" y="89"/>
                      </a:cubicBezTo>
                      <a:cubicBezTo>
                        <a:pt x="95" y="87"/>
                        <a:pt x="101" y="83"/>
                        <a:pt x="101" y="80"/>
                      </a:cubicBezTo>
                      <a:cubicBezTo>
                        <a:pt x="101" y="77"/>
                        <a:pt x="101" y="79"/>
                        <a:pt x="102" y="78"/>
                      </a:cubicBezTo>
                      <a:cubicBezTo>
                        <a:pt x="101" y="77"/>
                        <a:pt x="101" y="79"/>
                        <a:pt x="101" y="77"/>
                      </a:cubicBezTo>
                      <a:cubicBezTo>
                        <a:pt x="101" y="73"/>
                        <a:pt x="96" y="64"/>
                        <a:pt x="95" y="61"/>
                      </a:cubicBezTo>
                      <a:cubicBezTo>
                        <a:pt x="95" y="61"/>
                        <a:pt x="101" y="55"/>
                        <a:pt x="102" y="55"/>
                      </a:cubicBezTo>
                      <a:cubicBezTo>
                        <a:pt x="104" y="52"/>
                        <a:pt x="106" y="51"/>
                        <a:pt x="109" y="48"/>
                      </a:cubicBezTo>
                      <a:cubicBezTo>
                        <a:pt x="110" y="47"/>
                        <a:pt x="112" y="46"/>
                        <a:pt x="113" y="45"/>
                      </a:cubicBezTo>
                      <a:cubicBezTo>
                        <a:pt x="114" y="44"/>
                        <a:pt x="115" y="43"/>
                        <a:pt x="116" y="42"/>
                      </a:cubicBezTo>
                      <a:cubicBezTo>
                        <a:pt x="118" y="39"/>
                        <a:pt x="118" y="35"/>
                        <a:pt x="121" y="34"/>
                      </a:cubicBezTo>
                      <a:cubicBezTo>
                        <a:pt x="121" y="32"/>
                        <a:pt x="121" y="32"/>
                        <a:pt x="121" y="32"/>
                      </a:cubicBezTo>
                      <a:cubicBezTo>
                        <a:pt x="121" y="27"/>
                        <a:pt x="123" y="30"/>
                        <a:pt x="120" y="24"/>
                      </a:cubicBezTo>
                      <a:cubicBezTo>
                        <a:pt x="118" y="20"/>
                        <a:pt x="118" y="20"/>
                        <a:pt x="116" y="17"/>
                      </a:cubicBezTo>
                      <a:cubicBezTo>
                        <a:pt x="113" y="17"/>
                        <a:pt x="113" y="17"/>
                        <a:pt x="113" y="17"/>
                      </a:cubicBezTo>
                      <a:cubicBezTo>
                        <a:pt x="111" y="17"/>
                        <a:pt x="105" y="19"/>
                        <a:pt x="104" y="20"/>
                      </a:cubicBezTo>
                      <a:cubicBezTo>
                        <a:pt x="101" y="23"/>
                        <a:pt x="102" y="23"/>
                        <a:pt x="96" y="24"/>
                      </a:cubicBezTo>
                      <a:lnTo>
                        <a:pt x="93" y="2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5" name="íṥḻiďê"/>
                <p:cNvSpPr/>
                <p:nvPr/>
              </p:nvSpPr>
              <p:spPr bwMode="auto">
                <a:xfrm>
                  <a:off x="5159376" y="3357563"/>
                  <a:ext cx="117475" cy="366713"/>
                </a:xfrm>
                <a:custGeom>
                  <a:avLst/>
                  <a:gdLst>
                    <a:gd name="T0" fmla="*/ 23 w 36"/>
                    <a:gd name="T1" fmla="*/ 14 h 110"/>
                    <a:gd name="T2" fmla="*/ 23 w 36"/>
                    <a:gd name="T3" fmla="*/ 12 h 110"/>
                    <a:gd name="T4" fmla="*/ 18 w 36"/>
                    <a:gd name="T5" fmla="*/ 6 h 110"/>
                    <a:gd name="T6" fmla="*/ 13 w 36"/>
                    <a:gd name="T7" fmla="*/ 0 h 110"/>
                    <a:gd name="T8" fmla="*/ 11 w 36"/>
                    <a:gd name="T9" fmla="*/ 4 h 110"/>
                    <a:gd name="T10" fmla="*/ 13 w 36"/>
                    <a:gd name="T11" fmla="*/ 16 h 110"/>
                    <a:gd name="T12" fmla="*/ 12 w 36"/>
                    <a:gd name="T13" fmla="*/ 34 h 110"/>
                    <a:gd name="T14" fmla="*/ 7 w 36"/>
                    <a:gd name="T15" fmla="*/ 65 h 110"/>
                    <a:gd name="T16" fmla="*/ 3 w 36"/>
                    <a:gd name="T17" fmla="*/ 80 h 110"/>
                    <a:gd name="T18" fmla="*/ 0 w 36"/>
                    <a:gd name="T19" fmla="*/ 95 h 110"/>
                    <a:gd name="T20" fmla="*/ 0 w 36"/>
                    <a:gd name="T21" fmla="*/ 98 h 110"/>
                    <a:gd name="T22" fmla="*/ 0 w 36"/>
                    <a:gd name="T23" fmla="*/ 100 h 110"/>
                    <a:gd name="T24" fmla="*/ 4 w 36"/>
                    <a:gd name="T25" fmla="*/ 105 h 110"/>
                    <a:gd name="T26" fmla="*/ 9 w 36"/>
                    <a:gd name="T27" fmla="*/ 110 h 110"/>
                    <a:gd name="T28" fmla="*/ 15 w 36"/>
                    <a:gd name="T29" fmla="*/ 104 h 110"/>
                    <a:gd name="T30" fmla="*/ 18 w 36"/>
                    <a:gd name="T31" fmla="*/ 96 h 110"/>
                    <a:gd name="T32" fmla="*/ 18 w 36"/>
                    <a:gd name="T33" fmla="*/ 90 h 110"/>
                    <a:gd name="T34" fmla="*/ 21 w 36"/>
                    <a:gd name="T35" fmla="*/ 71 h 110"/>
                    <a:gd name="T36" fmla="*/ 25 w 36"/>
                    <a:gd name="T37" fmla="*/ 53 h 110"/>
                    <a:gd name="T38" fmla="*/ 30 w 36"/>
                    <a:gd name="T39" fmla="*/ 36 h 110"/>
                    <a:gd name="T40" fmla="*/ 35 w 36"/>
                    <a:gd name="T41" fmla="*/ 20 h 110"/>
                    <a:gd name="T42" fmla="*/ 33 w 36"/>
                    <a:gd name="T43" fmla="*/ 20 h 110"/>
                    <a:gd name="T44" fmla="*/ 30 w 36"/>
                    <a:gd name="T45" fmla="*/ 22 h 110"/>
                    <a:gd name="T46" fmla="*/ 23 w 36"/>
                    <a:gd name="T47" fmla="*/ 17 h 110"/>
                    <a:gd name="T48" fmla="*/ 23 w 36"/>
                    <a:gd name="T49" fmla="*/ 15 h 110"/>
                    <a:gd name="T50" fmla="*/ 23 w 36"/>
                    <a:gd name="T51" fmla="*/ 14 h 1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6" h="110">
                      <a:moveTo>
                        <a:pt x="23" y="14"/>
                      </a:moveTo>
                      <a:cubicBezTo>
                        <a:pt x="23" y="12"/>
                        <a:pt x="23" y="12"/>
                        <a:pt x="23" y="12"/>
                      </a:cubicBezTo>
                      <a:cubicBezTo>
                        <a:pt x="21" y="8"/>
                        <a:pt x="22" y="9"/>
                        <a:pt x="18" y="6"/>
                      </a:cubicBezTo>
                      <a:cubicBezTo>
                        <a:pt x="17" y="4"/>
                        <a:pt x="15" y="2"/>
                        <a:pt x="13" y="0"/>
                      </a:cubicBezTo>
                      <a:cubicBezTo>
                        <a:pt x="12" y="1"/>
                        <a:pt x="11" y="3"/>
                        <a:pt x="11" y="4"/>
                      </a:cubicBezTo>
                      <a:cubicBezTo>
                        <a:pt x="11" y="7"/>
                        <a:pt x="13" y="12"/>
                        <a:pt x="13" y="16"/>
                      </a:cubicBezTo>
                      <a:cubicBezTo>
                        <a:pt x="12" y="34"/>
                        <a:pt x="12" y="34"/>
                        <a:pt x="12" y="34"/>
                      </a:cubicBezTo>
                      <a:cubicBezTo>
                        <a:pt x="12" y="43"/>
                        <a:pt x="9" y="56"/>
                        <a:pt x="7" y="65"/>
                      </a:cubicBezTo>
                      <a:cubicBezTo>
                        <a:pt x="6" y="72"/>
                        <a:pt x="4" y="75"/>
                        <a:pt x="3" y="80"/>
                      </a:cubicBezTo>
                      <a:cubicBezTo>
                        <a:pt x="2" y="85"/>
                        <a:pt x="0" y="91"/>
                        <a:pt x="0" y="95"/>
                      </a:cubicBezTo>
                      <a:cubicBezTo>
                        <a:pt x="0" y="98"/>
                        <a:pt x="0" y="98"/>
                        <a:pt x="0" y="98"/>
                      </a:cubicBezTo>
                      <a:cubicBezTo>
                        <a:pt x="0" y="100"/>
                        <a:pt x="0" y="100"/>
                        <a:pt x="0" y="100"/>
                      </a:cubicBezTo>
                      <a:cubicBezTo>
                        <a:pt x="2" y="102"/>
                        <a:pt x="2" y="103"/>
                        <a:pt x="4" y="105"/>
                      </a:cubicBezTo>
                      <a:cubicBezTo>
                        <a:pt x="6" y="108"/>
                        <a:pt x="7" y="108"/>
                        <a:pt x="9" y="110"/>
                      </a:cubicBezTo>
                      <a:cubicBezTo>
                        <a:pt x="12" y="108"/>
                        <a:pt x="13" y="108"/>
                        <a:pt x="15" y="104"/>
                      </a:cubicBezTo>
                      <a:cubicBezTo>
                        <a:pt x="16" y="102"/>
                        <a:pt x="18" y="99"/>
                        <a:pt x="18" y="96"/>
                      </a:cubicBezTo>
                      <a:cubicBezTo>
                        <a:pt x="18" y="90"/>
                        <a:pt x="18" y="90"/>
                        <a:pt x="18" y="90"/>
                      </a:cubicBezTo>
                      <a:cubicBezTo>
                        <a:pt x="18" y="83"/>
                        <a:pt x="20" y="77"/>
                        <a:pt x="21" y="71"/>
                      </a:cubicBezTo>
                      <a:cubicBezTo>
                        <a:pt x="23" y="65"/>
                        <a:pt x="23" y="59"/>
                        <a:pt x="25" y="53"/>
                      </a:cubicBezTo>
                      <a:cubicBezTo>
                        <a:pt x="26" y="47"/>
                        <a:pt x="29" y="42"/>
                        <a:pt x="30" y="36"/>
                      </a:cubicBezTo>
                      <a:cubicBezTo>
                        <a:pt x="31" y="28"/>
                        <a:pt x="34" y="27"/>
                        <a:pt x="35" y="20"/>
                      </a:cubicBezTo>
                      <a:cubicBezTo>
                        <a:pt x="34" y="19"/>
                        <a:pt x="36" y="20"/>
                        <a:pt x="33" y="20"/>
                      </a:cubicBezTo>
                      <a:cubicBezTo>
                        <a:pt x="33" y="20"/>
                        <a:pt x="30" y="22"/>
                        <a:pt x="30" y="22"/>
                      </a:cubicBezTo>
                      <a:cubicBezTo>
                        <a:pt x="25" y="21"/>
                        <a:pt x="25" y="21"/>
                        <a:pt x="23" y="17"/>
                      </a:cubicBezTo>
                      <a:cubicBezTo>
                        <a:pt x="23" y="15"/>
                        <a:pt x="23" y="15"/>
                        <a:pt x="23" y="15"/>
                      </a:cubicBezTo>
                      <a:lnTo>
                        <a:pt x="23" y="14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grpSp>
            <p:nvGrpSpPr>
              <p:cNvPr id="249" name="ïšľîḍê"/>
              <p:cNvGrpSpPr/>
              <p:nvPr/>
            </p:nvGrpSpPr>
            <p:grpSpPr>
              <a:xfrm>
                <a:off x="4412452" y="3781425"/>
                <a:ext cx="2312689" cy="166461"/>
                <a:chOff x="6986588" y="3521075"/>
                <a:chExt cx="1654176" cy="119063"/>
              </a:xfrm>
            </p:grpSpPr>
            <p:sp>
              <p:nvSpPr>
                <p:cNvPr id="250" name="îṩľîḑê"/>
                <p:cNvSpPr/>
                <p:nvPr/>
              </p:nvSpPr>
              <p:spPr bwMode="auto">
                <a:xfrm>
                  <a:off x="6986588" y="3521075"/>
                  <a:ext cx="155575" cy="119063"/>
                </a:xfrm>
                <a:custGeom>
                  <a:avLst/>
                  <a:gdLst>
                    <a:gd name="T0" fmla="*/ 84 w 98"/>
                    <a:gd name="T1" fmla="*/ 0 h 75"/>
                    <a:gd name="T2" fmla="*/ 59 w 98"/>
                    <a:gd name="T3" fmla="*/ 52 h 75"/>
                    <a:gd name="T4" fmla="*/ 57 w 98"/>
                    <a:gd name="T5" fmla="*/ 0 h 75"/>
                    <a:gd name="T6" fmla="*/ 40 w 98"/>
                    <a:gd name="T7" fmla="*/ 0 h 75"/>
                    <a:gd name="T8" fmla="*/ 15 w 98"/>
                    <a:gd name="T9" fmla="*/ 52 h 75"/>
                    <a:gd name="T10" fmla="*/ 15 w 98"/>
                    <a:gd name="T11" fmla="*/ 0 h 75"/>
                    <a:gd name="T12" fmla="*/ 0 w 98"/>
                    <a:gd name="T13" fmla="*/ 0 h 75"/>
                    <a:gd name="T14" fmla="*/ 2 w 98"/>
                    <a:gd name="T15" fmla="*/ 75 h 75"/>
                    <a:gd name="T16" fmla="*/ 19 w 98"/>
                    <a:gd name="T17" fmla="*/ 75 h 75"/>
                    <a:gd name="T18" fmla="*/ 44 w 98"/>
                    <a:gd name="T19" fmla="*/ 21 h 75"/>
                    <a:gd name="T20" fmla="*/ 46 w 98"/>
                    <a:gd name="T21" fmla="*/ 75 h 75"/>
                    <a:gd name="T22" fmla="*/ 63 w 98"/>
                    <a:gd name="T23" fmla="*/ 75 h 75"/>
                    <a:gd name="T24" fmla="*/ 98 w 98"/>
                    <a:gd name="T25" fmla="*/ 0 h 75"/>
                    <a:gd name="T26" fmla="*/ 84 w 98"/>
                    <a:gd name="T27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98" h="75">
                      <a:moveTo>
                        <a:pt x="84" y="0"/>
                      </a:moveTo>
                      <a:lnTo>
                        <a:pt x="59" y="52"/>
                      </a:lnTo>
                      <a:lnTo>
                        <a:pt x="57" y="0"/>
                      </a:lnTo>
                      <a:lnTo>
                        <a:pt x="40" y="0"/>
                      </a:lnTo>
                      <a:lnTo>
                        <a:pt x="15" y="52"/>
                      </a:ln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2" y="75"/>
                      </a:lnTo>
                      <a:lnTo>
                        <a:pt x="19" y="75"/>
                      </a:lnTo>
                      <a:lnTo>
                        <a:pt x="44" y="21"/>
                      </a:lnTo>
                      <a:lnTo>
                        <a:pt x="46" y="75"/>
                      </a:lnTo>
                      <a:lnTo>
                        <a:pt x="63" y="75"/>
                      </a:lnTo>
                      <a:lnTo>
                        <a:pt x="98" y="0"/>
                      </a:lnTo>
                      <a:lnTo>
                        <a:pt x="8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1" name="îṩḷîde"/>
                <p:cNvSpPr/>
                <p:nvPr/>
              </p:nvSpPr>
              <p:spPr bwMode="auto">
                <a:xfrm>
                  <a:off x="7135813" y="3521075"/>
                  <a:ext cx="112713" cy="119063"/>
                </a:xfrm>
                <a:custGeom>
                  <a:avLst/>
                  <a:gdLst>
                    <a:gd name="T0" fmla="*/ 22 w 34"/>
                    <a:gd name="T1" fmla="*/ 20 h 36"/>
                    <a:gd name="T2" fmla="*/ 20 w 34"/>
                    <a:gd name="T3" fmla="*/ 26 h 36"/>
                    <a:gd name="T4" fmla="*/ 18 w 34"/>
                    <a:gd name="T5" fmla="*/ 29 h 36"/>
                    <a:gd name="T6" fmla="*/ 13 w 34"/>
                    <a:gd name="T7" fmla="*/ 30 h 36"/>
                    <a:gd name="T8" fmla="*/ 9 w 34"/>
                    <a:gd name="T9" fmla="*/ 29 h 36"/>
                    <a:gd name="T10" fmla="*/ 7 w 34"/>
                    <a:gd name="T11" fmla="*/ 25 h 36"/>
                    <a:gd name="T12" fmla="*/ 7 w 34"/>
                    <a:gd name="T13" fmla="*/ 24 h 36"/>
                    <a:gd name="T14" fmla="*/ 8 w 34"/>
                    <a:gd name="T15" fmla="*/ 19 h 36"/>
                    <a:gd name="T16" fmla="*/ 12 w 34"/>
                    <a:gd name="T17" fmla="*/ 0 h 36"/>
                    <a:gd name="T18" fmla="*/ 5 w 34"/>
                    <a:gd name="T19" fmla="*/ 0 h 36"/>
                    <a:gd name="T20" fmla="*/ 1 w 34"/>
                    <a:gd name="T21" fmla="*/ 19 h 36"/>
                    <a:gd name="T22" fmla="*/ 0 w 34"/>
                    <a:gd name="T23" fmla="*/ 23 h 36"/>
                    <a:gd name="T24" fmla="*/ 0 w 34"/>
                    <a:gd name="T25" fmla="*/ 25 h 36"/>
                    <a:gd name="T26" fmla="*/ 3 w 34"/>
                    <a:gd name="T27" fmla="*/ 33 h 36"/>
                    <a:gd name="T28" fmla="*/ 13 w 34"/>
                    <a:gd name="T29" fmla="*/ 36 h 36"/>
                    <a:gd name="T30" fmla="*/ 22 w 34"/>
                    <a:gd name="T31" fmla="*/ 34 h 36"/>
                    <a:gd name="T32" fmla="*/ 27 w 34"/>
                    <a:gd name="T33" fmla="*/ 29 h 36"/>
                    <a:gd name="T34" fmla="*/ 30 w 34"/>
                    <a:gd name="T35" fmla="*/ 20 h 36"/>
                    <a:gd name="T36" fmla="*/ 34 w 34"/>
                    <a:gd name="T37" fmla="*/ 0 h 36"/>
                    <a:gd name="T38" fmla="*/ 26 w 34"/>
                    <a:gd name="T39" fmla="*/ 0 h 36"/>
                    <a:gd name="T40" fmla="*/ 22 w 34"/>
                    <a:gd name="T41" fmla="*/ 2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34" h="36">
                      <a:moveTo>
                        <a:pt x="22" y="20"/>
                      </a:moveTo>
                      <a:cubicBezTo>
                        <a:pt x="22" y="23"/>
                        <a:pt x="21" y="25"/>
                        <a:pt x="20" y="26"/>
                      </a:cubicBezTo>
                      <a:cubicBezTo>
                        <a:pt x="20" y="28"/>
                        <a:pt x="19" y="29"/>
                        <a:pt x="18" y="29"/>
                      </a:cubicBezTo>
                      <a:cubicBezTo>
                        <a:pt x="17" y="30"/>
                        <a:pt x="15" y="30"/>
                        <a:pt x="13" y="30"/>
                      </a:cubicBezTo>
                      <a:cubicBezTo>
                        <a:pt x="11" y="30"/>
                        <a:pt x="10" y="30"/>
                        <a:pt x="9" y="29"/>
                      </a:cubicBezTo>
                      <a:cubicBezTo>
                        <a:pt x="8" y="28"/>
                        <a:pt x="7" y="27"/>
                        <a:pt x="7" y="25"/>
                      </a:cubicBezTo>
                      <a:cubicBezTo>
                        <a:pt x="7" y="25"/>
                        <a:pt x="7" y="25"/>
                        <a:pt x="7" y="24"/>
                      </a:cubicBezTo>
                      <a:cubicBezTo>
                        <a:pt x="8" y="19"/>
                        <a:pt x="8" y="19"/>
                        <a:pt x="8" y="19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1" y="19"/>
                        <a:pt x="1" y="19"/>
                        <a:pt x="1" y="19"/>
                      </a:cubicBezTo>
                      <a:cubicBezTo>
                        <a:pt x="1" y="21"/>
                        <a:pt x="0" y="23"/>
                        <a:pt x="0" y="23"/>
                      </a:cubicBezTo>
                      <a:cubicBezTo>
                        <a:pt x="0" y="24"/>
                        <a:pt x="0" y="25"/>
                        <a:pt x="0" y="25"/>
                      </a:cubicBezTo>
                      <a:cubicBezTo>
                        <a:pt x="0" y="29"/>
                        <a:pt x="1" y="31"/>
                        <a:pt x="3" y="33"/>
                      </a:cubicBezTo>
                      <a:cubicBezTo>
                        <a:pt x="6" y="35"/>
                        <a:pt x="9" y="36"/>
                        <a:pt x="13" y="36"/>
                      </a:cubicBezTo>
                      <a:cubicBezTo>
                        <a:pt x="16" y="36"/>
                        <a:pt x="19" y="36"/>
                        <a:pt x="22" y="34"/>
                      </a:cubicBezTo>
                      <a:cubicBezTo>
                        <a:pt x="24" y="33"/>
                        <a:pt x="25" y="31"/>
                        <a:pt x="27" y="29"/>
                      </a:cubicBezTo>
                      <a:cubicBezTo>
                        <a:pt x="28" y="27"/>
                        <a:pt x="29" y="24"/>
                        <a:pt x="30" y="20"/>
                      </a:cubicBezTo>
                      <a:cubicBezTo>
                        <a:pt x="34" y="0"/>
                        <a:pt x="34" y="0"/>
                        <a:pt x="34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lnTo>
                        <a:pt x="22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2" name="îṣḻîḑê"/>
                <p:cNvSpPr/>
                <p:nvPr/>
              </p:nvSpPr>
              <p:spPr bwMode="auto">
                <a:xfrm>
                  <a:off x="7248526" y="3521075"/>
                  <a:ext cx="114300" cy="119063"/>
                </a:xfrm>
                <a:custGeom>
                  <a:avLst/>
                  <a:gdLst>
                    <a:gd name="T0" fmla="*/ 58 w 72"/>
                    <a:gd name="T1" fmla="*/ 0 h 75"/>
                    <a:gd name="T2" fmla="*/ 52 w 72"/>
                    <a:gd name="T3" fmla="*/ 29 h 75"/>
                    <a:gd name="T4" fmla="*/ 22 w 72"/>
                    <a:gd name="T5" fmla="*/ 29 h 75"/>
                    <a:gd name="T6" fmla="*/ 29 w 72"/>
                    <a:gd name="T7" fmla="*/ 0 h 75"/>
                    <a:gd name="T8" fmla="*/ 14 w 72"/>
                    <a:gd name="T9" fmla="*/ 0 h 75"/>
                    <a:gd name="T10" fmla="*/ 0 w 72"/>
                    <a:gd name="T11" fmla="*/ 75 h 75"/>
                    <a:gd name="T12" fmla="*/ 14 w 72"/>
                    <a:gd name="T13" fmla="*/ 75 h 75"/>
                    <a:gd name="T14" fmla="*/ 20 w 72"/>
                    <a:gd name="T15" fmla="*/ 42 h 75"/>
                    <a:gd name="T16" fmla="*/ 50 w 72"/>
                    <a:gd name="T17" fmla="*/ 42 h 75"/>
                    <a:gd name="T18" fmla="*/ 43 w 72"/>
                    <a:gd name="T19" fmla="*/ 75 h 75"/>
                    <a:gd name="T20" fmla="*/ 58 w 72"/>
                    <a:gd name="T21" fmla="*/ 75 h 75"/>
                    <a:gd name="T22" fmla="*/ 72 w 72"/>
                    <a:gd name="T23" fmla="*/ 0 h 75"/>
                    <a:gd name="T24" fmla="*/ 58 w 72"/>
                    <a:gd name="T25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2" h="75">
                      <a:moveTo>
                        <a:pt x="58" y="0"/>
                      </a:moveTo>
                      <a:lnTo>
                        <a:pt x="52" y="29"/>
                      </a:lnTo>
                      <a:lnTo>
                        <a:pt x="22" y="29"/>
                      </a:lnTo>
                      <a:lnTo>
                        <a:pt x="29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lnTo>
                        <a:pt x="14" y="75"/>
                      </a:lnTo>
                      <a:lnTo>
                        <a:pt x="20" y="42"/>
                      </a:lnTo>
                      <a:lnTo>
                        <a:pt x="50" y="42"/>
                      </a:lnTo>
                      <a:lnTo>
                        <a:pt x="43" y="75"/>
                      </a:lnTo>
                      <a:lnTo>
                        <a:pt x="58" y="75"/>
                      </a:lnTo>
                      <a:lnTo>
                        <a:pt x="72" y="0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3" name="ïṥlíḑê"/>
                <p:cNvSpPr/>
                <p:nvPr/>
              </p:nvSpPr>
              <p:spPr bwMode="auto">
                <a:xfrm>
                  <a:off x="7356476" y="3521075"/>
                  <a:ext cx="112713" cy="119063"/>
                </a:xfrm>
                <a:custGeom>
                  <a:avLst/>
                  <a:gdLst>
                    <a:gd name="T0" fmla="*/ 42 w 71"/>
                    <a:gd name="T1" fmla="*/ 0 h 75"/>
                    <a:gd name="T2" fmla="*/ 0 w 71"/>
                    <a:gd name="T3" fmla="*/ 75 h 75"/>
                    <a:gd name="T4" fmla="*/ 15 w 71"/>
                    <a:gd name="T5" fmla="*/ 75 h 75"/>
                    <a:gd name="T6" fmla="*/ 23 w 71"/>
                    <a:gd name="T7" fmla="*/ 59 h 75"/>
                    <a:gd name="T8" fmla="*/ 54 w 71"/>
                    <a:gd name="T9" fmla="*/ 59 h 75"/>
                    <a:gd name="T10" fmla="*/ 56 w 71"/>
                    <a:gd name="T11" fmla="*/ 75 h 75"/>
                    <a:gd name="T12" fmla="*/ 71 w 71"/>
                    <a:gd name="T13" fmla="*/ 75 h 75"/>
                    <a:gd name="T14" fmla="*/ 58 w 71"/>
                    <a:gd name="T15" fmla="*/ 0 h 75"/>
                    <a:gd name="T16" fmla="*/ 42 w 71"/>
                    <a:gd name="T17" fmla="*/ 0 h 75"/>
                    <a:gd name="T18" fmla="*/ 29 w 71"/>
                    <a:gd name="T19" fmla="*/ 46 h 75"/>
                    <a:gd name="T20" fmla="*/ 48 w 71"/>
                    <a:gd name="T21" fmla="*/ 17 h 75"/>
                    <a:gd name="T22" fmla="*/ 52 w 71"/>
                    <a:gd name="T23" fmla="*/ 46 h 75"/>
                    <a:gd name="T24" fmla="*/ 29 w 71"/>
                    <a:gd name="T25" fmla="*/ 46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1" h="75">
                      <a:moveTo>
                        <a:pt x="42" y="0"/>
                      </a:moveTo>
                      <a:lnTo>
                        <a:pt x="0" y="75"/>
                      </a:lnTo>
                      <a:lnTo>
                        <a:pt x="15" y="75"/>
                      </a:lnTo>
                      <a:lnTo>
                        <a:pt x="23" y="59"/>
                      </a:lnTo>
                      <a:lnTo>
                        <a:pt x="54" y="59"/>
                      </a:lnTo>
                      <a:lnTo>
                        <a:pt x="56" y="75"/>
                      </a:lnTo>
                      <a:lnTo>
                        <a:pt x="71" y="75"/>
                      </a:lnTo>
                      <a:lnTo>
                        <a:pt x="58" y="0"/>
                      </a:lnTo>
                      <a:lnTo>
                        <a:pt x="42" y="0"/>
                      </a:lnTo>
                      <a:close/>
                      <a:moveTo>
                        <a:pt x="29" y="46"/>
                      </a:moveTo>
                      <a:lnTo>
                        <a:pt x="48" y="17"/>
                      </a:lnTo>
                      <a:lnTo>
                        <a:pt x="52" y="46"/>
                      </a:lnTo>
                      <a:lnTo>
                        <a:pt x="29" y="4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4" name="îş1íḋe"/>
                <p:cNvSpPr/>
                <p:nvPr/>
              </p:nvSpPr>
              <p:spPr bwMode="auto">
                <a:xfrm>
                  <a:off x="7481888" y="3521075"/>
                  <a:ext cx="119063" cy="119063"/>
                </a:xfrm>
                <a:custGeom>
                  <a:avLst/>
                  <a:gdLst>
                    <a:gd name="T0" fmla="*/ 50 w 75"/>
                    <a:gd name="T1" fmla="*/ 50 h 75"/>
                    <a:gd name="T2" fmla="*/ 31 w 75"/>
                    <a:gd name="T3" fmla="*/ 0 h 75"/>
                    <a:gd name="T4" fmla="*/ 17 w 75"/>
                    <a:gd name="T5" fmla="*/ 0 h 75"/>
                    <a:gd name="T6" fmla="*/ 0 w 75"/>
                    <a:gd name="T7" fmla="*/ 75 h 75"/>
                    <a:gd name="T8" fmla="*/ 15 w 75"/>
                    <a:gd name="T9" fmla="*/ 75 h 75"/>
                    <a:gd name="T10" fmla="*/ 25 w 75"/>
                    <a:gd name="T11" fmla="*/ 25 h 75"/>
                    <a:gd name="T12" fmla="*/ 46 w 75"/>
                    <a:gd name="T13" fmla="*/ 75 h 75"/>
                    <a:gd name="T14" fmla="*/ 58 w 75"/>
                    <a:gd name="T15" fmla="*/ 75 h 75"/>
                    <a:gd name="T16" fmla="*/ 75 w 75"/>
                    <a:gd name="T17" fmla="*/ 0 h 75"/>
                    <a:gd name="T18" fmla="*/ 61 w 75"/>
                    <a:gd name="T19" fmla="*/ 0 h 75"/>
                    <a:gd name="T20" fmla="*/ 50 w 75"/>
                    <a:gd name="T21" fmla="*/ 5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5" h="75">
                      <a:moveTo>
                        <a:pt x="50" y="50"/>
                      </a:moveTo>
                      <a:lnTo>
                        <a:pt x="31" y="0"/>
                      </a:lnTo>
                      <a:lnTo>
                        <a:pt x="17" y="0"/>
                      </a:lnTo>
                      <a:lnTo>
                        <a:pt x="0" y="75"/>
                      </a:lnTo>
                      <a:lnTo>
                        <a:pt x="15" y="75"/>
                      </a:lnTo>
                      <a:lnTo>
                        <a:pt x="25" y="25"/>
                      </a:lnTo>
                      <a:lnTo>
                        <a:pt x="46" y="75"/>
                      </a:lnTo>
                      <a:lnTo>
                        <a:pt x="58" y="75"/>
                      </a:lnTo>
                      <a:lnTo>
                        <a:pt x="75" y="0"/>
                      </a:lnTo>
                      <a:lnTo>
                        <a:pt x="61" y="0"/>
                      </a:lnTo>
                      <a:lnTo>
                        <a:pt x="50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5" name="îş1ïḋe"/>
                <p:cNvSpPr/>
                <p:nvPr/>
              </p:nvSpPr>
              <p:spPr bwMode="auto">
                <a:xfrm>
                  <a:off x="7653338" y="3521075"/>
                  <a:ext cx="112713" cy="119063"/>
                </a:xfrm>
                <a:custGeom>
                  <a:avLst/>
                  <a:gdLst>
                    <a:gd name="T0" fmla="*/ 22 w 34"/>
                    <a:gd name="T1" fmla="*/ 20 h 36"/>
                    <a:gd name="T2" fmla="*/ 20 w 34"/>
                    <a:gd name="T3" fmla="*/ 26 h 36"/>
                    <a:gd name="T4" fmla="*/ 18 w 34"/>
                    <a:gd name="T5" fmla="*/ 29 h 36"/>
                    <a:gd name="T6" fmla="*/ 13 w 34"/>
                    <a:gd name="T7" fmla="*/ 30 h 36"/>
                    <a:gd name="T8" fmla="*/ 9 w 34"/>
                    <a:gd name="T9" fmla="*/ 29 h 36"/>
                    <a:gd name="T10" fmla="*/ 7 w 34"/>
                    <a:gd name="T11" fmla="*/ 25 h 36"/>
                    <a:gd name="T12" fmla="*/ 7 w 34"/>
                    <a:gd name="T13" fmla="*/ 24 h 36"/>
                    <a:gd name="T14" fmla="*/ 8 w 34"/>
                    <a:gd name="T15" fmla="*/ 19 h 36"/>
                    <a:gd name="T16" fmla="*/ 12 w 34"/>
                    <a:gd name="T17" fmla="*/ 0 h 36"/>
                    <a:gd name="T18" fmla="*/ 5 w 34"/>
                    <a:gd name="T19" fmla="*/ 0 h 36"/>
                    <a:gd name="T20" fmla="*/ 1 w 34"/>
                    <a:gd name="T21" fmla="*/ 19 h 36"/>
                    <a:gd name="T22" fmla="*/ 0 w 34"/>
                    <a:gd name="T23" fmla="*/ 23 h 36"/>
                    <a:gd name="T24" fmla="*/ 0 w 34"/>
                    <a:gd name="T25" fmla="*/ 25 h 36"/>
                    <a:gd name="T26" fmla="*/ 3 w 34"/>
                    <a:gd name="T27" fmla="*/ 33 h 36"/>
                    <a:gd name="T28" fmla="*/ 13 w 34"/>
                    <a:gd name="T29" fmla="*/ 36 h 36"/>
                    <a:gd name="T30" fmla="*/ 22 w 34"/>
                    <a:gd name="T31" fmla="*/ 34 h 36"/>
                    <a:gd name="T32" fmla="*/ 27 w 34"/>
                    <a:gd name="T33" fmla="*/ 29 h 36"/>
                    <a:gd name="T34" fmla="*/ 30 w 34"/>
                    <a:gd name="T35" fmla="*/ 20 h 36"/>
                    <a:gd name="T36" fmla="*/ 34 w 34"/>
                    <a:gd name="T37" fmla="*/ 0 h 36"/>
                    <a:gd name="T38" fmla="*/ 26 w 34"/>
                    <a:gd name="T39" fmla="*/ 0 h 36"/>
                    <a:gd name="T40" fmla="*/ 22 w 34"/>
                    <a:gd name="T41" fmla="*/ 2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34" h="36">
                      <a:moveTo>
                        <a:pt x="22" y="20"/>
                      </a:moveTo>
                      <a:cubicBezTo>
                        <a:pt x="22" y="23"/>
                        <a:pt x="21" y="25"/>
                        <a:pt x="20" y="26"/>
                      </a:cubicBezTo>
                      <a:cubicBezTo>
                        <a:pt x="20" y="28"/>
                        <a:pt x="19" y="29"/>
                        <a:pt x="18" y="29"/>
                      </a:cubicBezTo>
                      <a:cubicBezTo>
                        <a:pt x="17" y="30"/>
                        <a:pt x="15" y="30"/>
                        <a:pt x="13" y="30"/>
                      </a:cubicBezTo>
                      <a:cubicBezTo>
                        <a:pt x="11" y="30"/>
                        <a:pt x="10" y="30"/>
                        <a:pt x="9" y="29"/>
                      </a:cubicBezTo>
                      <a:cubicBezTo>
                        <a:pt x="8" y="28"/>
                        <a:pt x="7" y="27"/>
                        <a:pt x="7" y="25"/>
                      </a:cubicBezTo>
                      <a:cubicBezTo>
                        <a:pt x="7" y="25"/>
                        <a:pt x="7" y="25"/>
                        <a:pt x="7" y="24"/>
                      </a:cubicBezTo>
                      <a:cubicBezTo>
                        <a:pt x="8" y="19"/>
                        <a:pt x="8" y="19"/>
                        <a:pt x="8" y="19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1" y="19"/>
                        <a:pt x="1" y="19"/>
                        <a:pt x="1" y="19"/>
                      </a:cubicBezTo>
                      <a:cubicBezTo>
                        <a:pt x="1" y="21"/>
                        <a:pt x="0" y="23"/>
                        <a:pt x="0" y="23"/>
                      </a:cubicBezTo>
                      <a:cubicBezTo>
                        <a:pt x="0" y="24"/>
                        <a:pt x="0" y="25"/>
                        <a:pt x="0" y="25"/>
                      </a:cubicBezTo>
                      <a:cubicBezTo>
                        <a:pt x="0" y="29"/>
                        <a:pt x="1" y="31"/>
                        <a:pt x="3" y="33"/>
                      </a:cubicBezTo>
                      <a:cubicBezTo>
                        <a:pt x="6" y="35"/>
                        <a:pt x="9" y="36"/>
                        <a:pt x="13" y="36"/>
                      </a:cubicBezTo>
                      <a:cubicBezTo>
                        <a:pt x="16" y="36"/>
                        <a:pt x="19" y="36"/>
                        <a:pt x="22" y="34"/>
                      </a:cubicBezTo>
                      <a:cubicBezTo>
                        <a:pt x="24" y="33"/>
                        <a:pt x="25" y="31"/>
                        <a:pt x="27" y="29"/>
                      </a:cubicBezTo>
                      <a:cubicBezTo>
                        <a:pt x="28" y="27"/>
                        <a:pt x="29" y="24"/>
                        <a:pt x="30" y="20"/>
                      </a:cubicBezTo>
                      <a:cubicBezTo>
                        <a:pt x="34" y="0"/>
                        <a:pt x="34" y="0"/>
                        <a:pt x="34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lnTo>
                        <a:pt x="22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6" name="íšlídè"/>
                <p:cNvSpPr/>
                <p:nvPr/>
              </p:nvSpPr>
              <p:spPr bwMode="auto">
                <a:xfrm>
                  <a:off x="7766051" y="3521075"/>
                  <a:ext cx="115888" cy="119063"/>
                </a:xfrm>
                <a:custGeom>
                  <a:avLst/>
                  <a:gdLst>
                    <a:gd name="T0" fmla="*/ 58 w 73"/>
                    <a:gd name="T1" fmla="*/ 0 h 75"/>
                    <a:gd name="T2" fmla="*/ 50 w 73"/>
                    <a:gd name="T3" fmla="*/ 50 h 75"/>
                    <a:gd name="T4" fmla="*/ 29 w 73"/>
                    <a:gd name="T5" fmla="*/ 0 h 75"/>
                    <a:gd name="T6" fmla="*/ 15 w 73"/>
                    <a:gd name="T7" fmla="*/ 0 h 75"/>
                    <a:gd name="T8" fmla="*/ 0 w 73"/>
                    <a:gd name="T9" fmla="*/ 75 h 75"/>
                    <a:gd name="T10" fmla="*/ 13 w 73"/>
                    <a:gd name="T11" fmla="*/ 75 h 75"/>
                    <a:gd name="T12" fmla="*/ 23 w 73"/>
                    <a:gd name="T13" fmla="*/ 25 h 75"/>
                    <a:gd name="T14" fmla="*/ 44 w 73"/>
                    <a:gd name="T15" fmla="*/ 75 h 75"/>
                    <a:gd name="T16" fmla="*/ 58 w 73"/>
                    <a:gd name="T17" fmla="*/ 75 h 75"/>
                    <a:gd name="T18" fmla="*/ 73 w 73"/>
                    <a:gd name="T19" fmla="*/ 0 h 75"/>
                    <a:gd name="T20" fmla="*/ 58 w 73"/>
                    <a:gd name="T21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3" h="75">
                      <a:moveTo>
                        <a:pt x="58" y="0"/>
                      </a:moveTo>
                      <a:lnTo>
                        <a:pt x="50" y="50"/>
                      </a:lnTo>
                      <a:lnTo>
                        <a:pt x="29" y="0"/>
                      </a:lnTo>
                      <a:lnTo>
                        <a:pt x="15" y="0"/>
                      </a:lnTo>
                      <a:lnTo>
                        <a:pt x="0" y="75"/>
                      </a:lnTo>
                      <a:lnTo>
                        <a:pt x="13" y="75"/>
                      </a:lnTo>
                      <a:lnTo>
                        <a:pt x="23" y="25"/>
                      </a:lnTo>
                      <a:lnTo>
                        <a:pt x="44" y="75"/>
                      </a:lnTo>
                      <a:lnTo>
                        <a:pt x="58" y="75"/>
                      </a:lnTo>
                      <a:lnTo>
                        <a:pt x="73" y="0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7" name="îṣḻîďe"/>
                <p:cNvSpPr/>
                <p:nvPr/>
              </p:nvSpPr>
              <p:spPr bwMode="auto">
                <a:xfrm>
                  <a:off x="7881938" y="3521075"/>
                  <a:ext cx="49213" cy="119063"/>
                </a:xfrm>
                <a:custGeom>
                  <a:avLst/>
                  <a:gdLst>
                    <a:gd name="T0" fmla="*/ 0 w 31"/>
                    <a:gd name="T1" fmla="*/ 75 h 75"/>
                    <a:gd name="T2" fmla="*/ 14 w 31"/>
                    <a:gd name="T3" fmla="*/ 75 h 75"/>
                    <a:gd name="T4" fmla="*/ 31 w 31"/>
                    <a:gd name="T5" fmla="*/ 0 h 75"/>
                    <a:gd name="T6" fmla="*/ 14 w 31"/>
                    <a:gd name="T7" fmla="*/ 0 h 75"/>
                    <a:gd name="T8" fmla="*/ 0 w 31"/>
                    <a:gd name="T9" fmla="*/ 75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75">
                      <a:moveTo>
                        <a:pt x="0" y="75"/>
                      </a:moveTo>
                      <a:lnTo>
                        <a:pt x="14" y="75"/>
                      </a:lnTo>
                      <a:lnTo>
                        <a:pt x="31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8" name="íŝḻiḋè"/>
                <p:cNvSpPr/>
                <p:nvPr/>
              </p:nvSpPr>
              <p:spPr bwMode="auto">
                <a:xfrm>
                  <a:off x="7940676" y="3521075"/>
                  <a:ext cx="109538" cy="119063"/>
                </a:xfrm>
                <a:custGeom>
                  <a:avLst/>
                  <a:gdLst>
                    <a:gd name="T0" fmla="*/ 54 w 69"/>
                    <a:gd name="T1" fmla="*/ 0 h 75"/>
                    <a:gd name="T2" fmla="*/ 23 w 69"/>
                    <a:gd name="T3" fmla="*/ 57 h 75"/>
                    <a:gd name="T4" fmla="*/ 15 w 69"/>
                    <a:gd name="T5" fmla="*/ 0 h 75"/>
                    <a:gd name="T6" fmla="*/ 0 w 69"/>
                    <a:gd name="T7" fmla="*/ 0 h 75"/>
                    <a:gd name="T8" fmla="*/ 13 w 69"/>
                    <a:gd name="T9" fmla="*/ 75 h 75"/>
                    <a:gd name="T10" fmla="*/ 29 w 69"/>
                    <a:gd name="T11" fmla="*/ 75 h 75"/>
                    <a:gd name="T12" fmla="*/ 69 w 69"/>
                    <a:gd name="T13" fmla="*/ 0 h 75"/>
                    <a:gd name="T14" fmla="*/ 54 w 69"/>
                    <a:gd name="T15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69" h="75">
                      <a:moveTo>
                        <a:pt x="54" y="0"/>
                      </a:moveTo>
                      <a:lnTo>
                        <a:pt x="23" y="57"/>
                      </a:ln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13" y="75"/>
                      </a:lnTo>
                      <a:lnTo>
                        <a:pt x="29" y="75"/>
                      </a:lnTo>
                      <a:lnTo>
                        <a:pt x="69" y="0"/>
                      </a:lnTo>
                      <a:lnTo>
                        <a:pt x="5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9" name="î$ḷíďé"/>
                <p:cNvSpPr/>
                <p:nvPr/>
              </p:nvSpPr>
              <p:spPr bwMode="auto">
                <a:xfrm>
                  <a:off x="8037513" y="3521075"/>
                  <a:ext cx="111125" cy="119063"/>
                </a:xfrm>
                <a:custGeom>
                  <a:avLst/>
                  <a:gdLst>
                    <a:gd name="T0" fmla="*/ 68 w 70"/>
                    <a:gd name="T1" fmla="*/ 12 h 75"/>
                    <a:gd name="T2" fmla="*/ 70 w 70"/>
                    <a:gd name="T3" fmla="*/ 0 h 75"/>
                    <a:gd name="T4" fmla="*/ 16 w 70"/>
                    <a:gd name="T5" fmla="*/ 0 h 75"/>
                    <a:gd name="T6" fmla="*/ 0 w 70"/>
                    <a:gd name="T7" fmla="*/ 75 h 75"/>
                    <a:gd name="T8" fmla="*/ 58 w 70"/>
                    <a:gd name="T9" fmla="*/ 75 h 75"/>
                    <a:gd name="T10" fmla="*/ 60 w 70"/>
                    <a:gd name="T11" fmla="*/ 63 h 75"/>
                    <a:gd name="T12" fmla="*/ 16 w 70"/>
                    <a:gd name="T13" fmla="*/ 63 h 75"/>
                    <a:gd name="T14" fmla="*/ 22 w 70"/>
                    <a:gd name="T15" fmla="*/ 42 h 75"/>
                    <a:gd name="T16" fmla="*/ 60 w 70"/>
                    <a:gd name="T17" fmla="*/ 42 h 75"/>
                    <a:gd name="T18" fmla="*/ 62 w 70"/>
                    <a:gd name="T19" fmla="*/ 29 h 75"/>
                    <a:gd name="T20" fmla="*/ 24 w 70"/>
                    <a:gd name="T21" fmla="*/ 29 h 75"/>
                    <a:gd name="T22" fmla="*/ 29 w 70"/>
                    <a:gd name="T23" fmla="*/ 12 h 75"/>
                    <a:gd name="T24" fmla="*/ 68 w 70"/>
                    <a:gd name="T25" fmla="*/ 12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0" h="75">
                      <a:moveTo>
                        <a:pt x="68" y="12"/>
                      </a:moveTo>
                      <a:lnTo>
                        <a:pt x="70" y="0"/>
                      </a:lnTo>
                      <a:lnTo>
                        <a:pt x="16" y="0"/>
                      </a:lnTo>
                      <a:lnTo>
                        <a:pt x="0" y="75"/>
                      </a:lnTo>
                      <a:lnTo>
                        <a:pt x="58" y="75"/>
                      </a:lnTo>
                      <a:lnTo>
                        <a:pt x="60" y="63"/>
                      </a:lnTo>
                      <a:lnTo>
                        <a:pt x="16" y="63"/>
                      </a:lnTo>
                      <a:lnTo>
                        <a:pt x="22" y="42"/>
                      </a:lnTo>
                      <a:lnTo>
                        <a:pt x="60" y="42"/>
                      </a:lnTo>
                      <a:lnTo>
                        <a:pt x="62" y="29"/>
                      </a:lnTo>
                      <a:lnTo>
                        <a:pt x="24" y="29"/>
                      </a:lnTo>
                      <a:lnTo>
                        <a:pt x="29" y="12"/>
                      </a:lnTo>
                      <a:lnTo>
                        <a:pt x="68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0" name="îṡlîďe"/>
                <p:cNvSpPr/>
                <p:nvPr/>
              </p:nvSpPr>
              <p:spPr bwMode="auto">
                <a:xfrm>
                  <a:off x="8145463" y="3521075"/>
                  <a:ext cx="115888" cy="119063"/>
                </a:xfrm>
                <a:custGeom>
                  <a:avLst/>
                  <a:gdLst>
                    <a:gd name="T0" fmla="*/ 30 w 35"/>
                    <a:gd name="T1" fmla="*/ 1 h 36"/>
                    <a:gd name="T2" fmla="*/ 24 w 35"/>
                    <a:gd name="T3" fmla="*/ 0 h 36"/>
                    <a:gd name="T4" fmla="*/ 8 w 35"/>
                    <a:gd name="T5" fmla="*/ 0 h 36"/>
                    <a:gd name="T6" fmla="*/ 0 w 35"/>
                    <a:gd name="T7" fmla="*/ 36 h 36"/>
                    <a:gd name="T8" fmla="*/ 8 w 35"/>
                    <a:gd name="T9" fmla="*/ 36 h 36"/>
                    <a:gd name="T10" fmla="*/ 11 w 35"/>
                    <a:gd name="T11" fmla="*/ 21 h 36"/>
                    <a:gd name="T12" fmla="*/ 14 w 35"/>
                    <a:gd name="T13" fmla="*/ 21 h 36"/>
                    <a:gd name="T14" fmla="*/ 17 w 35"/>
                    <a:gd name="T15" fmla="*/ 22 h 36"/>
                    <a:gd name="T16" fmla="*/ 21 w 35"/>
                    <a:gd name="T17" fmla="*/ 26 h 36"/>
                    <a:gd name="T18" fmla="*/ 24 w 35"/>
                    <a:gd name="T19" fmla="*/ 36 h 36"/>
                    <a:gd name="T20" fmla="*/ 32 w 35"/>
                    <a:gd name="T21" fmla="*/ 36 h 36"/>
                    <a:gd name="T22" fmla="*/ 27 w 35"/>
                    <a:gd name="T23" fmla="*/ 24 h 36"/>
                    <a:gd name="T24" fmla="*/ 24 w 35"/>
                    <a:gd name="T25" fmla="*/ 21 h 36"/>
                    <a:gd name="T26" fmla="*/ 32 w 35"/>
                    <a:gd name="T27" fmla="*/ 17 h 36"/>
                    <a:gd name="T28" fmla="*/ 35 w 35"/>
                    <a:gd name="T29" fmla="*/ 9 h 36"/>
                    <a:gd name="T30" fmla="*/ 34 w 35"/>
                    <a:gd name="T31" fmla="*/ 4 h 36"/>
                    <a:gd name="T32" fmla="*/ 30 w 35"/>
                    <a:gd name="T33" fmla="*/ 1 h 36"/>
                    <a:gd name="T34" fmla="*/ 27 w 35"/>
                    <a:gd name="T35" fmla="*/ 13 h 36"/>
                    <a:gd name="T36" fmla="*/ 24 w 35"/>
                    <a:gd name="T37" fmla="*/ 15 h 36"/>
                    <a:gd name="T38" fmla="*/ 16 w 35"/>
                    <a:gd name="T39" fmla="*/ 16 h 36"/>
                    <a:gd name="T40" fmla="*/ 12 w 35"/>
                    <a:gd name="T41" fmla="*/ 16 h 36"/>
                    <a:gd name="T42" fmla="*/ 14 w 35"/>
                    <a:gd name="T43" fmla="*/ 6 h 36"/>
                    <a:gd name="T44" fmla="*/ 22 w 35"/>
                    <a:gd name="T45" fmla="*/ 6 h 36"/>
                    <a:gd name="T46" fmla="*/ 26 w 35"/>
                    <a:gd name="T47" fmla="*/ 7 h 36"/>
                    <a:gd name="T48" fmla="*/ 28 w 35"/>
                    <a:gd name="T49" fmla="*/ 10 h 36"/>
                    <a:gd name="T50" fmla="*/ 27 w 35"/>
                    <a:gd name="T51" fmla="*/ 13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5" h="36">
                      <a:moveTo>
                        <a:pt x="30" y="1"/>
                      </a:moveTo>
                      <a:cubicBezTo>
                        <a:pt x="28" y="0"/>
                        <a:pt x="26" y="0"/>
                        <a:pt x="24" y="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8" y="36"/>
                        <a:pt x="8" y="36"/>
                        <a:pt x="8" y="36"/>
                      </a:cubicBezTo>
                      <a:cubicBezTo>
                        <a:pt x="11" y="21"/>
                        <a:pt x="11" y="21"/>
                        <a:pt x="11" y="21"/>
                      </a:cubicBezTo>
                      <a:cubicBezTo>
                        <a:pt x="14" y="21"/>
                        <a:pt x="14" y="21"/>
                        <a:pt x="14" y="21"/>
                      </a:cubicBezTo>
                      <a:cubicBezTo>
                        <a:pt x="15" y="21"/>
                        <a:pt x="17" y="21"/>
                        <a:pt x="17" y="22"/>
                      </a:cubicBezTo>
                      <a:cubicBezTo>
                        <a:pt x="18" y="22"/>
                        <a:pt x="20" y="24"/>
                        <a:pt x="21" y="26"/>
                      </a:cubicBezTo>
                      <a:cubicBezTo>
                        <a:pt x="22" y="31"/>
                        <a:pt x="24" y="34"/>
                        <a:pt x="24" y="36"/>
                      </a:cubicBezTo>
                      <a:cubicBezTo>
                        <a:pt x="32" y="36"/>
                        <a:pt x="32" y="36"/>
                        <a:pt x="32" y="36"/>
                      </a:cubicBezTo>
                      <a:cubicBezTo>
                        <a:pt x="30" y="31"/>
                        <a:pt x="28" y="27"/>
                        <a:pt x="27" y="24"/>
                      </a:cubicBezTo>
                      <a:cubicBezTo>
                        <a:pt x="26" y="23"/>
                        <a:pt x="25" y="21"/>
                        <a:pt x="24" y="21"/>
                      </a:cubicBezTo>
                      <a:cubicBezTo>
                        <a:pt x="28" y="20"/>
                        <a:pt x="30" y="19"/>
                        <a:pt x="32" y="17"/>
                      </a:cubicBezTo>
                      <a:cubicBezTo>
                        <a:pt x="34" y="15"/>
                        <a:pt x="35" y="13"/>
                        <a:pt x="35" y="9"/>
                      </a:cubicBezTo>
                      <a:cubicBezTo>
                        <a:pt x="35" y="7"/>
                        <a:pt x="34" y="6"/>
                        <a:pt x="34" y="4"/>
                      </a:cubicBezTo>
                      <a:cubicBezTo>
                        <a:pt x="33" y="3"/>
                        <a:pt x="31" y="2"/>
                        <a:pt x="30" y="1"/>
                      </a:cubicBezTo>
                      <a:close/>
                      <a:moveTo>
                        <a:pt x="27" y="13"/>
                      </a:moveTo>
                      <a:cubicBezTo>
                        <a:pt x="26" y="14"/>
                        <a:pt x="25" y="14"/>
                        <a:pt x="24" y="15"/>
                      </a:cubicBezTo>
                      <a:cubicBezTo>
                        <a:pt x="22" y="15"/>
                        <a:pt x="20" y="16"/>
                        <a:pt x="16" y="16"/>
                      </a:cubicBezTo>
                      <a:cubicBezTo>
                        <a:pt x="12" y="16"/>
                        <a:pt x="12" y="16"/>
                        <a:pt x="12" y="16"/>
                      </a:cubicBezTo>
                      <a:cubicBezTo>
                        <a:pt x="14" y="6"/>
                        <a:pt x="14" y="6"/>
                        <a:pt x="14" y="6"/>
                      </a:cubicBezTo>
                      <a:cubicBezTo>
                        <a:pt x="22" y="6"/>
                        <a:pt x="22" y="6"/>
                        <a:pt x="22" y="6"/>
                      </a:cubicBezTo>
                      <a:cubicBezTo>
                        <a:pt x="24" y="6"/>
                        <a:pt x="25" y="6"/>
                        <a:pt x="26" y="7"/>
                      </a:cubicBezTo>
                      <a:cubicBezTo>
                        <a:pt x="27" y="7"/>
                        <a:pt x="28" y="8"/>
                        <a:pt x="28" y="10"/>
                      </a:cubicBezTo>
                      <a:cubicBezTo>
                        <a:pt x="28" y="11"/>
                        <a:pt x="27" y="12"/>
                        <a:pt x="27" y="1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1" name="ïşľîḍé"/>
                <p:cNvSpPr/>
                <p:nvPr/>
              </p:nvSpPr>
              <p:spPr bwMode="auto">
                <a:xfrm>
                  <a:off x="8267701" y="3521075"/>
                  <a:ext cx="98425" cy="119063"/>
                </a:xfrm>
                <a:custGeom>
                  <a:avLst/>
                  <a:gdLst>
                    <a:gd name="T0" fmla="*/ 17 w 30"/>
                    <a:gd name="T1" fmla="*/ 5 h 36"/>
                    <a:gd name="T2" fmla="*/ 22 w 30"/>
                    <a:gd name="T3" fmla="*/ 7 h 36"/>
                    <a:gd name="T4" fmla="*/ 23 w 30"/>
                    <a:gd name="T5" fmla="*/ 11 h 36"/>
                    <a:gd name="T6" fmla="*/ 30 w 30"/>
                    <a:gd name="T7" fmla="*/ 10 h 36"/>
                    <a:gd name="T8" fmla="*/ 27 w 30"/>
                    <a:gd name="T9" fmla="*/ 3 h 36"/>
                    <a:gd name="T10" fmla="*/ 17 w 30"/>
                    <a:gd name="T11" fmla="*/ 0 h 36"/>
                    <a:gd name="T12" fmla="*/ 8 w 30"/>
                    <a:gd name="T13" fmla="*/ 3 h 36"/>
                    <a:gd name="T14" fmla="*/ 4 w 30"/>
                    <a:gd name="T15" fmla="*/ 10 h 36"/>
                    <a:gd name="T16" fmla="*/ 6 w 30"/>
                    <a:gd name="T17" fmla="*/ 14 h 36"/>
                    <a:gd name="T18" fmla="*/ 8 w 30"/>
                    <a:gd name="T19" fmla="*/ 18 h 36"/>
                    <a:gd name="T20" fmla="*/ 15 w 30"/>
                    <a:gd name="T21" fmla="*/ 21 h 36"/>
                    <a:gd name="T22" fmla="*/ 20 w 30"/>
                    <a:gd name="T23" fmla="*/ 23 h 36"/>
                    <a:gd name="T24" fmla="*/ 21 w 30"/>
                    <a:gd name="T25" fmla="*/ 26 h 36"/>
                    <a:gd name="T26" fmla="*/ 19 w 30"/>
                    <a:gd name="T27" fmla="*/ 29 h 36"/>
                    <a:gd name="T28" fmla="*/ 14 w 30"/>
                    <a:gd name="T29" fmla="*/ 30 h 36"/>
                    <a:gd name="T30" fmla="*/ 8 w 30"/>
                    <a:gd name="T31" fmla="*/ 28 h 36"/>
                    <a:gd name="T32" fmla="*/ 7 w 30"/>
                    <a:gd name="T33" fmla="*/ 24 h 36"/>
                    <a:gd name="T34" fmla="*/ 0 w 30"/>
                    <a:gd name="T35" fmla="*/ 24 h 36"/>
                    <a:gd name="T36" fmla="*/ 1 w 30"/>
                    <a:gd name="T37" fmla="*/ 30 h 36"/>
                    <a:gd name="T38" fmla="*/ 6 w 30"/>
                    <a:gd name="T39" fmla="*/ 35 h 36"/>
                    <a:gd name="T40" fmla="*/ 14 w 30"/>
                    <a:gd name="T41" fmla="*/ 36 h 36"/>
                    <a:gd name="T42" fmla="*/ 24 w 30"/>
                    <a:gd name="T43" fmla="*/ 33 h 36"/>
                    <a:gd name="T44" fmla="*/ 28 w 30"/>
                    <a:gd name="T45" fmla="*/ 25 h 36"/>
                    <a:gd name="T46" fmla="*/ 26 w 30"/>
                    <a:gd name="T47" fmla="*/ 19 h 36"/>
                    <a:gd name="T48" fmla="*/ 18 w 30"/>
                    <a:gd name="T49" fmla="*/ 14 h 36"/>
                    <a:gd name="T50" fmla="*/ 13 w 30"/>
                    <a:gd name="T51" fmla="*/ 12 h 36"/>
                    <a:gd name="T52" fmla="*/ 11 w 30"/>
                    <a:gd name="T53" fmla="*/ 9 h 36"/>
                    <a:gd name="T54" fmla="*/ 13 w 30"/>
                    <a:gd name="T55" fmla="*/ 6 h 36"/>
                    <a:gd name="T56" fmla="*/ 17 w 30"/>
                    <a:gd name="T57" fmla="*/ 5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30" h="36">
                      <a:moveTo>
                        <a:pt x="17" y="5"/>
                      </a:moveTo>
                      <a:cubicBezTo>
                        <a:pt x="19" y="5"/>
                        <a:pt x="21" y="6"/>
                        <a:pt x="22" y="7"/>
                      </a:cubicBezTo>
                      <a:cubicBezTo>
                        <a:pt x="23" y="8"/>
                        <a:pt x="23" y="9"/>
                        <a:pt x="23" y="11"/>
                      </a:cubicBezTo>
                      <a:cubicBezTo>
                        <a:pt x="30" y="10"/>
                        <a:pt x="30" y="10"/>
                        <a:pt x="30" y="10"/>
                      </a:cubicBezTo>
                      <a:cubicBezTo>
                        <a:pt x="30" y="7"/>
                        <a:pt x="29" y="4"/>
                        <a:pt x="27" y="3"/>
                      </a:cubicBezTo>
                      <a:cubicBezTo>
                        <a:pt x="24" y="1"/>
                        <a:pt x="21" y="0"/>
                        <a:pt x="17" y="0"/>
                      </a:cubicBezTo>
                      <a:cubicBezTo>
                        <a:pt x="13" y="0"/>
                        <a:pt x="10" y="1"/>
                        <a:pt x="8" y="3"/>
                      </a:cubicBezTo>
                      <a:cubicBezTo>
                        <a:pt x="5" y="5"/>
                        <a:pt x="4" y="7"/>
                        <a:pt x="4" y="10"/>
                      </a:cubicBezTo>
                      <a:cubicBezTo>
                        <a:pt x="4" y="12"/>
                        <a:pt x="5" y="13"/>
                        <a:pt x="6" y="14"/>
                      </a:cubicBezTo>
                      <a:cubicBezTo>
                        <a:pt x="6" y="16"/>
                        <a:pt x="7" y="17"/>
                        <a:pt x="8" y="18"/>
                      </a:cubicBezTo>
                      <a:cubicBezTo>
                        <a:pt x="10" y="18"/>
                        <a:pt x="12" y="19"/>
                        <a:pt x="15" y="21"/>
                      </a:cubicBezTo>
                      <a:cubicBezTo>
                        <a:pt x="17" y="22"/>
                        <a:pt x="19" y="23"/>
                        <a:pt x="20" y="23"/>
                      </a:cubicBezTo>
                      <a:cubicBezTo>
                        <a:pt x="20" y="24"/>
                        <a:pt x="21" y="25"/>
                        <a:pt x="21" y="26"/>
                      </a:cubicBezTo>
                      <a:cubicBezTo>
                        <a:pt x="21" y="27"/>
                        <a:pt x="20" y="28"/>
                        <a:pt x="19" y="29"/>
                      </a:cubicBezTo>
                      <a:cubicBezTo>
                        <a:pt x="18" y="30"/>
                        <a:pt x="16" y="30"/>
                        <a:pt x="14" y="30"/>
                      </a:cubicBezTo>
                      <a:cubicBezTo>
                        <a:pt x="11" y="30"/>
                        <a:pt x="9" y="30"/>
                        <a:pt x="8" y="28"/>
                      </a:cubicBezTo>
                      <a:cubicBezTo>
                        <a:pt x="8" y="28"/>
                        <a:pt x="7" y="26"/>
                        <a:pt x="7" y="24"/>
                      </a:cubicBezTo>
                      <a:cubicBezTo>
                        <a:pt x="0" y="24"/>
                        <a:pt x="0" y="24"/>
                        <a:pt x="0" y="24"/>
                      </a:cubicBezTo>
                      <a:cubicBezTo>
                        <a:pt x="0" y="27"/>
                        <a:pt x="0" y="29"/>
                        <a:pt x="1" y="30"/>
                      </a:cubicBezTo>
                      <a:cubicBezTo>
                        <a:pt x="2" y="32"/>
                        <a:pt x="4" y="34"/>
                        <a:pt x="6" y="35"/>
                      </a:cubicBezTo>
                      <a:cubicBezTo>
                        <a:pt x="8" y="36"/>
                        <a:pt x="11" y="36"/>
                        <a:pt x="14" y="36"/>
                      </a:cubicBezTo>
                      <a:cubicBezTo>
                        <a:pt x="18" y="36"/>
                        <a:pt x="22" y="35"/>
                        <a:pt x="24" y="33"/>
                      </a:cubicBezTo>
                      <a:cubicBezTo>
                        <a:pt x="27" y="31"/>
                        <a:pt x="28" y="28"/>
                        <a:pt x="28" y="25"/>
                      </a:cubicBezTo>
                      <a:cubicBezTo>
                        <a:pt x="28" y="22"/>
                        <a:pt x="27" y="20"/>
                        <a:pt x="26" y="19"/>
                      </a:cubicBezTo>
                      <a:cubicBezTo>
                        <a:pt x="25" y="18"/>
                        <a:pt x="22" y="16"/>
                        <a:pt x="18" y="14"/>
                      </a:cubicBezTo>
                      <a:cubicBezTo>
                        <a:pt x="15" y="13"/>
                        <a:pt x="13" y="12"/>
                        <a:pt x="13" y="12"/>
                      </a:cubicBezTo>
                      <a:cubicBezTo>
                        <a:pt x="12" y="11"/>
                        <a:pt x="11" y="10"/>
                        <a:pt x="11" y="9"/>
                      </a:cubicBezTo>
                      <a:cubicBezTo>
                        <a:pt x="11" y="8"/>
                        <a:pt x="12" y="7"/>
                        <a:pt x="13" y="6"/>
                      </a:cubicBezTo>
                      <a:cubicBezTo>
                        <a:pt x="14" y="6"/>
                        <a:pt x="15" y="5"/>
                        <a:pt x="17" y="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2" name="îṩľîďe"/>
                <p:cNvSpPr/>
                <p:nvPr/>
              </p:nvSpPr>
              <p:spPr bwMode="auto">
                <a:xfrm>
                  <a:off x="8374063" y="3521075"/>
                  <a:ext cx="46038" cy="119063"/>
                </a:xfrm>
                <a:custGeom>
                  <a:avLst/>
                  <a:gdLst>
                    <a:gd name="T0" fmla="*/ 0 w 29"/>
                    <a:gd name="T1" fmla="*/ 75 h 75"/>
                    <a:gd name="T2" fmla="*/ 14 w 29"/>
                    <a:gd name="T3" fmla="*/ 75 h 75"/>
                    <a:gd name="T4" fmla="*/ 29 w 29"/>
                    <a:gd name="T5" fmla="*/ 0 h 75"/>
                    <a:gd name="T6" fmla="*/ 14 w 29"/>
                    <a:gd name="T7" fmla="*/ 0 h 75"/>
                    <a:gd name="T8" fmla="*/ 0 w 29"/>
                    <a:gd name="T9" fmla="*/ 75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75">
                      <a:moveTo>
                        <a:pt x="0" y="75"/>
                      </a:moveTo>
                      <a:lnTo>
                        <a:pt x="14" y="75"/>
                      </a:lnTo>
                      <a:lnTo>
                        <a:pt x="29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3" name="iS1idè"/>
                <p:cNvSpPr/>
                <p:nvPr/>
              </p:nvSpPr>
              <p:spPr bwMode="auto">
                <a:xfrm>
                  <a:off x="8432801" y="3521075"/>
                  <a:ext cx="95250" cy="119063"/>
                </a:xfrm>
                <a:custGeom>
                  <a:avLst/>
                  <a:gdLst>
                    <a:gd name="T0" fmla="*/ 0 w 60"/>
                    <a:gd name="T1" fmla="*/ 12 h 75"/>
                    <a:gd name="T2" fmla="*/ 21 w 60"/>
                    <a:gd name="T3" fmla="*/ 12 h 75"/>
                    <a:gd name="T4" fmla="*/ 8 w 60"/>
                    <a:gd name="T5" fmla="*/ 75 h 75"/>
                    <a:gd name="T6" fmla="*/ 23 w 60"/>
                    <a:gd name="T7" fmla="*/ 75 h 75"/>
                    <a:gd name="T8" fmla="*/ 35 w 60"/>
                    <a:gd name="T9" fmla="*/ 12 h 75"/>
                    <a:gd name="T10" fmla="*/ 58 w 60"/>
                    <a:gd name="T11" fmla="*/ 12 h 75"/>
                    <a:gd name="T12" fmla="*/ 60 w 60"/>
                    <a:gd name="T13" fmla="*/ 0 h 75"/>
                    <a:gd name="T14" fmla="*/ 2 w 60"/>
                    <a:gd name="T15" fmla="*/ 0 h 75"/>
                    <a:gd name="T16" fmla="*/ 0 w 60"/>
                    <a:gd name="T17" fmla="*/ 12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0" h="75">
                      <a:moveTo>
                        <a:pt x="0" y="12"/>
                      </a:moveTo>
                      <a:lnTo>
                        <a:pt x="21" y="12"/>
                      </a:lnTo>
                      <a:lnTo>
                        <a:pt x="8" y="75"/>
                      </a:lnTo>
                      <a:lnTo>
                        <a:pt x="23" y="75"/>
                      </a:lnTo>
                      <a:lnTo>
                        <a:pt x="35" y="12"/>
                      </a:lnTo>
                      <a:lnTo>
                        <a:pt x="58" y="12"/>
                      </a:lnTo>
                      <a:lnTo>
                        <a:pt x="60" y="0"/>
                      </a:lnTo>
                      <a:lnTo>
                        <a:pt x="2" y="0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4" name="iṣḷîḋe"/>
                <p:cNvSpPr/>
                <p:nvPr/>
              </p:nvSpPr>
              <p:spPr bwMode="auto">
                <a:xfrm>
                  <a:off x="8531226" y="3521075"/>
                  <a:ext cx="109538" cy="119063"/>
                </a:xfrm>
                <a:custGeom>
                  <a:avLst/>
                  <a:gdLst>
                    <a:gd name="T0" fmla="*/ 25 w 33"/>
                    <a:gd name="T1" fmla="*/ 0 h 36"/>
                    <a:gd name="T2" fmla="*/ 19 w 33"/>
                    <a:gd name="T3" fmla="*/ 7 h 36"/>
                    <a:gd name="T4" fmla="*/ 16 w 33"/>
                    <a:gd name="T5" fmla="*/ 12 h 36"/>
                    <a:gd name="T6" fmla="*/ 14 w 33"/>
                    <a:gd name="T7" fmla="*/ 15 h 36"/>
                    <a:gd name="T8" fmla="*/ 12 w 33"/>
                    <a:gd name="T9" fmla="*/ 10 h 36"/>
                    <a:gd name="T10" fmla="*/ 8 w 33"/>
                    <a:gd name="T11" fmla="*/ 0 h 36"/>
                    <a:gd name="T12" fmla="*/ 0 w 33"/>
                    <a:gd name="T13" fmla="*/ 0 h 36"/>
                    <a:gd name="T14" fmla="*/ 10 w 33"/>
                    <a:gd name="T15" fmla="*/ 22 h 36"/>
                    <a:gd name="T16" fmla="*/ 7 w 33"/>
                    <a:gd name="T17" fmla="*/ 36 h 36"/>
                    <a:gd name="T18" fmla="*/ 14 w 33"/>
                    <a:gd name="T19" fmla="*/ 36 h 36"/>
                    <a:gd name="T20" fmla="*/ 17 w 33"/>
                    <a:gd name="T21" fmla="*/ 23 h 36"/>
                    <a:gd name="T22" fmla="*/ 33 w 33"/>
                    <a:gd name="T23" fmla="*/ 0 h 36"/>
                    <a:gd name="T24" fmla="*/ 25 w 33"/>
                    <a:gd name="T25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33" h="36">
                      <a:moveTo>
                        <a:pt x="25" y="0"/>
                      </a:moveTo>
                      <a:cubicBezTo>
                        <a:pt x="19" y="7"/>
                        <a:pt x="19" y="7"/>
                        <a:pt x="19" y="7"/>
                      </a:cubicBezTo>
                      <a:cubicBezTo>
                        <a:pt x="16" y="12"/>
                        <a:pt x="16" y="12"/>
                        <a:pt x="16" y="12"/>
                      </a:cubicBezTo>
                      <a:cubicBezTo>
                        <a:pt x="15" y="13"/>
                        <a:pt x="15" y="14"/>
                        <a:pt x="14" y="15"/>
                      </a:cubicBezTo>
                      <a:cubicBezTo>
                        <a:pt x="14" y="14"/>
                        <a:pt x="13" y="13"/>
                        <a:pt x="12" y="1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0" y="22"/>
                        <a:pt x="10" y="22"/>
                        <a:pt x="10" y="22"/>
                      </a:cubicBezTo>
                      <a:cubicBezTo>
                        <a:pt x="7" y="36"/>
                        <a:pt x="7" y="36"/>
                        <a:pt x="7" y="36"/>
                      </a:cubicBezTo>
                      <a:cubicBezTo>
                        <a:pt x="14" y="36"/>
                        <a:pt x="14" y="36"/>
                        <a:pt x="14" y="36"/>
                      </a:cubicBezTo>
                      <a:cubicBezTo>
                        <a:pt x="17" y="23"/>
                        <a:pt x="17" y="23"/>
                        <a:pt x="17" y="23"/>
                      </a:cubicBezTo>
                      <a:cubicBezTo>
                        <a:pt x="33" y="0"/>
                        <a:pt x="33" y="0"/>
                        <a:pt x="33" y="0"/>
                      </a:cubicBezTo>
                      <a:lnTo>
                        <a:pt x="2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</p:grpSp>
      </p:grpSp>
      <p:cxnSp>
        <p:nvCxnSpPr>
          <p:cNvPr id="4" name="直线连接符 3"/>
          <p:cNvCxnSpPr/>
          <p:nvPr userDrawn="1"/>
        </p:nvCxnSpPr>
        <p:spPr>
          <a:xfrm>
            <a:off x="0" y="1016000"/>
            <a:ext cx="12192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0" name="图片 109" descr="图片包含 天空, 户外, 建筑物, 日落&#10;&#10;描述已自动生成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9500" l="10000" r="98000">
                        <a14:foregroundMark x1="45583" y1="28625" x2="72750" y2="47875"/>
                        <a14:foregroundMark x1="72750" y1="47875" x2="79000" y2="48875"/>
                        <a14:foregroundMark x1="79000" y1="48875" x2="87083" y2="44750"/>
                        <a14:foregroundMark x1="87083" y1="44750" x2="89333" y2="42875"/>
                        <a14:foregroundMark x1="49697" y1="28104" x2="51500" y2="30625"/>
                        <a14:foregroundMark x1="46583" y1="23750" x2="49595" y2="27961"/>
                        <a14:foregroundMark x1="46917" y1="21000" x2="48333" y2="17125"/>
                        <a14:foregroundMark x1="62917" y1="48125" x2="65250" y2="51750"/>
                        <a14:foregroundMark x1="65250" y1="51750" x2="86750" y2="67750"/>
                        <a14:foregroundMark x1="94417" y1="36500" x2="92917" y2="90875"/>
                        <a14:foregroundMark x1="98000" y1="30875" x2="91667" y2="84250"/>
                        <a14:foregroundMark x1="91667" y1="84250" x2="91333" y2="85500"/>
                        <a14:foregroundMark x1="70000" y1="67000" x2="89333" y2="84250"/>
                        <a14:foregroundMark x1="89333" y1="84250" x2="89333" y2="84250"/>
                        <a14:foregroundMark x1="70500" y1="67000" x2="66333" y2="64125"/>
                        <a14:foregroundMark x1="66333" y1="64125" x2="59333" y2="53500"/>
                        <a14:foregroundMark x1="79333" y1="90625" x2="80167" y2="96250"/>
                        <a14:foregroundMark x1="80167" y1="96250" x2="85167" y2="96625"/>
                        <a14:foregroundMark x1="85167" y1="96625" x2="88083" y2="94625"/>
                        <a14:foregroundMark x1="88083" y1="94625" x2="88167" y2="94625"/>
                        <a14:foregroundMark x1="96750" y1="97500" x2="76750" y2="99500"/>
                        <a14:foregroundMark x1="77799" y1="89875" x2="77667" y2="86250"/>
                        <a14:foregroundMark x1="77984" y1="94938" x2="77927" y2="93375"/>
                        <a14:foregroundMark x1="78000" y1="95375" x2="78056" y2="96909"/>
                        <a14:foregroundMark x1="68667" y1="40875" x2="68417" y2="41125"/>
                        <a14:backgroundMark x1="77667" y1="89875" x2="77667" y2="93375"/>
                        <a14:backgroundMark x1="77833" y1="95625" x2="78167" y2="90625"/>
                        <a14:backgroundMark x1="78500" y1="96125" x2="79000" y2="90375"/>
                        <a14:backgroundMark x1="19833" y1="30625" x2="46417" y2="71000"/>
                        <a14:backgroundMark x1="46417" y1="71000" x2="46417" y2="71000"/>
                        <a14:backgroundMark x1="17000" y1="72500" x2="23583" y2="72625"/>
                        <a14:backgroundMark x1="23583" y1="72625" x2="37833" y2="71875"/>
                        <a14:backgroundMark x1="37833" y1="71875" x2="57167" y2="75375"/>
                        <a14:backgroundMark x1="61667" y1="37000" x2="62000" y2="37375"/>
                        <a14:backgroundMark x1="66667" y1="39375" x2="66917" y2="39750"/>
                        <a14:backgroundMark x1="50917" y1="27125" x2="51000" y2="27625"/>
                      </a14:backgroundRemoval>
                    </a14:imgEffect>
                    <a14:imgEffect>
                      <a14:brightnessContrast bright="72000"/>
                    </a14:imgEffect>
                    <a14:imgEffect>
                      <a14:colorTemperature colorTemp="9660"/>
                    </a14:imgEffect>
                    <a14:imgEffect>
                      <a14:saturation sat="11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8743" t="8413"/>
          <a:stretch>
            <a:fillRect/>
          </a:stretch>
        </p:blipFill>
        <p:spPr>
          <a:xfrm flipH="1">
            <a:off x="-1" y="60500"/>
            <a:ext cx="958611" cy="955500"/>
          </a:xfrm>
          <a:prstGeom prst="rect">
            <a:avLst/>
          </a:prstGeom>
        </p:spPr>
      </p:pic>
      <p:sp>
        <p:nvSpPr>
          <p:cNvPr id="114" name="椭圆 113"/>
          <p:cNvSpPr/>
          <p:nvPr userDrawn="1"/>
        </p:nvSpPr>
        <p:spPr>
          <a:xfrm>
            <a:off x="1223474" y="1332347"/>
            <a:ext cx="2586526" cy="2586526"/>
          </a:xfrm>
          <a:prstGeom prst="ellipse">
            <a:avLst/>
          </a:prstGeom>
          <a:noFill/>
          <a:ln cmpd="thickThin">
            <a:solidFill>
              <a:schemeClr val="accent2"/>
            </a:soli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17" name="图片占位符 116"/>
          <p:cNvSpPr>
            <a:spLocks noGrp="1"/>
          </p:cNvSpPr>
          <p:nvPr>
            <p:ph type="pic" sz="quarter" idx="10"/>
          </p:nvPr>
        </p:nvSpPr>
        <p:spPr>
          <a:xfrm>
            <a:off x="1368071" y="1476945"/>
            <a:ext cx="2297332" cy="2297332"/>
          </a:xfrm>
          <a:custGeom>
            <a:avLst/>
            <a:gdLst>
              <a:gd name="connsiteX0" fmla="*/ 1148666 w 2297332"/>
              <a:gd name="connsiteY0" fmla="*/ 0 h 2297332"/>
              <a:gd name="connsiteX1" fmla="*/ 2297332 w 2297332"/>
              <a:gd name="connsiteY1" fmla="*/ 1148666 h 2297332"/>
              <a:gd name="connsiteX2" fmla="*/ 1148666 w 2297332"/>
              <a:gd name="connsiteY2" fmla="*/ 2297332 h 2297332"/>
              <a:gd name="connsiteX3" fmla="*/ 0 w 2297332"/>
              <a:gd name="connsiteY3" fmla="*/ 1148666 h 2297332"/>
              <a:gd name="connsiteX4" fmla="*/ 1148666 w 2297332"/>
              <a:gd name="connsiteY4" fmla="*/ 0 h 2297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97332" h="2297332">
                <a:moveTo>
                  <a:pt x="1148666" y="0"/>
                </a:moveTo>
                <a:cubicBezTo>
                  <a:pt x="1783057" y="0"/>
                  <a:pt x="2297332" y="514275"/>
                  <a:pt x="2297332" y="1148666"/>
                </a:cubicBezTo>
                <a:cubicBezTo>
                  <a:pt x="2297332" y="1783057"/>
                  <a:pt x="1783057" y="2297332"/>
                  <a:pt x="1148666" y="2297332"/>
                </a:cubicBezTo>
                <a:cubicBezTo>
                  <a:pt x="514275" y="2297332"/>
                  <a:pt x="0" y="1783057"/>
                  <a:pt x="0" y="1148666"/>
                </a:cubicBezTo>
                <a:cubicBezTo>
                  <a:pt x="0" y="514275"/>
                  <a:pt x="514275" y="0"/>
                  <a:pt x="1148666" y="0"/>
                </a:cubicBezTo>
                <a:close/>
              </a:path>
            </a:pathLst>
          </a:custGeom>
          <a:ln w="12700">
            <a:noFill/>
          </a:ln>
        </p:spPr>
        <p:txBody>
          <a:bodyPr wrap="square">
            <a:noAutofit/>
          </a:bodyPr>
          <a:lstStyle/>
          <a:p>
            <a:endParaRPr kumimoji="1" lang="zh-CN" altLang="en-US"/>
          </a:p>
        </p:txBody>
      </p:sp>
      <p:sp>
        <p:nvSpPr>
          <p:cNvPr id="115" name="椭圆 114"/>
          <p:cNvSpPr/>
          <p:nvPr userDrawn="1"/>
        </p:nvSpPr>
        <p:spPr>
          <a:xfrm>
            <a:off x="4802737" y="1332347"/>
            <a:ext cx="2586526" cy="2586526"/>
          </a:xfrm>
          <a:prstGeom prst="ellipse">
            <a:avLst/>
          </a:prstGeom>
          <a:noFill/>
          <a:ln cmpd="thickThin">
            <a:solidFill>
              <a:schemeClr val="accent2"/>
            </a:soli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16" name="图片占位符 115"/>
          <p:cNvSpPr>
            <a:spLocks noGrp="1"/>
          </p:cNvSpPr>
          <p:nvPr>
            <p:ph type="pic" sz="quarter" idx="11"/>
          </p:nvPr>
        </p:nvSpPr>
        <p:spPr>
          <a:xfrm>
            <a:off x="4947334" y="1476945"/>
            <a:ext cx="2297332" cy="2297332"/>
          </a:xfrm>
          <a:custGeom>
            <a:avLst/>
            <a:gdLst>
              <a:gd name="connsiteX0" fmla="*/ 1148666 w 2297332"/>
              <a:gd name="connsiteY0" fmla="*/ 0 h 2297332"/>
              <a:gd name="connsiteX1" fmla="*/ 2297332 w 2297332"/>
              <a:gd name="connsiteY1" fmla="*/ 1148666 h 2297332"/>
              <a:gd name="connsiteX2" fmla="*/ 1148666 w 2297332"/>
              <a:gd name="connsiteY2" fmla="*/ 2297332 h 2297332"/>
              <a:gd name="connsiteX3" fmla="*/ 0 w 2297332"/>
              <a:gd name="connsiteY3" fmla="*/ 1148666 h 2297332"/>
              <a:gd name="connsiteX4" fmla="*/ 1148666 w 2297332"/>
              <a:gd name="connsiteY4" fmla="*/ 0 h 2297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97332" h="2297332">
                <a:moveTo>
                  <a:pt x="1148666" y="0"/>
                </a:moveTo>
                <a:cubicBezTo>
                  <a:pt x="1783057" y="0"/>
                  <a:pt x="2297332" y="514275"/>
                  <a:pt x="2297332" y="1148666"/>
                </a:cubicBezTo>
                <a:cubicBezTo>
                  <a:pt x="2297332" y="1783057"/>
                  <a:pt x="1783057" y="2297332"/>
                  <a:pt x="1148666" y="2297332"/>
                </a:cubicBezTo>
                <a:cubicBezTo>
                  <a:pt x="514275" y="2297332"/>
                  <a:pt x="0" y="1783057"/>
                  <a:pt x="0" y="1148666"/>
                </a:cubicBezTo>
                <a:cubicBezTo>
                  <a:pt x="0" y="514275"/>
                  <a:pt x="514275" y="0"/>
                  <a:pt x="1148666" y="0"/>
                </a:cubicBezTo>
                <a:close/>
              </a:path>
            </a:pathLst>
          </a:custGeom>
          <a:ln w="12700">
            <a:noFill/>
          </a:ln>
        </p:spPr>
        <p:txBody>
          <a:bodyPr wrap="square">
            <a:noAutofit/>
          </a:bodyPr>
          <a:lstStyle/>
          <a:p>
            <a:endParaRPr kumimoji="1" lang="zh-CN" altLang="en-US"/>
          </a:p>
        </p:txBody>
      </p:sp>
      <p:sp>
        <p:nvSpPr>
          <p:cNvPr id="118" name="椭圆 117"/>
          <p:cNvSpPr/>
          <p:nvPr userDrawn="1"/>
        </p:nvSpPr>
        <p:spPr>
          <a:xfrm>
            <a:off x="8382000" y="1332347"/>
            <a:ext cx="2586526" cy="2586526"/>
          </a:xfrm>
          <a:prstGeom prst="ellipse">
            <a:avLst/>
          </a:prstGeom>
          <a:noFill/>
          <a:ln cmpd="thickThin">
            <a:solidFill>
              <a:schemeClr val="accent2"/>
            </a:soli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19" name="图片占位符 118"/>
          <p:cNvSpPr>
            <a:spLocks noGrp="1"/>
          </p:cNvSpPr>
          <p:nvPr>
            <p:ph type="pic" sz="quarter" idx="12"/>
          </p:nvPr>
        </p:nvSpPr>
        <p:spPr>
          <a:xfrm>
            <a:off x="8526597" y="1476945"/>
            <a:ext cx="2297332" cy="2297332"/>
          </a:xfrm>
          <a:custGeom>
            <a:avLst/>
            <a:gdLst>
              <a:gd name="connsiteX0" fmla="*/ 1148666 w 2297332"/>
              <a:gd name="connsiteY0" fmla="*/ 0 h 2297332"/>
              <a:gd name="connsiteX1" fmla="*/ 2297332 w 2297332"/>
              <a:gd name="connsiteY1" fmla="*/ 1148666 h 2297332"/>
              <a:gd name="connsiteX2" fmla="*/ 1148666 w 2297332"/>
              <a:gd name="connsiteY2" fmla="*/ 2297332 h 2297332"/>
              <a:gd name="connsiteX3" fmla="*/ 0 w 2297332"/>
              <a:gd name="connsiteY3" fmla="*/ 1148666 h 2297332"/>
              <a:gd name="connsiteX4" fmla="*/ 1148666 w 2297332"/>
              <a:gd name="connsiteY4" fmla="*/ 0 h 2297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97332" h="2297332">
                <a:moveTo>
                  <a:pt x="1148666" y="0"/>
                </a:moveTo>
                <a:cubicBezTo>
                  <a:pt x="1783057" y="0"/>
                  <a:pt x="2297332" y="514275"/>
                  <a:pt x="2297332" y="1148666"/>
                </a:cubicBezTo>
                <a:cubicBezTo>
                  <a:pt x="2297332" y="1783057"/>
                  <a:pt x="1783057" y="2297332"/>
                  <a:pt x="1148666" y="2297332"/>
                </a:cubicBezTo>
                <a:cubicBezTo>
                  <a:pt x="514275" y="2297332"/>
                  <a:pt x="0" y="1783057"/>
                  <a:pt x="0" y="1148666"/>
                </a:cubicBezTo>
                <a:cubicBezTo>
                  <a:pt x="0" y="514275"/>
                  <a:pt x="514275" y="0"/>
                  <a:pt x="1148666" y="0"/>
                </a:cubicBezTo>
                <a:close/>
              </a:path>
            </a:pathLst>
          </a:custGeom>
          <a:ln w="12700">
            <a:noFill/>
          </a:ln>
        </p:spPr>
        <p:txBody>
          <a:bodyPr wrap="square">
            <a:noAutofit/>
          </a:bodyPr>
          <a:lstStyle/>
          <a:p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张图片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3275" y="393486"/>
            <a:ext cx="8970989" cy="663575"/>
          </a:xfrm>
          <a:prstGeom prst="rect">
            <a:avLst/>
          </a:prstGeom>
        </p:spPr>
        <p:txBody>
          <a:bodyPr lIns="0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245" name="组合 244"/>
          <p:cNvGrpSpPr/>
          <p:nvPr userDrawn="1"/>
        </p:nvGrpSpPr>
        <p:grpSpPr>
          <a:xfrm>
            <a:off x="9895088" y="468793"/>
            <a:ext cx="1480571" cy="458860"/>
            <a:chOff x="2558030" y="228446"/>
            <a:chExt cx="6774643" cy="2099603"/>
          </a:xfrm>
        </p:grpSpPr>
        <p:grpSp>
          <p:nvGrpSpPr>
            <p:cNvPr id="246" name="íšḻîďê"/>
            <p:cNvGrpSpPr/>
            <p:nvPr userDrawn="1"/>
          </p:nvGrpSpPr>
          <p:grpSpPr>
            <a:xfrm>
              <a:off x="2558030" y="228446"/>
              <a:ext cx="2085857" cy="2099603"/>
              <a:chOff x="3551238" y="3067050"/>
              <a:chExt cx="722313" cy="727075"/>
            </a:xfrm>
          </p:grpSpPr>
          <p:sp>
            <p:nvSpPr>
              <p:cNvPr id="276" name="ïş1íḍê"/>
              <p:cNvSpPr/>
              <p:nvPr/>
            </p:nvSpPr>
            <p:spPr bwMode="auto">
              <a:xfrm>
                <a:off x="3575051" y="3087688"/>
                <a:ext cx="673100" cy="679450"/>
              </a:xfrm>
              <a:custGeom>
                <a:avLst/>
                <a:gdLst>
                  <a:gd name="T0" fmla="*/ 102 w 204"/>
                  <a:gd name="T1" fmla="*/ 0 h 204"/>
                  <a:gd name="T2" fmla="*/ 204 w 204"/>
                  <a:gd name="T3" fmla="*/ 102 h 204"/>
                  <a:gd name="T4" fmla="*/ 102 w 204"/>
                  <a:gd name="T5" fmla="*/ 204 h 204"/>
                  <a:gd name="T6" fmla="*/ 0 w 204"/>
                  <a:gd name="T7" fmla="*/ 102 h 204"/>
                  <a:gd name="T8" fmla="*/ 102 w 204"/>
                  <a:gd name="T9" fmla="*/ 0 h 204"/>
                  <a:gd name="T10" fmla="*/ 102 w 204"/>
                  <a:gd name="T11" fmla="*/ 25 h 204"/>
                  <a:gd name="T12" fmla="*/ 24 w 204"/>
                  <a:gd name="T13" fmla="*/ 103 h 204"/>
                  <a:gd name="T14" fmla="*/ 102 w 204"/>
                  <a:gd name="T15" fmla="*/ 181 h 204"/>
                  <a:gd name="T16" fmla="*/ 180 w 204"/>
                  <a:gd name="T17" fmla="*/ 103 h 204"/>
                  <a:gd name="T18" fmla="*/ 102 w 204"/>
                  <a:gd name="T19" fmla="*/ 25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4" h="204">
                    <a:moveTo>
                      <a:pt x="102" y="0"/>
                    </a:moveTo>
                    <a:cubicBezTo>
                      <a:pt x="159" y="0"/>
                      <a:pt x="204" y="46"/>
                      <a:pt x="204" y="102"/>
                    </a:cubicBezTo>
                    <a:cubicBezTo>
                      <a:pt x="204" y="158"/>
                      <a:pt x="159" y="204"/>
                      <a:pt x="102" y="204"/>
                    </a:cubicBezTo>
                    <a:cubicBezTo>
                      <a:pt x="46" y="204"/>
                      <a:pt x="0" y="158"/>
                      <a:pt x="0" y="102"/>
                    </a:cubicBezTo>
                    <a:cubicBezTo>
                      <a:pt x="0" y="46"/>
                      <a:pt x="46" y="0"/>
                      <a:pt x="102" y="0"/>
                    </a:cubicBezTo>
                    <a:close/>
                    <a:moveTo>
                      <a:pt x="102" y="25"/>
                    </a:moveTo>
                    <a:cubicBezTo>
                      <a:pt x="59" y="25"/>
                      <a:pt x="24" y="60"/>
                      <a:pt x="24" y="103"/>
                    </a:cubicBezTo>
                    <a:cubicBezTo>
                      <a:pt x="24" y="146"/>
                      <a:pt x="59" y="181"/>
                      <a:pt x="102" y="181"/>
                    </a:cubicBezTo>
                    <a:cubicBezTo>
                      <a:pt x="145" y="181"/>
                      <a:pt x="180" y="146"/>
                      <a:pt x="180" y="103"/>
                    </a:cubicBezTo>
                    <a:cubicBezTo>
                      <a:pt x="180" y="60"/>
                      <a:pt x="145" y="25"/>
                      <a:pt x="102" y="25"/>
                    </a:cubicBezTo>
                    <a:close/>
                  </a:path>
                </a:pathLst>
              </a:custGeom>
              <a:solidFill>
                <a:srgbClr val="0052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7" name="íšḻïḍè"/>
              <p:cNvSpPr/>
              <p:nvPr/>
            </p:nvSpPr>
            <p:spPr bwMode="auto">
              <a:xfrm>
                <a:off x="3621088" y="3103563"/>
                <a:ext cx="584200" cy="203200"/>
              </a:xfrm>
              <a:custGeom>
                <a:avLst/>
                <a:gdLst>
                  <a:gd name="T0" fmla="*/ 8 w 177"/>
                  <a:gd name="T1" fmla="*/ 53 h 61"/>
                  <a:gd name="T2" fmla="*/ 0 w 177"/>
                  <a:gd name="T3" fmla="*/ 56 h 61"/>
                  <a:gd name="T4" fmla="*/ 5 w 177"/>
                  <a:gd name="T5" fmla="*/ 52 h 61"/>
                  <a:gd name="T6" fmla="*/ 4 w 177"/>
                  <a:gd name="T7" fmla="*/ 50 h 61"/>
                  <a:gd name="T8" fmla="*/ 5 w 177"/>
                  <a:gd name="T9" fmla="*/ 48 h 61"/>
                  <a:gd name="T10" fmla="*/ 10 w 177"/>
                  <a:gd name="T11" fmla="*/ 41 h 61"/>
                  <a:gd name="T12" fmla="*/ 17 w 177"/>
                  <a:gd name="T13" fmla="*/ 50 h 61"/>
                  <a:gd name="T14" fmla="*/ 14 w 177"/>
                  <a:gd name="T15" fmla="*/ 35 h 61"/>
                  <a:gd name="T16" fmla="*/ 23 w 177"/>
                  <a:gd name="T17" fmla="*/ 46 h 61"/>
                  <a:gd name="T18" fmla="*/ 31 w 177"/>
                  <a:gd name="T19" fmla="*/ 38 h 61"/>
                  <a:gd name="T20" fmla="*/ 29 w 177"/>
                  <a:gd name="T21" fmla="*/ 40 h 61"/>
                  <a:gd name="T22" fmla="*/ 18 w 177"/>
                  <a:gd name="T23" fmla="*/ 32 h 61"/>
                  <a:gd name="T24" fmla="*/ 19 w 177"/>
                  <a:gd name="T25" fmla="*/ 30 h 61"/>
                  <a:gd name="T26" fmla="*/ 21 w 177"/>
                  <a:gd name="T27" fmla="*/ 27 h 61"/>
                  <a:gd name="T28" fmla="*/ 41 w 177"/>
                  <a:gd name="T29" fmla="*/ 29 h 61"/>
                  <a:gd name="T30" fmla="*/ 43 w 177"/>
                  <a:gd name="T31" fmla="*/ 29 h 61"/>
                  <a:gd name="T32" fmla="*/ 35 w 177"/>
                  <a:gd name="T33" fmla="*/ 35 h 61"/>
                  <a:gd name="T34" fmla="*/ 31 w 177"/>
                  <a:gd name="T35" fmla="*/ 21 h 61"/>
                  <a:gd name="T36" fmla="*/ 46 w 177"/>
                  <a:gd name="T37" fmla="*/ 11 h 61"/>
                  <a:gd name="T38" fmla="*/ 47 w 177"/>
                  <a:gd name="T39" fmla="*/ 11 h 61"/>
                  <a:gd name="T40" fmla="*/ 47 w 177"/>
                  <a:gd name="T41" fmla="*/ 26 h 61"/>
                  <a:gd name="T42" fmla="*/ 39 w 177"/>
                  <a:gd name="T43" fmla="*/ 15 h 61"/>
                  <a:gd name="T44" fmla="*/ 72 w 177"/>
                  <a:gd name="T45" fmla="*/ 16 h 61"/>
                  <a:gd name="T46" fmla="*/ 71 w 177"/>
                  <a:gd name="T47" fmla="*/ 2 h 61"/>
                  <a:gd name="T48" fmla="*/ 65 w 177"/>
                  <a:gd name="T49" fmla="*/ 15 h 61"/>
                  <a:gd name="T50" fmla="*/ 64 w 177"/>
                  <a:gd name="T51" fmla="*/ 4 h 61"/>
                  <a:gd name="T52" fmla="*/ 84 w 177"/>
                  <a:gd name="T53" fmla="*/ 1 h 61"/>
                  <a:gd name="T54" fmla="*/ 84 w 177"/>
                  <a:gd name="T55" fmla="*/ 1 h 61"/>
                  <a:gd name="T56" fmla="*/ 78 w 177"/>
                  <a:gd name="T57" fmla="*/ 16 h 61"/>
                  <a:gd name="T58" fmla="*/ 77 w 177"/>
                  <a:gd name="T59" fmla="*/ 15 h 61"/>
                  <a:gd name="T60" fmla="*/ 90 w 177"/>
                  <a:gd name="T61" fmla="*/ 1 h 61"/>
                  <a:gd name="T62" fmla="*/ 94 w 177"/>
                  <a:gd name="T63" fmla="*/ 15 h 61"/>
                  <a:gd name="T64" fmla="*/ 92 w 177"/>
                  <a:gd name="T65" fmla="*/ 15 h 61"/>
                  <a:gd name="T66" fmla="*/ 113 w 177"/>
                  <a:gd name="T67" fmla="*/ 3 h 61"/>
                  <a:gd name="T68" fmla="*/ 102 w 177"/>
                  <a:gd name="T69" fmla="*/ 2 h 61"/>
                  <a:gd name="T70" fmla="*/ 105 w 177"/>
                  <a:gd name="T71" fmla="*/ 14 h 61"/>
                  <a:gd name="T72" fmla="*/ 117 w 177"/>
                  <a:gd name="T73" fmla="*/ 5 h 61"/>
                  <a:gd name="T74" fmla="*/ 122 w 177"/>
                  <a:gd name="T75" fmla="*/ 19 h 61"/>
                  <a:gd name="T76" fmla="*/ 119 w 177"/>
                  <a:gd name="T77" fmla="*/ 13 h 61"/>
                  <a:gd name="T78" fmla="*/ 121 w 177"/>
                  <a:gd name="T79" fmla="*/ 12 h 61"/>
                  <a:gd name="T80" fmla="*/ 124 w 177"/>
                  <a:gd name="T81" fmla="*/ 10 h 61"/>
                  <a:gd name="T82" fmla="*/ 131 w 177"/>
                  <a:gd name="T83" fmla="*/ 26 h 61"/>
                  <a:gd name="T84" fmla="*/ 126 w 177"/>
                  <a:gd name="T85" fmla="*/ 23 h 61"/>
                  <a:gd name="T86" fmla="*/ 124 w 177"/>
                  <a:gd name="T87" fmla="*/ 23 h 61"/>
                  <a:gd name="T88" fmla="*/ 137 w 177"/>
                  <a:gd name="T89" fmla="*/ 14 h 61"/>
                  <a:gd name="T90" fmla="*/ 133 w 177"/>
                  <a:gd name="T91" fmla="*/ 11 h 61"/>
                  <a:gd name="T92" fmla="*/ 137 w 177"/>
                  <a:gd name="T93" fmla="*/ 32 h 61"/>
                  <a:gd name="T94" fmla="*/ 137 w 177"/>
                  <a:gd name="T95" fmla="*/ 32 h 61"/>
                  <a:gd name="T96" fmla="*/ 145 w 177"/>
                  <a:gd name="T97" fmla="*/ 19 h 61"/>
                  <a:gd name="T98" fmla="*/ 146 w 177"/>
                  <a:gd name="T99" fmla="*/ 19 h 61"/>
                  <a:gd name="T100" fmla="*/ 159 w 177"/>
                  <a:gd name="T101" fmla="*/ 31 h 61"/>
                  <a:gd name="T102" fmla="*/ 149 w 177"/>
                  <a:gd name="T103" fmla="*/ 42 h 61"/>
                  <a:gd name="T104" fmla="*/ 155 w 177"/>
                  <a:gd name="T105" fmla="*/ 27 h 61"/>
                  <a:gd name="T106" fmla="*/ 166 w 177"/>
                  <a:gd name="T107" fmla="*/ 40 h 61"/>
                  <a:gd name="T108" fmla="*/ 160 w 177"/>
                  <a:gd name="T109" fmla="*/ 37 h 61"/>
                  <a:gd name="T110" fmla="*/ 153 w 177"/>
                  <a:gd name="T111" fmla="*/ 46 h 61"/>
                  <a:gd name="T112" fmla="*/ 177 w 177"/>
                  <a:gd name="T113" fmla="*/ 55 h 61"/>
                  <a:gd name="T114" fmla="*/ 162 w 177"/>
                  <a:gd name="T115" fmla="*/ 60 h 61"/>
                  <a:gd name="T116" fmla="*/ 165 w 177"/>
                  <a:gd name="T117" fmla="*/ 55 h 61"/>
                  <a:gd name="T118" fmla="*/ 173 w 177"/>
                  <a:gd name="T119" fmla="*/ 49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77" h="61">
                    <a:moveTo>
                      <a:pt x="6" y="46"/>
                    </a:moveTo>
                    <a:cubicBezTo>
                      <a:pt x="6" y="46"/>
                      <a:pt x="6" y="46"/>
                      <a:pt x="6" y="46"/>
                    </a:cubicBezTo>
                    <a:cubicBezTo>
                      <a:pt x="6" y="46"/>
                      <a:pt x="6" y="46"/>
                      <a:pt x="6" y="46"/>
                    </a:cubicBezTo>
                    <a:cubicBezTo>
                      <a:pt x="6" y="46"/>
                      <a:pt x="6" y="47"/>
                      <a:pt x="6" y="47"/>
                    </a:cubicBezTo>
                    <a:cubicBezTo>
                      <a:pt x="6" y="47"/>
                      <a:pt x="6" y="47"/>
                      <a:pt x="6" y="47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8" y="53"/>
                      <a:pt x="8" y="53"/>
                      <a:pt x="8" y="53"/>
                    </a:cubicBezTo>
                    <a:cubicBezTo>
                      <a:pt x="8" y="54"/>
                      <a:pt x="8" y="54"/>
                      <a:pt x="8" y="54"/>
                    </a:cubicBezTo>
                    <a:cubicBezTo>
                      <a:pt x="15" y="60"/>
                      <a:pt x="15" y="60"/>
                      <a:pt x="15" y="60"/>
                    </a:cubicBezTo>
                    <a:cubicBezTo>
                      <a:pt x="15" y="61"/>
                      <a:pt x="15" y="61"/>
                      <a:pt x="15" y="61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4"/>
                      <a:pt x="2" y="54"/>
                    </a:cubicBezTo>
                    <a:cubicBezTo>
                      <a:pt x="2" y="54"/>
                      <a:pt x="2" y="54"/>
                      <a:pt x="2" y="54"/>
                    </a:cubicBezTo>
                    <a:cubicBezTo>
                      <a:pt x="11" y="58"/>
                      <a:pt x="11" y="58"/>
                      <a:pt x="11" y="58"/>
                    </a:cubicBezTo>
                    <a:cubicBezTo>
                      <a:pt x="12" y="58"/>
                      <a:pt x="12" y="58"/>
                      <a:pt x="12" y="58"/>
                    </a:cubicBezTo>
                    <a:cubicBezTo>
                      <a:pt x="5" y="52"/>
                      <a:pt x="5" y="52"/>
                      <a:pt x="5" y="52"/>
                    </a:cubicBezTo>
                    <a:cubicBezTo>
                      <a:pt x="4" y="52"/>
                      <a:pt x="4" y="52"/>
                      <a:pt x="4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2" y="52"/>
                      <a:pt x="2" y="52"/>
                      <a:pt x="2" y="52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4" y="50"/>
                      <a:pt x="4" y="50"/>
                      <a:pt x="4" y="50"/>
                    </a:cubicBezTo>
                    <a:cubicBezTo>
                      <a:pt x="4" y="50"/>
                      <a:pt x="4" y="50"/>
                      <a:pt x="4" y="50"/>
                    </a:cubicBezTo>
                    <a:cubicBezTo>
                      <a:pt x="4" y="50"/>
                      <a:pt x="4" y="50"/>
                      <a:pt x="4" y="51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6" y="48"/>
                      <a:pt x="6" y="48"/>
                      <a:pt x="6" y="48"/>
                    </a:cubicBezTo>
                    <a:cubicBezTo>
                      <a:pt x="6" y="48"/>
                      <a:pt x="6" y="48"/>
                      <a:pt x="5" y="48"/>
                    </a:cubicBezTo>
                    <a:cubicBezTo>
                      <a:pt x="5" y="48"/>
                      <a:pt x="5" y="48"/>
                      <a:pt x="5" y="48"/>
                    </a:cubicBezTo>
                    <a:cubicBezTo>
                      <a:pt x="5" y="48"/>
                      <a:pt x="5" y="48"/>
                      <a:pt x="5" y="48"/>
                    </a:cubicBezTo>
                    <a:cubicBezTo>
                      <a:pt x="4" y="48"/>
                      <a:pt x="4" y="48"/>
                      <a:pt x="4" y="48"/>
                    </a:cubicBezTo>
                    <a:cubicBezTo>
                      <a:pt x="6" y="46"/>
                      <a:pt x="6" y="46"/>
                      <a:pt x="6" y="46"/>
                    </a:cubicBezTo>
                    <a:close/>
                    <a:moveTo>
                      <a:pt x="22" y="48"/>
                    </a:moveTo>
                    <a:cubicBezTo>
                      <a:pt x="22" y="49"/>
                      <a:pt x="21" y="49"/>
                      <a:pt x="21" y="49"/>
                    </a:cubicBezTo>
                    <a:cubicBezTo>
                      <a:pt x="20" y="50"/>
                      <a:pt x="19" y="49"/>
                      <a:pt x="18" y="48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1"/>
                      <a:pt x="10" y="41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7" y="43"/>
                      <a:pt x="7" y="43"/>
                      <a:pt x="7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9" y="43"/>
                      <a:pt x="9" y="43"/>
                      <a:pt x="9" y="43"/>
                    </a:cubicBezTo>
                    <a:cubicBezTo>
                      <a:pt x="17" y="50"/>
                      <a:pt x="17" y="50"/>
                      <a:pt x="17" y="50"/>
                    </a:cubicBezTo>
                    <a:cubicBezTo>
                      <a:pt x="18" y="50"/>
                      <a:pt x="19" y="51"/>
                      <a:pt x="20" y="50"/>
                    </a:cubicBezTo>
                    <a:cubicBezTo>
                      <a:pt x="21" y="50"/>
                      <a:pt x="22" y="50"/>
                      <a:pt x="23" y="49"/>
                    </a:cubicBezTo>
                    <a:cubicBezTo>
                      <a:pt x="24" y="48"/>
                      <a:pt x="24" y="47"/>
                      <a:pt x="24" y="46"/>
                    </a:cubicBezTo>
                    <a:cubicBezTo>
                      <a:pt x="24" y="45"/>
                      <a:pt x="23" y="44"/>
                      <a:pt x="22" y="43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4" y="35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2" y="38"/>
                      <a:pt x="12" y="38"/>
                      <a:pt x="12" y="38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3" y="37"/>
                      <a:pt x="14" y="37"/>
                      <a:pt x="14" y="37"/>
                    </a:cubicBezTo>
                    <a:cubicBezTo>
                      <a:pt x="22" y="44"/>
                      <a:pt x="22" y="44"/>
                      <a:pt x="22" y="44"/>
                    </a:cubicBezTo>
                    <a:cubicBezTo>
                      <a:pt x="23" y="44"/>
                      <a:pt x="23" y="45"/>
                      <a:pt x="23" y="46"/>
                    </a:cubicBezTo>
                    <a:cubicBezTo>
                      <a:pt x="23" y="47"/>
                      <a:pt x="23" y="47"/>
                      <a:pt x="22" y="48"/>
                    </a:cubicBezTo>
                    <a:close/>
                    <a:moveTo>
                      <a:pt x="33" y="36"/>
                    </a:moveTo>
                    <a:cubicBezTo>
                      <a:pt x="33" y="36"/>
                      <a:pt x="33" y="36"/>
                      <a:pt x="33" y="36"/>
                    </a:cubicBezTo>
                    <a:cubicBezTo>
                      <a:pt x="33" y="36"/>
                      <a:pt x="34" y="36"/>
                      <a:pt x="34" y="36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32" y="39"/>
                      <a:pt x="32" y="39"/>
                      <a:pt x="32" y="39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2" y="38"/>
                      <a:pt x="32" y="37"/>
                      <a:pt x="32" y="37"/>
                    </a:cubicBezTo>
                    <a:cubicBezTo>
                      <a:pt x="32" y="37"/>
                      <a:pt x="32" y="37"/>
                      <a:pt x="32" y="37"/>
                    </a:cubicBezTo>
                    <a:cubicBezTo>
                      <a:pt x="27" y="32"/>
                      <a:pt x="27" y="32"/>
                      <a:pt x="27" y="32"/>
                    </a:cubicBezTo>
                    <a:cubicBezTo>
                      <a:pt x="23" y="36"/>
                      <a:pt x="23" y="36"/>
                      <a:pt x="23" y="36"/>
                    </a:cubicBezTo>
                    <a:cubicBezTo>
                      <a:pt x="28" y="40"/>
                      <a:pt x="28" y="40"/>
                      <a:pt x="28" y="40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8" y="41"/>
                      <a:pt x="29" y="41"/>
                      <a:pt x="29" y="40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30" y="41"/>
                      <a:pt x="30" y="41"/>
                      <a:pt x="30" y="41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2"/>
                      <a:pt x="27" y="42"/>
                      <a:pt x="27" y="42"/>
                    </a:cubicBezTo>
                    <a:cubicBezTo>
                      <a:pt x="27" y="42"/>
                      <a:pt x="27" y="42"/>
                      <a:pt x="27" y="41"/>
                    </a:cubicBezTo>
                    <a:cubicBezTo>
                      <a:pt x="18" y="32"/>
                      <a:pt x="18" y="32"/>
                      <a:pt x="18" y="32"/>
                    </a:cubicBezTo>
                    <a:cubicBezTo>
                      <a:pt x="18" y="32"/>
                      <a:pt x="17" y="32"/>
                      <a:pt x="17" y="32"/>
                    </a:cubicBezTo>
                    <a:cubicBezTo>
                      <a:pt x="17" y="32"/>
                      <a:pt x="17" y="32"/>
                      <a:pt x="17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1"/>
                      <a:pt x="19" y="31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7" y="31"/>
                      <a:pt x="27" y="31"/>
                      <a:pt x="27" y="31"/>
                    </a:cubicBezTo>
                    <a:cubicBezTo>
                      <a:pt x="23" y="27"/>
                      <a:pt x="23" y="27"/>
                      <a:pt x="23" y="27"/>
                    </a:cubicBezTo>
                    <a:cubicBezTo>
                      <a:pt x="23" y="27"/>
                      <a:pt x="22" y="27"/>
                      <a:pt x="22" y="27"/>
                    </a:cubicBezTo>
                    <a:cubicBezTo>
                      <a:pt x="22" y="27"/>
                      <a:pt x="22" y="27"/>
                      <a:pt x="22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6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33" y="36"/>
                      <a:pt x="33" y="36"/>
                      <a:pt x="33" y="36"/>
                    </a:cubicBezTo>
                    <a:close/>
                    <a:moveTo>
                      <a:pt x="38" y="26"/>
                    </a:moveTo>
                    <a:cubicBezTo>
                      <a:pt x="41" y="29"/>
                      <a:pt x="41" y="29"/>
                      <a:pt x="41" y="29"/>
                    </a:cubicBezTo>
                    <a:cubicBezTo>
                      <a:pt x="41" y="29"/>
                      <a:pt x="41" y="30"/>
                      <a:pt x="41" y="30"/>
                    </a:cubicBezTo>
                    <a:cubicBezTo>
                      <a:pt x="41" y="30"/>
                      <a:pt x="41" y="30"/>
                      <a:pt x="41" y="30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3" y="29"/>
                      <a:pt x="42" y="29"/>
                      <a:pt x="42" y="28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5" y="33"/>
                      <a:pt x="35" y="33"/>
                      <a:pt x="35" y="33"/>
                    </a:cubicBezTo>
                    <a:cubicBezTo>
                      <a:pt x="35" y="33"/>
                      <a:pt x="35" y="34"/>
                      <a:pt x="35" y="34"/>
                    </a:cubicBezTo>
                    <a:cubicBezTo>
                      <a:pt x="35" y="34"/>
                      <a:pt x="35" y="34"/>
                      <a:pt x="35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7" y="33"/>
                      <a:pt x="37" y="33"/>
                      <a:pt x="37" y="33"/>
                    </a:cubicBezTo>
                    <a:cubicBezTo>
                      <a:pt x="37" y="33"/>
                      <a:pt x="37" y="33"/>
                      <a:pt x="36" y="33"/>
                    </a:cubicBezTo>
                    <a:cubicBezTo>
                      <a:pt x="36" y="33"/>
                      <a:pt x="36" y="32"/>
                      <a:pt x="36" y="32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8" y="26"/>
                      <a:pt x="38" y="26"/>
                      <a:pt x="38" y="26"/>
                    </a:cubicBezTo>
                    <a:close/>
                    <a:moveTo>
                      <a:pt x="31" y="21"/>
                    </a:moveTo>
                    <a:cubicBezTo>
                      <a:pt x="31" y="21"/>
                      <a:pt x="31" y="21"/>
                      <a:pt x="31" y="21"/>
                    </a:cubicBezTo>
                    <a:cubicBezTo>
                      <a:pt x="34" y="28"/>
                      <a:pt x="34" y="28"/>
                      <a:pt x="34" y="28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1" y="21"/>
                      <a:pt x="31" y="21"/>
                      <a:pt x="31" y="21"/>
                    </a:cubicBezTo>
                    <a:close/>
                    <a:moveTo>
                      <a:pt x="51" y="21"/>
                    </a:moveTo>
                    <a:cubicBezTo>
                      <a:pt x="51" y="21"/>
                      <a:pt x="51" y="21"/>
                      <a:pt x="51" y="2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6" y="11"/>
                      <a:pt x="45" y="11"/>
                    </a:cubicBezTo>
                    <a:cubicBezTo>
                      <a:pt x="45" y="11"/>
                      <a:pt x="45" y="11"/>
                      <a:pt x="45" y="11"/>
                    </a:cubicBezTo>
                    <a:cubicBezTo>
                      <a:pt x="44" y="11"/>
                      <a:pt x="44" y="11"/>
                      <a:pt x="44" y="11"/>
                    </a:cubicBezTo>
                    <a:cubicBezTo>
                      <a:pt x="48" y="9"/>
                      <a:pt x="48" y="9"/>
                      <a:pt x="48" y="9"/>
                    </a:cubicBezTo>
                    <a:cubicBezTo>
                      <a:pt x="48" y="10"/>
                      <a:pt x="48" y="10"/>
                      <a:pt x="48" y="1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47" y="10"/>
                      <a:pt x="47" y="11"/>
                      <a:pt x="47" y="11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7" y="26"/>
                      <a:pt x="47" y="26"/>
                      <a:pt x="47" y="26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5" y="28"/>
                      <a:pt x="45" y="28"/>
                      <a:pt x="45" y="28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6" y="27"/>
                      <a:pt x="46" y="26"/>
                      <a:pt x="45" y="26"/>
                    </a:cubicBezTo>
                    <a:cubicBezTo>
                      <a:pt x="39" y="15"/>
                      <a:pt x="39" y="15"/>
                      <a:pt x="39" y="15"/>
                    </a:cubicBezTo>
                    <a:cubicBezTo>
                      <a:pt x="39" y="14"/>
                      <a:pt x="39" y="14"/>
                      <a:pt x="39" y="14"/>
                    </a:cubicBezTo>
                    <a:cubicBezTo>
                      <a:pt x="39" y="14"/>
                      <a:pt x="39" y="14"/>
                      <a:pt x="38" y="14"/>
                    </a:cubicBezTo>
                    <a:cubicBezTo>
                      <a:pt x="38" y="15"/>
                      <a:pt x="38" y="15"/>
                      <a:pt x="38" y="15"/>
                    </a:cubicBezTo>
                    <a:cubicBezTo>
                      <a:pt x="37" y="14"/>
                      <a:pt x="37" y="14"/>
                      <a:pt x="37" y="14"/>
                    </a:cubicBezTo>
                    <a:cubicBezTo>
                      <a:pt x="40" y="13"/>
                      <a:pt x="40" y="13"/>
                      <a:pt x="40" y="13"/>
                    </a:cubicBezTo>
                    <a:cubicBezTo>
                      <a:pt x="51" y="21"/>
                      <a:pt x="51" y="21"/>
                      <a:pt x="51" y="21"/>
                    </a:cubicBezTo>
                    <a:close/>
                    <a:moveTo>
                      <a:pt x="70" y="17"/>
                    </a:moveTo>
                    <a:cubicBezTo>
                      <a:pt x="70" y="17"/>
                      <a:pt x="71" y="17"/>
                      <a:pt x="72" y="16"/>
                    </a:cubicBezTo>
                    <a:cubicBezTo>
                      <a:pt x="72" y="15"/>
                      <a:pt x="72" y="14"/>
                      <a:pt x="72" y="14"/>
                    </a:cubicBezTo>
                    <a:cubicBezTo>
                      <a:pt x="70" y="3"/>
                      <a:pt x="70" y="3"/>
                      <a:pt x="70" y="3"/>
                    </a:cubicBezTo>
                    <a:cubicBezTo>
                      <a:pt x="70" y="3"/>
                      <a:pt x="69" y="3"/>
                      <a:pt x="69" y="3"/>
                    </a:cubicBezTo>
                    <a:cubicBezTo>
                      <a:pt x="69" y="3"/>
                      <a:pt x="69" y="3"/>
                      <a:pt x="69" y="3"/>
                    </a:cubicBezTo>
                    <a:cubicBezTo>
                      <a:pt x="68" y="3"/>
                      <a:pt x="68" y="3"/>
                      <a:pt x="68" y="3"/>
                    </a:cubicBezTo>
                    <a:cubicBezTo>
                      <a:pt x="68" y="2"/>
                      <a:pt x="68" y="2"/>
                      <a:pt x="68" y="2"/>
                    </a:cubicBezTo>
                    <a:cubicBezTo>
                      <a:pt x="71" y="1"/>
                      <a:pt x="71" y="1"/>
                      <a:pt x="71" y="1"/>
                    </a:cubicBezTo>
                    <a:cubicBezTo>
                      <a:pt x="71" y="2"/>
                      <a:pt x="71" y="2"/>
                      <a:pt x="71" y="2"/>
                    </a:cubicBezTo>
                    <a:cubicBezTo>
                      <a:pt x="71" y="2"/>
                      <a:pt x="71" y="2"/>
                      <a:pt x="71" y="2"/>
                    </a:cubicBezTo>
                    <a:cubicBezTo>
                      <a:pt x="71" y="2"/>
                      <a:pt x="70" y="2"/>
                      <a:pt x="70" y="2"/>
                    </a:cubicBezTo>
                    <a:cubicBezTo>
                      <a:pt x="70" y="3"/>
                      <a:pt x="70" y="3"/>
                      <a:pt x="70" y="3"/>
                    </a:cubicBezTo>
                    <a:cubicBezTo>
                      <a:pt x="73" y="13"/>
                      <a:pt x="73" y="13"/>
                      <a:pt x="73" y="13"/>
                    </a:cubicBezTo>
                    <a:cubicBezTo>
                      <a:pt x="73" y="15"/>
                      <a:pt x="73" y="16"/>
                      <a:pt x="72" y="16"/>
                    </a:cubicBezTo>
                    <a:cubicBezTo>
                      <a:pt x="71" y="17"/>
                      <a:pt x="71" y="18"/>
                      <a:pt x="70" y="18"/>
                    </a:cubicBezTo>
                    <a:cubicBezTo>
                      <a:pt x="68" y="18"/>
                      <a:pt x="67" y="18"/>
                      <a:pt x="66" y="18"/>
                    </a:cubicBezTo>
                    <a:cubicBezTo>
                      <a:pt x="66" y="17"/>
                      <a:pt x="65" y="17"/>
                      <a:pt x="65" y="15"/>
                    </a:cubicBezTo>
                    <a:cubicBezTo>
                      <a:pt x="62" y="5"/>
                      <a:pt x="62" y="5"/>
                      <a:pt x="62" y="5"/>
                    </a:cubicBezTo>
                    <a:cubicBezTo>
                      <a:pt x="62" y="5"/>
                      <a:pt x="62" y="4"/>
                      <a:pt x="62" y="4"/>
                    </a:cubicBezTo>
                    <a:cubicBezTo>
                      <a:pt x="62" y="4"/>
                      <a:pt x="62" y="4"/>
                      <a:pt x="61" y="4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5" y="3"/>
                      <a:pt x="65" y="3"/>
                      <a:pt x="65" y="3"/>
                    </a:cubicBezTo>
                    <a:cubicBezTo>
                      <a:pt x="65" y="4"/>
                      <a:pt x="65" y="4"/>
                      <a:pt x="65" y="4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4"/>
                      <a:pt x="64" y="4"/>
                      <a:pt x="64" y="5"/>
                    </a:cubicBezTo>
                    <a:cubicBezTo>
                      <a:pt x="66" y="15"/>
                      <a:pt x="66" y="15"/>
                      <a:pt x="66" y="15"/>
                    </a:cubicBezTo>
                    <a:cubicBezTo>
                      <a:pt x="66" y="16"/>
                      <a:pt x="67" y="17"/>
                      <a:pt x="67" y="17"/>
                    </a:cubicBezTo>
                    <a:cubicBezTo>
                      <a:pt x="68" y="18"/>
                      <a:pt x="69" y="18"/>
                      <a:pt x="70" y="17"/>
                    </a:cubicBezTo>
                    <a:close/>
                    <a:moveTo>
                      <a:pt x="84" y="12"/>
                    </a:moveTo>
                    <a:cubicBezTo>
                      <a:pt x="84" y="12"/>
                      <a:pt x="84" y="12"/>
                      <a:pt x="84" y="12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4" y="1"/>
                      <a:pt x="84" y="1"/>
                      <a:pt x="83" y="1"/>
                    </a:cubicBezTo>
                    <a:cubicBezTo>
                      <a:pt x="83" y="1"/>
                      <a:pt x="83" y="1"/>
                      <a:pt x="83" y="1"/>
                    </a:cubicBezTo>
                    <a:cubicBezTo>
                      <a:pt x="82" y="1"/>
                      <a:pt x="82" y="1"/>
                      <a:pt x="82" y="1"/>
                    </a:cubicBezTo>
                    <a:cubicBezTo>
                      <a:pt x="82" y="0"/>
                      <a:pt x="82" y="0"/>
                      <a:pt x="82" y="0"/>
                    </a:cubicBezTo>
                    <a:cubicBezTo>
                      <a:pt x="86" y="0"/>
                      <a:pt x="86" y="0"/>
                      <a:pt x="86" y="0"/>
                    </a:cubicBezTo>
                    <a:cubicBezTo>
                      <a:pt x="86" y="1"/>
                      <a:pt x="86" y="1"/>
                      <a:pt x="86" y="1"/>
                    </a:cubicBezTo>
                    <a:cubicBezTo>
                      <a:pt x="85" y="1"/>
                      <a:pt x="85" y="1"/>
                      <a:pt x="85" y="1"/>
                    </a:cubicBezTo>
                    <a:cubicBezTo>
                      <a:pt x="85" y="1"/>
                      <a:pt x="85" y="1"/>
                      <a:pt x="84" y="1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77" y="3"/>
                      <a:pt x="77" y="3"/>
                      <a:pt x="77" y="3"/>
                    </a:cubicBezTo>
                    <a:cubicBezTo>
                      <a:pt x="77" y="3"/>
                      <a:pt x="77" y="3"/>
                      <a:pt x="77" y="3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77" y="15"/>
                      <a:pt x="78" y="15"/>
                      <a:pt x="78" y="16"/>
                    </a:cubicBezTo>
                    <a:cubicBezTo>
                      <a:pt x="78" y="16"/>
                      <a:pt x="78" y="16"/>
                      <a:pt x="78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76" y="16"/>
                      <a:pt x="76" y="16"/>
                      <a:pt x="76" y="16"/>
                    </a:cubicBezTo>
                    <a:cubicBezTo>
                      <a:pt x="76" y="16"/>
                      <a:pt x="77" y="16"/>
                      <a:pt x="77" y="16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76" y="2"/>
                      <a:pt x="76" y="2"/>
                      <a:pt x="76" y="2"/>
                    </a:cubicBezTo>
                    <a:cubicBezTo>
                      <a:pt x="76" y="2"/>
                      <a:pt x="76" y="2"/>
                      <a:pt x="76" y="1"/>
                    </a:cubicBezTo>
                    <a:cubicBezTo>
                      <a:pt x="76" y="1"/>
                      <a:pt x="75" y="1"/>
                      <a:pt x="75" y="1"/>
                    </a:cubicBezTo>
                    <a:cubicBezTo>
                      <a:pt x="74" y="1"/>
                      <a:pt x="74" y="1"/>
                      <a:pt x="74" y="1"/>
                    </a:cubicBezTo>
                    <a:cubicBezTo>
                      <a:pt x="74" y="1"/>
                      <a:pt x="74" y="1"/>
                      <a:pt x="74" y="1"/>
                    </a:cubicBezTo>
                    <a:cubicBezTo>
                      <a:pt x="77" y="1"/>
                      <a:pt x="77" y="1"/>
                      <a:pt x="77" y="1"/>
                    </a:cubicBezTo>
                    <a:cubicBezTo>
                      <a:pt x="84" y="12"/>
                      <a:pt x="84" y="12"/>
                      <a:pt x="84" y="12"/>
                    </a:cubicBezTo>
                    <a:close/>
                    <a:moveTo>
                      <a:pt x="90" y="1"/>
                    </a:moveTo>
                    <a:cubicBezTo>
                      <a:pt x="90" y="0"/>
                      <a:pt x="90" y="0"/>
                      <a:pt x="90" y="0"/>
                    </a:cubicBezTo>
                    <a:cubicBezTo>
                      <a:pt x="98" y="1"/>
                      <a:pt x="98" y="1"/>
                      <a:pt x="98" y="1"/>
                    </a:cubicBezTo>
                    <a:cubicBezTo>
                      <a:pt x="98" y="1"/>
                      <a:pt x="98" y="1"/>
                      <a:pt x="98" y="1"/>
                    </a:cubicBezTo>
                    <a:cubicBezTo>
                      <a:pt x="96" y="1"/>
                      <a:pt x="96" y="1"/>
                      <a:pt x="96" y="1"/>
                    </a:cubicBezTo>
                    <a:cubicBezTo>
                      <a:pt x="95" y="1"/>
                      <a:pt x="95" y="1"/>
                      <a:pt x="95" y="1"/>
                    </a:cubicBezTo>
                    <a:cubicBezTo>
                      <a:pt x="95" y="1"/>
                      <a:pt x="95" y="1"/>
                      <a:pt x="95" y="2"/>
                    </a:cubicBezTo>
                    <a:cubicBezTo>
                      <a:pt x="94" y="15"/>
                      <a:pt x="94" y="15"/>
                      <a:pt x="94" y="15"/>
                    </a:cubicBezTo>
                    <a:cubicBezTo>
                      <a:pt x="94" y="15"/>
                      <a:pt x="94" y="15"/>
                      <a:pt x="94" y="15"/>
                    </a:cubicBezTo>
                    <a:cubicBezTo>
                      <a:pt x="94" y="15"/>
                      <a:pt x="94" y="15"/>
                      <a:pt x="95" y="15"/>
                    </a:cubicBezTo>
                    <a:cubicBezTo>
                      <a:pt x="97" y="16"/>
                      <a:pt x="97" y="16"/>
                      <a:pt x="97" y="16"/>
                    </a:cubicBezTo>
                    <a:cubicBezTo>
                      <a:pt x="97" y="16"/>
                      <a:pt x="97" y="16"/>
                      <a:pt x="97" y="16"/>
                    </a:cubicBezTo>
                    <a:cubicBezTo>
                      <a:pt x="89" y="16"/>
                      <a:pt x="89" y="16"/>
                      <a:pt x="89" y="16"/>
                    </a:cubicBezTo>
                    <a:cubicBezTo>
                      <a:pt x="89" y="15"/>
                      <a:pt x="89" y="15"/>
                      <a:pt x="89" y="15"/>
                    </a:cubicBezTo>
                    <a:cubicBezTo>
                      <a:pt x="91" y="15"/>
                      <a:pt x="91" y="15"/>
                      <a:pt x="91" y="15"/>
                    </a:cubicBezTo>
                    <a:cubicBezTo>
                      <a:pt x="92" y="15"/>
                      <a:pt x="92" y="15"/>
                      <a:pt x="92" y="15"/>
                    </a:cubicBezTo>
                    <a:cubicBezTo>
                      <a:pt x="92" y="15"/>
                      <a:pt x="92" y="15"/>
                      <a:pt x="92" y="15"/>
                    </a:cubicBezTo>
                    <a:cubicBezTo>
                      <a:pt x="93" y="2"/>
                      <a:pt x="93" y="2"/>
                      <a:pt x="93" y="2"/>
                    </a:cubicBezTo>
                    <a:cubicBezTo>
                      <a:pt x="93" y="1"/>
                      <a:pt x="93" y="1"/>
                      <a:pt x="93" y="1"/>
                    </a:cubicBezTo>
                    <a:cubicBezTo>
                      <a:pt x="93" y="1"/>
                      <a:pt x="93" y="1"/>
                      <a:pt x="92" y="1"/>
                    </a:cubicBezTo>
                    <a:cubicBezTo>
                      <a:pt x="90" y="1"/>
                      <a:pt x="90" y="1"/>
                      <a:pt x="90" y="1"/>
                    </a:cubicBezTo>
                    <a:close/>
                    <a:moveTo>
                      <a:pt x="109" y="3"/>
                    </a:moveTo>
                    <a:cubicBezTo>
                      <a:pt x="109" y="2"/>
                      <a:pt x="109" y="2"/>
                      <a:pt x="109" y="2"/>
                    </a:cubicBezTo>
                    <a:cubicBezTo>
                      <a:pt x="113" y="3"/>
                      <a:pt x="113" y="3"/>
                      <a:pt x="113" y="3"/>
                    </a:cubicBezTo>
                    <a:cubicBezTo>
                      <a:pt x="113" y="3"/>
                      <a:pt x="113" y="3"/>
                      <a:pt x="113" y="3"/>
                    </a:cubicBezTo>
                    <a:cubicBezTo>
                      <a:pt x="112" y="3"/>
                      <a:pt x="112" y="3"/>
                      <a:pt x="112" y="3"/>
                    </a:cubicBezTo>
                    <a:cubicBezTo>
                      <a:pt x="112" y="3"/>
                      <a:pt x="112" y="3"/>
                      <a:pt x="111" y="4"/>
                    </a:cubicBezTo>
                    <a:cubicBezTo>
                      <a:pt x="111" y="4"/>
                      <a:pt x="111" y="4"/>
                      <a:pt x="111" y="4"/>
                    </a:cubicBezTo>
                    <a:cubicBezTo>
                      <a:pt x="105" y="17"/>
                      <a:pt x="105" y="17"/>
                      <a:pt x="105" y="17"/>
                    </a:cubicBezTo>
                    <a:cubicBezTo>
                      <a:pt x="104" y="17"/>
                      <a:pt x="104" y="17"/>
                      <a:pt x="104" y="17"/>
                    </a:cubicBezTo>
                    <a:cubicBezTo>
                      <a:pt x="103" y="3"/>
                      <a:pt x="103" y="3"/>
                      <a:pt x="103" y="3"/>
                    </a:cubicBezTo>
                    <a:cubicBezTo>
                      <a:pt x="103" y="3"/>
                      <a:pt x="103" y="2"/>
                      <a:pt x="103" y="2"/>
                    </a:cubicBezTo>
                    <a:cubicBezTo>
                      <a:pt x="103" y="2"/>
                      <a:pt x="103" y="2"/>
                      <a:pt x="102" y="2"/>
                    </a:cubicBezTo>
                    <a:cubicBezTo>
                      <a:pt x="102" y="2"/>
                      <a:pt x="102" y="2"/>
                      <a:pt x="102" y="2"/>
                    </a:cubicBezTo>
                    <a:cubicBezTo>
                      <a:pt x="102" y="1"/>
                      <a:pt x="102" y="1"/>
                      <a:pt x="102" y="1"/>
                    </a:cubicBezTo>
                    <a:cubicBezTo>
                      <a:pt x="106" y="2"/>
                      <a:pt x="106" y="2"/>
                      <a:pt x="106" y="2"/>
                    </a:cubicBezTo>
                    <a:cubicBezTo>
                      <a:pt x="106" y="2"/>
                      <a:pt x="106" y="2"/>
                      <a:pt x="106" y="2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5" y="3"/>
                      <a:pt x="105" y="3"/>
                      <a:pt x="105" y="3"/>
                    </a:cubicBezTo>
                    <a:cubicBezTo>
                      <a:pt x="105" y="14"/>
                      <a:pt x="105" y="14"/>
                      <a:pt x="105" y="14"/>
                    </a:cubicBezTo>
                    <a:cubicBezTo>
                      <a:pt x="106" y="14"/>
                      <a:pt x="106" y="14"/>
                      <a:pt x="106" y="14"/>
                    </a:cubicBezTo>
                    <a:cubicBezTo>
                      <a:pt x="110" y="4"/>
                      <a:pt x="110" y="4"/>
                      <a:pt x="110" y="4"/>
                    </a:cubicBezTo>
                    <a:cubicBezTo>
                      <a:pt x="110" y="4"/>
                      <a:pt x="110" y="4"/>
                      <a:pt x="110" y="3"/>
                    </a:cubicBezTo>
                    <a:cubicBezTo>
                      <a:pt x="110" y="3"/>
                      <a:pt x="110" y="3"/>
                      <a:pt x="110" y="3"/>
                    </a:cubicBezTo>
                    <a:cubicBezTo>
                      <a:pt x="109" y="3"/>
                      <a:pt x="109" y="3"/>
                      <a:pt x="109" y="3"/>
                    </a:cubicBezTo>
                    <a:close/>
                    <a:moveTo>
                      <a:pt x="116" y="5"/>
                    </a:moveTo>
                    <a:cubicBezTo>
                      <a:pt x="116" y="5"/>
                      <a:pt x="116" y="5"/>
                      <a:pt x="116" y="5"/>
                    </a:cubicBezTo>
                    <a:cubicBezTo>
                      <a:pt x="117" y="5"/>
                      <a:pt x="117" y="5"/>
                      <a:pt x="117" y="5"/>
                    </a:cubicBezTo>
                    <a:cubicBezTo>
                      <a:pt x="117" y="5"/>
                      <a:pt x="117" y="6"/>
                      <a:pt x="117" y="6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9"/>
                      <a:pt x="113" y="19"/>
                    </a:cubicBezTo>
                    <a:cubicBezTo>
                      <a:pt x="112" y="19"/>
                      <a:pt x="112" y="19"/>
                      <a:pt x="112" y="19"/>
                    </a:cubicBezTo>
                    <a:cubicBezTo>
                      <a:pt x="111" y="18"/>
                      <a:pt x="111" y="18"/>
                      <a:pt x="111" y="18"/>
                    </a:cubicBezTo>
                    <a:cubicBezTo>
                      <a:pt x="111" y="19"/>
                      <a:pt x="111" y="19"/>
                      <a:pt x="111" y="19"/>
                    </a:cubicBezTo>
                    <a:cubicBezTo>
                      <a:pt x="120" y="22"/>
                      <a:pt x="120" y="22"/>
                      <a:pt x="120" y="22"/>
                    </a:cubicBezTo>
                    <a:cubicBezTo>
                      <a:pt x="122" y="19"/>
                      <a:pt x="122" y="19"/>
                      <a:pt x="122" y="19"/>
                    </a:cubicBezTo>
                    <a:cubicBezTo>
                      <a:pt x="122" y="18"/>
                      <a:pt x="122" y="18"/>
                      <a:pt x="122" y="18"/>
                    </a:cubicBezTo>
                    <a:cubicBezTo>
                      <a:pt x="121" y="19"/>
                      <a:pt x="120" y="20"/>
                      <a:pt x="120" y="20"/>
                    </a:cubicBezTo>
                    <a:cubicBezTo>
                      <a:pt x="119" y="21"/>
                      <a:pt x="118" y="21"/>
                      <a:pt x="117" y="20"/>
                    </a:cubicBezTo>
                    <a:cubicBezTo>
                      <a:pt x="115" y="20"/>
                      <a:pt x="115" y="20"/>
                      <a:pt x="115" y="20"/>
                    </a:cubicBezTo>
                    <a:cubicBezTo>
                      <a:pt x="115" y="20"/>
                      <a:pt x="114" y="19"/>
                      <a:pt x="114" y="19"/>
                    </a:cubicBezTo>
                    <a:cubicBezTo>
                      <a:pt x="114" y="19"/>
                      <a:pt x="114" y="19"/>
                      <a:pt x="114" y="19"/>
                    </a:cubicBezTo>
                    <a:cubicBezTo>
                      <a:pt x="116" y="12"/>
                      <a:pt x="116" y="12"/>
                      <a:pt x="116" y="12"/>
                    </a:cubicBezTo>
                    <a:cubicBezTo>
                      <a:pt x="119" y="13"/>
                      <a:pt x="119" y="13"/>
                      <a:pt x="119" y="13"/>
                    </a:cubicBezTo>
                    <a:cubicBezTo>
                      <a:pt x="120" y="13"/>
                      <a:pt x="120" y="13"/>
                      <a:pt x="120" y="14"/>
                    </a:cubicBezTo>
                    <a:cubicBezTo>
                      <a:pt x="120" y="14"/>
                      <a:pt x="120" y="15"/>
                      <a:pt x="120" y="15"/>
                    </a:cubicBezTo>
                    <a:cubicBezTo>
                      <a:pt x="120" y="16"/>
                      <a:pt x="120" y="16"/>
                      <a:pt x="120" y="16"/>
                    </a:cubicBezTo>
                    <a:cubicBezTo>
                      <a:pt x="120" y="16"/>
                      <a:pt x="120" y="16"/>
                      <a:pt x="120" y="16"/>
                    </a:cubicBezTo>
                    <a:cubicBezTo>
                      <a:pt x="122" y="11"/>
                      <a:pt x="122" y="11"/>
                      <a:pt x="122" y="11"/>
                    </a:cubicBezTo>
                    <a:cubicBezTo>
                      <a:pt x="122" y="11"/>
                      <a:pt x="122" y="11"/>
                      <a:pt x="122" y="11"/>
                    </a:cubicBezTo>
                    <a:cubicBezTo>
                      <a:pt x="121" y="11"/>
                      <a:pt x="121" y="11"/>
                      <a:pt x="121" y="11"/>
                    </a:cubicBezTo>
                    <a:cubicBezTo>
                      <a:pt x="121" y="12"/>
                      <a:pt x="121" y="12"/>
                      <a:pt x="121" y="12"/>
                    </a:cubicBezTo>
                    <a:cubicBezTo>
                      <a:pt x="120" y="13"/>
                      <a:pt x="120" y="13"/>
                      <a:pt x="119" y="12"/>
                    </a:cubicBezTo>
                    <a:cubicBezTo>
                      <a:pt x="117" y="12"/>
                      <a:pt x="117" y="12"/>
                      <a:pt x="117" y="12"/>
                    </a:cubicBezTo>
                    <a:cubicBezTo>
                      <a:pt x="118" y="6"/>
                      <a:pt x="118" y="6"/>
                      <a:pt x="118" y="6"/>
                    </a:cubicBezTo>
                    <a:cubicBezTo>
                      <a:pt x="118" y="6"/>
                      <a:pt x="119" y="6"/>
                      <a:pt x="119" y="6"/>
                    </a:cubicBezTo>
                    <a:cubicBezTo>
                      <a:pt x="119" y="6"/>
                      <a:pt x="119" y="6"/>
                      <a:pt x="119" y="6"/>
                    </a:cubicBezTo>
                    <a:cubicBezTo>
                      <a:pt x="122" y="7"/>
                      <a:pt x="122" y="7"/>
                      <a:pt x="122" y="7"/>
                    </a:cubicBezTo>
                    <a:cubicBezTo>
                      <a:pt x="122" y="7"/>
                      <a:pt x="123" y="7"/>
                      <a:pt x="123" y="8"/>
                    </a:cubicBezTo>
                    <a:cubicBezTo>
                      <a:pt x="124" y="8"/>
                      <a:pt x="124" y="9"/>
                      <a:pt x="124" y="10"/>
                    </a:cubicBezTo>
                    <a:cubicBezTo>
                      <a:pt x="125" y="10"/>
                      <a:pt x="125" y="10"/>
                      <a:pt x="125" y="10"/>
                    </a:cubicBezTo>
                    <a:cubicBezTo>
                      <a:pt x="125" y="7"/>
                      <a:pt x="125" y="7"/>
                      <a:pt x="125" y="7"/>
                    </a:cubicBezTo>
                    <a:cubicBezTo>
                      <a:pt x="116" y="4"/>
                      <a:pt x="116" y="4"/>
                      <a:pt x="116" y="4"/>
                    </a:cubicBezTo>
                    <a:cubicBezTo>
                      <a:pt x="116" y="5"/>
                      <a:pt x="116" y="5"/>
                      <a:pt x="116" y="5"/>
                    </a:cubicBezTo>
                    <a:close/>
                    <a:moveTo>
                      <a:pt x="136" y="17"/>
                    </a:moveTo>
                    <a:cubicBezTo>
                      <a:pt x="136" y="18"/>
                      <a:pt x="135" y="19"/>
                      <a:pt x="134" y="19"/>
                    </a:cubicBezTo>
                    <a:cubicBezTo>
                      <a:pt x="133" y="19"/>
                      <a:pt x="133" y="19"/>
                      <a:pt x="132" y="19"/>
                    </a:cubicBezTo>
                    <a:cubicBezTo>
                      <a:pt x="131" y="26"/>
                      <a:pt x="131" y="26"/>
                      <a:pt x="131" y="26"/>
                    </a:cubicBezTo>
                    <a:cubicBezTo>
                      <a:pt x="131" y="26"/>
                      <a:pt x="131" y="27"/>
                      <a:pt x="131" y="27"/>
                    </a:cubicBezTo>
                    <a:cubicBezTo>
                      <a:pt x="131" y="27"/>
                      <a:pt x="131" y="27"/>
                      <a:pt x="132" y="27"/>
                    </a:cubicBezTo>
                    <a:cubicBezTo>
                      <a:pt x="132" y="27"/>
                      <a:pt x="132" y="27"/>
                      <a:pt x="132" y="27"/>
                    </a:cubicBezTo>
                    <a:cubicBezTo>
                      <a:pt x="132" y="28"/>
                      <a:pt x="132" y="28"/>
                      <a:pt x="132" y="28"/>
                    </a:cubicBezTo>
                    <a:cubicBezTo>
                      <a:pt x="130" y="27"/>
                      <a:pt x="130" y="27"/>
                      <a:pt x="130" y="27"/>
                    </a:cubicBezTo>
                    <a:cubicBezTo>
                      <a:pt x="130" y="18"/>
                      <a:pt x="130" y="18"/>
                      <a:pt x="130" y="18"/>
                    </a:cubicBezTo>
                    <a:cubicBezTo>
                      <a:pt x="129" y="17"/>
                      <a:pt x="129" y="17"/>
                      <a:pt x="129" y="17"/>
                    </a:cubicBezTo>
                    <a:cubicBezTo>
                      <a:pt x="126" y="23"/>
                      <a:pt x="126" y="23"/>
                      <a:pt x="126" y="23"/>
                    </a:cubicBezTo>
                    <a:cubicBezTo>
                      <a:pt x="125" y="24"/>
                      <a:pt x="125" y="24"/>
                      <a:pt x="126" y="24"/>
                    </a:cubicBezTo>
                    <a:cubicBezTo>
                      <a:pt x="126" y="24"/>
                      <a:pt x="126" y="24"/>
                      <a:pt x="126" y="24"/>
                    </a:cubicBezTo>
                    <a:cubicBezTo>
                      <a:pt x="126" y="25"/>
                      <a:pt x="126" y="25"/>
                      <a:pt x="126" y="25"/>
                    </a:cubicBezTo>
                    <a:cubicBezTo>
                      <a:pt x="126" y="25"/>
                      <a:pt x="126" y="25"/>
                      <a:pt x="126" y="25"/>
                    </a:cubicBezTo>
                    <a:cubicBezTo>
                      <a:pt x="122" y="23"/>
                      <a:pt x="122" y="23"/>
                      <a:pt x="122" y="23"/>
                    </a:cubicBezTo>
                    <a:cubicBezTo>
                      <a:pt x="123" y="23"/>
                      <a:pt x="123" y="23"/>
                      <a:pt x="123" y="23"/>
                    </a:cubicBezTo>
                    <a:cubicBezTo>
                      <a:pt x="123" y="23"/>
                      <a:pt x="123" y="23"/>
                      <a:pt x="123" y="23"/>
                    </a:cubicBezTo>
                    <a:cubicBezTo>
                      <a:pt x="123" y="23"/>
                      <a:pt x="124" y="23"/>
                      <a:pt x="124" y="23"/>
                    </a:cubicBezTo>
                    <a:cubicBezTo>
                      <a:pt x="124" y="23"/>
                      <a:pt x="124" y="23"/>
                      <a:pt x="124" y="23"/>
                    </a:cubicBezTo>
                    <a:cubicBezTo>
                      <a:pt x="130" y="11"/>
                      <a:pt x="130" y="11"/>
                      <a:pt x="130" y="11"/>
                    </a:cubicBezTo>
                    <a:cubicBezTo>
                      <a:pt x="130" y="11"/>
                      <a:pt x="130" y="11"/>
                      <a:pt x="130" y="10"/>
                    </a:cubicBezTo>
                    <a:cubicBezTo>
                      <a:pt x="130" y="10"/>
                      <a:pt x="130" y="10"/>
                      <a:pt x="130" y="10"/>
                    </a:cubicBezTo>
                    <a:cubicBezTo>
                      <a:pt x="129" y="10"/>
                      <a:pt x="129" y="10"/>
                      <a:pt x="129" y="10"/>
                    </a:cubicBezTo>
                    <a:cubicBezTo>
                      <a:pt x="130" y="9"/>
                      <a:pt x="130" y="9"/>
                      <a:pt x="130" y="9"/>
                    </a:cubicBezTo>
                    <a:cubicBezTo>
                      <a:pt x="134" y="12"/>
                      <a:pt x="134" y="12"/>
                      <a:pt x="134" y="12"/>
                    </a:cubicBezTo>
                    <a:cubicBezTo>
                      <a:pt x="135" y="12"/>
                      <a:pt x="136" y="13"/>
                      <a:pt x="137" y="14"/>
                    </a:cubicBezTo>
                    <a:cubicBezTo>
                      <a:pt x="137" y="15"/>
                      <a:pt x="137" y="16"/>
                      <a:pt x="136" y="17"/>
                    </a:cubicBezTo>
                    <a:close/>
                    <a:moveTo>
                      <a:pt x="129" y="17"/>
                    </a:moveTo>
                    <a:cubicBezTo>
                      <a:pt x="131" y="18"/>
                      <a:pt x="131" y="18"/>
                      <a:pt x="131" y="18"/>
                    </a:cubicBezTo>
                    <a:cubicBezTo>
                      <a:pt x="131" y="18"/>
                      <a:pt x="132" y="18"/>
                      <a:pt x="133" y="18"/>
                    </a:cubicBezTo>
                    <a:cubicBezTo>
                      <a:pt x="134" y="18"/>
                      <a:pt x="134" y="17"/>
                      <a:pt x="135" y="16"/>
                    </a:cubicBezTo>
                    <a:cubicBezTo>
                      <a:pt x="135" y="15"/>
                      <a:pt x="136" y="15"/>
                      <a:pt x="135" y="14"/>
                    </a:cubicBezTo>
                    <a:cubicBezTo>
                      <a:pt x="135" y="13"/>
                      <a:pt x="135" y="12"/>
                      <a:pt x="133" y="12"/>
                    </a:cubicBezTo>
                    <a:cubicBezTo>
                      <a:pt x="133" y="11"/>
                      <a:pt x="133" y="11"/>
                      <a:pt x="133" y="11"/>
                    </a:cubicBezTo>
                    <a:cubicBezTo>
                      <a:pt x="132" y="11"/>
                      <a:pt x="132" y="11"/>
                      <a:pt x="132" y="11"/>
                    </a:cubicBezTo>
                    <a:cubicBezTo>
                      <a:pt x="132" y="11"/>
                      <a:pt x="132" y="11"/>
                      <a:pt x="132" y="12"/>
                    </a:cubicBezTo>
                    <a:cubicBezTo>
                      <a:pt x="129" y="17"/>
                      <a:pt x="129" y="17"/>
                      <a:pt x="129" y="17"/>
                    </a:cubicBezTo>
                    <a:close/>
                    <a:moveTo>
                      <a:pt x="141" y="25"/>
                    </a:moveTo>
                    <a:cubicBezTo>
                      <a:pt x="142" y="27"/>
                      <a:pt x="142" y="28"/>
                      <a:pt x="142" y="28"/>
                    </a:cubicBezTo>
                    <a:cubicBezTo>
                      <a:pt x="142" y="29"/>
                      <a:pt x="142" y="30"/>
                      <a:pt x="142" y="30"/>
                    </a:cubicBezTo>
                    <a:cubicBezTo>
                      <a:pt x="141" y="31"/>
                      <a:pt x="141" y="32"/>
                      <a:pt x="140" y="32"/>
                    </a:cubicBezTo>
                    <a:cubicBezTo>
                      <a:pt x="139" y="32"/>
                      <a:pt x="138" y="32"/>
                      <a:pt x="137" y="32"/>
                    </a:cubicBezTo>
                    <a:cubicBezTo>
                      <a:pt x="137" y="31"/>
                      <a:pt x="136" y="30"/>
                      <a:pt x="136" y="29"/>
                    </a:cubicBezTo>
                    <a:cubicBezTo>
                      <a:pt x="135" y="28"/>
                      <a:pt x="136" y="27"/>
                      <a:pt x="136" y="26"/>
                    </a:cubicBezTo>
                    <a:cubicBezTo>
                      <a:pt x="136" y="26"/>
                      <a:pt x="136" y="26"/>
                      <a:pt x="136" y="26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5" y="30"/>
                      <a:pt x="135" y="30"/>
                      <a:pt x="135" y="30"/>
                    </a:cubicBezTo>
                    <a:cubicBezTo>
                      <a:pt x="135" y="30"/>
                      <a:pt x="135" y="30"/>
                      <a:pt x="136" y="31"/>
                    </a:cubicBezTo>
                    <a:cubicBezTo>
                      <a:pt x="136" y="31"/>
                      <a:pt x="136" y="32"/>
                      <a:pt x="137" y="32"/>
                    </a:cubicBezTo>
                    <a:cubicBezTo>
                      <a:pt x="138" y="33"/>
                      <a:pt x="139" y="33"/>
                      <a:pt x="140" y="33"/>
                    </a:cubicBezTo>
                    <a:cubicBezTo>
                      <a:pt x="142" y="33"/>
                      <a:pt x="142" y="32"/>
                      <a:pt x="143" y="31"/>
                    </a:cubicBezTo>
                    <a:cubicBezTo>
                      <a:pt x="144" y="30"/>
                      <a:pt x="144" y="29"/>
                      <a:pt x="144" y="28"/>
                    </a:cubicBezTo>
                    <a:cubicBezTo>
                      <a:pt x="144" y="27"/>
                      <a:pt x="143" y="26"/>
                      <a:pt x="142" y="25"/>
                    </a:cubicBezTo>
                    <a:cubicBezTo>
                      <a:pt x="141" y="23"/>
                      <a:pt x="141" y="22"/>
                      <a:pt x="141" y="22"/>
                    </a:cubicBezTo>
                    <a:cubicBezTo>
                      <a:pt x="141" y="21"/>
                      <a:pt x="141" y="20"/>
                      <a:pt x="141" y="20"/>
                    </a:cubicBezTo>
                    <a:cubicBezTo>
                      <a:pt x="142" y="19"/>
                      <a:pt x="142" y="19"/>
                      <a:pt x="143" y="19"/>
                    </a:cubicBezTo>
                    <a:cubicBezTo>
                      <a:pt x="144" y="18"/>
                      <a:pt x="144" y="18"/>
                      <a:pt x="145" y="19"/>
                    </a:cubicBezTo>
                    <a:cubicBezTo>
                      <a:pt x="146" y="20"/>
                      <a:pt x="147" y="20"/>
                      <a:pt x="147" y="21"/>
                    </a:cubicBezTo>
                    <a:cubicBezTo>
                      <a:pt x="147" y="22"/>
                      <a:pt x="147" y="23"/>
                      <a:pt x="147" y="24"/>
                    </a:cubicBezTo>
                    <a:cubicBezTo>
                      <a:pt x="147" y="24"/>
                      <a:pt x="147" y="24"/>
                      <a:pt x="147" y="24"/>
                    </a:cubicBezTo>
                    <a:cubicBezTo>
                      <a:pt x="149" y="21"/>
                      <a:pt x="149" y="21"/>
                      <a:pt x="149" y="21"/>
                    </a:cubicBezTo>
                    <a:cubicBezTo>
                      <a:pt x="149" y="21"/>
                      <a:pt x="149" y="21"/>
                      <a:pt x="148" y="21"/>
                    </a:cubicBezTo>
                    <a:cubicBezTo>
                      <a:pt x="148" y="21"/>
                      <a:pt x="148" y="21"/>
                      <a:pt x="148" y="21"/>
                    </a:cubicBezTo>
                    <a:cubicBezTo>
                      <a:pt x="148" y="21"/>
                      <a:pt x="147" y="20"/>
                      <a:pt x="147" y="20"/>
                    </a:cubicBezTo>
                    <a:cubicBezTo>
                      <a:pt x="147" y="19"/>
                      <a:pt x="146" y="19"/>
                      <a:pt x="146" y="19"/>
                    </a:cubicBezTo>
                    <a:cubicBezTo>
                      <a:pt x="145" y="18"/>
                      <a:pt x="144" y="18"/>
                      <a:pt x="143" y="18"/>
                    </a:cubicBezTo>
                    <a:cubicBezTo>
                      <a:pt x="141" y="18"/>
                      <a:pt x="141" y="19"/>
                      <a:pt x="140" y="19"/>
                    </a:cubicBezTo>
                    <a:cubicBezTo>
                      <a:pt x="139" y="20"/>
                      <a:pt x="139" y="21"/>
                      <a:pt x="139" y="22"/>
                    </a:cubicBezTo>
                    <a:cubicBezTo>
                      <a:pt x="140" y="23"/>
                      <a:pt x="140" y="24"/>
                      <a:pt x="141" y="25"/>
                    </a:cubicBezTo>
                    <a:close/>
                    <a:moveTo>
                      <a:pt x="154" y="26"/>
                    </a:moveTo>
                    <a:cubicBezTo>
                      <a:pt x="154" y="26"/>
                      <a:pt x="154" y="26"/>
                      <a:pt x="154" y="26"/>
                    </a:cubicBezTo>
                    <a:cubicBezTo>
                      <a:pt x="159" y="31"/>
                      <a:pt x="159" y="31"/>
                      <a:pt x="159" y="31"/>
                    </a:cubicBezTo>
                    <a:cubicBezTo>
                      <a:pt x="159" y="31"/>
                      <a:pt x="159" y="31"/>
                      <a:pt x="159" y="31"/>
                    </a:cubicBezTo>
                    <a:cubicBezTo>
                      <a:pt x="158" y="30"/>
                      <a:pt x="158" y="30"/>
                      <a:pt x="158" y="30"/>
                    </a:cubicBezTo>
                    <a:cubicBezTo>
                      <a:pt x="157" y="29"/>
                      <a:pt x="157" y="29"/>
                      <a:pt x="157" y="29"/>
                    </a:cubicBezTo>
                    <a:cubicBezTo>
                      <a:pt x="157" y="29"/>
                      <a:pt x="157" y="29"/>
                      <a:pt x="156" y="30"/>
                    </a:cubicBezTo>
                    <a:cubicBezTo>
                      <a:pt x="147" y="39"/>
                      <a:pt x="147" y="39"/>
                      <a:pt x="147" y="39"/>
                    </a:cubicBezTo>
                    <a:cubicBezTo>
                      <a:pt x="147" y="39"/>
                      <a:pt x="147" y="39"/>
                      <a:pt x="147" y="40"/>
                    </a:cubicBezTo>
                    <a:cubicBezTo>
                      <a:pt x="147" y="40"/>
                      <a:pt x="147" y="40"/>
                      <a:pt x="148" y="40"/>
                    </a:cubicBezTo>
                    <a:cubicBezTo>
                      <a:pt x="149" y="42"/>
                      <a:pt x="149" y="42"/>
                      <a:pt x="149" y="42"/>
                    </a:cubicBezTo>
                    <a:cubicBezTo>
                      <a:pt x="149" y="42"/>
                      <a:pt x="149" y="42"/>
                      <a:pt x="149" y="42"/>
                    </a:cubicBezTo>
                    <a:cubicBezTo>
                      <a:pt x="143" y="37"/>
                      <a:pt x="143" y="37"/>
                      <a:pt x="143" y="37"/>
                    </a:cubicBezTo>
                    <a:cubicBezTo>
                      <a:pt x="144" y="37"/>
                      <a:pt x="144" y="37"/>
                      <a:pt x="144" y="37"/>
                    </a:cubicBezTo>
                    <a:cubicBezTo>
                      <a:pt x="145" y="38"/>
                      <a:pt x="145" y="38"/>
                      <a:pt x="145" y="38"/>
                    </a:cubicBezTo>
                    <a:cubicBezTo>
                      <a:pt x="146" y="38"/>
                      <a:pt x="146" y="38"/>
                      <a:pt x="146" y="38"/>
                    </a:cubicBezTo>
                    <a:cubicBezTo>
                      <a:pt x="146" y="38"/>
                      <a:pt x="146" y="38"/>
                      <a:pt x="146" y="38"/>
                    </a:cubicBezTo>
                    <a:cubicBezTo>
                      <a:pt x="155" y="29"/>
                      <a:pt x="155" y="29"/>
                      <a:pt x="155" y="29"/>
                    </a:cubicBezTo>
                    <a:cubicBezTo>
                      <a:pt x="155" y="28"/>
                      <a:pt x="156" y="28"/>
                      <a:pt x="156" y="28"/>
                    </a:cubicBezTo>
                    <a:cubicBezTo>
                      <a:pt x="156" y="28"/>
                      <a:pt x="155" y="28"/>
                      <a:pt x="155" y="27"/>
                    </a:cubicBezTo>
                    <a:cubicBezTo>
                      <a:pt x="154" y="26"/>
                      <a:pt x="154" y="26"/>
                      <a:pt x="154" y="26"/>
                    </a:cubicBezTo>
                    <a:close/>
                    <a:moveTo>
                      <a:pt x="155" y="50"/>
                    </a:moveTo>
                    <a:cubicBezTo>
                      <a:pt x="156" y="50"/>
                      <a:pt x="156" y="50"/>
                      <a:pt x="156" y="50"/>
                    </a:cubicBezTo>
                    <a:cubicBezTo>
                      <a:pt x="155" y="49"/>
                      <a:pt x="155" y="49"/>
                      <a:pt x="155" y="49"/>
                    </a:cubicBezTo>
                    <a:cubicBezTo>
                      <a:pt x="155" y="49"/>
                      <a:pt x="155" y="49"/>
                      <a:pt x="155" y="49"/>
                    </a:cubicBezTo>
                    <a:cubicBezTo>
                      <a:pt x="155" y="49"/>
                      <a:pt x="155" y="48"/>
                      <a:pt x="155" y="48"/>
                    </a:cubicBezTo>
                    <a:cubicBezTo>
                      <a:pt x="165" y="40"/>
                      <a:pt x="165" y="40"/>
                      <a:pt x="165" y="40"/>
                    </a:cubicBezTo>
                    <a:cubicBezTo>
                      <a:pt x="166" y="40"/>
                      <a:pt x="166" y="40"/>
                      <a:pt x="166" y="40"/>
                    </a:cubicBezTo>
                    <a:cubicBezTo>
                      <a:pt x="166" y="40"/>
                      <a:pt x="166" y="40"/>
                      <a:pt x="167" y="40"/>
                    </a:cubicBezTo>
                    <a:cubicBezTo>
                      <a:pt x="167" y="41"/>
                      <a:pt x="167" y="42"/>
                      <a:pt x="167" y="42"/>
                    </a:cubicBezTo>
                    <a:cubicBezTo>
                      <a:pt x="167" y="43"/>
                      <a:pt x="167" y="43"/>
                      <a:pt x="166" y="45"/>
                    </a:cubicBezTo>
                    <a:cubicBezTo>
                      <a:pt x="166" y="45"/>
                      <a:pt x="166" y="45"/>
                      <a:pt x="166" y="45"/>
                    </a:cubicBezTo>
                    <a:cubicBezTo>
                      <a:pt x="169" y="42"/>
                      <a:pt x="169" y="42"/>
                      <a:pt x="169" y="42"/>
                    </a:cubicBezTo>
                    <a:cubicBezTo>
                      <a:pt x="163" y="35"/>
                      <a:pt x="163" y="35"/>
                      <a:pt x="163" y="35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62" y="37"/>
                      <a:pt x="163" y="37"/>
                      <a:pt x="163" y="37"/>
                    </a:cubicBezTo>
                    <a:cubicBezTo>
                      <a:pt x="163" y="37"/>
                      <a:pt x="164" y="37"/>
                      <a:pt x="164" y="38"/>
                    </a:cubicBezTo>
                    <a:cubicBezTo>
                      <a:pt x="165" y="38"/>
                      <a:pt x="165" y="38"/>
                      <a:pt x="165" y="38"/>
                    </a:cubicBezTo>
                    <a:cubicBezTo>
                      <a:pt x="165" y="39"/>
                      <a:pt x="165" y="39"/>
                      <a:pt x="164" y="39"/>
                    </a:cubicBezTo>
                    <a:cubicBezTo>
                      <a:pt x="154" y="47"/>
                      <a:pt x="154" y="47"/>
                      <a:pt x="154" y="47"/>
                    </a:cubicBezTo>
                    <a:cubicBezTo>
                      <a:pt x="154" y="47"/>
                      <a:pt x="154" y="47"/>
                      <a:pt x="154" y="47"/>
                    </a:cubicBezTo>
                    <a:cubicBezTo>
                      <a:pt x="154" y="47"/>
                      <a:pt x="153" y="47"/>
                      <a:pt x="153" y="47"/>
                    </a:cubicBezTo>
                    <a:cubicBezTo>
                      <a:pt x="153" y="46"/>
                      <a:pt x="153" y="46"/>
                      <a:pt x="153" y="46"/>
                    </a:cubicBezTo>
                    <a:cubicBezTo>
                      <a:pt x="152" y="47"/>
                      <a:pt x="152" y="47"/>
                      <a:pt x="152" y="47"/>
                    </a:cubicBezTo>
                    <a:cubicBezTo>
                      <a:pt x="155" y="50"/>
                      <a:pt x="155" y="50"/>
                      <a:pt x="155" y="50"/>
                    </a:cubicBezTo>
                    <a:close/>
                    <a:moveTo>
                      <a:pt x="174" y="54"/>
                    </a:moveTo>
                    <a:cubicBezTo>
                      <a:pt x="174" y="54"/>
                      <a:pt x="175" y="54"/>
                      <a:pt x="175" y="53"/>
                    </a:cubicBezTo>
                    <a:cubicBezTo>
                      <a:pt x="175" y="53"/>
                      <a:pt x="175" y="53"/>
                      <a:pt x="174" y="53"/>
                    </a:cubicBezTo>
                    <a:cubicBezTo>
                      <a:pt x="174" y="52"/>
                      <a:pt x="174" y="52"/>
                      <a:pt x="174" y="52"/>
                    </a:cubicBezTo>
                    <a:cubicBezTo>
                      <a:pt x="175" y="52"/>
                      <a:pt x="175" y="52"/>
                      <a:pt x="175" y="52"/>
                    </a:cubicBezTo>
                    <a:cubicBezTo>
                      <a:pt x="177" y="55"/>
                      <a:pt x="177" y="55"/>
                      <a:pt x="177" y="55"/>
                    </a:cubicBezTo>
                    <a:cubicBezTo>
                      <a:pt x="176" y="55"/>
                      <a:pt x="176" y="55"/>
                      <a:pt x="176" y="55"/>
                    </a:cubicBezTo>
                    <a:cubicBezTo>
                      <a:pt x="176" y="55"/>
                      <a:pt x="176" y="55"/>
                      <a:pt x="176" y="55"/>
                    </a:cubicBezTo>
                    <a:cubicBezTo>
                      <a:pt x="176" y="55"/>
                      <a:pt x="176" y="55"/>
                      <a:pt x="175" y="55"/>
                    </a:cubicBezTo>
                    <a:cubicBezTo>
                      <a:pt x="175" y="55"/>
                      <a:pt x="175" y="55"/>
                      <a:pt x="174" y="55"/>
                    </a:cubicBezTo>
                    <a:cubicBezTo>
                      <a:pt x="166" y="56"/>
                      <a:pt x="166" y="56"/>
                      <a:pt x="166" y="56"/>
                    </a:cubicBezTo>
                    <a:cubicBezTo>
                      <a:pt x="162" y="58"/>
                      <a:pt x="162" y="58"/>
                      <a:pt x="162" y="58"/>
                    </a:cubicBezTo>
                    <a:cubicBezTo>
                      <a:pt x="162" y="59"/>
                      <a:pt x="162" y="59"/>
                      <a:pt x="162" y="59"/>
                    </a:cubicBezTo>
                    <a:cubicBezTo>
                      <a:pt x="161" y="59"/>
                      <a:pt x="162" y="59"/>
                      <a:pt x="162" y="60"/>
                    </a:cubicBezTo>
                    <a:cubicBezTo>
                      <a:pt x="162" y="60"/>
                      <a:pt x="162" y="60"/>
                      <a:pt x="162" y="60"/>
                    </a:cubicBezTo>
                    <a:cubicBezTo>
                      <a:pt x="162" y="61"/>
                      <a:pt x="162" y="61"/>
                      <a:pt x="162" y="61"/>
                    </a:cubicBezTo>
                    <a:cubicBezTo>
                      <a:pt x="159" y="56"/>
                      <a:pt x="159" y="56"/>
                      <a:pt x="159" y="56"/>
                    </a:cubicBezTo>
                    <a:cubicBezTo>
                      <a:pt x="160" y="56"/>
                      <a:pt x="160" y="56"/>
                      <a:pt x="160" y="56"/>
                    </a:cubicBezTo>
                    <a:cubicBezTo>
                      <a:pt x="160" y="57"/>
                      <a:pt x="160" y="57"/>
                      <a:pt x="160" y="57"/>
                    </a:cubicBezTo>
                    <a:cubicBezTo>
                      <a:pt x="160" y="57"/>
                      <a:pt x="160" y="57"/>
                      <a:pt x="161" y="57"/>
                    </a:cubicBezTo>
                    <a:cubicBezTo>
                      <a:pt x="161" y="57"/>
                      <a:pt x="161" y="57"/>
                      <a:pt x="161" y="57"/>
                    </a:cubicBezTo>
                    <a:cubicBezTo>
                      <a:pt x="165" y="55"/>
                      <a:pt x="165" y="55"/>
                      <a:pt x="165" y="55"/>
                    </a:cubicBezTo>
                    <a:cubicBezTo>
                      <a:pt x="171" y="48"/>
                      <a:pt x="171" y="48"/>
                      <a:pt x="171" y="48"/>
                    </a:cubicBezTo>
                    <a:cubicBezTo>
                      <a:pt x="171" y="48"/>
                      <a:pt x="171" y="48"/>
                      <a:pt x="171" y="47"/>
                    </a:cubicBezTo>
                    <a:cubicBezTo>
                      <a:pt x="171" y="47"/>
                      <a:pt x="171" y="47"/>
                      <a:pt x="171" y="47"/>
                    </a:cubicBezTo>
                    <a:cubicBezTo>
                      <a:pt x="171" y="46"/>
                      <a:pt x="171" y="46"/>
                      <a:pt x="171" y="46"/>
                    </a:cubicBezTo>
                    <a:cubicBezTo>
                      <a:pt x="171" y="46"/>
                      <a:pt x="171" y="46"/>
                      <a:pt x="171" y="46"/>
                    </a:cubicBezTo>
                    <a:cubicBezTo>
                      <a:pt x="173" y="50"/>
                      <a:pt x="173" y="50"/>
                      <a:pt x="173" y="50"/>
                    </a:cubicBezTo>
                    <a:cubicBezTo>
                      <a:pt x="173" y="50"/>
                      <a:pt x="173" y="50"/>
                      <a:pt x="173" y="50"/>
                    </a:cubicBezTo>
                    <a:cubicBezTo>
                      <a:pt x="173" y="49"/>
                      <a:pt x="173" y="49"/>
                      <a:pt x="173" y="49"/>
                    </a:cubicBezTo>
                    <a:cubicBezTo>
                      <a:pt x="172" y="49"/>
                      <a:pt x="172" y="49"/>
                      <a:pt x="172" y="49"/>
                    </a:cubicBezTo>
                    <a:cubicBezTo>
                      <a:pt x="172" y="49"/>
                      <a:pt x="172" y="49"/>
                      <a:pt x="171" y="49"/>
                    </a:cubicBezTo>
                    <a:cubicBezTo>
                      <a:pt x="167" y="55"/>
                      <a:pt x="167" y="55"/>
                      <a:pt x="167" y="55"/>
                    </a:cubicBezTo>
                    <a:cubicBezTo>
                      <a:pt x="167" y="55"/>
                      <a:pt x="167" y="55"/>
                      <a:pt x="167" y="55"/>
                    </a:cubicBezTo>
                    <a:lnTo>
                      <a:pt x="174" y="54"/>
                    </a:lnTo>
                    <a:close/>
                  </a:path>
                </a:pathLst>
              </a:custGeom>
              <a:solidFill>
                <a:srgbClr val="FFFFFF"/>
              </a:solidFill>
              <a:ln w="3175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8" name="ïśľíḓé"/>
              <p:cNvSpPr/>
              <p:nvPr/>
            </p:nvSpPr>
            <p:spPr bwMode="auto">
              <a:xfrm>
                <a:off x="3667126" y="3184525"/>
                <a:ext cx="492125" cy="496888"/>
              </a:xfrm>
              <a:custGeom>
                <a:avLst/>
                <a:gdLst>
                  <a:gd name="T0" fmla="*/ 74 w 149"/>
                  <a:gd name="T1" fmla="*/ 0 h 149"/>
                  <a:gd name="T2" fmla="*/ 149 w 149"/>
                  <a:gd name="T3" fmla="*/ 74 h 149"/>
                  <a:gd name="T4" fmla="*/ 74 w 149"/>
                  <a:gd name="T5" fmla="*/ 149 h 149"/>
                  <a:gd name="T6" fmla="*/ 0 w 149"/>
                  <a:gd name="T7" fmla="*/ 74 h 149"/>
                  <a:gd name="T8" fmla="*/ 74 w 149"/>
                  <a:gd name="T9" fmla="*/ 0 h 149"/>
                  <a:gd name="T10" fmla="*/ 74 w 149"/>
                  <a:gd name="T11" fmla="*/ 2 h 149"/>
                  <a:gd name="T12" fmla="*/ 2 w 149"/>
                  <a:gd name="T13" fmla="*/ 74 h 149"/>
                  <a:gd name="T14" fmla="*/ 74 w 149"/>
                  <a:gd name="T15" fmla="*/ 146 h 149"/>
                  <a:gd name="T16" fmla="*/ 146 w 149"/>
                  <a:gd name="T17" fmla="*/ 74 h 149"/>
                  <a:gd name="T18" fmla="*/ 74 w 149"/>
                  <a:gd name="T19" fmla="*/ 2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9" h="149">
                    <a:moveTo>
                      <a:pt x="74" y="0"/>
                    </a:moveTo>
                    <a:cubicBezTo>
                      <a:pt x="115" y="0"/>
                      <a:pt x="149" y="33"/>
                      <a:pt x="149" y="74"/>
                    </a:cubicBezTo>
                    <a:cubicBezTo>
                      <a:pt x="149" y="115"/>
                      <a:pt x="115" y="149"/>
                      <a:pt x="74" y="149"/>
                    </a:cubicBezTo>
                    <a:cubicBezTo>
                      <a:pt x="33" y="149"/>
                      <a:pt x="0" y="115"/>
                      <a:pt x="0" y="74"/>
                    </a:cubicBezTo>
                    <a:cubicBezTo>
                      <a:pt x="0" y="33"/>
                      <a:pt x="33" y="0"/>
                      <a:pt x="74" y="0"/>
                    </a:cubicBezTo>
                    <a:close/>
                    <a:moveTo>
                      <a:pt x="74" y="2"/>
                    </a:moveTo>
                    <a:cubicBezTo>
                      <a:pt x="35" y="2"/>
                      <a:pt x="2" y="34"/>
                      <a:pt x="2" y="74"/>
                    </a:cubicBezTo>
                    <a:cubicBezTo>
                      <a:pt x="2" y="114"/>
                      <a:pt x="35" y="146"/>
                      <a:pt x="74" y="146"/>
                    </a:cubicBezTo>
                    <a:cubicBezTo>
                      <a:pt x="114" y="146"/>
                      <a:pt x="146" y="114"/>
                      <a:pt x="146" y="74"/>
                    </a:cubicBezTo>
                    <a:cubicBezTo>
                      <a:pt x="146" y="34"/>
                      <a:pt x="114" y="2"/>
                      <a:pt x="74" y="2"/>
                    </a:cubicBezTo>
                    <a:close/>
                  </a:path>
                </a:pathLst>
              </a:custGeom>
              <a:solidFill>
                <a:srgbClr val="0052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9" name="ïslíḍê"/>
              <p:cNvSpPr/>
              <p:nvPr/>
            </p:nvSpPr>
            <p:spPr bwMode="auto">
              <a:xfrm>
                <a:off x="3775076" y="3248025"/>
                <a:ext cx="274638" cy="146050"/>
              </a:xfrm>
              <a:custGeom>
                <a:avLst/>
                <a:gdLst>
                  <a:gd name="T0" fmla="*/ 10 w 83"/>
                  <a:gd name="T1" fmla="*/ 43 h 44"/>
                  <a:gd name="T2" fmla="*/ 18 w 83"/>
                  <a:gd name="T3" fmla="*/ 39 h 44"/>
                  <a:gd name="T4" fmla="*/ 67 w 83"/>
                  <a:gd name="T5" fmla="*/ 39 h 44"/>
                  <a:gd name="T6" fmla="*/ 73 w 83"/>
                  <a:gd name="T7" fmla="*/ 42 h 44"/>
                  <a:gd name="T8" fmla="*/ 76 w 83"/>
                  <a:gd name="T9" fmla="*/ 43 h 44"/>
                  <a:gd name="T10" fmla="*/ 83 w 83"/>
                  <a:gd name="T11" fmla="*/ 35 h 44"/>
                  <a:gd name="T12" fmla="*/ 76 w 83"/>
                  <a:gd name="T13" fmla="*/ 37 h 44"/>
                  <a:gd name="T14" fmla="*/ 69 w 83"/>
                  <a:gd name="T15" fmla="*/ 33 h 44"/>
                  <a:gd name="T16" fmla="*/ 70 w 83"/>
                  <a:gd name="T17" fmla="*/ 26 h 44"/>
                  <a:gd name="T18" fmla="*/ 64 w 83"/>
                  <a:gd name="T19" fmla="*/ 30 h 44"/>
                  <a:gd name="T20" fmla="*/ 59 w 83"/>
                  <a:gd name="T21" fmla="*/ 31 h 44"/>
                  <a:gd name="T22" fmla="*/ 56 w 83"/>
                  <a:gd name="T23" fmla="*/ 29 h 44"/>
                  <a:gd name="T24" fmla="*/ 56 w 83"/>
                  <a:gd name="T25" fmla="*/ 24 h 44"/>
                  <a:gd name="T26" fmla="*/ 58 w 83"/>
                  <a:gd name="T27" fmla="*/ 23 h 44"/>
                  <a:gd name="T28" fmla="*/ 58 w 83"/>
                  <a:gd name="T29" fmla="*/ 19 h 44"/>
                  <a:gd name="T30" fmla="*/ 54 w 83"/>
                  <a:gd name="T31" fmla="*/ 19 h 44"/>
                  <a:gd name="T32" fmla="*/ 53 w 83"/>
                  <a:gd name="T33" fmla="*/ 21 h 44"/>
                  <a:gd name="T34" fmla="*/ 44 w 83"/>
                  <a:gd name="T35" fmla="*/ 21 h 44"/>
                  <a:gd name="T36" fmla="*/ 43 w 83"/>
                  <a:gd name="T37" fmla="*/ 18 h 44"/>
                  <a:gd name="T38" fmla="*/ 44 w 83"/>
                  <a:gd name="T39" fmla="*/ 13 h 44"/>
                  <a:gd name="T40" fmla="*/ 43 w 83"/>
                  <a:gd name="T41" fmla="*/ 8 h 44"/>
                  <a:gd name="T42" fmla="*/ 43 w 83"/>
                  <a:gd name="T43" fmla="*/ 6 h 44"/>
                  <a:gd name="T44" fmla="*/ 43 w 83"/>
                  <a:gd name="T45" fmla="*/ 2 h 44"/>
                  <a:gd name="T46" fmla="*/ 43 w 83"/>
                  <a:gd name="T47" fmla="*/ 0 h 44"/>
                  <a:gd name="T48" fmla="*/ 40 w 83"/>
                  <a:gd name="T49" fmla="*/ 0 h 44"/>
                  <a:gd name="T50" fmla="*/ 39 w 83"/>
                  <a:gd name="T51" fmla="*/ 2 h 44"/>
                  <a:gd name="T52" fmla="*/ 39 w 83"/>
                  <a:gd name="T53" fmla="*/ 6 h 44"/>
                  <a:gd name="T54" fmla="*/ 39 w 83"/>
                  <a:gd name="T55" fmla="*/ 8 h 44"/>
                  <a:gd name="T56" fmla="*/ 38 w 83"/>
                  <a:gd name="T57" fmla="*/ 13 h 44"/>
                  <a:gd name="T58" fmla="*/ 38 w 83"/>
                  <a:gd name="T59" fmla="*/ 18 h 44"/>
                  <a:gd name="T60" fmla="*/ 38 w 83"/>
                  <a:gd name="T61" fmla="*/ 21 h 44"/>
                  <a:gd name="T62" fmla="*/ 30 w 83"/>
                  <a:gd name="T63" fmla="*/ 21 h 44"/>
                  <a:gd name="T64" fmla="*/ 29 w 83"/>
                  <a:gd name="T65" fmla="*/ 19 h 44"/>
                  <a:gd name="T66" fmla="*/ 25 w 83"/>
                  <a:gd name="T67" fmla="*/ 19 h 44"/>
                  <a:gd name="T68" fmla="*/ 25 w 83"/>
                  <a:gd name="T69" fmla="*/ 23 h 44"/>
                  <a:gd name="T70" fmla="*/ 26 w 83"/>
                  <a:gd name="T71" fmla="*/ 24 h 44"/>
                  <a:gd name="T72" fmla="*/ 27 w 83"/>
                  <a:gd name="T73" fmla="*/ 29 h 44"/>
                  <a:gd name="T74" fmla="*/ 22 w 83"/>
                  <a:gd name="T75" fmla="*/ 31 h 44"/>
                  <a:gd name="T76" fmla="*/ 13 w 83"/>
                  <a:gd name="T77" fmla="*/ 26 h 44"/>
                  <a:gd name="T78" fmla="*/ 13 w 83"/>
                  <a:gd name="T79" fmla="*/ 35 h 44"/>
                  <a:gd name="T80" fmla="*/ 7 w 83"/>
                  <a:gd name="T81" fmla="*/ 37 h 44"/>
                  <a:gd name="T82" fmla="*/ 0 w 83"/>
                  <a:gd name="T83" fmla="*/ 34 h 44"/>
                  <a:gd name="T84" fmla="*/ 5 w 83"/>
                  <a:gd name="T85" fmla="*/ 42 h 44"/>
                  <a:gd name="T86" fmla="*/ 10 w 83"/>
                  <a:gd name="T87" fmla="*/ 43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83" h="44">
                    <a:moveTo>
                      <a:pt x="10" y="43"/>
                    </a:moveTo>
                    <a:cubicBezTo>
                      <a:pt x="18" y="39"/>
                      <a:pt x="18" y="39"/>
                      <a:pt x="18" y="39"/>
                    </a:cubicBezTo>
                    <a:cubicBezTo>
                      <a:pt x="67" y="39"/>
                      <a:pt x="67" y="39"/>
                      <a:pt x="67" y="39"/>
                    </a:cubicBezTo>
                    <a:cubicBezTo>
                      <a:pt x="73" y="42"/>
                      <a:pt x="73" y="42"/>
                      <a:pt x="73" y="42"/>
                    </a:cubicBezTo>
                    <a:cubicBezTo>
                      <a:pt x="74" y="43"/>
                      <a:pt x="75" y="43"/>
                      <a:pt x="76" y="43"/>
                    </a:cubicBezTo>
                    <a:cubicBezTo>
                      <a:pt x="80" y="42"/>
                      <a:pt x="83" y="35"/>
                      <a:pt x="83" y="35"/>
                    </a:cubicBezTo>
                    <a:cubicBezTo>
                      <a:pt x="83" y="35"/>
                      <a:pt x="79" y="38"/>
                      <a:pt x="76" y="37"/>
                    </a:cubicBezTo>
                    <a:cubicBezTo>
                      <a:pt x="73" y="37"/>
                      <a:pt x="69" y="36"/>
                      <a:pt x="69" y="33"/>
                    </a:cubicBezTo>
                    <a:cubicBezTo>
                      <a:pt x="69" y="30"/>
                      <a:pt x="70" y="27"/>
                      <a:pt x="70" y="26"/>
                    </a:cubicBezTo>
                    <a:cubicBezTo>
                      <a:pt x="70" y="26"/>
                      <a:pt x="67" y="29"/>
                      <a:pt x="64" y="30"/>
                    </a:cubicBezTo>
                    <a:cubicBezTo>
                      <a:pt x="61" y="32"/>
                      <a:pt x="60" y="31"/>
                      <a:pt x="59" y="31"/>
                    </a:cubicBezTo>
                    <a:cubicBezTo>
                      <a:pt x="57" y="30"/>
                      <a:pt x="56" y="29"/>
                      <a:pt x="56" y="29"/>
                    </a:cubicBezTo>
                    <a:cubicBezTo>
                      <a:pt x="56" y="24"/>
                      <a:pt x="56" y="24"/>
                      <a:pt x="56" y="24"/>
                    </a:cubicBezTo>
                    <a:cubicBezTo>
                      <a:pt x="58" y="23"/>
                      <a:pt x="58" y="23"/>
                      <a:pt x="58" y="23"/>
                    </a:cubicBezTo>
                    <a:cubicBezTo>
                      <a:pt x="58" y="19"/>
                      <a:pt x="58" y="19"/>
                      <a:pt x="58" y="19"/>
                    </a:cubicBezTo>
                    <a:cubicBezTo>
                      <a:pt x="54" y="19"/>
                      <a:pt x="54" y="19"/>
                      <a:pt x="54" y="19"/>
                    </a:cubicBezTo>
                    <a:cubicBezTo>
                      <a:pt x="54" y="19"/>
                      <a:pt x="54" y="21"/>
                      <a:pt x="53" y="21"/>
                    </a:cubicBezTo>
                    <a:cubicBezTo>
                      <a:pt x="52" y="21"/>
                      <a:pt x="44" y="21"/>
                      <a:pt x="44" y="21"/>
                    </a:cubicBezTo>
                    <a:cubicBezTo>
                      <a:pt x="44" y="21"/>
                      <a:pt x="43" y="20"/>
                      <a:pt x="43" y="18"/>
                    </a:cubicBezTo>
                    <a:cubicBezTo>
                      <a:pt x="44" y="17"/>
                      <a:pt x="44" y="17"/>
                      <a:pt x="44" y="13"/>
                    </a:cubicBezTo>
                    <a:cubicBezTo>
                      <a:pt x="44" y="10"/>
                      <a:pt x="44" y="9"/>
                      <a:pt x="43" y="8"/>
                    </a:cubicBezTo>
                    <a:cubicBezTo>
                      <a:pt x="43" y="7"/>
                      <a:pt x="42" y="7"/>
                      <a:pt x="43" y="6"/>
                    </a:cubicBezTo>
                    <a:cubicBezTo>
                      <a:pt x="44" y="5"/>
                      <a:pt x="44" y="4"/>
                      <a:pt x="43" y="2"/>
                    </a:cubicBezTo>
                    <a:cubicBezTo>
                      <a:pt x="42" y="1"/>
                      <a:pt x="43" y="2"/>
                      <a:pt x="43" y="0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39" y="0"/>
                      <a:pt x="40" y="1"/>
                      <a:pt x="39" y="2"/>
                    </a:cubicBezTo>
                    <a:cubicBezTo>
                      <a:pt x="38" y="3"/>
                      <a:pt x="38" y="5"/>
                      <a:pt x="39" y="6"/>
                    </a:cubicBezTo>
                    <a:cubicBezTo>
                      <a:pt x="39" y="7"/>
                      <a:pt x="40" y="7"/>
                      <a:pt x="39" y="8"/>
                    </a:cubicBezTo>
                    <a:cubicBezTo>
                      <a:pt x="38" y="9"/>
                      <a:pt x="38" y="10"/>
                      <a:pt x="38" y="13"/>
                    </a:cubicBezTo>
                    <a:cubicBezTo>
                      <a:pt x="38" y="16"/>
                      <a:pt x="38" y="17"/>
                      <a:pt x="38" y="18"/>
                    </a:cubicBezTo>
                    <a:cubicBezTo>
                      <a:pt x="39" y="20"/>
                      <a:pt x="38" y="21"/>
                      <a:pt x="38" y="21"/>
                    </a:cubicBezTo>
                    <a:cubicBezTo>
                      <a:pt x="37" y="21"/>
                      <a:pt x="30" y="21"/>
                      <a:pt x="30" y="21"/>
                    </a:cubicBezTo>
                    <a:cubicBezTo>
                      <a:pt x="30" y="21"/>
                      <a:pt x="29" y="20"/>
                      <a:pt x="29" y="19"/>
                    </a:cubicBezTo>
                    <a:cubicBezTo>
                      <a:pt x="25" y="19"/>
                      <a:pt x="25" y="19"/>
                      <a:pt x="25" y="19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7" y="29"/>
                      <a:pt x="24" y="31"/>
                      <a:pt x="22" y="31"/>
                    </a:cubicBezTo>
                    <a:cubicBezTo>
                      <a:pt x="19" y="31"/>
                      <a:pt x="13" y="26"/>
                      <a:pt x="13" y="26"/>
                    </a:cubicBezTo>
                    <a:cubicBezTo>
                      <a:pt x="13" y="26"/>
                      <a:pt x="14" y="33"/>
                      <a:pt x="13" y="35"/>
                    </a:cubicBezTo>
                    <a:cubicBezTo>
                      <a:pt x="13" y="37"/>
                      <a:pt x="10" y="37"/>
                      <a:pt x="7" y="37"/>
                    </a:cubicBezTo>
                    <a:cubicBezTo>
                      <a:pt x="4" y="37"/>
                      <a:pt x="0" y="35"/>
                      <a:pt x="0" y="34"/>
                    </a:cubicBezTo>
                    <a:cubicBezTo>
                      <a:pt x="0" y="34"/>
                      <a:pt x="3" y="40"/>
                      <a:pt x="5" y="42"/>
                    </a:cubicBezTo>
                    <a:cubicBezTo>
                      <a:pt x="7" y="44"/>
                      <a:pt x="10" y="43"/>
                      <a:pt x="10" y="43"/>
                    </a:cubicBez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0" name="íṡļïdê"/>
              <p:cNvSpPr/>
              <p:nvPr/>
            </p:nvSpPr>
            <p:spPr bwMode="auto">
              <a:xfrm>
                <a:off x="3614738" y="3370263"/>
                <a:ext cx="596900" cy="241300"/>
              </a:xfrm>
              <a:custGeom>
                <a:avLst/>
                <a:gdLst>
                  <a:gd name="T0" fmla="*/ 58 w 181"/>
                  <a:gd name="T1" fmla="*/ 72 h 72"/>
                  <a:gd name="T2" fmla="*/ 8 w 181"/>
                  <a:gd name="T3" fmla="*/ 72 h 72"/>
                  <a:gd name="T4" fmla="*/ 3 w 181"/>
                  <a:gd name="T5" fmla="*/ 63 h 72"/>
                  <a:gd name="T6" fmla="*/ 6 w 181"/>
                  <a:gd name="T7" fmla="*/ 63 h 72"/>
                  <a:gd name="T8" fmla="*/ 11 w 181"/>
                  <a:gd name="T9" fmla="*/ 55 h 72"/>
                  <a:gd name="T10" fmla="*/ 14 w 181"/>
                  <a:gd name="T11" fmla="*/ 55 h 72"/>
                  <a:gd name="T12" fmla="*/ 14 w 181"/>
                  <a:gd name="T13" fmla="*/ 29 h 72"/>
                  <a:gd name="T14" fmla="*/ 0 w 181"/>
                  <a:gd name="T15" fmla="*/ 4 h 72"/>
                  <a:gd name="T16" fmla="*/ 30 w 181"/>
                  <a:gd name="T17" fmla="*/ 0 h 72"/>
                  <a:gd name="T18" fmla="*/ 58 w 181"/>
                  <a:gd name="T19" fmla="*/ 8 h 72"/>
                  <a:gd name="T20" fmla="*/ 51 w 181"/>
                  <a:gd name="T21" fmla="*/ 25 h 72"/>
                  <a:gd name="T22" fmla="*/ 131 w 181"/>
                  <a:gd name="T23" fmla="*/ 25 h 72"/>
                  <a:gd name="T24" fmla="*/ 122 w 181"/>
                  <a:gd name="T25" fmla="*/ 8 h 72"/>
                  <a:gd name="T26" fmla="*/ 150 w 181"/>
                  <a:gd name="T27" fmla="*/ 0 h 72"/>
                  <a:gd name="T28" fmla="*/ 181 w 181"/>
                  <a:gd name="T29" fmla="*/ 5 h 72"/>
                  <a:gd name="T30" fmla="*/ 166 w 181"/>
                  <a:gd name="T31" fmla="*/ 28 h 72"/>
                  <a:gd name="T32" fmla="*/ 166 w 181"/>
                  <a:gd name="T33" fmla="*/ 55 h 72"/>
                  <a:gd name="T34" fmla="*/ 171 w 181"/>
                  <a:gd name="T35" fmla="*/ 55 h 72"/>
                  <a:gd name="T36" fmla="*/ 178 w 181"/>
                  <a:gd name="T37" fmla="*/ 65 h 72"/>
                  <a:gd name="T38" fmla="*/ 174 w 181"/>
                  <a:gd name="T39" fmla="*/ 72 h 72"/>
                  <a:gd name="T40" fmla="*/ 58 w 181"/>
                  <a:gd name="T41" fmla="*/ 7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81" h="72">
                    <a:moveTo>
                      <a:pt x="58" y="72"/>
                    </a:moveTo>
                    <a:cubicBezTo>
                      <a:pt x="8" y="72"/>
                      <a:pt x="8" y="72"/>
                      <a:pt x="8" y="72"/>
                    </a:cubicBezTo>
                    <a:cubicBezTo>
                      <a:pt x="3" y="63"/>
                      <a:pt x="3" y="63"/>
                      <a:pt x="3" y="63"/>
                    </a:cubicBezTo>
                    <a:cubicBezTo>
                      <a:pt x="6" y="63"/>
                      <a:pt x="6" y="63"/>
                      <a:pt x="6" y="63"/>
                    </a:cubicBezTo>
                    <a:cubicBezTo>
                      <a:pt x="7" y="61"/>
                      <a:pt x="10" y="57"/>
                      <a:pt x="11" y="55"/>
                    </a:cubicBezTo>
                    <a:cubicBezTo>
                      <a:pt x="12" y="55"/>
                      <a:pt x="13" y="55"/>
                      <a:pt x="14" y="55"/>
                    </a:cubicBezTo>
                    <a:cubicBezTo>
                      <a:pt x="14" y="45"/>
                      <a:pt x="14" y="39"/>
                      <a:pt x="14" y="29"/>
                    </a:cubicBezTo>
                    <a:cubicBezTo>
                      <a:pt x="6" y="25"/>
                      <a:pt x="0" y="19"/>
                      <a:pt x="0" y="4"/>
                    </a:cubicBezTo>
                    <a:cubicBezTo>
                      <a:pt x="13" y="19"/>
                      <a:pt x="25" y="20"/>
                      <a:pt x="30" y="0"/>
                    </a:cubicBezTo>
                    <a:cubicBezTo>
                      <a:pt x="40" y="22"/>
                      <a:pt x="50" y="16"/>
                      <a:pt x="58" y="8"/>
                    </a:cubicBezTo>
                    <a:cubicBezTo>
                      <a:pt x="59" y="17"/>
                      <a:pt x="51" y="24"/>
                      <a:pt x="51" y="25"/>
                    </a:cubicBezTo>
                    <a:cubicBezTo>
                      <a:pt x="131" y="25"/>
                      <a:pt x="131" y="25"/>
                      <a:pt x="131" y="25"/>
                    </a:cubicBezTo>
                    <a:cubicBezTo>
                      <a:pt x="128" y="21"/>
                      <a:pt x="123" y="15"/>
                      <a:pt x="122" y="8"/>
                    </a:cubicBezTo>
                    <a:cubicBezTo>
                      <a:pt x="131" y="18"/>
                      <a:pt x="141" y="23"/>
                      <a:pt x="150" y="0"/>
                    </a:cubicBezTo>
                    <a:cubicBezTo>
                      <a:pt x="160" y="23"/>
                      <a:pt x="169" y="16"/>
                      <a:pt x="181" y="5"/>
                    </a:cubicBezTo>
                    <a:cubicBezTo>
                      <a:pt x="178" y="23"/>
                      <a:pt x="174" y="23"/>
                      <a:pt x="166" y="28"/>
                    </a:cubicBezTo>
                    <a:cubicBezTo>
                      <a:pt x="166" y="38"/>
                      <a:pt x="166" y="45"/>
                      <a:pt x="166" y="55"/>
                    </a:cubicBezTo>
                    <a:cubicBezTo>
                      <a:pt x="168" y="55"/>
                      <a:pt x="169" y="55"/>
                      <a:pt x="171" y="55"/>
                    </a:cubicBezTo>
                    <a:cubicBezTo>
                      <a:pt x="178" y="65"/>
                      <a:pt x="178" y="65"/>
                      <a:pt x="178" y="65"/>
                    </a:cubicBezTo>
                    <a:cubicBezTo>
                      <a:pt x="174" y="72"/>
                      <a:pt x="174" y="72"/>
                      <a:pt x="174" y="72"/>
                    </a:cubicBezTo>
                    <a:lnTo>
                      <a:pt x="58" y="7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1" name="iş1ïďe"/>
              <p:cNvSpPr/>
              <p:nvPr/>
            </p:nvSpPr>
            <p:spPr bwMode="auto">
              <a:xfrm>
                <a:off x="3624263" y="3381375"/>
                <a:ext cx="577850" cy="200025"/>
              </a:xfrm>
              <a:custGeom>
                <a:avLst/>
                <a:gdLst>
                  <a:gd name="T0" fmla="*/ 130 w 175"/>
                  <a:gd name="T1" fmla="*/ 51 h 60"/>
                  <a:gd name="T2" fmla="*/ 130 w 175"/>
                  <a:gd name="T3" fmla="*/ 50 h 60"/>
                  <a:gd name="T4" fmla="*/ 48 w 175"/>
                  <a:gd name="T5" fmla="*/ 50 h 60"/>
                  <a:gd name="T6" fmla="*/ 48 w 175"/>
                  <a:gd name="T7" fmla="*/ 51 h 60"/>
                  <a:gd name="T8" fmla="*/ 52 w 175"/>
                  <a:gd name="T9" fmla="*/ 51 h 60"/>
                  <a:gd name="T10" fmla="*/ 48 w 175"/>
                  <a:gd name="T11" fmla="*/ 60 h 60"/>
                  <a:gd name="T12" fmla="*/ 7 w 175"/>
                  <a:gd name="T13" fmla="*/ 60 h 60"/>
                  <a:gd name="T14" fmla="*/ 10 w 175"/>
                  <a:gd name="T15" fmla="*/ 54 h 60"/>
                  <a:gd name="T16" fmla="*/ 14 w 175"/>
                  <a:gd name="T17" fmla="*/ 54 h 60"/>
                  <a:gd name="T18" fmla="*/ 13 w 175"/>
                  <a:gd name="T19" fmla="*/ 25 h 60"/>
                  <a:gd name="T20" fmla="*/ 0 w 175"/>
                  <a:gd name="T21" fmla="*/ 7 h 60"/>
                  <a:gd name="T22" fmla="*/ 28 w 175"/>
                  <a:gd name="T23" fmla="*/ 0 h 60"/>
                  <a:gd name="T24" fmla="*/ 55 w 175"/>
                  <a:gd name="T25" fmla="*/ 7 h 60"/>
                  <a:gd name="T26" fmla="*/ 48 w 175"/>
                  <a:gd name="T27" fmla="*/ 22 h 60"/>
                  <a:gd name="T28" fmla="*/ 127 w 175"/>
                  <a:gd name="T29" fmla="*/ 22 h 60"/>
                  <a:gd name="T30" fmla="*/ 119 w 175"/>
                  <a:gd name="T31" fmla="*/ 7 h 60"/>
                  <a:gd name="T32" fmla="*/ 147 w 175"/>
                  <a:gd name="T33" fmla="*/ 0 h 60"/>
                  <a:gd name="T34" fmla="*/ 175 w 175"/>
                  <a:gd name="T35" fmla="*/ 7 h 60"/>
                  <a:gd name="T36" fmla="*/ 161 w 175"/>
                  <a:gd name="T37" fmla="*/ 24 h 60"/>
                  <a:gd name="T38" fmla="*/ 161 w 175"/>
                  <a:gd name="T39" fmla="*/ 53 h 60"/>
                  <a:gd name="T40" fmla="*/ 165 w 175"/>
                  <a:gd name="T41" fmla="*/ 53 h 60"/>
                  <a:gd name="T42" fmla="*/ 169 w 175"/>
                  <a:gd name="T43" fmla="*/ 60 h 60"/>
                  <a:gd name="T44" fmla="*/ 128 w 175"/>
                  <a:gd name="T45" fmla="*/ 60 h 60"/>
                  <a:gd name="T46" fmla="*/ 124 w 175"/>
                  <a:gd name="T47" fmla="*/ 51 h 60"/>
                  <a:gd name="T48" fmla="*/ 130 w 175"/>
                  <a:gd name="T49" fmla="*/ 51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75" h="60">
                    <a:moveTo>
                      <a:pt x="130" y="51"/>
                    </a:moveTo>
                    <a:cubicBezTo>
                      <a:pt x="130" y="50"/>
                      <a:pt x="130" y="50"/>
                      <a:pt x="130" y="50"/>
                    </a:cubicBezTo>
                    <a:cubicBezTo>
                      <a:pt x="48" y="50"/>
                      <a:pt x="48" y="50"/>
                      <a:pt x="48" y="50"/>
                    </a:cubicBezTo>
                    <a:cubicBezTo>
                      <a:pt x="48" y="51"/>
                      <a:pt x="48" y="51"/>
                      <a:pt x="48" y="51"/>
                    </a:cubicBezTo>
                    <a:cubicBezTo>
                      <a:pt x="52" y="51"/>
                      <a:pt x="52" y="51"/>
                      <a:pt x="52" y="51"/>
                    </a:cubicBezTo>
                    <a:cubicBezTo>
                      <a:pt x="48" y="60"/>
                      <a:pt x="48" y="60"/>
                      <a:pt x="48" y="60"/>
                    </a:cubicBezTo>
                    <a:cubicBezTo>
                      <a:pt x="34" y="60"/>
                      <a:pt x="20" y="60"/>
                      <a:pt x="7" y="60"/>
                    </a:cubicBezTo>
                    <a:cubicBezTo>
                      <a:pt x="8" y="58"/>
                      <a:pt x="9" y="56"/>
                      <a:pt x="10" y="54"/>
                    </a:cubicBezTo>
                    <a:cubicBezTo>
                      <a:pt x="11" y="54"/>
                      <a:pt x="12" y="54"/>
                      <a:pt x="14" y="54"/>
                    </a:cubicBezTo>
                    <a:cubicBezTo>
                      <a:pt x="14" y="44"/>
                      <a:pt x="13" y="34"/>
                      <a:pt x="13" y="25"/>
                    </a:cubicBezTo>
                    <a:cubicBezTo>
                      <a:pt x="5" y="20"/>
                      <a:pt x="1" y="14"/>
                      <a:pt x="0" y="7"/>
                    </a:cubicBezTo>
                    <a:cubicBezTo>
                      <a:pt x="12" y="18"/>
                      <a:pt x="22" y="17"/>
                      <a:pt x="28" y="0"/>
                    </a:cubicBezTo>
                    <a:cubicBezTo>
                      <a:pt x="37" y="22"/>
                      <a:pt x="47" y="15"/>
                      <a:pt x="55" y="7"/>
                    </a:cubicBezTo>
                    <a:cubicBezTo>
                      <a:pt x="55" y="14"/>
                      <a:pt x="50" y="17"/>
                      <a:pt x="48" y="22"/>
                    </a:cubicBezTo>
                    <a:cubicBezTo>
                      <a:pt x="127" y="22"/>
                      <a:pt x="127" y="22"/>
                      <a:pt x="127" y="22"/>
                    </a:cubicBezTo>
                    <a:cubicBezTo>
                      <a:pt x="125" y="18"/>
                      <a:pt x="120" y="14"/>
                      <a:pt x="119" y="7"/>
                    </a:cubicBezTo>
                    <a:cubicBezTo>
                      <a:pt x="127" y="15"/>
                      <a:pt x="137" y="22"/>
                      <a:pt x="147" y="0"/>
                    </a:cubicBezTo>
                    <a:cubicBezTo>
                      <a:pt x="153" y="17"/>
                      <a:pt x="163" y="18"/>
                      <a:pt x="175" y="7"/>
                    </a:cubicBezTo>
                    <a:cubicBezTo>
                      <a:pt x="173" y="14"/>
                      <a:pt x="169" y="19"/>
                      <a:pt x="161" y="24"/>
                    </a:cubicBezTo>
                    <a:cubicBezTo>
                      <a:pt x="161" y="34"/>
                      <a:pt x="161" y="44"/>
                      <a:pt x="161" y="53"/>
                    </a:cubicBezTo>
                    <a:cubicBezTo>
                      <a:pt x="162" y="53"/>
                      <a:pt x="164" y="53"/>
                      <a:pt x="165" y="53"/>
                    </a:cubicBezTo>
                    <a:cubicBezTo>
                      <a:pt x="166" y="55"/>
                      <a:pt x="167" y="58"/>
                      <a:pt x="169" y="60"/>
                    </a:cubicBezTo>
                    <a:cubicBezTo>
                      <a:pt x="155" y="60"/>
                      <a:pt x="142" y="60"/>
                      <a:pt x="128" y="60"/>
                    </a:cubicBezTo>
                    <a:cubicBezTo>
                      <a:pt x="124" y="51"/>
                      <a:pt x="124" y="51"/>
                      <a:pt x="124" y="51"/>
                    </a:cubicBezTo>
                    <a:lnTo>
                      <a:pt x="130" y="51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2" name="ïṩḷíḍé"/>
              <p:cNvSpPr/>
              <p:nvPr/>
            </p:nvSpPr>
            <p:spPr bwMode="auto">
              <a:xfrm>
                <a:off x="4065588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3" name="ïśľíḍè"/>
              <p:cNvSpPr/>
              <p:nvPr/>
            </p:nvSpPr>
            <p:spPr bwMode="auto">
              <a:xfrm>
                <a:off x="3740151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4" name="í$ḻîḋè"/>
              <p:cNvSpPr/>
              <p:nvPr/>
            </p:nvSpPr>
            <p:spPr bwMode="auto">
              <a:xfrm>
                <a:off x="4125913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5" name="iṣļíḋe"/>
              <p:cNvSpPr/>
              <p:nvPr/>
            </p:nvSpPr>
            <p:spPr bwMode="auto">
              <a:xfrm>
                <a:off x="3709988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6" name="iṩḷiḓé"/>
              <p:cNvSpPr/>
              <p:nvPr/>
            </p:nvSpPr>
            <p:spPr bwMode="auto">
              <a:xfrm>
                <a:off x="4095751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7" name="iSľiḍè"/>
              <p:cNvSpPr/>
              <p:nvPr/>
            </p:nvSpPr>
            <p:spPr bwMode="auto">
              <a:xfrm>
                <a:off x="3663951" y="3460750"/>
                <a:ext cx="495300" cy="31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8" name="ïṩḷîḍe"/>
              <p:cNvSpPr/>
              <p:nvPr/>
            </p:nvSpPr>
            <p:spPr bwMode="auto">
              <a:xfrm>
                <a:off x="3663951" y="3473450"/>
                <a:ext cx="115888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9" name="íšḻiḑê"/>
              <p:cNvSpPr/>
              <p:nvPr/>
            </p:nvSpPr>
            <p:spPr bwMode="auto">
              <a:xfrm>
                <a:off x="3789363" y="3473450"/>
                <a:ext cx="428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0" name="ïṩļïďè"/>
              <p:cNvSpPr/>
              <p:nvPr/>
            </p:nvSpPr>
            <p:spPr bwMode="auto">
              <a:xfrm>
                <a:off x="3851276" y="3473450"/>
                <a:ext cx="57150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1" name="îṥlïḋê"/>
              <p:cNvSpPr/>
              <p:nvPr/>
            </p:nvSpPr>
            <p:spPr bwMode="auto">
              <a:xfrm>
                <a:off x="3917951" y="3473450"/>
                <a:ext cx="555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2" name="îṧľïdè"/>
              <p:cNvSpPr/>
              <p:nvPr/>
            </p:nvSpPr>
            <p:spPr bwMode="auto">
              <a:xfrm>
                <a:off x="3994151" y="3473450"/>
                <a:ext cx="428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3" name="iSḷîḓê"/>
              <p:cNvSpPr/>
              <p:nvPr/>
            </p:nvSpPr>
            <p:spPr bwMode="auto">
              <a:xfrm>
                <a:off x="4046538" y="3473450"/>
                <a:ext cx="11271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4" name="îślíďè"/>
              <p:cNvSpPr/>
              <p:nvPr/>
            </p:nvSpPr>
            <p:spPr bwMode="auto">
              <a:xfrm>
                <a:off x="3979863" y="3473450"/>
                <a:ext cx="7938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5" name="iSḻïḍè"/>
              <p:cNvSpPr/>
              <p:nvPr/>
            </p:nvSpPr>
            <p:spPr bwMode="auto">
              <a:xfrm>
                <a:off x="3838576" y="3473450"/>
                <a:ext cx="6350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6" name="ïṡliḑê"/>
              <p:cNvSpPr/>
              <p:nvPr/>
            </p:nvSpPr>
            <p:spPr bwMode="auto">
              <a:xfrm>
                <a:off x="3851276" y="3384550"/>
                <a:ext cx="26988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7" name="islïďé"/>
              <p:cNvSpPr/>
              <p:nvPr/>
            </p:nvSpPr>
            <p:spPr bwMode="auto">
              <a:xfrm>
                <a:off x="3817938" y="3384550"/>
                <a:ext cx="26988" cy="15875"/>
              </a:xfrm>
              <a:custGeom>
                <a:avLst/>
                <a:gdLst>
                  <a:gd name="T0" fmla="*/ 7 w 8"/>
                  <a:gd name="T1" fmla="*/ 0 h 5"/>
                  <a:gd name="T2" fmla="*/ 8 w 8"/>
                  <a:gd name="T3" fmla="*/ 2 h 5"/>
                  <a:gd name="T4" fmla="*/ 1 w 8"/>
                  <a:gd name="T5" fmla="*/ 5 h 5"/>
                  <a:gd name="T6" fmla="*/ 7 w 8"/>
                  <a:gd name="T7" fmla="*/ 0 h 5"/>
                  <a:gd name="T8" fmla="*/ 7 w 8"/>
                  <a:gd name="T9" fmla="*/ 0 h 5"/>
                  <a:gd name="T10" fmla="*/ 7 w 8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5">
                    <a:moveTo>
                      <a:pt x="7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0" y="2"/>
                      <a:pt x="7" y="0"/>
                    </a:cubicBezTo>
                    <a:close/>
                    <a:moveTo>
                      <a:pt x="7" y="0"/>
                    </a:moveTo>
                    <a:cubicBezTo>
                      <a:pt x="7" y="0"/>
                      <a:pt x="7" y="0"/>
                      <a:pt x="7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8" name="îṥḷîdé"/>
              <p:cNvSpPr/>
              <p:nvPr/>
            </p:nvSpPr>
            <p:spPr bwMode="auto">
              <a:xfrm>
                <a:off x="3983038" y="3384550"/>
                <a:ext cx="26988" cy="15875"/>
              </a:xfrm>
              <a:custGeom>
                <a:avLst/>
                <a:gdLst>
                  <a:gd name="T0" fmla="*/ 1 w 8"/>
                  <a:gd name="T1" fmla="*/ 0 h 5"/>
                  <a:gd name="T2" fmla="*/ 0 w 8"/>
                  <a:gd name="T3" fmla="*/ 2 h 5"/>
                  <a:gd name="T4" fmla="*/ 7 w 8"/>
                  <a:gd name="T5" fmla="*/ 5 h 5"/>
                  <a:gd name="T6" fmla="*/ 1 w 8"/>
                  <a:gd name="T7" fmla="*/ 0 h 5"/>
                  <a:gd name="T8" fmla="*/ 1 w 8"/>
                  <a:gd name="T9" fmla="*/ 0 h 5"/>
                  <a:gd name="T10" fmla="*/ 1 w 8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5">
                    <a:moveTo>
                      <a:pt x="1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7" y="5"/>
                      <a:pt x="7" y="5"/>
                      <a:pt x="7" y="5"/>
                    </a:cubicBezTo>
                    <a:cubicBezTo>
                      <a:pt x="7" y="5"/>
                      <a:pt x="8" y="2"/>
                      <a:pt x="1" y="0"/>
                    </a:cubicBezTo>
                    <a:close/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9" name="isḷîḋé"/>
              <p:cNvSpPr/>
              <p:nvPr/>
            </p:nvSpPr>
            <p:spPr bwMode="auto">
              <a:xfrm>
                <a:off x="3884613" y="3384550"/>
                <a:ext cx="26988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0" name="iśḷïḑè"/>
              <p:cNvSpPr/>
              <p:nvPr/>
            </p:nvSpPr>
            <p:spPr bwMode="auto">
              <a:xfrm>
                <a:off x="3917951" y="3384550"/>
                <a:ext cx="25400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1" name="iṧľiďé"/>
              <p:cNvSpPr/>
              <p:nvPr/>
            </p:nvSpPr>
            <p:spPr bwMode="auto">
              <a:xfrm>
                <a:off x="3951288" y="3384550"/>
                <a:ext cx="25400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2" name="išľïḍé"/>
              <p:cNvSpPr/>
              <p:nvPr/>
            </p:nvSpPr>
            <p:spPr bwMode="auto">
              <a:xfrm>
                <a:off x="3771901" y="3484563"/>
                <a:ext cx="7938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3" name="îŝlîḑè"/>
              <p:cNvSpPr/>
              <p:nvPr/>
            </p:nvSpPr>
            <p:spPr bwMode="auto">
              <a:xfrm>
                <a:off x="3786188" y="3484563"/>
                <a:ext cx="46038" cy="60325"/>
              </a:xfrm>
              <a:custGeom>
                <a:avLst/>
                <a:gdLst>
                  <a:gd name="T0" fmla="*/ 8 w 29"/>
                  <a:gd name="T1" fmla="*/ 0 h 38"/>
                  <a:gd name="T2" fmla="*/ 20 w 29"/>
                  <a:gd name="T3" fmla="*/ 0 h 38"/>
                  <a:gd name="T4" fmla="*/ 29 w 29"/>
                  <a:gd name="T5" fmla="*/ 8 h 38"/>
                  <a:gd name="T6" fmla="*/ 29 w 29"/>
                  <a:gd name="T7" fmla="*/ 38 h 38"/>
                  <a:gd name="T8" fmla="*/ 0 w 29"/>
                  <a:gd name="T9" fmla="*/ 38 h 38"/>
                  <a:gd name="T10" fmla="*/ 0 w 29"/>
                  <a:gd name="T11" fmla="*/ 8 h 38"/>
                  <a:gd name="T12" fmla="*/ 8 w 29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8">
                    <a:moveTo>
                      <a:pt x="8" y="0"/>
                    </a:moveTo>
                    <a:lnTo>
                      <a:pt x="20" y="0"/>
                    </a:lnTo>
                    <a:lnTo>
                      <a:pt x="29" y="8"/>
                    </a:lnTo>
                    <a:lnTo>
                      <a:pt x="29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4" name="îṩḻíḓe"/>
              <p:cNvSpPr/>
              <p:nvPr/>
            </p:nvSpPr>
            <p:spPr bwMode="auto">
              <a:xfrm>
                <a:off x="3994151" y="3484563"/>
                <a:ext cx="46038" cy="60325"/>
              </a:xfrm>
              <a:custGeom>
                <a:avLst/>
                <a:gdLst>
                  <a:gd name="T0" fmla="*/ 8 w 29"/>
                  <a:gd name="T1" fmla="*/ 0 h 38"/>
                  <a:gd name="T2" fmla="*/ 18 w 29"/>
                  <a:gd name="T3" fmla="*/ 0 h 38"/>
                  <a:gd name="T4" fmla="*/ 29 w 29"/>
                  <a:gd name="T5" fmla="*/ 8 h 38"/>
                  <a:gd name="T6" fmla="*/ 29 w 29"/>
                  <a:gd name="T7" fmla="*/ 38 h 38"/>
                  <a:gd name="T8" fmla="*/ 0 w 29"/>
                  <a:gd name="T9" fmla="*/ 38 h 38"/>
                  <a:gd name="T10" fmla="*/ 0 w 29"/>
                  <a:gd name="T11" fmla="*/ 8 h 38"/>
                  <a:gd name="T12" fmla="*/ 8 w 29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8">
                    <a:moveTo>
                      <a:pt x="8" y="0"/>
                    </a:moveTo>
                    <a:lnTo>
                      <a:pt x="18" y="0"/>
                    </a:lnTo>
                    <a:lnTo>
                      <a:pt x="29" y="8"/>
                    </a:lnTo>
                    <a:lnTo>
                      <a:pt x="29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5" name="î$1îdè"/>
              <p:cNvSpPr/>
              <p:nvPr/>
            </p:nvSpPr>
            <p:spPr bwMode="auto">
              <a:xfrm>
                <a:off x="3851276" y="3484563"/>
                <a:ext cx="122238" cy="60325"/>
              </a:xfrm>
              <a:custGeom>
                <a:avLst/>
                <a:gdLst>
                  <a:gd name="T0" fmla="*/ 9 w 77"/>
                  <a:gd name="T1" fmla="*/ 0 h 38"/>
                  <a:gd name="T2" fmla="*/ 69 w 77"/>
                  <a:gd name="T3" fmla="*/ 0 h 38"/>
                  <a:gd name="T4" fmla="*/ 77 w 77"/>
                  <a:gd name="T5" fmla="*/ 8 h 38"/>
                  <a:gd name="T6" fmla="*/ 77 w 77"/>
                  <a:gd name="T7" fmla="*/ 38 h 38"/>
                  <a:gd name="T8" fmla="*/ 0 w 77"/>
                  <a:gd name="T9" fmla="*/ 38 h 38"/>
                  <a:gd name="T10" fmla="*/ 0 w 77"/>
                  <a:gd name="T11" fmla="*/ 8 h 38"/>
                  <a:gd name="T12" fmla="*/ 9 w 77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7" h="38">
                    <a:moveTo>
                      <a:pt x="9" y="0"/>
                    </a:moveTo>
                    <a:lnTo>
                      <a:pt x="69" y="0"/>
                    </a:lnTo>
                    <a:lnTo>
                      <a:pt x="77" y="8"/>
                    </a:lnTo>
                    <a:lnTo>
                      <a:pt x="77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6" name="iśľïḓe"/>
              <p:cNvSpPr/>
              <p:nvPr/>
            </p:nvSpPr>
            <p:spPr bwMode="auto">
              <a:xfrm>
                <a:off x="4046538" y="3484563"/>
                <a:ext cx="6350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7" name="iṣļïḑè"/>
              <p:cNvSpPr/>
              <p:nvPr/>
            </p:nvSpPr>
            <p:spPr bwMode="auto">
              <a:xfrm>
                <a:off x="3838576" y="3484563"/>
                <a:ext cx="6350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8" name="iṡḷidé"/>
              <p:cNvSpPr/>
              <p:nvPr/>
            </p:nvSpPr>
            <p:spPr bwMode="auto">
              <a:xfrm>
                <a:off x="3979863" y="3484563"/>
                <a:ext cx="3175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9" name="íṡḷíḋe"/>
              <p:cNvSpPr/>
              <p:nvPr/>
            </p:nvSpPr>
            <p:spPr bwMode="auto">
              <a:xfrm>
                <a:off x="3811588" y="3551238"/>
                <a:ext cx="20478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0" name="íŝ1iḑê"/>
              <p:cNvSpPr/>
              <p:nvPr/>
            </p:nvSpPr>
            <p:spPr bwMode="auto">
              <a:xfrm>
                <a:off x="3805238" y="3557588"/>
                <a:ext cx="214313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1" name="îṩḷiḑe"/>
              <p:cNvSpPr/>
              <p:nvPr/>
            </p:nvSpPr>
            <p:spPr bwMode="auto">
              <a:xfrm>
                <a:off x="3802063" y="3567113"/>
                <a:ext cx="220663" cy="1588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2" name="iṧḻiḑê"/>
              <p:cNvSpPr/>
              <p:nvPr/>
            </p:nvSpPr>
            <p:spPr bwMode="auto">
              <a:xfrm>
                <a:off x="3802063" y="3570288"/>
                <a:ext cx="22383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3" name="ïṣḻîḋè"/>
              <p:cNvSpPr/>
              <p:nvPr/>
            </p:nvSpPr>
            <p:spPr bwMode="auto">
              <a:xfrm>
                <a:off x="3795713" y="3581400"/>
                <a:ext cx="234950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4" name="îṡ1îḍé"/>
              <p:cNvSpPr/>
              <p:nvPr/>
            </p:nvSpPr>
            <p:spPr bwMode="auto">
              <a:xfrm>
                <a:off x="3633788" y="3587750"/>
                <a:ext cx="560388" cy="6350"/>
              </a:xfrm>
              <a:custGeom>
                <a:avLst/>
                <a:gdLst>
                  <a:gd name="T0" fmla="*/ 0 w 353"/>
                  <a:gd name="T1" fmla="*/ 0 h 4"/>
                  <a:gd name="T2" fmla="*/ 353 w 353"/>
                  <a:gd name="T3" fmla="*/ 0 h 4"/>
                  <a:gd name="T4" fmla="*/ 351 w 353"/>
                  <a:gd name="T5" fmla="*/ 4 h 4"/>
                  <a:gd name="T6" fmla="*/ 2 w 353"/>
                  <a:gd name="T7" fmla="*/ 4 h 4"/>
                  <a:gd name="T8" fmla="*/ 0 w 353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3" h="4">
                    <a:moveTo>
                      <a:pt x="0" y="0"/>
                    </a:moveTo>
                    <a:lnTo>
                      <a:pt x="353" y="0"/>
                    </a:lnTo>
                    <a:lnTo>
                      <a:pt x="351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5" name="îš1íḑe"/>
              <p:cNvSpPr/>
              <p:nvPr/>
            </p:nvSpPr>
            <p:spPr bwMode="auto">
              <a:xfrm>
                <a:off x="3640138" y="3600450"/>
                <a:ext cx="547688" cy="6350"/>
              </a:xfrm>
              <a:custGeom>
                <a:avLst/>
                <a:gdLst>
                  <a:gd name="T0" fmla="*/ 0 w 345"/>
                  <a:gd name="T1" fmla="*/ 0 h 4"/>
                  <a:gd name="T2" fmla="*/ 345 w 345"/>
                  <a:gd name="T3" fmla="*/ 0 h 4"/>
                  <a:gd name="T4" fmla="*/ 343 w 345"/>
                  <a:gd name="T5" fmla="*/ 4 h 4"/>
                  <a:gd name="T6" fmla="*/ 2 w 345"/>
                  <a:gd name="T7" fmla="*/ 4 h 4"/>
                  <a:gd name="T8" fmla="*/ 0 w 345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5" h="4">
                    <a:moveTo>
                      <a:pt x="0" y="0"/>
                    </a:moveTo>
                    <a:lnTo>
                      <a:pt x="345" y="0"/>
                    </a:lnTo>
                    <a:lnTo>
                      <a:pt x="343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6" name="iš1ïḍe"/>
              <p:cNvSpPr/>
              <p:nvPr/>
            </p:nvSpPr>
            <p:spPr bwMode="auto">
              <a:xfrm>
                <a:off x="3736976" y="3406775"/>
                <a:ext cx="352425" cy="4763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7" name="îSḻîde"/>
              <p:cNvSpPr/>
              <p:nvPr/>
            </p:nvSpPr>
            <p:spPr bwMode="auto">
              <a:xfrm>
                <a:off x="3746501" y="3417888"/>
                <a:ext cx="3333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" name="î$ḻîḑé"/>
              <p:cNvSpPr/>
              <p:nvPr/>
            </p:nvSpPr>
            <p:spPr bwMode="auto">
              <a:xfrm>
                <a:off x="3805238" y="3417888"/>
                <a:ext cx="211138" cy="1588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" name="íŝļïḓe"/>
              <p:cNvSpPr/>
              <p:nvPr/>
            </p:nvSpPr>
            <p:spPr bwMode="auto">
              <a:xfrm>
                <a:off x="3811588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" name="îS1iḍé"/>
              <p:cNvSpPr/>
              <p:nvPr/>
            </p:nvSpPr>
            <p:spPr bwMode="auto">
              <a:xfrm>
                <a:off x="3802063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" name="išlïdé"/>
              <p:cNvSpPr/>
              <p:nvPr/>
            </p:nvSpPr>
            <p:spPr bwMode="auto">
              <a:xfrm>
                <a:off x="3789363" y="3421063"/>
                <a:ext cx="6350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" name="ïSlïde"/>
              <p:cNvSpPr/>
              <p:nvPr/>
            </p:nvSpPr>
            <p:spPr bwMode="auto">
              <a:xfrm>
                <a:off x="3822701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" name="îşľïďe"/>
              <p:cNvSpPr/>
              <p:nvPr/>
            </p:nvSpPr>
            <p:spPr bwMode="auto">
              <a:xfrm>
                <a:off x="3832226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" name="ïşľíďê"/>
              <p:cNvSpPr/>
              <p:nvPr/>
            </p:nvSpPr>
            <p:spPr bwMode="auto">
              <a:xfrm>
                <a:off x="38449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" name="íś1ïdè"/>
              <p:cNvSpPr/>
              <p:nvPr/>
            </p:nvSpPr>
            <p:spPr bwMode="auto">
              <a:xfrm>
                <a:off x="3854451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6" name="iṩḷiḍe"/>
              <p:cNvSpPr/>
              <p:nvPr/>
            </p:nvSpPr>
            <p:spPr bwMode="auto">
              <a:xfrm>
                <a:off x="3865563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7" name="ïŝ1iďè"/>
              <p:cNvSpPr/>
              <p:nvPr/>
            </p:nvSpPr>
            <p:spPr bwMode="auto">
              <a:xfrm>
                <a:off x="3878263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8" name="íṩļíḋê"/>
              <p:cNvSpPr/>
              <p:nvPr/>
            </p:nvSpPr>
            <p:spPr bwMode="auto">
              <a:xfrm>
                <a:off x="3887788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9" name="ïṧ1ïdè"/>
              <p:cNvSpPr/>
              <p:nvPr/>
            </p:nvSpPr>
            <p:spPr bwMode="auto">
              <a:xfrm>
                <a:off x="3897313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0" name="íŝḻîḍé"/>
              <p:cNvSpPr/>
              <p:nvPr/>
            </p:nvSpPr>
            <p:spPr bwMode="auto">
              <a:xfrm>
                <a:off x="3908426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1" name="îşḻïḓé"/>
              <p:cNvSpPr/>
              <p:nvPr/>
            </p:nvSpPr>
            <p:spPr bwMode="auto">
              <a:xfrm>
                <a:off x="39211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2" name="íśļíďè"/>
              <p:cNvSpPr/>
              <p:nvPr/>
            </p:nvSpPr>
            <p:spPr bwMode="auto">
              <a:xfrm>
                <a:off x="3930651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3" name="iŝ1ïdé"/>
              <p:cNvSpPr/>
              <p:nvPr/>
            </p:nvSpPr>
            <p:spPr bwMode="auto">
              <a:xfrm>
                <a:off x="3940176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4" name="is1ídè"/>
              <p:cNvSpPr/>
              <p:nvPr/>
            </p:nvSpPr>
            <p:spPr bwMode="auto">
              <a:xfrm>
                <a:off x="3951288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2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5" name="islíďê"/>
              <p:cNvSpPr/>
              <p:nvPr/>
            </p:nvSpPr>
            <p:spPr bwMode="auto">
              <a:xfrm>
                <a:off x="3963988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6" name="iṩlíḑê"/>
              <p:cNvSpPr/>
              <p:nvPr/>
            </p:nvSpPr>
            <p:spPr bwMode="auto">
              <a:xfrm>
                <a:off x="3973513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7" name="îṥḷïďê"/>
              <p:cNvSpPr/>
              <p:nvPr/>
            </p:nvSpPr>
            <p:spPr bwMode="auto">
              <a:xfrm>
                <a:off x="3983038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8" name="íṥḻïďè"/>
              <p:cNvSpPr/>
              <p:nvPr/>
            </p:nvSpPr>
            <p:spPr bwMode="auto">
              <a:xfrm>
                <a:off x="39973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9" name="íṡḷíḍè"/>
              <p:cNvSpPr/>
              <p:nvPr/>
            </p:nvSpPr>
            <p:spPr bwMode="auto">
              <a:xfrm>
                <a:off x="4006851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0" name="î$ḷîḑé"/>
              <p:cNvSpPr/>
              <p:nvPr/>
            </p:nvSpPr>
            <p:spPr bwMode="auto">
              <a:xfrm>
                <a:off x="4016376" y="3421063"/>
                <a:ext cx="6350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1" name="í$ľîdè"/>
              <p:cNvSpPr/>
              <p:nvPr/>
            </p:nvSpPr>
            <p:spPr bwMode="auto">
              <a:xfrm>
                <a:off x="4025901" y="3421063"/>
                <a:ext cx="7938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2" name="iṥ1iḍè"/>
              <p:cNvSpPr/>
              <p:nvPr/>
            </p:nvSpPr>
            <p:spPr bwMode="auto">
              <a:xfrm>
                <a:off x="4040188" y="3417888"/>
                <a:ext cx="3968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3" name="ïslidé"/>
              <p:cNvSpPr/>
              <p:nvPr/>
            </p:nvSpPr>
            <p:spPr bwMode="auto">
              <a:xfrm>
                <a:off x="3679826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4" name="íṡlïďè"/>
              <p:cNvSpPr/>
              <p:nvPr/>
            </p:nvSpPr>
            <p:spPr bwMode="auto">
              <a:xfrm>
                <a:off x="3884613" y="3490913"/>
                <a:ext cx="55563" cy="53975"/>
              </a:xfrm>
              <a:custGeom>
                <a:avLst/>
                <a:gdLst>
                  <a:gd name="T0" fmla="*/ 0 w 35"/>
                  <a:gd name="T1" fmla="*/ 0 h 34"/>
                  <a:gd name="T2" fmla="*/ 35 w 35"/>
                  <a:gd name="T3" fmla="*/ 0 h 34"/>
                  <a:gd name="T4" fmla="*/ 35 w 35"/>
                  <a:gd name="T5" fmla="*/ 34 h 34"/>
                  <a:gd name="T6" fmla="*/ 0 w 35"/>
                  <a:gd name="T7" fmla="*/ 34 h 34"/>
                  <a:gd name="T8" fmla="*/ 0 w 35"/>
                  <a:gd name="T9" fmla="*/ 0 h 34"/>
                  <a:gd name="T10" fmla="*/ 0 w 35"/>
                  <a:gd name="T11" fmla="*/ 0 h 34"/>
                  <a:gd name="T12" fmla="*/ 4 w 35"/>
                  <a:gd name="T13" fmla="*/ 8 h 34"/>
                  <a:gd name="T14" fmla="*/ 4 w 35"/>
                  <a:gd name="T15" fmla="*/ 27 h 34"/>
                  <a:gd name="T16" fmla="*/ 8 w 35"/>
                  <a:gd name="T17" fmla="*/ 27 h 34"/>
                  <a:gd name="T18" fmla="*/ 8 w 35"/>
                  <a:gd name="T19" fmla="*/ 8 h 34"/>
                  <a:gd name="T20" fmla="*/ 4 w 35"/>
                  <a:gd name="T21" fmla="*/ 8 h 34"/>
                  <a:gd name="T22" fmla="*/ 4 w 35"/>
                  <a:gd name="T23" fmla="*/ 8 h 34"/>
                  <a:gd name="T24" fmla="*/ 29 w 35"/>
                  <a:gd name="T25" fmla="*/ 8 h 34"/>
                  <a:gd name="T26" fmla="*/ 29 w 35"/>
                  <a:gd name="T27" fmla="*/ 27 h 34"/>
                  <a:gd name="T28" fmla="*/ 31 w 35"/>
                  <a:gd name="T29" fmla="*/ 27 h 34"/>
                  <a:gd name="T30" fmla="*/ 31 w 35"/>
                  <a:gd name="T31" fmla="*/ 8 h 34"/>
                  <a:gd name="T32" fmla="*/ 29 w 35"/>
                  <a:gd name="T33" fmla="*/ 8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5" h="34">
                    <a:moveTo>
                      <a:pt x="0" y="0"/>
                    </a:moveTo>
                    <a:lnTo>
                      <a:pt x="35" y="0"/>
                    </a:lnTo>
                    <a:lnTo>
                      <a:pt x="35" y="34"/>
                    </a:lnTo>
                    <a:lnTo>
                      <a:pt x="0" y="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4" y="8"/>
                    </a:moveTo>
                    <a:lnTo>
                      <a:pt x="4" y="27"/>
                    </a:lnTo>
                    <a:lnTo>
                      <a:pt x="8" y="27"/>
                    </a:lnTo>
                    <a:lnTo>
                      <a:pt x="8" y="8"/>
                    </a:lnTo>
                    <a:lnTo>
                      <a:pt x="4" y="8"/>
                    </a:lnTo>
                    <a:lnTo>
                      <a:pt x="4" y="8"/>
                    </a:lnTo>
                    <a:close/>
                    <a:moveTo>
                      <a:pt x="29" y="8"/>
                    </a:moveTo>
                    <a:lnTo>
                      <a:pt x="29" y="27"/>
                    </a:lnTo>
                    <a:lnTo>
                      <a:pt x="31" y="27"/>
                    </a:lnTo>
                    <a:lnTo>
                      <a:pt x="31" y="8"/>
                    </a:lnTo>
                    <a:lnTo>
                      <a:pt x="29" y="8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5" name="iṧ1ïḓè"/>
              <p:cNvSpPr/>
              <p:nvPr/>
            </p:nvSpPr>
            <p:spPr bwMode="auto">
              <a:xfrm>
                <a:off x="3551238" y="3067050"/>
                <a:ext cx="722313" cy="727075"/>
              </a:xfrm>
              <a:custGeom>
                <a:avLst/>
                <a:gdLst>
                  <a:gd name="T0" fmla="*/ 109 w 219"/>
                  <a:gd name="T1" fmla="*/ 0 h 218"/>
                  <a:gd name="T2" fmla="*/ 219 w 219"/>
                  <a:gd name="T3" fmla="*/ 109 h 218"/>
                  <a:gd name="T4" fmla="*/ 109 w 219"/>
                  <a:gd name="T5" fmla="*/ 218 h 218"/>
                  <a:gd name="T6" fmla="*/ 0 w 219"/>
                  <a:gd name="T7" fmla="*/ 109 h 218"/>
                  <a:gd name="T8" fmla="*/ 109 w 219"/>
                  <a:gd name="T9" fmla="*/ 0 h 218"/>
                  <a:gd name="T10" fmla="*/ 109 w 219"/>
                  <a:gd name="T11" fmla="*/ 3 h 218"/>
                  <a:gd name="T12" fmla="*/ 4 w 219"/>
                  <a:gd name="T13" fmla="*/ 109 h 218"/>
                  <a:gd name="T14" fmla="*/ 109 w 219"/>
                  <a:gd name="T15" fmla="*/ 215 h 218"/>
                  <a:gd name="T16" fmla="*/ 215 w 219"/>
                  <a:gd name="T17" fmla="*/ 109 h 218"/>
                  <a:gd name="T18" fmla="*/ 109 w 219"/>
                  <a:gd name="T19" fmla="*/ 3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9" h="218">
                    <a:moveTo>
                      <a:pt x="109" y="0"/>
                    </a:moveTo>
                    <a:cubicBezTo>
                      <a:pt x="170" y="0"/>
                      <a:pt x="219" y="49"/>
                      <a:pt x="219" y="109"/>
                    </a:cubicBezTo>
                    <a:cubicBezTo>
                      <a:pt x="219" y="169"/>
                      <a:pt x="170" y="218"/>
                      <a:pt x="109" y="218"/>
                    </a:cubicBezTo>
                    <a:cubicBezTo>
                      <a:pt x="49" y="218"/>
                      <a:pt x="0" y="169"/>
                      <a:pt x="0" y="109"/>
                    </a:cubicBezTo>
                    <a:cubicBezTo>
                      <a:pt x="0" y="49"/>
                      <a:pt x="49" y="0"/>
                      <a:pt x="109" y="0"/>
                    </a:cubicBezTo>
                    <a:close/>
                    <a:moveTo>
                      <a:pt x="109" y="3"/>
                    </a:moveTo>
                    <a:cubicBezTo>
                      <a:pt x="51" y="3"/>
                      <a:pt x="4" y="51"/>
                      <a:pt x="4" y="109"/>
                    </a:cubicBezTo>
                    <a:cubicBezTo>
                      <a:pt x="4" y="167"/>
                      <a:pt x="51" y="215"/>
                      <a:pt x="109" y="215"/>
                    </a:cubicBezTo>
                    <a:cubicBezTo>
                      <a:pt x="168" y="215"/>
                      <a:pt x="215" y="167"/>
                      <a:pt x="215" y="109"/>
                    </a:cubicBezTo>
                    <a:cubicBezTo>
                      <a:pt x="215" y="51"/>
                      <a:pt x="168" y="3"/>
                      <a:pt x="109" y="3"/>
                    </a:cubicBez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47" name="íşḷïḑe"/>
            <p:cNvGrpSpPr/>
            <p:nvPr userDrawn="1"/>
          </p:nvGrpSpPr>
          <p:grpSpPr>
            <a:xfrm>
              <a:off x="4894762" y="471192"/>
              <a:ext cx="4437911" cy="1614111"/>
              <a:chOff x="4412452" y="3106738"/>
              <a:chExt cx="2312689" cy="841148"/>
            </a:xfrm>
          </p:grpSpPr>
          <p:grpSp>
            <p:nvGrpSpPr>
              <p:cNvPr id="248" name="îṥľíḑé"/>
              <p:cNvGrpSpPr/>
              <p:nvPr/>
            </p:nvGrpSpPr>
            <p:grpSpPr>
              <a:xfrm>
                <a:off x="4422776" y="3106738"/>
                <a:ext cx="2293937" cy="617538"/>
                <a:chOff x="4422776" y="3106738"/>
                <a:chExt cx="2293937" cy="617538"/>
              </a:xfrm>
            </p:grpSpPr>
            <p:sp>
              <p:nvSpPr>
                <p:cNvPr id="265" name="išḻiḑé"/>
                <p:cNvSpPr/>
                <p:nvPr/>
              </p:nvSpPr>
              <p:spPr bwMode="auto">
                <a:xfrm>
                  <a:off x="4811713" y="3200400"/>
                  <a:ext cx="49213" cy="100013"/>
                </a:xfrm>
                <a:custGeom>
                  <a:avLst/>
                  <a:gdLst>
                    <a:gd name="T0" fmla="*/ 0 w 15"/>
                    <a:gd name="T1" fmla="*/ 1 h 30"/>
                    <a:gd name="T2" fmla="*/ 1 w 15"/>
                    <a:gd name="T3" fmla="*/ 12 h 30"/>
                    <a:gd name="T4" fmla="*/ 0 w 15"/>
                    <a:gd name="T5" fmla="*/ 21 h 30"/>
                    <a:gd name="T6" fmla="*/ 2 w 15"/>
                    <a:gd name="T7" fmla="*/ 28 h 30"/>
                    <a:gd name="T8" fmla="*/ 7 w 15"/>
                    <a:gd name="T9" fmla="*/ 30 h 30"/>
                    <a:gd name="T10" fmla="*/ 12 w 15"/>
                    <a:gd name="T11" fmla="*/ 26 h 30"/>
                    <a:gd name="T12" fmla="*/ 15 w 15"/>
                    <a:gd name="T13" fmla="*/ 18 h 30"/>
                    <a:gd name="T14" fmla="*/ 3 w 15"/>
                    <a:gd name="T15" fmla="*/ 0 h 30"/>
                    <a:gd name="T16" fmla="*/ 0 w 15"/>
                    <a:gd name="T17" fmla="*/ 1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30">
                      <a:moveTo>
                        <a:pt x="0" y="1"/>
                      </a:moveTo>
                      <a:cubicBezTo>
                        <a:pt x="1" y="12"/>
                        <a:pt x="1" y="12"/>
                        <a:pt x="1" y="12"/>
                      </a:cubicBezTo>
                      <a:cubicBezTo>
                        <a:pt x="1" y="13"/>
                        <a:pt x="0" y="18"/>
                        <a:pt x="0" y="21"/>
                      </a:cubicBezTo>
                      <a:cubicBezTo>
                        <a:pt x="0" y="24"/>
                        <a:pt x="2" y="25"/>
                        <a:pt x="2" y="28"/>
                      </a:cubicBezTo>
                      <a:cubicBezTo>
                        <a:pt x="7" y="30"/>
                        <a:pt x="7" y="30"/>
                        <a:pt x="7" y="30"/>
                      </a:cubicBezTo>
                      <a:cubicBezTo>
                        <a:pt x="9" y="27"/>
                        <a:pt x="10" y="29"/>
                        <a:pt x="12" y="26"/>
                      </a:cubicBezTo>
                      <a:cubicBezTo>
                        <a:pt x="14" y="23"/>
                        <a:pt x="14" y="21"/>
                        <a:pt x="15" y="18"/>
                      </a:cubicBezTo>
                      <a:cubicBezTo>
                        <a:pt x="12" y="7"/>
                        <a:pt x="13" y="5"/>
                        <a:pt x="3" y="0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6" name="íṥľíďè"/>
                <p:cNvSpPr/>
                <p:nvPr/>
              </p:nvSpPr>
              <p:spPr bwMode="auto">
                <a:xfrm>
                  <a:off x="5221288" y="3184525"/>
                  <a:ext cx="36513" cy="122238"/>
                </a:xfrm>
                <a:custGeom>
                  <a:avLst/>
                  <a:gdLst>
                    <a:gd name="T0" fmla="*/ 0 w 11"/>
                    <a:gd name="T1" fmla="*/ 3 h 37"/>
                    <a:gd name="T2" fmla="*/ 2 w 11"/>
                    <a:gd name="T3" fmla="*/ 14 h 37"/>
                    <a:gd name="T4" fmla="*/ 0 w 11"/>
                    <a:gd name="T5" fmla="*/ 33 h 37"/>
                    <a:gd name="T6" fmla="*/ 0 w 11"/>
                    <a:gd name="T7" fmla="*/ 36 h 37"/>
                    <a:gd name="T8" fmla="*/ 2 w 11"/>
                    <a:gd name="T9" fmla="*/ 37 h 37"/>
                    <a:gd name="T10" fmla="*/ 8 w 11"/>
                    <a:gd name="T11" fmla="*/ 27 h 37"/>
                    <a:gd name="T12" fmla="*/ 11 w 11"/>
                    <a:gd name="T13" fmla="*/ 17 h 37"/>
                    <a:gd name="T14" fmla="*/ 11 w 11"/>
                    <a:gd name="T15" fmla="*/ 15 h 37"/>
                    <a:gd name="T16" fmla="*/ 7 w 11"/>
                    <a:gd name="T17" fmla="*/ 2 h 37"/>
                    <a:gd name="T18" fmla="*/ 2 w 11"/>
                    <a:gd name="T19" fmla="*/ 0 h 37"/>
                    <a:gd name="T20" fmla="*/ 0 w 11"/>
                    <a:gd name="T21" fmla="*/ 3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1" h="37">
                      <a:moveTo>
                        <a:pt x="0" y="3"/>
                      </a:moveTo>
                      <a:cubicBezTo>
                        <a:pt x="2" y="14"/>
                        <a:pt x="2" y="14"/>
                        <a:pt x="2" y="14"/>
                      </a:cubicBezTo>
                      <a:cubicBezTo>
                        <a:pt x="2" y="19"/>
                        <a:pt x="0" y="27"/>
                        <a:pt x="0" y="33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2" y="36"/>
                        <a:pt x="1" y="37"/>
                        <a:pt x="2" y="37"/>
                      </a:cubicBezTo>
                      <a:cubicBezTo>
                        <a:pt x="3" y="37"/>
                        <a:pt x="7" y="28"/>
                        <a:pt x="8" y="27"/>
                      </a:cubicBezTo>
                      <a:cubicBezTo>
                        <a:pt x="9" y="24"/>
                        <a:pt x="11" y="21"/>
                        <a:pt x="11" y="17"/>
                      </a:cubicBezTo>
                      <a:cubicBezTo>
                        <a:pt x="11" y="15"/>
                        <a:pt x="11" y="15"/>
                        <a:pt x="11" y="15"/>
                      </a:cubicBezTo>
                      <a:cubicBezTo>
                        <a:pt x="11" y="7"/>
                        <a:pt x="8" y="7"/>
                        <a:pt x="7" y="2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1"/>
                        <a:pt x="0" y="1"/>
                        <a:pt x="0" y="3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7" name="íś1iḑe"/>
                <p:cNvSpPr/>
                <p:nvPr/>
              </p:nvSpPr>
              <p:spPr bwMode="auto">
                <a:xfrm>
                  <a:off x="4554538" y="3251200"/>
                  <a:ext cx="119063" cy="58738"/>
                </a:xfrm>
                <a:custGeom>
                  <a:avLst/>
                  <a:gdLst>
                    <a:gd name="T0" fmla="*/ 0 w 36"/>
                    <a:gd name="T1" fmla="*/ 15 h 18"/>
                    <a:gd name="T2" fmla="*/ 2 w 36"/>
                    <a:gd name="T3" fmla="*/ 16 h 18"/>
                    <a:gd name="T4" fmla="*/ 13 w 36"/>
                    <a:gd name="T5" fmla="*/ 18 h 18"/>
                    <a:gd name="T6" fmla="*/ 16 w 36"/>
                    <a:gd name="T7" fmla="*/ 18 h 18"/>
                    <a:gd name="T8" fmla="*/ 22 w 36"/>
                    <a:gd name="T9" fmla="*/ 17 h 18"/>
                    <a:gd name="T10" fmla="*/ 23 w 36"/>
                    <a:gd name="T11" fmla="*/ 17 h 18"/>
                    <a:gd name="T12" fmla="*/ 30 w 36"/>
                    <a:gd name="T13" fmla="*/ 13 h 18"/>
                    <a:gd name="T14" fmla="*/ 36 w 36"/>
                    <a:gd name="T15" fmla="*/ 8 h 18"/>
                    <a:gd name="T16" fmla="*/ 36 w 36"/>
                    <a:gd name="T17" fmla="*/ 7 h 18"/>
                    <a:gd name="T18" fmla="*/ 36 w 36"/>
                    <a:gd name="T19" fmla="*/ 4 h 18"/>
                    <a:gd name="T20" fmla="*/ 32 w 36"/>
                    <a:gd name="T21" fmla="*/ 0 h 18"/>
                    <a:gd name="T22" fmla="*/ 24 w 36"/>
                    <a:gd name="T23" fmla="*/ 3 h 18"/>
                    <a:gd name="T24" fmla="*/ 16 w 36"/>
                    <a:gd name="T25" fmla="*/ 7 h 18"/>
                    <a:gd name="T26" fmla="*/ 0 w 36"/>
                    <a:gd name="T27" fmla="*/ 15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6" h="18">
                      <a:moveTo>
                        <a:pt x="0" y="15"/>
                      </a:moveTo>
                      <a:cubicBezTo>
                        <a:pt x="1" y="16"/>
                        <a:pt x="1" y="16"/>
                        <a:pt x="2" y="16"/>
                      </a:cubicBezTo>
                      <a:cubicBezTo>
                        <a:pt x="6" y="16"/>
                        <a:pt x="9" y="18"/>
                        <a:pt x="13" y="18"/>
                      </a:cubicBezTo>
                      <a:cubicBezTo>
                        <a:pt x="16" y="18"/>
                        <a:pt x="16" y="18"/>
                        <a:pt x="16" y="18"/>
                      </a:cubicBezTo>
                      <a:cubicBezTo>
                        <a:pt x="22" y="17"/>
                        <a:pt x="22" y="17"/>
                        <a:pt x="22" y="17"/>
                      </a:cubicBezTo>
                      <a:cubicBezTo>
                        <a:pt x="23" y="17"/>
                        <a:pt x="23" y="17"/>
                        <a:pt x="23" y="17"/>
                      </a:cubicBezTo>
                      <a:cubicBezTo>
                        <a:pt x="26" y="16"/>
                        <a:pt x="28" y="14"/>
                        <a:pt x="30" y="13"/>
                      </a:cubicBezTo>
                      <a:cubicBezTo>
                        <a:pt x="34" y="11"/>
                        <a:pt x="33" y="10"/>
                        <a:pt x="36" y="8"/>
                      </a:cubicBezTo>
                      <a:cubicBezTo>
                        <a:pt x="36" y="7"/>
                        <a:pt x="36" y="7"/>
                        <a:pt x="36" y="7"/>
                      </a:cubicBezTo>
                      <a:cubicBezTo>
                        <a:pt x="36" y="4"/>
                        <a:pt x="36" y="4"/>
                        <a:pt x="36" y="4"/>
                      </a:cubicBezTo>
                      <a:cubicBezTo>
                        <a:pt x="36" y="1"/>
                        <a:pt x="33" y="2"/>
                        <a:pt x="32" y="0"/>
                      </a:cubicBezTo>
                      <a:cubicBezTo>
                        <a:pt x="29" y="1"/>
                        <a:pt x="27" y="1"/>
                        <a:pt x="24" y="3"/>
                      </a:cubicBezTo>
                      <a:cubicBezTo>
                        <a:pt x="21" y="4"/>
                        <a:pt x="19" y="6"/>
                        <a:pt x="16" y="7"/>
                      </a:cubicBezTo>
                      <a:cubicBezTo>
                        <a:pt x="11" y="11"/>
                        <a:pt x="4" y="10"/>
                        <a:pt x="0" y="1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8" name="iṩ1iḋè"/>
                <p:cNvSpPr/>
                <p:nvPr/>
              </p:nvSpPr>
              <p:spPr bwMode="auto">
                <a:xfrm>
                  <a:off x="6359526" y="3263900"/>
                  <a:ext cx="93663" cy="139700"/>
                </a:xfrm>
                <a:custGeom>
                  <a:avLst/>
                  <a:gdLst>
                    <a:gd name="T0" fmla="*/ 15 w 28"/>
                    <a:gd name="T1" fmla="*/ 1 h 42"/>
                    <a:gd name="T2" fmla="*/ 6 w 28"/>
                    <a:gd name="T3" fmla="*/ 11 h 42"/>
                    <a:gd name="T4" fmla="*/ 6 w 28"/>
                    <a:gd name="T5" fmla="*/ 13 h 42"/>
                    <a:gd name="T6" fmla="*/ 5 w 28"/>
                    <a:gd name="T7" fmla="*/ 16 h 42"/>
                    <a:gd name="T8" fmla="*/ 6 w 28"/>
                    <a:gd name="T9" fmla="*/ 20 h 42"/>
                    <a:gd name="T10" fmla="*/ 6 w 28"/>
                    <a:gd name="T11" fmla="*/ 21 h 42"/>
                    <a:gd name="T12" fmla="*/ 0 w 28"/>
                    <a:gd name="T13" fmla="*/ 38 h 42"/>
                    <a:gd name="T14" fmla="*/ 0 w 28"/>
                    <a:gd name="T15" fmla="*/ 41 h 42"/>
                    <a:gd name="T16" fmla="*/ 3 w 28"/>
                    <a:gd name="T17" fmla="*/ 42 h 42"/>
                    <a:gd name="T18" fmla="*/ 9 w 28"/>
                    <a:gd name="T19" fmla="*/ 32 h 42"/>
                    <a:gd name="T20" fmla="*/ 12 w 28"/>
                    <a:gd name="T21" fmla="*/ 26 h 42"/>
                    <a:gd name="T22" fmla="*/ 14 w 28"/>
                    <a:gd name="T23" fmla="*/ 26 h 42"/>
                    <a:gd name="T24" fmla="*/ 20 w 28"/>
                    <a:gd name="T25" fmla="*/ 26 h 42"/>
                    <a:gd name="T26" fmla="*/ 28 w 28"/>
                    <a:gd name="T27" fmla="*/ 14 h 42"/>
                    <a:gd name="T28" fmla="*/ 28 w 28"/>
                    <a:gd name="T29" fmla="*/ 6 h 42"/>
                    <a:gd name="T30" fmla="*/ 28 w 28"/>
                    <a:gd name="T31" fmla="*/ 5 h 42"/>
                    <a:gd name="T32" fmla="*/ 27 w 28"/>
                    <a:gd name="T33" fmla="*/ 3 h 42"/>
                    <a:gd name="T34" fmla="*/ 26 w 28"/>
                    <a:gd name="T35" fmla="*/ 3 h 42"/>
                    <a:gd name="T36" fmla="*/ 24 w 28"/>
                    <a:gd name="T37" fmla="*/ 3 h 42"/>
                    <a:gd name="T38" fmla="*/ 23 w 28"/>
                    <a:gd name="T39" fmla="*/ 3 h 42"/>
                    <a:gd name="T40" fmla="*/ 20 w 28"/>
                    <a:gd name="T41" fmla="*/ 0 h 42"/>
                    <a:gd name="T42" fmla="*/ 15 w 28"/>
                    <a:gd name="T43" fmla="*/ 1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28" h="42">
                      <a:moveTo>
                        <a:pt x="15" y="1"/>
                      </a:moveTo>
                      <a:cubicBezTo>
                        <a:pt x="15" y="10"/>
                        <a:pt x="8" y="6"/>
                        <a:pt x="6" y="11"/>
                      </a:cubicBezTo>
                      <a:cubicBezTo>
                        <a:pt x="6" y="13"/>
                        <a:pt x="6" y="13"/>
                        <a:pt x="6" y="13"/>
                      </a:cubicBezTo>
                      <a:cubicBezTo>
                        <a:pt x="6" y="14"/>
                        <a:pt x="5" y="14"/>
                        <a:pt x="5" y="16"/>
                      </a:cubicBezTo>
                      <a:cubicBezTo>
                        <a:pt x="6" y="20"/>
                        <a:pt x="6" y="20"/>
                        <a:pt x="6" y="20"/>
                      </a:cubicBezTo>
                      <a:cubicBezTo>
                        <a:pt x="6" y="21"/>
                        <a:pt x="6" y="21"/>
                        <a:pt x="6" y="21"/>
                      </a:cubicBezTo>
                      <a:cubicBezTo>
                        <a:pt x="6" y="29"/>
                        <a:pt x="0" y="31"/>
                        <a:pt x="0" y="3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2" y="42"/>
                        <a:pt x="2" y="42"/>
                        <a:pt x="3" y="42"/>
                      </a:cubicBezTo>
                      <a:cubicBezTo>
                        <a:pt x="7" y="42"/>
                        <a:pt x="9" y="36"/>
                        <a:pt x="9" y="32"/>
                      </a:cubicBezTo>
                      <a:cubicBezTo>
                        <a:pt x="9" y="29"/>
                        <a:pt x="10" y="26"/>
                        <a:pt x="12" y="26"/>
                      </a:cubicBezTo>
                      <a:cubicBezTo>
                        <a:pt x="14" y="26"/>
                        <a:pt x="14" y="26"/>
                        <a:pt x="14" y="26"/>
                      </a:cubicBezTo>
                      <a:cubicBezTo>
                        <a:pt x="20" y="26"/>
                        <a:pt x="20" y="26"/>
                        <a:pt x="20" y="26"/>
                      </a:cubicBezTo>
                      <a:cubicBezTo>
                        <a:pt x="24" y="24"/>
                        <a:pt x="28" y="21"/>
                        <a:pt x="28" y="14"/>
                      </a:cubicBezTo>
                      <a:cubicBezTo>
                        <a:pt x="28" y="6"/>
                        <a:pt x="28" y="6"/>
                        <a:pt x="28" y="6"/>
                      </a:cubicBezTo>
                      <a:cubicBezTo>
                        <a:pt x="28" y="5"/>
                        <a:pt x="28" y="5"/>
                        <a:pt x="28" y="5"/>
                      </a:cubicBezTo>
                      <a:cubicBezTo>
                        <a:pt x="27" y="3"/>
                        <a:pt x="27" y="3"/>
                        <a:pt x="27" y="3"/>
                      </a:cubicBezTo>
                      <a:cubicBezTo>
                        <a:pt x="26" y="3"/>
                        <a:pt x="26" y="3"/>
                        <a:pt x="26" y="3"/>
                      </a:cubicBezTo>
                      <a:cubicBezTo>
                        <a:pt x="24" y="3"/>
                        <a:pt x="24" y="3"/>
                        <a:pt x="24" y="3"/>
                      </a:cubicBezTo>
                      <a:cubicBezTo>
                        <a:pt x="23" y="3"/>
                        <a:pt x="23" y="3"/>
                        <a:pt x="23" y="3"/>
                      </a:cubicBezTo>
                      <a:cubicBezTo>
                        <a:pt x="20" y="0"/>
                        <a:pt x="20" y="0"/>
                        <a:pt x="20" y="0"/>
                      </a:cubicBezTo>
                      <a:lnTo>
                        <a:pt x="15" y="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9" name="íṩlïḓè"/>
                <p:cNvSpPr/>
                <p:nvPr/>
              </p:nvSpPr>
              <p:spPr bwMode="auto">
                <a:xfrm>
                  <a:off x="5826126" y="3273425"/>
                  <a:ext cx="223838" cy="293688"/>
                </a:xfrm>
                <a:custGeom>
                  <a:avLst/>
                  <a:gdLst>
                    <a:gd name="T0" fmla="*/ 38 w 68"/>
                    <a:gd name="T1" fmla="*/ 16 h 88"/>
                    <a:gd name="T2" fmla="*/ 40 w 68"/>
                    <a:gd name="T3" fmla="*/ 5 h 88"/>
                    <a:gd name="T4" fmla="*/ 36 w 68"/>
                    <a:gd name="T5" fmla="*/ 1 h 88"/>
                    <a:gd name="T6" fmla="*/ 36 w 68"/>
                    <a:gd name="T7" fmla="*/ 1 h 88"/>
                    <a:gd name="T8" fmla="*/ 33 w 68"/>
                    <a:gd name="T9" fmla="*/ 0 h 88"/>
                    <a:gd name="T10" fmla="*/ 24 w 68"/>
                    <a:gd name="T11" fmla="*/ 7 h 88"/>
                    <a:gd name="T12" fmla="*/ 24 w 68"/>
                    <a:gd name="T13" fmla="*/ 8 h 88"/>
                    <a:gd name="T14" fmla="*/ 26 w 68"/>
                    <a:gd name="T15" fmla="*/ 18 h 88"/>
                    <a:gd name="T16" fmla="*/ 27 w 68"/>
                    <a:gd name="T17" fmla="*/ 28 h 88"/>
                    <a:gd name="T18" fmla="*/ 27 w 68"/>
                    <a:gd name="T19" fmla="*/ 39 h 88"/>
                    <a:gd name="T20" fmla="*/ 16 w 68"/>
                    <a:gd name="T21" fmla="*/ 48 h 88"/>
                    <a:gd name="T22" fmla="*/ 7 w 68"/>
                    <a:gd name="T23" fmla="*/ 49 h 88"/>
                    <a:gd name="T24" fmla="*/ 5 w 68"/>
                    <a:gd name="T25" fmla="*/ 49 h 88"/>
                    <a:gd name="T26" fmla="*/ 4 w 68"/>
                    <a:gd name="T27" fmla="*/ 49 h 88"/>
                    <a:gd name="T28" fmla="*/ 0 w 68"/>
                    <a:gd name="T29" fmla="*/ 54 h 88"/>
                    <a:gd name="T30" fmla="*/ 5 w 68"/>
                    <a:gd name="T31" fmla="*/ 60 h 88"/>
                    <a:gd name="T32" fmla="*/ 11 w 68"/>
                    <a:gd name="T33" fmla="*/ 60 h 88"/>
                    <a:gd name="T34" fmla="*/ 13 w 68"/>
                    <a:gd name="T35" fmla="*/ 59 h 88"/>
                    <a:gd name="T36" fmla="*/ 20 w 68"/>
                    <a:gd name="T37" fmla="*/ 66 h 88"/>
                    <a:gd name="T38" fmla="*/ 17 w 68"/>
                    <a:gd name="T39" fmla="*/ 72 h 88"/>
                    <a:gd name="T40" fmla="*/ 13 w 68"/>
                    <a:gd name="T41" fmla="*/ 76 h 88"/>
                    <a:gd name="T42" fmla="*/ 2 w 68"/>
                    <a:gd name="T43" fmla="*/ 82 h 88"/>
                    <a:gd name="T44" fmla="*/ 2 w 68"/>
                    <a:gd name="T45" fmla="*/ 83 h 88"/>
                    <a:gd name="T46" fmla="*/ 2 w 68"/>
                    <a:gd name="T47" fmla="*/ 87 h 88"/>
                    <a:gd name="T48" fmla="*/ 4 w 68"/>
                    <a:gd name="T49" fmla="*/ 88 h 88"/>
                    <a:gd name="T50" fmla="*/ 25 w 68"/>
                    <a:gd name="T51" fmla="*/ 77 h 88"/>
                    <a:gd name="T52" fmla="*/ 31 w 68"/>
                    <a:gd name="T53" fmla="*/ 69 h 88"/>
                    <a:gd name="T54" fmla="*/ 40 w 68"/>
                    <a:gd name="T55" fmla="*/ 63 h 88"/>
                    <a:gd name="T56" fmla="*/ 52 w 68"/>
                    <a:gd name="T57" fmla="*/ 70 h 88"/>
                    <a:gd name="T58" fmla="*/ 48 w 68"/>
                    <a:gd name="T59" fmla="*/ 79 h 88"/>
                    <a:gd name="T60" fmla="*/ 59 w 68"/>
                    <a:gd name="T61" fmla="*/ 81 h 88"/>
                    <a:gd name="T62" fmla="*/ 68 w 68"/>
                    <a:gd name="T63" fmla="*/ 71 h 88"/>
                    <a:gd name="T64" fmla="*/ 59 w 68"/>
                    <a:gd name="T65" fmla="*/ 62 h 88"/>
                    <a:gd name="T66" fmla="*/ 44 w 68"/>
                    <a:gd name="T67" fmla="*/ 60 h 88"/>
                    <a:gd name="T68" fmla="*/ 42 w 68"/>
                    <a:gd name="T69" fmla="*/ 60 h 88"/>
                    <a:gd name="T70" fmla="*/ 36 w 68"/>
                    <a:gd name="T71" fmla="*/ 53 h 88"/>
                    <a:gd name="T72" fmla="*/ 48 w 68"/>
                    <a:gd name="T73" fmla="*/ 42 h 88"/>
                    <a:gd name="T74" fmla="*/ 59 w 68"/>
                    <a:gd name="T75" fmla="*/ 32 h 88"/>
                    <a:gd name="T76" fmla="*/ 59 w 68"/>
                    <a:gd name="T77" fmla="*/ 30 h 88"/>
                    <a:gd name="T78" fmla="*/ 59 w 68"/>
                    <a:gd name="T79" fmla="*/ 29 h 88"/>
                    <a:gd name="T80" fmla="*/ 54 w 68"/>
                    <a:gd name="T81" fmla="*/ 26 h 88"/>
                    <a:gd name="T82" fmla="*/ 51 w 68"/>
                    <a:gd name="T83" fmla="*/ 27 h 88"/>
                    <a:gd name="T84" fmla="*/ 50 w 68"/>
                    <a:gd name="T85" fmla="*/ 27 h 88"/>
                    <a:gd name="T86" fmla="*/ 41 w 68"/>
                    <a:gd name="T87" fmla="*/ 33 h 88"/>
                    <a:gd name="T88" fmla="*/ 38 w 68"/>
                    <a:gd name="T89" fmla="*/ 28 h 88"/>
                    <a:gd name="T90" fmla="*/ 38 w 68"/>
                    <a:gd name="T91" fmla="*/ 27 h 88"/>
                    <a:gd name="T92" fmla="*/ 38 w 68"/>
                    <a:gd name="T93" fmla="*/ 16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68" h="88">
                      <a:moveTo>
                        <a:pt x="38" y="16"/>
                      </a:moveTo>
                      <a:cubicBezTo>
                        <a:pt x="39" y="11"/>
                        <a:pt x="40" y="9"/>
                        <a:pt x="40" y="5"/>
                      </a:cubicBezTo>
                      <a:cubicBezTo>
                        <a:pt x="40" y="3"/>
                        <a:pt x="38" y="1"/>
                        <a:pt x="36" y="1"/>
                      </a:cubicBezTo>
                      <a:cubicBezTo>
                        <a:pt x="36" y="1"/>
                        <a:pt x="36" y="1"/>
                        <a:pt x="36" y="1"/>
                      </a:cubicBezTo>
                      <a:cubicBezTo>
                        <a:pt x="34" y="1"/>
                        <a:pt x="34" y="1"/>
                        <a:pt x="33" y="0"/>
                      </a:cubicBezTo>
                      <a:cubicBezTo>
                        <a:pt x="28" y="3"/>
                        <a:pt x="28" y="1"/>
                        <a:pt x="24" y="7"/>
                      </a:cubicBezTo>
                      <a:cubicBezTo>
                        <a:pt x="24" y="8"/>
                        <a:pt x="24" y="8"/>
                        <a:pt x="24" y="8"/>
                      </a:cubicBezTo>
                      <a:cubicBezTo>
                        <a:pt x="24" y="12"/>
                        <a:pt x="26" y="14"/>
                        <a:pt x="26" y="18"/>
                      </a:cubicBezTo>
                      <a:cubicBezTo>
                        <a:pt x="27" y="28"/>
                        <a:pt x="27" y="28"/>
                        <a:pt x="27" y="28"/>
                      </a:cubicBezTo>
                      <a:cubicBezTo>
                        <a:pt x="27" y="39"/>
                        <a:pt x="27" y="39"/>
                        <a:pt x="27" y="39"/>
                      </a:cubicBezTo>
                      <a:cubicBezTo>
                        <a:pt x="28" y="45"/>
                        <a:pt x="22" y="48"/>
                        <a:pt x="16" y="48"/>
                      </a:cubicBezTo>
                      <a:cubicBezTo>
                        <a:pt x="7" y="49"/>
                        <a:pt x="7" y="49"/>
                        <a:pt x="7" y="49"/>
                      </a:cubicBezTo>
                      <a:cubicBezTo>
                        <a:pt x="5" y="49"/>
                        <a:pt x="5" y="49"/>
                        <a:pt x="5" y="49"/>
                      </a:cubicBezTo>
                      <a:cubicBezTo>
                        <a:pt x="4" y="49"/>
                        <a:pt x="4" y="49"/>
                        <a:pt x="4" y="49"/>
                      </a:cubicBezTo>
                      <a:cubicBezTo>
                        <a:pt x="2" y="50"/>
                        <a:pt x="0" y="51"/>
                        <a:pt x="0" y="54"/>
                      </a:cubicBezTo>
                      <a:cubicBezTo>
                        <a:pt x="0" y="56"/>
                        <a:pt x="3" y="60"/>
                        <a:pt x="5" y="60"/>
                      </a:cubicBezTo>
                      <a:cubicBezTo>
                        <a:pt x="11" y="60"/>
                        <a:pt x="11" y="60"/>
                        <a:pt x="11" y="60"/>
                      </a:cubicBezTo>
                      <a:cubicBezTo>
                        <a:pt x="12" y="60"/>
                        <a:pt x="12" y="60"/>
                        <a:pt x="13" y="59"/>
                      </a:cubicBezTo>
                      <a:cubicBezTo>
                        <a:pt x="17" y="62"/>
                        <a:pt x="17" y="60"/>
                        <a:pt x="20" y="66"/>
                      </a:cubicBezTo>
                      <a:cubicBezTo>
                        <a:pt x="18" y="69"/>
                        <a:pt x="20" y="68"/>
                        <a:pt x="17" y="72"/>
                      </a:cubicBezTo>
                      <a:cubicBezTo>
                        <a:pt x="15" y="73"/>
                        <a:pt x="15" y="75"/>
                        <a:pt x="13" y="76"/>
                      </a:cubicBezTo>
                      <a:cubicBezTo>
                        <a:pt x="8" y="79"/>
                        <a:pt x="7" y="80"/>
                        <a:pt x="2" y="82"/>
                      </a:cubicBezTo>
                      <a:cubicBezTo>
                        <a:pt x="2" y="83"/>
                        <a:pt x="2" y="83"/>
                        <a:pt x="2" y="83"/>
                      </a:cubicBezTo>
                      <a:cubicBezTo>
                        <a:pt x="2" y="87"/>
                        <a:pt x="2" y="87"/>
                        <a:pt x="2" y="87"/>
                      </a:cubicBezTo>
                      <a:cubicBezTo>
                        <a:pt x="4" y="87"/>
                        <a:pt x="3" y="88"/>
                        <a:pt x="4" y="88"/>
                      </a:cubicBezTo>
                      <a:cubicBezTo>
                        <a:pt x="13" y="88"/>
                        <a:pt x="20" y="82"/>
                        <a:pt x="25" y="77"/>
                      </a:cubicBezTo>
                      <a:cubicBezTo>
                        <a:pt x="26" y="76"/>
                        <a:pt x="30" y="71"/>
                        <a:pt x="31" y="69"/>
                      </a:cubicBezTo>
                      <a:cubicBezTo>
                        <a:pt x="33" y="65"/>
                        <a:pt x="35" y="63"/>
                        <a:pt x="40" y="63"/>
                      </a:cubicBezTo>
                      <a:cubicBezTo>
                        <a:pt x="45" y="63"/>
                        <a:pt x="49" y="67"/>
                        <a:pt x="52" y="70"/>
                      </a:cubicBezTo>
                      <a:cubicBezTo>
                        <a:pt x="48" y="79"/>
                        <a:pt x="48" y="79"/>
                        <a:pt x="48" y="79"/>
                      </a:cubicBezTo>
                      <a:cubicBezTo>
                        <a:pt x="50" y="79"/>
                        <a:pt x="58" y="81"/>
                        <a:pt x="59" y="81"/>
                      </a:cubicBezTo>
                      <a:cubicBezTo>
                        <a:pt x="65" y="81"/>
                        <a:pt x="67" y="76"/>
                        <a:pt x="68" y="71"/>
                      </a:cubicBezTo>
                      <a:cubicBezTo>
                        <a:pt x="67" y="65"/>
                        <a:pt x="63" y="64"/>
                        <a:pt x="59" y="62"/>
                      </a:cubicBezTo>
                      <a:cubicBezTo>
                        <a:pt x="53" y="59"/>
                        <a:pt x="51" y="60"/>
                        <a:pt x="44" y="60"/>
                      </a:cubicBezTo>
                      <a:cubicBezTo>
                        <a:pt x="43" y="60"/>
                        <a:pt x="43" y="60"/>
                        <a:pt x="42" y="60"/>
                      </a:cubicBezTo>
                      <a:cubicBezTo>
                        <a:pt x="40" y="59"/>
                        <a:pt x="36" y="56"/>
                        <a:pt x="36" y="53"/>
                      </a:cubicBezTo>
                      <a:cubicBezTo>
                        <a:pt x="36" y="51"/>
                        <a:pt x="45" y="44"/>
                        <a:pt x="48" y="42"/>
                      </a:cubicBezTo>
                      <a:cubicBezTo>
                        <a:pt x="50" y="41"/>
                        <a:pt x="59" y="34"/>
                        <a:pt x="59" y="32"/>
                      </a:cubicBezTo>
                      <a:cubicBezTo>
                        <a:pt x="59" y="30"/>
                        <a:pt x="59" y="30"/>
                        <a:pt x="59" y="30"/>
                      </a:cubicBezTo>
                      <a:cubicBezTo>
                        <a:pt x="59" y="29"/>
                        <a:pt x="59" y="29"/>
                        <a:pt x="59" y="29"/>
                      </a:cubicBezTo>
                      <a:cubicBezTo>
                        <a:pt x="54" y="26"/>
                        <a:pt x="54" y="26"/>
                        <a:pt x="54" y="26"/>
                      </a:cubicBezTo>
                      <a:cubicBezTo>
                        <a:pt x="53" y="27"/>
                        <a:pt x="53" y="27"/>
                        <a:pt x="51" y="27"/>
                      </a:cubicBezTo>
                      <a:cubicBezTo>
                        <a:pt x="50" y="27"/>
                        <a:pt x="50" y="27"/>
                        <a:pt x="50" y="27"/>
                      </a:cubicBezTo>
                      <a:cubicBezTo>
                        <a:pt x="46" y="32"/>
                        <a:pt x="46" y="30"/>
                        <a:pt x="41" y="33"/>
                      </a:cubicBezTo>
                      <a:cubicBezTo>
                        <a:pt x="40" y="31"/>
                        <a:pt x="39" y="30"/>
                        <a:pt x="38" y="28"/>
                      </a:cubicBezTo>
                      <a:cubicBezTo>
                        <a:pt x="38" y="27"/>
                        <a:pt x="38" y="27"/>
                        <a:pt x="38" y="27"/>
                      </a:cubicBezTo>
                      <a:lnTo>
                        <a:pt x="38" y="16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0" name="ísḷïďè"/>
                <p:cNvSpPr/>
                <p:nvPr/>
              </p:nvSpPr>
              <p:spPr bwMode="auto">
                <a:xfrm>
                  <a:off x="4518026" y="3506788"/>
                  <a:ext cx="53975" cy="71438"/>
                </a:xfrm>
                <a:custGeom>
                  <a:avLst/>
                  <a:gdLst>
                    <a:gd name="T0" fmla="*/ 14 w 16"/>
                    <a:gd name="T1" fmla="*/ 17 h 21"/>
                    <a:gd name="T2" fmla="*/ 16 w 16"/>
                    <a:gd name="T3" fmla="*/ 12 h 21"/>
                    <a:gd name="T4" fmla="*/ 11 w 16"/>
                    <a:gd name="T5" fmla="*/ 5 h 21"/>
                    <a:gd name="T6" fmla="*/ 5 w 16"/>
                    <a:gd name="T7" fmla="*/ 0 h 21"/>
                    <a:gd name="T8" fmla="*/ 2 w 16"/>
                    <a:gd name="T9" fmla="*/ 4 h 21"/>
                    <a:gd name="T10" fmla="*/ 2 w 16"/>
                    <a:gd name="T11" fmla="*/ 5 h 21"/>
                    <a:gd name="T12" fmla="*/ 2 w 16"/>
                    <a:gd name="T13" fmla="*/ 8 h 21"/>
                    <a:gd name="T14" fmla="*/ 2 w 16"/>
                    <a:gd name="T15" fmla="*/ 9 h 21"/>
                    <a:gd name="T16" fmla="*/ 0 w 16"/>
                    <a:gd name="T17" fmla="*/ 17 h 21"/>
                    <a:gd name="T18" fmla="*/ 3 w 16"/>
                    <a:gd name="T19" fmla="*/ 21 h 21"/>
                    <a:gd name="T20" fmla="*/ 4 w 16"/>
                    <a:gd name="T21" fmla="*/ 21 h 21"/>
                    <a:gd name="T22" fmla="*/ 5 w 16"/>
                    <a:gd name="T23" fmla="*/ 21 h 21"/>
                    <a:gd name="T24" fmla="*/ 14 w 16"/>
                    <a:gd name="T25" fmla="*/ 17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6" h="21">
                      <a:moveTo>
                        <a:pt x="14" y="17"/>
                      </a:moveTo>
                      <a:cubicBezTo>
                        <a:pt x="14" y="15"/>
                        <a:pt x="16" y="13"/>
                        <a:pt x="16" y="12"/>
                      </a:cubicBezTo>
                      <a:cubicBezTo>
                        <a:pt x="16" y="11"/>
                        <a:pt x="12" y="7"/>
                        <a:pt x="11" y="5"/>
                      </a:cubicBezTo>
                      <a:cubicBezTo>
                        <a:pt x="11" y="3"/>
                        <a:pt x="8" y="0"/>
                        <a:pt x="5" y="0"/>
                      </a:cubicBezTo>
                      <a:cubicBezTo>
                        <a:pt x="4" y="0"/>
                        <a:pt x="3" y="3"/>
                        <a:pt x="2" y="4"/>
                      </a:cubicBezTo>
                      <a:cubicBezTo>
                        <a:pt x="2" y="5"/>
                        <a:pt x="2" y="5"/>
                        <a:pt x="2" y="5"/>
                      </a:cubicBezTo>
                      <a:cubicBezTo>
                        <a:pt x="2" y="8"/>
                        <a:pt x="2" y="8"/>
                        <a:pt x="2" y="8"/>
                      </a:cubicBezTo>
                      <a:cubicBezTo>
                        <a:pt x="2" y="9"/>
                        <a:pt x="2" y="9"/>
                        <a:pt x="2" y="9"/>
                      </a:cubicBezTo>
                      <a:cubicBezTo>
                        <a:pt x="1" y="11"/>
                        <a:pt x="0" y="14"/>
                        <a:pt x="0" y="17"/>
                      </a:cubicBezTo>
                      <a:cubicBezTo>
                        <a:pt x="0" y="19"/>
                        <a:pt x="1" y="20"/>
                        <a:pt x="3" y="21"/>
                      </a:cubicBezTo>
                      <a:cubicBezTo>
                        <a:pt x="4" y="21"/>
                        <a:pt x="4" y="21"/>
                        <a:pt x="4" y="21"/>
                      </a:cubicBezTo>
                      <a:cubicBezTo>
                        <a:pt x="5" y="21"/>
                        <a:pt x="5" y="21"/>
                        <a:pt x="5" y="21"/>
                      </a:cubicBezTo>
                      <a:cubicBezTo>
                        <a:pt x="7" y="21"/>
                        <a:pt x="11" y="17"/>
                        <a:pt x="14" y="17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1" name="îṧļîḓé"/>
                <p:cNvSpPr/>
                <p:nvPr/>
              </p:nvSpPr>
              <p:spPr bwMode="auto">
                <a:xfrm>
                  <a:off x="5319713" y="3133725"/>
                  <a:ext cx="222250" cy="500063"/>
                </a:xfrm>
                <a:custGeom>
                  <a:avLst/>
                  <a:gdLst>
                    <a:gd name="T0" fmla="*/ 47 w 67"/>
                    <a:gd name="T1" fmla="*/ 96 h 150"/>
                    <a:gd name="T2" fmla="*/ 51 w 67"/>
                    <a:gd name="T3" fmla="*/ 96 h 150"/>
                    <a:gd name="T4" fmla="*/ 46 w 67"/>
                    <a:gd name="T5" fmla="*/ 114 h 150"/>
                    <a:gd name="T6" fmla="*/ 42 w 67"/>
                    <a:gd name="T7" fmla="*/ 113 h 150"/>
                    <a:gd name="T8" fmla="*/ 39 w 67"/>
                    <a:gd name="T9" fmla="*/ 108 h 150"/>
                    <a:gd name="T10" fmla="*/ 21 w 67"/>
                    <a:gd name="T11" fmla="*/ 78 h 150"/>
                    <a:gd name="T12" fmla="*/ 29 w 67"/>
                    <a:gd name="T13" fmla="*/ 73 h 150"/>
                    <a:gd name="T14" fmla="*/ 32 w 67"/>
                    <a:gd name="T15" fmla="*/ 74 h 150"/>
                    <a:gd name="T16" fmla="*/ 32 w 67"/>
                    <a:gd name="T17" fmla="*/ 77 h 150"/>
                    <a:gd name="T18" fmla="*/ 32 w 67"/>
                    <a:gd name="T19" fmla="*/ 79 h 150"/>
                    <a:gd name="T20" fmla="*/ 21 w 67"/>
                    <a:gd name="T21" fmla="*/ 78 h 150"/>
                    <a:gd name="T22" fmla="*/ 53 w 67"/>
                    <a:gd name="T23" fmla="*/ 118 h 150"/>
                    <a:gd name="T24" fmla="*/ 66 w 67"/>
                    <a:gd name="T25" fmla="*/ 108 h 150"/>
                    <a:gd name="T26" fmla="*/ 60 w 67"/>
                    <a:gd name="T27" fmla="*/ 98 h 150"/>
                    <a:gd name="T28" fmla="*/ 51 w 67"/>
                    <a:gd name="T29" fmla="*/ 82 h 150"/>
                    <a:gd name="T30" fmla="*/ 47 w 67"/>
                    <a:gd name="T31" fmla="*/ 71 h 150"/>
                    <a:gd name="T32" fmla="*/ 60 w 67"/>
                    <a:gd name="T33" fmla="*/ 58 h 150"/>
                    <a:gd name="T34" fmla="*/ 53 w 67"/>
                    <a:gd name="T35" fmla="*/ 52 h 150"/>
                    <a:gd name="T36" fmla="*/ 44 w 67"/>
                    <a:gd name="T37" fmla="*/ 50 h 150"/>
                    <a:gd name="T38" fmla="*/ 48 w 67"/>
                    <a:gd name="T39" fmla="*/ 38 h 150"/>
                    <a:gd name="T40" fmla="*/ 66 w 67"/>
                    <a:gd name="T41" fmla="*/ 17 h 150"/>
                    <a:gd name="T42" fmla="*/ 66 w 67"/>
                    <a:gd name="T43" fmla="*/ 13 h 150"/>
                    <a:gd name="T44" fmla="*/ 56 w 67"/>
                    <a:gd name="T45" fmla="*/ 1 h 150"/>
                    <a:gd name="T46" fmla="*/ 55 w 67"/>
                    <a:gd name="T47" fmla="*/ 7 h 150"/>
                    <a:gd name="T48" fmla="*/ 50 w 67"/>
                    <a:gd name="T49" fmla="*/ 18 h 150"/>
                    <a:gd name="T50" fmla="*/ 42 w 67"/>
                    <a:gd name="T51" fmla="*/ 15 h 150"/>
                    <a:gd name="T52" fmla="*/ 40 w 67"/>
                    <a:gd name="T53" fmla="*/ 15 h 150"/>
                    <a:gd name="T54" fmla="*/ 41 w 67"/>
                    <a:gd name="T55" fmla="*/ 26 h 150"/>
                    <a:gd name="T56" fmla="*/ 41 w 67"/>
                    <a:gd name="T57" fmla="*/ 30 h 150"/>
                    <a:gd name="T58" fmla="*/ 37 w 67"/>
                    <a:gd name="T59" fmla="*/ 33 h 150"/>
                    <a:gd name="T60" fmla="*/ 30 w 67"/>
                    <a:gd name="T61" fmla="*/ 29 h 150"/>
                    <a:gd name="T62" fmla="*/ 9 w 67"/>
                    <a:gd name="T63" fmla="*/ 50 h 150"/>
                    <a:gd name="T64" fmla="*/ 4 w 67"/>
                    <a:gd name="T65" fmla="*/ 59 h 150"/>
                    <a:gd name="T66" fmla="*/ 23 w 67"/>
                    <a:gd name="T67" fmla="*/ 51 h 150"/>
                    <a:gd name="T68" fmla="*/ 30 w 67"/>
                    <a:gd name="T69" fmla="*/ 58 h 150"/>
                    <a:gd name="T70" fmla="*/ 26 w 67"/>
                    <a:gd name="T71" fmla="*/ 65 h 150"/>
                    <a:gd name="T72" fmla="*/ 19 w 67"/>
                    <a:gd name="T73" fmla="*/ 64 h 150"/>
                    <a:gd name="T74" fmla="*/ 16 w 67"/>
                    <a:gd name="T75" fmla="*/ 67 h 150"/>
                    <a:gd name="T76" fmla="*/ 16 w 67"/>
                    <a:gd name="T77" fmla="*/ 72 h 150"/>
                    <a:gd name="T78" fmla="*/ 3 w 67"/>
                    <a:gd name="T79" fmla="*/ 105 h 150"/>
                    <a:gd name="T80" fmla="*/ 6 w 67"/>
                    <a:gd name="T81" fmla="*/ 110 h 150"/>
                    <a:gd name="T82" fmla="*/ 9 w 67"/>
                    <a:gd name="T83" fmla="*/ 111 h 150"/>
                    <a:gd name="T84" fmla="*/ 24 w 67"/>
                    <a:gd name="T85" fmla="*/ 89 h 150"/>
                    <a:gd name="T86" fmla="*/ 32 w 67"/>
                    <a:gd name="T87" fmla="*/ 93 h 150"/>
                    <a:gd name="T88" fmla="*/ 32 w 67"/>
                    <a:gd name="T89" fmla="*/ 96 h 150"/>
                    <a:gd name="T90" fmla="*/ 29 w 67"/>
                    <a:gd name="T91" fmla="*/ 113 h 150"/>
                    <a:gd name="T92" fmla="*/ 29 w 67"/>
                    <a:gd name="T93" fmla="*/ 115 h 150"/>
                    <a:gd name="T94" fmla="*/ 22 w 67"/>
                    <a:gd name="T95" fmla="*/ 122 h 150"/>
                    <a:gd name="T96" fmla="*/ 10 w 67"/>
                    <a:gd name="T97" fmla="*/ 124 h 150"/>
                    <a:gd name="T98" fmla="*/ 15 w 67"/>
                    <a:gd name="T99" fmla="*/ 144 h 150"/>
                    <a:gd name="T100" fmla="*/ 17 w 67"/>
                    <a:gd name="T101" fmla="*/ 150 h 150"/>
                    <a:gd name="T102" fmla="*/ 38 w 67"/>
                    <a:gd name="T103" fmla="*/ 125 h 1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67" h="150">
                      <a:moveTo>
                        <a:pt x="39" y="107"/>
                      </a:moveTo>
                      <a:cubicBezTo>
                        <a:pt x="39" y="103"/>
                        <a:pt x="44" y="96"/>
                        <a:pt x="47" y="96"/>
                      </a:cubicBezTo>
                      <a:cubicBezTo>
                        <a:pt x="50" y="96"/>
                        <a:pt x="50" y="96"/>
                        <a:pt x="50" y="96"/>
                      </a:cubicBezTo>
                      <a:cubicBezTo>
                        <a:pt x="51" y="96"/>
                        <a:pt x="51" y="96"/>
                        <a:pt x="51" y="96"/>
                      </a:cubicBezTo>
                      <a:cubicBezTo>
                        <a:pt x="53" y="98"/>
                        <a:pt x="55" y="101"/>
                        <a:pt x="55" y="104"/>
                      </a:cubicBezTo>
                      <a:cubicBezTo>
                        <a:pt x="55" y="108"/>
                        <a:pt x="49" y="112"/>
                        <a:pt x="46" y="114"/>
                      </a:cubicBezTo>
                      <a:cubicBezTo>
                        <a:pt x="45" y="114"/>
                        <a:pt x="45" y="113"/>
                        <a:pt x="43" y="113"/>
                      </a:cubicBezTo>
                      <a:cubicBezTo>
                        <a:pt x="42" y="113"/>
                        <a:pt x="42" y="113"/>
                        <a:pt x="42" y="113"/>
                      </a:cubicBezTo>
                      <a:cubicBezTo>
                        <a:pt x="39" y="109"/>
                        <a:pt x="39" y="109"/>
                        <a:pt x="39" y="109"/>
                      </a:cubicBezTo>
                      <a:cubicBezTo>
                        <a:pt x="39" y="108"/>
                        <a:pt x="39" y="108"/>
                        <a:pt x="39" y="108"/>
                      </a:cubicBezTo>
                      <a:cubicBezTo>
                        <a:pt x="39" y="107"/>
                        <a:pt x="39" y="107"/>
                        <a:pt x="39" y="107"/>
                      </a:cubicBezTo>
                      <a:close/>
                      <a:moveTo>
                        <a:pt x="21" y="78"/>
                      </a:moveTo>
                      <a:cubicBezTo>
                        <a:pt x="21" y="77"/>
                        <a:pt x="25" y="73"/>
                        <a:pt x="26" y="73"/>
                      </a:cubicBezTo>
                      <a:cubicBezTo>
                        <a:pt x="27" y="73"/>
                        <a:pt x="27" y="73"/>
                        <a:pt x="29" y="73"/>
                      </a:cubicBezTo>
                      <a:cubicBezTo>
                        <a:pt x="30" y="73"/>
                        <a:pt x="30" y="73"/>
                        <a:pt x="30" y="73"/>
                      </a:cubicBezTo>
                      <a:cubicBezTo>
                        <a:pt x="32" y="74"/>
                        <a:pt x="32" y="74"/>
                        <a:pt x="32" y="74"/>
                      </a:cubicBezTo>
                      <a:cubicBezTo>
                        <a:pt x="32" y="76"/>
                        <a:pt x="32" y="76"/>
                        <a:pt x="32" y="76"/>
                      </a:cubicBezTo>
                      <a:cubicBezTo>
                        <a:pt x="32" y="77"/>
                        <a:pt x="32" y="77"/>
                        <a:pt x="32" y="77"/>
                      </a:cubicBezTo>
                      <a:cubicBezTo>
                        <a:pt x="32" y="78"/>
                        <a:pt x="32" y="78"/>
                        <a:pt x="32" y="78"/>
                      </a:cubicBezTo>
                      <a:cubicBezTo>
                        <a:pt x="32" y="79"/>
                        <a:pt x="32" y="79"/>
                        <a:pt x="32" y="79"/>
                      </a:cubicBezTo>
                      <a:cubicBezTo>
                        <a:pt x="31" y="82"/>
                        <a:pt x="29" y="83"/>
                        <a:pt x="25" y="83"/>
                      </a:cubicBezTo>
                      <a:cubicBezTo>
                        <a:pt x="23" y="83"/>
                        <a:pt x="21" y="81"/>
                        <a:pt x="21" y="78"/>
                      </a:cubicBezTo>
                      <a:close/>
                      <a:moveTo>
                        <a:pt x="38" y="125"/>
                      </a:moveTo>
                      <a:cubicBezTo>
                        <a:pt x="43" y="122"/>
                        <a:pt x="47" y="120"/>
                        <a:pt x="53" y="118"/>
                      </a:cubicBezTo>
                      <a:cubicBezTo>
                        <a:pt x="57" y="116"/>
                        <a:pt x="57" y="116"/>
                        <a:pt x="60" y="114"/>
                      </a:cubicBezTo>
                      <a:cubicBezTo>
                        <a:pt x="64" y="111"/>
                        <a:pt x="63" y="110"/>
                        <a:pt x="66" y="108"/>
                      </a:cubicBezTo>
                      <a:cubicBezTo>
                        <a:pt x="67" y="104"/>
                        <a:pt x="67" y="104"/>
                        <a:pt x="67" y="104"/>
                      </a:cubicBezTo>
                      <a:cubicBezTo>
                        <a:pt x="64" y="100"/>
                        <a:pt x="64" y="101"/>
                        <a:pt x="60" y="98"/>
                      </a:cubicBezTo>
                      <a:cubicBezTo>
                        <a:pt x="58" y="96"/>
                        <a:pt x="55" y="95"/>
                        <a:pt x="54" y="92"/>
                      </a:cubicBezTo>
                      <a:cubicBezTo>
                        <a:pt x="53" y="88"/>
                        <a:pt x="53" y="84"/>
                        <a:pt x="51" y="82"/>
                      </a:cubicBezTo>
                      <a:cubicBezTo>
                        <a:pt x="49" y="79"/>
                        <a:pt x="47" y="77"/>
                        <a:pt x="47" y="73"/>
                      </a:cubicBezTo>
                      <a:cubicBezTo>
                        <a:pt x="47" y="72"/>
                        <a:pt x="47" y="72"/>
                        <a:pt x="47" y="71"/>
                      </a:cubicBezTo>
                      <a:cubicBezTo>
                        <a:pt x="49" y="67"/>
                        <a:pt x="47" y="67"/>
                        <a:pt x="53" y="64"/>
                      </a:cubicBezTo>
                      <a:cubicBezTo>
                        <a:pt x="55" y="64"/>
                        <a:pt x="60" y="60"/>
                        <a:pt x="60" y="58"/>
                      </a:cubicBezTo>
                      <a:cubicBezTo>
                        <a:pt x="60" y="55"/>
                        <a:pt x="60" y="55"/>
                        <a:pt x="60" y="55"/>
                      </a:cubicBezTo>
                      <a:cubicBezTo>
                        <a:pt x="60" y="53"/>
                        <a:pt x="56" y="51"/>
                        <a:pt x="53" y="52"/>
                      </a:cubicBezTo>
                      <a:cubicBezTo>
                        <a:pt x="47" y="52"/>
                        <a:pt x="47" y="52"/>
                        <a:pt x="47" y="52"/>
                      </a:cubicBezTo>
                      <a:cubicBezTo>
                        <a:pt x="46" y="52"/>
                        <a:pt x="45" y="51"/>
                        <a:pt x="44" y="50"/>
                      </a:cubicBezTo>
                      <a:cubicBezTo>
                        <a:pt x="44" y="47"/>
                        <a:pt x="44" y="47"/>
                        <a:pt x="44" y="47"/>
                      </a:cubicBezTo>
                      <a:cubicBezTo>
                        <a:pt x="44" y="44"/>
                        <a:pt x="47" y="41"/>
                        <a:pt x="48" y="38"/>
                      </a:cubicBezTo>
                      <a:cubicBezTo>
                        <a:pt x="49" y="34"/>
                        <a:pt x="50" y="33"/>
                        <a:pt x="53" y="30"/>
                      </a:cubicBezTo>
                      <a:cubicBezTo>
                        <a:pt x="56" y="27"/>
                        <a:pt x="66" y="22"/>
                        <a:pt x="66" y="17"/>
                      </a:cubicBezTo>
                      <a:cubicBezTo>
                        <a:pt x="66" y="14"/>
                        <a:pt x="66" y="14"/>
                        <a:pt x="66" y="14"/>
                      </a:cubicBezTo>
                      <a:cubicBezTo>
                        <a:pt x="66" y="13"/>
                        <a:pt x="66" y="13"/>
                        <a:pt x="66" y="13"/>
                      </a:cubicBezTo>
                      <a:cubicBezTo>
                        <a:pt x="65" y="10"/>
                        <a:pt x="62" y="0"/>
                        <a:pt x="58" y="0"/>
                      </a:cubicBezTo>
                      <a:cubicBezTo>
                        <a:pt x="57" y="0"/>
                        <a:pt x="57" y="0"/>
                        <a:pt x="56" y="1"/>
                      </a:cubicBezTo>
                      <a:cubicBezTo>
                        <a:pt x="56" y="3"/>
                        <a:pt x="55" y="3"/>
                        <a:pt x="55" y="5"/>
                      </a:cubicBezTo>
                      <a:cubicBezTo>
                        <a:pt x="55" y="7"/>
                        <a:pt x="55" y="7"/>
                        <a:pt x="55" y="7"/>
                      </a:cubicBezTo>
                      <a:cubicBezTo>
                        <a:pt x="55" y="11"/>
                        <a:pt x="53" y="15"/>
                        <a:pt x="51" y="18"/>
                      </a:cubicBezTo>
                      <a:cubicBezTo>
                        <a:pt x="50" y="18"/>
                        <a:pt x="50" y="18"/>
                        <a:pt x="50" y="18"/>
                      </a:cubicBezTo>
                      <a:cubicBezTo>
                        <a:pt x="48" y="18"/>
                        <a:pt x="48" y="18"/>
                        <a:pt x="47" y="19"/>
                      </a:cubicBezTo>
                      <a:cubicBezTo>
                        <a:pt x="42" y="15"/>
                        <a:pt x="42" y="15"/>
                        <a:pt x="42" y="15"/>
                      </a:cubicBezTo>
                      <a:cubicBezTo>
                        <a:pt x="41" y="15"/>
                        <a:pt x="41" y="15"/>
                        <a:pt x="41" y="15"/>
                      </a:cubicBezTo>
                      <a:cubicBezTo>
                        <a:pt x="40" y="15"/>
                        <a:pt x="40" y="15"/>
                        <a:pt x="40" y="15"/>
                      </a:cubicBezTo>
                      <a:cubicBezTo>
                        <a:pt x="39" y="15"/>
                        <a:pt x="38" y="16"/>
                        <a:pt x="38" y="17"/>
                      </a:cubicBezTo>
                      <a:cubicBezTo>
                        <a:pt x="38" y="19"/>
                        <a:pt x="41" y="22"/>
                        <a:pt x="41" y="26"/>
                      </a:cubicBezTo>
                      <a:cubicBezTo>
                        <a:pt x="41" y="29"/>
                        <a:pt x="41" y="29"/>
                        <a:pt x="41" y="29"/>
                      </a:cubicBezTo>
                      <a:cubicBezTo>
                        <a:pt x="41" y="30"/>
                        <a:pt x="41" y="30"/>
                        <a:pt x="41" y="30"/>
                      </a:cubicBezTo>
                      <a:cubicBezTo>
                        <a:pt x="38" y="33"/>
                        <a:pt x="38" y="33"/>
                        <a:pt x="38" y="33"/>
                      </a:cubicBezTo>
                      <a:cubicBezTo>
                        <a:pt x="37" y="33"/>
                        <a:pt x="37" y="33"/>
                        <a:pt x="37" y="33"/>
                      </a:cubicBezTo>
                      <a:cubicBezTo>
                        <a:pt x="35" y="33"/>
                        <a:pt x="35" y="34"/>
                        <a:pt x="34" y="34"/>
                      </a:cubicBezTo>
                      <a:cubicBezTo>
                        <a:pt x="32" y="33"/>
                        <a:pt x="31" y="31"/>
                        <a:pt x="30" y="29"/>
                      </a:cubicBezTo>
                      <a:cubicBezTo>
                        <a:pt x="24" y="29"/>
                        <a:pt x="30" y="41"/>
                        <a:pt x="19" y="45"/>
                      </a:cubicBezTo>
                      <a:cubicBezTo>
                        <a:pt x="16" y="46"/>
                        <a:pt x="12" y="48"/>
                        <a:pt x="9" y="50"/>
                      </a:cubicBezTo>
                      <a:cubicBezTo>
                        <a:pt x="6" y="51"/>
                        <a:pt x="1" y="53"/>
                        <a:pt x="0" y="55"/>
                      </a:cubicBezTo>
                      <a:cubicBezTo>
                        <a:pt x="1" y="58"/>
                        <a:pt x="1" y="57"/>
                        <a:pt x="4" y="59"/>
                      </a:cubicBezTo>
                      <a:cubicBezTo>
                        <a:pt x="6" y="59"/>
                        <a:pt x="6" y="59"/>
                        <a:pt x="6" y="59"/>
                      </a:cubicBezTo>
                      <a:cubicBezTo>
                        <a:pt x="10" y="59"/>
                        <a:pt x="20" y="51"/>
                        <a:pt x="23" y="51"/>
                      </a:cubicBezTo>
                      <a:cubicBezTo>
                        <a:pt x="25" y="51"/>
                        <a:pt x="24" y="51"/>
                        <a:pt x="27" y="52"/>
                      </a:cubicBezTo>
                      <a:cubicBezTo>
                        <a:pt x="29" y="54"/>
                        <a:pt x="29" y="55"/>
                        <a:pt x="30" y="58"/>
                      </a:cubicBezTo>
                      <a:cubicBezTo>
                        <a:pt x="30" y="59"/>
                        <a:pt x="30" y="59"/>
                        <a:pt x="30" y="59"/>
                      </a:cubicBezTo>
                      <a:cubicBezTo>
                        <a:pt x="30" y="62"/>
                        <a:pt x="28" y="64"/>
                        <a:pt x="26" y="65"/>
                      </a:cubicBezTo>
                      <a:cubicBezTo>
                        <a:pt x="21" y="64"/>
                        <a:pt x="21" y="64"/>
                        <a:pt x="21" y="64"/>
                      </a:cubicBezTo>
                      <a:cubicBezTo>
                        <a:pt x="20" y="64"/>
                        <a:pt x="20" y="64"/>
                        <a:pt x="19" y="64"/>
                      </a:cubicBezTo>
                      <a:cubicBezTo>
                        <a:pt x="18" y="64"/>
                        <a:pt x="18" y="64"/>
                        <a:pt x="18" y="64"/>
                      </a:cubicBezTo>
                      <a:cubicBezTo>
                        <a:pt x="16" y="67"/>
                        <a:pt x="16" y="67"/>
                        <a:pt x="16" y="67"/>
                      </a:cubicBezTo>
                      <a:cubicBezTo>
                        <a:pt x="16" y="68"/>
                        <a:pt x="16" y="68"/>
                        <a:pt x="16" y="68"/>
                      </a:cubicBezTo>
                      <a:cubicBezTo>
                        <a:pt x="16" y="72"/>
                        <a:pt x="16" y="72"/>
                        <a:pt x="16" y="72"/>
                      </a:cubicBezTo>
                      <a:cubicBezTo>
                        <a:pt x="16" y="78"/>
                        <a:pt x="13" y="85"/>
                        <a:pt x="11" y="90"/>
                      </a:cubicBezTo>
                      <a:cubicBezTo>
                        <a:pt x="9" y="94"/>
                        <a:pt x="3" y="100"/>
                        <a:pt x="3" y="105"/>
                      </a:cubicBezTo>
                      <a:cubicBezTo>
                        <a:pt x="3" y="106"/>
                        <a:pt x="4" y="109"/>
                        <a:pt x="5" y="110"/>
                      </a:cubicBezTo>
                      <a:cubicBezTo>
                        <a:pt x="6" y="110"/>
                        <a:pt x="6" y="110"/>
                        <a:pt x="6" y="110"/>
                      </a:cubicBezTo>
                      <a:cubicBezTo>
                        <a:pt x="7" y="110"/>
                        <a:pt x="7" y="110"/>
                        <a:pt x="7" y="110"/>
                      </a:cubicBezTo>
                      <a:cubicBezTo>
                        <a:pt x="9" y="110"/>
                        <a:pt x="8" y="110"/>
                        <a:pt x="9" y="111"/>
                      </a:cubicBezTo>
                      <a:cubicBezTo>
                        <a:pt x="11" y="109"/>
                        <a:pt x="15" y="101"/>
                        <a:pt x="15" y="98"/>
                      </a:cubicBezTo>
                      <a:cubicBezTo>
                        <a:pt x="17" y="94"/>
                        <a:pt x="20" y="89"/>
                        <a:pt x="24" y="89"/>
                      </a:cubicBezTo>
                      <a:cubicBezTo>
                        <a:pt x="25" y="89"/>
                        <a:pt x="25" y="89"/>
                        <a:pt x="26" y="88"/>
                      </a:cubicBezTo>
                      <a:cubicBezTo>
                        <a:pt x="28" y="90"/>
                        <a:pt x="32" y="90"/>
                        <a:pt x="32" y="93"/>
                      </a:cubicBezTo>
                      <a:cubicBezTo>
                        <a:pt x="32" y="94"/>
                        <a:pt x="32" y="94"/>
                        <a:pt x="32" y="94"/>
                      </a:cubicBezTo>
                      <a:cubicBezTo>
                        <a:pt x="32" y="96"/>
                        <a:pt x="32" y="96"/>
                        <a:pt x="32" y="96"/>
                      </a:cubicBezTo>
                      <a:cubicBezTo>
                        <a:pt x="28" y="102"/>
                        <a:pt x="25" y="101"/>
                        <a:pt x="23" y="104"/>
                      </a:cubicBezTo>
                      <a:cubicBezTo>
                        <a:pt x="26" y="109"/>
                        <a:pt x="27" y="108"/>
                        <a:pt x="29" y="113"/>
                      </a:cubicBezTo>
                      <a:cubicBezTo>
                        <a:pt x="29" y="114"/>
                        <a:pt x="29" y="114"/>
                        <a:pt x="29" y="114"/>
                      </a:cubicBezTo>
                      <a:cubicBezTo>
                        <a:pt x="29" y="115"/>
                        <a:pt x="29" y="115"/>
                        <a:pt x="29" y="115"/>
                      </a:cubicBezTo>
                      <a:cubicBezTo>
                        <a:pt x="29" y="116"/>
                        <a:pt x="29" y="116"/>
                        <a:pt x="29" y="116"/>
                      </a:cubicBezTo>
                      <a:cubicBezTo>
                        <a:pt x="28" y="119"/>
                        <a:pt x="26" y="123"/>
                        <a:pt x="22" y="122"/>
                      </a:cubicBezTo>
                      <a:cubicBezTo>
                        <a:pt x="15" y="122"/>
                        <a:pt x="15" y="122"/>
                        <a:pt x="15" y="122"/>
                      </a:cubicBezTo>
                      <a:cubicBezTo>
                        <a:pt x="14" y="122"/>
                        <a:pt x="11" y="124"/>
                        <a:pt x="10" y="124"/>
                      </a:cubicBezTo>
                      <a:cubicBezTo>
                        <a:pt x="13" y="127"/>
                        <a:pt x="23" y="129"/>
                        <a:pt x="23" y="133"/>
                      </a:cubicBezTo>
                      <a:cubicBezTo>
                        <a:pt x="23" y="137"/>
                        <a:pt x="18" y="142"/>
                        <a:pt x="15" y="144"/>
                      </a:cubicBezTo>
                      <a:cubicBezTo>
                        <a:pt x="15" y="150"/>
                        <a:pt x="15" y="150"/>
                        <a:pt x="15" y="150"/>
                      </a:cubicBezTo>
                      <a:cubicBezTo>
                        <a:pt x="17" y="150"/>
                        <a:pt x="17" y="150"/>
                        <a:pt x="17" y="150"/>
                      </a:cubicBezTo>
                      <a:cubicBezTo>
                        <a:pt x="20" y="150"/>
                        <a:pt x="27" y="141"/>
                        <a:pt x="29" y="139"/>
                      </a:cubicBezTo>
                      <a:cubicBezTo>
                        <a:pt x="33" y="135"/>
                        <a:pt x="34" y="129"/>
                        <a:pt x="38" y="12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2" name="iSļïḑé"/>
                <p:cNvSpPr/>
                <p:nvPr/>
              </p:nvSpPr>
              <p:spPr bwMode="auto">
                <a:xfrm>
                  <a:off x="4422776" y="3106738"/>
                  <a:ext cx="412750" cy="596900"/>
                </a:xfrm>
                <a:custGeom>
                  <a:avLst/>
                  <a:gdLst>
                    <a:gd name="T0" fmla="*/ 63 w 125"/>
                    <a:gd name="T1" fmla="*/ 83 h 179"/>
                    <a:gd name="T2" fmla="*/ 69 w 125"/>
                    <a:gd name="T3" fmla="*/ 84 h 179"/>
                    <a:gd name="T4" fmla="*/ 71 w 125"/>
                    <a:gd name="T5" fmla="*/ 95 h 179"/>
                    <a:gd name="T6" fmla="*/ 56 w 125"/>
                    <a:gd name="T7" fmla="*/ 91 h 179"/>
                    <a:gd name="T8" fmla="*/ 77 w 125"/>
                    <a:gd name="T9" fmla="*/ 77 h 179"/>
                    <a:gd name="T10" fmla="*/ 90 w 125"/>
                    <a:gd name="T11" fmla="*/ 82 h 179"/>
                    <a:gd name="T12" fmla="*/ 93 w 125"/>
                    <a:gd name="T13" fmla="*/ 96 h 179"/>
                    <a:gd name="T14" fmla="*/ 88 w 125"/>
                    <a:gd name="T15" fmla="*/ 106 h 179"/>
                    <a:gd name="T16" fmla="*/ 75 w 125"/>
                    <a:gd name="T17" fmla="*/ 89 h 179"/>
                    <a:gd name="T18" fmla="*/ 91 w 125"/>
                    <a:gd name="T19" fmla="*/ 29 h 179"/>
                    <a:gd name="T20" fmla="*/ 95 w 125"/>
                    <a:gd name="T21" fmla="*/ 4 h 179"/>
                    <a:gd name="T22" fmla="*/ 92 w 125"/>
                    <a:gd name="T23" fmla="*/ 0 h 179"/>
                    <a:gd name="T24" fmla="*/ 86 w 125"/>
                    <a:gd name="T25" fmla="*/ 0 h 179"/>
                    <a:gd name="T26" fmla="*/ 80 w 125"/>
                    <a:gd name="T27" fmla="*/ 7 h 179"/>
                    <a:gd name="T28" fmla="*/ 83 w 125"/>
                    <a:gd name="T29" fmla="*/ 30 h 179"/>
                    <a:gd name="T30" fmla="*/ 86 w 125"/>
                    <a:gd name="T31" fmla="*/ 50 h 179"/>
                    <a:gd name="T32" fmla="*/ 46 w 125"/>
                    <a:gd name="T33" fmla="*/ 84 h 179"/>
                    <a:gd name="T34" fmla="*/ 0 w 125"/>
                    <a:gd name="T35" fmla="*/ 99 h 179"/>
                    <a:gd name="T36" fmla="*/ 13 w 125"/>
                    <a:gd name="T37" fmla="*/ 108 h 179"/>
                    <a:gd name="T38" fmla="*/ 30 w 125"/>
                    <a:gd name="T39" fmla="*/ 100 h 179"/>
                    <a:gd name="T40" fmla="*/ 47 w 125"/>
                    <a:gd name="T41" fmla="*/ 92 h 179"/>
                    <a:gd name="T42" fmla="*/ 51 w 125"/>
                    <a:gd name="T43" fmla="*/ 109 h 179"/>
                    <a:gd name="T44" fmla="*/ 50 w 125"/>
                    <a:gd name="T45" fmla="*/ 118 h 179"/>
                    <a:gd name="T46" fmla="*/ 54 w 125"/>
                    <a:gd name="T47" fmla="*/ 125 h 179"/>
                    <a:gd name="T48" fmla="*/ 62 w 125"/>
                    <a:gd name="T49" fmla="*/ 119 h 179"/>
                    <a:gd name="T50" fmla="*/ 62 w 125"/>
                    <a:gd name="T51" fmla="*/ 113 h 179"/>
                    <a:gd name="T52" fmla="*/ 78 w 125"/>
                    <a:gd name="T53" fmla="*/ 111 h 179"/>
                    <a:gd name="T54" fmla="*/ 78 w 125"/>
                    <a:gd name="T55" fmla="*/ 113 h 179"/>
                    <a:gd name="T56" fmla="*/ 78 w 125"/>
                    <a:gd name="T57" fmla="*/ 118 h 179"/>
                    <a:gd name="T58" fmla="*/ 46 w 125"/>
                    <a:gd name="T59" fmla="*/ 147 h 179"/>
                    <a:gd name="T60" fmla="*/ 28 w 125"/>
                    <a:gd name="T61" fmla="*/ 158 h 179"/>
                    <a:gd name="T62" fmla="*/ 1 w 125"/>
                    <a:gd name="T63" fmla="*/ 170 h 179"/>
                    <a:gd name="T64" fmla="*/ 14 w 125"/>
                    <a:gd name="T65" fmla="*/ 178 h 179"/>
                    <a:gd name="T66" fmla="*/ 20 w 125"/>
                    <a:gd name="T67" fmla="*/ 179 h 179"/>
                    <a:gd name="T68" fmla="*/ 22 w 125"/>
                    <a:gd name="T69" fmla="*/ 179 h 179"/>
                    <a:gd name="T70" fmla="*/ 38 w 125"/>
                    <a:gd name="T71" fmla="*/ 169 h 179"/>
                    <a:gd name="T72" fmla="*/ 61 w 125"/>
                    <a:gd name="T73" fmla="*/ 150 h 179"/>
                    <a:gd name="T74" fmla="*/ 79 w 125"/>
                    <a:gd name="T75" fmla="*/ 135 h 179"/>
                    <a:gd name="T76" fmla="*/ 96 w 125"/>
                    <a:gd name="T77" fmla="*/ 119 h 179"/>
                    <a:gd name="T78" fmla="*/ 106 w 125"/>
                    <a:gd name="T79" fmla="*/ 149 h 179"/>
                    <a:gd name="T80" fmla="*/ 125 w 125"/>
                    <a:gd name="T81" fmla="*/ 152 h 179"/>
                    <a:gd name="T82" fmla="*/ 116 w 125"/>
                    <a:gd name="T83" fmla="*/ 120 h 179"/>
                    <a:gd name="T84" fmla="*/ 115 w 125"/>
                    <a:gd name="T85" fmla="*/ 125 h 179"/>
                    <a:gd name="T86" fmla="*/ 109 w 125"/>
                    <a:gd name="T87" fmla="*/ 129 h 179"/>
                    <a:gd name="T88" fmla="*/ 97 w 125"/>
                    <a:gd name="T89" fmla="*/ 92 h 179"/>
                    <a:gd name="T90" fmla="*/ 94 w 125"/>
                    <a:gd name="T91" fmla="*/ 76 h 179"/>
                    <a:gd name="T92" fmla="*/ 110 w 125"/>
                    <a:gd name="T93" fmla="*/ 60 h 179"/>
                    <a:gd name="T94" fmla="*/ 105 w 125"/>
                    <a:gd name="T95" fmla="*/ 57 h 179"/>
                    <a:gd name="T96" fmla="*/ 101 w 125"/>
                    <a:gd name="T97" fmla="*/ 59 h 179"/>
                    <a:gd name="T98" fmla="*/ 91 w 125"/>
                    <a:gd name="T99" fmla="*/ 54 h 179"/>
                    <a:gd name="T100" fmla="*/ 91 w 125"/>
                    <a:gd name="T101" fmla="*/ 29 h 1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125" h="179">
                      <a:moveTo>
                        <a:pt x="56" y="91"/>
                      </a:moveTo>
                      <a:cubicBezTo>
                        <a:pt x="56" y="87"/>
                        <a:pt x="60" y="85"/>
                        <a:pt x="63" y="83"/>
                      </a:cubicBezTo>
                      <a:cubicBezTo>
                        <a:pt x="64" y="83"/>
                        <a:pt x="64" y="83"/>
                        <a:pt x="64" y="83"/>
                      </a:cubicBezTo>
                      <a:cubicBezTo>
                        <a:pt x="67" y="83"/>
                        <a:pt x="67" y="84"/>
                        <a:pt x="69" y="84"/>
                      </a:cubicBezTo>
                      <a:cubicBezTo>
                        <a:pt x="71" y="94"/>
                        <a:pt x="71" y="94"/>
                        <a:pt x="71" y="94"/>
                      </a:cubicBezTo>
                      <a:cubicBezTo>
                        <a:pt x="71" y="95"/>
                        <a:pt x="71" y="95"/>
                        <a:pt x="71" y="95"/>
                      </a:cubicBezTo>
                      <a:cubicBezTo>
                        <a:pt x="68" y="100"/>
                        <a:pt x="68" y="99"/>
                        <a:pt x="63" y="101"/>
                      </a:cubicBezTo>
                      <a:cubicBezTo>
                        <a:pt x="61" y="99"/>
                        <a:pt x="56" y="95"/>
                        <a:pt x="56" y="91"/>
                      </a:cubicBezTo>
                      <a:close/>
                      <a:moveTo>
                        <a:pt x="72" y="83"/>
                      </a:moveTo>
                      <a:cubicBezTo>
                        <a:pt x="74" y="79"/>
                        <a:pt x="73" y="79"/>
                        <a:pt x="77" y="77"/>
                      </a:cubicBezTo>
                      <a:cubicBezTo>
                        <a:pt x="79" y="75"/>
                        <a:pt x="82" y="75"/>
                        <a:pt x="83" y="73"/>
                      </a:cubicBezTo>
                      <a:cubicBezTo>
                        <a:pt x="88" y="76"/>
                        <a:pt x="89" y="76"/>
                        <a:pt x="90" y="82"/>
                      </a:cubicBezTo>
                      <a:cubicBezTo>
                        <a:pt x="92" y="95"/>
                        <a:pt x="92" y="95"/>
                        <a:pt x="92" y="95"/>
                      </a:cubicBezTo>
                      <a:cubicBezTo>
                        <a:pt x="93" y="96"/>
                        <a:pt x="93" y="96"/>
                        <a:pt x="93" y="96"/>
                      </a:cubicBezTo>
                      <a:cubicBezTo>
                        <a:pt x="94" y="99"/>
                        <a:pt x="94" y="99"/>
                        <a:pt x="94" y="99"/>
                      </a:cubicBezTo>
                      <a:cubicBezTo>
                        <a:pt x="91" y="105"/>
                        <a:pt x="93" y="103"/>
                        <a:pt x="88" y="106"/>
                      </a:cubicBezTo>
                      <a:cubicBezTo>
                        <a:pt x="83" y="101"/>
                        <a:pt x="82" y="101"/>
                        <a:pt x="79" y="95"/>
                      </a:cubicBezTo>
                      <a:cubicBezTo>
                        <a:pt x="77" y="93"/>
                        <a:pt x="77" y="91"/>
                        <a:pt x="75" y="89"/>
                      </a:cubicBezTo>
                      <a:cubicBezTo>
                        <a:pt x="73" y="87"/>
                        <a:pt x="73" y="86"/>
                        <a:pt x="72" y="83"/>
                      </a:cubicBezTo>
                      <a:close/>
                      <a:moveTo>
                        <a:pt x="91" y="29"/>
                      </a:moveTo>
                      <a:cubicBezTo>
                        <a:pt x="91" y="22"/>
                        <a:pt x="95" y="12"/>
                        <a:pt x="95" y="4"/>
                      </a:cubicBezTo>
                      <a:cubicBezTo>
                        <a:pt x="95" y="4"/>
                        <a:pt x="95" y="4"/>
                        <a:pt x="95" y="4"/>
                      </a:cubicBezTo>
                      <a:cubicBezTo>
                        <a:pt x="95" y="3"/>
                        <a:pt x="95" y="3"/>
                        <a:pt x="95" y="3"/>
                      </a:cubicBezTo>
                      <a:cubicBezTo>
                        <a:pt x="93" y="0"/>
                        <a:pt x="95" y="1"/>
                        <a:pt x="92" y="0"/>
                      </a:cubicBezTo>
                      <a:cubicBezTo>
                        <a:pt x="91" y="0"/>
                        <a:pt x="91" y="0"/>
                        <a:pt x="91" y="0"/>
                      </a:cubicBezTo>
                      <a:cubicBezTo>
                        <a:pt x="86" y="0"/>
                        <a:pt x="86" y="0"/>
                        <a:pt x="86" y="0"/>
                      </a:cubicBezTo>
                      <a:cubicBezTo>
                        <a:pt x="85" y="0"/>
                        <a:pt x="85" y="0"/>
                        <a:pt x="85" y="0"/>
                      </a:cubicBezTo>
                      <a:cubicBezTo>
                        <a:pt x="82" y="1"/>
                        <a:pt x="80" y="4"/>
                        <a:pt x="80" y="7"/>
                      </a:cubicBezTo>
                      <a:cubicBezTo>
                        <a:pt x="83" y="30"/>
                        <a:pt x="83" y="30"/>
                        <a:pt x="83" y="30"/>
                      </a:cubicBezTo>
                      <a:cubicBezTo>
                        <a:pt x="83" y="30"/>
                        <a:pt x="83" y="30"/>
                        <a:pt x="83" y="30"/>
                      </a:cubicBezTo>
                      <a:cubicBezTo>
                        <a:pt x="83" y="38"/>
                        <a:pt x="86" y="44"/>
                        <a:pt x="86" y="49"/>
                      </a:cubicBezTo>
                      <a:cubicBezTo>
                        <a:pt x="86" y="50"/>
                        <a:pt x="86" y="50"/>
                        <a:pt x="86" y="50"/>
                      </a:cubicBezTo>
                      <a:cubicBezTo>
                        <a:pt x="87" y="62"/>
                        <a:pt x="87" y="62"/>
                        <a:pt x="87" y="62"/>
                      </a:cubicBezTo>
                      <a:cubicBezTo>
                        <a:pt x="87" y="68"/>
                        <a:pt x="52" y="81"/>
                        <a:pt x="46" y="84"/>
                      </a:cubicBezTo>
                      <a:cubicBezTo>
                        <a:pt x="39" y="87"/>
                        <a:pt x="31" y="89"/>
                        <a:pt x="23" y="92"/>
                      </a:cubicBezTo>
                      <a:cubicBezTo>
                        <a:pt x="20" y="94"/>
                        <a:pt x="0" y="96"/>
                        <a:pt x="0" y="99"/>
                      </a:cubicBezTo>
                      <a:cubicBezTo>
                        <a:pt x="0" y="101"/>
                        <a:pt x="9" y="108"/>
                        <a:pt x="11" y="108"/>
                      </a:cubicBezTo>
                      <a:cubicBezTo>
                        <a:pt x="13" y="108"/>
                        <a:pt x="13" y="108"/>
                        <a:pt x="13" y="108"/>
                      </a:cubicBezTo>
                      <a:cubicBezTo>
                        <a:pt x="14" y="108"/>
                        <a:pt x="14" y="108"/>
                        <a:pt x="14" y="108"/>
                      </a:cubicBezTo>
                      <a:cubicBezTo>
                        <a:pt x="20" y="105"/>
                        <a:pt x="24" y="103"/>
                        <a:pt x="30" y="100"/>
                      </a:cubicBezTo>
                      <a:cubicBezTo>
                        <a:pt x="34" y="98"/>
                        <a:pt x="41" y="93"/>
                        <a:pt x="45" y="93"/>
                      </a:cubicBezTo>
                      <a:cubicBezTo>
                        <a:pt x="46" y="93"/>
                        <a:pt x="46" y="93"/>
                        <a:pt x="47" y="92"/>
                      </a:cubicBezTo>
                      <a:cubicBezTo>
                        <a:pt x="49" y="94"/>
                        <a:pt x="52" y="96"/>
                        <a:pt x="51" y="101"/>
                      </a:cubicBezTo>
                      <a:cubicBezTo>
                        <a:pt x="51" y="109"/>
                        <a:pt x="51" y="109"/>
                        <a:pt x="51" y="109"/>
                      </a:cubicBezTo>
                      <a:cubicBezTo>
                        <a:pt x="51" y="110"/>
                        <a:pt x="51" y="110"/>
                        <a:pt x="51" y="110"/>
                      </a:cubicBezTo>
                      <a:cubicBezTo>
                        <a:pt x="50" y="118"/>
                        <a:pt x="50" y="118"/>
                        <a:pt x="50" y="118"/>
                      </a:cubicBezTo>
                      <a:cubicBezTo>
                        <a:pt x="50" y="119"/>
                        <a:pt x="50" y="119"/>
                        <a:pt x="50" y="120"/>
                      </a:cubicBezTo>
                      <a:cubicBezTo>
                        <a:pt x="51" y="123"/>
                        <a:pt x="51" y="123"/>
                        <a:pt x="54" y="125"/>
                      </a:cubicBezTo>
                      <a:cubicBezTo>
                        <a:pt x="56" y="125"/>
                        <a:pt x="56" y="125"/>
                        <a:pt x="56" y="125"/>
                      </a:cubicBezTo>
                      <a:cubicBezTo>
                        <a:pt x="59" y="125"/>
                        <a:pt x="60" y="121"/>
                        <a:pt x="62" y="119"/>
                      </a:cubicBezTo>
                      <a:cubicBezTo>
                        <a:pt x="62" y="118"/>
                        <a:pt x="62" y="118"/>
                        <a:pt x="62" y="118"/>
                      </a:cubicBezTo>
                      <a:cubicBezTo>
                        <a:pt x="62" y="113"/>
                        <a:pt x="62" y="113"/>
                        <a:pt x="62" y="113"/>
                      </a:cubicBezTo>
                      <a:cubicBezTo>
                        <a:pt x="63" y="110"/>
                        <a:pt x="68" y="106"/>
                        <a:pt x="71" y="106"/>
                      </a:cubicBezTo>
                      <a:cubicBezTo>
                        <a:pt x="75" y="106"/>
                        <a:pt x="77" y="109"/>
                        <a:pt x="78" y="111"/>
                      </a:cubicBezTo>
                      <a:cubicBezTo>
                        <a:pt x="78" y="112"/>
                        <a:pt x="78" y="112"/>
                        <a:pt x="78" y="112"/>
                      </a:cubicBezTo>
                      <a:cubicBezTo>
                        <a:pt x="78" y="113"/>
                        <a:pt x="78" y="113"/>
                        <a:pt x="78" y="113"/>
                      </a:cubicBezTo>
                      <a:cubicBezTo>
                        <a:pt x="78" y="115"/>
                        <a:pt x="78" y="115"/>
                        <a:pt x="79" y="116"/>
                      </a:cubicBezTo>
                      <a:cubicBezTo>
                        <a:pt x="78" y="117"/>
                        <a:pt x="78" y="117"/>
                        <a:pt x="78" y="118"/>
                      </a:cubicBezTo>
                      <a:cubicBezTo>
                        <a:pt x="78" y="119"/>
                        <a:pt x="78" y="119"/>
                        <a:pt x="78" y="119"/>
                      </a:cubicBezTo>
                      <a:cubicBezTo>
                        <a:pt x="72" y="130"/>
                        <a:pt x="57" y="140"/>
                        <a:pt x="46" y="147"/>
                      </a:cubicBezTo>
                      <a:cubicBezTo>
                        <a:pt x="44" y="148"/>
                        <a:pt x="40" y="151"/>
                        <a:pt x="37" y="152"/>
                      </a:cubicBezTo>
                      <a:cubicBezTo>
                        <a:pt x="35" y="153"/>
                        <a:pt x="29" y="157"/>
                        <a:pt x="28" y="158"/>
                      </a:cubicBezTo>
                      <a:cubicBezTo>
                        <a:pt x="25" y="161"/>
                        <a:pt x="12" y="165"/>
                        <a:pt x="6" y="165"/>
                      </a:cubicBezTo>
                      <a:cubicBezTo>
                        <a:pt x="4" y="165"/>
                        <a:pt x="2" y="168"/>
                        <a:pt x="1" y="170"/>
                      </a:cubicBezTo>
                      <a:cubicBezTo>
                        <a:pt x="4" y="171"/>
                        <a:pt x="4" y="173"/>
                        <a:pt x="7" y="175"/>
                      </a:cubicBezTo>
                      <a:cubicBezTo>
                        <a:pt x="10" y="176"/>
                        <a:pt x="12" y="176"/>
                        <a:pt x="14" y="178"/>
                      </a:cubicBezTo>
                      <a:cubicBezTo>
                        <a:pt x="18" y="179"/>
                        <a:pt x="18" y="179"/>
                        <a:pt x="18" y="179"/>
                      </a:cubicBezTo>
                      <a:cubicBezTo>
                        <a:pt x="20" y="179"/>
                        <a:pt x="18" y="179"/>
                        <a:pt x="20" y="179"/>
                      </a:cubicBezTo>
                      <a:cubicBezTo>
                        <a:pt x="21" y="179"/>
                        <a:pt x="21" y="179"/>
                        <a:pt x="21" y="179"/>
                      </a:cubicBezTo>
                      <a:cubicBezTo>
                        <a:pt x="22" y="179"/>
                        <a:pt x="22" y="179"/>
                        <a:pt x="22" y="179"/>
                      </a:cubicBezTo>
                      <a:cubicBezTo>
                        <a:pt x="26" y="177"/>
                        <a:pt x="30" y="175"/>
                        <a:pt x="33" y="173"/>
                      </a:cubicBezTo>
                      <a:cubicBezTo>
                        <a:pt x="35" y="171"/>
                        <a:pt x="36" y="170"/>
                        <a:pt x="38" y="169"/>
                      </a:cubicBezTo>
                      <a:cubicBezTo>
                        <a:pt x="39" y="168"/>
                        <a:pt x="43" y="166"/>
                        <a:pt x="43" y="166"/>
                      </a:cubicBezTo>
                      <a:cubicBezTo>
                        <a:pt x="49" y="160"/>
                        <a:pt x="55" y="156"/>
                        <a:pt x="61" y="150"/>
                      </a:cubicBezTo>
                      <a:cubicBezTo>
                        <a:pt x="64" y="148"/>
                        <a:pt x="67" y="145"/>
                        <a:pt x="70" y="143"/>
                      </a:cubicBezTo>
                      <a:cubicBezTo>
                        <a:pt x="73" y="140"/>
                        <a:pt x="76" y="137"/>
                        <a:pt x="79" y="135"/>
                      </a:cubicBezTo>
                      <a:cubicBezTo>
                        <a:pt x="82" y="132"/>
                        <a:pt x="85" y="130"/>
                        <a:pt x="87" y="127"/>
                      </a:cubicBezTo>
                      <a:cubicBezTo>
                        <a:pt x="90" y="124"/>
                        <a:pt x="91" y="119"/>
                        <a:pt x="96" y="119"/>
                      </a:cubicBezTo>
                      <a:cubicBezTo>
                        <a:pt x="98" y="119"/>
                        <a:pt x="100" y="126"/>
                        <a:pt x="100" y="128"/>
                      </a:cubicBezTo>
                      <a:cubicBezTo>
                        <a:pt x="100" y="132"/>
                        <a:pt x="105" y="145"/>
                        <a:pt x="106" y="149"/>
                      </a:cubicBezTo>
                      <a:cubicBezTo>
                        <a:pt x="108" y="155"/>
                        <a:pt x="111" y="165"/>
                        <a:pt x="118" y="165"/>
                      </a:cubicBezTo>
                      <a:cubicBezTo>
                        <a:pt x="119" y="163"/>
                        <a:pt x="125" y="161"/>
                        <a:pt x="125" y="152"/>
                      </a:cubicBezTo>
                      <a:cubicBezTo>
                        <a:pt x="125" y="143"/>
                        <a:pt x="120" y="120"/>
                        <a:pt x="117" y="116"/>
                      </a:cubicBezTo>
                      <a:cubicBezTo>
                        <a:pt x="117" y="118"/>
                        <a:pt x="116" y="118"/>
                        <a:pt x="116" y="120"/>
                      </a:cubicBezTo>
                      <a:cubicBezTo>
                        <a:pt x="116" y="123"/>
                        <a:pt x="115" y="121"/>
                        <a:pt x="115" y="124"/>
                      </a:cubicBezTo>
                      <a:cubicBezTo>
                        <a:pt x="115" y="125"/>
                        <a:pt x="115" y="125"/>
                        <a:pt x="115" y="125"/>
                      </a:cubicBezTo>
                      <a:cubicBezTo>
                        <a:pt x="115" y="126"/>
                        <a:pt x="114" y="129"/>
                        <a:pt x="112" y="129"/>
                      </a:cubicBezTo>
                      <a:cubicBezTo>
                        <a:pt x="109" y="129"/>
                        <a:pt x="109" y="129"/>
                        <a:pt x="109" y="129"/>
                      </a:cubicBezTo>
                      <a:cubicBezTo>
                        <a:pt x="105" y="129"/>
                        <a:pt x="102" y="110"/>
                        <a:pt x="100" y="105"/>
                      </a:cubicBezTo>
                      <a:cubicBezTo>
                        <a:pt x="98" y="101"/>
                        <a:pt x="98" y="97"/>
                        <a:pt x="97" y="92"/>
                      </a:cubicBezTo>
                      <a:cubicBezTo>
                        <a:pt x="96" y="87"/>
                        <a:pt x="94" y="86"/>
                        <a:pt x="94" y="79"/>
                      </a:cubicBezTo>
                      <a:cubicBezTo>
                        <a:pt x="94" y="76"/>
                        <a:pt x="94" y="76"/>
                        <a:pt x="94" y="76"/>
                      </a:cubicBezTo>
                      <a:cubicBezTo>
                        <a:pt x="94" y="65"/>
                        <a:pt x="110" y="67"/>
                        <a:pt x="110" y="61"/>
                      </a:cubicBezTo>
                      <a:cubicBezTo>
                        <a:pt x="110" y="60"/>
                        <a:pt x="110" y="60"/>
                        <a:pt x="110" y="60"/>
                      </a:cubicBezTo>
                      <a:cubicBezTo>
                        <a:pt x="110" y="58"/>
                        <a:pt x="109" y="57"/>
                        <a:pt x="108" y="57"/>
                      </a:cubicBezTo>
                      <a:cubicBezTo>
                        <a:pt x="105" y="57"/>
                        <a:pt x="105" y="57"/>
                        <a:pt x="105" y="57"/>
                      </a:cubicBezTo>
                      <a:cubicBezTo>
                        <a:pt x="104" y="57"/>
                        <a:pt x="104" y="57"/>
                        <a:pt x="104" y="57"/>
                      </a:cubicBezTo>
                      <a:cubicBezTo>
                        <a:pt x="103" y="58"/>
                        <a:pt x="102" y="59"/>
                        <a:pt x="101" y="59"/>
                      </a:cubicBezTo>
                      <a:cubicBezTo>
                        <a:pt x="99" y="60"/>
                        <a:pt x="99" y="59"/>
                        <a:pt x="97" y="60"/>
                      </a:cubicBezTo>
                      <a:cubicBezTo>
                        <a:pt x="95" y="59"/>
                        <a:pt x="91" y="56"/>
                        <a:pt x="91" y="54"/>
                      </a:cubicBezTo>
                      <a:cubicBezTo>
                        <a:pt x="91" y="41"/>
                        <a:pt x="91" y="41"/>
                        <a:pt x="91" y="41"/>
                      </a:cubicBezTo>
                      <a:lnTo>
                        <a:pt x="91" y="29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3" name="íšlïďè"/>
                <p:cNvSpPr/>
                <p:nvPr/>
              </p:nvSpPr>
              <p:spPr bwMode="auto">
                <a:xfrm>
                  <a:off x="5478463" y="3581400"/>
                  <a:ext cx="46038" cy="76200"/>
                </a:xfrm>
                <a:custGeom>
                  <a:avLst/>
                  <a:gdLst>
                    <a:gd name="T0" fmla="*/ 14 w 14"/>
                    <a:gd name="T1" fmla="*/ 15 h 23"/>
                    <a:gd name="T2" fmla="*/ 10 w 14"/>
                    <a:gd name="T3" fmla="*/ 6 h 23"/>
                    <a:gd name="T4" fmla="*/ 3 w 14"/>
                    <a:gd name="T5" fmla="*/ 0 h 23"/>
                    <a:gd name="T6" fmla="*/ 0 w 14"/>
                    <a:gd name="T7" fmla="*/ 3 h 23"/>
                    <a:gd name="T8" fmla="*/ 5 w 14"/>
                    <a:gd name="T9" fmla="*/ 11 h 23"/>
                    <a:gd name="T10" fmla="*/ 5 w 14"/>
                    <a:gd name="T11" fmla="*/ 12 h 23"/>
                    <a:gd name="T12" fmla="*/ 5 w 14"/>
                    <a:gd name="T13" fmla="*/ 14 h 23"/>
                    <a:gd name="T14" fmla="*/ 5 w 14"/>
                    <a:gd name="T15" fmla="*/ 15 h 23"/>
                    <a:gd name="T16" fmla="*/ 2 w 14"/>
                    <a:gd name="T17" fmla="*/ 19 h 23"/>
                    <a:gd name="T18" fmla="*/ 2 w 14"/>
                    <a:gd name="T19" fmla="*/ 22 h 23"/>
                    <a:gd name="T20" fmla="*/ 5 w 14"/>
                    <a:gd name="T21" fmla="*/ 23 h 23"/>
                    <a:gd name="T22" fmla="*/ 6 w 14"/>
                    <a:gd name="T23" fmla="*/ 23 h 23"/>
                    <a:gd name="T24" fmla="*/ 11 w 14"/>
                    <a:gd name="T25" fmla="*/ 20 h 23"/>
                    <a:gd name="T26" fmla="*/ 14 w 14"/>
                    <a:gd name="T27" fmla="*/ 15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4" h="23">
                      <a:moveTo>
                        <a:pt x="14" y="15"/>
                      </a:moveTo>
                      <a:cubicBezTo>
                        <a:pt x="14" y="11"/>
                        <a:pt x="12" y="9"/>
                        <a:pt x="10" y="6"/>
                      </a:cubicBezTo>
                      <a:cubicBezTo>
                        <a:pt x="8" y="5"/>
                        <a:pt x="3" y="1"/>
                        <a:pt x="3" y="0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5" y="12"/>
                        <a:pt x="5" y="12"/>
                        <a:pt x="5" y="12"/>
                      </a:cubicBez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5" y="15"/>
                        <a:pt x="5" y="15"/>
                        <a:pt x="5" y="15"/>
                      </a:cubicBezTo>
                      <a:cubicBezTo>
                        <a:pt x="2" y="19"/>
                        <a:pt x="2" y="19"/>
                        <a:pt x="2" y="19"/>
                      </a:cubicBezTo>
                      <a:cubicBezTo>
                        <a:pt x="2" y="22"/>
                        <a:pt x="2" y="22"/>
                        <a:pt x="2" y="22"/>
                      </a:cubicBezTo>
                      <a:cubicBezTo>
                        <a:pt x="5" y="23"/>
                        <a:pt x="5" y="23"/>
                        <a:pt x="5" y="23"/>
                      </a:cubicBezTo>
                      <a:cubicBezTo>
                        <a:pt x="6" y="23"/>
                        <a:pt x="6" y="23"/>
                        <a:pt x="6" y="23"/>
                      </a:cubicBezTo>
                      <a:cubicBezTo>
                        <a:pt x="7" y="23"/>
                        <a:pt x="11" y="21"/>
                        <a:pt x="11" y="20"/>
                      </a:cubicBezTo>
                      <a:cubicBezTo>
                        <a:pt x="13" y="19"/>
                        <a:pt x="13" y="17"/>
                        <a:pt x="14" y="1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4" name="işḷîḑe"/>
                <p:cNvSpPr/>
                <p:nvPr/>
              </p:nvSpPr>
              <p:spPr bwMode="auto">
                <a:xfrm>
                  <a:off x="6310313" y="3136900"/>
                  <a:ext cx="406400" cy="554038"/>
                </a:xfrm>
                <a:custGeom>
                  <a:avLst/>
                  <a:gdLst>
                    <a:gd name="T0" fmla="*/ 101 w 123"/>
                    <a:gd name="T1" fmla="*/ 9 h 166"/>
                    <a:gd name="T2" fmla="*/ 96 w 123"/>
                    <a:gd name="T3" fmla="*/ 0 h 166"/>
                    <a:gd name="T4" fmla="*/ 76 w 123"/>
                    <a:gd name="T5" fmla="*/ 23 h 166"/>
                    <a:gd name="T6" fmla="*/ 66 w 123"/>
                    <a:gd name="T7" fmla="*/ 20 h 166"/>
                    <a:gd name="T8" fmla="*/ 69 w 123"/>
                    <a:gd name="T9" fmla="*/ 29 h 166"/>
                    <a:gd name="T10" fmla="*/ 64 w 123"/>
                    <a:gd name="T11" fmla="*/ 38 h 166"/>
                    <a:gd name="T12" fmla="*/ 71 w 123"/>
                    <a:gd name="T13" fmla="*/ 37 h 166"/>
                    <a:gd name="T14" fmla="*/ 78 w 123"/>
                    <a:gd name="T15" fmla="*/ 38 h 166"/>
                    <a:gd name="T16" fmla="*/ 104 w 123"/>
                    <a:gd name="T17" fmla="*/ 37 h 166"/>
                    <a:gd name="T18" fmla="*/ 97 w 123"/>
                    <a:gd name="T19" fmla="*/ 43 h 166"/>
                    <a:gd name="T20" fmla="*/ 85 w 123"/>
                    <a:gd name="T21" fmla="*/ 56 h 166"/>
                    <a:gd name="T22" fmla="*/ 78 w 123"/>
                    <a:gd name="T23" fmla="*/ 67 h 166"/>
                    <a:gd name="T24" fmla="*/ 72 w 123"/>
                    <a:gd name="T25" fmla="*/ 62 h 166"/>
                    <a:gd name="T26" fmla="*/ 72 w 123"/>
                    <a:gd name="T27" fmla="*/ 48 h 166"/>
                    <a:gd name="T28" fmla="*/ 63 w 123"/>
                    <a:gd name="T29" fmla="*/ 57 h 166"/>
                    <a:gd name="T30" fmla="*/ 56 w 123"/>
                    <a:gd name="T31" fmla="*/ 57 h 166"/>
                    <a:gd name="T32" fmla="*/ 61 w 123"/>
                    <a:gd name="T33" fmla="*/ 66 h 166"/>
                    <a:gd name="T34" fmla="*/ 59 w 123"/>
                    <a:gd name="T35" fmla="*/ 70 h 166"/>
                    <a:gd name="T36" fmla="*/ 68 w 123"/>
                    <a:gd name="T37" fmla="*/ 74 h 166"/>
                    <a:gd name="T38" fmla="*/ 68 w 123"/>
                    <a:gd name="T39" fmla="*/ 78 h 166"/>
                    <a:gd name="T40" fmla="*/ 40 w 123"/>
                    <a:gd name="T41" fmla="*/ 92 h 166"/>
                    <a:gd name="T42" fmla="*/ 24 w 123"/>
                    <a:gd name="T43" fmla="*/ 99 h 166"/>
                    <a:gd name="T44" fmla="*/ 3 w 123"/>
                    <a:gd name="T45" fmla="*/ 105 h 166"/>
                    <a:gd name="T46" fmla="*/ 2 w 123"/>
                    <a:gd name="T47" fmla="*/ 112 h 166"/>
                    <a:gd name="T48" fmla="*/ 14 w 123"/>
                    <a:gd name="T49" fmla="*/ 120 h 166"/>
                    <a:gd name="T50" fmla="*/ 32 w 123"/>
                    <a:gd name="T51" fmla="*/ 108 h 166"/>
                    <a:gd name="T52" fmla="*/ 55 w 123"/>
                    <a:gd name="T53" fmla="*/ 93 h 166"/>
                    <a:gd name="T54" fmla="*/ 63 w 123"/>
                    <a:gd name="T55" fmla="*/ 89 h 166"/>
                    <a:gd name="T56" fmla="*/ 82 w 123"/>
                    <a:gd name="T57" fmla="*/ 83 h 166"/>
                    <a:gd name="T58" fmla="*/ 82 w 123"/>
                    <a:gd name="T59" fmla="*/ 86 h 166"/>
                    <a:gd name="T60" fmla="*/ 74 w 123"/>
                    <a:gd name="T61" fmla="*/ 97 h 166"/>
                    <a:gd name="T62" fmla="*/ 61 w 123"/>
                    <a:gd name="T63" fmla="*/ 107 h 166"/>
                    <a:gd name="T64" fmla="*/ 64 w 123"/>
                    <a:gd name="T65" fmla="*/ 118 h 166"/>
                    <a:gd name="T66" fmla="*/ 55 w 123"/>
                    <a:gd name="T67" fmla="*/ 126 h 166"/>
                    <a:gd name="T68" fmla="*/ 40 w 123"/>
                    <a:gd name="T69" fmla="*/ 129 h 166"/>
                    <a:gd name="T70" fmla="*/ 30 w 123"/>
                    <a:gd name="T71" fmla="*/ 130 h 166"/>
                    <a:gd name="T72" fmla="*/ 35 w 123"/>
                    <a:gd name="T73" fmla="*/ 141 h 166"/>
                    <a:gd name="T74" fmla="*/ 38 w 123"/>
                    <a:gd name="T75" fmla="*/ 141 h 166"/>
                    <a:gd name="T76" fmla="*/ 56 w 123"/>
                    <a:gd name="T77" fmla="*/ 133 h 166"/>
                    <a:gd name="T78" fmla="*/ 63 w 123"/>
                    <a:gd name="T79" fmla="*/ 141 h 166"/>
                    <a:gd name="T80" fmla="*/ 56 w 123"/>
                    <a:gd name="T81" fmla="*/ 154 h 166"/>
                    <a:gd name="T82" fmla="*/ 53 w 123"/>
                    <a:gd name="T83" fmla="*/ 154 h 166"/>
                    <a:gd name="T84" fmla="*/ 49 w 123"/>
                    <a:gd name="T85" fmla="*/ 154 h 166"/>
                    <a:gd name="T86" fmla="*/ 46 w 123"/>
                    <a:gd name="T87" fmla="*/ 156 h 166"/>
                    <a:gd name="T88" fmla="*/ 56 w 123"/>
                    <a:gd name="T89" fmla="*/ 166 h 166"/>
                    <a:gd name="T90" fmla="*/ 71 w 123"/>
                    <a:gd name="T91" fmla="*/ 160 h 166"/>
                    <a:gd name="T92" fmla="*/ 75 w 123"/>
                    <a:gd name="T93" fmla="*/ 146 h 166"/>
                    <a:gd name="T94" fmla="*/ 80 w 123"/>
                    <a:gd name="T95" fmla="*/ 124 h 166"/>
                    <a:gd name="T96" fmla="*/ 94 w 123"/>
                    <a:gd name="T97" fmla="*/ 120 h 166"/>
                    <a:gd name="T98" fmla="*/ 81 w 123"/>
                    <a:gd name="T99" fmla="*/ 117 h 166"/>
                    <a:gd name="T100" fmla="*/ 72 w 123"/>
                    <a:gd name="T101" fmla="*/ 107 h 166"/>
                    <a:gd name="T102" fmla="*/ 78 w 123"/>
                    <a:gd name="T103" fmla="*/ 96 h 166"/>
                    <a:gd name="T104" fmla="*/ 92 w 123"/>
                    <a:gd name="T105" fmla="*/ 89 h 166"/>
                    <a:gd name="T106" fmla="*/ 102 w 123"/>
                    <a:gd name="T107" fmla="*/ 78 h 166"/>
                    <a:gd name="T108" fmla="*/ 95 w 123"/>
                    <a:gd name="T109" fmla="*/ 61 h 166"/>
                    <a:gd name="T110" fmla="*/ 109 w 123"/>
                    <a:gd name="T111" fmla="*/ 48 h 166"/>
                    <a:gd name="T112" fmla="*/ 116 w 123"/>
                    <a:gd name="T113" fmla="*/ 42 h 166"/>
                    <a:gd name="T114" fmla="*/ 121 w 123"/>
                    <a:gd name="T115" fmla="*/ 32 h 166"/>
                    <a:gd name="T116" fmla="*/ 116 w 123"/>
                    <a:gd name="T117" fmla="*/ 17 h 166"/>
                    <a:gd name="T118" fmla="*/ 104 w 123"/>
                    <a:gd name="T119" fmla="*/ 20 h 166"/>
                    <a:gd name="T120" fmla="*/ 93 w 123"/>
                    <a:gd name="T121" fmla="*/ 21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123" h="166">
                      <a:moveTo>
                        <a:pt x="93" y="21"/>
                      </a:moveTo>
                      <a:cubicBezTo>
                        <a:pt x="94" y="14"/>
                        <a:pt x="98" y="14"/>
                        <a:pt x="101" y="9"/>
                      </a:cubicBezTo>
                      <a:cubicBezTo>
                        <a:pt x="101" y="8"/>
                        <a:pt x="101" y="8"/>
                        <a:pt x="101" y="8"/>
                      </a:cubicBezTo>
                      <a:cubicBezTo>
                        <a:pt x="101" y="5"/>
                        <a:pt x="97" y="1"/>
                        <a:pt x="96" y="0"/>
                      </a:cubicBezTo>
                      <a:cubicBezTo>
                        <a:pt x="89" y="3"/>
                        <a:pt x="91" y="6"/>
                        <a:pt x="88" y="13"/>
                      </a:cubicBezTo>
                      <a:cubicBezTo>
                        <a:pt x="85" y="17"/>
                        <a:pt x="82" y="23"/>
                        <a:pt x="76" y="23"/>
                      </a:cubicBezTo>
                      <a:cubicBezTo>
                        <a:pt x="75" y="23"/>
                        <a:pt x="70" y="18"/>
                        <a:pt x="67" y="17"/>
                      </a:cubicBezTo>
                      <a:cubicBezTo>
                        <a:pt x="66" y="20"/>
                        <a:pt x="66" y="20"/>
                        <a:pt x="66" y="20"/>
                      </a:cubicBezTo>
                      <a:cubicBezTo>
                        <a:pt x="67" y="23"/>
                        <a:pt x="69" y="24"/>
                        <a:pt x="69" y="28"/>
                      </a:cubicBezTo>
                      <a:cubicBezTo>
                        <a:pt x="69" y="29"/>
                        <a:pt x="69" y="29"/>
                        <a:pt x="69" y="29"/>
                      </a:cubicBezTo>
                      <a:cubicBezTo>
                        <a:pt x="69" y="29"/>
                        <a:pt x="63" y="36"/>
                        <a:pt x="62" y="37"/>
                      </a:cubicBezTo>
                      <a:cubicBezTo>
                        <a:pt x="63" y="38"/>
                        <a:pt x="61" y="38"/>
                        <a:pt x="64" y="38"/>
                      </a:cubicBezTo>
                      <a:cubicBezTo>
                        <a:pt x="64" y="38"/>
                        <a:pt x="64" y="38"/>
                        <a:pt x="64" y="38"/>
                      </a:cubicBezTo>
                      <a:cubicBezTo>
                        <a:pt x="71" y="37"/>
                        <a:pt x="71" y="37"/>
                        <a:pt x="71" y="37"/>
                      </a:cubicBezTo>
                      <a:cubicBezTo>
                        <a:pt x="74" y="37"/>
                        <a:pt x="74" y="38"/>
                        <a:pt x="78" y="38"/>
                      </a:cubicBezTo>
                      <a:cubicBezTo>
                        <a:pt x="78" y="38"/>
                        <a:pt x="78" y="38"/>
                        <a:pt x="78" y="38"/>
                      </a:cubicBezTo>
                      <a:cubicBezTo>
                        <a:pt x="79" y="38"/>
                        <a:pt x="84" y="33"/>
                        <a:pt x="91" y="32"/>
                      </a:cubicBezTo>
                      <a:cubicBezTo>
                        <a:pt x="96" y="31"/>
                        <a:pt x="104" y="30"/>
                        <a:pt x="104" y="37"/>
                      </a:cubicBezTo>
                      <a:cubicBezTo>
                        <a:pt x="104" y="39"/>
                        <a:pt x="102" y="41"/>
                        <a:pt x="101" y="43"/>
                      </a:cubicBezTo>
                      <a:cubicBezTo>
                        <a:pt x="98" y="43"/>
                        <a:pt x="99" y="43"/>
                        <a:pt x="97" y="43"/>
                      </a:cubicBezTo>
                      <a:cubicBezTo>
                        <a:pt x="96" y="43"/>
                        <a:pt x="93" y="42"/>
                        <a:pt x="92" y="41"/>
                      </a:cubicBezTo>
                      <a:cubicBezTo>
                        <a:pt x="85" y="46"/>
                        <a:pt x="88" y="49"/>
                        <a:pt x="85" y="56"/>
                      </a:cubicBezTo>
                      <a:cubicBezTo>
                        <a:pt x="84" y="57"/>
                        <a:pt x="81" y="64"/>
                        <a:pt x="81" y="64"/>
                      </a:cubicBezTo>
                      <a:cubicBezTo>
                        <a:pt x="80" y="66"/>
                        <a:pt x="80" y="64"/>
                        <a:pt x="78" y="67"/>
                      </a:cubicBezTo>
                      <a:cubicBezTo>
                        <a:pt x="77" y="70"/>
                        <a:pt x="78" y="68"/>
                        <a:pt x="76" y="70"/>
                      </a:cubicBezTo>
                      <a:cubicBezTo>
                        <a:pt x="74" y="67"/>
                        <a:pt x="72" y="66"/>
                        <a:pt x="72" y="62"/>
                      </a:cubicBezTo>
                      <a:cubicBezTo>
                        <a:pt x="72" y="61"/>
                        <a:pt x="75" y="55"/>
                        <a:pt x="76" y="54"/>
                      </a:cubicBezTo>
                      <a:cubicBezTo>
                        <a:pt x="75" y="51"/>
                        <a:pt x="75" y="48"/>
                        <a:pt x="72" y="48"/>
                      </a:cubicBezTo>
                      <a:cubicBezTo>
                        <a:pt x="71" y="48"/>
                        <a:pt x="70" y="49"/>
                        <a:pt x="70" y="49"/>
                      </a:cubicBezTo>
                      <a:cubicBezTo>
                        <a:pt x="70" y="55"/>
                        <a:pt x="67" y="55"/>
                        <a:pt x="63" y="57"/>
                      </a:cubicBezTo>
                      <a:cubicBezTo>
                        <a:pt x="62" y="56"/>
                        <a:pt x="60" y="55"/>
                        <a:pt x="59" y="55"/>
                      </a:cubicBezTo>
                      <a:cubicBezTo>
                        <a:pt x="58" y="55"/>
                        <a:pt x="56" y="57"/>
                        <a:pt x="56" y="57"/>
                      </a:cubicBezTo>
                      <a:cubicBezTo>
                        <a:pt x="58" y="60"/>
                        <a:pt x="59" y="60"/>
                        <a:pt x="61" y="64"/>
                      </a:cubicBezTo>
                      <a:cubicBezTo>
                        <a:pt x="61" y="66"/>
                        <a:pt x="61" y="66"/>
                        <a:pt x="61" y="66"/>
                      </a:cubicBezTo>
                      <a:cubicBezTo>
                        <a:pt x="61" y="67"/>
                        <a:pt x="61" y="67"/>
                        <a:pt x="61" y="67"/>
                      </a:cubicBezTo>
                      <a:cubicBezTo>
                        <a:pt x="59" y="70"/>
                        <a:pt x="59" y="70"/>
                        <a:pt x="59" y="70"/>
                      </a:cubicBezTo>
                      <a:cubicBezTo>
                        <a:pt x="60" y="71"/>
                        <a:pt x="58" y="71"/>
                        <a:pt x="61" y="71"/>
                      </a:cubicBezTo>
                      <a:cubicBezTo>
                        <a:pt x="64" y="71"/>
                        <a:pt x="66" y="72"/>
                        <a:pt x="68" y="74"/>
                      </a:cubicBezTo>
                      <a:cubicBezTo>
                        <a:pt x="68" y="75"/>
                        <a:pt x="68" y="75"/>
                        <a:pt x="68" y="75"/>
                      </a:cubicBezTo>
                      <a:cubicBezTo>
                        <a:pt x="68" y="78"/>
                        <a:pt x="68" y="78"/>
                        <a:pt x="68" y="78"/>
                      </a:cubicBezTo>
                      <a:cubicBezTo>
                        <a:pt x="68" y="82"/>
                        <a:pt x="58" y="85"/>
                        <a:pt x="55" y="86"/>
                      </a:cubicBezTo>
                      <a:cubicBezTo>
                        <a:pt x="50" y="88"/>
                        <a:pt x="44" y="91"/>
                        <a:pt x="40" y="92"/>
                      </a:cubicBezTo>
                      <a:cubicBezTo>
                        <a:pt x="36" y="94"/>
                        <a:pt x="35" y="94"/>
                        <a:pt x="32" y="96"/>
                      </a:cubicBezTo>
                      <a:cubicBezTo>
                        <a:pt x="29" y="97"/>
                        <a:pt x="27" y="97"/>
                        <a:pt x="24" y="99"/>
                      </a:cubicBezTo>
                      <a:cubicBezTo>
                        <a:pt x="20" y="101"/>
                        <a:pt x="13" y="104"/>
                        <a:pt x="9" y="104"/>
                      </a:cubicBezTo>
                      <a:cubicBezTo>
                        <a:pt x="3" y="105"/>
                        <a:pt x="3" y="105"/>
                        <a:pt x="3" y="105"/>
                      </a:cubicBezTo>
                      <a:cubicBezTo>
                        <a:pt x="1" y="105"/>
                        <a:pt x="1" y="106"/>
                        <a:pt x="0" y="107"/>
                      </a:cubicBezTo>
                      <a:cubicBezTo>
                        <a:pt x="0" y="108"/>
                        <a:pt x="0" y="111"/>
                        <a:pt x="2" y="112"/>
                      </a:cubicBezTo>
                      <a:cubicBezTo>
                        <a:pt x="4" y="114"/>
                        <a:pt x="3" y="114"/>
                        <a:pt x="5" y="115"/>
                      </a:cubicBezTo>
                      <a:cubicBezTo>
                        <a:pt x="6" y="116"/>
                        <a:pt x="12" y="119"/>
                        <a:pt x="14" y="120"/>
                      </a:cubicBezTo>
                      <a:cubicBezTo>
                        <a:pt x="15" y="119"/>
                        <a:pt x="15" y="119"/>
                        <a:pt x="17" y="119"/>
                      </a:cubicBezTo>
                      <a:cubicBezTo>
                        <a:pt x="20" y="119"/>
                        <a:pt x="30" y="110"/>
                        <a:pt x="32" y="108"/>
                      </a:cubicBezTo>
                      <a:cubicBezTo>
                        <a:pt x="36" y="104"/>
                        <a:pt x="42" y="101"/>
                        <a:pt x="47" y="98"/>
                      </a:cubicBezTo>
                      <a:cubicBezTo>
                        <a:pt x="50" y="96"/>
                        <a:pt x="52" y="95"/>
                        <a:pt x="55" y="93"/>
                      </a:cubicBezTo>
                      <a:cubicBezTo>
                        <a:pt x="57" y="92"/>
                        <a:pt x="58" y="92"/>
                        <a:pt x="59" y="91"/>
                      </a:cubicBezTo>
                      <a:cubicBezTo>
                        <a:pt x="61" y="90"/>
                        <a:pt x="61" y="90"/>
                        <a:pt x="63" y="89"/>
                      </a:cubicBezTo>
                      <a:cubicBezTo>
                        <a:pt x="68" y="87"/>
                        <a:pt x="74" y="80"/>
                        <a:pt x="79" y="80"/>
                      </a:cubicBezTo>
                      <a:cubicBezTo>
                        <a:pt x="81" y="80"/>
                        <a:pt x="82" y="82"/>
                        <a:pt x="82" y="83"/>
                      </a:cubicBezTo>
                      <a:cubicBezTo>
                        <a:pt x="82" y="85"/>
                        <a:pt x="82" y="85"/>
                        <a:pt x="82" y="85"/>
                      </a:cubicBezTo>
                      <a:cubicBezTo>
                        <a:pt x="82" y="86"/>
                        <a:pt x="82" y="86"/>
                        <a:pt x="82" y="86"/>
                      </a:cubicBezTo>
                      <a:cubicBezTo>
                        <a:pt x="80" y="90"/>
                        <a:pt x="79" y="89"/>
                        <a:pt x="78" y="93"/>
                      </a:cubicBezTo>
                      <a:cubicBezTo>
                        <a:pt x="75" y="94"/>
                        <a:pt x="75" y="94"/>
                        <a:pt x="74" y="97"/>
                      </a:cubicBezTo>
                      <a:cubicBezTo>
                        <a:pt x="69" y="98"/>
                        <a:pt x="71" y="99"/>
                        <a:pt x="67" y="101"/>
                      </a:cubicBezTo>
                      <a:cubicBezTo>
                        <a:pt x="63" y="103"/>
                        <a:pt x="63" y="103"/>
                        <a:pt x="61" y="107"/>
                      </a:cubicBezTo>
                      <a:cubicBezTo>
                        <a:pt x="61" y="110"/>
                        <a:pt x="64" y="114"/>
                        <a:pt x="64" y="117"/>
                      </a:cubicBezTo>
                      <a:cubicBezTo>
                        <a:pt x="64" y="118"/>
                        <a:pt x="64" y="118"/>
                        <a:pt x="64" y="118"/>
                      </a:cubicBezTo>
                      <a:cubicBezTo>
                        <a:pt x="64" y="119"/>
                        <a:pt x="64" y="119"/>
                        <a:pt x="64" y="119"/>
                      </a:cubicBezTo>
                      <a:cubicBezTo>
                        <a:pt x="61" y="123"/>
                        <a:pt x="60" y="125"/>
                        <a:pt x="55" y="126"/>
                      </a:cubicBezTo>
                      <a:cubicBezTo>
                        <a:pt x="51" y="127"/>
                        <a:pt x="43" y="129"/>
                        <a:pt x="41" y="129"/>
                      </a:cubicBezTo>
                      <a:cubicBezTo>
                        <a:pt x="40" y="129"/>
                        <a:pt x="40" y="129"/>
                        <a:pt x="40" y="129"/>
                      </a:cubicBezTo>
                      <a:cubicBezTo>
                        <a:pt x="32" y="130"/>
                        <a:pt x="32" y="130"/>
                        <a:pt x="32" y="130"/>
                      </a:cubicBezTo>
                      <a:cubicBezTo>
                        <a:pt x="30" y="130"/>
                        <a:pt x="30" y="130"/>
                        <a:pt x="30" y="130"/>
                      </a:cubicBezTo>
                      <a:cubicBezTo>
                        <a:pt x="27" y="132"/>
                        <a:pt x="27" y="132"/>
                        <a:pt x="27" y="132"/>
                      </a:cubicBezTo>
                      <a:cubicBezTo>
                        <a:pt x="30" y="136"/>
                        <a:pt x="30" y="138"/>
                        <a:pt x="35" y="141"/>
                      </a:cubicBezTo>
                      <a:cubicBezTo>
                        <a:pt x="36" y="141"/>
                        <a:pt x="36" y="141"/>
                        <a:pt x="36" y="141"/>
                      </a:cubicBezTo>
                      <a:cubicBezTo>
                        <a:pt x="38" y="141"/>
                        <a:pt x="38" y="141"/>
                        <a:pt x="38" y="141"/>
                      </a:cubicBezTo>
                      <a:cubicBezTo>
                        <a:pt x="39" y="141"/>
                        <a:pt x="39" y="141"/>
                        <a:pt x="39" y="141"/>
                      </a:cubicBezTo>
                      <a:cubicBezTo>
                        <a:pt x="43" y="138"/>
                        <a:pt x="51" y="133"/>
                        <a:pt x="56" y="133"/>
                      </a:cubicBezTo>
                      <a:cubicBezTo>
                        <a:pt x="58" y="133"/>
                        <a:pt x="58" y="133"/>
                        <a:pt x="58" y="133"/>
                      </a:cubicBezTo>
                      <a:cubicBezTo>
                        <a:pt x="62" y="133"/>
                        <a:pt x="63" y="137"/>
                        <a:pt x="63" y="141"/>
                      </a:cubicBezTo>
                      <a:cubicBezTo>
                        <a:pt x="63" y="143"/>
                        <a:pt x="63" y="143"/>
                        <a:pt x="63" y="143"/>
                      </a:cubicBezTo>
                      <a:cubicBezTo>
                        <a:pt x="63" y="150"/>
                        <a:pt x="60" y="152"/>
                        <a:pt x="56" y="154"/>
                      </a:cubicBezTo>
                      <a:cubicBezTo>
                        <a:pt x="55" y="154"/>
                        <a:pt x="55" y="154"/>
                        <a:pt x="55" y="154"/>
                      </a:cubicBezTo>
                      <a:cubicBezTo>
                        <a:pt x="53" y="154"/>
                        <a:pt x="53" y="154"/>
                        <a:pt x="53" y="154"/>
                      </a:cubicBezTo>
                      <a:cubicBezTo>
                        <a:pt x="52" y="154"/>
                        <a:pt x="52" y="154"/>
                        <a:pt x="51" y="153"/>
                      </a:cubicBezTo>
                      <a:cubicBezTo>
                        <a:pt x="50" y="154"/>
                        <a:pt x="50" y="154"/>
                        <a:pt x="49" y="154"/>
                      </a:cubicBezTo>
                      <a:cubicBezTo>
                        <a:pt x="47" y="154"/>
                        <a:pt x="47" y="154"/>
                        <a:pt x="47" y="154"/>
                      </a:cubicBezTo>
                      <a:cubicBezTo>
                        <a:pt x="47" y="155"/>
                        <a:pt x="46" y="155"/>
                        <a:pt x="46" y="156"/>
                      </a:cubicBezTo>
                      <a:cubicBezTo>
                        <a:pt x="46" y="158"/>
                        <a:pt x="53" y="165"/>
                        <a:pt x="55" y="166"/>
                      </a:cubicBezTo>
                      <a:cubicBezTo>
                        <a:pt x="56" y="166"/>
                        <a:pt x="56" y="166"/>
                        <a:pt x="56" y="166"/>
                      </a:cubicBezTo>
                      <a:cubicBezTo>
                        <a:pt x="61" y="166"/>
                        <a:pt x="61" y="166"/>
                        <a:pt x="61" y="166"/>
                      </a:cubicBezTo>
                      <a:cubicBezTo>
                        <a:pt x="66" y="166"/>
                        <a:pt x="69" y="163"/>
                        <a:pt x="71" y="160"/>
                      </a:cubicBezTo>
                      <a:cubicBezTo>
                        <a:pt x="74" y="155"/>
                        <a:pt x="74" y="151"/>
                        <a:pt x="76" y="148"/>
                      </a:cubicBezTo>
                      <a:cubicBezTo>
                        <a:pt x="75" y="146"/>
                        <a:pt x="75" y="148"/>
                        <a:pt x="75" y="146"/>
                      </a:cubicBezTo>
                      <a:cubicBezTo>
                        <a:pt x="75" y="138"/>
                        <a:pt x="75" y="138"/>
                        <a:pt x="75" y="138"/>
                      </a:cubicBezTo>
                      <a:cubicBezTo>
                        <a:pt x="75" y="130"/>
                        <a:pt x="74" y="128"/>
                        <a:pt x="80" y="124"/>
                      </a:cubicBezTo>
                      <a:cubicBezTo>
                        <a:pt x="81" y="124"/>
                        <a:pt x="81" y="124"/>
                        <a:pt x="81" y="124"/>
                      </a:cubicBezTo>
                      <a:cubicBezTo>
                        <a:pt x="90" y="124"/>
                        <a:pt x="90" y="127"/>
                        <a:pt x="94" y="120"/>
                      </a:cubicBezTo>
                      <a:cubicBezTo>
                        <a:pt x="92" y="117"/>
                        <a:pt x="91" y="116"/>
                        <a:pt x="88" y="115"/>
                      </a:cubicBezTo>
                      <a:cubicBezTo>
                        <a:pt x="86" y="116"/>
                        <a:pt x="84" y="117"/>
                        <a:pt x="81" y="117"/>
                      </a:cubicBezTo>
                      <a:cubicBezTo>
                        <a:pt x="79" y="117"/>
                        <a:pt x="79" y="117"/>
                        <a:pt x="79" y="117"/>
                      </a:cubicBezTo>
                      <a:cubicBezTo>
                        <a:pt x="77" y="116"/>
                        <a:pt x="72" y="109"/>
                        <a:pt x="72" y="107"/>
                      </a:cubicBezTo>
                      <a:cubicBezTo>
                        <a:pt x="72" y="105"/>
                        <a:pt x="72" y="105"/>
                        <a:pt x="72" y="105"/>
                      </a:cubicBezTo>
                      <a:cubicBezTo>
                        <a:pt x="72" y="99"/>
                        <a:pt x="75" y="100"/>
                        <a:pt x="78" y="96"/>
                      </a:cubicBezTo>
                      <a:cubicBezTo>
                        <a:pt x="80" y="96"/>
                        <a:pt x="80" y="96"/>
                        <a:pt x="80" y="96"/>
                      </a:cubicBezTo>
                      <a:cubicBezTo>
                        <a:pt x="82" y="93"/>
                        <a:pt x="89" y="90"/>
                        <a:pt x="92" y="89"/>
                      </a:cubicBezTo>
                      <a:cubicBezTo>
                        <a:pt x="95" y="87"/>
                        <a:pt x="101" y="83"/>
                        <a:pt x="101" y="80"/>
                      </a:cubicBezTo>
                      <a:cubicBezTo>
                        <a:pt x="101" y="77"/>
                        <a:pt x="101" y="79"/>
                        <a:pt x="102" y="78"/>
                      </a:cubicBezTo>
                      <a:cubicBezTo>
                        <a:pt x="101" y="77"/>
                        <a:pt x="101" y="79"/>
                        <a:pt x="101" y="77"/>
                      </a:cubicBezTo>
                      <a:cubicBezTo>
                        <a:pt x="101" y="73"/>
                        <a:pt x="96" y="64"/>
                        <a:pt x="95" y="61"/>
                      </a:cubicBezTo>
                      <a:cubicBezTo>
                        <a:pt x="95" y="61"/>
                        <a:pt x="101" y="55"/>
                        <a:pt x="102" y="55"/>
                      </a:cubicBezTo>
                      <a:cubicBezTo>
                        <a:pt x="104" y="52"/>
                        <a:pt x="106" y="51"/>
                        <a:pt x="109" y="48"/>
                      </a:cubicBezTo>
                      <a:cubicBezTo>
                        <a:pt x="110" y="47"/>
                        <a:pt x="112" y="46"/>
                        <a:pt x="113" y="45"/>
                      </a:cubicBezTo>
                      <a:cubicBezTo>
                        <a:pt x="114" y="44"/>
                        <a:pt x="115" y="43"/>
                        <a:pt x="116" y="42"/>
                      </a:cubicBezTo>
                      <a:cubicBezTo>
                        <a:pt x="118" y="39"/>
                        <a:pt x="118" y="35"/>
                        <a:pt x="121" y="34"/>
                      </a:cubicBezTo>
                      <a:cubicBezTo>
                        <a:pt x="121" y="32"/>
                        <a:pt x="121" y="32"/>
                        <a:pt x="121" y="32"/>
                      </a:cubicBezTo>
                      <a:cubicBezTo>
                        <a:pt x="121" y="27"/>
                        <a:pt x="123" y="30"/>
                        <a:pt x="120" y="24"/>
                      </a:cubicBezTo>
                      <a:cubicBezTo>
                        <a:pt x="118" y="20"/>
                        <a:pt x="118" y="20"/>
                        <a:pt x="116" y="17"/>
                      </a:cubicBezTo>
                      <a:cubicBezTo>
                        <a:pt x="113" y="17"/>
                        <a:pt x="113" y="17"/>
                        <a:pt x="113" y="17"/>
                      </a:cubicBezTo>
                      <a:cubicBezTo>
                        <a:pt x="111" y="17"/>
                        <a:pt x="105" y="19"/>
                        <a:pt x="104" y="20"/>
                      </a:cubicBezTo>
                      <a:cubicBezTo>
                        <a:pt x="101" y="23"/>
                        <a:pt x="102" y="23"/>
                        <a:pt x="96" y="24"/>
                      </a:cubicBezTo>
                      <a:lnTo>
                        <a:pt x="93" y="2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5" name="íṥḻiďê"/>
                <p:cNvSpPr/>
                <p:nvPr/>
              </p:nvSpPr>
              <p:spPr bwMode="auto">
                <a:xfrm>
                  <a:off x="5159376" y="3357563"/>
                  <a:ext cx="117475" cy="366713"/>
                </a:xfrm>
                <a:custGeom>
                  <a:avLst/>
                  <a:gdLst>
                    <a:gd name="T0" fmla="*/ 23 w 36"/>
                    <a:gd name="T1" fmla="*/ 14 h 110"/>
                    <a:gd name="T2" fmla="*/ 23 w 36"/>
                    <a:gd name="T3" fmla="*/ 12 h 110"/>
                    <a:gd name="T4" fmla="*/ 18 w 36"/>
                    <a:gd name="T5" fmla="*/ 6 h 110"/>
                    <a:gd name="T6" fmla="*/ 13 w 36"/>
                    <a:gd name="T7" fmla="*/ 0 h 110"/>
                    <a:gd name="T8" fmla="*/ 11 w 36"/>
                    <a:gd name="T9" fmla="*/ 4 h 110"/>
                    <a:gd name="T10" fmla="*/ 13 w 36"/>
                    <a:gd name="T11" fmla="*/ 16 h 110"/>
                    <a:gd name="T12" fmla="*/ 12 w 36"/>
                    <a:gd name="T13" fmla="*/ 34 h 110"/>
                    <a:gd name="T14" fmla="*/ 7 w 36"/>
                    <a:gd name="T15" fmla="*/ 65 h 110"/>
                    <a:gd name="T16" fmla="*/ 3 w 36"/>
                    <a:gd name="T17" fmla="*/ 80 h 110"/>
                    <a:gd name="T18" fmla="*/ 0 w 36"/>
                    <a:gd name="T19" fmla="*/ 95 h 110"/>
                    <a:gd name="T20" fmla="*/ 0 w 36"/>
                    <a:gd name="T21" fmla="*/ 98 h 110"/>
                    <a:gd name="T22" fmla="*/ 0 w 36"/>
                    <a:gd name="T23" fmla="*/ 100 h 110"/>
                    <a:gd name="T24" fmla="*/ 4 w 36"/>
                    <a:gd name="T25" fmla="*/ 105 h 110"/>
                    <a:gd name="T26" fmla="*/ 9 w 36"/>
                    <a:gd name="T27" fmla="*/ 110 h 110"/>
                    <a:gd name="T28" fmla="*/ 15 w 36"/>
                    <a:gd name="T29" fmla="*/ 104 h 110"/>
                    <a:gd name="T30" fmla="*/ 18 w 36"/>
                    <a:gd name="T31" fmla="*/ 96 h 110"/>
                    <a:gd name="T32" fmla="*/ 18 w 36"/>
                    <a:gd name="T33" fmla="*/ 90 h 110"/>
                    <a:gd name="T34" fmla="*/ 21 w 36"/>
                    <a:gd name="T35" fmla="*/ 71 h 110"/>
                    <a:gd name="T36" fmla="*/ 25 w 36"/>
                    <a:gd name="T37" fmla="*/ 53 h 110"/>
                    <a:gd name="T38" fmla="*/ 30 w 36"/>
                    <a:gd name="T39" fmla="*/ 36 h 110"/>
                    <a:gd name="T40" fmla="*/ 35 w 36"/>
                    <a:gd name="T41" fmla="*/ 20 h 110"/>
                    <a:gd name="T42" fmla="*/ 33 w 36"/>
                    <a:gd name="T43" fmla="*/ 20 h 110"/>
                    <a:gd name="T44" fmla="*/ 30 w 36"/>
                    <a:gd name="T45" fmla="*/ 22 h 110"/>
                    <a:gd name="T46" fmla="*/ 23 w 36"/>
                    <a:gd name="T47" fmla="*/ 17 h 110"/>
                    <a:gd name="T48" fmla="*/ 23 w 36"/>
                    <a:gd name="T49" fmla="*/ 15 h 110"/>
                    <a:gd name="T50" fmla="*/ 23 w 36"/>
                    <a:gd name="T51" fmla="*/ 14 h 1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6" h="110">
                      <a:moveTo>
                        <a:pt x="23" y="14"/>
                      </a:moveTo>
                      <a:cubicBezTo>
                        <a:pt x="23" y="12"/>
                        <a:pt x="23" y="12"/>
                        <a:pt x="23" y="12"/>
                      </a:cubicBezTo>
                      <a:cubicBezTo>
                        <a:pt x="21" y="8"/>
                        <a:pt x="22" y="9"/>
                        <a:pt x="18" y="6"/>
                      </a:cubicBezTo>
                      <a:cubicBezTo>
                        <a:pt x="17" y="4"/>
                        <a:pt x="15" y="2"/>
                        <a:pt x="13" y="0"/>
                      </a:cubicBezTo>
                      <a:cubicBezTo>
                        <a:pt x="12" y="1"/>
                        <a:pt x="11" y="3"/>
                        <a:pt x="11" y="4"/>
                      </a:cubicBezTo>
                      <a:cubicBezTo>
                        <a:pt x="11" y="7"/>
                        <a:pt x="13" y="12"/>
                        <a:pt x="13" y="16"/>
                      </a:cubicBezTo>
                      <a:cubicBezTo>
                        <a:pt x="12" y="34"/>
                        <a:pt x="12" y="34"/>
                        <a:pt x="12" y="34"/>
                      </a:cubicBezTo>
                      <a:cubicBezTo>
                        <a:pt x="12" y="43"/>
                        <a:pt x="9" y="56"/>
                        <a:pt x="7" y="65"/>
                      </a:cubicBezTo>
                      <a:cubicBezTo>
                        <a:pt x="6" y="72"/>
                        <a:pt x="4" y="75"/>
                        <a:pt x="3" y="80"/>
                      </a:cubicBezTo>
                      <a:cubicBezTo>
                        <a:pt x="2" y="85"/>
                        <a:pt x="0" y="91"/>
                        <a:pt x="0" y="95"/>
                      </a:cubicBezTo>
                      <a:cubicBezTo>
                        <a:pt x="0" y="98"/>
                        <a:pt x="0" y="98"/>
                        <a:pt x="0" y="98"/>
                      </a:cubicBezTo>
                      <a:cubicBezTo>
                        <a:pt x="0" y="100"/>
                        <a:pt x="0" y="100"/>
                        <a:pt x="0" y="100"/>
                      </a:cubicBezTo>
                      <a:cubicBezTo>
                        <a:pt x="2" y="102"/>
                        <a:pt x="2" y="103"/>
                        <a:pt x="4" y="105"/>
                      </a:cubicBezTo>
                      <a:cubicBezTo>
                        <a:pt x="6" y="108"/>
                        <a:pt x="7" y="108"/>
                        <a:pt x="9" y="110"/>
                      </a:cubicBezTo>
                      <a:cubicBezTo>
                        <a:pt x="12" y="108"/>
                        <a:pt x="13" y="108"/>
                        <a:pt x="15" y="104"/>
                      </a:cubicBezTo>
                      <a:cubicBezTo>
                        <a:pt x="16" y="102"/>
                        <a:pt x="18" y="99"/>
                        <a:pt x="18" y="96"/>
                      </a:cubicBezTo>
                      <a:cubicBezTo>
                        <a:pt x="18" y="90"/>
                        <a:pt x="18" y="90"/>
                        <a:pt x="18" y="90"/>
                      </a:cubicBezTo>
                      <a:cubicBezTo>
                        <a:pt x="18" y="83"/>
                        <a:pt x="20" y="77"/>
                        <a:pt x="21" y="71"/>
                      </a:cubicBezTo>
                      <a:cubicBezTo>
                        <a:pt x="23" y="65"/>
                        <a:pt x="23" y="59"/>
                        <a:pt x="25" y="53"/>
                      </a:cubicBezTo>
                      <a:cubicBezTo>
                        <a:pt x="26" y="47"/>
                        <a:pt x="29" y="42"/>
                        <a:pt x="30" y="36"/>
                      </a:cubicBezTo>
                      <a:cubicBezTo>
                        <a:pt x="31" y="28"/>
                        <a:pt x="34" y="27"/>
                        <a:pt x="35" y="20"/>
                      </a:cubicBezTo>
                      <a:cubicBezTo>
                        <a:pt x="34" y="19"/>
                        <a:pt x="36" y="20"/>
                        <a:pt x="33" y="20"/>
                      </a:cubicBezTo>
                      <a:cubicBezTo>
                        <a:pt x="33" y="20"/>
                        <a:pt x="30" y="22"/>
                        <a:pt x="30" y="22"/>
                      </a:cubicBezTo>
                      <a:cubicBezTo>
                        <a:pt x="25" y="21"/>
                        <a:pt x="25" y="21"/>
                        <a:pt x="23" y="17"/>
                      </a:cubicBezTo>
                      <a:cubicBezTo>
                        <a:pt x="23" y="15"/>
                        <a:pt x="23" y="15"/>
                        <a:pt x="23" y="15"/>
                      </a:cubicBezTo>
                      <a:lnTo>
                        <a:pt x="23" y="14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grpSp>
            <p:nvGrpSpPr>
              <p:cNvPr id="249" name="ïšľîḍê"/>
              <p:cNvGrpSpPr/>
              <p:nvPr/>
            </p:nvGrpSpPr>
            <p:grpSpPr>
              <a:xfrm>
                <a:off x="4412452" y="3781425"/>
                <a:ext cx="2312689" cy="166461"/>
                <a:chOff x="6986588" y="3521075"/>
                <a:chExt cx="1654176" cy="119063"/>
              </a:xfrm>
            </p:grpSpPr>
            <p:sp>
              <p:nvSpPr>
                <p:cNvPr id="250" name="îṩľîḑê"/>
                <p:cNvSpPr/>
                <p:nvPr/>
              </p:nvSpPr>
              <p:spPr bwMode="auto">
                <a:xfrm>
                  <a:off x="6986588" y="3521075"/>
                  <a:ext cx="155575" cy="119063"/>
                </a:xfrm>
                <a:custGeom>
                  <a:avLst/>
                  <a:gdLst>
                    <a:gd name="T0" fmla="*/ 84 w 98"/>
                    <a:gd name="T1" fmla="*/ 0 h 75"/>
                    <a:gd name="T2" fmla="*/ 59 w 98"/>
                    <a:gd name="T3" fmla="*/ 52 h 75"/>
                    <a:gd name="T4" fmla="*/ 57 w 98"/>
                    <a:gd name="T5" fmla="*/ 0 h 75"/>
                    <a:gd name="T6" fmla="*/ 40 w 98"/>
                    <a:gd name="T7" fmla="*/ 0 h 75"/>
                    <a:gd name="T8" fmla="*/ 15 w 98"/>
                    <a:gd name="T9" fmla="*/ 52 h 75"/>
                    <a:gd name="T10" fmla="*/ 15 w 98"/>
                    <a:gd name="T11" fmla="*/ 0 h 75"/>
                    <a:gd name="T12" fmla="*/ 0 w 98"/>
                    <a:gd name="T13" fmla="*/ 0 h 75"/>
                    <a:gd name="T14" fmla="*/ 2 w 98"/>
                    <a:gd name="T15" fmla="*/ 75 h 75"/>
                    <a:gd name="T16" fmla="*/ 19 w 98"/>
                    <a:gd name="T17" fmla="*/ 75 h 75"/>
                    <a:gd name="T18" fmla="*/ 44 w 98"/>
                    <a:gd name="T19" fmla="*/ 21 h 75"/>
                    <a:gd name="T20" fmla="*/ 46 w 98"/>
                    <a:gd name="T21" fmla="*/ 75 h 75"/>
                    <a:gd name="T22" fmla="*/ 63 w 98"/>
                    <a:gd name="T23" fmla="*/ 75 h 75"/>
                    <a:gd name="T24" fmla="*/ 98 w 98"/>
                    <a:gd name="T25" fmla="*/ 0 h 75"/>
                    <a:gd name="T26" fmla="*/ 84 w 98"/>
                    <a:gd name="T27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98" h="75">
                      <a:moveTo>
                        <a:pt x="84" y="0"/>
                      </a:moveTo>
                      <a:lnTo>
                        <a:pt x="59" y="52"/>
                      </a:lnTo>
                      <a:lnTo>
                        <a:pt x="57" y="0"/>
                      </a:lnTo>
                      <a:lnTo>
                        <a:pt x="40" y="0"/>
                      </a:lnTo>
                      <a:lnTo>
                        <a:pt x="15" y="52"/>
                      </a:ln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2" y="75"/>
                      </a:lnTo>
                      <a:lnTo>
                        <a:pt x="19" y="75"/>
                      </a:lnTo>
                      <a:lnTo>
                        <a:pt x="44" y="21"/>
                      </a:lnTo>
                      <a:lnTo>
                        <a:pt x="46" y="75"/>
                      </a:lnTo>
                      <a:lnTo>
                        <a:pt x="63" y="75"/>
                      </a:lnTo>
                      <a:lnTo>
                        <a:pt x="98" y="0"/>
                      </a:lnTo>
                      <a:lnTo>
                        <a:pt x="8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1" name="îṩḷîde"/>
                <p:cNvSpPr/>
                <p:nvPr/>
              </p:nvSpPr>
              <p:spPr bwMode="auto">
                <a:xfrm>
                  <a:off x="7135813" y="3521075"/>
                  <a:ext cx="112713" cy="119063"/>
                </a:xfrm>
                <a:custGeom>
                  <a:avLst/>
                  <a:gdLst>
                    <a:gd name="T0" fmla="*/ 22 w 34"/>
                    <a:gd name="T1" fmla="*/ 20 h 36"/>
                    <a:gd name="T2" fmla="*/ 20 w 34"/>
                    <a:gd name="T3" fmla="*/ 26 h 36"/>
                    <a:gd name="T4" fmla="*/ 18 w 34"/>
                    <a:gd name="T5" fmla="*/ 29 h 36"/>
                    <a:gd name="T6" fmla="*/ 13 w 34"/>
                    <a:gd name="T7" fmla="*/ 30 h 36"/>
                    <a:gd name="T8" fmla="*/ 9 w 34"/>
                    <a:gd name="T9" fmla="*/ 29 h 36"/>
                    <a:gd name="T10" fmla="*/ 7 w 34"/>
                    <a:gd name="T11" fmla="*/ 25 h 36"/>
                    <a:gd name="T12" fmla="*/ 7 w 34"/>
                    <a:gd name="T13" fmla="*/ 24 h 36"/>
                    <a:gd name="T14" fmla="*/ 8 w 34"/>
                    <a:gd name="T15" fmla="*/ 19 h 36"/>
                    <a:gd name="T16" fmla="*/ 12 w 34"/>
                    <a:gd name="T17" fmla="*/ 0 h 36"/>
                    <a:gd name="T18" fmla="*/ 5 w 34"/>
                    <a:gd name="T19" fmla="*/ 0 h 36"/>
                    <a:gd name="T20" fmla="*/ 1 w 34"/>
                    <a:gd name="T21" fmla="*/ 19 h 36"/>
                    <a:gd name="T22" fmla="*/ 0 w 34"/>
                    <a:gd name="T23" fmla="*/ 23 h 36"/>
                    <a:gd name="T24" fmla="*/ 0 w 34"/>
                    <a:gd name="T25" fmla="*/ 25 h 36"/>
                    <a:gd name="T26" fmla="*/ 3 w 34"/>
                    <a:gd name="T27" fmla="*/ 33 h 36"/>
                    <a:gd name="T28" fmla="*/ 13 w 34"/>
                    <a:gd name="T29" fmla="*/ 36 h 36"/>
                    <a:gd name="T30" fmla="*/ 22 w 34"/>
                    <a:gd name="T31" fmla="*/ 34 h 36"/>
                    <a:gd name="T32" fmla="*/ 27 w 34"/>
                    <a:gd name="T33" fmla="*/ 29 h 36"/>
                    <a:gd name="T34" fmla="*/ 30 w 34"/>
                    <a:gd name="T35" fmla="*/ 20 h 36"/>
                    <a:gd name="T36" fmla="*/ 34 w 34"/>
                    <a:gd name="T37" fmla="*/ 0 h 36"/>
                    <a:gd name="T38" fmla="*/ 26 w 34"/>
                    <a:gd name="T39" fmla="*/ 0 h 36"/>
                    <a:gd name="T40" fmla="*/ 22 w 34"/>
                    <a:gd name="T41" fmla="*/ 2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34" h="36">
                      <a:moveTo>
                        <a:pt x="22" y="20"/>
                      </a:moveTo>
                      <a:cubicBezTo>
                        <a:pt x="22" y="23"/>
                        <a:pt x="21" y="25"/>
                        <a:pt x="20" y="26"/>
                      </a:cubicBezTo>
                      <a:cubicBezTo>
                        <a:pt x="20" y="28"/>
                        <a:pt x="19" y="29"/>
                        <a:pt x="18" y="29"/>
                      </a:cubicBezTo>
                      <a:cubicBezTo>
                        <a:pt x="17" y="30"/>
                        <a:pt x="15" y="30"/>
                        <a:pt x="13" y="30"/>
                      </a:cubicBezTo>
                      <a:cubicBezTo>
                        <a:pt x="11" y="30"/>
                        <a:pt x="10" y="30"/>
                        <a:pt x="9" y="29"/>
                      </a:cubicBezTo>
                      <a:cubicBezTo>
                        <a:pt x="8" y="28"/>
                        <a:pt x="7" y="27"/>
                        <a:pt x="7" y="25"/>
                      </a:cubicBezTo>
                      <a:cubicBezTo>
                        <a:pt x="7" y="25"/>
                        <a:pt x="7" y="25"/>
                        <a:pt x="7" y="24"/>
                      </a:cubicBezTo>
                      <a:cubicBezTo>
                        <a:pt x="8" y="19"/>
                        <a:pt x="8" y="19"/>
                        <a:pt x="8" y="19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1" y="19"/>
                        <a:pt x="1" y="19"/>
                        <a:pt x="1" y="19"/>
                      </a:cubicBezTo>
                      <a:cubicBezTo>
                        <a:pt x="1" y="21"/>
                        <a:pt x="0" y="23"/>
                        <a:pt x="0" y="23"/>
                      </a:cubicBezTo>
                      <a:cubicBezTo>
                        <a:pt x="0" y="24"/>
                        <a:pt x="0" y="25"/>
                        <a:pt x="0" y="25"/>
                      </a:cubicBezTo>
                      <a:cubicBezTo>
                        <a:pt x="0" y="29"/>
                        <a:pt x="1" y="31"/>
                        <a:pt x="3" y="33"/>
                      </a:cubicBezTo>
                      <a:cubicBezTo>
                        <a:pt x="6" y="35"/>
                        <a:pt x="9" y="36"/>
                        <a:pt x="13" y="36"/>
                      </a:cubicBezTo>
                      <a:cubicBezTo>
                        <a:pt x="16" y="36"/>
                        <a:pt x="19" y="36"/>
                        <a:pt x="22" y="34"/>
                      </a:cubicBezTo>
                      <a:cubicBezTo>
                        <a:pt x="24" y="33"/>
                        <a:pt x="25" y="31"/>
                        <a:pt x="27" y="29"/>
                      </a:cubicBezTo>
                      <a:cubicBezTo>
                        <a:pt x="28" y="27"/>
                        <a:pt x="29" y="24"/>
                        <a:pt x="30" y="20"/>
                      </a:cubicBezTo>
                      <a:cubicBezTo>
                        <a:pt x="34" y="0"/>
                        <a:pt x="34" y="0"/>
                        <a:pt x="34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lnTo>
                        <a:pt x="22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2" name="îṣḻîḑê"/>
                <p:cNvSpPr/>
                <p:nvPr/>
              </p:nvSpPr>
              <p:spPr bwMode="auto">
                <a:xfrm>
                  <a:off x="7248526" y="3521075"/>
                  <a:ext cx="114300" cy="119063"/>
                </a:xfrm>
                <a:custGeom>
                  <a:avLst/>
                  <a:gdLst>
                    <a:gd name="T0" fmla="*/ 58 w 72"/>
                    <a:gd name="T1" fmla="*/ 0 h 75"/>
                    <a:gd name="T2" fmla="*/ 52 w 72"/>
                    <a:gd name="T3" fmla="*/ 29 h 75"/>
                    <a:gd name="T4" fmla="*/ 22 w 72"/>
                    <a:gd name="T5" fmla="*/ 29 h 75"/>
                    <a:gd name="T6" fmla="*/ 29 w 72"/>
                    <a:gd name="T7" fmla="*/ 0 h 75"/>
                    <a:gd name="T8" fmla="*/ 14 w 72"/>
                    <a:gd name="T9" fmla="*/ 0 h 75"/>
                    <a:gd name="T10" fmla="*/ 0 w 72"/>
                    <a:gd name="T11" fmla="*/ 75 h 75"/>
                    <a:gd name="T12" fmla="*/ 14 w 72"/>
                    <a:gd name="T13" fmla="*/ 75 h 75"/>
                    <a:gd name="T14" fmla="*/ 20 w 72"/>
                    <a:gd name="T15" fmla="*/ 42 h 75"/>
                    <a:gd name="T16" fmla="*/ 50 w 72"/>
                    <a:gd name="T17" fmla="*/ 42 h 75"/>
                    <a:gd name="T18" fmla="*/ 43 w 72"/>
                    <a:gd name="T19" fmla="*/ 75 h 75"/>
                    <a:gd name="T20" fmla="*/ 58 w 72"/>
                    <a:gd name="T21" fmla="*/ 75 h 75"/>
                    <a:gd name="T22" fmla="*/ 72 w 72"/>
                    <a:gd name="T23" fmla="*/ 0 h 75"/>
                    <a:gd name="T24" fmla="*/ 58 w 72"/>
                    <a:gd name="T25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2" h="75">
                      <a:moveTo>
                        <a:pt x="58" y="0"/>
                      </a:moveTo>
                      <a:lnTo>
                        <a:pt x="52" y="29"/>
                      </a:lnTo>
                      <a:lnTo>
                        <a:pt x="22" y="29"/>
                      </a:lnTo>
                      <a:lnTo>
                        <a:pt x="29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lnTo>
                        <a:pt x="14" y="75"/>
                      </a:lnTo>
                      <a:lnTo>
                        <a:pt x="20" y="42"/>
                      </a:lnTo>
                      <a:lnTo>
                        <a:pt x="50" y="42"/>
                      </a:lnTo>
                      <a:lnTo>
                        <a:pt x="43" y="75"/>
                      </a:lnTo>
                      <a:lnTo>
                        <a:pt x="58" y="75"/>
                      </a:lnTo>
                      <a:lnTo>
                        <a:pt x="72" y="0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3" name="ïṥlíḑê"/>
                <p:cNvSpPr/>
                <p:nvPr/>
              </p:nvSpPr>
              <p:spPr bwMode="auto">
                <a:xfrm>
                  <a:off x="7356476" y="3521075"/>
                  <a:ext cx="112713" cy="119063"/>
                </a:xfrm>
                <a:custGeom>
                  <a:avLst/>
                  <a:gdLst>
                    <a:gd name="T0" fmla="*/ 42 w 71"/>
                    <a:gd name="T1" fmla="*/ 0 h 75"/>
                    <a:gd name="T2" fmla="*/ 0 w 71"/>
                    <a:gd name="T3" fmla="*/ 75 h 75"/>
                    <a:gd name="T4" fmla="*/ 15 w 71"/>
                    <a:gd name="T5" fmla="*/ 75 h 75"/>
                    <a:gd name="T6" fmla="*/ 23 w 71"/>
                    <a:gd name="T7" fmla="*/ 59 h 75"/>
                    <a:gd name="T8" fmla="*/ 54 w 71"/>
                    <a:gd name="T9" fmla="*/ 59 h 75"/>
                    <a:gd name="T10" fmla="*/ 56 w 71"/>
                    <a:gd name="T11" fmla="*/ 75 h 75"/>
                    <a:gd name="T12" fmla="*/ 71 w 71"/>
                    <a:gd name="T13" fmla="*/ 75 h 75"/>
                    <a:gd name="T14" fmla="*/ 58 w 71"/>
                    <a:gd name="T15" fmla="*/ 0 h 75"/>
                    <a:gd name="T16" fmla="*/ 42 w 71"/>
                    <a:gd name="T17" fmla="*/ 0 h 75"/>
                    <a:gd name="T18" fmla="*/ 29 w 71"/>
                    <a:gd name="T19" fmla="*/ 46 h 75"/>
                    <a:gd name="T20" fmla="*/ 48 w 71"/>
                    <a:gd name="T21" fmla="*/ 17 h 75"/>
                    <a:gd name="T22" fmla="*/ 52 w 71"/>
                    <a:gd name="T23" fmla="*/ 46 h 75"/>
                    <a:gd name="T24" fmla="*/ 29 w 71"/>
                    <a:gd name="T25" fmla="*/ 46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1" h="75">
                      <a:moveTo>
                        <a:pt x="42" y="0"/>
                      </a:moveTo>
                      <a:lnTo>
                        <a:pt x="0" y="75"/>
                      </a:lnTo>
                      <a:lnTo>
                        <a:pt x="15" y="75"/>
                      </a:lnTo>
                      <a:lnTo>
                        <a:pt x="23" y="59"/>
                      </a:lnTo>
                      <a:lnTo>
                        <a:pt x="54" y="59"/>
                      </a:lnTo>
                      <a:lnTo>
                        <a:pt x="56" y="75"/>
                      </a:lnTo>
                      <a:lnTo>
                        <a:pt x="71" y="75"/>
                      </a:lnTo>
                      <a:lnTo>
                        <a:pt x="58" y="0"/>
                      </a:lnTo>
                      <a:lnTo>
                        <a:pt x="42" y="0"/>
                      </a:lnTo>
                      <a:close/>
                      <a:moveTo>
                        <a:pt x="29" y="46"/>
                      </a:moveTo>
                      <a:lnTo>
                        <a:pt x="48" y="17"/>
                      </a:lnTo>
                      <a:lnTo>
                        <a:pt x="52" y="46"/>
                      </a:lnTo>
                      <a:lnTo>
                        <a:pt x="29" y="4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4" name="îş1íḋe"/>
                <p:cNvSpPr/>
                <p:nvPr/>
              </p:nvSpPr>
              <p:spPr bwMode="auto">
                <a:xfrm>
                  <a:off x="7481888" y="3521075"/>
                  <a:ext cx="119063" cy="119063"/>
                </a:xfrm>
                <a:custGeom>
                  <a:avLst/>
                  <a:gdLst>
                    <a:gd name="T0" fmla="*/ 50 w 75"/>
                    <a:gd name="T1" fmla="*/ 50 h 75"/>
                    <a:gd name="T2" fmla="*/ 31 w 75"/>
                    <a:gd name="T3" fmla="*/ 0 h 75"/>
                    <a:gd name="T4" fmla="*/ 17 w 75"/>
                    <a:gd name="T5" fmla="*/ 0 h 75"/>
                    <a:gd name="T6" fmla="*/ 0 w 75"/>
                    <a:gd name="T7" fmla="*/ 75 h 75"/>
                    <a:gd name="T8" fmla="*/ 15 w 75"/>
                    <a:gd name="T9" fmla="*/ 75 h 75"/>
                    <a:gd name="T10" fmla="*/ 25 w 75"/>
                    <a:gd name="T11" fmla="*/ 25 h 75"/>
                    <a:gd name="T12" fmla="*/ 46 w 75"/>
                    <a:gd name="T13" fmla="*/ 75 h 75"/>
                    <a:gd name="T14" fmla="*/ 58 w 75"/>
                    <a:gd name="T15" fmla="*/ 75 h 75"/>
                    <a:gd name="T16" fmla="*/ 75 w 75"/>
                    <a:gd name="T17" fmla="*/ 0 h 75"/>
                    <a:gd name="T18" fmla="*/ 61 w 75"/>
                    <a:gd name="T19" fmla="*/ 0 h 75"/>
                    <a:gd name="T20" fmla="*/ 50 w 75"/>
                    <a:gd name="T21" fmla="*/ 5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5" h="75">
                      <a:moveTo>
                        <a:pt x="50" y="50"/>
                      </a:moveTo>
                      <a:lnTo>
                        <a:pt x="31" y="0"/>
                      </a:lnTo>
                      <a:lnTo>
                        <a:pt x="17" y="0"/>
                      </a:lnTo>
                      <a:lnTo>
                        <a:pt x="0" y="75"/>
                      </a:lnTo>
                      <a:lnTo>
                        <a:pt x="15" y="75"/>
                      </a:lnTo>
                      <a:lnTo>
                        <a:pt x="25" y="25"/>
                      </a:lnTo>
                      <a:lnTo>
                        <a:pt x="46" y="75"/>
                      </a:lnTo>
                      <a:lnTo>
                        <a:pt x="58" y="75"/>
                      </a:lnTo>
                      <a:lnTo>
                        <a:pt x="75" y="0"/>
                      </a:lnTo>
                      <a:lnTo>
                        <a:pt x="61" y="0"/>
                      </a:lnTo>
                      <a:lnTo>
                        <a:pt x="50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5" name="îş1ïḋe"/>
                <p:cNvSpPr/>
                <p:nvPr/>
              </p:nvSpPr>
              <p:spPr bwMode="auto">
                <a:xfrm>
                  <a:off x="7653338" y="3521075"/>
                  <a:ext cx="112713" cy="119063"/>
                </a:xfrm>
                <a:custGeom>
                  <a:avLst/>
                  <a:gdLst>
                    <a:gd name="T0" fmla="*/ 22 w 34"/>
                    <a:gd name="T1" fmla="*/ 20 h 36"/>
                    <a:gd name="T2" fmla="*/ 20 w 34"/>
                    <a:gd name="T3" fmla="*/ 26 h 36"/>
                    <a:gd name="T4" fmla="*/ 18 w 34"/>
                    <a:gd name="T5" fmla="*/ 29 h 36"/>
                    <a:gd name="T6" fmla="*/ 13 w 34"/>
                    <a:gd name="T7" fmla="*/ 30 h 36"/>
                    <a:gd name="T8" fmla="*/ 9 w 34"/>
                    <a:gd name="T9" fmla="*/ 29 h 36"/>
                    <a:gd name="T10" fmla="*/ 7 w 34"/>
                    <a:gd name="T11" fmla="*/ 25 h 36"/>
                    <a:gd name="T12" fmla="*/ 7 w 34"/>
                    <a:gd name="T13" fmla="*/ 24 h 36"/>
                    <a:gd name="T14" fmla="*/ 8 w 34"/>
                    <a:gd name="T15" fmla="*/ 19 h 36"/>
                    <a:gd name="T16" fmla="*/ 12 w 34"/>
                    <a:gd name="T17" fmla="*/ 0 h 36"/>
                    <a:gd name="T18" fmla="*/ 5 w 34"/>
                    <a:gd name="T19" fmla="*/ 0 h 36"/>
                    <a:gd name="T20" fmla="*/ 1 w 34"/>
                    <a:gd name="T21" fmla="*/ 19 h 36"/>
                    <a:gd name="T22" fmla="*/ 0 w 34"/>
                    <a:gd name="T23" fmla="*/ 23 h 36"/>
                    <a:gd name="T24" fmla="*/ 0 w 34"/>
                    <a:gd name="T25" fmla="*/ 25 h 36"/>
                    <a:gd name="T26" fmla="*/ 3 w 34"/>
                    <a:gd name="T27" fmla="*/ 33 h 36"/>
                    <a:gd name="T28" fmla="*/ 13 w 34"/>
                    <a:gd name="T29" fmla="*/ 36 h 36"/>
                    <a:gd name="T30" fmla="*/ 22 w 34"/>
                    <a:gd name="T31" fmla="*/ 34 h 36"/>
                    <a:gd name="T32" fmla="*/ 27 w 34"/>
                    <a:gd name="T33" fmla="*/ 29 h 36"/>
                    <a:gd name="T34" fmla="*/ 30 w 34"/>
                    <a:gd name="T35" fmla="*/ 20 h 36"/>
                    <a:gd name="T36" fmla="*/ 34 w 34"/>
                    <a:gd name="T37" fmla="*/ 0 h 36"/>
                    <a:gd name="T38" fmla="*/ 26 w 34"/>
                    <a:gd name="T39" fmla="*/ 0 h 36"/>
                    <a:gd name="T40" fmla="*/ 22 w 34"/>
                    <a:gd name="T41" fmla="*/ 2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34" h="36">
                      <a:moveTo>
                        <a:pt x="22" y="20"/>
                      </a:moveTo>
                      <a:cubicBezTo>
                        <a:pt x="22" y="23"/>
                        <a:pt x="21" y="25"/>
                        <a:pt x="20" y="26"/>
                      </a:cubicBezTo>
                      <a:cubicBezTo>
                        <a:pt x="20" y="28"/>
                        <a:pt x="19" y="29"/>
                        <a:pt x="18" y="29"/>
                      </a:cubicBezTo>
                      <a:cubicBezTo>
                        <a:pt x="17" y="30"/>
                        <a:pt x="15" y="30"/>
                        <a:pt x="13" y="30"/>
                      </a:cubicBezTo>
                      <a:cubicBezTo>
                        <a:pt x="11" y="30"/>
                        <a:pt x="10" y="30"/>
                        <a:pt x="9" y="29"/>
                      </a:cubicBezTo>
                      <a:cubicBezTo>
                        <a:pt x="8" y="28"/>
                        <a:pt x="7" y="27"/>
                        <a:pt x="7" y="25"/>
                      </a:cubicBezTo>
                      <a:cubicBezTo>
                        <a:pt x="7" y="25"/>
                        <a:pt x="7" y="25"/>
                        <a:pt x="7" y="24"/>
                      </a:cubicBezTo>
                      <a:cubicBezTo>
                        <a:pt x="8" y="19"/>
                        <a:pt x="8" y="19"/>
                        <a:pt x="8" y="19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1" y="19"/>
                        <a:pt x="1" y="19"/>
                        <a:pt x="1" y="19"/>
                      </a:cubicBezTo>
                      <a:cubicBezTo>
                        <a:pt x="1" y="21"/>
                        <a:pt x="0" y="23"/>
                        <a:pt x="0" y="23"/>
                      </a:cubicBezTo>
                      <a:cubicBezTo>
                        <a:pt x="0" y="24"/>
                        <a:pt x="0" y="25"/>
                        <a:pt x="0" y="25"/>
                      </a:cubicBezTo>
                      <a:cubicBezTo>
                        <a:pt x="0" y="29"/>
                        <a:pt x="1" y="31"/>
                        <a:pt x="3" y="33"/>
                      </a:cubicBezTo>
                      <a:cubicBezTo>
                        <a:pt x="6" y="35"/>
                        <a:pt x="9" y="36"/>
                        <a:pt x="13" y="36"/>
                      </a:cubicBezTo>
                      <a:cubicBezTo>
                        <a:pt x="16" y="36"/>
                        <a:pt x="19" y="36"/>
                        <a:pt x="22" y="34"/>
                      </a:cubicBezTo>
                      <a:cubicBezTo>
                        <a:pt x="24" y="33"/>
                        <a:pt x="25" y="31"/>
                        <a:pt x="27" y="29"/>
                      </a:cubicBezTo>
                      <a:cubicBezTo>
                        <a:pt x="28" y="27"/>
                        <a:pt x="29" y="24"/>
                        <a:pt x="30" y="20"/>
                      </a:cubicBezTo>
                      <a:cubicBezTo>
                        <a:pt x="34" y="0"/>
                        <a:pt x="34" y="0"/>
                        <a:pt x="34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lnTo>
                        <a:pt x="22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6" name="íšlídè"/>
                <p:cNvSpPr/>
                <p:nvPr/>
              </p:nvSpPr>
              <p:spPr bwMode="auto">
                <a:xfrm>
                  <a:off x="7766051" y="3521075"/>
                  <a:ext cx="115888" cy="119063"/>
                </a:xfrm>
                <a:custGeom>
                  <a:avLst/>
                  <a:gdLst>
                    <a:gd name="T0" fmla="*/ 58 w 73"/>
                    <a:gd name="T1" fmla="*/ 0 h 75"/>
                    <a:gd name="T2" fmla="*/ 50 w 73"/>
                    <a:gd name="T3" fmla="*/ 50 h 75"/>
                    <a:gd name="T4" fmla="*/ 29 w 73"/>
                    <a:gd name="T5" fmla="*/ 0 h 75"/>
                    <a:gd name="T6" fmla="*/ 15 w 73"/>
                    <a:gd name="T7" fmla="*/ 0 h 75"/>
                    <a:gd name="T8" fmla="*/ 0 w 73"/>
                    <a:gd name="T9" fmla="*/ 75 h 75"/>
                    <a:gd name="T10" fmla="*/ 13 w 73"/>
                    <a:gd name="T11" fmla="*/ 75 h 75"/>
                    <a:gd name="T12" fmla="*/ 23 w 73"/>
                    <a:gd name="T13" fmla="*/ 25 h 75"/>
                    <a:gd name="T14" fmla="*/ 44 w 73"/>
                    <a:gd name="T15" fmla="*/ 75 h 75"/>
                    <a:gd name="T16" fmla="*/ 58 w 73"/>
                    <a:gd name="T17" fmla="*/ 75 h 75"/>
                    <a:gd name="T18" fmla="*/ 73 w 73"/>
                    <a:gd name="T19" fmla="*/ 0 h 75"/>
                    <a:gd name="T20" fmla="*/ 58 w 73"/>
                    <a:gd name="T21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3" h="75">
                      <a:moveTo>
                        <a:pt x="58" y="0"/>
                      </a:moveTo>
                      <a:lnTo>
                        <a:pt x="50" y="50"/>
                      </a:lnTo>
                      <a:lnTo>
                        <a:pt x="29" y="0"/>
                      </a:lnTo>
                      <a:lnTo>
                        <a:pt x="15" y="0"/>
                      </a:lnTo>
                      <a:lnTo>
                        <a:pt x="0" y="75"/>
                      </a:lnTo>
                      <a:lnTo>
                        <a:pt x="13" y="75"/>
                      </a:lnTo>
                      <a:lnTo>
                        <a:pt x="23" y="25"/>
                      </a:lnTo>
                      <a:lnTo>
                        <a:pt x="44" y="75"/>
                      </a:lnTo>
                      <a:lnTo>
                        <a:pt x="58" y="75"/>
                      </a:lnTo>
                      <a:lnTo>
                        <a:pt x="73" y="0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7" name="îṣḻîďe"/>
                <p:cNvSpPr/>
                <p:nvPr/>
              </p:nvSpPr>
              <p:spPr bwMode="auto">
                <a:xfrm>
                  <a:off x="7881938" y="3521075"/>
                  <a:ext cx="49213" cy="119063"/>
                </a:xfrm>
                <a:custGeom>
                  <a:avLst/>
                  <a:gdLst>
                    <a:gd name="T0" fmla="*/ 0 w 31"/>
                    <a:gd name="T1" fmla="*/ 75 h 75"/>
                    <a:gd name="T2" fmla="*/ 14 w 31"/>
                    <a:gd name="T3" fmla="*/ 75 h 75"/>
                    <a:gd name="T4" fmla="*/ 31 w 31"/>
                    <a:gd name="T5" fmla="*/ 0 h 75"/>
                    <a:gd name="T6" fmla="*/ 14 w 31"/>
                    <a:gd name="T7" fmla="*/ 0 h 75"/>
                    <a:gd name="T8" fmla="*/ 0 w 31"/>
                    <a:gd name="T9" fmla="*/ 75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75">
                      <a:moveTo>
                        <a:pt x="0" y="75"/>
                      </a:moveTo>
                      <a:lnTo>
                        <a:pt x="14" y="75"/>
                      </a:lnTo>
                      <a:lnTo>
                        <a:pt x="31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8" name="íŝḻiḋè"/>
                <p:cNvSpPr/>
                <p:nvPr/>
              </p:nvSpPr>
              <p:spPr bwMode="auto">
                <a:xfrm>
                  <a:off x="7940676" y="3521075"/>
                  <a:ext cx="109538" cy="119063"/>
                </a:xfrm>
                <a:custGeom>
                  <a:avLst/>
                  <a:gdLst>
                    <a:gd name="T0" fmla="*/ 54 w 69"/>
                    <a:gd name="T1" fmla="*/ 0 h 75"/>
                    <a:gd name="T2" fmla="*/ 23 w 69"/>
                    <a:gd name="T3" fmla="*/ 57 h 75"/>
                    <a:gd name="T4" fmla="*/ 15 w 69"/>
                    <a:gd name="T5" fmla="*/ 0 h 75"/>
                    <a:gd name="T6" fmla="*/ 0 w 69"/>
                    <a:gd name="T7" fmla="*/ 0 h 75"/>
                    <a:gd name="T8" fmla="*/ 13 w 69"/>
                    <a:gd name="T9" fmla="*/ 75 h 75"/>
                    <a:gd name="T10" fmla="*/ 29 w 69"/>
                    <a:gd name="T11" fmla="*/ 75 h 75"/>
                    <a:gd name="T12" fmla="*/ 69 w 69"/>
                    <a:gd name="T13" fmla="*/ 0 h 75"/>
                    <a:gd name="T14" fmla="*/ 54 w 69"/>
                    <a:gd name="T15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69" h="75">
                      <a:moveTo>
                        <a:pt x="54" y="0"/>
                      </a:moveTo>
                      <a:lnTo>
                        <a:pt x="23" y="57"/>
                      </a:ln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13" y="75"/>
                      </a:lnTo>
                      <a:lnTo>
                        <a:pt x="29" y="75"/>
                      </a:lnTo>
                      <a:lnTo>
                        <a:pt x="69" y="0"/>
                      </a:lnTo>
                      <a:lnTo>
                        <a:pt x="5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9" name="î$ḷíďé"/>
                <p:cNvSpPr/>
                <p:nvPr/>
              </p:nvSpPr>
              <p:spPr bwMode="auto">
                <a:xfrm>
                  <a:off x="8037513" y="3521075"/>
                  <a:ext cx="111125" cy="119063"/>
                </a:xfrm>
                <a:custGeom>
                  <a:avLst/>
                  <a:gdLst>
                    <a:gd name="T0" fmla="*/ 68 w 70"/>
                    <a:gd name="T1" fmla="*/ 12 h 75"/>
                    <a:gd name="T2" fmla="*/ 70 w 70"/>
                    <a:gd name="T3" fmla="*/ 0 h 75"/>
                    <a:gd name="T4" fmla="*/ 16 w 70"/>
                    <a:gd name="T5" fmla="*/ 0 h 75"/>
                    <a:gd name="T6" fmla="*/ 0 w 70"/>
                    <a:gd name="T7" fmla="*/ 75 h 75"/>
                    <a:gd name="T8" fmla="*/ 58 w 70"/>
                    <a:gd name="T9" fmla="*/ 75 h 75"/>
                    <a:gd name="T10" fmla="*/ 60 w 70"/>
                    <a:gd name="T11" fmla="*/ 63 h 75"/>
                    <a:gd name="T12" fmla="*/ 16 w 70"/>
                    <a:gd name="T13" fmla="*/ 63 h 75"/>
                    <a:gd name="T14" fmla="*/ 22 w 70"/>
                    <a:gd name="T15" fmla="*/ 42 h 75"/>
                    <a:gd name="T16" fmla="*/ 60 w 70"/>
                    <a:gd name="T17" fmla="*/ 42 h 75"/>
                    <a:gd name="T18" fmla="*/ 62 w 70"/>
                    <a:gd name="T19" fmla="*/ 29 h 75"/>
                    <a:gd name="T20" fmla="*/ 24 w 70"/>
                    <a:gd name="T21" fmla="*/ 29 h 75"/>
                    <a:gd name="T22" fmla="*/ 29 w 70"/>
                    <a:gd name="T23" fmla="*/ 12 h 75"/>
                    <a:gd name="T24" fmla="*/ 68 w 70"/>
                    <a:gd name="T25" fmla="*/ 12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0" h="75">
                      <a:moveTo>
                        <a:pt x="68" y="12"/>
                      </a:moveTo>
                      <a:lnTo>
                        <a:pt x="70" y="0"/>
                      </a:lnTo>
                      <a:lnTo>
                        <a:pt x="16" y="0"/>
                      </a:lnTo>
                      <a:lnTo>
                        <a:pt x="0" y="75"/>
                      </a:lnTo>
                      <a:lnTo>
                        <a:pt x="58" y="75"/>
                      </a:lnTo>
                      <a:lnTo>
                        <a:pt x="60" y="63"/>
                      </a:lnTo>
                      <a:lnTo>
                        <a:pt x="16" y="63"/>
                      </a:lnTo>
                      <a:lnTo>
                        <a:pt x="22" y="42"/>
                      </a:lnTo>
                      <a:lnTo>
                        <a:pt x="60" y="42"/>
                      </a:lnTo>
                      <a:lnTo>
                        <a:pt x="62" y="29"/>
                      </a:lnTo>
                      <a:lnTo>
                        <a:pt x="24" y="29"/>
                      </a:lnTo>
                      <a:lnTo>
                        <a:pt x="29" y="12"/>
                      </a:lnTo>
                      <a:lnTo>
                        <a:pt x="68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0" name="îṡlîďe"/>
                <p:cNvSpPr/>
                <p:nvPr/>
              </p:nvSpPr>
              <p:spPr bwMode="auto">
                <a:xfrm>
                  <a:off x="8145463" y="3521075"/>
                  <a:ext cx="115888" cy="119063"/>
                </a:xfrm>
                <a:custGeom>
                  <a:avLst/>
                  <a:gdLst>
                    <a:gd name="T0" fmla="*/ 30 w 35"/>
                    <a:gd name="T1" fmla="*/ 1 h 36"/>
                    <a:gd name="T2" fmla="*/ 24 w 35"/>
                    <a:gd name="T3" fmla="*/ 0 h 36"/>
                    <a:gd name="T4" fmla="*/ 8 w 35"/>
                    <a:gd name="T5" fmla="*/ 0 h 36"/>
                    <a:gd name="T6" fmla="*/ 0 w 35"/>
                    <a:gd name="T7" fmla="*/ 36 h 36"/>
                    <a:gd name="T8" fmla="*/ 8 w 35"/>
                    <a:gd name="T9" fmla="*/ 36 h 36"/>
                    <a:gd name="T10" fmla="*/ 11 w 35"/>
                    <a:gd name="T11" fmla="*/ 21 h 36"/>
                    <a:gd name="T12" fmla="*/ 14 w 35"/>
                    <a:gd name="T13" fmla="*/ 21 h 36"/>
                    <a:gd name="T14" fmla="*/ 17 w 35"/>
                    <a:gd name="T15" fmla="*/ 22 h 36"/>
                    <a:gd name="T16" fmla="*/ 21 w 35"/>
                    <a:gd name="T17" fmla="*/ 26 h 36"/>
                    <a:gd name="T18" fmla="*/ 24 w 35"/>
                    <a:gd name="T19" fmla="*/ 36 h 36"/>
                    <a:gd name="T20" fmla="*/ 32 w 35"/>
                    <a:gd name="T21" fmla="*/ 36 h 36"/>
                    <a:gd name="T22" fmla="*/ 27 w 35"/>
                    <a:gd name="T23" fmla="*/ 24 h 36"/>
                    <a:gd name="T24" fmla="*/ 24 w 35"/>
                    <a:gd name="T25" fmla="*/ 21 h 36"/>
                    <a:gd name="T26" fmla="*/ 32 w 35"/>
                    <a:gd name="T27" fmla="*/ 17 h 36"/>
                    <a:gd name="T28" fmla="*/ 35 w 35"/>
                    <a:gd name="T29" fmla="*/ 9 h 36"/>
                    <a:gd name="T30" fmla="*/ 34 w 35"/>
                    <a:gd name="T31" fmla="*/ 4 h 36"/>
                    <a:gd name="T32" fmla="*/ 30 w 35"/>
                    <a:gd name="T33" fmla="*/ 1 h 36"/>
                    <a:gd name="T34" fmla="*/ 27 w 35"/>
                    <a:gd name="T35" fmla="*/ 13 h 36"/>
                    <a:gd name="T36" fmla="*/ 24 w 35"/>
                    <a:gd name="T37" fmla="*/ 15 h 36"/>
                    <a:gd name="T38" fmla="*/ 16 w 35"/>
                    <a:gd name="T39" fmla="*/ 16 h 36"/>
                    <a:gd name="T40" fmla="*/ 12 w 35"/>
                    <a:gd name="T41" fmla="*/ 16 h 36"/>
                    <a:gd name="T42" fmla="*/ 14 w 35"/>
                    <a:gd name="T43" fmla="*/ 6 h 36"/>
                    <a:gd name="T44" fmla="*/ 22 w 35"/>
                    <a:gd name="T45" fmla="*/ 6 h 36"/>
                    <a:gd name="T46" fmla="*/ 26 w 35"/>
                    <a:gd name="T47" fmla="*/ 7 h 36"/>
                    <a:gd name="T48" fmla="*/ 28 w 35"/>
                    <a:gd name="T49" fmla="*/ 10 h 36"/>
                    <a:gd name="T50" fmla="*/ 27 w 35"/>
                    <a:gd name="T51" fmla="*/ 13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5" h="36">
                      <a:moveTo>
                        <a:pt x="30" y="1"/>
                      </a:moveTo>
                      <a:cubicBezTo>
                        <a:pt x="28" y="0"/>
                        <a:pt x="26" y="0"/>
                        <a:pt x="24" y="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8" y="36"/>
                        <a:pt x="8" y="36"/>
                        <a:pt x="8" y="36"/>
                      </a:cubicBezTo>
                      <a:cubicBezTo>
                        <a:pt x="11" y="21"/>
                        <a:pt x="11" y="21"/>
                        <a:pt x="11" y="21"/>
                      </a:cubicBezTo>
                      <a:cubicBezTo>
                        <a:pt x="14" y="21"/>
                        <a:pt x="14" y="21"/>
                        <a:pt x="14" y="21"/>
                      </a:cubicBezTo>
                      <a:cubicBezTo>
                        <a:pt x="15" y="21"/>
                        <a:pt x="17" y="21"/>
                        <a:pt x="17" y="22"/>
                      </a:cubicBezTo>
                      <a:cubicBezTo>
                        <a:pt x="18" y="22"/>
                        <a:pt x="20" y="24"/>
                        <a:pt x="21" y="26"/>
                      </a:cubicBezTo>
                      <a:cubicBezTo>
                        <a:pt x="22" y="31"/>
                        <a:pt x="24" y="34"/>
                        <a:pt x="24" y="36"/>
                      </a:cubicBezTo>
                      <a:cubicBezTo>
                        <a:pt x="32" y="36"/>
                        <a:pt x="32" y="36"/>
                        <a:pt x="32" y="36"/>
                      </a:cubicBezTo>
                      <a:cubicBezTo>
                        <a:pt x="30" y="31"/>
                        <a:pt x="28" y="27"/>
                        <a:pt x="27" y="24"/>
                      </a:cubicBezTo>
                      <a:cubicBezTo>
                        <a:pt x="26" y="23"/>
                        <a:pt x="25" y="21"/>
                        <a:pt x="24" y="21"/>
                      </a:cubicBezTo>
                      <a:cubicBezTo>
                        <a:pt x="28" y="20"/>
                        <a:pt x="30" y="19"/>
                        <a:pt x="32" y="17"/>
                      </a:cubicBezTo>
                      <a:cubicBezTo>
                        <a:pt x="34" y="15"/>
                        <a:pt x="35" y="13"/>
                        <a:pt x="35" y="9"/>
                      </a:cubicBezTo>
                      <a:cubicBezTo>
                        <a:pt x="35" y="7"/>
                        <a:pt x="34" y="6"/>
                        <a:pt x="34" y="4"/>
                      </a:cubicBezTo>
                      <a:cubicBezTo>
                        <a:pt x="33" y="3"/>
                        <a:pt x="31" y="2"/>
                        <a:pt x="30" y="1"/>
                      </a:cubicBezTo>
                      <a:close/>
                      <a:moveTo>
                        <a:pt x="27" y="13"/>
                      </a:moveTo>
                      <a:cubicBezTo>
                        <a:pt x="26" y="14"/>
                        <a:pt x="25" y="14"/>
                        <a:pt x="24" y="15"/>
                      </a:cubicBezTo>
                      <a:cubicBezTo>
                        <a:pt x="22" y="15"/>
                        <a:pt x="20" y="16"/>
                        <a:pt x="16" y="16"/>
                      </a:cubicBezTo>
                      <a:cubicBezTo>
                        <a:pt x="12" y="16"/>
                        <a:pt x="12" y="16"/>
                        <a:pt x="12" y="16"/>
                      </a:cubicBezTo>
                      <a:cubicBezTo>
                        <a:pt x="14" y="6"/>
                        <a:pt x="14" y="6"/>
                        <a:pt x="14" y="6"/>
                      </a:cubicBezTo>
                      <a:cubicBezTo>
                        <a:pt x="22" y="6"/>
                        <a:pt x="22" y="6"/>
                        <a:pt x="22" y="6"/>
                      </a:cubicBezTo>
                      <a:cubicBezTo>
                        <a:pt x="24" y="6"/>
                        <a:pt x="25" y="6"/>
                        <a:pt x="26" y="7"/>
                      </a:cubicBezTo>
                      <a:cubicBezTo>
                        <a:pt x="27" y="7"/>
                        <a:pt x="28" y="8"/>
                        <a:pt x="28" y="10"/>
                      </a:cubicBezTo>
                      <a:cubicBezTo>
                        <a:pt x="28" y="11"/>
                        <a:pt x="27" y="12"/>
                        <a:pt x="27" y="1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1" name="ïşľîḍé"/>
                <p:cNvSpPr/>
                <p:nvPr/>
              </p:nvSpPr>
              <p:spPr bwMode="auto">
                <a:xfrm>
                  <a:off x="8267701" y="3521075"/>
                  <a:ext cx="98425" cy="119063"/>
                </a:xfrm>
                <a:custGeom>
                  <a:avLst/>
                  <a:gdLst>
                    <a:gd name="T0" fmla="*/ 17 w 30"/>
                    <a:gd name="T1" fmla="*/ 5 h 36"/>
                    <a:gd name="T2" fmla="*/ 22 w 30"/>
                    <a:gd name="T3" fmla="*/ 7 h 36"/>
                    <a:gd name="T4" fmla="*/ 23 w 30"/>
                    <a:gd name="T5" fmla="*/ 11 h 36"/>
                    <a:gd name="T6" fmla="*/ 30 w 30"/>
                    <a:gd name="T7" fmla="*/ 10 h 36"/>
                    <a:gd name="T8" fmla="*/ 27 w 30"/>
                    <a:gd name="T9" fmla="*/ 3 h 36"/>
                    <a:gd name="T10" fmla="*/ 17 w 30"/>
                    <a:gd name="T11" fmla="*/ 0 h 36"/>
                    <a:gd name="T12" fmla="*/ 8 w 30"/>
                    <a:gd name="T13" fmla="*/ 3 h 36"/>
                    <a:gd name="T14" fmla="*/ 4 w 30"/>
                    <a:gd name="T15" fmla="*/ 10 h 36"/>
                    <a:gd name="T16" fmla="*/ 6 w 30"/>
                    <a:gd name="T17" fmla="*/ 14 h 36"/>
                    <a:gd name="T18" fmla="*/ 8 w 30"/>
                    <a:gd name="T19" fmla="*/ 18 h 36"/>
                    <a:gd name="T20" fmla="*/ 15 w 30"/>
                    <a:gd name="T21" fmla="*/ 21 h 36"/>
                    <a:gd name="T22" fmla="*/ 20 w 30"/>
                    <a:gd name="T23" fmla="*/ 23 h 36"/>
                    <a:gd name="T24" fmla="*/ 21 w 30"/>
                    <a:gd name="T25" fmla="*/ 26 h 36"/>
                    <a:gd name="T26" fmla="*/ 19 w 30"/>
                    <a:gd name="T27" fmla="*/ 29 h 36"/>
                    <a:gd name="T28" fmla="*/ 14 w 30"/>
                    <a:gd name="T29" fmla="*/ 30 h 36"/>
                    <a:gd name="T30" fmla="*/ 8 w 30"/>
                    <a:gd name="T31" fmla="*/ 28 h 36"/>
                    <a:gd name="T32" fmla="*/ 7 w 30"/>
                    <a:gd name="T33" fmla="*/ 24 h 36"/>
                    <a:gd name="T34" fmla="*/ 0 w 30"/>
                    <a:gd name="T35" fmla="*/ 24 h 36"/>
                    <a:gd name="T36" fmla="*/ 1 w 30"/>
                    <a:gd name="T37" fmla="*/ 30 h 36"/>
                    <a:gd name="T38" fmla="*/ 6 w 30"/>
                    <a:gd name="T39" fmla="*/ 35 h 36"/>
                    <a:gd name="T40" fmla="*/ 14 w 30"/>
                    <a:gd name="T41" fmla="*/ 36 h 36"/>
                    <a:gd name="T42" fmla="*/ 24 w 30"/>
                    <a:gd name="T43" fmla="*/ 33 h 36"/>
                    <a:gd name="T44" fmla="*/ 28 w 30"/>
                    <a:gd name="T45" fmla="*/ 25 h 36"/>
                    <a:gd name="T46" fmla="*/ 26 w 30"/>
                    <a:gd name="T47" fmla="*/ 19 h 36"/>
                    <a:gd name="T48" fmla="*/ 18 w 30"/>
                    <a:gd name="T49" fmla="*/ 14 h 36"/>
                    <a:gd name="T50" fmla="*/ 13 w 30"/>
                    <a:gd name="T51" fmla="*/ 12 h 36"/>
                    <a:gd name="T52" fmla="*/ 11 w 30"/>
                    <a:gd name="T53" fmla="*/ 9 h 36"/>
                    <a:gd name="T54" fmla="*/ 13 w 30"/>
                    <a:gd name="T55" fmla="*/ 6 h 36"/>
                    <a:gd name="T56" fmla="*/ 17 w 30"/>
                    <a:gd name="T57" fmla="*/ 5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30" h="36">
                      <a:moveTo>
                        <a:pt x="17" y="5"/>
                      </a:moveTo>
                      <a:cubicBezTo>
                        <a:pt x="19" y="5"/>
                        <a:pt x="21" y="6"/>
                        <a:pt x="22" y="7"/>
                      </a:cubicBezTo>
                      <a:cubicBezTo>
                        <a:pt x="23" y="8"/>
                        <a:pt x="23" y="9"/>
                        <a:pt x="23" y="11"/>
                      </a:cubicBezTo>
                      <a:cubicBezTo>
                        <a:pt x="30" y="10"/>
                        <a:pt x="30" y="10"/>
                        <a:pt x="30" y="10"/>
                      </a:cubicBezTo>
                      <a:cubicBezTo>
                        <a:pt x="30" y="7"/>
                        <a:pt x="29" y="4"/>
                        <a:pt x="27" y="3"/>
                      </a:cubicBezTo>
                      <a:cubicBezTo>
                        <a:pt x="24" y="1"/>
                        <a:pt x="21" y="0"/>
                        <a:pt x="17" y="0"/>
                      </a:cubicBezTo>
                      <a:cubicBezTo>
                        <a:pt x="13" y="0"/>
                        <a:pt x="10" y="1"/>
                        <a:pt x="8" y="3"/>
                      </a:cubicBezTo>
                      <a:cubicBezTo>
                        <a:pt x="5" y="5"/>
                        <a:pt x="4" y="7"/>
                        <a:pt x="4" y="10"/>
                      </a:cubicBezTo>
                      <a:cubicBezTo>
                        <a:pt x="4" y="12"/>
                        <a:pt x="5" y="13"/>
                        <a:pt x="6" y="14"/>
                      </a:cubicBezTo>
                      <a:cubicBezTo>
                        <a:pt x="6" y="16"/>
                        <a:pt x="7" y="17"/>
                        <a:pt x="8" y="18"/>
                      </a:cubicBezTo>
                      <a:cubicBezTo>
                        <a:pt x="10" y="18"/>
                        <a:pt x="12" y="19"/>
                        <a:pt x="15" y="21"/>
                      </a:cubicBezTo>
                      <a:cubicBezTo>
                        <a:pt x="17" y="22"/>
                        <a:pt x="19" y="23"/>
                        <a:pt x="20" y="23"/>
                      </a:cubicBezTo>
                      <a:cubicBezTo>
                        <a:pt x="20" y="24"/>
                        <a:pt x="21" y="25"/>
                        <a:pt x="21" y="26"/>
                      </a:cubicBezTo>
                      <a:cubicBezTo>
                        <a:pt x="21" y="27"/>
                        <a:pt x="20" y="28"/>
                        <a:pt x="19" y="29"/>
                      </a:cubicBezTo>
                      <a:cubicBezTo>
                        <a:pt x="18" y="30"/>
                        <a:pt x="16" y="30"/>
                        <a:pt x="14" y="30"/>
                      </a:cubicBezTo>
                      <a:cubicBezTo>
                        <a:pt x="11" y="30"/>
                        <a:pt x="9" y="30"/>
                        <a:pt x="8" y="28"/>
                      </a:cubicBezTo>
                      <a:cubicBezTo>
                        <a:pt x="8" y="28"/>
                        <a:pt x="7" y="26"/>
                        <a:pt x="7" y="24"/>
                      </a:cubicBezTo>
                      <a:cubicBezTo>
                        <a:pt x="0" y="24"/>
                        <a:pt x="0" y="24"/>
                        <a:pt x="0" y="24"/>
                      </a:cubicBezTo>
                      <a:cubicBezTo>
                        <a:pt x="0" y="27"/>
                        <a:pt x="0" y="29"/>
                        <a:pt x="1" y="30"/>
                      </a:cubicBezTo>
                      <a:cubicBezTo>
                        <a:pt x="2" y="32"/>
                        <a:pt x="4" y="34"/>
                        <a:pt x="6" y="35"/>
                      </a:cubicBezTo>
                      <a:cubicBezTo>
                        <a:pt x="8" y="36"/>
                        <a:pt x="11" y="36"/>
                        <a:pt x="14" y="36"/>
                      </a:cubicBezTo>
                      <a:cubicBezTo>
                        <a:pt x="18" y="36"/>
                        <a:pt x="22" y="35"/>
                        <a:pt x="24" y="33"/>
                      </a:cubicBezTo>
                      <a:cubicBezTo>
                        <a:pt x="27" y="31"/>
                        <a:pt x="28" y="28"/>
                        <a:pt x="28" y="25"/>
                      </a:cubicBezTo>
                      <a:cubicBezTo>
                        <a:pt x="28" y="22"/>
                        <a:pt x="27" y="20"/>
                        <a:pt x="26" y="19"/>
                      </a:cubicBezTo>
                      <a:cubicBezTo>
                        <a:pt x="25" y="18"/>
                        <a:pt x="22" y="16"/>
                        <a:pt x="18" y="14"/>
                      </a:cubicBezTo>
                      <a:cubicBezTo>
                        <a:pt x="15" y="13"/>
                        <a:pt x="13" y="12"/>
                        <a:pt x="13" y="12"/>
                      </a:cubicBezTo>
                      <a:cubicBezTo>
                        <a:pt x="12" y="11"/>
                        <a:pt x="11" y="10"/>
                        <a:pt x="11" y="9"/>
                      </a:cubicBezTo>
                      <a:cubicBezTo>
                        <a:pt x="11" y="8"/>
                        <a:pt x="12" y="7"/>
                        <a:pt x="13" y="6"/>
                      </a:cubicBezTo>
                      <a:cubicBezTo>
                        <a:pt x="14" y="6"/>
                        <a:pt x="15" y="5"/>
                        <a:pt x="17" y="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2" name="îṩľîďe"/>
                <p:cNvSpPr/>
                <p:nvPr/>
              </p:nvSpPr>
              <p:spPr bwMode="auto">
                <a:xfrm>
                  <a:off x="8374063" y="3521075"/>
                  <a:ext cx="46038" cy="119063"/>
                </a:xfrm>
                <a:custGeom>
                  <a:avLst/>
                  <a:gdLst>
                    <a:gd name="T0" fmla="*/ 0 w 29"/>
                    <a:gd name="T1" fmla="*/ 75 h 75"/>
                    <a:gd name="T2" fmla="*/ 14 w 29"/>
                    <a:gd name="T3" fmla="*/ 75 h 75"/>
                    <a:gd name="T4" fmla="*/ 29 w 29"/>
                    <a:gd name="T5" fmla="*/ 0 h 75"/>
                    <a:gd name="T6" fmla="*/ 14 w 29"/>
                    <a:gd name="T7" fmla="*/ 0 h 75"/>
                    <a:gd name="T8" fmla="*/ 0 w 29"/>
                    <a:gd name="T9" fmla="*/ 75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75">
                      <a:moveTo>
                        <a:pt x="0" y="75"/>
                      </a:moveTo>
                      <a:lnTo>
                        <a:pt x="14" y="75"/>
                      </a:lnTo>
                      <a:lnTo>
                        <a:pt x="29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3" name="iS1idè"/>
                <p:cNvSpPr/>
                <p:nvPr/>
              </p:nvSpPr>
              <p:spPr bwMode="auto">
                <a:xfrm>
                  <a:off x="8432801" y="3521075"/>
                  <a:ext cx="95250" cy="119063"/>
                </a:xfrm>
                <a:custGeom>
                  <a:avLst/>
                  <a:gdLst>
                    <a:gd name="T0" fmla="*/ 0 w 60"/>
                    <a:gd name="T1" fmla="*/ 12 h 75"/>
                    <a:gd name="T2" fmla="*/ 21 w 60"/>
                    <a:gd name="T3" fmla="*/ 12 h 75"/>
                    <a:gd name="T4" fmla="*/ 8 w 60"/>
                    <a:gd name="T5" fmla="*/ 75 h 75"/>
                    <a:gd name="T6" fmla="*/ 23 w 60"/>
                    <a:gd name="T7" fmla="*/ 75 h 75"/>
                    <a:gd name="T8" fmla="*/ 35 w 60"/>
                    <a:gd name="T9" fmla="*/ 12 h 75"/>
                    <a:gd name="T10" fmla="*/ 58 w 60"/>
                    <a:gd name="T11" fmla="*/ 12 h 75"/>
                    <a:gd name="T12" fmla="*/ 60 w 60"/>
                    <a:gd name="T13" fmla="*/ 0 h 75"/>
                    <a:gd name="T14" fmla="*/ 2 w 60"/>
                    <a:gd name="T15" fmla="*/ 0 h 75"/>
                    <a:gd name="T16" fmla="*/ 0 w 60"/>
                    <a:gd name="T17" fmla="*/ 12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0" h="75">
                      <a:moveTo>
                        <a:pt x="0" y="12"/>
                      </a:moveTo>
                      <a:lnTo>
                        <a:pt x="21" y="12"/>
                      </a:lnTo>
                      <a:lnTo>
                        <a:pt x="8" y="75"/>
                      </a:lnTo>
                      <a:lnTo>
                        <a:pt x="23" y="75"/>
                      </a:lnTo>
                      <a:lnTo>
                        <a:pt x="35" y="12"/>
                      </a:lnTo>
                      <a:lnTo>
                        <a:pt x="58" y="12"/>
                      </a:lnTo>
                      <a:lnTo>
                        <a:pt x="60" y="0"/>
                      </a:lnTo>
                      <a:lnTo>
                        <a:pt x="2" y="0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4" name="iṣḷîḋe"/>
                <p:cNvSpPr/>
                <p:nvPr/>
              </p:nvSpPr>
              <p:spPr bwMode="auto">
                <a:xfrm>
                  <a:off x="8531226" y="3521075"/>
                  <a:ext cx="109538" cy="119063"/>
                </a:xfrm>
                <a:custGeom>
                  <a:avLst/>
                  <a:gdLst>
                    <a:gd name="T0" fmla="*/ 25 w 33"/>
                    <a:gd name="T1" fmla="*/ 0 h 36"/>
                    <a:gd name="T2" fmla="*/ 19 w 33"/>
                    <a:gd name="T3" fmla="*/ 7 h 36"/>
                    <a:gd name="T4" fmla="*/ 16 w 33"/>
                    <a:gd name="T5" fmla="*/ 12 h 36"/>
                    <a:gd name="T6" fmla="*/ 14 w 33"/>
                    <a:gd name="T7" fmla="*/ 15 h 36"/>
                    <a:gd name="T8" fmla="*/ 12 w 33"/>
                    <a:gd name="T9" fmla="*/ 10 h 36"/>
                    <a:gd name="T10" fmla="*/ 8 w 33"/>
                    <a:gd name="T11" fmla="*/ 0 h 36"/>
                    <a:gd name="T12" fmla="*/ 0 w 33"/>
                    <a:gd name="T13" fmla="*/ 0 h 36"/>
                    <a:gd name="T14" fmla="*/ 10 w 33"/>
                    <a:gd name="T15" fmla="*/ 22 h 36"/>
                    <a:gd name="T16" fmla="*/ 7 w 33"/>
                    <a:gd name="T17" fmla="*/ 36 h 36"/>
                    <a:gd name="T18" fmla="*/ 14 w 33"/>
                    <a:gd name="T19" fmla="*/ 36 h 36"/>
                    <a:gd name="T20" fmla="*/ 17 w 33"/>
                    <a:gd name="T21" fmla="*/ 23 h 36"/>
                    <a:gd name="T22" fmla="*/ 33 w 33"/>
                    <a:gd name="T23" fmla="*/ 0 h 36"/>
                    <a:gd name="T24" fmla="*/ 25 w 33"/>
                    <a:gd name="T25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33" h="36">
                      <a:moveTo>
                        <a:pt x="25" y="0"/>
                      </a:moveTo>
                      <a:cubicBezTo>
                        <a:pt x="19" y="7"/>
                        <a:pt x="19" y="7"/>
                        <a:pt x="19" y="7"/>
                      </a:cubicBezTo>
                      <a:cubicBezTo>
                        <a:pt x="16" y="12"/>
                        <a:pt x="16" y="12"/>
                        <a:pt x="16" y="12"/>
                      </a:cubicBezTo>
                      <a:cubicBezTo>
                        <a:pt x="15" y="13"/>
                        <a:pt x="15" y="14"/>
                        <a:pt x="14" y="15"/>
                      </a:cubicBezTo>
                      <a:cubicBezTo>
                        <a:pt x="14" y="14"/>
                        <a:pt x="13" y="13"/>
                        <a:pt x="12" y="1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0" y="22"/>
                        <a:pt x="10" y="22"/>
                        <a:pt x="10" y="22"/>
                      </a:cubicBezTo>
                      <a:cubicBezTo>
                        <a:pt x="7" y="36"/>
                        <a:pt x="7" y="36"/>
                        <a:pt x="7" y="36"/>
                      </a:cubicBezTo>
                      <a:cubicBezTo>
                        <a:pt x="14" y="36"/>
                        <a:pt x="14" y="36"/>
                        <a:pt x="14" y="36"/>
                      </a:cubicBezTo>
                      <a:cubicBezTo>
                        <a:pt x="17" y="23"/>
                        <a:pt x="17" y="23"/>
                        <a:pt x="17" y="23"/>
                      </a:cubicBezTo>
                      <a:cubicBezTo>
                        <a:pt x="33" y="0"/>
                        <a:pt x="33" y="0"/>
                        <a:pt x="33" y="0"/>
                      </a:cubicBezTo>
                      <a:lnTo>
                        <a:pt x="2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</p:grpSp>
      </p:grpSp>
      <p:cxnSp>
        <p:nvCxnSpPr>
          <p:cNvPr id="4" name="直线连接符 3"/>
          <p:cNvCxnSpPr/>
          <p:nvPr userDrawn="1"/>
        </p:nvCxnSpPr>
        <p:spPr>
          <a:xfrm>
            <a:off x="0" y="1016000"/>
            <a:ext cx="12192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0" name="图片 109" descr="图片包含 天空, 户外, 建筑物, 日落&#10;&#10;描述已自动生成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9500" l="10000" r="98000">
                        <a14:foregroundMark x1="45583" y1="28625" x2="72750" y2="47875"/>
                        <a14:foregroundMark x1="72750" y1="47875" x2="79000" y2="48875"/>
                        <a14:foregroundMark x1="79000" y1="48875" x2="87083" y2="44750"/>
                        <a14:foregroundMark x1="87083" y1="44750" x2="89333" y2="42875"/>
                        <a14:foregroundMark x1="49697" y1="28104" x2="51500" y2="30625"/>
                        <a14:foregroundMark x1="46583" y1="23750" x2="49595" y2="27961"/>
                        <a14:foregroundMark x1="46917" y1="21000" x2="48333" y2="17125"/>
                        <a14:foregroundMark x1="62917" y1="48125" x2="65250" y2="51750"/>
                        <a14:foregroundMark x1="65250" y1="51750" x2="86750" y2="67750"/>
                        <a14:foregroundMark x1="94417" y1="36500" x2="92917" y2="90875"/>
                        <a14:foregroundMark x1="98000" y1="30875" x2="91667" y2="84250"/>
                        <a14:foregroundMark x1="91667" y1="84250" x2="91333" y2="85500"/>
                        <a14:foregroundMark x1="70000" y1="67000" x2="89333" y2="84250"/>
                        <a14:foregroundMark x1="89333" y1="84250" x2="89333" y2="84250"/>
                        <a14:foregroundMark x1="70500" y1="67000" x2="66333" y2="64125"/>
                        <a14:foregroundMark x1="66333" y1="64125" x2="59333" y2="53500"/>
                        <a14:foregroundMark x1="79333" y1="90625" x2="80167" y2="96250"/>
                        <a14:foregroundMark x1="80167" y1="96250" x2="85167" y2="96625"/>
                        <a14:foregroundMark x1="85167" y1="96625" x2="88083" y2="94625"/>
                        <a14:foregroundMark x1="88083" y1="94625" x2="88167" y2="94625"/>
                        <a14:foregroundMark x1="96750" y1="97500" x2="76750" y2="99500"/>
                        <a14:foregroundMark x1="77799" y1="89875" x2="77667" y2="86250"/>
                        <a14:foregroundMark x1="77984" y1="94938" x2="77927" y2="93375"/>
                        <a14:foregroundMark x1="78000" y1="95375" x2="78056" y2="96909"/>
                        <a14:foregroundMark x1="68667" y1="40875" x2="68417" y2="41125"/>
                        <a14:backgroundMark x1="77667" y1="89875" x2="77667" y2="93375"/>
                        <a14:backgroundMark x1="77833" y1="95625" x2="78167" y2="90625"/>
                        <a14:backgroundMark x1="78500" y1="96125" x2="79000" y2="90375"/>
                        <a14:backgroundMark x1="19833" y1="30625" x2="46417" y2="71000"/>
                        <a14:backgroundMark x1="46417" y1="71000" x2="46417" y2="71000"/>
                        <a14:backgroundMark x1="17000" y1="72500" x2="23583" y2="72625"/>
                        <a14:backgroundMark x1="23583" y1="72625" x2="37833" y2="71875"/>
                        <a14:backgroundMark x1="37833" y1="71875" x2="57167" y2="75375"/>
                        <a14:backgroundMark x1="61667" y1="37000" x2="62000" y2="37375"/>
                        <a14:backgroundMark x1="66667" y1="39375" x2="66917" y2="39750"/>
                        <a14:backgroundMark x1="50917" y1="27125" x2="51000" y2="27625"/>
                      </a14:backgroundRemoval>
                    </a14:imgEffect>
                    <a14:imgEffect>
                      <a14:brightnessContrast bright="72000"/>
                    </a14:imgEffect>
                    <a14:imgEffect>
                      <a14:colorTemperature colorTemp="9660"/>
                    </a14:imgEffect>
                    <a14:imgEffect>
                      <a14:saturation sat="11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8743" t="8413"/>
          <a:stretch>
            <a:fillRect/>
          </a:stretch>
        </p:blipFill>
        <p:spPr>
          <a:xfrm flipH="1">
            <a:off x="-1" y="60500"/>
            <a:ext cx="958611" cy="955500"/>
          </a:xfrm>
          <a:prstGeom prst="rect">
            <a:avLst/>
          </a:prstGeom>
        </p:spPr>
      </p:pic>
      <p:sp>
        <p:nvSpPr>
          <p:cNvPr id="113" name="图片占位符 4"/>
          <p:cNvSpPr>
            <a:spLocks noGrp="1"/>
          </p:cNvSpPr>
          <p:nvPr>
            <p:ph type="pic" sz="quarter" idx="10"/>
          </p:nvPr>
        </p:nvSpPr>
        <p:spPr>
          <a:xfrm>
            <a:off x="803275" y="1255713"/>
            <a:ext cx="3344863" cy="3084512"/>
          </a:xfrm>
          <a:prstGeom prst="rect">
            <a:avLst/>
          </a:prstGeom>
        </p:spPr>
        <p:txBody>
          <a:bodyPr/>
          <a:lstStyle/>
          <a:p>
            <a:endParaRPr kumimoji="1" lang="zh-CN" altLang="en-US" dirty="0"/>
          </a:p>
        </p:txBody>
      </p:sp>
      <p:sp>
        <p:nvSpPr>
          <p:cNvPr id="120" name="图片占位符 4"/>
          <p:cNvSpPr>
            <a:spLocks noGrp="1"/>
          </p:cNvSpPr>
          <p:nvPr>
            <p:ph type="pic" sz="quarter" idx="11"/>
          </p:nvPr>
        </p:nvSpPr>
        <p:spPr>
          <a:xfrm>
            <a:off x="4423568" y="1255713"/>
            <a:ext cx="3344863" cy="3084512"/>
          </a:xfrm>
          <a:prstGeom prst="rect">
            <a:avLst/>
          </a:prstGeom>
        </p:spPr>
        <p:txBody>
          <a:bodyPr/>
          <a:lstStyle/>
          <a:p>
            <a:endParaRPr kumimoji="1" lang="zh-CN" altLang="en-US" dirty="0"/>
          </a:p>
        </p:txBody>
      </p:sp>
      <p:sp>
        <p:nvSpPr>
          <p:cNvPr id="121" name="图片占位符 4"/>
          <p:cNvSpPr>
            <a:spLocks noGrp="1"/>
          </p:cNvSpPr>
          <p:nvPr>
            <p:ph type="pic" sz="quarter" idx="12"/>
          </p:nvPr>
        </p:nvSpPr>
        <p:spPr>
          <a:xfrm>
            <a:off x="8043861" y="1255713"/>
            <a:ext cx="3344863" cy="3084512"/>
          </a:xfrm>
          <a:prstGeom prst="rect">
            <a:avLst/>
          </a:prstGeom>
        </p:spPr>
        <p:txBody>
          <a:bodyPr/>
          <a:lstStyle/>
          <a:p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四张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组合 110"/>
          <p:cNvGrpSpPr/>
          <p:nvPr userDrawn="1"/>
        </p:nvGrpSpPr>
        <p:grpSpPr>
          <a:xfrm flipH="1">
            <a:off x="5208336" y="4040440"/>
            <a:ext cx="804808" cy="2020022"/>
            <a:chOff x="803275" y="1324069"/>
            <a:chExt cx="804808" cy="2020022"/>
          </a:xfrm>
        </p:grpSpPr>
        <p:sp>
          <p:nvSpPr>
            <p:cNvPr id="112" name="矩形 111"/>
            <p:cNvSpPr/>
            <p:nvPr/>
          </p:nvSpPr>
          <p:spPr>
            <a:xfrm>
              <a:off x="803275" y="1324069"/>
              <a:ext cx="804808" cy="2020022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/>
            </a:bodyPr>
            <a:lstStyle/>
            <a:p>
              <a:pPr algn="l">
                <a:lnSpc>
                  <a:spcPct val="130000"/>
                </a:lnSpc>
              </a:pPr>
              <a:endPara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113" name="直线连接符 112"/>
            <p:cNvCxnSpPr/>
            <p:nvPr/>
          </p:nvCxnSpPr>
          <p:spPr>
            <a:xfrm>
              <a:off x="806746" y="1375471"/>
              <a:ext cx="684965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线连接符 116"/>
            <p:cNvCxnSpPr/>
            <p:nvPr/>
          </p:nvCxnSpPr>
          <p:spPr>
            <a:xfrm>
              <a:off x="806746" y="3293388"/>
              <a:ext cx="684965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线连接符 117"/>
            <p:cNvCxnSpPr/>
            <p:nvPr/>
          </p:nvCxnSpPr>
          <p:spPr>
            <a:xfrm>
              <a:off x="857416" y="1324069"/>
              <a:ext cx="0" cy="2020022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9" name="组合 118"/>
          <p:cNvGrpSpPr/>
          <p:nvPr userDrawn="1"/>
        </p:nvGrpSpPr>
        <p:grpSpPr>
          <a:xfrm flipH="1">
            <a:off x="10599834" y="4040440"/>
            <a:ext cx="804808" cy="2020022"/>
            <a:chOff x="803275" y="1324069"/>
            <a:chExt cx="804808" cy="2020022"/>
          </a:xfrm>
        </p:grpSpPr>
        <p:sp>
          <p:nvSpPr>
            <p:cNvPr id="120" name="矩形 119"/>
            <p:cNvSpPr/>
            <p:nvPr/>
          </p:nvSpPr>
          <p:spPr>
            <a:xfrm>
              <a:off x="803275" y="1324069"/>
              <a:ext cx="804808" cy="2020022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/>
            </a:bodyPr>
            <a:lstStyle/>
            <a:p>
              <a:pPr algn="l">
                <a:lnSpc>
                  <a:spcPct val="130000"/>
                </a:lnSpc>
              </a:pPr>
              <a:endPara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121" name="直线连接符 120"/>
            <p:cNvCxnSpPr/>
            <p:nvPr/>
          </p:nvCxnSpPr>
          <p:spPr>
            <a:xfrm>
              <a:off x="806746" y="1375471"/>
              <a:ext cx="684965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线连接符 121"/>
            <p:cNvCxnSpPr/>
            <p:nvPr/>
          </p:nvCxnSpPr>
          <p:spPr>
            <a:xfrm>
              <a:off x="806746" y="3293388"/>
              <a:ext cx="684965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线连接符 122"/>
            <p:cNvCxnSpPr/>
            <p:nvPr/>
          </p:nvCxnSpPr>
          <p:spPr>
            <a:xfrm>
              <a:off x="857416" y="1324069"/>
              <a:ext cx="0" cy="2020022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4" name="组合 123"/>
          <p:cNvGrpSpPr/>
          <p:nvPr userDrawn="1"/>
        </p:nvGrpSpPr>
        <p:grpSpPr>
          <a:xfrm>
            <a:off x="6187279" y="1324069"/>
            <a:ext cx="804808" cy="2020022"/>
            <a:chOff x="803275" y="1324069"/>
            <a:chExt cx="804808" cy="2020022"/>
          </a:xfrm>
        </p:grpSpPr>
        <p:sp>
          <p:nvSpPr>
            <p:cNvPr id="125" name="矩形 124"/>
            <p:cNvSpPr/>
            <p:nvPr/>
          </p:nvSpPr>
          <p:spPr>
            <a:xfrm>
              <a:off x="803275" y="1324069"/>
              <a:ext cx="804808" cy="2020022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/>
            </a:bodyPr>
            <a:lstStyle/>
            <a:p>
              <a:pPr algn="l">
                <a:lnSpc>
                  <a:spcPct val="130000"/>
                </a:lnSpc>
              </a:pPr>
              <a:endPara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126" name="直线连接符 125"/>
            <p:cNvCxnSpPr/>
            <p:nvPr/>
          </p:nvCxnSpPr>
          <p:spPr>
            <a:xfrm>
              <a:off x="806746" y="1375471"/>
              <a:ext cx="684965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线连接符 126"/>
            <p:cNvCxnSpPr/>
            <p:nvPr/>
          </p:nvCxnSpPr>
          <p:spPr>
            <a:xfrm>
              <a:off x="806746" y="3293388"/>
              <a:ext cx="684965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线连接符 127"/>
            <p:cNvCxnSpPr/>
            <p:nvPr/>
          </p:nvCxnSpPr>
          <p:spPr>
            <a:xfrm>
              <a:off x="857416" y="1324069"/>
              <a:ext cx="0" cy="2020022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9" name="组合 128"/>
          <p:cNvGrpSpPr/>
          <p:nvPr userDrawn="1"/>
        </p:nvGrpSpPr>
        <p:grpSpPr>
          <a:xfrm>
            <a:off x="795392" y="1324069"/>
            <a:ext cx="804808" cy="2020022"/>
            <a:chOff x="803275" y="1324069"/>
            <a:chExt cx="804808" cy="2020022"/>
          </a:xfrm>
        </p:grpSpPr>
        <p:sp>
          <p:nvSpPr>
            <p:cNvPr id="130" name="矩形 129"/>
            <p:cNvSpPr/>
            <p:nvPr/>
          </p:nvSpPr>
          <p:spPr>
            <a:xfrm>
              <a:off x="803275" y="1324069"/>
              <a:ext cx="804808" cy="2020022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/>
            </a:bodyPr>
            <a:lstStyle/>
            <a:p>
              <a:pPr algn="l">
                <a:lnSpc>
                  <a:spcPct val="130000"/>
                </a:lnSpc>
              </a:pPr>
              <a:endPara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131" name="直线连接符 130"/>
            <p:cNvCxnSpPr/>
            <p:nvPr/>
          </p:nvCxnSpPr>
          <p:spPr>
            <a:xfrm>
              <a:off x="806746" y="1375471"/>
              <a:ext cx="684965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线连接符 131"/>
            <p:cNvCxnSpPr/>
            <p:nvPr/>
          </p:nvCxnSpPr>
          <p:spPr>
            <a:xfrm>
              <a:off x="806746" y="3293388"/>
              <a:ext cx="684965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线连接符 132"/>
            <p:cNvCxnSpPr/>
            <p:nvPr/>
          </p:nvCxnSpPr>
          <p:spPr>
            <a:xfrm>
              <a:off x="857416" y="1324069"/>
              <a:ext cx="0" cy="2020022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3275" y="393486"/>
            <a:ext cx="8970989" cy="663575"/>
          </a:xfrm>
          <a:prstGeom prst="rect">
            <a:avLst/>
          </a:prstGeom>
        </p:spPr>
        <p:txBody>
          <a:bodyPr lIns="0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245" name="组合 244"/>
          <p:cNvGrpSpPr/>
          <p:nvPr userDrawn="1"/>
        </p:nvGrpSpPr>
        <p:grpSpPr>
          <a:xfrm>
            <a:off x="9895088" y="468793"/>
            <a:ext cx="1480571" cy="458860"/>
            <a:chOff x="2558030" y="228446"/>
            <a:chExt cx="6774643" cy="2099603"/>
          </a:xfrm>
        </p:grpSpPr>
        <p:grpSp>
          <p:nvGrpSpPr>
            <p:cNvPr id="246" name="íšḻîďê"/>
            <p:cNvGrpSpPr/>
            <p:nvPr userDrawn="1"/>
          </p:nvGrpSpPr>
          <p:grpSpPr>
            <a:xfrm>
              <a:off x="2558030" y="228446"/>
              <a:ext cx="2085857" cy="2099603"/>
              <a:chOff x="3551238" y="3067050"/>
              <a:chExt cx="722313" cy="727075"/>
            </a:xfrm>
          </p:grpSpPr>
          <p:sp>
            <p:nvSpPr>
              <p:cNvPr id="276" name="ïş1íḍê"/>
              <p:cNvSpPr/>
              <p:nvPr/>
            </p:nvSpPr>
            <p:spPr bwMode="auto">
              <a:xfrm>
                <a:off x="3575051" y="3087688"/>
                <a:ext cx="673100" cy="679450"/>
              </a:xfrm>
              <a:custGeom>
                <a:avLst/>
                <a:gdLst>
                  <a:gd name="T0" fmla="*/ 102 w 204"/>
                  <a:gd name="T1" fmla="*/ 0 h 204"/>
                  <a:gd name="T2" fmla="*/ 204 w 204"/>
                  <a:gd name="T3" fmla="*/ 102 h 204"/>
                  <a:gd name="T4" fmla="*/ 102 w 204"/>
                  <a:gd name="T5" fmla="*/ 204 h 204"/>
                  <a:gd name="T6" fmla="*/ 0 w 204"/>
                  <a:gd name="T7" fmla="*/ 102 h 204"/>
                  <a:gd name="T8" fmla="*/ 102 w 204"/>
                  <a:gd name="T9" fmla="*/ 0 h 204"/>
                  <a:gd name="T10" fmla="*/ 102 w 204"/>
                  <a:gd name="T11" fmla="*/ 25 h 204"/>
                  <a:gd name="T12" fmla="*/ 24 w 204"/>
                  <a:gd name="T13" fmla="*/ 103 h 204"/>
                  <a:gd name="T14" fmla="*/ 102 w 204"/>
                  <a:gd name="T15" fmla="*/ 181 h 204"/>
                  <a:gd name="T16" fmla="*/ 180 w 204"/>
                  <a:gd name="T17" fmla="*/ 103 h 204"/>
                  <a:gd name="T18" fmla="*/ 102 w 204"/>
                  <a:gd name="T19" fmla="*/ 25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4" h="204">
                    <a:moveTo>
                      <a:pt x="102" y="0"/>
                    </a:moveTo>
                    <a:cubicBezTo>
                      <a:pt x="159" y="0"/>
                      <a:pt x="204" y="46"/>
                      <a:pt x="204" y="102"/>
                    </a:cubicBezTo>
                    <a:cubicBezTo>
                      <a:pt x="204" y="158"/>
                      <a:pt x="159" y="204"/>
                      <a:pt x="102" y="204"/>
                    </a:cubicBezTo>
                    <a:cubicBezTo>
                      <a:pt x="46" y="204"/>
                      <a:pt x="0" y="158"/>
                      <a:pt x="0" y="102"/>
                    </a:cubicBezTo>
                    <a:cubicBezTo>
                      <a:pt x="0" y="46"/>
                      <a:pt x="46" y="0"/>
                      <a:pt x="102" y="0"/>
                    </a:cubicBezTo>
                    <a:close/>
                    <a:moveTo>
                      <a:pt x="102" y="25"/>
                    </a:moveTo>
                    <a:cubicBezTo>
                      <a:pt x="59" y="25"/>
                      <a:pt x="24" y="60"/>
                      <a:pt x="24" y="103"/>
                    </a:cubicBezTo>
                    <a:cubicBezTo>
                      <a:pt x="24" y="146"/>
                      <a:pt x="59" y="181"/>
                      <a:pt x="102" y="181"/>
                    </a:cubicBezTo>
                    <a:cubicBezTo>
                      <a:pt x="145" y="181"/>
                      <a:pt x="180" y="146"/>
                      <a:pt x="180" y="103"/>
                    </a:cubicBezTo>
                    <a:cubicBezTo>
                      <a:pt x="180" y="60"/>
                      <a:pt x="145" y="25"/>
                      <a:pt x="102" y="25"/>
                    </a:cubicBezTo>
                    <a:close/>
                  </a:path>
                </a:pathLst>
              </a:custGeom>
              <a:solidFill>
                <a:srgbClr val="0052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7" name="íšḻïḍè"/>
              <p:cNvSpPr/>
              <p:nvPr/>
            </p:nvSpPr>
            <p:spPr bwMode="auto">
              <a:xfrm>
                <a:off x="3621088" y="3103563"/>
                <a:ext cx="584200" cy="203200"/>
              </a:xfrm>
              <a:custGeom>
                <a:avLst/>
                <a:gdLst>
                  <a:gd name="T0" fmla="*/ 8 w 177"/>
                  <a:gd name="T1" fmla="*/ 53 h 61"/>
                  <a:gd name="T2" fmla="*/ 0 w 177"/>
                  <a:gd name="T3" fmla="*/ 56 h 61"/>
                  <a:gd name="T4" fmla="*/ 5 w 177"/>
                  <a:gd name="T5" fmla="*/ 52 h 61"/>
                  <a:gd name="T6" fmla="*/ 4 w 177"/>
                  <a:gd name="T7" fmla="*/ 50 h 61"/>
                  <a:gd name="T8" fmla="*/ 5 w 177"/>
                  <a:gd name="T9" fmla="*/ 48 h 61"/>
                  <a:gd name="T10" fmla="*/ 10 w 177"/>
                  <a:gd name="T11" fmla="*/ 41 h 61"/>
                  <a:gd name="T12" fmla="*/ 17 w 177"/>
                  <a:gd name="T13" fmla="*/ 50 h 61"/>
                  <a:gd name="T14" fmla="*/ 14 w 177"/>
                  <a:gd name="T15" fmla="*/ 35 h 61"/>
                  <a:gd name="T16" fmla="*/ 23 w 177"/>
                  <a:gd name="T17" fmla="*/ 46 h 61"/>
                  <a:gd name="T18" fmla="*/ 31 w 177"/>
                  <a:gd name="T19" fmla="*/ 38 h 61"/>
                  <a:gd name="T20" fmla="*/ 29 w 177"/>
                  <a:gd name="T21" fmla="*/ 40 h 61"/>
                  <a:gd name="T22" fmla="*/ 18 w 177"/>
                  <a:gd name="T23" fmla="*/ 32 h 61"/>
                  <a:gd name="T24" fmla="*/ 19 w 177"/>
                  <a:gd name="T25" fmla="*/ 30 h 61"/>
                  <a:gd name="T26" fmla="*/ 21 w 177"/>
                  <a:gd name="T27" fmla="*/ 27 h 61"/>
                  <a:gd name="T28" fmla="*/ 41 w 177"/>
                  <a:gd name="T29" fmla="*/ 29 h 61"/>
                  <a:gd name="T30" fmla="*/ 43 w 177"/>
                  <a:gd name="T31" fmla="*/ 29 h 61"/>
                  <a:gd name="T32" fmla="*/ 35 w 177"/>
                  <a:gd name="T33" fmla="*/ 35 h 61"/>
                  <a:gd name="T34" fmla="*/ 31 w 177"/>
                  <a:gd name="T35" fmla="*/ 21 h 61"/>
                  <a:gd name="T36" fmla="*/ 46 w 177"/>
                  <a:gd name="T37" fmla="*/ 11 h 61"/>
                  <a:gd name="T38" fmla="*/ 47 w 177"/>
                  <a:gd name="T39" fmla="*/ 11 h 61"/>
                  <a:gd name="T40" fmla="*/ 47 w 177"/>
                  <a:gd name="T41" fmla="*/ 26 h 61"/>
                  <a:gd name="T42" fmla="*/ 39 w 177"/>
                  <a:gd name="T43" fmla="*/ 15 h 61"/>
                  <a:gd name="T44" fmla="*/ 72 w 177"/>
                  <a:gd name="T45" fmla="*/ 16 h 61"/>
                  <a:gd name="T46" fmla="*/ 71 w 177"/>
                  <a:gd name="T47" fmla="*/ 2 h 61"/>
                  <a:gd name="T48" fmla="*/ 65 w 177"/>
                  <a:gd name="T49" fmla="*/ 15 h 61"/>
                  <a:gd name="T50" fmla="*/ 64 w 177"/>
                  <a:gd name="T51" fmla="*/ 4 h 61"/>
                  <a:gd name="T52" fmla="*/ 84 w 177"/>
                  <a:gd name="T53" fmla="*/ 1 h 61"/>
                  <a:gd name="T54" fmla="*/ 84 w 177"/>
                  <a:gd name="T55" fmla="*/ 1 h 61"/>
                  <a:gd name="T56" fmla="*/ 78 w 177"/>
                  <a:gd name="T57" fmla="*/ 16 h 61"/>
                  <a:gd name="T58" fmla="*/ 77 w 177"/>
                  <a:gd name="T59" fmla="*/ 15 h 61"/>
                  <a:gd name="T60" fmla="*/ 90 w 177"/>
                  <a:gd name="T61" fmla="*/ 1 h 61"/>
                  <a:gd name="T62" fmla="*/ 94 w 177"/>
                  <a:gd name="T63" fmla="*/ 15 h 61"/>
                  <a:gd name="T64" fmla="*/ 92 w 177"/>
                  <a:gd name="T65" fmla="*/ 15 h 61"/>
                  <a:gd name="T66" fmla="*/ 113 w 177"/>
                  <a:gd name="T67" fmla="*/ 3 h 61"/>
                  <a:gd name="T68" fmla="*/ 102 w 177"/>
                  <a:gd name="T69" fmla="*/ 2 h 61"/>
                  <a:gd name="T70" fmla="*/ 105 w 177"/>
                  <a:gd name="T71" fmla="*/ 14 h 61"/>
                  <a:gd name="T72" fmla="*/ 117 w 177"/>
                  <a:gd name="T73" fmla="*/ 5 h 61"/>
                  <a:gd name="T74" fmla="*/ 122 w 177"/>
                  <a:gd name="T75" fmla="*/ 19 h 61"/>
                  <a:gd name="T76" fmla="*/ 119 w 177"/>
                  <a:gd name="T77" fmla="*/ 13 h 61"/>
                  <a:gd name="T78" fmla="*/ 121 w 177"/>
                  <a:gd name="T79" fmla="*/ 12 h 61"/>
                  <a:gd name="T80" fmla="*/ 124 w 177"/>
                  <a:gd name="T81" fmla="*/ 10 h 61"/>
                  <a:gd name="T82" fmla="*/ 131 w 177"/>
                  <a:gd name="T83" fmla="*/ 26 h 61"/>
                  <a:gd name="T84" fmla="*/ 126 w 177"/>
                  <a:gd name="T85" fmla="*/ 23 h 61"/>
                  <a:gd name="T86" fmla="*/ 124 w 177"/>
                  <a:gd name="T87" fmla="*/ 23 h 61"/>
                  <a:gd name="T88" fmla="*/ 137 w 177"/>
                  <a:gd name="T89" fmla="*/ 14 h 61"/>
                  <a:gd name="T90" fmla="*/ 133 w 177"/>
                  <a:gd name="T91" fmla="*/ 11 h 61"/>
                  <a:gd name="T92" fmla="*/ 137 w 177"/>
                  <a:gd name="T93" fmla="*/ 32 h 61"/>
                  <a:gd name="T94" fmla="*/ 137 w 177"/>
                  <a:gd name="T95" fmla="*/ 32 h 61"/>
                  <a:gd name="T96" fmla="*/ 145 w 177"/>
                  <a:gd name="T97" fmla="*/ 19 h 61"/>
                  <a:gd name="T98" fmla="*/ 146 w 177"/>
                  <a:gd name="T99" fmla="*/ 19 h 61"/>
                  <a:gd name="T100" fmla="*/ 159 w 177"/>
                  <a:gd name="T101" fmla="*/ 31 h 61"/>
                  <a:gd name="T102" fmla="*/ 149 w 177"/>
                  <a:gd name="T103" fmla="*/ 42 h 61"/>
                  <a:gd name="T104" fmla="*/ 155 w 177"/>
                  <a:gd name="T105" fmla="*/ 27 h 61"/>
                  <a:gd name="T106" fmla="*/ 166 w 177"/>
                  <a:gd name="T107" fmla="*/ 40 h 61"/>
                  <a:gd name="T108" fmla="*/ 160 w 177"/>
                  <a:gd name="T109" fmla="*/ 37 h 61"/>
                  <a:gd name="T110" fmla="*/ 153 w 177"/>
                  <a:gd name="T111" fmla="*/ 46 h 61"/>
                  <a:gd name="T112" fmla="*/ 177 w 177"/>
                  <a:gd name="T113" fmla="*/ 55 h 61"/>
                  <a:gd name="T114" fmla="*/ 162 w 177"/>
                  <a:gd name="T115" fmla="*/ 60 h 61"/>
                  <a:gd name="T116" fmla="*/ 165 w 177"/>
                  <a:gd name="T117" fmla="*/ 55 h 61"/>
                  <a:gd name="T118" fmla="*/ 173 w 177"/>
                  <a:gd name="T119" fmla="*/ 49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77" h="61">
                    <a:moveTo>
                      <a:pt x="6" y="46"/>
                    </a:moveTo>
                    <a:cubicBezTo>
                      <a:pt x="6" y="46"/>
                      <a:pt x="6" y="46"/>
                      <a:pt x="6" y="46"/>
                    </a:cubicBezTo>
                    <a:cubicBezTo>
                      <a:pt x="6" y="46"/>
                      <a:pt x="6" y="46"/>
                      <a:pt x="6" y="46"/>
                    </a:cubicBezTo>
                    <a:cubicBezTo>
                      <a:pt x="6" y="46"/>
                      <a:pt x="6" y="47"/>
                      <a:pt x="6" y="47"/>
                    </a:cubicBezTo>
                    <a:cubicBezTo>
                      <a:pt x="6" y="47"/>
                      <a:pt x="6" y="47"/>
                      <a:pt x="6" y="47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8" y="53"/>
                      <a:pt x="8" y="53"/>
                      <a:pt x="8" y="53"/>
                    </a:cubicBezTo>
                    <a:cubicBezTo>
                      <a:pt x="8" y="54"/>
                      <a:pt x="8" y="54"/>
                      <a:pt x="8" y="54"/>
                    </a:cubicBezTo>
                    <a:cubicBezTo>
                      <a:pt x="15" y="60"/>
                      <a:pt x="15" y="60"/>
                      <a:pt x="15" y="60"/>
                    </a:cubicBezTo>
                    <a:cubicBezTo>
                      <a:pt x="15" y="61"/>
                      <a:pt x="15" y="61"/>
                      <a:pt x="15" y="61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4"/>
                      <a:pt x="2" y="54"/>
                    </a:cubicBezTo>
                    <a:cubicBezTo>
                      <a:pt x="2" y="54"/>
                      <a:pt x="2" y="54"/>
                      <a:pt x="2" y="54"/>
                    </a:cubicBezTo>
                    <a:cubicBezTo>
                      <a:pt x="11" y="58"/>
                      <a:pt x="11" y="58"/>
                      <a:pt x="11" y="58"/>
                    </a:cubicBezTo>
                    <a:cubicBezTo>
                      <a:pt x="12" y="58"/>
                      <a:pt x="12" y="58"/>
                      <a:pt x="12" y="58"/>
                    </a:cubicBezTo>
                    <a:cubicBezTo>
                      <a:pt x="5" y="52"/>
                      <a:pt x="5" y="52"/>
                      <a:pt x="5" y="52"/>
                    </a:cubicBezTo>
                    <a:cubicBezTo>
                      <a:pt x="4" y="52"/>
                      <a:pt x="4" y="52"/>
                      <a:pt x="4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2" y="52"/>
                      <a:pt x="2" y="52"/>
                      <a:pt x="2" y="52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4" y="50"/>
                      <a:pt x="4" y="50"/>
                      <a:pt x="4" y="50"/>
                    </a:cubicBezTo>
                    <a:cubicBezTo>
                      <a:pt x="4" y="50"/>
                      <a:pt x="4" y="50"/>
                      <a:pt x="4" y="50"/>
                    </a:cubicBezTo>
                    <a:cubicBezTo>
                      <a:pt x="4" y="50"/>
                      <a:pt x="4" y="50"/>
                      <a:pt x="4" y="51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6" y="48"/>
                      <a:pt x="6" y="48"/>
                      <a:pt x="6" y="48"/>
                    </a:cubicBezTo>
                    <a:cubicBezTo>
                      <a:pt x="6" y="48"/>
                      <a:pt x="6" y="48"/>
                      <a:pt x="5" y="48"/>
                    </a:cubicBezTo>
                    <a:cubicBezTo>
                      <a:pt x="5" y="48"/>
                      <a:pt x="5" y="48"/>
                      <a:pt x="5" y="48"/>
                    </a:cubicBezTo>
                    <a:cubicBezTo>
                      <a:pt x="5" y="48"/>
                      <a:pt x="5" y="48"/>
                      <a:pt x="5" y="48"/>
                    </a:cubicBezTo>
                    <a:cubicBezTo>
                      <a:pt x="4" y="48"/>
                      <a:pt x="4" y="48"/>
                      <a:pt x="4" y="48"/>
                    </a:cubicBezTo>
                    <a:cubicBezTo>
                      <a:pt x="6" y="46"/>
                      <a:pt x="6" y="46"/>
                      <a:pt x="6" y="46"/>
                    </a:cubicBezTo>
                    <a:close/>
                    <a:moveTo>
                      <a:pt x="22" y="48"/>
                    </a:moveTo>
                    <a:cubicBezTo>
                      <a:pt x="22" y="49"/>
                      <a:pt x="21" y="49"/>
                      <a:pt x="21" y="49"/>
                    </a:cubicBezTo>
                    <a:cubicBezTo>
                      <a:pt x="20" y="50"/>
                      <a:pt x="19" y="49"/>
                      <a:pt x="18" y="48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1"/>
                      <a:pt x="10" y="41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7" y="43"/>
                      <a:pt x="7" y="43"/>
                      <a:pt x="7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9" y="43"/>
                      <a:pt x="9" y="43"/>
                      <a:pt x="9" y="43"/>
                    </a:cubicBezTo>
                    <a:cubicBezTo>
                      <a:pt x="17" y="50"/>
                      <a:pt x="17" y="50"/>
                      <a:pt x="17" y="50"/>
                    </a:cubicBezTo>
                    <a:cubicBezTo>
                      <a:pt x="18" y="50"/>
                      <a:pt x="19" y="51"/>
                      <a:pt x="20" y="50"/>
                    </a:cubicBezTo>
                    <a:cubicBezTo>
                      <a:pt x="21" y="50"/>
                      <a:pt x="22" y="50"/>
                      <a:pt x="23" y="49"/>
                    </a:cubicBezTo>
                    <a:cubicBezTo>
                      <a:pt x="24" y="48"/>
                      <a:pt x="24" y="47"/>
                      <a:pt x="24" y="46"/>
                    </a:cubicBezTo>
                    <a:cubicBezTo>
                      <a:pt x="24" y="45"/>
                      <a:pt x="23" y="44"/>
                      <a:pt x="22" y="43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4" y="35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2" y="38"/>
                      <a:pt x="12" y="38"/>
                      <a:pt x="12" y="38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3" y="37"/>
                      <a:pt x="14" y="37"/>
                      <a:pt x="14" y="37"/>
                    </a:cubicBezTo>
                    <a:cubicBezTo>
                      <a:pt x="22" y="44"/>
                      <a:pt x="22" y="44"/>
                      <a:pt x="22" y="44"/>
                    </a:cubicBezTo>
                    <a:cubicBezTo>
                      <a:pt x="23" y="44"/>
                      <a:pt x="23" y="45"/>
                      <a:pt x="23" y="46"/>
                    </a:cubicBezTo>
                    <a:cubicBezTo>
                      <a:pt x="23" y="47"/>
                      <a:pt x="23" y="47"/>
                      <a:pt x="22" y="48"/>
                    </a:cubicBezTo>
                    <a:close/>
                    <a:moveTo>
                      <a:pt x="33" y="36"/>
                    </a:moveTo>
                    <a:cubicBezTo>
                      <a:pt x="33" y="36"/>
                      <a:pt x="33" y="36"/>
                      <a:pt x="33" y="36"/>
                    </a:cubicBezTo>
                    <a:cubicBezTo>
                      <a:pt x="33" y="36"/>
                      <a:pt x="34" y="36"/>
                      <a:pt x="34" y="36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32" y="39"/>
                      <a:pt x="32" y="39"/>
                      <a:pt x="32" y="39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2" y="38"/>
                      <a:pt x="32" y="37"/>
                      <a:pt x="32" y="37"/>
                    </a:cubicBezTo>
                    <a:cubicBezTo>
                      <a:pt x="32" y="37"/>
                      <a:pt x="32" y="37"/>
                      <a:pt x="32" y="37"/>
                    </a:cubicBezTo>
                    <a:cubicBezTo>
                      <a:pt x="27" y="32"/>
                      <a:pt x="27" y="32"/>
                      <a:pt x="27" y="32"/>
                    </a:cubicBezTo>
                    <a:cubicBezTo>
                      <a:pt x="23" y="36"/>
                      <a:pt x="23" y="36"/>
                      <a:pt x="23" y="36"/>
                    </a:cubicBezTo>
                    <a:cubicBezTo>
                      <a:pt x="28" y="40"/>
                      <a:pt x="28" y="40"/>
                      <a:pt x="28" y="40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8" y="41"/>
                      <a:pt x="29" y="41"/>
                      <a:pt x="29" y="40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30" y="41"/>
                      <a:pt x="30" y="41"/>
                      <a:pt x="30" y="41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2"/>
                      <a:pt x="27" y="42"/>
                      <a:pt x="27" y="42"/>
                    </a:cubicBezTo>
                    <a:cubicBezTo>
                      <a:pt x="27" y="42"/>
                      <a:pt x="27" y="42"/>
                      <a:pt x="27" y="41"/>
                    </a:cubicBezTo>
                    <a:cubicBezTo>
                      <a:pt x="18" y="32"/>
                      <a:pt x="18" y="32"/>
                      <a:pt x="18" y="32"/>
                    </a:cubicBezTo>
                    <a:cubicBezTo>
                      <a:pt x="18" y="32"/>
                      <a:pt x="17" y="32"/>
                      <a:pt x="17" y="32"/>
                    </a:cubicBezTo>
                    <a:cubicBezTo>
                      <a:pt x="17" y="32"/>
                      <a:pt x="17" y="32"/>
                      <a:pt x="17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1"/>
                      <a:pt x="19" y="31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7" y="31"/>
                      <a:pt x="27" y="31"/>
                      <a:pt x="27" y="31"/>
                    </a:cubicBezTo>
                    <a:cubicBezTo>
                      <a:pt x="23" y="27"/>
                      <a:pt x="23" y="27"/>
                      <a:pt x="23" y="27"/>
                    </a:cubicBezTo>
                    <a:cubicBezTo>
                      <a:pt x="23" y="27"/>
                      <a:pt x="22" y="27"/>
                      <a:pt x="22" y="27"/>
                    </a:cubicBezTo>
                    <a:cubicBezTo>
                      <a:pt x="22" y="27"/>
                      <a:pt x="22" y="27"/>
                      <a:pt x="22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6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33" y="36"/>
                      <a:pt x="33" y="36"/>
                      <a:pt x="33" y="36"/>
                    </a:cubicBezTo>
                    <a:close/>
                    <a:moveTo>
                      <a:pt x="38" y="26"/>
                    </a:moveTo>
                    <a:cubicBezTo>
                      <a:pt x="41" y="29"/>
                      <a:pt x="41" y="29"/>
                      <a:pt x="41" y="29"/>
                    </a:cubicBezTo>
                    <a:cubicBezTo>
                      <a:pt x="41" y="29"/>
                      <a:pt x="41" y="30"/>
                      <a:pt x="41" y="30"/>
                    </a:cubicBezTo>
                    <a:cubicBezTo>
                      <a:pt x="41" y="30"/>
                      <a:pt x="41" y="30"/>
                      <a:pt x="41" y="30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3" y="29"/>
                      <a:pt x="42" y="29"/>
                      <a:pt x="42" y="28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5" y="33"/>
                      <a:pt x="35" y="33"/>
                      <a:pt x="35" y="33"/>
                    </a:cubicBezTo>
                    <a:cubicBezTo>
                      <a:pt x="35" y="33"/>
                      <a:pt x="35" y="34"/>
                      <a:pt x="35" y="34"/>
                    </a:cubicBezTo>
                    <a:cubicBezTo>
                      <a:pt x="35" y="34"/>
                      <a:pt x="35" y="34"/>
                      <a:pt x="35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7" y="33"/>
                      <a:pt x="37" y="33"/>
                      <a:pt x="37" y="33"/>
                    </a:cubicBezTo>
                    <a:cubicBezTo>
                      <a:pt x="37" y="33"/>
                      <a:pt x="37" y="33"/>
                      <a:pt x="36" y="33"/>
                    </a:cubicBezTo>
                    <a:cubicBezTo>
                      <a:pt x="36" y="33"/>
                      <a:pt x="36" y="32"/>
                      <a:pt x="36" y="32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8" y="26"/>
                      <a:pt x="38" y="26"/>
                      <a:pt x="38" y="26"/>
                    </a:cubicBezTo>
                    <a:close/>
                    <a:moveTo>
                      <a:pt x="31" y="21"/>
                    </a:moveTo>
                    <a:cubicBezTo>
                      <a:pt x="31" y="21"/>
                      <a:pt x="31" y="21"/>
                      <a:pt x="31" y="21"/>
                    </a:cubicBezTo>
                    <a:cubicBezTo>
                      <a:pt x="34" y="28"/>
                      <a:pt x="34" y="28"/>
                      <a:pt x="34" y="28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1" y="21"/>
                      <a:pt x="31" y="21"/>
                      <a:pt x="31" y="21"/>
                    </a:cubicBezTo>
                    <a:close/>
                    <a:moveTo>
                      <a:pt x="51" y="21"/>
                    </a:moveTo>
                    <a:cubicBezTo>
                      <a:pt x="51" y="21"/>
                      <a:pt x="51" y="21"/>
                      <a:pt x="51" y="2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6" y="11"/>
                      <a:pt x="45" y="11"/>
                    </a:cubicBezTo>
                    <a:cubicBezTo>
                      <a:pt x="45" y="11"/>
                      <a:pt x="45" y="11"/>
                      <a:pt x="45" y="11"/>
                    </a:cubicBezTo>
                    <a:cubicBezTo>
                      <a:pt x="44" y="11"/>
                      <a:pt x="44" y="11"/>
                      <a:pt x="44" y="11"/>
                    </a:cubicBezTo>
                    <a:cubicBezTo>
                      <a:pt x="48" y="9"/>
                      <a:pt x="48" y="9"/>
                      <a:pt x="48" y="9"/>
                    </a:cubicBezTo>
                    <a:cubicBezTo>
                      <a:pt x="48" y="10"/>
                      <a:pt x="48" y="10"/>
                      <a:pt x="48" y="1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47" y="10"/>
                      <a:pt x="47" y="11"/>
                      <a:pt x="47" y="11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7" y="26"/>
                      <a:pt x="47" y="26"/>
                      <a:pt x="47" y="26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5" y="28"/>
                      <a:pt x="45" y="28"/>
                      <a:pt x="45" y="28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6" y="27"/>
                      <a:pt x="46" y="26"/>
                      <a:pt x="45" y="26"/>
                    </a:cubicBezTo>
                    <a:cubicBezTo>
                      <a:pt x="39" y="15"/>
                      <a:pt x="39" y="15"/>
                      <a:pt x="39" y="15"/>
                    </a:cubicBezTo>
                    <a:cubicBezTo>
                      <a:pt x="39" y="14"/>
                      <a:pt x="39" y="14"/>
                      <a:pt x="39" y="14"/>
                    </a:cubicBezTo>
                    <a:cubicBezTo>
                      <a:pt x="39" y="14"/>
                      <a:pt x="39" y="14"/>
                      <a:pt x="38" y="14"/>
                    </a:cubicBezTo>
                    <a:cubicBezTo>
                      <a:pt x="38" y="15"/>
                      <a:pt x="38" y="15"/>
                      <a:pt x="38" y="15"/>
                    </a:cubicBezTo>
                    <a:cubicBezTo>
                      <a:pt x="37" y="14"/>
                      <a:pt x="37" y="14"/>
                      <a:pt x="37" y="14"/>
                    </a:cubicBezTo>
                    <a:cubicBezTo>
                      <a:pt x="40" y="13"/>
                      <a:pt x="40" y="13"/>
                      <a:pt x="40" y="13"/>
                    </a:cubicBezTo>
                    <a:cubicBezTo>
                      <a:pt x="51" y="21"/>
                      <a:pt x="51" y="21"/>
                      <a:pt x="51" y="21"/>
                    </a:cubicBezTo>
                    <a:close/>
                    <a:moveTo>
                      <a:pt x="70" y="17"/>
                    </a:moveTo>
                    <a:cubicBezTo>
                      <a:pt x="70" y="17"/>
                      <a:pt x="71" y="17"/>
                      <a:pt x="72" y="16"/>
                    </a:cubicBezTo>
                    <a:cubicBezTo>
                      <a:pt x="72" y="15"/>
                      <a:pt x="72" y="14"/>
                      <a:pt x="72" y="14"/>
                    </a:cubicBezTo>
                    <a:cubicBezTo>
                      <a:pt x="70" y="3"/>
                      <a:pt x="70" y="3"/>
                      <a:pt x="70" y="3"/>
                    </a:cubicBezTo>
                    <a:cubicBezTo>
                      <a:pt x="70" y="3"/>
                      <a:pt x="69" y="3"/>
                      <a:pt x="69" y="3"/>
                    </a:cubicBezTo>
                    <a:cubicBezTo>
                      <a:pt x="69" y="3"/>
                      <a:pt x="69" y="3"/>
                      <a:pt x="69" y="3"/>
                    </a:cubicBezTo>
                    <a:cubicBezTo>
                      <a:pt x="68" y="3"/>
                      <a:pt x="68" y="3"/>
                      <a:pt x="68" y="3"/>
                    </a:cubicBezTo>
                    <a:cubicBezTo>
                      <a:pt x="68" y="2"/>
                      <a:pt x="68" y="2"/>
                      <a:pt x="68" y="2"/>
                    </a:cubicBezTo>
                    <a:cubicBezTo>
                      <a:pt x="71" y="1"/>
                      <a:pt x="71" y="1"/>
                      <a:pt x="71" y="1"/>
                    </a:cubicBezTo>
                    <a:cubicBezTo>
                      <a:pt x="71" y="2"/>
                      <a:pt x="71" y="2"/>
                      <a:pt x="71" y="2"/>
                    </a:cubicBezTo>
                    <a:cubicBezTo>
                      <a:pt x="71" y="2"/>
                      <a:pt x="71" y="2"/>
                      <a:pt x="71" y="2"/>
                    </a:cubicBezTo>
                    <a:cubicBezTo>
                      <a:pt x="71" y="2"/>
                      <a:pt x="70" y="2"/>
                      <a:pt x="70" y="2"/>
                    </a:cubicBezTo>
                    <a:cubicBezTo>
                      <a:pt x="70" y="3"/>
                      <a:pt x="70" y="3"/>
                      <a:pt x="70" y="3"/>
                    </a:cubicBezTo>
                    <a:cubicBezTo>
                      <a:pt x="73" y="13"/>
                      <a:pt x="73" y="13"/>
                      <a:pt x="73" y="13"/>
                    </a:cubicBezTo>
                    <a:cubicBezTo>
                      <a:pt x="73" y="15"/>
                      <a:pt x="73" y="16"/>
                      <a:pt x="72" y="16"/>
                    </a:cubicBezTo>
                    <a:cubicBezTo>
                      <a:pt x="71" y="17"/>
                      <a:pt x="71" y="18"/>
                      <a:pt x="70" y="18"/>
                    </a:cubicBezTo>
                    <a:cubicBezTo>
                      <a:pt x="68" y="18"/>
                      <a:pt x="67" y="18"/>
                      <a:pt x="66" y="18"/>
                    </a:cubicBezTo>
                    <a:cubicBezTo>
                      <a:pt x="66" y="17"/>
                      <a:pt x="65" y="17"/>
                      <a:pt x="65" y="15"/>
                    </a:cubicBezTo>
                    <a:cubicBezTo>
                      <a:pt x="62" y="5"/>
                      <a:pt x="62" y="5"/>
                      <a:pt x="62" y="5"/>
                    </a:cubicBezTo>
                    <a:cubicBezTo>
                      <a:pt x="62" y="5"/>
                      <a:pt x="62" y="4"/>
                      <a:pt x="62" y="4"/>
                    </a:cubicBezTo>
                    <a:cubicBezTo>
                      <a:pt x="62" y="4"/>
                      <a:pt x="62" y="4"/>
                      <a:pt x="61" y="4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5" y="3"/>
                      <a:pt x="65" y="3"/>
                      <a:pt x="65" y="3"/>
                    </a:cubicBezTo>
                    <a:cubicBezTo>
                      <a:pt x="65" y="4"/>
                      <a:pt x="65" y="4"/>
                      <a:pt x="65" y="4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4"/>
                      <a:pt x="64" y="4"/>
                      <a:pt x="64" y="5"/>
                    </a:cubicBezTo>
                    <a:cubicBezTo>
                      <a:pt x="66" y="15"/>
                      <a:pt x="66" y="15"/>
                      <a:pt x="66" y="15"/>
                    </a:cubicBezTo>
                    <a:cubicBezTo>
                      <a:pt x="66" y="16"/>
                      <a:pt x="67" y="17"/>
                      <a:pt x="67" y="17"/>
                    </a:cubicBezTo>
                    <a:cubicBezTo>
                      <a:pt x="68" y="18"/>
                      <a:pt x="69" y="18"/>
                      <a:pt x="70" y="17"/>
                    </a:cubicBezTo>
                    <a:close/>
                    <a:moveTo>
                      <a:pt x="84" y="12"/>
                    </a:moveTo>
                    <a:cubicBezTo>
                      <a:pt x="84" y="12"/>
                      <a:pt x="84" y="12"/>
                      <a:pt x="84" y="12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4" y="1"/>
                      <a:pt x="84" y="1"/>
                      <a:pt x="83" y="1"/>
                    </a:cubicBezTo>
                    <a:cubicBezTo>
                      <a:pt x="83" y="1"/>
                      <a:pt x="83" y="1"/>
                      <a:pt x="83" y="1"/>
                    </a:cubicBezTo>
                    <a:cubicBezTo>
                      <a:pt x="82" y="1"/>
                      <a:pt x="82" y="1"/>
                      <a:pt x="82" y="1"/>
                    </a:cubicBezTo>
                    <a:cubicBezTo>
                      <a:pt x="82" y="0"/>
                      <a:pt x="82" y="0"/>
                      <a:pt x="82" y="0"/>
                    </a:cubicBezTo>
                    <a:cubicBezTo>
                      <a:pt x="86" y="0"/>
                      <a:pt x="86" y="0"/>
                      <a:pt x="86" y="0"/>
                    </a:cubicBezTo>
                    <a:cubicBezTo>
                      <a:pt x="86" y="1"/>
                      <a:pt x="86" y="1"/>
                      <a:pt x="86" y="1"/>
                    </a:cubicBezTo>
                    <a:cubicBezTo>
                      <a:pt x="85" y="1"/>
                      <a:pt x="85" y="1"/>
                      <a:pt x="85" y="1"/>
                    </a:cubicBezTo>
                    <a:cubicBezTo>
                      <a:pt x="85" y="1"/>
                      <a:pt x="85" y="1"/>
                      <a:pt x="84" y="1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77" y="3"/>
                      <a:pt x="77" y="3"/>
                      <a:pt x="77" y="3"/>
                    </a:cubicBezTo>
                    <a:cubicBezTo>
                      <a:pt x="77" y="3"/>
                      <a:pt x="77" y="3"/>
                      <a:pt x="77" y="3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77" y="15"/>
                      <a:pt x="78" y="15"/>
                      <a:pt x="78" y="16"/>
                    </a:cubicBezTo>
                    <a:cubicBezTo>
                      <a:pt x="78" y="16"/>
                      <a:pt x="78" y="16"/>
                      <a:pt x="78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76" y="16"/>
                      <a:pt x="76" y="16"/>
                      <a:pt x="76" y="16"/>
                    </a:cubicBezTo>
                    <a:cubicBezTo>
                      <a:pt x="76" y="16"/>
                      <a:pt x="77" y="16"/>
                      <a:pt x="77" y="16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76" y="2"/>
                      <a:pt x="76" y="2"/>
                      <a:pt x="76" y="2"/>
                    </a:cubicBezTo>
                    <a:cubicBezTo>
                      <a:pt x="76" y="2"/>
                      <a:pt x="76" y="2"/>
                      <a:pt x="76" y="1"/>
                    </a:cubicBezTo>
                    <a:cubicBezTo>
                      <a:pt x="76" y="1"/>
                      <a:pt x="75" y="1"/>
                      <a:pt x="75" y="1"/>
                    </a:cubicBezTo>
                    <a:cubicBezTo>
                      <a:pt x="74" y="1"/>
                      <a:pt x="74" y="1"/>
                      <a:pt x="74" y="1"/>
                    </a:cubicBezTo>
                    <a:cubicBezTo>
                      <a:pt x="74" y="1"/>
                      <a:pt x="74" y="1"/>
                      <a:pt x="74" y="1"/>
                    </a:cubicBezTo>
                    <a:cubicBezTo>
                      <a:pt x="77" y="1"/>
                      <a:pt x="77" y="1"/>
                      <a:pt x="77" y="1"/>
                    </a:cubicBezTo>
                    <a:cubicBezTo>
                      <a:pt x="84" y="12"/>
                      <a:pt x="84" y="12"/>
                      <a:pt x="84" y="12"/>
                    </a:cubicBezTo>
                    <a:close/>
                    <a:moveTo>
                      <a:pt x="90" y="1"/>
                    </a:moveTo>
                    <a:cubicBezTo>
                      <a:pt x="90" y="0"/>
                      <a:pt x="90" y="0"/>
                      <a:pt x="90" y="0"/>
                    </a:cubicBezTo>
                    <a:cubicBezTo>
                      <a:pt x="98" y="1"/>
                      <a:pt x="98" y="1"/>
                      <a:pt x="98" y="1"/>
                    </a:cubicBezTo>
                    <a:cubicBezTo>
                      <a:pt x="98" y="1"/>
                      <a:pt x="98" y="1"/>
                      <a:pt x="98" y="1"/>
                    </a:cubicBezTo>
                    <a:cubicBezTo>
                      <a:pt x="96" y="1"/>
                      <a:pt x="96" y="1"/>
                      <a:pt x="96" y="1"/>
                    </a:cubicBezTo>
                    <a:cubicBezTo>
                      <a:pt x="95" y="1"/>
                      <a:pt x="95" y="1"/>
                      <a:pt x="95" y="1"/>
                    </a:cubicBezTo>
                    <a:cubicBezTo>
                      <a:pt x="95" y="1"/>
                      <a:pt x="95" y="1"/>
                      <a:pt x="95" y="2"/>
                    </a:cubicBezTo>
                    <a:cubicBezTo>
                      <a:pt x="94" y="15"/>
                      <a:pt x="94" y="15"/>
                      <a:pt x="94" y="15"/>
                    </a:cubicBezTo>
                    <a:cubicBezTo>
                      <a:pt x="94" y="15"/>
                      <a:pt x="94" y="15"/>
                      <a:pt x="94" y="15"/>
                    </a:cubicBezTo>
                    <a:cubicBezTo>
                      <a:pt x="94" y="15"/>
                      <a:pt x="94" y="15"/>
                      <a:pt x="95" y="15"/>
                    </a:cubicBezTo>
                    <a:cubicBezTo>
                      <a:pt x="97" y="16"/>
                      <a:pt x="97" y="16"/>
                      <a:pt x="97" y="16"/>
                    </a:cubicBezTo>
                    <a:cubicBezTo>
                      <a:pt x="97" y="16"/>
                      <a:pt x="97" y="16"/>
                      <a:pt x="97" y="16"/>
                    </a:cubicBezTo>
                    <a:cubicBezTo>
                      <a:pt x="89" y="16"/>
                      <a:pt x="89" y="16"/>
                      <a:pt x="89" y="16"/>
                    </a:cubicBezTo>
                    <a:cubicBezTo>
                      <a:pt x="89" y="15"/>
                      <a:pt x="89" y="15"/>
                      <a:pt x="89" y="15"/>
                    </a:cubicBezTo>
                    <a:cubicBezTo>
                      <a:pt x="91" y="15"/>
                      <a:pt x="91" y="15"/>
                      <a:pt x="91" y="15"/>
                    </a:cubicBezTo>
                    <a:cubicBezTo>
                      <a:pt x="92" y="15"/>
                      <a:pt x="92" y="15"/>
                      <a:pt x="92" y="15"/>
                    </a:cubicBezTo>
                    <a:cubicBezTo>
                      <a:pt x="92" y="15"/>
                      <a:pt x="92" y="15"/>
                      <a:pt x="92" y="15"/>
                    </a:cubicBezTo>
                    <a:cubicBezTo>
                      <a:pt x="93" y="2"/>
                      <a:pt x="93" y="2"/>
                      <a:pt x="93" y="2"/>
                    </a:cubicBezTo>
                    <a:cubicBezTo>
                      <a:pt x="93" y="1"/>
                      <a:pt x="93" y="1"/>
                      <a:pt x="93" y="1"/>
                    </a:cubicBezTo>
                    <a:cubicBezTo>
                      <a:pt x="93" y="1"/>
                      <a:pt x="93" y="1"/>
                      <a:pt x="92" y="1"/>
                    </a:cubicBezTo>
                    <a:cubicBezTo>
                      <a:pt x="90" y="1"/>
                      <a:pt x="90" y="1"/>
                      <a:pt x="90" y="1"/>
                    </a:cubicBezTo>
                    <a:close/>
                    <a:moveTo>
                      <a:pt x="109" y="3"/>
                    </a:moveTo>
                    <a:cubicBezTo>
                      <a:pt x="109" y="2"/>
                      <a:pt x="109" y="2"/>
                      <a:pt x="109" y="2"/>
                    </a:cubicBezTo>
                    <a:cubicBezTo>
                      <a:pt x="113" y="3"/>
                      <a:pt x="113" y="3"/>
                      <a:pt x="113" y="3"/>
                    </a:cubicBezTo>
                    <a:cubicBezTo>
                      <a:pt x="113" y="3"/>
                      <a:pt x="113" y="3"/>
                      <a:pt x="113" y="3"/>
                    </a:cubicBezTo>
                    <a:cubicBezTo>
                      <a:pt x="112" y="3"/>
                      <a:pt x="112" y="3"/>
                      <a:pt x="112" y="3"/>
                    </a:cubicBezTo>
                    <a:cubicBezTo>
                      <a:pt x="112" y="3"/>
                      <a:pt x="112" y="3"/>
                      <a:pt x="111" y="4"/>
                    </a:cubicBezTo>
                    <a:cubicBezTo>
                      <a:pt x="111" y="4"/>
                      <a:pt x="111" y="4"/>
                      <a:pt x="111" y="4"/>
                    </a:cubicBezTo>
                    <a:cubicBezTo>
                      <a:pt x="105" y="17"/>
                      <a:pt x="105" y="17"/>
                      <a:pt x="105" y="17"/>
                    </a:cubicBezTo>
                    <a:cubicBezTo>
                      <a:pt x="104" y="17"/>
                      <a:pt x="104" y="17"/>
                      <a:pt x="104" y="17"/>
                    </a:cubicBezTo>
                    <a:cubicBezTo>
                      <a:pt x="103" y="3"/>
                      <a:pt x="103" y="3"/>
                      <a:pt x="103" y="3"/>
                    </a:cubicBezTo>
                    <a:cubicBezTo>
                      <a:pt x="103" y="3"/>
                      <a:pt x="103" y="2"/>
                      <a:pt x="103" y="2"/>
                    </a:cubicBezTo>
                    <a:cubicBezTo>
                      <a:pt x="103" y="2"/>
                      <a:pt x="103" y="2"/>
                      <a:pt x="102" y="2"/>
                    </a:cubicBezTo>
                    <a:cubicBezTo>
                      <a:pt x="102" y="2"/>
                      <a:pt x="102" y="2"/>
                      <a:pt x="102" y="2"/>
                    </a:cubicBezTo>
                    <a:cubicBezTo>
                      <a:pt x="102" y="1"/>
                      <a:pt x="102" y="1"/>
                      <a:pt x="102" y="1"/>
                    </a:cubicBezTo>
                    <a:cubicBezTo>
                      <a:pt x="106" y="2"/>
                      <a:pt x="106" y="2"/>
                      <a:pt x="106" y="2"/>
                    </a:cubicBezTo>
                    <a:cubicBezTo>
                      <a:pt x="106" y="2"/>
                      <a:pt x="106" y="2"/>
                      <a:pt x="106" y="2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5" y="3"/>
                      <a:pt x="105" y="3"/>
                      <a:pt x="105" y="3"/>
                    </a:cubicBezTo>
                    <a:cubicBezTo>
                      <a:pt x="105" y="14"/>
                      <a:pt x="105" y="14"/>
                      <a:pt x="105" y="14"/>
                    </a:cubicBezTo>
                    <a:cubicBezTo>
                      <a:pt x="106" y="14"/>
                      <a:pt x="106" y="14"/>
                      <a:pt x="106" y="14"/>
                    </a:cubicBezTo>
                    <a:cubicBezTo>
                      <a:pt x="110" y="4"/>
                      <a:pt x="110" y="4"/>
                      <a:pt x="110" y="4"/>
                    </a:cubicBezTo>
                    <a:cubicBezTo>
                      <a:pt x="110" y="4"/>
                      <a:pt x="110" y="4"/>
                      <a:pt x="110" y="3"/>
                    </a:cubicBezTo>
                    <a:cubicBezTo>
                      <a:pt x="110" y="3"/>
                      <a:pt x="110" y="3"/>
                      <a:pt x="110" y="3"/>
                    </a:cubicBezTo>
                    <a:cubicBezTo>
                      <a:pt x="109" y="3"/>
                      <a:pt x="109" y="3"/>
                      <a:pt x="109" y="3"/>
                    </a:cubicBezTo>
                    <a:close/>
                    <a:moveTo>
                      <a:pt x="116" y="5"/>
                    </a:moveTo>
                    <a:cubicBezTo>
                      <a:pt x="116" y="5"/>
                      <a:pt x="116" y="5"/>
                      <a:pt x="116" y="5"/>
                    </a:cubicBezTo>
                    <a:cubicBezTo>
                      <a:pt x="117" y="5"/>
                      <a:pt x="117" y="5"/>
                      <a:pt x="117" y="5"/>
                    </a:cubicBezTo>
                    <a:cubicBezTo>
                      <a:pt x="117" y="5"/>
                      <a:pt x="117" y="6"/>
                      <a:pt x="117" y="6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9"/>
                      <a:pt x="113" y="19"/>
                    </a:cubicBezTo>
                    <a:cubicBezTo>
                      <a:pt x="112" y="19"/>
                      <a:pt x="112" y="19"/>
                      <a:pt x="112" y="19"/>
                    </a:cubicBezTo>
                    <a:cubicBezTo>
                      <a:pt x="111" y="18"/>
                      <a:pt x="111" y="18"/>
                      <a:pt x="111" y="18"/>
                    </a:cubicBezTo>
                    <a:cubicBezTo>
                      <a:pt x="111" y="19"/>
                      <a:pt x="111" y="19"/>
                      <a:pt x="111" y="19"/>
                    </a:cubicBezTo>
                    <a:cubicBezTo>
                      <a:pt x="120" y="22"/>
                      <a:pt x="120" y="22"/>
                      <a:pt x="120" y="22"/>
                    </a:cubicBezTo>
                    <a:cubicBezTo>
                      <a:pt x="122" y="19"/>
                      <a:pt x="122" y="19"/>
                      <a:pt x="122" y="19"/>
                    </a:cubicBezTo>
                    <a:cubicBezTo>
                      <a:pt x="122" y="18"/>
                      <a:pt x="122" y="18"/>
                      <a:pt x="122" y="18"/>
                    </a:cubicBezTo>
                    <a:cubicBezTo>
                      <a:pt x="121" y="19"/>
                      <a:pt x="120" y="20"/>
                      <a:pt x="120" y="20"/>
                    </a:cubicBezTo>
                    <a:cubicBezTo>
                      <a:pt x="119" y="21"/>
                      <a:pt x="118" y="21"/>
                      <a:pt x="117" y="20"/>
                    </a:cubicBezTo>
                    <a:cubicBezTo>
                      <a:pt x="115" y="20"/>
                      <a:pt x="115" y="20"/>
                      <a:pt x="115" y="20"/>
                    </a:cubicBezTo>
                    <a:cubicBezTo>
                      <a:pt x="115" y="20"/>
                      <a:pt x="114" y="19"/>
                      <a:pt x="114" y="19"/>
                    </a:cubicBezTo>
                    <a:cubicBezTo>
                      <a:pt x="114" y="19"/>
                      <a:pt x="114" y="19"/>
                      <a:pt x="114" y="19"/>
                    </a:cubicBezTo>
                    <a:cubicBezTo>
                      <a:pt x="116" y="12"/>
                      <a:pt x="116" y="12"/>
                      <a:pt x="116" y="12"/>
                    </a:cubicBezTo>
                    <a:cubicBezTo>
                      <a:pt x="119" y="13"/>
                      <a:pt x="119" y="13"/>
                      <a:pt x="119" y="13"/>
                    </a:cubicBezTo>
                    <a:cubicBezTo>
                      <a:pt x="120" y="13"/>
                      <a:pt x="120" y="13"/>
                      <a:pt x="120" y="14"/>
                    </a:cubicBezTo>
                    <a:cubicBezTo>
                      <a:pt x="120" y="14"/>
                      <a:pt x="120" y="15"/>
                      <a:pt x="120" y="15"/>
                    </a:cubicBezTo>
                    <a:cubicBezTo>
                      <a:pt x="120" y="16"/>
                      <a:pt x="120" y="16"/>
                      <a:pt x="120" y="16"/>
                    </a:cubicBezTo>
                    <a:cubicBezTo>
                      <a:pt x="120" y="16"/>
                      <a:pt x="120" y="16"/>
                      <a:pt x="120" y="16"/>
                    </a:cubicBezTo>
                    <a:cubicBezTo>
                      <a:pt x="122" y="11"/>
                      <a:pt x="122" y="11"/>
                      <a:pt x="122" y="11"/>
                    </a:cubicBezTo>
                    <a:cubicBezTo>
                      <a:pt x="122" y="11"/>
                      <a:pt x="122" y="11"/>
                      <a:pt x="122" y="11"/>
                    </a:cubicBezTo>
                    <a:cubicBezTo>
                      <a:pt x="121" y="11"/>
                      <a:pt x="121" y="11"/>
                      <a:pt x="121" y="11"/>
                    </a:cubicBezTo>
                    <a:cubicBezTo>
                      <a:pt x="121" y="12"/>
                      <a:pt x="121" y="12"/>
                      <a:pt x="121" y="12"/>
                    </a:cubicBezTo>
                    <a:cubicBezTo>
                      <a:pt x="120" y="13"/>
                      <a:pt x="120" y="13"/>
                      <a:pt x="119" y="12"/>
                    </a:cubicBezTo>
                    <a:cubicBezTo>
                      <a:pt x="117" y="12"/>
                      <a:pt x="117" y="12"/>
                      <a:pt x="117" y="12"/>
                    </a:cubicBezTo>
                    <a:cubicBezTo>
                      <a:pt x="118" y="6"/>
                      <a:pt x="118" y="6"/>
                      <a:pt x="118" y="6"/>
                    </a:cubicBezTo>
                    <a:cubicBezTo>
                      <a:pt x="118" y="6"/>
                      <a:pt x="119" y="6"/>
                      <a:pt x="119" y="6"/>
                    </a:cubicBezTo>
                    <a:cubicBezTo>
                      <a:pt x="119" y="6"/>
                      <a:pt x="119" y="6"/>
                      <a:pt x="119" y="6"/>
                    </a:cubicBezTo>
                    <a:cubicBezTo>
                      <a:pt x="122" y="7"/>
                      <a:pt x="122" y="7"/>
                      <a:pt x="122" y="7"/>
                    </a:cubicBezTo>
                    <a:cubicBezTo>
                      <a:pt x="122" y="7"/>
                      <a:pt x="123" y="7"/>
                      <a:pt x="123" y="8"/>
                    </a:cubicBezTo>
                    <a:cubicBezTo>
                      <a:pt x="124" y="8"/>
                      <a:pt x="124" y="9"/>
                      <a:pt x="124" y="10"/>
                    </a:cubicBezTo>
                    <a:cubicBezTo>
                      <a:pt x="125" y="10"/>
                      <a:pt x="125" y="10"/>
                      <a:pt x="125" y="10"/>
                    </a:cubicBezTo>
                    <a:cubicBezTo>
                      <a:pt x="125" y="7"/>
                      <a:pt x="125" y="7"/>
                      <a:pt x="125" y="7"/>
                    </a:cubicBezTo>
                    <a:cubicBezTo>
                      <a:pt x="116" y="4"/>
                      <a:pt x="116" y="4"/>
                      <a:pt x="116" y="4"/>
                    </a:cubicBezTo>
                    <a:cubicBezTo>
                      <a:pt x="116" y="5"/>
                      <a:pt x="116" y="5"/>
                      <a:pt x="116" y="5"/>
                    </a:cubicBezTo>
                    <a:close/>
                    <a:moveTo>
                      <a:pt x="136" y="17"/>
                    </a:moveTo>
                    <a:cubicBezTo>
                      <a:pt x="136" y="18"/>
                      <a:pt x="135" y="19"/>
                      <a:pt x="134" y="19"/>
                    </a:cubicBezTo>
                    <a:cubicBezTo>
                      <a:pt x="133" y="19"/>
                      <a:pt x="133" y="19"/>
                      <a:pt x="132" y="19"/>
                    </a:cubicBezTo>
                    <a:cubicBezTo>
                      <a:pt x="131" y="26"/>
                      <a:pt x="131" y="26"/>
                      <a:pt x="131" y="26"/>
                    </a:cubicBezTo>
                    <a:cubicBezTo>
                      <a:pt x="131" y="26"/>
                      <a:pt x="131" y="27"/>
                      <a:pt x="131" y="27"/>
                    </a:cubicBezTo>
                    <a:cubicBezTo>
                      <a:pt x="131" y="27"/>
                      <a:pt x="131" y="27"/>
                      <a:pt x="132" y="27"/>
                    </a:cubicBezTo>
                    <a:cubicBezTo>
                      <a:pt x="132" y="27"/>
                      <a:pt x="132" y="27"/>
                      <a:pt x="132" y="27"/>
                    </a:cubicBezTo>
                    <a:cubicBezTo>
                      <a:pt x="132" y="28"/>
                      <a:pt x="132" y="28"/>
                      <a:pt x="132" y="28"/>
                    </a:cubicBezTo>
                    <a:cubicBezTo>
                      <a:pt x="130" y="27"/>
                      <a:pt x="130" y="27"/>
                      <a:pt x="130" y="27"/>
                    </a:cubicBezTo>
                    <a:cubicBezTo>
                      <a:pt x="130" y="18"/>
                      <a:pt x="130" y="18"/>
                      <a:pt x="130" y="18"/>
                    </a:cubicBezTo>
                    <a:cubicBezTo>
                      <a:pt x="129" y="17"/>
                      <a:pt x="129" y="17"/>
                      <a:pt x="129" y="17"/>
                    </a:cubicBezTo>
                    <a:cubicBezTo>
                      <a:pt x="126" y="23"/>
                      <a:pt x="126" y="23"/>
                      <a:pt x="126" y="23"/>
                    </a:cubicBezTo>
                    <a:cubicBezTo>
                      <a:pt x="125" y="24"/>
                      <a:pt x="125" y="24"/>
                      <a:pt x="126" y="24"/>
                    </a:cubicBezTo>
                    <a:cubicBezTo>
                      <a:pt x="126" y="24"/>
                      <a:pt x="126" y="24"/>
                      <a:pt x="126" y="24"/>
                    </a:cubicBezTo>
                    <a:cubicBezTo>
                      <a:pt x="126" y="25"/>
                      <a:pt x="126" y="25"/>
                      <a:pt x="126" y="25"/>
                    </a:cubicBezTo>
                    <a:cubicBezTo>
                      <a:pt x="126" y="25"/>
                      <a:pt x="126" y="25"/>
                      <a:pt x="126" y="25"/>
                    </a:cubicBezTo>
                    <a:cubicBezTo>
                      <a:pt x="122" y="23"/>
                      <a:pt x="122" y="23"/>
                      <a:pt x="122" y="23"/>
                    </a:cubicBezTo>
                    <a:cubicBezTo>
                      <a:pt x="123" y="23"/>
                      <a:pt x="123" y="23"/>
                      <a:pt x="123" y="23"/>
                    </a:cubicBezTo>
                    <a:cubicBezTo>
                      <a:pt x="123" y="23"/>
                      <a:pt x="123" y="23"/>
                      <a:pt x="123" y="23"/>
                    </a:cubicBezTo>
                    <a:cubicBezTo>
                      <a:pt x="123" y="23"/>
                      <a:pt x="124" y="23"/>
                      <a:pt x="124" y="23"/>
                    </a:cubicBezTo>
                    <a:cubicBezTo>
                      <a:pt x="124" y="23"/>
                      <a:pt x="124" y="23"/>
                      <a:pt x="124" y="23"/>
                    </a:cubicBezTo>
                    <a:cubicBezTo>
                      <a:pt x="130" y="11"/>
                      <a:pt x="130" y="11"/>
                      <a:pt x="130" y="11"/>
                    </a:cubicBezTo>
                    <a:cubicBezTo>
                      <a:pt x="130" y="11"/>
                      <a:pt x="130" y="11"/>
                      <a:pt x="130" y="10"/>
                    </a:cubicBezTo>
                    <a:cubicBezTo>
                      <a:pt x="130" y="10"/>
                      <a:pt x="130" y="10"/>
                      <a:pt x="130" y="10"/>
                    </a:cubicBezTo>
                    <a:cubicBezTo>
                      <a:pt x="129" y="10"/>
                      <a:pt x="129" y="10"/>
                      <a:pt x="129" y="10"/>
                    </a:cubicBezTo>
                    <a:cubicBezTo>
                      <a:pt x="130" y="9"/>
                      <a:pt x="130" y="9"/>
                      <a:pt x="130" y="9"/>
                    </a:cubicBezTo>
                    <a:cubicBezTo>
                      <a:pt x="134" y="12"/>
                      <a:pt x="134" y="12"/>
                      <a:pt x="134" y="12"/>
                    </a:cubicBezTo>
                    <a:cubicBezTo>
                      <a:pt x="135" y="12"/>
                      <a:pt x="136" y="13"/>
                      <a:pt x="137" y="14"/>
                    </a:cubicBezTo>
                    <a:cubicBezTo>
                      <a:pt x="137" y="15"/>
                      <a:pt x="137" y="16"/>
                      <a:pt x="136" y="17"/>
                    </a:cubicBezTo>
                    <a:close/>
                    <a:moveTo>
                      <a:pt x="129" y="17"/>
                    </a:moveTo>
                    <a:cubicBezTo>
                      <a:pt x="131" y="18"/>
                      <a:pt x="131" y="18"/>
                      <a:pt x="131" y="18"/>
                    </a:cubicBezTo>
                    <a:cubicBezTo>
                      <a:pt x="131" y="18"/>
                      <a:pt x="132" y="18"/>
                      <a:pt x="133" y="18"/>
                    </a:cubicBezTo>
                    <a:cubicBezTo>
                      <a:pt x="134" y="18"/>
                      <a:pt x="134" y="17"/>
                      <a:pt x="135" y="16"/>
                    </a:cubicBezTo>
                    <a:cubicBezTo>
                      <a:pt x="135" y="15"/>
                      <a:pt x="136" y="15"/>
                      <a:pt x="135" y="14"/>
                    </a:cubicBezTo>
                    <a:cubicBezTo>
                      <a:pt x="135" y="13"/>
                      <a:pt x="135" y="12"/>
                      <a:pt x="133" y="12"/>
                    </a:cubicBezTo>
                    <a:cubicBezTo>
                      <a:pt x="133" y="11"/>
                      <a:pt x="133" y="11"/>
                      <a:pt x="133" y="11"/>
                    </a:cubicBezTo>
                    <a:cubicBezTo>
                      <a:pt x="132" y="11"/>
                      <a:pt x="132" y="11"/>
                      <a:pt x="132" y="11"/>
                    </a:cubicBezTo>
                    <a:cubicBezTo>
                      <a:pt x="132" y="11"/>
                      <a:pt x="132" y="11"/>
                      <a:pt x="132" y="12"/>
                    </a:cubicBezTo>
                    <a:cubicBezTo>
                      <a:pt x="129" y="17"/>
                      <a:pt x="129" y="17"/>
                      <a:pt x="129" y="17"/>
                    </a:cubicBezTo>
                    <a:close/>
                    <a:moveTo>
                      <a:pt x="141" y="25"/>
                    </a:moveTo>
                    <a:cubicBezTo>
                      <a:pt x="142" y="27"/>
                      <a:pt x="142" y="28"/>
                      <a:pt x="142" y="28"/>
                    </a:cubicBezTo>
                    <a:cubicBezTo>
                      <a:pt x="142" y="29"/>
                      <a:pt x="142" y="30"/>
                      <a:pt x="142" y="30"/>
                    </a:cubicBezTo>
                    <a:cubicBezTo>
                      <a:pt x="141" y="31"/>
                      <a:pt x="141" y="32"/>
                      <a:pt x="140" y="32"/>
                    </a:cubicBezTo>
                    <a:cubicBezTo>
                      <a:pt x="139" y="32"/>
                      <a:pt x="138" y="32"/>
                      <a:pt x="137" y="32"/>
                    </a:cubicBezTo>
                    <a:cubicBezTo>
                      <a:pt x="137" y="31"/>
                      <a:pt x="136" y="30"/>
                      <a:pt x="136" y="29"/>
                    </a:cubicBezTo>
                    <a:cubicBezTo>
                      <a:pt x="135" y="28"/>
                      <a:pt x="136" y="27"/>
                      <a:pt x="136" y="26"/>
                    </a:cubicBezTo>
                    <a:cubicBezTo>
                      <a:pt x="136" y="26"/>
                      <a:pt x="136" y="26"/>
                      <a:pt x="136" y="26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5" y="30"/>
                      <a:pt x="135" y="30"/>
                      <a:pt x="135" y="30"/>
                    </a:cubicBezTo>
                    <a:cubicBezTo>
                      <a:pt x="135" y="30"/>
                      <a:pt x="135" y="30"/>
                      <a:pt x="136" y="31"/>
                    </a:cubicBezTo>
                    <a:cubicBezTo>
                      <a:pt x="136" y="31"/>
                      <a:pt x="136" y="32"/>
                      <a:pt x="137" y="32"/>
                    </a:cubicBezTo>
                    <a:cubicBezTo>
                      <a:pt x="138" y="33"/>
                      <a:pt x="139" y="33"/>
                      <a:pt x="140" y="33"/>
                    </a:cubicBezTo>
                    <a:cubicBezTo>
                      <a:pt x="142" y="33"/>
                      <a:pt x="142" y="32"/>
                      <a:pt x="143" y="31"/>
                    </a:cubicBezTo>
                    <a:cubicBezTo>
                      <a:pt x="144" y="30"/>
                      <a:pt x="144" y="29"/>
                      <a:pt x="144" y="28"/>
                    </a:cubicBezTo>
                    <a:cubicBezTo>
                      <a:pt x="144" y="27"/>
                      <a:pt x="143" y="26"/>
                      <a:pt x="142" y="25"/>
                    </a:cubicBezTo>
                    <a:cubicBezTo>
                      <a:pt x="141" y="23"/>
                      <a:pt x="141" y="22"/>
                      <a:pt x="141" y="22"/>
                    </a:cubicBezTo>
                    <a:cubicBezTo>
                      <a:pt x="141" y="21"/>
                      <a:pt x="141" y="20"/>
                      <a:pt x="141" y="20"/>
                    </a:cubicBezTo>
                    <a:cubicBezTo>
                      <a:pt x="142" y="19"/>
                      <a:pt x="142" y="19"/>
                      <a:pt x="143" y="19"/>
                    </a:cubicBezTo>
                    <a:cubicBezTo>
                      <a:pt x="144" y="18"/>
                      <a:pt x="144" y="18"/>
                      <a:pt x="145" y="19"/>
                    </a:cubicBezTo>
                    <a:cubicBezTo>
                      <a:pt x="146" y="20"/>
                      <a:pt x="147" y="20"/>
                      <a:pt x="147" y="21"/>
                    </a:cubicBezTo>
                    <a:cubicBezTo>
                      <a:pt x="147" y="22"/>
                      <a:pt x="147" y="23"/>
                      <a:pt x="147" y="24"/>
                    </a:cubicBezTo>
                    <a:cubicBezTo>
                      <a:pt x="147" y="24"/>
                      <a:pt x="147" y="24"/>
                      <a:pt x="147" y="24"/>
                    </a:cubicBezTo>
                    <a:cubicBezTo>
                      <a:pt x="149" y="21"/>
                      <a:pt x="149" y="21"/>
                      <a:pt x="149" y="21"/>
                    </a:cubicBezTo>
                    <a:cubicBezTo>
                      <a:pt x="149" y="21"/>
                      <a:pt x="149" y="21"/>
                      <a:pt x="148" y="21"/>
                    </a:cubicBezTo>
                    <a:cubicBezTo>
                      <a:pt x="148" y="21"/>
                      <a:pt x="148" y="21"/>
                      <a:pt x="148" y="21"/>
                    </a:cubicBezTo>
                    <a:cubicBezTo>
                      <a:pt x="148" y="21"/>
                      <a:pt x="147" y="20"/>
                      <a:pt x="147" y="20"/>
                    </a:cubicBezTo>
                    <a:cubicBezTo>
                      <a:pt x="147" y="19"/>
                      <a:pt x="146" y="19"/>
                      <a:pt x="146" y="19"/>
                    </a:cubicBezTo>
                    <a:cubicBezTo>
                      <a:pt x="145" y="18"/>
                      <a:pt x="144" y="18"/>
                      <a:pt x="143" y="18"/>
                    </a:cubicBezTo>
                    <a:cubicBezTo>
                      <a:pt x="141" y="18"/>
                      <a:pt x="141" y="19"/>
                      <a:pt x="140" y="19"/>
                    </a:cubicBezTo>
                    <a:cubicBezTo>
                      <a:pt x="139" y="20"/>
                      <a:pt x="139" y="21"/>
                      <a:pt x="139" y="22"/>
                    </a:cubicBezTo>
                    <a:cubicBezTo>
                      <a:pt x="140" y="23"/>
                      <a:pt x="140" y="24"/>
                      <a:pt x="141" y="25"/>
                    </a:cubicBezTo>
                    <a:close/>
                    <a:moveTo>
                      <a:pt x="154" y="26"/>
                    </a:moveTo>
                    <a:cubicBezTo>
                      <a:pt x="154" y="26"/>
                      <a:pt x="154" y="26"/>
                      <a:pt x="154" y="26"/>
                    </a:cubicBezTo>
                    <a:cubicBezTo>
                      <a:pt x="159" y="31"/>
                      <a:pt x="159" y="31"/>
                      <a:pt x="159" y="31"/>
                    </a:cubicBezTo>
                    <a:cubicBezTo>
                      <a:pt x="159" y="31"/>
                      <a:pt x="159" y="31"/>
                      <a:pt x="159" y="31"/>
                    </a:cubicBezTo>
                    <a:cubicBezTo>
                      <a:pt x="158" y="30"/>
                      <a:pt x="158" y="30"/>
                      <a:pt x="158" y="30"/>
                    </a:cubicBezTo>
                    <a:cubicBezTo>
                      <a:pt x="157" y="29"/>
                      <a:pt x="157" y="29"/>
                      <a:pt x="157" y="29"/>
                    </a:cubicBezTo>
                    <a:cubicBezTo>
                      <a:pt x="157" y="29"/>
                      <a:pt x="157" y="29"/>
                      <a:pt x="156" y="30"/>
                    </a:cubicBezTo>
                    <a:cubicBezTo>
                      <a:pt x="147" y="39"/>
                      <a:pt x="147" y="39"/>
                      <a:pt x="147" y="39"/>
                    </a:cubicBezTo>
                    <a:cubicBezTo>
                      <a:pt x="147" y="39"/>
                      <a:pt x="147" y="39"/>
                      <a:pt x="147" y="40"/>
                    </a:cubicBezTo>
                    <a:cubicBezTo>
                      <a:pt x="147" y="40"/>
                      <a:pt x="147" y="40"/>
                      <a:pt x="148" y="40"/>
                    </a:cubicBezTo>
                    <a:cubicBezTo>
                      <a:pt x="149" y="42"/>
                      <a:pt x="149" y="42"/>
                      <a:pt x="149" y="42"/>
                    </a:cubicBezTo>
                    <a:cubicBezTo>
                      <a:pt x="149" y="42"/>
                      <a:pt x="149" y="42"/>
                      <a:pt x="149" y="42"/>
                    </a:cubicBezTo>
                    <a:cubicBezTo>
                      <a:pt x="143" y="37"/>
                      <a:pt x="143" y="37"/>
                      <a:pt x="143" y="37"/>
                    </a:cubicBezTo>
                    <a:cubicBezTo>
                      <a:pt x="144" y="37"/>
                      <a:pt x="144" y="37"/>
                      <a:pt x="144" y="37"/>
                    </a:cubicBezTo>
                    <a:cubicBezTo>
                      <a:pt x="145" y="38"/>
                      <a:pt x="145" y="38"/>
                      <a:pt x="145" y="38"/>
                    </a:cubicBezTo>
                    <a:cubicBezTo>
                      <a:pt x="146" y="38"/>
                      <a:pt x="146" y="38"/>
                      <a:pt x="146" y="38"/>
                    </a:cubicBezTo>
                    <a:cubicBezTo>
                      <a:pt x="146" y="38"/>
                      <a:pt x="146" y="38"/>
                      <a:pt x="146" y="38"/>
                    </a:cubicBezTo>
                    <a:cubicBezTo>
                      <a:pt x="155" y="29"/>
                      <a:pt x="155" y="29"/>
                      <a:pt x="155" y="29"/>
                    </a:cubicBezTo>
                    <a:cubicBezTo>
                      <a:pt x="155" y="28"/>
                      <a:pt x="156" y="28"/>
                      <a:pt x="156" y="28"/>
                    </a:cubicBezTo>
                    <a:cubicBezTo>
                      <a:pt x="156" y="28"/>
                      <a:pt x="155" y="28"/>
                      <a:pt x="155" y="27"/>
                    </a:cubicBezTo>
                    <a:cubicBezTo>
                      <a:pt x="154" y="26"/>
                      <a:pt x="154" y="26"/>
                      <a:pt x="154" y="26"/>
                    </a:cubicBezTo>
                    <a:close/>
                    <a:moveTo>
                      <a:pt x="155" y="50"/>
                    </a:moveTo>
                    <a:cubicBezTo>
                      <a:pt x="156" y="50"/>
                      <a:pt x="156" y="50"/>
                      <a:pt x="156" y="50"/>
                    </a:cubicBezTo>
                    <a:cubicBezTo>
                      <a:pt x="155" y="49"/>
                      <a:pt x="155" y="49"/>
                      <a:pt x="155" y="49"/>
                    </a:cubicBezTo>
                    <a:cubicBezTo>
                      <a:pt x="155" y="49"/>
                      <a:pt x="155" y="49"/>
                      <a:pt x="155" y="49"/>
                    </a:cubicBezTo>
                    <a:cubicBezTo>
                      <a:pt x="155" y="49"/>
                      <a:pt x="155" y="48"/>
                      <a:pt x="155" y="48"/>
                    </a:cubicBezTo>
                    <a:cubicBezTo>
                      <a:pt x="165" y="40"/>
                      <a:pt x="165" y="40"/>
                      <a:pt x="165" y="40"/>
                    </a:cubicBezTo>
                    <a:cubicBezTo>
                      <a:pt x="166" y="40"/>
                      <a:pt x="166" y="40"/>
                      <a:pt x="166" y="40"/>
                    </a:cubicBezTo>
                    <a:cubicBezTo>
                      <a:pt x="166" y="40"/>
                      <a:pt x="166" y="40"/>
                      <a:pt x="167" y="40"/>
                    </a:cubicBezTo>
                    <a:cubicBezTo>
                      <a:pt x="167" y="41"/>
                      <a:pt x="167" y="42"/>
                      <a:pt x="167" y="42"/>
                    </a:cubicBezTo>
                    <a:cubicBezTo>
                      <a:pt x="167" y="43"/>
                      <a:pt x="167" y="43"/>
                      <a:pt x="166" y="45"/>
                    </a:cubicBezTo>
                    <a:cubicBezTo>
                      <a:pt x="166" y="45"/>
                      <a:pt x="166" y="45"/>
                      <a:pt x="166" y="45"/>
                    </a:cubicBezTo>
                    <a:cubicBezTo>
                      <a:pt x="169" y="42"/>
                      <a:pt x="169" y="42"/>
                      <a:pt x="169" y="42"/>
                    </a:cubicBezTo>
                    <a:cubicBezTo>
                      <a:pt x="163" y="35"/>
                      <a:pt x="163" y="35"/>
                      <a:pt x="163" y="35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62" y="37"/>
                      <a:pt x="163" y="37"/>
                      <a:pt x="163" y="37"/>
                    </a:cubicBezTo>
                    <a:cubicBezTo>
                      <a:pt x="163" y="37"/>
                      <a:pt x="164" y="37"/>
                      <a:pt x="164" y="38"/>
                    </a:cubicBezTo>
                    <a:cubicBezTo>
                      <a:pt x="165" y="38"/>
                      <a:pt x="165" y="38"/>
                      <a:pt x="165" y="38"/>
                    </a:cubicBezTo>
                    <a:cubicBezTo>
                      <a:pt x="165" y="39"/>
                      <a:pt x="165" y="39"/>
                      <a:pt x="164" y="39"/>
                    </a:cubicBezTo>
                    <a:cubicBezTo>
                      <a:pt x="154" y="47"/>
                      <a:pt x="154" y="47"/>
                      <a:pt x="154" y="47"/>
                    </a:cubicBezTo>
                    <a:cubicBezTo>
                      <a:pt x="154" y="47"/>
                      <a:pt x="154" y="47"/>
                      <a:pt x="154" y="47"/>
                    </a:cubicBezTo>
                    <a:cubicBezTo>
                      <a:pt x="154" y="47"/>
                      <a:pt x="153" y="47"/>
                      <a:pt x="153" y="47"/>
                    </a:cubicBezTo>
                    <a:cubicBezTo>
                      <a:pt x="153" y="46"/>
                      <a:pt x="153" y="46"/>
                      <a:pt x="153" y="46"/>
                    </a:cubicBezTo>
                    <a:cubicBezTo>
                      <a:pt x="152" y="47"/>
                      <a:pt x="152" y="47"/>
                      <a:pt x="152" y="47"/>
                    </a:cubicBezTo>
                    <a:cubicBezTo>
                      <a:pt x="155" y="50"/>
                      <a:pt x="155" y="50"/>
                      <a:pt x="155" y="50"/>
                    </a:cubicBezTo>
                    <a:close/>
                    <a:moveTo>
                      <a:pt x="174" y="54"/>
                    </a:moveTo>
                    <a:cubicBezTo>
                      <a:pt x="174" y="54"/>
                      <a:pt x="175" y="54"/>
                      <a:pt x="175" y="53"/>
                    </a:cubicBezTo>
                    <a:cubicBezTo>
                      <a:pt x="175" y="53"/>
                      <a:pt x="175" y="53"/>
                      <a:pt x="174" y="53"/>
                    </a:cubicBezTo>
                    <a:cubicBezTo>
                      <a:pt x="174" y="52"/>
                      <a:pt x="174" y="52"/>
                      <a:pt x="174" y="52"/>
                    </a:cubicBezTo>
                    <a:cubicBezTo>
                      <a:pt x="175" y="52"/>
                      <a:pt x="175" y="52"/>
                      <a:pt x="175" y="52"/>
                    </a:cubicBezTo>
                    <a:cubicBezTo>
                      <a:pt x="177" y="55"/>
                      <a:pt x="177" y="55"/>
                      <a:pt x="177" y="55"/>
                    </a:cubicBezTo>
                    <a:cubicBezTo>
                      <a:pt x="176" y="55"/>
                      <a:pt x="176" y="55"/>
                      <a:pt x="176" y="55"/>
                    </a:cubicBezTo>
                    <a:cubicBezTo>
                      <a:pt x="176" y="55"/>
                      <a:pt x="176" y="55"/>
                      <a:pt x="176" y="55"/>
                    </a:cubicBezTo>
                    <a:cubicBezTo>
                      <a:pt x="176" y="55"/>
                      <a:pt x="176" y="55"/>
                      <a:pt x="175" y="55"/>
                    </a:cubicBezTo>
                    <a:cubicBezTo>
                      <a:pt x="175" y="55"/>
                      <a:pt x="175" y="55"/>
                      <a:pt x="174" y="55"/>
                    </a:cubicBezTo>
                    <a:cubicBezTo>
                      <a:pt x="166" y="56"/>
                      <a:pt x="166" y="56"/>
                      <a:pt x="166" y="56"/>
                    </a:cubicBezTo>
                    <a:cubicBezTo>
                      <a:pt x="162" y="58"/>
                      <a:pt x="162" y="58"/>
                      <a:pt x="162" y="58"/>
                    </a:cubicBezTo>
                    <a:cubicBezTo>
                      <a:pt x="162" y="59"/>
                      <a:pt x="162" y="59"/>
                      <a:pt x="162" y="59"/>
                    </a:cubicBezTo>
                    <a:cubicBezTo>
                      <a:pt x="161" y="59"/>
                      <a:pt x="162" y="59"/>
                      <a:pt x="162" y="60"/>
                    </a:cubicBezTo>
                    <a:cubicBezTo>
                      <a:pt x="162" y="60"/>
                      <a:pt x="162" y="60"/>
                      <a:pt x="162" y="60"/>
                    </a:cubicBezTo>
                    <a:cubicBezTo>
                      <a:pt x="162" y="61"/>
                      <a:pt x="162" y="61"/>
                      <a:pt x="162" y="61"/>
                    </a:cubicBezTo>
                    <a:cubicBezTo>
                      <a:pt x="159" y="56"/>
                      <a:pt x="159" y="56"/>
                      <a:pt x="159" y="56"/>
                    </a:cubicBezTo>
                    <a:cubicBezTo>
                      <a:pt x="160" y="56"/>
                      <a:pt x="160" y="56"/>
                      <a:pt x="160" y="56"/>
                    </a:cubicBezTo>
                    <a:cubicBezTo>
                      <a:pt x="160" y="57"/>
                      <a:pt x="160" y="57"/>
                      <a:pt x="160" y="57"/>
                    </a:cubicBezTo>
                    <a:cubicBezTo>
                      <a:pt x="160" y="57"/>
                      <a:pt x="160" y="57"/>
                      <a:pt x="161" y="57"/>
                    </a:cubicBezTo>
                    <a:cubicBezTo>
                      <a:pt x="161" y="57"/>
                      <a:pt x="161" y="57"/>
                      <a:pt x="161" y="57"/>
                    </a:cubicBezTo>
                    <a:cubicBezTo>
                      <a:pt x="165" y="55"/>
                      <a:pt x="165" y="55"/>
                      <a:pt x="165" y="55"/>
                    </a:cubicBezTo>
                    <a:cubicBezTo>
                      <a:pt x="171" y="48"/>
                      <a:pt x="171" y="48"/>
                      <a:pt x="171" y="48"/>
                    </a:cubicBezTo>
                    <a:cubicBezTo>
                      <a:pt x="171" y="48"/>
                      <a:pt x="171" y="48"/>
                      <a:pt x="171" y="47"/>
                    </a:cubicBezTo>
                    <a:cubicBezTo>
                      <a:pt x="171" y="47"/>
                      <a:pt x="171" y="47"/>
                      <a:pt x="171" y="47"/>
                    </a:cubicBezTo>
                    <a:cubicBezTo>
                      <a:pt x="171" y="46"/>
                      <a:pt x="171" y="46"/>
                      <a:pt x="171" y="46"/>
                    </a:cubicBezTo>
                    <a:cubicBezTo>
                      <a:pt x="171" y="46"/>
                      <a:pt x="171" y="46"/>
                      <a:pt x="171" y="46"/>
                    </a:cubicBezTo>
                    <a:cubicBezTo>
                      <a:pt x="173" y="50"/>
                      <a:pt x="173" y="50"/>
                      <a:pt x="173" y="50"/>
                    </a:cubicBezTo>
                    <a:cubicBezTo>
                      <a:pt x="173" y="50"/>
                      <a:pt x="173" y="50"/>
                      <a:pt x="173" y="50"/>
                    </a:cubicBezTo>
                    <a:cubicBezTo>
                      <a:pt x="173" y="49"/>
                      <a:pt x="173" y="49"/>
                      <a:pt x="173" y="49"/>
                    </a:cubicBezTo>
                    <a:cubicBezTo>
                      <a:pt x="172" y="49"/>
                      <a:pt x="172" y="49"/>
                      <a:pt x="172" y="49"/>
                    </a:cubicBezTo>
                    <a:cubicBezTo>
                      <a:pt x="172" y="49"/>
                      <a:pt x="172" y="49"/>
                      <a:pt x="171" y="49"/>
                    </a:cubicBezTo>
                    <a:cubicBezTo>
                      <a:pt x="167" y="55"/>
                      <a:pt x="167" y="55"/>
                      <a:pt x="167" y="55"/>
                    </a:cubicBezTo>
                    <a:cubicBezTo>
                      <a:pt x="167" y="55"/>
                      <a:pt x="167" y="55"/>
                      <a:pt x="167" y="55"/>
                    </a:cubicBezTo>
                    <a:lnTo>
                      <a:pt x="174" y="54"/>
                    </a:lnTo>
                    <a:close/>
                  </a:path>
                </a:pathLst>
              </a:custGeom>
              <a:solidFill>
                <a:srgbClr val="FFFFFF"/>
              </a:solidFill>
              <a:ln w="3175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8" name="ïśľíḓé"/>
              <p:cNvSpPr/>
              <p:nvPr/>
            </p:nvSpPr>
            <p:spPr bwMode="auto">
              <a:xfrm>
                <a:off x="3667126" y="3184525"/>
                <a:ext cx="492125" cy="496888"/>
              </a:xfrm>
              <a:custGeom>
                <a:avLst/>
                <a:gdLst>
                  <a:gd name="T0" fmla="*/ 74 w 149"/>
                  <a:gd name="T1" fmla="*/ 0 h 149"/>
                  <a:gd name="T2" fmla="*/ 149 w 149"/>
                  <a:gd name="T3" fmla="*/ 74 h 149"/>
                  <a:gd name="T4" fmla="*/ 74 w 149"/>
                  <a:gd name="T5" fmla="*/ 149 h 149"/>
                  <a:gd name="T6" fmla="*/ 0 w 149"/>
                  <a:gd name="T7" fmla="*/ 74 h 149"/>
                  <a:gd name="T8" fmla="*/ 74 w 149"/>
                  <a:gd name="T9" fmla="*/ 0 h 149"/>
                  <a:gd name="T10" fmla="*/ 74 w 149"/>
                  <a:gd name="T11" fmla="*/ 2 h 149"/>
                  <a:gd name="T12" fmla="*/ 2 w 149"/>
                  <a:gd name="T13" fmla="*/ 74 h 149"/>
                  <a:gd name="T14" fmla="*/ 74 w 149"/>
                  <a:gd name="T15" fmla="*/ 146 h 149"/>
                  <a:gd name="T16" fmla="*/ 146 w 149"/>
                  <a:gd name="T17" fmla="*/ 74 h 149"/>
                  <a:gd name="T18" fmla="*/ 74 w 149"/>
                  <a:gd name="T19" fmla="*/ 2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9" h="149">
                    <a:moveTo>
                      <a:pt x="74" y="0"/>
                    </a:moveTo>
                    <a:cubicBezTo>
                      <a:pt x="115" y="0"/>
                      <a:pt x="149" y="33"/>
                      <a:pt x="149" y="74"/>
                    </a:cubicBezTo>
                    <a:cubicBezTo>
                      <a:pt x="149" y="115"/>
                      <a:pt x="115" y="149"/>
                      <a:pt x="74" y="149"/>
                    </a:cubicBezTo>
                    <a:cubicBezTo>
                      <a:pt x="33" y="149"/>
                      <a:pt x="0" y="115"/>
                      <a:pt x="0" y="74"/>
                    </a:cubicBezTo>
                    <a:cubicBezTo>
                      <a:pt x="0" y="33"/>
                      <a:pt x="33" y="0"/>
                      <a:pt x="74" y="0"/>
                    </a:cubicBezTo>
                    <a:close/>
                    <a:moveTo>
                      <a:pt x="74" y="2"/>
                    </a:moveTo>
                    <a:cubicBezTo>
                      <a:pt x="35" y="2"/>
                      <a:pt x="2" y="34"/>
                      <a:pt x="2" y="74"/>
                    </a:cubicBezTo>
                    <a:cubicBezTo>
                      <a:pt x="2" y="114"/>
                      <a:pt x="35" y="146"/>
                      <a:pt x="74" y="146"/>
                    </a:cubicBezTo>
                    <a:cubicBezTo>
                      <a:pt x="114" y="146"/>
                      <a:pt x="146" y="114"/>
                      <a:pt x="146" y="74"/>
                    </a:cubicBezTo>
                    <a:cubicBezTo>
                      <a:pt x="146" y="34"/>
                      <a:pt x="114" y="2"/>
                      <a:pt x="74" y="2"/>
                    </a:cubicBezTo>
                    <a:close/>
                  </a:path>
                </a:pathLst>
              </a:custGeom>
              <a:solidFill>
                <a:srgbClr val="0052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9" name="ïslíḍê"/>
              <p:cNvSpPr/>
              <p:nvPr/>
            </p:nvSpPr>
            <p:spPr bwMode="auto">
              <a:xfrm>
                <a:off x="3775076" y="3248025"/>
                <a:ext cx="274638" cy="146050"/>
              </a:xfrm>
              <a:custGeom>
                <a:avLst/>
                <a:gdLst>
                  <a:gd name="T0" fmla="*/ 10 w 83"/>
                  <a:gd name="T1" fmla="*/ 43 h 44"/>
                  <a:gd name="T2" fmla="*/ 18 w 83"/>
                  <a:gd name="T3" fmla="*/ 39 h 44"/>
                  <a:gd name="T4" fmla="*/ 67 w 83"/>
                  <a:gd name="T5" fmla="*/ 39 h 44"/>
                  <a:gd name="T6" fmla="*/ 73 w 83"/>
                  <a:gd name="T7" fmla="*/ 42 h 44"/>
                  <a:gd name="T8" fmla="*/ 76 w 83"/>
                  <a:gd name="T9" fmla="*/ 43 h 44"/>
                  <a:gd name="T10" fmla="*/ 83 w 83"/>
                  <a:gd name="T11" fmla="*/ 35 h 44"/>
                  <a:gd name="T12" fmla="*/ 76 w 83"/>
                  <a:gd name="T13" fmla="*/ 37 h 44"/>
                  <a:gd name="T14" fmla="*/ 69 w 83"/>
                  <a:gd name="T15" fmla="*/ 33 h 44"/>
                  <a:gd name="T16" fmla="*/ 70 w 83"/>
                  <a:gd name="T17" fmla="*/ 26 h 44"/>
                  <a:gd name="T18" fmla="*/ 64 w 83"/>
                  <a:gd name="T19" fmla="*/ 30 h 44"/>
                  <a:gd name="T20" fmla="*/ 59 w 83"/>
                  <a:gd name="T21" fmla="*/ 31 h 44"/>
                  <a:gd name="T22" fmla="*/ 56 w 83"/>
                  <a:gd name="T23" fmla="*/ 29 h 44"/>
                  <a:gd name="T24" fmla="*/ 56 w 83"/>
                  <a:gd name="T25" fmla="*/ 24 h 44"/>
                  <a:gd name="T26" fmla="*/ 58 w 83"/>
                  <a:gd name="T27" fmla="*/ 23 h 44"/>
                  <a:gd name="T28" fmla="*/ 58 w 83"/>
                  <a:gd name="T29" fmla="*/ 19 h 44"/>
                  <a:gd name="T30" fmla="*/ 54 w 83"/>
                  <a:gd name="T31" fmla="*/ 19 h 44"/>
                  <a:gd name="T32" fmla="*/ 53 w 83"/>
                  <a:gd name="T33" fmla="*/ 21 h 44"/>
                  <a:gd name="T34" fmla="*/ 44 w 83"/>
                  <a:gd name="T35" fmla="*/ 21 h 44"/>
                  <a:gd name="T36" fmla="*/ 43 w 83"/>
                  <a:gd name="T37" fmla="*/ 18 h 44"/>
                  <a:gd name="T38" fmla="*/ 44 w 83"/>
                  <a:gd name="T39" fmla="*/ 13 h 44"/>
                  <a:gd name="T40" fmla="*/ 43 w 83"/>
                  <a:gd name="T41" fmla="*/ 8 h 44"/>
                  <a:gd name="T42" fmla="*/ 43 w 83"/>
                  <a:gd name="T43" fmla="*/ 6 h 44"/>
                  <a:gd name="T44" fmla="*/ 43 w 83"/>
                  <a:gd name="T45" fmla="*/ 2 h 44"/>
                  <a:gd name="T46" fmla="*/ 43 w 83"/>
                  <a:gd name="T47" fmla="*/ 0 h 44"/>
                  <a:gd name="T48" fmla="*/ 40 w 83"/>
                  <a:gd name="T49" fmla="*/ 0 h 44"/>
                  <a:gd name="T50" fmla="*/ 39 w 83"/>
                  <a:gd name="T51" fmla="*/ 2 h 44"/>
                  <a:gd name="T52" fmla="*/ 39 w 83"/>
                  <a:gd name="T53" fmla="*/ 6 h 44"/>
                  <a:gd name="T54" fmla="*/ 39 w 83"/>
                  <a:gd name="T55" fmla="*/ 8 h 44"/>
                  <a:gd name="T56" fmla="*/ 38 w 83"/>
                  <a:gd name="T57" fmla="*/ 13 h 44"/>
                  <a:gd name="T58" fmla="*/ 38 w 83"/>
                  <a:gd name="T59" fmla="*/ 18 h 44"/>
                  <a:gd name="T60" fmla="*/ 38 w 83"/>
                  <a:gd name="T61" fmla="*/ 21 h 44"/>
                  <a:gd name="T62" fmla="*/ 30 w 83"/>
                  <a:gd name="T63" fmla="*/ 21 h 44"/>
                  <a:gd name="T64" fmla="*/ 29 w 83"/>
                  <a:gd name="T65" fmla="*/ 19 h 44"/>
                  <a:gd name="T66" fmla="*/ 25 w 83"/>
                  <a:gd name="T67" fmla="*/ 19 h 44"/>
                  <a:gd name="T68" fmla="*/ 25 w 83"/>
                  <a:gd name="T69" fmla="*/ 23 h 44"/>
                  <a:gd name="T70" fmla="*/ 26 w 83"/>
                  <a:gd name="T71" fmla="*/ 24 h 44"/>
                  <a:gd name="T72" fmla="*/ 27 w 83"/>
                  <a:gd name="T73" fmla="*/ 29 h 44"/>
                  <a:gd name="T74" fmla="*/ 22 w 83"/>
                  <a:gd name="T75" fmla="*/ 31 h 44"/>
                  <a:gd name="T76" fmla="*/ 13 w 83"/>
                  <a:gd name="T77" fmla="*/ 26 h 44"/>
                  <a:gd name="T78" fmla="*/ 13 w 83"/>
                  <a:gd name="T79" fmla="*/ 35 h 44"/>
                  <a:gd name="T80" fmla="*/ 7 w 83"/>
                  <a:gd name="T81" fmla="*/ 37 h 44"/>
                  <a:gd name="T82" fmla="*/ 0 w 83"/>
                  <a:gd name="T83" fmla="*/ 34 h 44"/>
                  <a:gd name="T84" fmla="*/ 5 w 83"/>
                  <a:gd name="T85" fmla="*/ 42 h 44"/>
                  <a:gd name="T86" fmla="*/ 10 w 83"/>
                  <a:gd name="T87" fmla="*/ 43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83" h="44">
                    <a:moveTo>
                      <a:pt x="10" y="43"/>
                    </a:moveTo>
                    <a:cubicBezTo>
                      <a:pt x="18" y="39"/>
                      <a:pt x="18" y="39"/>
                      <a:pt x="18" y="39"/>
                    </a:cubicBezTo>
                    <a:cubicBezTo>
                      <a:pt x="67" y="39"/>
                      <a:pt x="67" y="39"/>
                      <a:pt x="67" y="39"/>
                    </a:cubicBezTo>
                    <a:cubicBezTo>
                      <a:pt x="73" y="42"/>
                      <a:pt x="73" y="42"/>
                      <a:pt x="73" y="42"/>
                    </a:cubicBezTo>
                    <a:cubicBezTo>
                      <a:pt x="74" y="43"/>
                      <a:pt x="75" y="43"/>
                      <a:pt x="76" y="43"/>
                    </a:cubicBezTo>
                    <a:cubicBezTo>
                      <a:pt x="80" y="42"/>
                      <a:pt x="83" y="35"/>
                      <a:pt x="83" y="35"/>
                    </a:cubicBezTo>
                    <a:cubicBezTo>
                      <a:pt x="83" y="35"/>
                      <a:pt x="79" y="38"/>
                      <a:pt x="76" y="37"/>
                    </a:cubicBezTo>
                    <a:cubicBezTo>
                      <a:pt x="73" y="37"/>
                      <a:pt x="69" y="36"/>
                      <a:pt x="69" y="33"/>
                    </a:cubicBezTo>
                    <a:cubicBezTo>
                      <a:pt x="69" y="30"/>
                      <a:pt x="70" y="27"/>
                      <a:pt x="70" y="26"/>
                    </a:cubicBezTo>
                    <a:cubicBezTo>
                      <a:pt x="70" y="26"/>
                      <a:pt x="67" y="29"/>
                      <a:pt x="64" y="30"/>
                    </a:cubicBezTo>
                    <a:cubicBezTo>
                      <a:pt x="61" y="32"/>
                      <a:pt x="60" y="31"/>
                      <a:pt x="59" y="31"/>
                    </a:cubicBezTo>
                    <a:cubicBezTo>
                      <a:pt x="57" y="30"/>
                      <a:pt x="56" y="29"/>
                      <a:pt x="56" y="29"/>
                    </a:cubicBezTo>
                    <a:cubicBezTo>
                      <a:pt x="56" y="24"/>
                      <a:pt x="56" y="24"/>
                      <a:pt x="56" y="24"/>
                    </a:cubicBezTo>
                    <a:cubicBezTo>
                      <a:pt x="58" y="23"/>
                      <a:pt x="58" y="23"/>
                      <a:pt x="58" y="23"/>
                    </a:cubicBezTo>
                    <a:cubicBezTo>
                      <a:pt x="58" y="19"/>
                      <a:pt x="58" y="19"/>
                      <a:pt x="58" y="19"/>
                    </a:cubicBezTo>
                    <a:cubicBezTo>
                      <a:pt x="54" y="19"/>
                      <a:pt x="54" y="19"/>
                      <a:pt x="54" y="19"/>
                    </a:cubicBezTo>
                    <a:cubicBezTo>
                      <a:pt x="54" y="19"/>
                      <a:pt x="54" y="21"/>
                      <a:pt x="53" y="21"/>
                    </a:cubicBezTo>
                    <a:cubicBezTo>
                      <a:pt x="52" y="21"/>
                      <a:pt x="44" y="21"/>
                      <a:pt x="44" y="21"/>
                    </a:cubicBezTo>
                    <a:cubicBezTo>
                      <a:pt x="44" y="21"/>
                      <a:pt x="43" y="20"/>
                      <a:pt x="43" y="18"/>
                    </a:cubicBezTo>
                    <a:cubicBezTo>
                      <a:pt x="44" y="17"/>
                      <a:pt x="44" y="17"/>
                      <a:pt x="44" y="13"/>
                    </a:cubicBezTo>
                    <a:cubicBezTo>
                      <a:pt x="44" y="10"/>
                      <a:pt x="44" y="9"/>
                      <a:pt x="43" y="8"/>
                    </a:cubicBezTo>
                    <a:cubicBezTo>
                      <a:pt x="43" y="7"/>
                      <a:pt x="42" y="7"/>
                      <a:pt x="43" y="6"/>
                    </a:cubicBezTo>
                    <a:cubicBezTo>
                      <a:pt x="44" y="5"/>
                      <a:pt x="44" y="4"/>
                      <a:pt x="43" y="2"/>
                    </a:cubicBezTo>
                    <a:cubicBezTo>
                      <a:pt x="42" y="1"/>
                      <a:pt x="43" y="2"/>
                      <a:pt x="43" y="0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39" y="0"/>
                      <a:pt x="40" y="1"/>
                      <a:pt x="39" y="2"/>
                    </a:cubicBezTo>
                    <a:cubicBezTo>
                      <a:pt x="38" y="3"/>
                      <a:pt x="38" y="5"/>
                      <a:pt x="39" y="6"/>
                    </a:cubicBezTo>
                    <a:cubicBezTo>
                      <a:pt x="39" y="7"/>
                      <a:pt x="40" y="7"/>
                      <a:pt x="39" y="8"/>
                    </a:cubicBezTo>
                    <a:cubicBezTo>
                      <a:pt x="38" y="9"/>
                      <a:pt x="38" y="10"/>
                      <a:pt x="38" y="13"/>
                    </a:cubicBezTo>
                    <a:cubicBezTo>
                      <a:pt x="38" y="16"/>
                      <a:pt x="38" y="17"/>
                      <a:pt x="38" y="18"/>
                    </a:cubicBezTo>
                    <a:cubicBezTo>
                      <a:pt x="39" y="20"/>
                      <a:pt x="38" y="21"/>
                      <a:pt x="38" y="21"/>
                    </a:cubicBezTo>
                    <a:cubicBezTo>
                      <a:pt x="37" y="21"/>
                      <a:pt x="30" y="21"/>
                      <a:pt x="30" y="21"/>
                    </a:cubicBezTo>
                    <a:cubicBezTo>
                      <a:pt x="30" y="21"/>
                      <a:pt x="29" y="20"/>
                      <a:pt x="29" y="19"/>
                    </a:cubicBezTo>
                    <a:cubicBezTo>
                      <a:pt x="25" y="19"/>
                      <a:pt x="25" y="19"/>
                      <a:pt x="25" y="19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7" y="29"/>
                      <a:pt x="24" y="31"/>
                      <a:pt x="22" y="31"/>
                    </a:cubicBezTo>
                    <a:cubicBezTo>
                      <a:pt x="19" y="31"/>
                      <a:pt x="13" y="26"/>
                      <a:pt x="13" y="26"/>
                    </a:cubicBezTo>
                    <a:cubicBezTo>
                      <a:pt x="13" y="26"/>
                      <a:pt x="14" y="33"/>
                      <a:pt x="13" y="35"/>
                    </a:cubicBezTo>
                    <a:cubicBezTo>
                      <a:pt x="13" y="37"/>
                      <a:pt x="10" y="37"/>
                      <a:pt x="7" y="37"/>
                    </a:cubicBezTo>
                    <a:cubicBezTo>
                      <a:pt x="4" y="37"/>
                      <a:pt x="0" y="35"/>
                      <a:pt x="0" y="34"/>
                    </a:cubicBezTo>
                    <a:cubicBezTo>
                      <a:pt x="0" y="34"/>
                      <a:pt x="3" y="40"/>
                      <a:pt x="5" y="42"/>
                    </a:cubicBezTo>
                    <a:cubicBezTo>
                      <a:pt x="7" y="44"/>
                      <a:pt x="10" y="43"/>
                      <a:pt x="10" y="43"/>
                    </a:cubicBez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0" name="íṡļïdê"/>
              <p:cNvSpPr/>
              <p:nvPr/>
            </p:nvSpPr>
            <p:spPr bwMode="auto">
              <a:xfrm>
                <a:off x="3614738" y="3370263"/>
                <a:ext cx="596900" cy="241300"/>
              </a:xfrm>
              <a:custGeom>
                <a:avLst/>
                <a:gdLst>
                  <a:gd name="T0" fmla="*/ 58 w 181"/>
                  <a:gd name="T1" fmla="*/ 72 h 72"/>
                  <a:gd name="T2" fmla="*/ 8 w 181"/>
                  <a:gd name="T3" fmla="*/ 72 h 72"/>
                  <a:gd name="T4" fmla="*/ 3 w 181"/>
                  <a:gd name="T5" fmla="*/ 63 h 72"/>
                  <a:gd name="T6" fmla="*/ 6 w 181"/>
                  <a:gd name="T7" fmla="*/ 63 h 72"/>
                  <a:gd name="T8" fmla="*/ 11 w 181"/>
                  <a:gd name="T9" fmla="*/ 55 h 72"/>
                  <a:gd name="T10" fmla="*/ 14 w 181"/>
                  <a:gd name="T11" fmla="*/ 55 h 72"/>
                  <a:gd name="T12" fmla="*/ 14 w 181"/>
                  <a:gd name="T13" fmla="*/ 29 h 72"/>
                  <a:gd name="T14" fmla="*/ 0 w 181"/>
                  <a:gd name="T15" fmla="*/ 4 h 72"/>
                  <a:gd name="T16" fmla="*/ 30 w 181"/>
                  <a:gd name="T17" fmla="*/ 0 h 72"/>
                  <a:gd name="T18" fmla="*/ 58 w 181"/>
                  <a:gd name="T19" fmla="*/ 8 h 72"/>
                  <a:gd name="T20" fmla="*/ 51 w 181"/>
                  <a:gd name="T21" fmla="*/ 25 h 72"/>
                  <a:gd name="T22" fmla="*/ 131 w 181"/>
                  <a:gd name="T23" fmla="*/ 25 h 72"/>
                  <a:gd name="T24" fmla="*/ 122 w 181"/>
                  <a:gd name="T25" fmla="*/ 8 h 72"/>
                  <a:gd name="T26" fmla="*/ 150 w 181"/>
                  <a:gd name="T27" fmla="*/ 0 h 72"/>
                  <a:gd name="T28" fmla="*/ 181 w 181"/>
                  <a:gd name="T29" fmla="*/ 5 h 72"/>
                  <a:gd name="T30" fmla="*/ 166 w 181"/>
                  <a:gd name="T31" fmla="*/ 28 h 72"/>
                  <a:gd name="T32" fmla="*/ 166 w 181"/>
                  <a:gd name="T33" fmla="*/ 55 h 72"/>
                  <a:gd name="T34" fmla="*/ 171 w 181"/>
                  <a:gd name="T35" fmla="*/ 55 h 72"/>
                  <a:gd name="T36" fmla="*/ 178 w 181"/>
                  <a:gd name="T37" fmla="*/ 65 h 72"/>
                  <a:gd name="T38" fmla="*/ 174 w 181"/>
                  <a:gd name="T39" fmla="*/ 72 h 72"/>
                  <a:gd name="T40" fmla="*/ 58 w 181"/>
                  <a:gd name="T41" fmla="*/ 7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81" h="72">
                    <a:moveTo>
                      <a:pt x="58" y="72"/>
                    </a:moveTo>
                    <a:cubicBezTo>
                      <a:pt x="8" y="72"/>
                      <a:pt x="8" y="72"/>
                      <a:pt x="8" y="72"/>
                    </a:cubicBezTo>
                    <a:cubicBezTo>
                      <a:pt x="3" y="63"/>
                      <a:pt x="3" y="63"/>
                      <a:pt x="3" y="63"/>
                    </a:cubicBezTo>
                    <a:cubicBezTo>
                      <a:pt x="6" y="63"/>
                      <a:pt x="6" y="63"/>
                      <a:pt x="6" y="63"/>
                    </a:cubicBezTo>
                    <a:cubicBezTo>
                      <a:pt x="7" y="61"/>
                      <a:pt x="10" y="57"/>
                      <a:pt x="11" y="55"/>
                    </a:cubicBezTo>
                    <a:cubicBezTo>
                      <a:pt x="12" y="55"/>
                      <a:pt x="13" y="55"/>
                      <a:pt x="14" y="55"/>
                    </a:cubicBezTo>
                    <a:cubicBezTo>
                      <a:pt x="14" y="45"/>
                      <a:pt x="14" y="39"/>
                      <a:pt x="14" y="29"/>
                    </a:cubicBezTo>
                    <a:cubicBezTo>
                      <a:pt x="6" y="25"/>
                      <a:pt x="0" y="19"/>
                      <a:pt x="0" y="4"/>
                    </a:cubicBezTo>
                    <a:cubicBezTo>
                      <a:pt x="13" y="19"/>
                      <a:pt x="25" y="20"/>
                      <a:pt x="30" y="0"/>
                    </a:cubicBezTo>
                    <a:cubicBezTo>
                      <a:pt x="40" y="22"/>
                      <a:pt x="50" y="16"/>
                      <a:pt x="58" y="8"/>
                    </a:cubicBezTo>
                    <a:cubicBezTo>
                      <a:pt x="59" y="17"/>
                      <a:pt x="51" y="24"/>
                      <a:pt x="51" y="25"/>
                    </a:cubicBezTo>
                    <a:cubicBezTo>
                      <a:pt x="131" y="25"/>
                      <a:pt x="131" y="25"/>
                      <a:pt x="131" y="25"/>
                    </a:cubicBezTo>
                    <a:cubicBezTo>
                      <a:pt x="128" y="21"/>
                      <a:pt x="123" y="15"/>
                      <a:pt x="122" y="8"/>
                    </a:cubicBezTo>
                    <a:cubicBezTo>
                      <a:pt x="131" y="18"/>
                      <a:pt x="141" y="23"/>
                      <a:pt x="150" y="0"/>
                    </a:cubicBezTo>
                    <a:cubicBezTo>
                      <a:pt x="160" y="23"/>
                      <a:pt x="169" y="16"/>
                      <a:pt x="181" y="5"/>
                    </a:cubicBezTo>
                    <a:cubicBezTo>
                      <a:pt x="178" y="23"/>
                      <a:pt x="174" y="23"/>
                      <a:pt x="166" y="28"/>
                    </a:cubicBezTo>
                    <a:cubicBezTo>
                      <a:pt x="166" y="38"/>
                      <a:pt x="166" y="45"/>
                      <a:pt x="166" y="55"/>
                    </a:cubicBezTo>
                    <a:cubicBezTo>
                      <a:pt x="168" y="55"/>
                      <a:pt x="169" y="55"/>
                      <a:pt x="171" y="55"/>
                    </a:cubicBezTo>
                    <a:cubicBezTo>
                      <a:pt x="178" y="65"/>
                      <a:pt x="178" y="65"/>
                      <a:pt x="178" y="65"/>
                    </a:cubicBezTo>
                    <a:cubicBezTo>
                      <a:pt x="174" y="72"/>
                      <a:pt x="174" y="72"/>
                      <a:pt x="174" y="72"/>
                    </a:cubicBezTo>
                    <a:lnTo>
                      <a:pt x="58" y="7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1" name="iş1ïďe"/>
              <p:cNvSpPr/>
              <p:nvPr/>
            </p:nvSpPr>
            <p:spPr bwMode="auto">
              <a:xfrm>
                <a:off x="3624263" y="3381375"/>
                <a:ext cx="577850" cy="200025"/>
              </a:xfrm>
              <a:custGeom>
                <a:avLst/>
                <a:gdLst>
                  <a:gd name="T0" fmla="*/ 130 w 175"/>
                  <a:gd name="T1" fmla="*/ 51 h 60"/>
                  <a:gd name="T2" fmla="*/ 130 w 175"/>
                  <a:gd name="T3" fmla="*/ 50 h 60"/>
                  <a:gd name="T4" fmla="*/ 48 w 175"/>
                  <a:gd name="T5" fmla="*/ 50 h 60"/>
                  <a:gd name="T6" fmla="*/ 48 w 175"/>
                  <a:gd name="T7" fmla="*/ 51 h 60"/>
                  <a:gd name="T8" fmla="*/ 52 w 175"/>
                  <a:gd name="T9" fmla="*/ 51 h 60"/>
                  <a:gd name="T10" fmla="*/ 48 w 175"/>
                  <a:gd name="T11" fmla="*/ 60 h 60"/>
                  <a:gd name="T12" fmla="*/ 7 w 175"/>
                  <a:gd name="T13" fmla="*/ 60 h 60"/>
                  <a:gd name="T14" fmla="*/ 10 w 175"/>
                  <a:gd name="T15" fmla="*/ 54 h 60"/>
                  <a:gd name="T16" fmla="*/ 14 w 175"/>
                  <a:gd name="T17" fmla="*/ 54 h 60"/>
                  <a:gd name="T18" fmla="*/ 13 w 175"/>
                  <a:gd name="T19" fmla="*/ 25 h 60"/>
                  <a:gd name="T20" fmla="*/ 0 w 175"/>
                  <a:gd name="T21" fmla="*/ 7 h 60"/>
                  <a:gd name="T22" fmla="*/ 28 w 175"/>
                  <a:gd name="T23" fmla="*/ 0 h 60"/>
                  <a:gd name="T24" fmla="*/ 55 w 175"/>
                  <a:gd name="T25" fmla="*/ 7 h 60"/>
                  <a:gd name="T26" fmla="*/ 48 w 175"/>
                  <a:gd name="T27" fmla="*/ 22 h 60"/>
                  <a:gd name="T28" fmla="*/ 127 w 175"/>
                  <a:gd name="T29" fmla="*/ 22 h 60"/>
                  <a:gd name="T30" fmla="*/ 119 w 175"/>
                  <a:gd name="T31" fmla="*/ 7 h 60"/>
                  <a:gd name="T32" fmla="*/ 147 w 175"/>
                  <a:gd name="T33" fmla="*/ 0 h 60"/>
                  <a:gd name="T34" fmla="*/ 175 w 175"/>
                  <a:gd name="T35" fmla="*/ 7 h 60"/>
                  <a:gd name="T36" fmla="*/ 161 w 175"/>
                  <a:gd name="T37" fmla="*/ 24 h 60"/>
                  <a:gd name="T38" fmla="*/ 161 w 175"/>
                  <a:gd name="T39" fmla="*/ 53 h 60"/>
                  <a:gd name="T40" fmla="*/ 165 w 175"/>
                  <a:gd name="T41" fmla="*/ 53 h 60"/>
                  <a:gd name="T42" fmla="*/ 169 w 175"/>
                  <a:gd name="T43" fmla="*/ 60 h 60"/>
                  <a:gd name="T44" fmla="*/ 128 w 175"/>
                  <a:gd name="T45" fmla="*/ 60 h 60"/>
                  <a:gd name="T46" fmla="*/ 124 w 175"/>
                  <a:gd name="T47" fmla="*/ 51 h 60"/>
                  <a:gd name="T48" fmla="*/ 130 w 175"/>
                  <a:gd name="T49" fmla="*/ 51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75" h="60">
                    <a:moveTo>
                      <a:pt x="130" y="51"/>
                    </a:moveTo>
                    <a:cubicBezTo>
                      <a:pt x="130" y="50"/>
                      <a:pt x="130" y="50"/>
                      <a:pt x="130" y="50"/>
                    </a:cubicBezTo>
                    <a:cubicBezTo>
                      <a:pt x="48" y="50"/>
                      <a:pt x="48" y="50"/>
                      <a:pt x="48" y="50"/>
                    </a:cubicBezTo>
                    <a:cubicBezTo>
                      <a:pt x="48" y="51"/>
                      <a:pt x="48" y="51"/>
                      <a:pt x="48" y="51"/>
                    </a:cubicBezTo>
                    <a:cubicBezTo>
                      <a:pt x="52" y="51"/>
                      <a:pt x="52" y="51"/>
                      <a:pt x="52" y="51"/>
                    </a:cubicBezTo>
                    <a:cubicBezTo>
                      <a:pt x="48" y="60"/>
                      <a:pt x="48" y="60"/>
                      <a:pt x="48" y="60"/>
                    </a:cubicBezTo>
                    <a:cubicBezTo>
                      <a:pt x="34" y="60"/>
                      <a:pt x="20" y="60"/>
                      <a:pt x="7" y="60"/>
                    </a:cubicBezTo>
                    <a:cubicBezTo>
                      <a:pt x="8" y="58"/>
                      <a:pt x="9" y="56"/>
                      <a:pt x="10" y="54"/>
                    </a:cubicBezTo>
                    <a:cubicBezTo>
                      <a:pt x="11" y="54"/>
                      <a:pt x="12" y="54"/>
                      <a:pt x="14" y="54"/>
                    </a:cubicBezTo>
                    <a:cubicBezTo>
                      <a:pt x="14" y="44"/>
                      <a:pt x="13" y="34"/>
                      <a:pt x="13" y="25"/>
                    </a:cubicBezTo>
                    <a:cubicBezTo>
                      <a:pt x="5" y="20"/>
                      <a:pt x="1" y="14"/>
                      <a:pt x="0" y="7"/>
                    </a:cubicBezTo>
                    <a:cubicBezTo>
                      <a:pt x="12" y="18"/>
                      <a:pt x="22" y="17"/>
                      <a:pt x="28" y="0"/>
                    </a:cubicBezTo>
                    <a:cubicBezTo>
                      <a:pt x="37" y="22"/>
                      <a:pt x="47" y="15"/>
                      <a:pt x="55" y="7"/>
                    </a:cubicBezTo>
                    <a:cubicBezTo>
                      <a:pt x="55" y="14"/>
                      <a:pt x="50" y="17"/>
                      <a:pt x="48" y="22"/>
                    </a:cubicBezTo>
                    <a:cubicBezTo>
                      <a:pt x="127" y="22"/>
                      <a:pt x="127" y="22"/>
                      <a:pt x="127" y="22"/>
                    </a:cubicBezTo>
                    <a:cubicBezTo>
                      <a:pt x="125" y="18"/>
                      <a:pt x="120" y="14"/>
                      <a:pt x="119" y="7"/>
                    </a:cubicBezTo>
                    <a:cubicBezTo>
                      <a:pt x="127" y="15"/>
                      <a:pt x="137" y="22"/>
                      <a:pt x="147" y="0"/>
                    </a:cubicBezTo>
                    <a:cubicBezTo>
                      <a:pt x="153" y="17"/>
                      <a:pt x="163" y="18"/>
                      <a:pt x="175" y="7"/>
                    </a:cubicBezTo>
                    <a:cubicBezTo>
                      <a:pt x="173" y="14"/>
                      <a:pt x="169" y="19"/>
                      <a:pt x="161" y="24"/>
                    </a:cubicBezTo>
                    <a:cubicBezTo>
                      <a:pt x="161" y="34"/>
                      <a:pt x="161" y="44"/>
                      <a:pt x="161" y="53"/>
                    </a:cubicBezTo>
                    <a:cubicBezTo>
                      <a:pt x="162" y="53"/>
                      <a:pt x="164" y="53"/>
                      <a:pt x="165" y="53"/>
                    </a:cubicBezTo>
                    <a:cubicBezTo>
                      <a:pt x="166" y="55"/>
                      <a:pt x="167" y="58"/>
                      <a:pt x="169" y="60"/>
                    </a:cubicBezTo>
                    <a:cubicBezTo>
                      <a:pt x="155" y="60"/>
                      <a:pt x="142" y="60"/>
                      <a:pt x="128" y="60"/>
                    </a:cubicBezTo>
                    <a:cubicBezTo>
                      <a:pt x="124" y="51"/>
                      <a:pt x="124" y="51"/>
                      <a:pt x="124" y="51"/>
                    </a:cubicBezTo>
                    <a:lnTo>
                      <a:pt x="130" y="51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2" name="ïṩḷíḍé"/>
              <p:cNvSpPr/>
              <p:nvPr/>
            </p:nvSpPr>
            <p:spPr bwMode="auto">
              <a:xfrm>
                <a:off x="4065588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3" name="ïśľíḍè"/>
              <p:cNvSpPr/>
              <p:nvPr/>
            </p:nvSpPr>
            <p:spPr bwMode="auto">
              <a:xfrm>
                <a:off x="3740151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4" name="í$ḻîḋè"/>
              <p:cNvSpPr/>
              <p:nvPr/>
            </p:nvSpPr>
            <p:spPr bwMode="auto">
              <a:xfrm>
                <a:off x="4125913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5" name="iṣļíḋe"/>
              <p:cNvSpPr/>
              <p:nvPr/>
            </p:nvSpPr>
            <p:spPr bwMode="auto">
              <a:xfrm>
                <a:off x="3709988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6" name="iṩḷiḓé"/>
              <p:cNvSpPr/>
              <p:nvPr/>
            </p:nvSpPr>
            <p:spPr bwMode="auto">
              <a:xfrm>
                <a:off x="4095751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7" name="iSľiḍè"/>
              <p:cNvSpPr/>
              <p:nvPr/>
            </p:nvSpPr>
            <p:spPr bwMode="auto">
              <a:xfrm>
                <a:off x="3663951" y="3460750"/>
                <a:ext cx="495300" cy="31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8" name="ïṩḷîḍe"/>
              <p:cNvSpPr/>
              <p:nvPr/>
            </p:nvSpPr>
            <p:spPr bwMode="auto">
              <a:xfrm>
                <a:off x="3663951" y="3473450"/>
                <a:ext cx="115888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9" name="íšḻiḑê"/>
              <p:cNvSpPr/>
              <p:nvPr/>
            </p:nvSpPr>
            <p:spPr bwMode="auto">
              <a:xfrm>
                <a:off x="3789363" y="3473450"/>
                <a:ext cx="428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0" name="ïṩļïďè"/>
              <p:cNvSpPr/>
              <p:nvPr/>
            </p:nvSpPr>
            <p:spPr bwMode="auto">
              <a:xfrm>
                <a:off x="3851276" y="3473450"/>
                <a:ext cx="57150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1" name="îṥlïḋê"/>
              <p:cNvSpPr/>
              <p:nvPr/>
            </p:nvSpPr>
            <p:spPr bwMode="auto">
              <a:xfrm>
                <a:off x="3917951" y="3473450"/>
                <a:ext cx="555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2" name="îṧľïdè"/>
              <p:cNvSpPr/>
              <p:nvPr/>
            </p:nvSpPr>
            <p:spPr bwMode="auto">
              <a:xfrm>
                <a:off x="3994151" y="3473450"/>
                <a:ext cx="428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3" name="iSḷîḓê"/>
              <p:cNvSpPr/>
              <p:nvPr/>
            </p:nvSpPr>
            <p:spPr bwMode="auto">
              <a:xfrm>
                <a:off x="4046538" y="3473450"/>
                <a:ext cx="11271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4" name="îślíďè"/>
              <p:cNvSpPr/>
              <p:nvPr/>
            </p:nvSpPr>
            <p:spPr bwMode="auto">
              <a:xfrm>
                <a:off x="3979863" y="3473450"/>
                <a:ext cx="7938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5" name="iSḻïḍè"/>
              <p:cNvSpPr/>
              <p:nvPr/>
            </p:nvSpPr>
            <p:spPr bwMode="auto">
              <a:xfrm>
                <a:off x="3838576" y="3473450"/>
                <a:ext cx="6350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6" name="ïṡliḑê"/>
              <p:cNvSpPr/>
              <p:nvPr/>
            </p:nvSpPr>
            <p:spPr bwMode="auto">
              <a:xfrm>
                <a:off x="3851276" y="3384550"/>
                <a:ext cx="26988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7" name="islïďé"/>
              <p:cNvSpPr/>
              <p:nvPr/>
            </p:nvSpPr>
            <p:spPr bwMode="auto">
              <a:xfrm>
                <a:off x="3817938" y="3384550"/>
                <a:ext cx="26988" cy="15875"/>
              </a:xfrm>
              <a:custGeom>
                <a:avLst/>
                <a:gdLst>
                  <a:gd name="T0" fmla="*/ 7 w 8"/>
                  <a:gd name="T1" fmla="*/ 0 h 5"/>
                  <a:gd name="T2" fmla="*/ 8 w 8"/>
                  <a:gd name="T3" fmla="*/ 2 h 5"/>
                  <a:gd name="T4" fmla="*/ 1 w 8"/>
                  <a:gd name="T5" fmla="*/ 5 h 5"/>
                  <a:gd name="T6" fmla="*/ 7 w 8"/>
                  <a:gd name="T7" fmla="*/ 0 h 5"/>
                  <a:gd name="T8" fmla="*/ 7 w 8"/>
                  <a:gd name="T9" fmla="*/ 0 h 5"/>
                  <a:gd name="T10" fmla="*/ 7 w 8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5">
                    <a:moveTo>
                      <a:pt x="7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0" y="2"/>
                      <a:pt x="7" y="0"/>
                    </a:cubicBezTo>
                    <a:close/>
                    <a:moveTo>
                      <a:pt x="7" y="0"/>
                    </a:moveTo>
                    <a:cubicBezTo>
                      <a:pt x="7" y="0"/>
                      <a:pt x="7" y="0"/>
                      <a:pt x="7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8" name="îṥḷîdé"/>
              <p:cNvSpPr/>
              <p:nvPr/>
            </p:nvSpPr>
            <p:spPr bwMode="auto">
              <a:xfrm>
                <a:off x="3983038" y="3384550"/>
                <a:ext cx="26988" cy="15875"/>
              </a:xfrm>
              <a:custGeom>
                <a:avLst/>
                <a:gdLst>
                  <a:gd name="T0" fmla="*/ 1 w 8"/>
                  <a:gd name="T1" fmla="*/ 0 h 5"/>
                  <a:gd name="T2" fmla="*/ 0 w 8"/>
                  <a:gd name="T3" fmla="*/ 2 h 5"/>
                  <a:gd name="T4" fmla="*/ 7 w 8"/>
                  <a:gd name="T5" fmla="*/ 5 h 5"/>
                  <a:gd name="T6" fmla="*/ 1 w 8"/>
                  <a:gd name="T7" fmla="*/ 0 h 5"/>
                  <a:gd name="T8" fmla="*/ 1 w 8"/>
                  <a:gd name="T9" fmla="*/ 0 h 5"/>
                  <a:gd name="T10" fmla="*/ 1 w 8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5">
                    <a:moveTo>
                      <a:pt x="1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7" y="5"/>
                      <a:pt x="7" y="5"/>
                      <a:pt x="7" y="5"/>
                    </a:cubicBezTo>
                    <a:cubicBezTo>
                      <a:pt x="7" y="5"/>
                      <a:pt x="8" y="2"/>
                      <a:pt x="1" y="0"/>
                    </a:cubicBezTo>
                    <a:close/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9" name="isḷîḋé"/>
              <p:cNvSpPr/>
              <p:nvPr/>
            </p:nvSpPr>
            <p:spPr bwMode="auto">
              <a:xfrm>
                <a:off x="3884613" y="3384550"/>
                <a:ext cx="26988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0" name="iśḷïḑè"/>
              <p:cNvSpPr/>
              <p:nvPr/>
            </p:nvSpPr>
            <p:spPr bwMode="auto">
              <a:xfrm>
                <a:off x="3917951" y="3384550"/>
                <a:ext cx="25400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1" name="iṧľiďé"/>
              <p:cNvSpPr/>
              <p:nvPr/>
            </p:nvSpPr>
            <p:spPr bwMode="auto">
              <a:xfrm>
                <a:off x="3951288" y="3384550"/>
                <a:ext cx="25400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2" name="išľïḍé"/>
              <p:cNvSpPr/>
              <p:nvPr/>
            </p:nvSpPr>
            <p:spPr bwMode="auto">
              <a:xfrm>
                <a:off x="3771901" y="3484563"/>
                <a:ext cx="7938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3" name="îŝlîḑè"/>
              <p:cNvSpPr/>
              <p:nvPr/>
            </p:nvSpPr>
            <p:spPr bwMode="auto">
              <a:xfrm>
                <a:off x="3786188" y="3484563"/>
                <a:ext cx="46038" cy="60325"/>
              </a:xfrm>
              <a:custGeom>
                <a:avLst/>
                <a:gdLst>
                  <a:gd name="T0" fmla="*/ 8 w 29"/>
                  <a:gd name="T1" fmla="*/ 0 h 38"/>
                  <a:gd name="T2" fmla="*/ 20 w 29"/>
                  <a:gd name="T3" fmla="*/ 0 h 38"/>
                  <a:gd name="T4" fmla="*/ 29 w 29"/>
                  <a:gd name="T5" fmla="*/ 8 h 38"/>
                  <a:gd name="T6" fmla="*/ 29 w 29"/>
                  <a:gd name="T7" fmla="*/ 38 h 38"/>
                  <a:gd name="T8" fmla="*/ 0 w 29"/>
                  <a:gd name="T9" fmla="*/ 38 h 38"/>
                  <a:gd name="T10" fmla="*/ 0 w 29"/>
                  <a:gd name="T11" fmla="*/ 8 h 38"/>
                  <a:gd name="T12" fmla="*/ 8 w 29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8">
                    <a:moveTo>
                      <a:pt x="8" y="0"/>
                    </a:moveTo>
                    <a:lnTo>
                      <a:pt x="20" y="0"/>
                    </a:lnTo>
                    <a:lnTo>
                      <a:pt x="29" y="8"/>
                    </a:lnTo>
                    <a:lnTo>
                      <a:pt x="29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4" name="îṩḻíḓe"/>
              <p:cNvSpPr/>
              <p:nvPr/>
            </p:nvSpPr>
            <p:spPr bwMode="auto">
              <a:xfrm>
                <a:off x="3994151" y="3484563"/>
                <a:ext cx="46038" cy="60325"/>
              </a:xfrm>
              <a:custGeom>
                <a:avLst/>
                <a:gdLst>
                  <a:gd name="T0" fmla="*/ 8 w 29"/>
                  <a:gd name="T1" fmla="*/ 0 h 38"/>
                  <a:gd name="T2" fmla="*/ 18 w 29"/>
                  <a:gd name="T3" fmla="*/ 0 h 38"/>
                  <a:gd name="T4" fmla="*/ 29 w 29"/>
                  <a:gd name="T5" fmla="*/ 8 h 38"/>
                  <a:gd name="T6" fmla="*/ 29 w 29"/>
                  <a:gd name="T7" fmla="*/ 38 h 38"/>
                  <a:gd name="T8" fmla="*/ 0 w 29"/>
                  <a:gd name="T9" fmla="*/ 38 h 38"/>
                  <a:gd name="T10" fmla="*/ 0 w 29"/>
                  <a:gd name="T11" fmla="*/ 8 h 38"/>
                  <a:gd name="T12" fmla="*/ 8 w 29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8">
                    <a:moveTo>
                      <a:pt x="8" y="0"/>
                    </a:moveTo>
                    <a:lnTo>
                      <a:pt x="18" y="0"/>
                    </a:lnTo>
                    <a:lnTo>
                      <a:pt x="29" y="8"/>
                    </a:lnTo>
                    <a:lnTo>
                      <a:pt x="29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5" name="î$1îdè"/>
              <p:cNvSpPr/>
              <p:nvPr/>
            </p:nvSpPr>
            <p:spPr bwMode="auto">
              <a:xfrm>
                <a:off x="3851276" y="3484563"/>
                <a:ext cx="122238" cy="60325"/>
              </a:xfrm>
              <a:custGeom>
                <a:avLst/>
                <a:gdLst>
                  <a:gd name="T0" fmla="*/ 9 w 77"/>
                  <a:gd name="T1" fmla="*/ 0 h 38"/>
                  <a:gd name="T2" fmla="*/ 69 w 77"/>
                  <a:gd name="T3" fmla="*/ 0 h 38"/>
                  <a:gd name="T4" fmla="*/ 77 w 77"/>
                  <a:gd name="T5" fmla="*/ 8 h 38"/>
                  <a:gd name="T6" fmla="*/ 77 w 77"/>
                  <a:gd name="T7" fmla="*/ 38 h 38"/>
                  <a:gd name="T8" fmla="*/ 0 w 77"/>
                  <a:gd name="T9" fmla="*/ 38 h 38"/>
                  <a:gd name="T10" fmla="*/ 0 w 77"/>
                  <a:gd name="T11" fmla="*/ 8 h 38"/>
                  <a:gd name="T12" fmla="*/ 9 w 77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7" h="38">
                    <a:moveTo>
                      <a:pt x="9" y="0"/>
                    </a:moveTo>
                    <a:lnTo>
                      <a:pt x="69" y="0"/>
                    </a:lnTo>
                    <a:lnTo>
                      <a:pt x="77" y="8"/>
                    </a:lnTo>
                    <a:lnTo>
                      <a:pt x="77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6" name="iśľïḓe"/>
              <p:cNvSpPr/>
              <p:nvPr/>
            </p:nvSpPr>
            <p:spPr bwMode="auto">
              <a:xfrm>
                <a:off x="4046538" y="3484563"/>
                <a:ext cx="6350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7" name="iṣļïḑè"/>
              <p:cNvSpPr/>
              <p:nvPr/>
            </p:nvSpPr>
            <p:spPr bwMode="auto">
              <a:xfrm>
                <a:off x="3838576" y="3484563"/>
                <a:ext cx="6350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8" name="iṡḷidé"/>
              <p:cNvSpPr/>
              <p:nvPr/>
            </p:nvSpPr>
            <p:spPr bwMode="auto">
              <a:xfrm>
                <a:off x="3979863" y="3484563"/>
                <a:ext cx="3175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9" name="íṡḷíḋe"/>
              <p:cNvSpPr/>
              <p:nvPr/>
            </p:nvSpPr>
            <p:spPr bwMode="auto">
              <a:xfrm>
                <a:off x="3811588" y="3551238"/>
                <a:ext cx="20478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0" name="íŝ1iḑê"/>
              <p:cNvSpPr/>
              <p:nvPr/>
            </p:nvSpPr>
            <p:spPr bwMode="auto">
              <a:xfrm>
                <a:off x="3805238" y="3557588"/>
                <a:ext cx="214313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1" name="îṩḷiḑe"/>
              <p:cNvSpPr/>
              <p:nvPr/>
            </p:nvSpPr>
            <p:spPr bwMode="auto">
              <a:xfrm>
                <a:off x="3802063" y="3567113"/>
                <a:ext cx="220663" cy="1588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2" name="iṧḻiḑê"/>
              <p:cNvSpPr/>
              <p:nvPr/>
            </p:nvSpPr>
            <p:spPr bwMode="auto">
              <a:xfrm>
                <a:off x="3802063" y="3570288"/>
                <a:ext cx="22383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3" name="ïṣḻîḋè"/>
              <p:cNvSpPr/>
              <p:nvPr/>
            </p:nvSpPr>
            <p:spPr bwMode="auto">
              <a:xfrm>
                <a:off x="3795713" y="3581400"/>
                <a:ext cx="234950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4" name="îṡ1îḍé"/>
              <p:cNvSpPr/>
              <p:nvPr/>
            </p:nvSpPr>
            <p:spPr bwMode="auto">
              <a:xfrm>
                <a:off x="3633788" y="3587750"/>
                <a:ext cx="560388" cy="6350"/>
              </a:xfrm>
              <a:custGeom>
                <a:avLst/>
                <a:gdLst>
                  <a:gd name="T0" fmla="*/ 0 w 353"/>
                  <a:gd name="T1" fmla="*/ 0 h 4"/>
                  <a:gd name="T2" fmla="*/ 353 w 353"/>
                  <a:gd name="T3" fmla="*/ 0 h 4"/>
                  <a:gd name="T4" fmla="*/ 351 w 353"/>
                  <a:gd name="T5" fmla="*/ 4 h 4"/>
                  <a:gd name="T6" fmla="*/ 2 w 353"/>
                  <a:gd name="T7" fmla="*/ 4 h 4"/>
                  <a:gd name="T8" fmla="*/ 0 w 353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3" h="4">
                    <a:moveTo>
                      <a:pt x="0" y="0"/>
                    </a:moveTo>
                    <a:lnTo>
                      <a:pt x="353" y="0"/>
                    </a:lnTo>
                    <a:lnTo>
                      <a:pt x="351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5" name="îš1íḑe"/>
              <p:cNvSpPr/>
              <p:nvPr/>
            </p:nvSpPr>
            <p:spPr bwMode="auto">
              <a:xfrm>
                <a:off x="3640138" y="3600450"/>
                <a:ext cx="547688" cy="6350"/>
              </a:xfrm>
              <a:custGeom>
                <a:avLst/>
                <a:gdLst>
                  <a:gd name="T0" fmla="*/ 0 w 345"/>
                  <a:gd name="T1" fmla="*/ 0 h 4"/>
                  <a:gd name="T2" fmla="*/ 345 w 345"/>
                  <a:gd name="T3" fmla="*/ 0 h 4"/>
                  <a:gd name="T4" fmla="*/ 343 w 345"/>
                  <a:gd name="T5" fmla="*/ 4 h 4"/>
                  <a:gd name="T6" fmla="*/ 2 w 345"/>
                  <a:gd name="T7" fmla="*/ 4 h 4"/>
                  <a:gd name="T8" fmla="*/ 0 w 345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5" h="4">
                    <a:moveTo>
                      <a:pt x="0" y="0"/>
                    </a:moveTo>
                    <a:lnTo>
                      <a:pt x="345" y="0"/>
                    </a:lnTo>
                    <a:lnTo>
                      <a:pt x="343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6" name="iš1ïḍe"/>
              <p:cNvSpPr/>
              <p:nvPr/>
            </p:nvSpPr>
            <p:spPr bwMode="auto">
              <a:xfrm>
                <a:off x="3736976" y="3406775"/>
                <a:ext cx="352425" cy="4763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7" name="îSḻîde"/>
              <p:cNvSpPr/>
              <p:nvPr/>
            </p:nvSpPr>
            <p:spPr bwMode="auto">
              <a:xfrm>
                <a:off x="3746501" y="3417888"/>
                <a:ext cx="3333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" name="î$ḻîḑé"/>
              <p:cNvSpPr/>
              <p:nvPr/>
            </p:nvSpPr>
            <p:spPr bwMode="auto">
              <a:xfrm>
                <a:off x="3805238" y="3417888"/>
                <a:ext cx="211138" cy="1588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" name="íŝļïḓe"/>
              <p:cNvSpPr/>
              <p:nvPr/>
            </p:nvSpPr>
            <p:spPr bwMode="auto">
              <a:xfrm>
                <a:off x="3811588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" name="îS1iḍé"/>
              <p:cNvSpPr/>
              <p:nvPr/>
            </p:nvSpPr>
            <p:spPr bwMode="auto">
              <a:xfrm>
                <a:off x="3802063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" name="išlïdé"/>
              <p:cNvSpPr/>
              <p:nvPr/>
            </p:nvSpPr>
            <p:spPr bwMode="auto">
              <a:xfrm>
                <a:off x="3789363" y="3421063"/>
                <a:ext cx="6350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" name="ïSlïde"/>
              <p:cNvSpPr/>
              <p:nvPr/>
            </p:nvSpPr>
            <p:spPr bwMode="auto">
              <a:xfrm>
                <a:off x="3822701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" name="îşľïďe"/>
              <p:cNvSpPr/>
              <p:nvPr/>
            </p:nvSpPr>
            <p:spPr bwMode="auto">
              <a:xfrm>
                <a:off x="3832226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" name="ïşľíďê"/>
              <p:cNvSpPr/>
              <p:nvPr/>
            </p:nvSpPr>
            <p:spPr bwMode="auto">
              <a:xfrm>
                <a:off x="38449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" name="íś1ïdè"/>
              <p:cNvSpPr/>
              <p:nvPr/>
            </p:nvSpPr>
            <p:spPr bwMode="auto">
              <a:xfrm>
                <a:off x="3854451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6" name="iṩḷiḍe"/>
              <p:cNvSpPr/>
              <p:nvPr/>
            </p:nvSpPr>
            <p:spPr bwMode="auto">
              <a:xfrm>
                <a:off x="3865563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7" name="ïŝ1iďè"/>
              <p:cNvSpPr/>
              <p:nvPr/>
            </p:nvSpPr>
            <p:spPr bwMode="auto">
              <a:xfrm>
                <a:off x="3878263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8" name="íṩļíḋê"/>
              <p:cNvSpPr/>
              <p:nvPr/>
            </p:nvSpPr>
            <p:spPr bwMode="auto">
              <a:xfrm>
                <a:off x="3887788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9" name="ïṧ1ïdè"/>
              <p:cNvSpPr/>
              <p:nvPr/>
            </p:nvSpPr>
            <p:spPr bwMode="auto">
              <a:xfrm>
                <a:off x="3897313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0" name="íŝḻîḍé"/>
              <p:cNvSpPr/>
              <p:nvPr/>
            </p:nvSpPr>
            <p:spPr bwMode="auto">
              <a:xfrm>
                <a:off x="3908426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1" name="îşḻïḓé"/>
              <p:cNvSpPr/>
              <p:nvPr/>
            </p:nvSpPr>
            <p:spPr bwMode="auto">
              <a:xfrm>
                <a:off x="39211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2" name="íśļíďè"/>
              <p:cNvSpPr/>
              <p:nvPr/>
            </p:nvSpPr>
            <p:spPr bwMode="auto">
              <a:xfrm>
                <a:off x="3930651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3" name="iŝ1ïdé"/>
              <p:cNvSpPr/>
              <p:nvPr/>
            </p:nvSpPr>
            <p:spPr bwMode="auto">
              <a:xfrm>
                <a:off x="3940176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4" name="is1ídè"/>
              <p:cNvSpPr/>
              <p:nvPr/>
            </p:nvSpPr>
            <p:spPr bwMode="auto">
              <a:xfrm>
                <a:off x="3951288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2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5" name="islíďê"/>
              <p:cNvSpPr/>
              <p:nvPr/>
            </p:nvSpPr>
            <p:spPr bwMode="auto">
              <a:xfrm>
                <a:off x="3963988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6" name="iṩlíḑê"/>
              <p:cNvSpPr/>
              <p:nvPr/>
            </p:nvSpPr>
            <p:spPr bwMode="auto">
              <a:xfrm>
                <a:off x="3973513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7" name="îṥḷïďê"/>
              <p:cNvSpPr/>
              <p:nvPr/>
            </p:nvSpPr>
            <p:spPr bwMode="auto">
              <a:xfrm>
                <a:off x="3983038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8" name="íṥḻïďè"/>
              <p:cNvSpPr/>
              <p:nvPr/>
            </p:nvSpPr>
            <p:spPr bwMode="auto">
              <a:xfrm>
                <a:off x="39973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9" name="íṡḷíḍè"/>
              <p:cNvSpPr/>
              <p:nvPr/>
            </p:nvSpPr>
            <p:spPr bwMode="auto">
              <a:xfrm>
                <a:off x="4006851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0" name="î$ḷîḑé"/>
              <p:cNvSpPr/>
              <p:nvPr/>
            </p:nvSpPr>
            <p:spPr bwMode="auto">
              <a:xfrm>
                <a:off x="4016376" y="3421063"/>
                <a:ext cx="6350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1" name="í$ľîdè"/>
              <p:cNvSpPr/>
              <p:nvPr/>
            </p:nvSpPr>
            <p:spPr bwMode="auto">
              <a:xfrm>
                <a:off x="4025901" y="3421063"/>
                <a:ext cx="7938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2" name="iṥ1iḍè"/>
              <p:cNvSpPr/>
              <p:nvPr/>
            </p:nvSpPr>
            <p:spPr bwMode="auto">
              <a:xfrm>
                <a:off x="4040188" y="3417888"/>
                <a:ext cx="3968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3" name="ïslidé"/>
              <p:cNvSpPr/>
              <p:nvPr/>
            </p:nvSpPr>
            <p:spPr bwMode="auto">
              <a:xfrm>
                <a:off x="3679826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4" name="íṡlïďè"/>
              <p:cNvSpPr/>
              <p:nvPr/>
            </p:nvSpPr>
            <p:spPr bwMode="auto">
              <a:xfrm>
                <a:off x="3884613" y="3490913"/>
                <a:ext cx="55563" cy="53975"/>
              </a:xfrm>
              <a:custGeom>
                <a:avLst/>
                <a:gdLst>
                  <a:gd name="T0" fmla="*/ 0 w 35"/>
                  <a:gd name="T1" fmla="*/ 0 h 34"/>
                  <a:gd name="T2" fmla="*/ 35 w 35"/>
                  <a:gd name="T3" fmla="*/ 0 h 34"/>
                  <a:gd name="T4" fmla="*/ 35 w 35"/>
                  <a:gd name="T5" fmla="*/ 34 h 34"/>
                  <a:gd name="T6" fmla="*/ 0 w 35"/>
                  <a:gd name="T7" fmla="*/ 34 h 34"/>
                  <a:gd name="T8" fmla="*/ 0 w 35"/>
                  <a:gd name="T9" fmla="*/ 0 h 34"/>
                  <a:gd name="T10" fmla="*/ 0 w 35"/>
                  <a:gd name="T11" fmla="*/ 0 h 34"/>
                  <a:gd name="T12" fmla="*/ 4 w 35"/>
                  <a:gd name="T13" fmla="*/ 8 h 34"/>
                  <a:gd name="T14" fmla="*/ 4 w 35"/>
                  <a:gd name="T15" fmla="*/ 27 h 34"/>
                  <a:gd name="T16" fmla="*/ 8 w 35"/>
                  <a:gd name="T17" fmla="*/ 27 h 34"/>
                  <a:gd name="T18" fmla="*/ 8 w 35"/>
                  <a:gd name="T19" fmla="*/ 8 h 34"/>
                  <a:gd name="T20" fmla="*/ 4 w 35"/>
                  <a:gd name="T21" fmla="*/ 8 h 34"/>
                  <a:gd name="T22" fmla="*/ 4 w 35"/>
                  <a:gd name="T23" fmla="*/ 8 h 34"/>
                  <a:gd name="T24" fmla="*/ 29 w 35"/>
                  <a:gd name="T25" fmla="*/ 8 h 34"/>
                  <a:gd name="T26" fmla="*/ 29 w 35"/>
                  <a:gd name="T27" fmla="*/ 27 h 34"/>
                  <a:gd name="T28" fmla="*/ 31 w 35"/>
                  <a:gd name="T29" fmla="*/ 27 h 34"/>
                  <a:gd name="T30" fmla="*/ 31 w 35"/>
                  <a:gd name="T31" fmla="*/ 8 h 34"/>
                  <a:gd name="T32" fmla="*/ 29 w 35"/>
                  <a:gd name="T33" fmla="*/ 8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5" h="34">
                    <a:moveTo>
                      <a:pt x="0" y="0"/>
                    </a:moveTo>
                    <a:lnTo>
                      <a:pt x="35" y="0"/>
                    </a:lnTo>
                    <a:lnTo>
                      <a:pt x="35" y="34"/>
                    </a:lnTo>
                    <a:lnTo>
                      <a:pt x="0" y="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4" y="8"/>
                    </a:moveTo>
                    <a:lnTo>
                      <a:pt x="4" y="27"/>
                    </a:lnTo>
                    <a:lnTo>
                      <a:pt x="8" y="27"/>
                    </a:lnTo>
                    <a:lnTo>
                      <a:pt x="8" y="8"/>
                    </a:lnTo>
                    <a:lnTo>
                      <a:pt x="4" y="8"/>
                    </a:lnTo>
                    <a:lnTo>
                      <a:pt x="4" y="8"/>
                    </a:lnTo>
                    <a:close/>
                    <a:moveTo>
                      <a:pt x="29" y="8"/>
                    </a:moveTo>
                    <a:lnTo>
                      <a:pt x="29" y="27"/>
                    </a:lnTo>
                    <a:lnTo>
                      <a:pt x="31" y="27"/>
                    </a:lnTo>
                    <a:lnTo>
                      <a:pt x="31" y="8"/>
                    </a:lnTo>
                    <a:lnTo>
                      <a:pt x="29" y="8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5" name="iṧ1ïḓè"/>
              <p:cNvSpPr/>
              <p:nvPr/>
            </p:nvSpPr>
            <p:spPr bwMode="auto">
              <a:xfrm>
                <a:off x="3551238" y="3067050"/>
                <a:ext cx="722313" cy="727075"/>
              </a:xfrm>
              <a:custGeom>
                <a:avLst/>
                <a:gdLst>
                  <a:gd name="T0" fmla="*/ 109 w 219"/>
                  <a:gd name="T1" fmla="*/ 0 h 218"/>
                  <a:gd name="T2" fmla="*/ 219 w 219"/>
                  <a:gd name="T3" fmla="*/ 109 h 218"/>
                  <a:gd name="T4" fmla="*/ 109 w 219"/>
                  <a:gd name="T5" fmla="*/ 218 h 218"/>
                  <a:gd name="T6" fmla="*/ 0 w 219"/>
                  <a:gd name="T7" fmla="*/ 109 h 218"/>
                  <a:gd name="T8" fmla="*/ 109 w 219"/>
                  <a:gd name="T9" fmla="*/ 0 h 218"/>
                  <a:gd name="T10" fmla="*/ 109 w 219"/>
                  <a:gd name="T11" fmla="*/ 3 h 218"/>
                  <a:gd name="T12" fmla="*/ 4 w 219"/>
                  <a:gd name="T13" fmla="*/ 109 h 218"/>
                  <a:gd name="T14" fmla="*/ 109 w 219"/>
                  <a:gd name="T15" fmla="*/ 215 h 218"/>
                  <a:gd name="T16" fmla="*/ 215 w 219"/>
                  <a:gd name="T17" fmla="*/ 109 h 218"/>
                  <a:gd name="T18" fmla="*/ 109 w 219"/>
                  <a:gd name="T19" fmla="*/ 3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9" h="218">
                    <a:moveTo>
                      <a:pt x="109" y="0"/>
                    </a:moveTo>
                    <a:cubicBezTo>
                      <a:pt x="170" y="0"/>
                      <a:pt x="219" y="49"/>
                      <a:pt x="219" y="109"/>
                    </a:cubicBezTo>
                    <a:cubicBezTo>
                      <a:pt x="219" y="169"/>
                      <a:pt x="170" y="218"/>
                      <a:pt x="109" y="218"/>
                    </a:cubicBezTo>
                    <a:cubicBezTo>
                      <a:pt x="49" y="218"/>
                      <a:pt x="0" y="169"/>
                      <a:pt x="0" y="109"/>
                    </a:cubicBezTo>
                    <a:cubicBezTo>
                      <a:pt x="0" y="49"/>
                      <a:pt x="49" y="0"/>
                      <a:pt x="109" y="0"/>
                    </a:cubicBezTo>
                    <a:close/>
                    <a:moveTo>
                      <a:pt x="109" y="3"/>
                    </a:moveTo>
                    <a:cubicBezTo>
                      <a:pt x="51" y="3"/>
                      <a:pt x="4" y="51"/>
                      <a:pt x="4" y="109"/>
                    </a:cubicBezTo>
                    <a:cubicBezTo>
                      <a:pt x="4" y="167"/>
                      <a:pt x="51" y="215"/>
                      <a:pt x="109" y="215"/>
                    </a:cubicBezTo>
                    <a:cubicBezTo>
                      <a:pt x="168" y="215"/>
                      <a:pt x="215" y="167"/>
                      <a:pt x="215" y="109"/>
                    </a:cubicBezTo>
                    <a:cubicBezTo>
                      <a:pt x="215" y="51"/>
                      <a:pt x="168" y="3"/>
                      <a:pt x="109" y="3"/>
                    </a:cubicBez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47" name="íşḷïḑe"/>
            <p:cNvGrpSpPr/>
            <p:nvPr userDrawn="1"/>
          </p:nvGrpSpPr>
          <p:grpSpPr>
            <a:xfrm>
              <a:off x="4894762" y="471192"/>
              <a:ext cx="4437911" cy="1614111"/>
              <a:chOff x="4412452" y="3106738"/>
              <a:chExt cx="2312689" cy="841148"/>
            </a:xfrm>
          </p:grpSpPr>
          <p:grpSp>
            <p:nvGrpSpPr>
              <p:cNvPr id="248" name="îṥľíḑé"/>
              <p:cNvGrpSpPr/>
              <p:nvPr/>
            </p:nvGrpSpPr>
            <p:grpSpPr>
              <a:xfrm>
                <a:off x="4422776" y="3106738"/>
                <a:ext cx="2293937" cy="617538"/>
                <a:chOff x="4422776" y="3106738"/>
                <a:chExt cx="2293937" cy="617538"/>
              </a:xfrm>
            </p:grpSpPr>
            <p:sp>
              <p:nvSpPr>
                <p:cNvPr id="265" name="išḻiḑé"/>
                <p:cNvSpPr/>
                <p:nvPr/>
              </p:nvSpPr>
              <p:spPr bwMode="auto">
                <a:xfrm>
                  <a:off x="4811713" y="3200400"/>
                  <a:ext cx="49213" cy="100013"/>
                </a:xfrm>
                <a:custGeom>
                  <a:avLst/>
                  <a:gdLst>
                    <a:gd name="T0" fmla="*/ 0 w 15"/>
                    <a:gd name="T1" fmla="*/ 1 h 30"/>
                    <a:gd name="T2" fmla="*/ 1 w 15"/>
                    <a:gd name="T3" fmla="*/ 12 h 30"/>
                    <a:gd name="T4" fmla="*/ 0 w 15"/>
                    <a:gd name="T5" fmla="*/ 21 h 30"/>
                    <a:gd name="T6" fmla="*/ 2 w 15"/>
                    <a:gd name="T7" fmla="*/ 28 h 30"/>
                    <a:gd name="T8" fmla="*/ 7 w 15"/>
                    <a:gd name="T9" fmla="*/ 30 h 30"/>
                    <a:gd name="T10" fmla="*/ 12 w 15"/>
                    <a:gd name="T11" fmla="*/ 26 h 30"/>
                    <a:gd name="T12" fmla="*/ 15 w 15"/>
                    <a:gd name="T13" fmla="*/ 18 h 30"/>
                    <a:gd name="T14" fmla="*/ 3 w 15"/>
                    <a:gd name="T15" fmla="*/ 0 h 30"/>
                    <a:gd name="T16" fmla="*/ 0 w 15"/>
                    <a:gd name="T17" fmla="*/ 1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30">
                      <a:moveTo>
                        <a:pt x="0" y="1"/>
                      </a:moveTo>
                      <a:cubicBezTo>
                        <a:pt x="1" y="12"/>
                        <a:pt x="1" y="12"/>
                        <a:pt x="1" y="12"/>
                      </a:cubicBezTo>
                      <a:cubicBezTo>
                        <a:pt x="1" y="13"/>
                        <a:pt x="0" y="18"/>
                        <a:pt x="0" y="21"/>
                      </a:cubicBezTo>
                      <a:cubicBezTo>
                        <a:pt x="0" y="24"/>
                        <a:pt x="2" y="25"/>
                        <a:pt x="2" y="28"/>
                      </a:cubicBezTo>
                      <a:cubicBezTo>
                        <a:pt x="7" y="30"/>
                        <a:pt x="7" y="30"/>
                        <a:pt x="7" y="30"/>
                      </a:cubicBezTo>
                      <a:cubicBezTo>
                        <a:pt x="9" y="27"/>
                        <a:pt x="10" y="29"/>
                        <a:pt x="12" y="26"/>
                      </a:cubicBezTo>
                      <a:cubicBezTo>
                        <a:pt x="14" y="23"/>
                        <a:pt x="14" y="21"/>
                        <a:pt x="15" y="18"/>
                      </a:cubicBezTo>
                      <a:cubicBezTo>
                        <a:pt x="12" y="7"/>
                        <a:pt x="13" y="5"/>
                        <a:pt x="3" y="0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6" name="íṥľíďè"/>
                <p:cNvSpPr/>
                <p:nvPr/>
              </p:nvSpPr>
              <p:spPr bwMode="auto">
                <a:xfrm>
                  <a:off x="5221288" y="3184525"/>
                  <a:ext cx="36513" cy="122238"/>
                </a:xfrm>
                <a:custGeom>
                  <a:avLst/>
                  <a:gdLst>
                    <a:gd name="T0" fmla="*/ 0 w 11"/>
                    <a:gd name="T1" fmla="*/ 3 h 37"/>
                    <a:gd name="T2" fmla="*/ 2 w 11"/>
                    <a:gd name="T3" fmla="*/ 14 h 37"/>
                    <a:gd name="T4" fmla="*/ 0 w 11"/>
                    <a:gd name="T5" fmla="*/ 33 h 37"/>
                    <a:gd name="T6" fmla="*/ 0 w 11"/>
                    <a:gd name="T7" fmla="*/ 36 h 37"/>
                    <a:gd name="T8" fmla="*/ 2 w 11"/>
                    <a:gd name="T9" fmla="*/ 37 h 37"/>
                    <a:gd name="T10" fmla="*/ 8 w 11"/>
                    <a:gd name="T11" fmla="*/ 27 h 37"/>
                    <a:gd name="T12" fmla="*/ 11 w 11"/>
                    <a:gd name="T13" fmla="*/ 17 h 37"/>
                    <a:gd name="T14" fmla="*/ 11 w 11"/>
                    <a:gd name="T15" fmla="*/ 15 h 37"/>
                    <a:gd name="T16" fmla="*/ 7 w 11"/>
                    <a:gd name="T17" fmla="*/ 2 h 37"/>
                    <a:gd name="T18" fmla="*/ 2 w 11"/>
                    <a:gd name="T19" fmla="*/ 0 h 37"/>
                    <a:gd name="T20" fmla="*/ 0 w 11"/>
                    <a:gd name="T21" fmla="*/ 3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1" h="37">
                      <a:moveTo>
                        <a:pt x="0" y="3"/>
                      </a:moveTo>
                      <a:cubicBezTo>
                        <a:pt x="2" y="14"/>
                        <a:pt x="2" y="14"/>
                        <a:pt x="2" y="14"/>
                      </a:cubicBezTo>
                      <a:cubicBezTo>
                        <a:pt x="2" y="19"/>
                        <a:pt x="0" y="27"/>
                        <a:pt x="0" y="33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2" y="36"/>
                        <a:pt x="1" y="37"/>
                        <a:pt x="2" y="37"/>
                      </a:cubicBezTo>
                      <a:cubicBezTo>
                        <a:pt x="3" y="37"/>
                        <a:pt x="7" y="28"/>
                        <a:pt x="8" y="27"/>
                      </a:cubicBezTo>
                      <a:cubicBezTo>
                        <a:pt x="9" y="24"/>
                        <a:pt x="11" y="21"/>
                        <a:pt x="11" y="17"/>
                      </a:cubicBezTo>
                      <a:cubicBezTo>
                        <a:pt x="11" y="15"/>
                        <a:pt x="11" y="15"/>
                        <a:pt x="11" y="15"/>
                      </a:cubicBezTo>
                      <a:cubicBezTo>
                        <a:pt x="11" y="7"/>
                        <a:pt x="8" y="7"/>
                        <a:pt x="7" y="2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1"/>
                        <a:pt x="0" y="1"/>
                        <a:pt x="0" y="3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7" name="íś1iḑe"/>
                <p:cNvSpPr/>
                <p:nvPr/>
              </p:nvSpPr>
              <p:spPr bwMode="auto">
                <a:xfrm>
                  <a:off x="4554538" y="3251200"/>
                  <a:ext cx="119063" cy="58738"/>
                </a:xfrm>
                <a:custGeom>
                  <a:avLst/>
                  <a:gdLst>
                    <a:gd name="T0" fmla="*/ 0 w 36"/>
                    <a:gd name="T1" fmla="*/ 15 h 18"/>
                    <a:gd name="T2" fmla="*/ 2 w 36"/>
                    <a:gd name="T3" fmla="*/ 16 h 18"/>
                    <a:gd name="T4" fmla="*/ 13 w 36"/>
                    <a:gd name="T5" fmla="*/ 18 h 18"/>
                    <a:gd name="T6" fmla="*/ 16 w 36"/>
                    <a:gd name="T7" fmla="*/ 18 h 18"/>
                    <a:gd name="T8" fmla="*/ 22 w 36"/>
                    <a:gd name="T9" fmla="*/ 17 h 18"/>
                    <a:gd name="T10" fmla="*/ 23 w 36"/>
                    <a:gd name="T11" fmla="*/ 17 h 18"/>
                    <a:gd name="T12" fmla="*/ 30 w 36"/>
                    <a:gd name="T13" fmla="*/ 13 h 18"/>
                    <a:gd name="T14" fmla="*/ 36 w 36"/>
                    <a:gd name="T15" fmla="*/ 8 h 18"/>
                    <a:gd name="T16" fmla="*/ 36 w 36"/>
                    <a:gd name="T17" fmla="*/ 7 h 18"/>
                    <a:gd name="T18" fmla="*/ 36 w 36"/>
                    <a:gd name="T19" fmla="*/ 4 h 18"/>
                    <a:gd name="T20" fmla="*/ 32 w 36"/>
                    <a:gd name="T21" fmla="*/ 0 h 18"/>
                    <a:gd name="T22" fmla="*/ 24 w 36"/>
                    <a:gd name="T23" fmla="*/ 3 h 18"/>
                    <a:gd name="T24" fmla="*/ 16 w 36"/>
                    <a:gd name="T25" fmla="*/ 7 h 18"/>
                    <a:gd name="T26" fmla="*/ 0 w 36"/>
                    <a:gd name="T27" fmla="*/ 15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6" h="18">
                      <a:moveTo>
                        <a:pt x="0" y="15"/>
                      </a:moveTo>
                      <a:cubicBezTo>
                        <a:pt x="1" y="16"/>
                        <a:pt x="1" y="16"/>
                        <a:pt x="2" y="16"/>
                      </a:cubicBezTo>
                      <a:cubicBezTo>
                        <a:pt x="6" y="16"/>
                        <a:pt x="9" y="18"/>
                        <a:pt x="13" y="18"/>
                      </a:cubicBezTo>
                      <a:cubicBezTo>
                        <a:pt x="16" y="18"/>
                        <a:pt x="16" y="18"/>
                        <a:pt x="16" y="18"/>
                      </a:cubicBezTo>
                      <a:cubicBezTo>
                        <a:pt x="22" y="17"/>
                        <a:pt x="22" y="17"/>
                        <a:pt x="22" y="17"/>
                      </a:cubicBezTo>
                      <a:cubicBezTo>
                        <a:pt x="23" y="17"/>
                        <a:pt x="23" y="17"/>
                        <a:pt x="23" y="17"/>
                      </a:cubicBezTo>
                      <a:cubicBezTo>
                        <a:pt x="26" y="16"/>
                        <a:pt x="28" y="14"/>
                        <a:pt x="30" y="13"/>
                      </a:cubicBezTo>
                      <a:cubicBezTo>
                        <a:pt x="34" y="11"/>
                        <a:pt x="33" y="10"/>
                        <a:pt x="36" y="8"/>
                      </a:cubicBezTo>
                      <a:cubicBezTo>
                        <a:pt x="36" y="7"/>
                        <a:pt x="36" y="7"/>
                        <a:pt x="36" y="7"/>
                      </a:cubicBezTo>
                      <a:cubicBezTo>
                        <a:pt x="36" y="4"/>
                        <a:pt x="36" y="4"/>
                        <a:pt x="36" y="4"/>
                      </a:cubicBezTo>
                      <a:cubicBezTo>
                        <a:pt x="36" y="1"/>
                        <a:pt x="33" y="2"/>
                        <a:pt x="32" y="0"/>
                      </a:cubicBezTo>
                      <a:cubicBezTo>
                        <a:pt x="29" y="1"/>
                        <a:pt x="27" y="1"/>
                        <a:pt x="24" y="3"/>
                      </a:cubicBezTo>
                      <a:cubicBezTo>
                        <a:pt x="21" y="4"/>
                        <a:pt x="19" y="6"/>
                        <a:pt x="16" y="7"/>
                      </a:cubicBezTo>
                      <a:cubicBezTo>
                        <a:pt x="11" y="11"/>
                        <a:pt x="4" y="10"/>
                        <a:pt x="0" y="1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8" name="iṩ1iḋè"/>
                <p:cNvSpPr/>
                <p:nvPr/>
              </p:nvSpPr>
              <p:spPr bwMode="auto">
                <a:xfrm>
                  <a:off x="6359526" y="3263900"/>
                  <a:ext cx="93663" cy="139700"/>
                </a:xfrm>
                <a:custGeom>
                  <a:avLst/>
                  <a:gdLst>
                    <a:gd name="T0" fmla="*/ 15 w 28"/>
                    <a:gd name="T1" fmla="*/ 1 h 42"/>
                    <a:gd name="T2" fmla="*/ 6 w 28"/>
                    <a:gd name="T3" fmla="*/ 11 h 42"/>
                    <a:gd name="T4" fmla="*/ 6 w 28"/>
                    <a:gd name="T5" fmla="*/ 13 h 42"/>
                    <a:gd name="T6" fmla="*/ 5 w 28"/>
                    <a:gd name="T7" fmla="*/ 16 h 42"/>
                    <a:gd name="T8" fmla="*/ 6 w 28"/>
                    <a:gd name="T9" fmla="*/ 20 h 42"/>
                    <a:gd name="T10" fmla="*/ 6 w 28"/>
                    <a:gd name="T11" fmla="*/ 21 h 42"/>
                    <a:gd name="T12" fmla="*/ 0 w 28"/>
                    <a:gd name="T13" fmla="*/ 38 h 42"/>
                    <a:gd name="T14" fmla="*/ 0 w 28"/>
                    <a:gd name="T15" fmla="*/ 41 h 42"/>
                    <a:gd name="T16" fmla="*/ 3 w 28"/>
                    <a:gd name="T17" fmla="*/ 42 h 42"/>
                    <a:gd name="T18" fmla="*/ 9 w 28"/>
                    <a:gd name="T19" fmla="*/ 32 h 42"/>
                    <a:gd name="T20" fmla="*/ 12 w 28"/>
                    <a:gd name="T21" fmla="*/ 26 h 42"/>
                    <a:gd name="T22" fmla="*/ 14 w 28"/>
                    <a:gd name="T23" fmla="*/ 26 h 42"/>
                    <a:gd name="T24" fmla="*/ 20 w 28"/>
                    <a:gd name="T25" fmla="*/ 26 h 42"/>
                    <a:gd name="T26" fmla="*/ 28 w 28"/>
                    <a:gd name="T27" fmla="*/ 14 h 42"/>
                    <a:gd name="T28" fmla="*/ 28 w 28"/>
                    <a:gd name="T29" fmla="*/ 6 h 42"/>
                    <a:gd name="T30" fmla="*/ 28 w 28"/>
                    <a:gd name="T31" fmla="*/ 5 h 42"/>
                    <a:gd name="T32" fmla="*/ 27 w 28"/>
                    <a:gd name="T33" fmla="*/ 3 h 42"/>
                    <a:gd name="T34" fmla="*/ 26 w 28"/>
                    <a:gd name="T35" fmla="*/ 3 h 42"/>
                    <a:gd name="T36" fmla="*/ 24 w 28"/>
                    <a:gd name="T37" fmla="*/ 3 h 42"/>
                    <a:gd name="T38" fmla="*/ 23 w 28"/>
                    <a:gd name="T39" fmla="*/ 3 h 42"/>
                    <a:gd name="T40" fmla="*/ 20 w 28"/>
                    <a:gd name="T41" fmla="*/ 0 h 42"/>
                    <a:gd name="T42" fmla="*/ 15 w 28"/>
                    <a:gd name="T43" fmla="*/ 1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28" h="42">
                      <a:moveTo>
                        <a:pt x="15" y="1"/>
                      </a:moveTo>
                      <a:cubicBezTo>
                        <a:pt x="15" y="10"/>
                        <a:pt x="8" y="6"/>
                        <a:pt x="6" y="11"/>
                      </a:cubicBezTo>
                      <a:cubicBezTo>
                        <a:pt x="6" y="13"/>
                        <a:pt x="6" y="13"/>
                        <a:pt x="6" y="13"/>
                      </a:cubicBezTo>
                      <a:cubicBezTo>
                        <a:pt x="6" y="14"/>
                        <a:pt x="5" y="14"/>
                        <a:pt x="5" y="16"/>
                      </a:cubicBezTo>
                      <a:cubicBezTo>
                        <a:pt x="6" y="20"/>
                        <a:pt x="6" y="20"/>
                        <a:pt x="6" y="20"/>
                      </a:cubicBezTo>
                      <a:cubicBezTo>
                        <a:pt x="6" y="21"/>
                        <a:pt x="6" y="21"/>
                        <a:pt x="6" y="21"/>
                      </a:cubicBezTo>
                      <a:cubicBezTo>
                        <a:pt x="6" y="29"/>
                        <a:pt x="0" y="31"/>
                        <a:pt x="0" y="3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2" y="42"/>
                        <a:pt x="2" y="42"/>
                        <a:pt x="3" y="42"/>
                      </a:cubicBezTo>
                      <a:cubicBezTo>
                        <a:pt x="7" y="42"/>
                        <a:pt x="9" y="36"/>
                        <a:pt x="9" y="32"/>
                      </a:cubicBezTo>
                      <a:cubicBezTo>
                        <a:pt x="9" y="29"/>
                        <a:pt x="10" y="26"/>
                        <a:pt x="12" y="26"/>
                      </a:cubicBezTo>
                      <a:cubicBezTo>
                        <a:pt x="14" y="26"/>
                        <a:pt x="14" y="26"/>
                        <a:pt x="14" y="26"/>
                      </a:cubicBezTo>
                      <a:cubicBezTo>
                        <a:pt x="20" y="26"/>
                        <a:pt x="20" y="26"/>
                        <a:pt x="20" y="26"/>
                      </a:cubicBezTo>
                      <a:cubicBezTo>
                        <a:pt x="24" y="24"/>
                        <a:pt x="28" y="21"/>
                        <a:pt x="28" y="14"/>
                      </a:cubicBezTo>
                      <a:cubicBezTo>
                        <a:pt x="28" y="6"/>
                        <a:pt x="28" y="6"/>
                        <a:pt x="28" y="6"/>
                      </a:cubicBezTo>
                      <a:cubicBezTo>
                        <a:pt x="28" y="5"/>
                        <a:pt x="28" y="5"/>
                        <a:pt x="28" y="5"/>
                      </a:cubicBezTo>
                      <a:cubicBezTo>
                        <a:pt x="27" y="3"/>
                        <a:pt x="27" y="3"/>
                        <a:pt x="27" y="3"/>
                      </a:cubicBezTo>
                      <a:cubicBezTo>
                        <a:pt x="26" y="3"/>
                        <a:pt x="26" y="3"/>
                        <a:pt x="26" y="3"/>
                      </a:cubicBezTo>
                      <a:cubicBezTo>
                        <a:pt x="24" y="3"/>
                        <a:pt x="24" y="3"/>
                        <a:pt x="24" y="3"/>
                      </a:cubicBezTo>
                      <a:cubicBezTo>
                        <a:pt x="23" y="3"/>
                        <a:pt x="23" y="3"/>
                        <a:pt x="23" y="3"/>
                      </a:cubicBezTo>
                      <a:cubicBezTo>
                        <a:pt x="20" y="0"/>
                        <a:pt x="20" y="0"/>
                        <a:pt x="20" y="0"/>
                      </a:cubicBezTo>
                      <a:lnTo>
                        <a:pt x="15" y="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9" name="íṩlïḓè"/>
                <p:cNvSpPr/>
                <p:nvPr/>
              </p:nvSpPr>
              <p:spPr bwMode="auto">
                <a:xfrm>
                  <a:off x="5826126" y="3273425"/>
                  <a:ext cx="223838" cy="293688"/>
                </a:xfrm>
                <a:custGeom>
                  <a:avLst/>
                  <a:gdLst>
                    <a:gd name="T0" fmla="*/ 38 w 68"/>
                    <a:gd name="T1" fmla="*/ 16 h 88"/>
                    <a:gd name="T2" fmla="*/ 40 w 68"/>
                    <a:gd name="T3" fmla="*/ 5 h 88"/>
                    <a:gd name="T4" fmla="*/ 36 w 68"/>
                    <a:gd name="T5" fmla="*/ 1 h 88"/>
                    <a:gd name="T6" fmla="*/ 36 w 68"/>
                    <a:gd name="T7" fmla="*/ 1 h 88"/>
                    <a:gd name="T8" fmla="*/ 33 w 68"/>
                    <a:gd name="T9" fmla="*/ 0 h 88"/>
                    <a:gd name="T10" fmla="*/ 24 w 68"/>
                    <a:gd name="T11" fmla="*/ 7 h 88"/>
                    <a:gd name="T12" fmla="*/ 24 w 68"/>
                    <a:gd name="T13" fmla="*/ 8 h 88"/>
                    <a:gd name="T14" fmla="*/ 26 w 68"/>
                    <a:gd name="T15" fmla="*/ 18 h 88"/>
                    <a:gd name="T16" fmla="*/ 27 w 68"/>
                    <a:gd name="T17" fmla="*/ 28 h 88"/>
                    <a:gd name="T18" fmla="*/ 27 w 68"/>
                    <a:gd name="T19" fmla="*/ 39 h 88"/>
                    <a:gd name="T20" fmla="*/ 16 w 68"/>
                    <a:gd name="T21" fmla="*/ 48 h 88"/>
                    <a:gd name="T22" fmla="*/ 7 w 68"/>
                    <a:gd name="T23" fmla="*/ 49 h 88"/>
                    <a:gd name="T24" fmla="*/ 5 w 68"/>
                    <a:gd name="T25" fmla="*/ 49 h 88"/>
                    <a:gd name="T26" fmla="*/ 4 w 68"/>
                    <a:gd name="T27" fmla="*/ 49 h 88"/>
                    <a:gd name="T28" fmla="*/ 0 w 68"/>
                    <a:gd name="T29" fmla="*/ 54 h 88"/>
                    <a:gd name="T30" fmla="*/ 5 w 68"/>
                    <a:gd name="T31" fmla="*/ 60 h 88"/>
                    <a:gd name="T32" fmla="*/ 11 w 68"/>
                    <a:gd name="T33" fmla="*/ 60 h 88"/>
                    <a:gd name="T34" fmla="*/ 13 w 68"/>
                    <a:gd name="T35" fmla="*/ 59 h 88"/>
                    <a:gd name="T36" fmla="*/ 20 w 68"/>
                    <a:gd name="T37" fmla="*/ 66 h 88"/>
                    <a:gd name="T38" fmla="*/ 17 w 68"/>
                    <a:gd name="T39" fmla="*/ 72 h 88"/>
                    <a:gd name="T40" fmla="*/ 13 w 68"/>
                    <a:gd name="T41" fmla="*/ 76 h 88"/>
                    <a:gd name="T42" fmla="*/ 2 w 68"/>
                    <a:gd name="T43" fmla="*/ 82 h 88"/>
                    <a:gd name="T44" fmla="*/ 2 w 68"/>
                    <a:gd name="T45" fmla="*/ 83 h 88"/>
                    <a:gd name="T46" fmla="*/ 2 w 68"/>
                    <a:gd name="T47" fmla="*/ 87 h 88"/>
                    <a:gd name="T48" fmla="*/ 4 w 68"/>
                    <a:gd name="T49" fmla="*/ 88 h 88"/>
                    <a:gd name="T50" fmla="*/ 25 w 68"/>
                    <a:gd name="T51" fmla="*/ 77 h 88"/>
                    <a:gd name="T52" fmla="*/ 31 w 68"/>
                    <a:gd name="T53" fmla="*/ 69 h 88"/>
                    <a:gd name="T54" fmla="*/ 40 w 68"/>
                    <a:gd name="T55" fmla="*/ 63 h 88"/>
                    <a:gd name="T56" fmla="*/ 52 w 68"/>
                    <a:gd name="T57" fmla="*/ 70 h 88"/>
                    <a:gd name="T58" fmla="*/ 48 w 68"/>
                    <a:gd name="T59" fmla="*/ 79 h 88"/>
                    <a:gd name="T60" fmla="*/ 59 w 68"/>
                    <a:gd name="T61" fmla="*/ 81 h 88"/>
                    <a:gd name="T62" fmla="*/ 68 w 68"/>
                    <a:gd name="T63" fmla="*/ 71 h 88"/>
                    <a:gd name="T64" fmla="*/ 59 w 68"/>
                    <a:gd name="T65" fmla="*/ 62 h 88"/>
                    <a:gd name="T66" fmla="*/ 44 w 68"/>
                    <a:gd name="T67" fmla="*/ 60 h 88"/>
                    <a:gd name="T68" fmla="*/ 42 w 68"/>
                    <a:gd name="T69" fmla="*/ 60 h 88"/>
                    <a:gd name="T70" fmla="*/ 36 w 68"/>
                    <a:gd name="T71" fmla="*/ 53 h 88"/>
                    <a:gd name="T72" fmla="*/ 48 w 68"/>
                    <a:gd name="T73" fmla="*/ 42 h 88"/>
                    <a:gd name="T74" fmla="*/ 59 w 68"/>
                    <a:gd name="T75" fmla="*/ 32 h 88"/>
                    <a:gd name="T76" fmla="*/ 59 w 68"/>
                    <a:gd name="T77" fmla="*/ 30 h 88"/>
                    <a:gd name="T78" fmla="*/ 59 w 68"/>
                    <a:gd name="T79" fmla="*/ 29 h 88"/>
                    <a:gd name="T80" fmla="*/ 54 w 68"/>
                    <a:gd name="T81" fmla="*/ 26 h 88"/>
                    <a:gd name="T82" fmla="*/ 51 w 68"/>
                    <a:gd name="T83" fmla="*/ 27 h 88"/>
                    <a:gd name="T84" fmla="*/ 50 w 68"/>
                    <a:gd name="T85" fmla="*/ 27 h 88"/>
                    <a:gd name="T86" fmla="*/ 41 w 68"/>
                    <a:gd name="T87" fmla="*/ 33 h 88"/>
                    <a:gd name="T88" fmla="*/ 38 w 68"/>
                    <a:gd name="T89" fmla="*/ 28 h 88"/>
                    <a:gd name="T90" fmla="*/ 38 w 68"/>
                    <a:gd name="T91" fmla="*/ 27 h 88"/>
                    <a:gd name="T92" fmla="*/ 38 w 68"/>
                    <a:gd name="T93" fmla="*/ 16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68" h="88">
                      <a:moveTo>
                        <a:pt x="38" y="16"/>
                      </a:moveTo>
                      <a:cubicBezTo>
                        <a:pt x="39" y="11"/>
                        <a:pt x="40" y="9"/>
                        <a:pt x="40" y="5"/>
                      </a:cubicBezTo>
                      <a:cubicBezTo>
                        <a:pt x="40" y="3"/>
                        <a:pt x="38" y="1"/>
                        <a:pt x="36" y="1"/>
                      </a:cubicBezTo>
                      <a:cubicBezTo>
                        <a:pt x="36" y="1"/>
                        <a:pt x="36" y="1"/>
                        <a:pt x="36" y="1"/>
                      </a:cubicBezTo>
                      <a:cubicBezTo>
                        <a:pt x="34" y="1"/>
                        <a:pt x="34" y="1"/>
                        <a:pt x="33" y="0"/>
                      </a:cubicBezTo>
                      <a:cubicBezTo>
                        <a:pt x="28" y="3"/>
                        <a:pt x="28" y="1"/>
                        <a:pt x="24" y="7"/>
                      </a:cubicBezTo>
                      <a:cubicBezTo>
                        <a:pt x="24" y="8"/>
                        <a:pt x="24" y="8"/>
                        <a:pt x="24" y="8"/>
                      </a:cubicBezTo>
                      <a:cubicBezTo>
                        <a:pt x="24" y="12"/>
                        <a:pt x="26" y="14"/>
                        <a:pt x="26" y="18"/>
                      </a:cubicBezTo>
                      <a:cubicBezTo>
                        <a:pt x="27" y="28"/>
                        <a:pt x="27" y="28"/>
                        <a:pt x="27" y="28"/>
                      </a:cubicBezTo>
                      <a:cubicBezTo>
                        <a:pt x="27" y="39"/>
                        <a:pt x="27" y="39"/>
                        <a:pt x="27" y="39"/>
                      </a:cubicBezTo>
                      <a:cubicBezTo>
                        <a:pt x="28" y="45"/>
                        <a:pt x="22" y="48"/>
                        <a:pt x="16" y="48"/>
                      </a:cubicBezTo>
                      <a:cubicBezTo>
                        <a:pt x="7" y="49"/>
                        <a:pt x="7" y="49"/>
                        <a:pt x="7" y="49"/>
                      </a:cubicBezTo>
                      <a:cubicBezTo>
                        <a:pt x="5" y="49"/>
                        <a:pt x="5" y="49"/>
                        <a:pt x="5" y="49"/>
                      </a:cubicBezTo>
                      <a:cubicBezTo>
                        <a:pt x="4" y="49"/>
                        <a:pt x="4" y="49"/>
                        <a:pt x="4" y="49"/>
                      </a:cubicBezTo>
                      <a:cubicBezTo>
                        <a:pt x="2" y="50"/>
                        <a:pt x="0" y="51"/>
                        <a:pt x="0" y="54"/>
                      </a:cubicBezTo>
                      <a:cubicBezTo>
                        <a:pt x="0" y="56"/>
                        <a:pt x="3" y="60"/>
                        <a:pt x="5" y="60"/>
                      </a:cubicBezTo>
                      <a:cubicBezTo>
                        <a:pt x="11" y="60"/>
                        <a:pt x="11" y="60"/>
                        <a:pt x="11" y="60"/>
                      </a:cubicBezTo>
                      <a:cubicBezTo>
                        <a:pt x="12" y="60"/>
                        <a:pt x="12" y="60"/>
                        <a:pt x="13" y="59"/>
                      </a:cubicBezTo>
                      <a:cubicBezTo>
                        <a:pt x="17" y="62"/>
                        <a:pt x="17" y="60"/>
                        <a:pt x="20" y="66"/>
                      </a:cubicBezTo>
                      <a:cubicBezTo>
                        <a:pt x="18" y="69"/>
                        <a:pt x="20" y="68"/>
                        <a:pt x="17" y="72"/>
                      </a:cubicBezTo>
                      <a:cubicBezTo>
                        <a:pt x="15" y="73"/>
                        <a:pt x="15" y="75"/>
                        <a:pt x="13" y="76"/>
                      </a:cubicBezTo>
                      <a:cubicBezTo>
                        <a:pt x="8" y="79"/>
                        <a:pt x="7" y="80"/>
                        <a:pt x="2" y="82"/>
                      </a:cubicBezTo>
                      <a:cubicBezTo>
                        <a:pt x="2" y="83"/>
                        <a:pt x="2" y="83"/>
                        <a:pt x="2" y="83"/>
                      </a:cubicBezTo>
                      <a:cubicBezTo>
                        <a:pt x="2" y="87"/>
                        <a:pt x="2" y="87"/>
                        <a:pt x="2" y="87"/>
                      </a:cubicBezTo>
                      <a:cubicBezTo>
                        <a:pt x="4" y="87"/>
                        <a:pt x="3" y="88"/>
                        <a:pt x="4" y="88"/>
                      </a:cubicBezTo>
                      <a:cubicBezTo>
                        <a:pt x="13" y="88"/>
                        <a:pt x="20" y="82"/>
                        <a:pt x="25" y="77"/>
                      </a:cubicBezTo>
                      <a:cubicBezTo>
                        <a:pt x="26" y="76"/>
                        <a:pt x="30" y="71"/>
                        <a:pt x="31" y="69"/>
                      </a:cubicBezTo>
                      <a:cubicBezTo>
                        <a:pt x="33" y="65"/>
                        <a:pt x="35" y="63"/>
                        <a:pt x="40" y="63"/>
                      </a:cubicBezTo>
                      <a:cubicBezTo>
                        <a:pt x="45" y="63"/>
                        <a:pt x="49" y="67"/>
                        <a:pt x="52" y="70"/>
                      </a:cubicBezTo>
                      <a:cubicBezTo>
                        <a:pt x="48" y="79"/>
                        <a:pt x="48" y="79"/>
                        <a:pt x="48" y="79"/>
                      </a:cubicBezTo>
                      <a:cubicBezTo>
                        <a:pt x="50" y="79"/>
                        <a:pt x="58" y="81"/>
                        <a:pt x="59" y="81"/>
                      </a:cubicBezTo>
                      <a:cubicBezTo>
                        <a:pt x="65" y="81"/>
                        <a:pt x="67" y="76"/>
                        <a:pt x="68" y="71"/>
                      </a:cubicBezTo>
                      <a:cubicBezTo>
                        <a:pt x="67" y="65"/>
                        <a:pt x="63" y="64"/>
                        <a:pt x="59" y="62"/>
                      </a:cubicBezTo>
                      <a:cubicBezTo>
                        <a:pt x="53" y="59"/>
                        <a:pt x="51" y="60"/>
                        <a:pt x="44" y="60"/>
                      </a:cubicBezTo>
                      <a:cubicBezTo>
                        <a:pt x="43" y="60"/>
                        <a:pt x="43" y="60"/>
                        <a:pt x="42" y="60"/>
                      </a:cubicBezTo>
                      <a:cubicBezTo>
                        <a:pt x="40" y="59"/>
                        <a:pt x="36" y="56"/>
                        <a:pt x="36" y="53"/>
                      </a:cubicBezTo>
                      <a:cubicBezTo>
                        <a:pt x="36" y="51"/>
                        <a:pt x="45" y="44"/>
                        <a:pt x="48" y="42"/>
                      </a:cubicBezTo>
                      <a:cubicBezTo>
                        <a:pt x="50" y="41"/>
                        <a:pt x="59" y="34"/>
                        <a:pt x="59" y="32"/>
                      </a:cubicBezTo>
                      <a:cubicBezTo>
                        <a:pt x="59" y="30"/>
                        <a:pt x="59" y="30"/>
                        <a:pt x="59" y="30"/>
                      </a:cubicBezTo>
                      <a:cubicBezTo>
                        <a:pt x="59" y="29"/>
                        <a:pt x="59" y="29"/>
                        <a:pt x="59" y="29"/>
                      </a:cubicBezTo>
                      <a:cubicBezTo>
                        <a:pt x="54" y="26"/>
                        <a:pt x="54" y="26"/>
                        <a:pt x="54" y="26"/>
                      </a:cubicBezTo>
                      <a:cubicBezTo>
                        <a:pt x="53" y="27"/>
                        <a:pt x="53" y="27"/>
                        <a:pt x="51" y="27"/>
                      </a:cubicBezTo>
                      <a:cubicBezTo>
                        <a:pt x="50" y="27"/>
                        <a:pt x="50" y="27"/>
                        <a:pt x="50" y="27"/>
                      </a:cubicBezTo>
                      <a:cubicBezTo>
                        <a:pt x="46" y="32"/>
                        <a:pt x="46" y="30"/>
                        <a:pt x="41" y="33"/>
                      </a:cubicBezTo>
                      <a:cubicBezTo>
                        <a:pt x="40" y="31"/>
                        <a:pt x="39" y="30"/>
                        <a:pt x="38" y="28"/>
                      </a:cubicBezTo>
                      <a:cubicBezTo>
                        <a:pt x="38" y="27"/>
                        <a:pt x="38" y="27"/>
                        <a:pt x="38" y="27"/>
                      </a:cubicBezTo>
                      <a:lnTo>
                        <a:pt x="38" y="16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0" name="ísḷïďè"/>
                <p:cNvSpPr/>
                <p:nvPr/>
              </p:nvSpPr>
              <p:spPr bwMode="auto">
                <a:xfrm>
                  <a:off x="4518026" y="3506788"/>
                  <a:ext cx="53975" cy="71438"/>
                </a:xfrm>
                <a:custGeom>
                  <a:avLst/>
                  <a:gdLst>
                    <a:gd name="T0" fmla="*/ 14 w 16"/>
                    <a:gd name="T1" fmla="*/ 17 h 21"/>
                    <a:gd name="T2" fmla="*/ 16 w 16"/>
                    <a:gd name="T3" fmla="*/ 12 h 21"/>
                    <a:gd name="T4" fmla="*/ 11 w 16"/>
                    <a:gd name="T5" fmla="*/ 5 h 21"/>
                    <a:gd name="T6" fmla="*/ 5 w 16"/>
                    <a:gd name="T7" fmla="*/ 0 h 21"/>
                    <a:gd name="T8" fmla="*/ 2 w 16"/>
                    <a:gd name="T9" fmla="*/ 4 h 21"/>
                    <a:gd name="T10" fmla="*/ 2 w 16"/>
                    <a:gd name="T11" fmla="*/ 5 h 21"/>
                    <a:gd name="T12" fmla="*/ 2 w 16"/>
                    <a:gd name="T13" fmla="*/ 8 h 21"/>
                    <a:gd name="T14" fmla="*/ 2 w 16"/>
                    <a:gd name="T15" fmla="*/ 9 h 21"/>
                    <a:gd name="T16" fmla="*/ 0 w 16"/>
                    <a:gd name="T17" fmla="*/ 17 h 21"/>
                    <a:gd name="T18" fmla="*/ 3 w 16"/>
                    <a:gd name="T19" fmla="*/ 21 h 21"/>
                    <a:gd name="T20" fmla="*/ 4 w 16"/>
                    <a:gd name="T21" fmla="*/ 21 h 21"/>
                    <a:gd name="T22" fmla="*/ 5 w 16"/>
                    <a:gd name="T23" fmla="*/ 21 h 21"/>
                    <a:gd name="T24" fmla="*/ 14 w 16"/>
                    <a:gd name="T25" fmla="*/ 17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6" h="21">
                      <a:moveTo>
                        <a:pt x="14" y="17"/>
                      </a:moveTo>
                      <a:cubicBezTo>
                        <a:pt x="14" y="15"/>
                        <a:pt x="16" y="13"/>
                        <a:pt x="16" y="12"/>
                      </a:cubicBezTo>
                      <a:cubicBezTo>
                        <a:pt x="16" y="11"/>
                        <a:pt x="12" y="7"/>
                        <a:pt x="11" y="5"/>
                      </a:cubicBezTo>
                      <a:cubicBezTo>
                        <a:pt x="11" y="3"/>
                        <a:pt x="8" y="0"/>
                        <a:pt x="5" y="0"/>
                      </a:cubicBezTo>
                      <a:cubicBezTo>
                        <a:pt x="4" y="0"/>
                        <a:pt x="3" y="3"/>
                        <a:pt x="2" y="4"/>
                      </a:cubicBezTo>
                      <a:cubicBezTo>
                        <a:pt x="2" y="5"/>
                        <a:pt x="2" y="5"/>
                        <a:pt x="2" y="5"/>
                      </a:cubicBezTo>
                      <a:cubicBezTo>
                        <a:pt x="2" y="8"/>
                        <a:pt x="2" y="8"/>
                        <a:pt x="2" y="8"/>
                      </a:cubicBezTo>
                      <a:cubicBezTo>
                        <a:pt x="2" y="9"/>
                        <a:pt x="2" y="9"/>
                        <a:pt x="2" y="9"/>
                      </a:cubicBezTo>
                      <a:cubicBezTo>
                        <a:pt x="1" y="11"/>
                        <a:pt x="0" y="14"/>
                        <a:pt x="0" y="17"/>
                      </a:cubicBezTo>
                      <a:cubicBezTo>
                        <a:pt x="0" y="19"/>
                        <a:pt x="1" y="20"/>
                        <a:pt x="3" y="21"/>
                      </a:cubicBezTo>
                      <a:cubicBezTo>
                        <a:pt x="4" y="21"/>
                        <a:pt x="4" y="21"/>
                        <a:pt x="4" y="21"/>
                      </a:cubicBezTo>
                      <a:cubicBezTo>
                        <a:pt x="5" y="21"/>
                        <a:pt x="5" y="21"/>
                        <a:pt x="5" y="21"/>
                      </a:cubicBezTo>
                      <a:cubicBezTo>
                        <a:pt x="7" y="21"/>
                        <a:pt x="11" y="17"/>
                        <a:pt x="14" y="17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1" name="îṧļîḓé"/>
                <p:cNvSpPr/>
                <p:nvPr/>
              </p:nvSpPr>
              <p:spPr bwMode="auto">
                <a:xfrm>
                  <a:off x="5319713" y="3133725"/>
                  <a:ext cx="222250" cy="500063"/>
                </a:xfrm>
                <a:custGeom>
                  <a:avLst/>
                  <a:gdLst>
                    <a:gd name="T0" fmla="*/ 47 w 67"/>
                    <a:gd name="T1" fmla="*/ 96 h 150"/>
                    <a:gd name="T2" fmla="*/ 51 w 67"/>
                    <a:gd name="T3" fmla="*/ 96 h 150"/>
                    <a:gd name="T4" fmla="*/ 46 w 67"/>
                    <a:gd name="T5" fmla="*/ 114 h 150"/>
                    <a:gd name="T6" fmla="*/ 42 w 67"/>
                    <a:gd name="T7" fmla="*/ 113 h 150"/>
                    <a:gd name="T8" fmla="*/ 39 w 67"/>
                    <a:gd name="T9" fmla="*/ 108 h 150"/>
                    <a:gd name="T10" fmla="*/ 21 w 67"/>
                    <a:gd name="T11" fmla="*/ 78 h 150"/>
                    <a:gd name="T12" fmla="*/ 29 w 67"/>
                    <a:gd name="T13" fmla="*/ 73 h 150"/>
                    <a:gd name="T14" fmla="*/ 32 w 67"/>
                    <a:gd name="T15" fmla="*/ 74 h 150"/>
                    <a:gd name="T16" fmla="*/ 32 w 67"/>
                    <a:gd name="T17" fmla="*/ 77 h 150"/>
                    <a:gd name="T18" fmla="*/ 32 w 67"/>
                    <a:gd name="T19" fmla="*/ 79 h 150"/>
                    <a:gd name="T20" fmla="*/ 21 w 67"/>
                    <a:gd name="T21" fmla="*/ 78 h 150"/>
                    <a:gd name="T22" fmla="*/ 53 w 67"/>
                    <a:gd name="T23" fmla="*/ 118 h 150"/>
                    <a:gd name="T24" fmla="*/ 66 w 67"/>
                    <a:gd name="T25" fmla="*/ 108 h 150"/>
                    <a:gd name="T26" fmla="*/ 60 w 67"/>
                    <a:gd name="T27" fmla="*/ 98 h 150"/>
                    <a:gd name="T28" fmla="*/ 51 w 67"/>
                    <a:gd name="T29" fmla="*/ 82 h 150"/>
                    <a:gd name="T30" fmla="*/ 47 w 67"/>
                    <a:gd name="T31" fmla="*/ 71 h 150"/>
                    <a:gd name="T32" fmla="*/ 60 w 67"/>
                    <a:gd name="T33" fmla="*/ 58 h 150"/>
                    <a:gd name="T34" fmla="*/ 53 w 67"/>
                    <a:gd name="T35" fmla="*/ 52 h 150"/>
                    <a:gd name="T36" fmla="*/ 44 w 67"/>
                    <a:gd name="T37" fmla="*/ 50 h 150"/>
                    <a:gd name="T38" fmla="*/ 48 w 67"/>
                    <a:gd name="T39" fmla="*/ 38 h 150"/>
                    <a:gd name="T40" fmla="*/ 66 w 67"/>
                    <a:gd name="T41" fmla="*/ 17 h 150"/>
                    <a:gd name="T42" fmla="*/ 66 w 67"/>
                    <a:gd name="T43" fmla="*/ 13 h 150"/>
                    <a:gd name="T44" fmla="*/ 56 w 67"/>
                    <a:gd name="T45" fmla="*/ 1 h 150"/>
                    <a:gd name="T46" fmla="*/ 55 w 67"/>
                    <a:gd name="T47" fmla="*/ 7 h 150"/>
                    <a:gd name="T48" fmla="*/ 50 w 67"/>
                    <a:gd name="T49" fmla="*/ 18 h 150"/>
                    <a:gd name="T50" fmla="*/ 42 w 67"/>
                    <a:gd name="T51" fmla="*/ 15 h 150"/>
                    <a:gd name="T52" fmla="*/ 40 w 67"/>
                    <a:gd name="T53" fmla="*/ 15 h 150"/>
                    <a:gd name="T54" fmla="*/ 41 w 67"/>
                    <a:gd name="T55" fmla="*/ 26 h 150"/>
                    <a:gd name="T56" fmla="*/ 41 w 67"/>
                    <a:gd name="T57" fmla="*/ 30 h 150"/>
                    <a:gd name="T58" fmla="*/ 37 w 67"/>
                    <a:gd name="T59" fmla="*/ 33 h 150"/>
                    <a:gd name="T60" fmla="*/ 30 w 67"/>
                    <a:gd name="T61" fmla="*/ 29 h 150"/>
                    <a:gd name="T62" fmla="*/ 9 w 67"/>
                    <a:gd name="T63" fmla="*/ 50 h 150"/>
                    <a:gd name="T64" fmla="*/ 4 w 67"/>
                    <a:gd name="T65" fmla="*/ 59 h 150"/>
                    <a:gd name="T66" fmla="*/ 23 w 67"/>
                    <a:gd name="T67" fmla="*/ 51 h 150"/>
                    <a:gd name="T68" fmla="*/ 30 w 67"/>
                    <a:gd name="T69" fmla="*/ 58 h 150"/>
                    <a:gd name="T70" fmla="*/ 26 w 67"/>
                    <a:gd name="T71" fmla="*/ 65 h 150"/>
                    <a:gd name="T72" fmla="*/ 19 w 67"/>
                    <a:gd name="T73" fmla="*/ 64 h 150"/>
                    <a:gd name="T74" fmla="*/ 16 w 67"/>
                    <a:gd name="T75" fmla="*/ 67 h 150"/>
                    <a:gd name="T76" fmla="*/ 16 w 67"/>
                    <a:gd name="T77" fmla="*/ 72 h 150"/>
                    <a:gd name="T78" fmla="*/ 3 w 67"/>
                    <a:gd name="T79" fmla="*/ 105 h 150"/>
                    <a:gd name="T80" fmla="*/ 6 w 67"/>
                    <a:gd name="T81" fmla="*/ 110 h 150"/>
                    <a:gd name="T82" fmla="*/ 9 w 67"/>
                    <a:gd name="T83" fmla="*/ 111 h 150"/>
                    <a:gd name="T84" fmla="*/ 24 w 67"/>
                    <a:gd name="T85" fmla="*/ 89 h 150"/>
                    <a:gd name="T86" fmla="*/ 32 w 67"/>
                    <a:gd name="T87" fmla="*/ 93 h 150"/>
                    <a:gd name="T88" fmla="*/ 32 w 67"/>
                    <a:gd name="T89" fmla="*/ 96 h 150"/>
                    <a:gd name="T90" fmla="*/ 29 w 67"/>
                    <a:gd name="T91" fmla="*/ 113 h 150"/>
                    <a:gd name="T92" fmla="*/ 29 w 67"/>
                    <a:gd name="T93" fmla="*/ 115 h 150"/>
                    <a:gd name="T94" fmla="*/ 22 w 67"/>
                    <a:gd name="T95" fmla="*/ 122 h 150"/>
                    <a:gd name="T96" fmla="*/ 10 w 67"/>
                    <a:gd name="T97" fmla="*/ 124 h 150"/>
                    <a:gd name="T98" fmla="*/ 15 w 67"/>
                    <a:gd name="T99" fmla="*/ 144 h 150"/>
                    <a:gd name="T100" fmla="*/ 17 w 67"/>
                    <a:gd name="T101" fmla="*/ 150 h 150"/>
                    <a:gd name="T102" fmla="*/ 38 w 67"/>
                    <a:gd name="T103" fmla="*/ 125 h 1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67" h="150">
                      <a:moveTo>
                        <a:pt x="39" y="107"/>
                      </a:moveTo>
                      <a:cubicBezTo>
                        <a:pt x="39" y="103"/>
                        <a:pt x="44" y="96"/>
                        <a:pt x="47" y="96"/>
                      </a:cubicBezTo>
                      <a:cubicBezTo>
                        <a:pt x="50" y="96"/>
                        <a:pt x="50" y="96"/>
                        <a:pt x="50" y="96"/>
                      </a:cubicBezTo>
                      <a:cubicBezTo>
                        <a:pt x="51" y="96"/>
                        <a:pt x="51" y="96"/>
                        <a:pt x="51" y="96"/>
                      </a:cubicBezTo>
                      <a:cubicBezTo>
                        <a:pt x="53" y="98"/>
                        <a:pt x="55" y="101"/>
                        <a:pt x="55" y="104"/>
                      </a:cubicBezTo>
                      <a:cubicBezTo>
                        <a:pt x="55" y="108"/>
                        <a:pt x="49" y="112"/>
                        <a:pt x="46" y="114"/>
                      </a:cubicBezTo>
                      <a:cubicBezTo>
                        <a:pt x="45" y="114"/>
                        <a:pt x="45" y="113"/>
                        <a:pt x="43" y="113"/>
                      </a:cubicBezTo>
                      <a:cubicBezTo>
                        <a:pt x="42" y="113"/>
                        <a:pt x="42" y="113"/>
                        <a:pt x="42" y="113"/>
                      </a:cubicBezTo>
                      <a:cubicBezTo>
                        <a:pt x="39" y="109"/>
                        <a:pt x="39" y="109"/>
                        <a:pt x="39" y="109"/>
                      </a:cubicBezTo>
                      <a:cubicBezTo>
                        <a:pt x="39" y="108"/>
                        <a:pt x="39" y="108"/>
                        <a:pt x="39" y="108"/>
                      </a:cubicBezTo>
                      <a:cubicBezTo>
                        <a:pt x="39" y="107"/>
                        <a:pt x="39" y="107"/>
                        <a:pt x="39" y="107"/>
                      </a:cubicBezTo>
                      <a:close/>
                      <a:moveTo>
                        <a:pt x="21" y="78"/>
                      </a:moveTo>
                      <a:cubicBezTo>
                        <a:pt x="21" y="77"/>
                        <a:pt x="25" y="73"/>
                        <a:pt x="26" y="73"/>
                      </a:cubicBezTo>
                      <a:cubicBezTo>
                        <a:pt x="27" y="73"/>
                        <a:pt x="27" y="73"/>
                        <a:pt x="29" y="73"/>
                      </a:cubicBezTo>
                      <a:cubicBezTo>
                        <a:pt x="30" y="73"/>
                        <a:pt x="30" y="73"/>
                        <a:pt x="30" y="73"/>
                      </a:cubicBezTo>
                      <a:cubicBezTo>
                        <a:pt x="32" y="74"/>
                        <a:pt x="32" y="74"/>
                        <a:pt x="32" y="74"/>
                      </a:cubicBezTo>
                      <a:cubicBezTo>
                        <a:pt x="32" y="76"/>
                        <a:pt x="32" y="76"/>
                        <a:pt x="32" y="76"/>
                      </a:cubicBezTo>
                      <a:cubicBezTo>
                        <a:pt x="32" y="77"/>
                        <a:pt x="32" y="77"/>
                        <a:pt x="32" y="77"/>
                      </a:cubicBezTo>
                      <a:cubicBezTo>
                        <a:pt x="32" y="78"/>
                        <a:pt x="32" y="78"/>
                        <a:pt x="32" y="78"/>
                      </a:cubicBezTo>
                      <a:cubicBezTo>
                        <a:pt x="32" y="79"/>
                        <a:pt x="32" y="79"/>
                        <a:pt x="32" y="79"/>
                      </a:cubicBezTo>
                      <a:cubicBezTo>
                        <a:pt x="31" y="82"/>
                        <a:pt x="29" y="83"/>
                        <a:pt x="25" y="83"/>
                      </a:cubicBezTo>
                      <a:cubicBezTo>
                        <a:pt x="23" y="83"/>
                        <a:pt x="21" y="81"/>
                        <a:pt x="21" y="78"/>
                      </a:cubicBezTo>
                      <a:close/>
                      <a:moveTo>
                        <a:pt x="38" y="125"/>
                      </a:moveTo>
                      <a:cubicBezTo>
                        <a:pt x="43" y="122"/>
                        <a:pt x="47" y="120"/>
                        <a:pt x="53" y="118"/>
                      </a:cubicBezTo>
                      <a:cubicBezTo>
                        <a:pt x="57" y="116"/>
                        <a:pt x="57" y="116"/>
                        <a:pt x="60" y="114"/>
                      </a:cubicBezTo>
                      <a:cubicBezTo>
                        <a:pt x="64" y="111"/>
                        <a:pt x="63" y="110"/>
                        <a:pt x="66" y="108"/>
                      </a:cubicBezTo>
                      <a:cubicBezTo>
                        <a:pt x="67" y="104"/>
                        <a:pt x="67" y="104"/>
                        <a:pt x="67" y="104"/>
                      </a:cubicBezTo>
                      <a:cubicBezTo>
                        <a:pt x="64" y="100"/>
                        <a:pt x="64" y="101"/>
                        <a:pt x="60" y="98"/>
                      </a:cubicBezTo>
                      <a:cubicBezTo>
                        <a:pt x="58" y="96"/>
                        <a:pt x="55" y="95"/>
                        <a:pt x="54" y="92"/>
                      </a:cubicBezTo>
                      <a:cubicBezTo>
                        <a:pt x="53" y="88"/>
                        <a:pt x="53" y="84"/>
                        <a:pt x="51" y="82"/>
                      </a:cubicBezTo>
                      <a:cubicBezTo>
                        <a:pt x="49" y="79"/>
                        <a:pt x="47" y="77"/>
                        <a:pt x="47" y="73"/>
                      </a:cubicBezTo>
                      <a:cubicBezTo>
                        <a:pt x="47" y="72"/>
                        <a:pt x="47" y="72"/>
                        <a:pt x="47" y="71"/>
                      </a:cubicBezTo>
                      <a:cubicBezTo>
                        <a:pt x="49" y="67"/>
                        <a:pt x="47" y="67"/>
                        <a:pt x="53" y="64"/>
                      </a:cubicBezTo>
                      <a:cubicBezTo>
                        <a:pt x="55" y="64"/>
                        <a:pt x="60" y="60"/>
                        <a:pt x="60" y="58"/>
                      </a:cubicBezTo>
                      <a:cubicBezTo>
                        <a:pt x="60" y="55"/>
                        <a:pt x="60" y="55"/>
                        <a:pt x="60" y="55"/>
                      </a:cubicBezTo>
                      <a:cubicBezTo>
                        <a:pt x="60" y="53"/>
                        <a:pt x="56" y="51"/>
                        <a:pt x="53" y="52"/>
                      </a:cubicBezTo>
                      <a:cubicBezTo>
                        <a:pt x="47" y="52"/>
                        <a:pt x="47" y="52"/>
                        <a:pt x="47" y="52"/>
                      </a:cubicBezTo>
                      <a:cubicBezTo>
                        <a:pt x="46" y="52"/>
                        <a:pt x="45" y="51"/>
                        <a:pt x="44" y="50"/>
                      </a:cubicBezTo>
                      <a:cubicBezTo>
                        <a:pt x="44" y="47"/>
                        <a:pt x="44" y="47"/>
                        <a:pt x="44" y="47"/>
                      </a:cubicBezTo>
                      <a:cubicBezTo>
                        <a:pt x="44" y="44"/>
                        <a:pt x="47" y="41"/>
                        <a:pt x="48" y="38"/>
                      </a:cubicBezTo>
                      <a:cubicBezTo>
                        <a:pt x="49" y="34"/>
                        <a:pt x="50" y="33"/>
                        <a:pt x="53" y="30"/>
                      </a:cubicBezTo>
                      <a:cubicBezTo>
                        <a:pt x="56" y="27"/>
                        <a:pt x="66" y="22"/>
                        <a:pt x="66" y="17"/>
                      </a:cubicBezTo>
                      <a:cubicBezTo>
                        <a:pt x="66" y="14"/>
                        <a:pt x="66" y="14"/>
                        <a:pt x="66" y="14"/>
                      </a:cubicBezTo>
                      <a:cubicBezTo>
                        <a:pt x="66" y="13"/>
                        <a:pt x="66" y="13"/>
                        <a:pt x="66" y="13"/>
                      </a:cubicBezTo>
                      <a:cubicBezTo>
                        <a:pt x="65" y="10"/>
                        <a:pt x="62" y="0"/>
                        <a:pt x="58" y="0"/>
                      </a:cubicBezTo>
                      <a:cubicBezTo>
                        <a:pt x="57" y="0"/>
                        <a:pt x="57" y="0"/>
                        <a:pt x="56" y="1"/>
                      </a:cubicBezTo>
                      <a:cubicBezTo>
                        <a:pt x="56" y="3"/>
                        <a:pt x="55" y="3"/>
                        <a:pt x="55" y="5"/>
                      </a:cubicBezTo>
                      <a:cubicBezTo>
                        <a:pt x="55" y="7"/>
                        <a:pt x="55" y="7"/>
                        <a:pt x="55" y="7"/>
                      </a:cubicBezTo>
                      <a:cubicBezTo>
                        <a:pt x="55" y="11"/>
                        <a:pt x="53" y="15"/>
                        <a:pt x="51" y="18"/>
                      </a:cubicBezTo>
                      <a:cubicBezTo>
                        <a:pt x="50" y="18"/>
                        <a:pt x="50" y="18"/>
                        <a:pt x="50" y="18"/>
                      </a:cubicBezTo>
                      <a:cubicBezTo>
                        <a:pt x="48" y="18"/>
                        <a:pt x="48" y="18"/>
                        <a:pt x="47" y="19"/>
                      </a:cubicBezTo>
                      <a:cubicBezTo>
                        <a:pt x="42" y="15"/>
                        <a:pt x="42" y="15"/>
                        <a:pt x="42" y="15"/>
                      </a:cubicBezTo>
                      <a:cubicBezTo>
                        <a:pt x="41" y="15"/>
                        <a:pt x="41" y="15"/>
                        <a:pt x="41" y="15"/>
                      </a:cubicBezTo>
                      <a:cubicBezTo>
                        <a:pt x="40" y="15"/>
                        <a:pt x="40" y="15"/>
                        <a:pt x="40" y="15"/>
                      </a:cubicBezTo>
                      <a:cubicBezTo>
                        <a:pt x="39" y="15"/>
                        <a:pt x="38" y="16"/>
                        <a:pt x="38" y="17"/>
                      </a:cubicBezTo>
                      <a:cubicBezTo>
                        <a:pt x="38" y="19"/>
                        <a:pt x="41" y="22"/>
                        <a:pt x="41" y="26"/>
                      </a:cubicBezTo>
                      <a:cubicBezTo>
                        <a:pt x="41" y="29"/>
                        <a:pt x="41" y="29"/>
                        <a:pt x="41" y="29"/>
                      </a:cubicBezTo>
                      <a:cubicBezTo>
                        <a:pt x="41" y="30"/>
                        <a:pt x="41" y="30"/>
                        <a:pt x="41" y="30"/>
                      </a:cubicBezTo>
                      <a:cubicBezTo>
                        <a:pt x="38" y="33"/>
                        <a:pt x="38" y="33"/>
                        <a:pt x="38" y="33"/>
                      </a:cubicBezTo>
                      <a:cubicBezTo>
                        <a:pt x="37" y="33"/>
                        <a:pt x="37" y="33"/>
                        <a:pt x="37" y="33"/>
                      </a:cubicBezTo>
                      <a:cubicBezTo>
                        <a:pt x="35" y="33"/>
                        <a:pt x="35" y="34"/>
                        <a:pt x="34" y="34"/>
                      </a:cubicBezTo>
                      <a:cubicBezTo>
                        <a:pt x="32" y="33"/>
                        <a:pt x="31" y="31"/>
                        <a:pt x="30" y="29"/>
                      </a:cubicBezTo>
                      <a:cubicBezTo>
                        <a:pt x="24" y="29"/>
                        <a:pt x="30" y="41"/>
                        <a:pt x="19" y="45"/>
                      </a:cubicBezTo>
                      <a:cubicBezTo>
                        <a:pt x="16" y="46"/>
                        <a:pt x="12" y="48"/>
                        <a:pt x="9" y="50"/>
                      </a:cubicBezTo>
                      <a:cubicBezTo>
                        <a:pt x="6" y="51"/>
                        <a:pt x="1" y="53"/>
                        <a:pt x="0" y="55"/>
                      </a:cubicBezTo>
                      <a:cubicBezTo>
                        <a:pt x="1" y="58"/>
                        <a:pt x="1" y="57"/>
                        <a:pt x="4" y="59"/>
                      </a:cubicBezTo>
                      <a:cubicBezTo>
                        <a:pt x="6" y="59"/>
                        <a:pt x="6" y="59"/>
                        <a:pt x="6" y="59"/>
                      </a:cubicBezTo>
                      <a:cubicBezTo>
                        <a:pt x="10" y="59"/>
                        <a:pt x="20" y="51"/>
                        <a:pt x="23" y="51"/>
                      </a:cubicBezTo>
                      <a:cubicBezTo>
                        <a:pt x="25" y="51"/>
                        <a:pt x="24" y="51"/>
                        <a:pt x="27" y="52"/>
                      </a:cubicBezTo>
                      <a:cubicBezTo>
                        <a:pt x="29" y="54"/>
                        <a:pt x="29" y="55"/>
                        <a:pt x="30" y="58"/>
                      </a:cubicBezTo>
                      <a:cubicBezTo>
                        <a:pt x="30" y="59"/>
                        <a:pt x="30" y="59"/>
                        <a:pt x="30" y="59"/>
                      </a:cubicBezTo>
                      <a:cubicBezTo>
                        <a:pt x="30" y="62"/>
                        <a:pt x="28" y="64"/>
                        <a:pt x="26" y="65"/>
                      </a:cubicBezTo>
                      <a:cubicBezTo>
                        <a:pt x="21" y="64"/>
                        <a:pt x="21" y="64"/>
                        <a:pt x="21" y="64"/>
                      </a:cubicBezTo>
                      <a:cubicBezTo>
                        <a:pt x="20" y="64"/>
                        <a:pt x="20" y="64"/>
                        <a:pt x="19" y="64"/>
                      </a:cubicBezTo>
                      <a:cubicBezTo>
                        <a:pt x="18" y="64"/>
                        <a:pt x="18" y="64"/>
                        <a:pt x="18" y="64"/>
                      </a:cubicBezTo>
                      <a:cubicBezTo>
                        <a:pt x="16" y="67"/>
                        <a:pt x="16" y="67"/>
                        <a:pt x="16" y="67"/>
                      </a:cubicBezTo>
                      <a:cubicBezTo>
                        <a:pt x="16" y="68"/>
                        <a:pt x="16" y="68"/>
                        <a:pt x="16" y="68"/>
                      </a:cubicBezTo>
                      <a:cubicBezTo>
                        <a:pt x="16" y="72"/>
                        <a:pt x="16" y="72"/>
                        <a:pt x="16" y="72"/>
                      </a:cubicBezTo>
                      <a:cubicBezTo>
                        <a:pt x="16" y="78"/>
                        <a:pt x="13" y="85"/>
                        <a:pt x="11" y="90"/>
                      </a:cubicBezTo>
                      <a:cubicBezTo>
                        <a:pt x="9" y="94"/>
                        <a:pt x="3" y="100"/>
                        <a:pt x="3" y="105"/>
                      </a:cubicBezTo>
                      <a:cubicBezTo>
                        <a:pt x="3" y="106"/>
                        <a:pt x="4" y="109"/>
                        <a:pt x="5" y="110"/>
                      </a:cubicBezTo>
                      <a:cubicBezTo>
                        <a:pt x="6" y="110"/>
                        <a:pt x="6" y="110"/>
                        <a:pt x="6" y="110"/>
                      </a:cubicBezTo>
                      <a:cubicBezTo>
                        <a:pt x="7" y="110"/>
                        <a:pt x="7" y="110"/>
                        <a:pt x="7" y="110"/>
                      </a:cubicBezTo>
                      <a:cubicBezTo>
                        <a:pt x="9" y="110"/>
                        <a:pt x="8" y="110"/>
                        <a:pt x="9" y="111"/>
                      </a:cubicBezTo>
                      <a:cubicBezTo>
                        <a:pt x="11" y="109"/>
                        <a:pt x="15" y="101"/>
                        <a:pt x="15" y="98"/>
                      </a:cubicBezTo>
                      <a:cubicBezTo>
                        <a:pt x="17" y="94"/>
                        <a:pt x="20" y="89"/>
                        <a:pt x="24" y="89"/>
                      </a:cubicBezTo>
                      <a:cubicBezTo>
                        <a:pt x="25" y="89"/>
                        <a:pt x="25" y="89"/>
                        <a:pt x="26" y="88"/>
                      </a:cubicBezTo>
                      <a:cubicBezTo>
                        <a:pt x="28" y="90"/>
                        <a:pt x="32" y="90"/>
                        <a:pt x="32" y="93"/>
                      </a:cubicBezTo>
                      <a:cubicBezTo>
                        <a:pt x="32" y="94"/>
                        <a:pt x="32" y="94"/>
                        <a:pt x="32" y="94"/>
                      </a:cubicBezTo>
                      <a:cubicBezTo>
                        <a:pt x="32" y="96"/>
                        <a:pt x="32" y="96"/>
                        <a:pt x="32" y="96"/>
                      </a:cubicBezTo>
                      <a:cubicBezTo>
                        <a:pt x="28" y="102"/>
                        <a:pt x="25" y="101"/>
                        <a:pt x="23" y="104"/>
                      </a:cubicBezTo>
                      <a:cubicBezTo>
                        <a:pt x="26" y="109"/>
                        <a:pt x="27" y="108"/>
                        <a:pt x="29" y="113"/>
                      </a:cubicBezTo>
                      <a:cubicBezTo>
                        <a:pt x="29" y="114"/>
                        <a:pt x="29" y="114"/>
                        <a:pt x="29" y="114"/>
                      </a:cubicBezTo>
                      <a:cubicBezTo>
                        <a:pt x="29" y="115"/>
                        <a:pt x="29" y="115"/>
                        <a:pt x="29" y="115"/>
                      </a:cubicBezTo>
                      <a:cubicBezTo>
                        <a:pt x="29" y="116"/>
                        <a:pt x="29" y="116"/>
                        <a:pt x="29" y="116"/>
                      </a:cubicBezTo>
                      <a:cubicBezTo>
                        <a:pt x="28" y="119"/>
                        <a:pt x="26" y="123"/>
                        <a:pt x="22" y="122"/>
                      </a:cubicBezTo>
                      <a:cubicBezTo>
                        <a:pt x="15" y="122"/>
                        <a:pt x="15" y="122"/>
                        <a:pt x="15" y="122"/>
                      </a:cubicBezTo>
                      <a:cubicBezTo>
                        <a:pt x="14" y="122"/>
                        <a:pt x="11" y="124"/>
                        <a:pt x="10" y="124"/>
                      </a:cubicBezTo>
                      <a:cubicBezTo>
                        <a:pt x="13" y="127"/>
                        <a:pt x="23" y="129"/>
                        <a:pt x="23" y="133"/>
                      </a:cubicBezTo>
                      <a:cubicBezTo>
                        <a:pt x="23" y="137"/>
                        <a:pt x="18" y="142"/>
                        <a:pt x="15" y="144"/>
                      </a:cubicBezTo>
                      <a:cubicBezTo>
                        <a:pt x="15" y="150"/>
                        <a:pt x="15" y="150"/>
                        <a:pt x="15" y="150"/>
                      </a:cubicBezTo>
                      <a:cubicBezTo>
                        <a:pt x="17" y="150"/>
                        <a:pt x="17" y="150"/>
                        <a:pt x="17" y="150"/>
                      </a:cubicBezTo>
                      <a:cubicBezTo>
                        <a:pt x="20" y="150"/>
                        <a:pt x="27" y="141"/>
                        <a:pt x="29" y="139"/>
                      </a:cubicBezTo>
                      <a:cubicBezTo>
                        <a:pt x="33" y="135"/>
                        <a:pt x="34" y="129"/>
                        <a:pt x="38" y="12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2" name="iSļïḑé"/>
                <p:cNvSpPr/>
                <p:nvPr/>
              </p:nvSpPr>
              <p:spPr bwMode="auto">
                <a:xfrm>
                  <a:off x="4422776" y="3106738"/>
                  <a:ext cx="412750" cy="596900"/>
                </a:xfrm>
                <a:custGeom>
                  <a:avLst/>
                  <a:gdLst>
                    <a:gd name="T0" fmla="*/ 63 w 125"/>
                    <a:gd name="T1" fmla="*/ 83 h 179"/>
                    <a:gd name="T2" fmla="*/ 69 w 125"/>
                    <a:gd name="T3" fmla="*/ 84 h 179"/>
                    <a:gd name="T4" fmla="*/ 71 w 125"/>
                    <a:gd name="T5" fmla="*/ 95 h 179"/>
                    <a:gd name="T6" fmla="*/ 56 w 125"/>
                    <a:gd name="T7" fmla="*/ 91 h 179"/>
                    <a:gd name="T8" fmla="*/ 77 w 125"/>
                    <a:gd name="T9" fmla="*/ 77 h 179"/>
                    <a:gd name="T10" fmla="*/ 90 w 125"/>
                    <a:gd name="T11" fmla="*/ 82 h 179"/>
                    <a:gd name="T12" fmla="*/ 93 w 125"/>
                    <a:gd name="T13" fmla="*/ 96 h 179"/>
                    <a:gd name="T14" fmla="*/ 88 w 125"/>
                    <a:gd name="T15" fmla="*/ 106 h 179"/>
                    <a:gd name="T16" fmla="*/ 75 w 125"/>
                    <a:gd name="T17" fmla="*/ 89 h 179"/>
                    <a:gd name="T18" fmla="*/ 91 w 125"/>
                    <a:gd name="T19" fmla="*/ 29 h 179"/>
                    <a:gd name="T20" fmla="*/ 95 w 125"/>
                    <a:gd name="T21" fmla="*/ 4 h 179"/>
                    <a:gd name="T22" fmla="*/ 92 w 125"/>
                    <a:gd name="T23" fmla="*/ 0 h 179"/>
                    <a:gd name="T24" fmla="*/ 86 w 125"/>
                    <a:gd name="T25" fmla="*/ 0 h 179"/>
                    <a:gd name="T26" fmla="*/ 80 w 125"/>
                    <a:gd name="T27" fmla="*/ 7 h 179"/>
                    <a:gd name="T28" fmla="*/ 83 w 125"/>
                    <a:gd name="T29" fmla="*/ 30 h 179"/>
                    <a:gd name="T30" fmla="*/ 86 w 125"/>
                    <a:gd name="T31" fmla="*/ 50 h 179"/>
                    <a:gd name="T32" fmla="*/ 46 w 125"/>
                    <a:gd name="T33" fmla="*/ 84 h 179"/>
                    <a:gd name="T34" fmla="*/ 0 w 125"/>
                    <a:gd name="T35" fmla="*/ 99 h 179"/>
                    <a:gd name="T36" fmla="*/ 13 w 125"/>
                    <a:gd name="T37" fmla="*/ 108 h 179"/>
                    <a:gd name="T38" fmla="*/ 30 w 125"/>
                    <a:gd name="T39" fmla="*/ 100 h 179"/>
                    <a:gd name="T40" fmla="*/ 47 w 125"/>
                    <a:gd name="T41" fmla="*/ 92 h 179"/>
                    <a:gd name="T42" fmla="*/ 51 w 125"/>
                    <a:gd name="T43" fmla="*/ 109 h 179"/>
                    <a:gd name="T44" fmla="*/ 50 w 125"/>
                    <a:gd name="T45" fmla="*/ 118 h 179"/>
                    <a:gd name="T46" fmla="*/ 54 w 125"/>
                    <a:gd name="T47" fmla="*/ 125 h 179"/>
                    <a:gd name="T48" fmla="*/ 62 w 125"/>
                    <a:gd name="T49" fmla="*/ 119 h 179"/>
                    <a:gd name="T50" fmla="*/ 62 w 125"/>
                    <a:gd name="T51" fmla="*/ 113 h 179"/>
                    <a:gd name="T52" fmla="*/ 78 w 125"/>
                    <a:gd name="T53" fmla="*/ 111 h 179"/>
                    <a:gd name="T54" fmla="*/ 78 w 125"/>
                    <a:gd name="T55" fmla="*/ 113 h 179"/>
                    <a:gd name="T56" fmla="*/ 78 w 125"/>
                    <a:gd name="T57" fmla="*/ 118 h 179"/>
                    <a:gd name="T58" fmla="*/ 46 w 125"/>
                    <a:gd name="T59" fmla="*/ 147 h 179"/>
                    <a:gd name="T60" fmla="*/ 28 w 125"/>
                    <a:gd name="T61" fmla="*/ 158 h 179"/>
                    <a:gd name="T62" fmla="*/ 1 w 125"/>
                    <a:gd name="T63" fmla="*/ 170 h 179"/>
                    <a:gd name="T64" fmla="*/ 14 w 125"/>
                    <a:gd name="T65" fmla="*/ 178 h 179"/>
                    <a:gd name="T66" fmla="*/ 20 w 125"/>
                    <a:gd name="T67" fmla="*/ 179 h 179"/>
                    <a:gd name="T68" fmla="*/ 22 w 125"/>
                    <a:gd name="T69" fmla="*/ 179 h 179"/>
                    <a:gd name="T70" fmla="*/ 38 w 125"/>
                    <a:gd name="T71" fmla="*/ 169 h 179"/>
                    <a:gd name="T72" fmla="*/ 61 w 125"/>
                    <a:gd name="T73" fmla="*/ 150 h 179"/>
                    <a:gd name="T74" fmla="*/ 79 w 125"/>
                    <a:gd name="T75" fmla="*/ 135 h 179"/>
                    <a:gd name="T76" fmla="*/ 96 w 125"/>
                    <a:gd name="T77" fmla="*/ 119 h 179"/>
                    <a:gd name="T78" fmla="*/ 106 w 125"/>
                    <a:gd name="T79" fmla="*/ 149 h 179"/>
                    <a:gd name="T80" fmla="*/ 125 w 125"/>
                    <a:gd name="T81" fmla="*/ 152 h 179"/>
                    <a:gd name="T82" fmla="*/ 116 w 125"/>
                    <a:gd name="T83" fmla="*/ 120 h 179"/>
                    <a:gd name="T84" fmla="*/ 115 w 125"/>
                    <a:gd name="T85" fmla="*/ 125 h 179"/>
                    <a:gd name="T86" fmla="*/ 109 w 125"/>
                    <a:gd name="T87" fmla="*/ 129 h 179"/>
                    <a:gd name="T88" fmla="*/ 97 w 125"/>
                    <a:gd name="T89" fmla="*/ 92 h 179"/>
                    <a:gd name="T90" fmla="*/ 94 w 125"/>
                    <a:gd name="T91" fmla="*/ 76 h 179"/>
                    <a:gd name="T92" fmla="*/ 110 w 125"/>
                    <a:gd name="T93" fmla="*/ 60 h 179"/>
                    <a:gd name="T94" fmla="*/ 105 w 125"/>
                    <a:gd name="T95" fmla="*/ 57 h 179"/>
                    <a:gd name="T96" fmla="*/ 101 w 125"/>
                    <a:gd name="T97" fmla="*/ 59 h 179"/>
                    <a:gd name="T98" fmla="*/ 91 w 125"/>
                    <a:gd name="T99" fmla="*/ 54 h 179"/>
                    <a:gd name="T100" fmla="*/ 91 w 125"/>
                    <a:gd name="T101" fmla="*/ 29 h 1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125" h="179">
                      <a:moveTo>
                        <a:pt x="56" y="91"/>
                      </a:moveTo>
                      <a:cubicBezTo>
                        <a:pt x="56" y="87"/>
                        <a:pt x="60" y="85"/>
                        <a:pt x="63" y="83"/>
                      </a:cubicBezTo>
                      <a:cubicBezTo>
                        <a:pt x="64" y="83"/>
                        <a:pt x="64" y="83"/>
                        <a:pt x="64" y="83"/>
                      </a:cubicBezTo>
                      <a:cubicBezTo>
                        <a:pt x="67" y="83"/>
                        <a:pt x="67" y="84"/>
                        <a:pt x="69" y="84"/>
                      </a:cubicBezTo>
                      <a:cubicBezTo>
                        <a:pt x="71" y="94"/>
                        <a:pt x="71" y="94"/>
                        <a:pt x="71" y="94"/>
                      </a:cubicBezTo>
                      <a:cubicBezTo>
                        <a:pt x="71" y="95"/>
                        <a:pt x="71" y="95"/>
                        <a:pt x="71" y="95"/>
                      </a:cubicBezTo>
                      <a:cubicBezTo>
                        <a:pt x="68" y="100"/>
                        <a:pt x="68" y="99"/>
                        <a:pt x="63" y="101"/>
                      </a:cubicBezTo>
                      <a:cubicBezTo>
                        <a:pt x="61" y="99"/>
                        <a:pt x="56" y="95"/>
                        <a:pt x="56" y="91"/>
                      </a:cubicBezTo>
                      <a:close/>
                      <a:moveTo>
                        <a:pt x="72" y="83"/>
                      </a:moveTo>
                      <a:cubicBezTo>
                        <a:pt x="74" y="79"/>
                        <a:pt x="73" y="79"/>
                        <a:pt x="77" y="77"/>
                      </a:cubicBezTo>
                      <a:cubicBezTo>
                        <a:pt x="79" y="75"/>
                        <a:pt x="82" y="75"/>
                        <a:pt x="83" y="73"/>
                      </a:cubicBezTo>
                      <a:cubicBezTo>
                        <a:pt x="88" y="76"/>
                        <a:pt x="89" y="76"/>
                        <a:pt x="90" y="82"/>
                      </a:cubicBezTo>
                      <a:cubicBezTo>
                        <a:pt x="92" y="95"/>
                        <a:pt x="92" y="95"/>
                        <a:pt x="92" y="95"/>
                      </a:cubicBezTo>
                      <a:cubicBezTo>
                        <a:pt x="93" y="96"/>
                        <a:pt x="93" y="96"/>
                        <a:pt x="93" y="96"/>
                      </a:cubicBezTo>
                      <a:cubicBezTo>
                        <a:pt x="94" y="99"/>
                        <a:pt x="94" y="99"/>
                        <a:pt x="94" y="99"/>
                      </a:cubicBezTo>
                      <a:cubicBezTo>
                        <a:pt x="91" y="105"/>
                        <a:pt x="93" y="103"/>
                        <a:pt x="88" y="106"/>
                      </a:cubicBezTo>
                      <a:cubicBezTo>
                        <a:pt x="83" y="101"/>
                        <a:pt x="82" y="101"/>
                        <a:pt x="79" y="95"/>
                      </a:cubicBezTo>
                      <a:cubicBezTo>
                        <a:pt x="77" y="93"/>
                        <a:pt x="77" y="91"/>
                        <a:pt x="75" y="89"/>
                      </a:cubicBezTo>
                      <a:cubicBezTo>
                        <a:pt x="73" y="87"/>
                        <a:pt x="73" y="86"/>
                        <a:pt x="72" y="83"/>
                      </a:cubicBezTo>
                      <a:close/>
                      <a:moveTo>
                        <a:pt x="91" y="29"/>
                      </a:moveTo>
                      <a:cubicBezTo>
                        <a:pt x="91" y="22"/>
                        <a:pt x="95" y="12"/>
                        <a:pt x="95" y="4"/>
                      </a:cubicBezTo>
                      <a:cubicBezTo>
                        <a:pt x="95" y="4"/>
                        <a:pt x="95" y="4"/>
                        <a:pt x="95" y="4"/>
                      </a:cubicBezTo>
                      <a:cubicBezTo>
                        <a:pt x="95" y="3"/>
                        <a:pt x="95" y="3"/>
                        <a:pt x="95" y="3"/>
                      </a:cubicBezTo>
                      <a:cubicBezTo>
                        <a:pt x="93" y="0"/>
                        <a:pt x="95" y="1"/>
                        <a:pt x="92" y="0"/>
                      </a:cubicBezTo>
                      <a:cubicBezTo>
                        <a:pt x="91" y="0"/>
                        <a:pt x="91" y="0"/>
                        <a:pt x="91" y="0"/>
                      </a:cubicBezTo>
                      <a:cubicBezTo>
                        <a:pt x="86" y="0"/>
                        <a:pt x="86" y="0"/>
                        <a:pt x="86" y="0"/>
                      </a:cubicBezTo>
                      <a:cubicBezTo>
                        <a:pt x="85" y="0"/>
                        <a:pt x="85" y="0"/>
                        <a:pt x="85" y="0"/>
                      </a:cubicBezTo>
                      <a:cubicBezTo>
                        <a:pt x="82" y="1"/>
                        <a:pt x="80" y="4"/>
                        <a:pt x="80" y="7"/>
                      </a:cubicBezTo>
                      <a:cubicBezTo>
                        <a:pt x="83" y="30"/>
                        <a:pt x="83" y="30"/>
                        <a:pt x="83" y="30"/>
                      </a:cubicBezTo>
                      <a:cubicBezTo>
                        <a:pt x="83" y="30"/>
                        <a:pt x="83" y="30"/>
                        <a:pt x="83" y="30"/>
                      </a:cubicBezTo>
                      <a:cubicBezTo>
                        <a:pt x="83" y="38"/>
                        <a:pt x="86" y="44"/>
                        <a:pt x="86" y="49"/>
                      </a:cubicBezTo>
                      <a:cubicBezTo>
                        <a:pt x="86" y="50"/>
                        <a:pt x="86" y="50"/>
                        <a:pt x="86" y="50"/>
                      </a:cubicBezTo>
                      <a:cubicBezTo>
                        <a:pt x="87" y="62"/>
                        <a:pt x="87" y="62"/>
                        <a:pt x="87" y="62"/>
                      </a:cubicBezTo>
                      <a:cubicBezTo>
                        <a:pt x="87" y="68"/>
                        <a:pt x="52" y="81"/>
                        <a:pt x="46" y="84"/>
                      </a:cubicBezTo>
                      <a:cubicBezTo>
                        <a:pt x="39" y="87"/>
                        <a:pt x="31" y="89"/>
                        <a:pt x="23" y="92"/>
                      </a:cubicBezTo>
                      <a:cubicBezTo>
                        <a:pt x="20" y="94"/>
                        <a:pt x="0" y="96"/>
                        <a:pt x="0" y="99"/>
                      </a:cubicBezTo>
                      <a:cubicBezTo>
                        <a:pt x="0" y="101"/>
                        <a:pt x="9" y="108"/>
                        <a:pt x="11" y="108"/>
                      </a:cubicBezTo>
                      <a:cubicBezTo>
                        <a:pt x="13" y="108"/>
                        <a:pt x="13" y="108"/>
                        <a:pt x="13" y="108"/>
                      </a:cubicBezTo>
                      <a:cubicBezTo>
                        <a:pt x="14" y="108"/>
                        <a:pt x="14" y="108"/>
                        <a:pt x="14" y="108"/>
                      </a:cubicBezTo>
                      <a:cubicBezTo>
                        <a:pt x="20" y="105"/>
                        <a:pt x="24" y="103"/>
                        <a:pt x="30" y="100"/>
                      </a:cubicBezTo>
                      <a:cubicBezTo>
                        <a:pt x="34" y="98"/>
                        <a:pt x="41" y="93"/>
                        <a:pt x="45" y="93"/>
                      </a:cubicBezTo>
                      <a:cubicBezTo>
                        <a:pt x="46" y="93"/>
                        <a:pt x="46" y="93"/>
                        <a:pt x="47" y="92"/>
                      </a:cubicBezTo>
                      <a:cubicBezTo>
                        <a:pt x="49" y="94"/>
                        <a:pt x="52" y="96"/>
                        <a:pt x="51" y="101"/>
                      </a:cubicBezTo>
                      <a:cubicBezTo>
                        <a:pt x="51" y="109"/>
                        <a:pt x="51" y="109"/>
                        <a:pt x="51" y="109"/>
                      </a:cubicBezTo>
                      <a:cubicBezTo>
                        <a:pt x="51" y="110"/>
                        <a:pt x="51" y="110"/>
                        <a:pt x="51" y="110"/>
                      </a:cubicBezTo>
                      <a:cubicBezTo>
                        <a:pt x="50" y="118"/>
                        <a:pt x="50" y="118"/>
                        <a:pt x="50" y="118"/>
                      </a:cubicBezTo>
                      <a:cubicBezTo>
                        <a:pt x="50" y="119"/>
                        <a:pt x="50" y="119"/>
                        <a:pt x="50" y="120"/>
                      </a:cubicBezTo>
                      <a:cubicBezTo>
                        <a:pt x="51" y="123"/>
                        <a:pt x="51" y="123"/>
                        <a:pt x="54" y="125"/>
                      </a:cubicBezTo>
                      <a:cubicBezTo>
                        <a:pt x="56" y="125"/>
                        <a:pt x="56" y="125"/>
                        <a:pt x="56" y="125"/>
                      </a:cubicBezTo>
                      <a:cubicBezTo>
                        <a:pt x="59" y="125"/>
                        <a:pt x="60" y="121"/>
                        <a:pt x="62" y="119"/>
                      </a:cubicBezTo>
                      <a:cubicBezTo>
                        <a:pt x="62" y="118"/>
                        <a:pt x="62" y="118"/>
                        <a:pt x="62" y="118"/>
                      </a:cubicBezTo>
                      <a:cubicBezTo>
                        <a:pt x="62" y="113"/>
                        <a:pt x="62" y="113"/>
                        <a:pt x="62" y="113"/>
                      </a:cubicBezTo>
                      <a:cubicBezTo>
                        <a:pt x="63" y="110"/>
                        <a:pt x="68" y="106"/>
                        <a:pt x="71" y="106"/>
                      </a:cubicBezTo>
                      <a:cubicBezTo>
                        <a:pt x="75" y="106"/>
                        <a:pt x="77" y="109"/>
                        <a:pt x="78" y="111"/>
                      </a:cubicBezTo>
                      <a:cubicBezTo>
                        <a:pt x="78" y="112"/>
                        <a:pt x="78" y="112"/>
                        <a:pt x="78" y="112"/>
                      </a:cubicBezTo>
                      <a:cubicBezTo>
                        <a:pt x="78" y="113"/>
                        <a:pt x="78" y="113"/>
                        <a:pt x="78" y="113"/>
                      </a:cubicBezTo>
                      <a:cubicBezTo>
                        <a:pt x="78" y="115"/>
                        <a:pt x="78" y="115"/>
                        <a:pt x="79" y="116"/>
                      </a:cubicBezTo>
                      <a:cubicBezTo>
                        <a:pt x="78" y="117"/>
                        <a:pt x="78" y="117"/>
                        <a:pt x="78" y="118"/>
                      </a:cubicBezTo>
                      <a:cubicBezTo>
                        <a:pt x="78" y="119"/>
                        <a:pt x="78" y="119"/>
                        <a:pt x="78" y="119"/>
                      </a:cubicBezTo>
                      <a:cubicBezTo>
                        <a:pt x="72" y="130"/>
                        <a:pt x="57" y="140"/>
                        <a:pt x="46" y="147"/>
                      </a:cubicBezTo>
                      <a:cubicBezTo>
                        <a:pt x="44" y="148"/>
                        <a:pt x="40" y="151"/>
                        <a:pt x="37" y="152"/>
                      </a:cubicBezTo>
                      <a:cubicBezTo>
                        <a:pt x="35" y="153"/>
                        <a:pt x="29" y="157"/>
                        <a:pt x="28" y="158"/>
                      </a:cubicBezTo>
                      <a:cubicBezTo>
                        <a:pt x="25" y="161"/>
                        <a:pt x="12" y="165"/>
                        <a:pt x="6" y="165"/>
                      </a:cubicBezTo>
                      <a:cubicBezTo>
                        <a:pt x="4" y="165"/>
                        <a:pt x="2" y="168"/>
                        <a:pt x="1" y="170"/>
                      </a:cubicBezTo>
                      <a:cubicBezTo>
                        <a:pt x="4" y="171"/>
                        <a:pt x="4" y="173"/>
                        <a:pt x="7" y="175"/>
                      </a:cubicBezTo>
                      <a:cubicBezTo>
                        <a:pt x="10" y="176"/>
                        <a:pt x="12" y="176"/>
                        <a:pt x="14" y="178"/>
                      </a:cubicBezTo>
                      <a:cubicBezTo>
                        <a:pt x="18" y="179"/>
                        <a:pt x="18" y="179"/>
                        <a:pt x="18" y="179"/>
                      </a:cubicBezTo>
                      <a:cubicBezTo>
                        <a:pt x="20" y="179"/>
                        <a:pt x="18" y="179"/>
                        <a:pt x="20" y="179"/>
                      </a:cubicBezTo>
                      <a:cubicBezTo>
                        <a:pt x="21" y="179"/>
                        <a:pt x="21" y="179"/>
                        <a:pt x="21" y="179"/>
                      </a:cubicBezTo>
                      <a:cubicBezTo>
                        <a:pt x="22" y="179"/>
                        <a:pt x="22" y="179"/>
                        <a:pt x="22" y="179"/>
                      </a:cubicBezTo>
                      <a:cubicBezTo>
                        <a:pt x="26" y="177"/>
                        <a:pt x="30" y="175"/>
                        <a:pt x="33" y="173"/>
                      </a:cubicBezTo>
                      <a:cubicBezTo>
                        <a:pt x="35" y="171"/>
                        <a:pt x="36" y="170"/>
                        <a:pt x="38" y="169"/>
                      </a:cubicBezTo>
                      <a:cubicBezTo>
                        <a:pt x="39" y="168"/>
                        <a:pt x="43" y="166"/>
                        <a:pt x="43" y="166"/>
                      </a:cubicBezTo>
                      <a:cubicBezTo>
                        <a:pt x="49" y="160"/>
                        <a:pt x="55" y="156"/>
                        <a:pt x="61" y="150"/>
                      </a:cubicBezTo>
                      <a:cubicBezTo>
                        <a:pt x="64" y="148"/>
                        <a:pt x="67" y="145"/>
                        <a:pt x="70" y="143"/>
                      </a:cubicBezTo>
                      <a:cubicBezTo>
                        <a:pt x="73" y="140"/>
                        <a:pt x="76" y="137"/>
                        <a:pt x="79" y="135"/>
                      </a:cubicBezTo>
                      <a:cubicBezTo>
                        <a:pt x="82" y="132"/>
                        <a:pt x="85" y="130"/>
                        <a:pt x="87" y="127"/>
                      </a:cubicBezTo>
                      <a:cubicBezTo>
                        <a:pt x="90" y="124"/>
                        <a:pt x="91" y="119"/>
                        <a:pt x="96" y="119"/>
                      </a:cubicBezTo>
                      <a:cubicBezTo>
                        <a:pt x="98" y="119"/>
                        <a:pt x="100" y="126"/>
                        <a:pt x="100" y="128"/>
                      </a:cubicBezTo>
                      <a:cubicBezTo>
                        <a:pt x="100" y="132"/>
                        <a:pt x="105" y="145"/>
                        <a:pt x="106" y="149"/>
                      </a:cubicBezTo>
                      <a:cubicBezTo>
                        <a:pt x="108" y="155"/>
                        <a:pt x="111" y="165"/>
                        <a:pt x="118" y="165"/>
                      </a:cubicBezTo>
                      <a:cubicBezTo>
                        <a:pt x="119" y="163"/>
                        <a:pt x="125" y="161"/>
                        <a:pt x="125" y="152"/>
                      </a:cubicBezTo>
                      <a:cubicBezTo>
                        <a:pt x="125" y="143"/>
                        <a:pt x="120" y="120"/>
                        <a:pt x="117" y="116"/>
                      </a:cubicBezTo>
                      <a:cubicBezTo>
                        <a:pt x="117" y="118"/>
                        <a:pt x="116" y="118"/>
                        <a:pt x="116" y="120"/>
                      </a:cubicBezTo>
                      <a:cubicBezTo>
                        <a:pt x="116" y="123"/>
                        <a:pt x="115" y="121"/>
                        <a:pt x="115" y="124"/>
                      </a:cubicBezTo>
                      <a:cubicBezTo>
                        <a:pt x="115" y="125"/>
                        <a:pt x="115" y="125"/>
                        <a:pt x="115" y="125"/>
                      </a:cubicBezTo>
                      <a:cubicBezTo>
                        <a:pt x="115" y="126"/>
                        <a:pt x="114" y="129"/>
                        <a:pt x="112" y="129"/>
                      </a:cubicBezTo>
                      <a:cubicBezTo>
                        <a:pt x="109" y="129"/>
                        <a:pt x="109" y="129"/>
                        <a:pt x="109" y="129"/>
                      </a:cubicBezTo>
                      <a:cubicBezTo>
                        <a:pt x="105" y="129"/>
                        <a:pt x="102" y="110"/>
                        <a:pt x="100" y="105"/>
                      </a:cubicBezTo>
                      <a:cubicBezTo>
                        <a:pt x="98" y="101"/>
                        <a:pt x="98" y="97"/>
                        <a:pt x="97" y="92"/>
                      </a:cubicBezTo>
                      <a:cubicBezTo>
                        <a:pt x="96" y="87"/>
                        <a:pt x="94" y="86"/>
                        <a:pt x="94" y="79"/>
                      </a:cubicBezTo>
                      <a:cubicBezTo>
                        <a:pt x="94" y="76"/>
                        <a:pt x="94" y="76"/>
                        <a:pt x="94" y="76"/>
                      </a:cubicBezTo>
                      <a:cubicBezTo>
                        <a:pt x="94" y="65"/>
                        <a:pt x="110" y="67"/>
                        <a:pt x="110" y="61"/>
                      </a:cubicBezTo>
                      <a:cubicBezTo>
                        <a:pt x="110" y="60"/>
                        <a:pt x="110" y="60"/>
                        <a:pt x="110" y="60"/>
                      </a:cubicBezTo>
                      <a:cubicBezTo>
                        <a:pt x="110" y="58"/>
                        <a:pt x="109" y="57"/>
                        <a:pt x="108" y="57"/>
                      </a:cubicBezTo>
                      <a:cubicBezTo>
                        <a:pt x="105" y="57"/>
                        <a:pt x="105" y="57"/>
                        <a:pt x="105" y="57"/>
                      </a:cubicBezTo>
                      <a:cubicBezTo>
                        <a:pt x="104" y="57"/>
                        <a:pt x="104" y="57"/>
                        <a:pt x="104" y="57"/>
                      </a:cubicBezTo>
                      <a:cubicBezTo>
                        <a:pt x="103" y="58"/>
                        <a:pt x="102" y="59"/>
                        <a:pt x="101" y="59"/>
                      </a:cubicBezTo>
                      <a:cubicBezTo>
                        <a:pt x="99" y="60"/>
                        <a:pt x="99" y="59"/>
                        <a:pt x="97" y="60"/>
                      </a:cubicBezTo>
                      <a:cubicBezTo>
                        <a:pt x="95" y="59"/>
                        <a:pt x="91" y="56"/>
                        <a:pt x="91" y="54"/>
                      </a:cubicBezTo>
                      <a:cubicBezTo>
                        <a:pt x="91" y="41"/>
                        <a:pt x="91" y="41"/>
                        <a:pt x="91" y="41"/>
                      </a:cubicBezTo>
                      <a:lnTo>
                        <a:pt x="91" y="29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3" name="íšlïďè"/>
                <p:cNvSpPr/>
                <p:nvPr/>
              </p:nvSpPr>
              <p:spPr bwMode="auto">
                <a:xfrm>
                  <a:off x="5478463" y="3581400"/>
                  <a:ext cx="46038" cy="76200"/>
                </a:xfrm>
                <a:custGeom>
                  <a:avLst/>
                  <a:gdLst>
                    <a:gd name="T0" fmla="*/ 14 w 14"/>
                    <a:gd name="T1" fmla="*/ 15 h 23"/>
                    <a:gd name="T2" fmla="*/ 10 w 14"/>
                    <a:gd name="T3" fmla="*/ 6 h 23"/>
                    <a:gd name="T4" fmla="*/ 3 w 14"/>
                    <a:gd name="T5" fmla="*/ 0 h 23"/>
                    <a:gd name="T6" fmla="*/ 0 w 14"/>
                    <a:gd name="T7" fmla="*/ 3 h 23"/>
                    <a:gd name="T8" fmla="*/ 5 w 14"/>
                    <a:gd name="T9" fmla="*/ 11 h 23"/>
                    <a:gd name="T10" fmla="*/ 5 w 14"/>
                    <a:gd name="T11" fmla="*/ 12 h 23"/>
                    <a:gd name="T12" fmla="*/ 5 w 14"/>
                    <a:gd name="T13" fmla="*/ 14 h 23"/>
                    <a:gd name="T14" fmla="*/ 5 w 14"/>
                    <a:gd name="T15" fmla="*/ 15 h 23"/>
                    <a:gd name="T16" fmla="*/ 2 w 14"/>
                    <a:gd name="T17" fmla="*/ 19 h 23"/>
                    <a:gd name="T18" fmla="*/ 2 w 14"/>
                    <a:gd name="T19" fmla="*/ 22 h 23"/>
                    <a:gd name="T20" fmla="*/ 5 w 14"/>
                    <a:gd name="T21" fmla="*/ 23 h 23"/>
                    <a:gd name="T22" fmla="*/ 6 w 14"/>
                    <a:gd name="T23" fmla="*/ 23 h 23"/>
                    <a:gd name="T24" fmla="*/ 11 w 14"/>
                    <a:gd name="T25" fmla="*/ 20 h 23"/>
                    <a:gd name="T26" fmla="*/ 14 w 14"/>
                    <a:gd name="T27" fmla="*/ 15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4" h="23">
                      <a:moveTo>
                        <a:pt x="14" y="15"/>
                      </a:moveTo>
                      <a:cubicBezTo>
                        <a:pt x="14" y="11"/>
                        <a:pt x="12" y="9"/>
                        <a:pt x="10" y="6"/>
                      </a:cubicBezTo>
                      <a:cubicBezTo>
                        <a:pt x="8" y="5"/>
                        <a:pt x="3" y="1"/>
                        <a:pt x="3" y="0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5" y="12"/>
                        <a:pt x="5" y="12"/>
                        <a:pt x="5" y="12"/>
                      </a:cubicBez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5" y="15"/>
                        <a:pt x="5" y="15"/>
                        <a:pt x="5" y="15"/>
                      </a:cubicBezTo>
                      <a:cubicBezTo>
                        <a:pt x="2" y="19"/>
                        <a:pt x="2" y="19"/>
                        <a:pt x="2" y="19"/>
                      </a:cubicBezTo>
                      <a:cubicBezTo>
                        <a:pt x="2" y="22"/>
                        <a:pt x="2" y="22"/>
                        <a:pt x="2" y="22"/>
                      </a:cubicBezTo>
                      <a:cubicBezTo>
                        <a:pt x="5" y="23"/>
                        <a:pt x="5" y="23"/>
                        <a:pt x="5" y="23"/>
                      </a:cubicBezTo>
                      <a:cubicBezTo>
                        <a:pt x="6" y="23"/>
                        <a:pt x="6" y="23"/>
                        <a:pt x="6" y="23"/>
                      </a:cubicBezTo>
                      <a:cubicBezTo>
                        <a:pt x="7" y="23"/>
                        <a:pt x="11" y="21"/>
                        <a:pt x="11" y="20"/>
                      </a:cubicBezTo>
                      <a:cubicBezTo>
                        <a:pt x="13" y="19"/>
                        <a:pt x="13" y="17"/>
                        <a:pt x="14" y="1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4" name="işḷîḑe"/>
                <p:cNvSpPr/>
                <p:nvPr/>
              </p:nvSpPr>
              <p:spPr bwMode="auto">
                <a:xfrm>
                  <a:off x="6310313" y="3136900"/>
                  <a:ext cx="406400" cy="554038"/>
                </a:xfrm>
                <a:custGeom>
                  <a:avLst/>
                  <a:gdLst>
                    <a:gd name="T0" fmla="*/ 101 w 123"/>
                    <a:gd name="T1" fmla="*/ 9 h 166"/>
                    <a:gd name="T2" fmla="*/ 96 w 123"/>
                    <a:gd name="T3" fmla="*/ 0 h 166"/>
                    <a:gd name="T4" fmla="*/ 76 w 123"/>
                    <a:gd name="T5" fmla="*/ 23 h 166"/>
                    <a:gd name="T6" fmla="*/ 66 w 123"/>
                    <a:gd name="T7" fmla="*/ 20 h 166"/>
                    <a:gd name="T8" fmla="*/ 69 w 123"/>
                    <a:gd name="T9" fmla="*/ 29 h 166"/>
                    <a:gd name="T10" fmla="*/ 64 w 123"/>
                    <a:gd name="T11" fmla="*/ 38 h 166"/>
                    <a:gd name="T12" fmla="*/ 71 w 123"/>
                    <a:gd name="T13" fmla="*/ 37 h 166"/>
                    <a:gd name="T14" fmla="*/ 78 w 123"/>
                    <a:gd name="T15" fmla="*/ 38 h 166"/>
                    <a:gd name="T16" fmla="*/ 104 w 123"/>
                    <a:gd name="T17" fmla="*/ 37 h 166"/>
                    <a:gd name="T18" fmla="*/ 97 w 123"/>
                    <a:gd name="T19" fmla="*/ 43 h 166"/>
                    <a:gd name="T20" fmla="*/ 85 w 123"/>
                    <a:gd name="T21" fmla="*/ 56 h 166"/>
                    <a:gd name="T22" fmla="*/ 78 w 123"/>
                    <a:gd name="T23" fmla="*/ 67 h 166"/>
                    <a:gd name="T24" fmla="*/ 72 w 123"/>
                    <a:gd name="T25" fmla="*/ 62 h 166"/>
                    <a:gd name="T26" fmla="*/ 72 w 123"/>
                    <a:gd name="T27" fmla="*/ 48 h 166"/>
                    <a:gd name="T28" fmla="*/ 63 w 123"/>
                    <a:gd name="T29" fmla="*/ 57 h 166"/>
                    <a:gd name="T30" fmla="*/ 56 w 123"/>
                    <a:gd name="T31" fmla="*/ 57 h 166"/>
                    <a:gd name="T32" fmla="*/ 61 w 123"/>
                    <a:gd name="T33" fmla="*/ 66 h 166"/>
                    <a:gd name="T34" fmla="*/ 59 w 123"/>
                    <a:gd name="T35" fmla="*/ 70 h 166"/>
                    <a:gd name="T36" fmla="*/ 68 w 123"/>
                    <a:gd name="T37" fmla="*/ 74 h 166"/>
                    <a:gd name="T38" fmla="*/ 68 w 123"/>
                    <a:gd name="T39" fmla="*/ 78 h 166"/>
                    <a:gd name="T40" fmla="*/ 40 w 123"/>
                    <a:gd name="T41" fmla="*/ 92 h 166"/>
                    <a:gd name="T42" fmla="*/ 24 w 123"/>
                    <a:gd name="T43" fmla="*/ 99 h 166"/>
                    <a:gd name="T44" fmla="*/ 3 w 123"/>
                    <a:gd name="T45" fmla="*/ 105 h 166"/>
                    <a:gd name="T46" fmla="*/ 2 w 123"/>
                    <a:gd name="T47" fmla="*/ 112 h 166"/>
                    <a:gd name="T48" fmla="*/ 14 w 123"/>
                    <a:gd name="T49" fmla="*/ 120 h 166"/>
                    <a:gd name="T50" fmla="*/ 32 w 123"/>
                    <a:gd name="T51" fmla="*/ 108 h 166"/>
                    <a:gd name="T52" fmla="*/ 55 w 123"/>
                    <a:gd name="T53" fmla="*/ 93 h 166"/>
                    <a:gd name="T54" fmla="*/ 63 w 123"/>
                    <a:gd name="T55" fmla="*/ 89 h 166"/>
                    <a:gd name="T56" fmla="*/ 82 w 123"/>
                    <a:gd name="T57" fmla="*/ 83 h 166"/>
                    <a:gd name="T58" fmla="*/ 82 w 123"/>
                    <a:gd name="T59" fmla="*/ 86 h 166"/>
                    <a:gd name="T60" fmla="*/ 74 w 123"/>
                    <a:gd name="T61" fmla="*/ 97 h 166"/>
                    <a:gd name="T62" fmla="*/ 61 w 123"/>
                    <a:gd name="T63" fmla="*/ 107 h 166"/>
                    <a:gd name="T64" fmla="*/ 64 w 123"/>
                    <a:gd name="T65" fmla="*/ 118 h 166"/>
                    <a:gd name="T66" fmla="*/ 55 w 123"/>
                    <a:gd name="T67" fmla="*/ 126 h 166"/>
                    <a:gd name="T68" fmla="*/ 40 w 123"/>
                    <a:gd name="T69" fmla="*/ 129 h 166"/>
                    <a:gd name="T70" fmla="*/ 30 w 123"/>
                    <a:gd name="T71" fmla="*/ 130 h 166"/>
                    <a:gd name="T72" fmla="*/ 35 w 123"/>
                    <a:gd name="T73" fmla="*/ 141 h 166"/>
                    <a:gd name="T74" fmla="*/ 38 w 123"/>
                    <a:gd name="T75" fmla="*/ 141 h 166"/>
                    <a:gd name="T76" fmla="*/ 56 w 123"/>
                    <a:gd name="T77" fmla="*/ 133 h 166"/>
                    <a:gd name="T78" fmla="*/ 63 w 123"/>
                    <a:gd name="T79" fmla="*/ 141 h 166"/>
                    <a:gd name="T80" fmla="*/ 56 w 123"/>
                    <a:gd name="T81" fmla="*/ 154 h 166"/>
                    <a:gd name="T82" fmla="*/ 53 w 123"/>
                    <a:gd name="T83" fmla="*/ 154 h 166"/>
                    <a:gd name="T84" fmla="*/ 49 w 123"/>
                    <a:gd name="T85" fmla="*/ 154 h 166"/>
                    <a:gd name="T86" fmla="*/ 46 w 123"/>
                    <a:gd name="T87" fmla="*/ 156 h 166"/>
                    <a:gd name="T88" fmla="*/ 56 w 123"/>
                    <a:gd name="T89" fmla="*/ 166 h 166"/>
                    <a:gd name="T90" fmla="*/ 71 w 123"/>
                    <a:gd name="T91" fmla="*/ 160 h 166"/>
                    <a:gd name="T92" fmla="*/ 75 w 123"/>
                    <a:gd name="T93" fmla="*/ 146 h 166"/>
                    <a:gd name="T94" fmla="*/ 80 w 123"/>
                    <a:gd name="T95" fmla="*/ 124 h 166"/>
                    <a:gd name="T96" fmla="*/ 94 w 123"/>
                    <a:gd name="T97" fmla="*/ 120 h 166"/>
                    <a:gd name="T98" fmla="*/ 81 w 123"/>
                    <a:gd name="T99" fmla="*/ 117 h 166"/>
                    <a:gd name="T100" fmla="*/ 72 w 123"/>
                    <a:gd name="T101" fmla="*/ 107 h 166"/>
                    <a:gd name="T102" fmla="*/ 78 w 123"/>
                    <a:gd name="T103" fmla="*/ 96 h 166"/>
                    <a:gd name="T104" fmla="*/ 92 w 123"/>
                    <a:gd name="T105" fmla="*/ 89 h 166"/>
                    <a:gd name="T106" fmla="*/ 102 w 123"/>
                    <a:gd name="T107" fmla="*/ 78 h 166"/>
                    <a:gd name="T108" fmla="*/ 95 w 123"/>
                    <a:gd name="T109" fmla="*/ 61 h 166"/>
                    <a:gd name="T110" fmla="*/ 109 w 123"/>
                    <a:gd name="T111" fmla="*/ 48 h 166"/>
                    <a:gd name="T112" fmla="*/ 116 w 123"/>
                    <a:gd name="T113" fmla="*/ 42 h 166"/>
                    <a:gd name="T114" fmla="*/ 121 w 123"/>
                    <a:gd name="T115" fmla="*/ 32 h 166"/>
                    <a:gd name="T116" fmla="*/ 116 w 123"/>
                    <a:gd name="T117" fmla="*/ 17 h 166"/>
                    <a:gd name="T118" fmla="*/ 104 w 123"/>
                    <a:gd name="T119" fmla="*/ 20 h 166"/>
                    <a:gd name="T120" fmla="*/ 93 w 123"/>
                    <a:gd name="T121" fmla="*/ 21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123" h="166">
                      <a:moveTo>
                        <a:pt x="93" y="21"/>
                      </a:moveTo>
                      <a:cubicBezTo>
                        <a:pt x="94" y="14"/>
                        <a:pt x="98" y="14"/>
                        <a:pt x="101" y="9"/>
                      </a:cubicBezTo>
                      <a:cubicBezTo>
                        <a:pt x="101" y="8"/>
                        <a:pt x="101" y="8"/>
                        <a:pt x="101" y="8"/>
                      </a:cubicBezTo>
                      <a:cubicBezTo>
                        <a:pt x="101" y="5"/>
                        <a:pt x="97" y="1"/>
                        <a:pt x="96" y="0"/>
                      </a:cubicBezTo>
                      <a:cubicBezTo>
                        <a:pt x="89" y="3"/>
                        <a:pt x="91" y="6"/>
                        <a:pt x="88" y="13"/>
                      </a:cubicBezTo>
                      <a:cubicBezTo>
                        <a:pt x="85" y="17"/>
                        <a:pt x="82" y="23"/>
                        <a:pt x="76" y="23"/>
                      </a:cubicBezTo>
                      <a:cubicBezTo>
                        <a:pt x="75" y="23"/>
                        <a:pt x="70" y="18"/>
                        <a:pt x="67" y="17"/>
                      </a:cubicBezTo>
                      <a:cubicBezTo>
                        <a:pt x="66" y="20"/>
                        <a:pt x="66" y="20"/>
                        <a:pt x="66" y="20"/>
                      </a:cubicBezTo>
                      <a:cubicBezTo>
                        <a:pt x="67" y="23"/>
                        <a:pt x="69" y="24"/>
                        <a:pt x="69" y="28"/>
                      </a:cubicBezTo>
                      <a:cubicBezTo>
                        <a:pt x="69" y="29"/>
                        <a:pt x="69" y="29"/>
                        <a:pt x="69" y="29"/>
                      </a:cubicBezTo>
                      <a:cubicBezTo>
                        <a:pt x="69" y="29"/>
                        <a:pt x="63" y="36"/>
                        <a:pt x="62" y="37"/>
                      </a:cubicBezTo>
                      <a:cubicBezTo>
                        <a:pt x="63" y="38"/>
                        <a:pt x="61" y="38"/>
                        <a:pt x="64" y="38"/>
                      </a:cubicBezTo>
                      <a:cubicBezTo>
                        <a:pt x="64" y="38"/>
                        <a:pt x="64" y="38"/>
                        <a:pt x="64" y="38"/>
                      </a:cubicBezTo>
                      <a:cubicBezTo>
                        <a:pt x="71" y="37"/>
                        <a:pt x="71" y="37"/>
                        <a:pt x="71" y="37"/>
                      </a:cubicBezTo>
                      <a:cubicBezTo>
                        <a:pt x="74" y="37"/>
                        <a:pt x="74" y="38"/>
                        <a:pt x="78" y="38"/>
                      </a:cubicBezTo>
                      <a:cubicBezTo>
                        <a:pt x="78" y="38"/>
                        <a:pt x="78" y="38"/>
                        <a:pt x="78" y="38"/>
                      </a:cubicBezTo>
                      <a:cubicBezTo>
                        <a:pt x="79" y="38"/>
                        <a:pt x="84" y="33"/>
                        <a:pt x="91" y="32"/>
                      </a:cubicBezTo>
                      <a:cubicBezTo>
                        <a:pt x="96" y="31"/>
                        <a:pt x="104" y="30"/>
                        <a:pt x="104" y="37"/>
                      </a:cubicBezTo>
                      <a:cubicBezTo>
                        <a:pt x="104" y="39"/>
                        <a:pt x="102" y="41"/>
                        <a:pt x="101" y="43"/>
                      </a:cubicBezTo>
                      <a:cubicBezTo>
                        <a:pt x="98" y="43"/>
                        <a:pt x="99" y="43"/>
                        <a:pt x="97" y="43"/>
                      </a:cubicBezTo>
                      <a:cubicBezTo>
                        <a:pt x="96" y="43"/>
                        <a:pt x="93" y="42"/>
                        <a:pt x="92" y="41"/>
                      </a:cubicBezTo>
                      <a:cubicBezTo>
                        <a:pt x="85" y="46"/>
                        <a:pt x="88" y="49"/>
                        <a:pt x="85" y="56"/>
                      </a:cubicBezTo>
                      <a:cubicBezTo>
                        <a:pt x="84" y="57"/>
                        <a:pt x="81" y="64"/>
                        <a:pt x="81" y="64"/>
                      </a:cubicBezTo>
                      <a:cubicBezTo>
                        <a:pt x="80" y="66"/>
                        <a:pt x="80" y="64"/>
                        <a:pt x="78" y="67"/>
                      </a:cubicBezTo>
                      <a:cubicBezTo>
                        <a:pt x="77" y="70"/>
                        <a:pt x="78" y="68"/>
                        <a:pt x="76" y="70"/>
                      </a:cubicBezTo>
                      <a:cubicBezTo>
                        <a:pt x="74" y="67"/>
                        <a:pt x="72" y="66"/>
                        <a:pt x="72" y="62"/>
                      </a:cubicBezTo>
                      <a:cubicBezTo>
                        <a:pt x="72" y="61"/>
                        <a:pt x="75" y="55"/>
                        <a:pt x="76" y="54"/>
                      </a:cubicBezTo>
                      <a:cubicBezTo>
                        <a:pt x="75" y="51"/>
                        <a:pt x="75" y="48"/>
                        <a:pt x="72" y="48"/>
                      </a:cubicBezTo>
                      <a:cubicBezTo>
                        <a:pt x="71" y="48"/>
                        <a:pt x="70" y="49"/>
                        <a:pt x="70" y="49"/>
                      </a:cubicBezTo>
                      <a:cubicBezTo>
                        <a:pt x="70" y="55"/>
                        <a:pt x="67" y="55"/>
                        <a:pt x="63" y="57"/>
                      </a:cubicBezTo>
                      <a:cubicBezTo>
                        <a:pt x="62" y="56"/>
                        <a:pt x="60" y="55"/>
                        <a:pt x="59" y="55"/>
                      </a:cubicBezTo>
                      <a:cubicBezTo>
                        <a:pt x="58" y="55"/>
                        <a:pt x="56" y="57"/>
                        <a:pt x="56" y="57"/>
                      </a:cubicBezTo>
                      <a:cubicBezTo>
                        <a:pt x="58" y="60"/>
                        <a:pt x="59" y="60"/>
                        <a:pt x="61" y="64"/>
                      </a:cubicBezTo>
                      <a:cubicBezTo>
                        <a:pt x="61" y="66"/>
                        <a:pt x="61" y="66"/>
                        <a:pt x="61" y="66"/>
                      </a:cubicBezTo>
                      <a:cubicBezTo>
                        <a:pt x="61" y="67"/>
                        <a:pt x="61" y="67"/>
                        <a:pt x="61" y="67"/>
                      </a:cubicBezTo>
                      <a:cubicBezTo>
                        <a:pt x="59" y="70"/>
                        <a:pt x="59" y="70"/>
                        <a:pt x="59" y="70"/>
                      </a:cubicBezTo>
                      <a:cubicBezTo>
                        <a:pt x="60" y="71"/>
                        <a:pt x="58" y="71"/>
                        <a:pt x="61" y="71"/>
                      </a:cubicBezTo>
                      <a:cubicBezTo>
                        <a:pt x="64" y="71"/>
                        <a:pt x="66" y="72"/>
                        <a:pt x="68" y="74"/>
                      </a:cubicBezTo>
                      <a:cubicBezTo>
                        <a:pt x="68" y="75"/>
                        <a:pt x="68" y="75"/>
                        <a:pt x="68" y="75"/>
                      </a:cubicBezTo>
                      <a:cubicBezTo>
                        <a:pt x="68" y="78"/>
                        <a:pt x="68" y="78"/>
                        <a:pt x="68" y="78"/>
                      </a:cubicBezTo>
                      <a:cubicBezTo>
                        <a:pt x="68" y="82"/>
                        <a:pt x="58" y="85"/>
                        <a:pt x="55" y="86"/>
                      </a:cubicBezTo>
                      <a:cubicBezTo>
                        <a:pt x="50" y="88"/>
                        <a:pt x="44" y="91"/>
                        <a:pt x="40" y="92"/>
                      </a:cubicBezTo>
                      <a:cubicBezTo>
                        <a:pt x="36" y="94"/>
                        <a:pt x="35" y="94"/>
                        <a:pt x="32" y="96"/>
                      </a:cubicBezTo>
                      <a:cubicBezTo>
                        <a:pt x="29" y="97"/>
                        <a:pt x="27" y="97"/>
                        <a:pt x="24" y="99"/>
                      </a:cubicBezTo>
                      <a:cubicBezTo>
                        <a:pt x="20" y="101"/>
                        <a:pt x="13" y="104"/>
                        <a:pt x="9" y="104"/>
                      </a:cubicBezTo>
                      <a:cubicBezTo>
                        <a:pt x="3" y="105"/>
                        <a:pt x="3" y="105"/>
                        <a:pt x="3" y="105"/>
                      </a:cubicBezTo>
                      <a:cubicBezTo>
                        <a:pt x="1" y="105"/>
                        <a:pt x="1" y="106"/>
                        <a:pt x="0" y="107"/>
                      </a:cubicBezTo>
                      <a:cubicBezTo>
                        <a:pt x="0" y="108"/>
                        <a:pt x="0" y="111"/>
                        <a:pt x="2" y="112"/>
                      </a:cubicBezTo>
                      <a:cubicBezTo>
                        <a:pt x="4" y="114"/>
                        <a:pt x="3" y="114"/>
                        <a:pt x="5" y="115"/>
                      </a:cubicBezTo>
                      <a:cubicBezTo>
                        <a:pt x="6" y="116"/>
                        <a:pt x="12" y="119"/>
                        <a:pt x="14" y="120"/>
                      </a:cubicBezTo>
                      <a:cubicBezTo>
                        <a:pt x="15" y="119"/>
                        <a:pt x="15" y="119"/>
                        <a:pt x="17" y="119"/>
                      </a:cubicBezTo>
                      <a:cubicBezTo>
                        <a:pt x="20" y="119"/>
                        <a:pt x="30" y="110"/>
                        <a:pt x="32" y="108"/>
                      </a:cubicBezTo>
                      <a:cubicBezTo>
                        <a:pt x="36" y="104"/>
                        <a:pt x="42" y="101"/>
                        <a:pt x="47" y="98"/>
                      </a:cubicBezTo>
                      <a:cubicBezTo>
                        <a:pt x="50" y="96"/>
                        <a:pt x="52" y="95"/>
                        <a:pt x="55" y="93"/>
                      </a:cubicBezTo>
                      <a:cubicBezTo>
                        <a:pt x="57" y="92"/>
                        <a:pt x="58" y="92"/>
                        <a:pt x="59" y="91"/>
                      </a:cubicBezTo>
                      <a:cubicBezTo>
                        <a:pt x="61" y="90"/>
                        <a:pt x="61" y="90"/>
                        <a:pt x="63" y="89"/>
                      </a:cubicBezTo>
                      <a:cubicBezTo>
                        <a:pt x="68" y="87"/>
                        <a:pt x="74" y="80"/>
                        <a:pt x="79" y="80"/>
                      </a:cubicBezTo>
                      <a:cubicBezTo>
                        <a:pt x="81" y="80"/>
                        <a:pt x="82" y="82"/>
                        <a:pt x="82" y="83"/>
                      </a:cubicBezTo>
                      <a:cubicBezTo>
                        <a:pt x="82" y="85"/>
                        <a:pt x="82" y="85"/>
                        <a:pt x="82" y="85"/>
                      </a:cubicBezTo>
                      <a:cubicBezTo>
                        <a:pt x="82" y="86"/>
                        <a:pt x="82" y="86"/>
                        <a:pt x="82" y="86"/>
                      </a:cubicBezTo>
                      <a:cubicBezTo>
                        <a:pt x="80" y="90"/>
                        <a:pt x="79" y="89"/>
                        <a:pt x="78" y="93"/>
                      </a:cubicBezTo>
                      <a:cubicBezTo>
                        <a:pt x="75" y="94"/>
                        <a:pt x="75" y="94"/>
                        <a:pt x="74" y="97"/>
                      </a:cubicBezTo>
                      <a:cubicBezTo>
                        <a:pt x="69" y="98"/>
                        <a:pt x="71" y="99"/>
                        <a:pt x="67" y="101"/>
                      </a:cubicBezTo>
                      <a:cubicBezTo>
                        <a:pt x="63" y="103"/>
                        <a:pt x="63" y="103"/>
                        <a:pt x="61" y="107"/>
                      </a:cubicBezTo>
                      <a:cubicBezTo>
                        <a:pt x="61" y="110"/>
                        <a:pt x="64" y="114"/>
                        <a:pt x="64" y="117"/>
                      </a:cubicBezTo>
                      <a:cubicBezTo>
                        <a:pt x="64" y="118"/>
                        <a:pt x="64" y="118"/>
                        <a:pt x="64" y="118"/>
                      </a:cubicBezTo>
                      <a:cubicBezTo>
                        <a:pt x="64" y="119"/>
                        <a:pt x="64" y="119"/>
                        <a:pt x="64" y="119"/>
                      </a:cubicBezTo>
                      <a:cubicBezTo>
                        <a:pt x="61" y="123"/>
                        <a:pt x="60" y="125"/>
                        <a:pt x="55" y="126"/>
                      </a:cubicBezTo>
                      <a:cubicBezTo>
                        <a:pt x="51" y="127"/>
                        <a:pt x="43" y="129"/>
                        <a:pt x="41" y="129"/>
                      </a:cubicBezTo>
                      <a:cubicBezTo>
                        <a:pt x="40" y="129"/>
                        <a:pt x="40" y="129"/>
                        <a:pt x="40" y="129"/>
                      </a:cubicBezTo>
                      <a:cubicBezTo>
                        <a:pt x="32" y="130"/>
                        <a:pt x="32" y="130"/>
                        <a:pt x="32" y="130"/>
                      </a:cubicBezTo>
                      <a:cubicBezTo>
                        <a:pt x="30" y="130"/>
                        <a:pt x="30" y="130"/>
                        <a:pt x="30" y="130"/>
                      </a:cubicBezTo>
                      <a:cubicBezTo>
                        <a:pt x="27" y="132"/>
                        <a:pt x="27" y="132"/>
                        <a:pt x="27" y="132"/>
                      </a:cubicBezTo>
                      <a:cubicBezTo>
                        <a:pt x="30" y="136"/>
                        <a:pt x="30" y="138"/>
                        <a:pt x="35" y="141"/>
                      </a:cubicBezTo>
                      <a:cubicBezTo>
                        <a:pt x="36" y="141"/>
                        <a:pt x="36" y="141"/>
                        <a:pt x="36" y="141"/>
                      </a:cubicBezTo>
                      <a:cubicBezTo>
                        <a:pt x="38" y="141"/>
                        <a:pt x="38" y="141"/>
                        <a:pt x="38" y="141"/>
                      </a:cubicBezTo>
                      <a:cubicBezTo>
                        <a:pt x="39" y="141"/>
                        <a:pt x="39" y="141"/>
                        <a:pt x="39" y="141"/>
                      </a:cubicBezTo>
                      <a:cubicBezTo>
                        <a:pt x="43" y="138"/>
                        <a:pt x="51" y="133"/>
                        <a:pt x="56" y="133"/>
                      </a:cubicBezTo>
                      <a:cubicBezTo>
                        <a:pt x="58" y="133"/>
                        <a:pt x="58" y="133"/>
                        <a:pt x="58" y="133"/>
                      </a:cubicBezTo>
                      <a:cubicBezTo>
                        <a:pt x="62" y="133"/>
                        <a:pt x="63" y="137"/>
                        <a:pt x="63" y="141"/>
                      </a:cubicBezTo>
                      <a:cubicBezTo>
                        <a:pt x="63" y="143"/>
                        <a:pt x="63" y="143"/>
                        <a:pt x="63" y="143"/>
                      </a:cubicBezTo>
                      <a:cubicBezTo>
                        <a:pt x="63" y="150"/>
                        <a:pt x="60" y="152"/>
                        <a:pt x="56" y="154"/>
                      </a:cubicBezTo>
                      <a:cubicBezTo>
                        <a:pt x="55" y="154"/>
                        <a:pt x="55" y="154"/>
                        <a:pt x="55" y="154"/>
                      </a:cubicBezTo>
                      <a:cubicBezTo>
                        <a:pt x="53" y="154"/>
                        <a:pt x="53" y="154"/>
                        <a:pt x="53" y="154"/>
                      </a:cubicBezTo>
                      <a:cubicBezTo>
                        <a:pt x="52" y="154"/>
                        <a:pt x="52" y="154"/>
                        <a:pt x="51" y="153"/>
                      </a:cubicBezTo>
                      <a:cubicBezTo>
                        <a:pt x="50" y="154"/>
                        <a:pt x="50" y="154"/>
                        <a:pt x="49" y="154"/>
                      </a:cubicBezTo>
                      <a:cubicBezTo>
                        <a:pt x="47" y="154"/>
                        <a:pt x="47" y="154"/>
                        <a:pt x="47" y="154"/>
                      </a:cubicBezTo>
                      <a:cubicBezTo>
                        <a:pt x="47" y="155"/>
                        <a:pt x="46" y="155"/>
                        <a:pt x="46" y="156"/>
                      </a:cubicBezTo>
                      <a:cubicBezTo>
                        <a:pt x="46" y="158"/>
                        <a:pt x="53" y="165"/>
                        <a:pt x="55" y="166"/>
                      </a:cubicBezTo>
                      <a:cubicBezTo>
                        <a:pt x="56" y="166"/>
                        <a:pt x="56" y="166"/>
                        <a:pt x="56" y="166"/>
                      </a:cubicBezTo>
                      <a:cubicBezTo>
                        <a:pt x="61" y="166"/>
                        <a:pt x="61" y="166"/>
                        <a:pt x="61" y="166"/>
                      </a:cubicBezTo>
                      <a:cubicBezTo>
                        <a:pt x="66" y="166"/>
                        <a:pt x="69" y="163"/>
                        <a:pt x="71" y="160"/>
                      </a:cubicBezTo>
                      <a:cubicBezTo>
                        <a:pt x="74" y="155"/>
                        <a:pt x="74" y="151"/>
                        <a:pt x="76" y="148"/>
                      </a:cubicBezTo>
                      <a:cubicBezTo>
                        <a:pt x="75" y="146"/>
                        <a:pt x="75" y="148"/>
                        <a:pt x="75" y="146"/>
                      </a:cubicBezTo>
                      <a:cubicBezTo>
                        <a:pt x="75" y="138"/>
                        <a:pt x="75" y="138"/>
                        <a:pt x="75" y="138"/>
                      </a:cubicBezTo>
                      <a:cubicBezTo>
                        <a:pt x="75" y="130"/>
                        <a:pt x="74" y="128"/>
                        <a:pt x="80" y="124"/>
                      </a:cubicBezTo>
                      <a:cubicBezTo>
                        <a:pt x="81" y="124"/>
                        <a:pt x="81" y="124"/>
                        <a:pt x="81" y="124"/>
                      </a:cubicBezTo>
                      <a:cubicBezTo>
                        <a:pt x="90" y="124"/>
                        <a:pt x="90" y="127"/>
                        <a:pt x="94" y="120"/>
                      </a:cubicBezTo>
                      <a:cubicBezTo>
                        <a:pt x="92" y="117"/>
                        <a:pt x="91" y="116"/>
                        <a:pt x="88" y="115"/>
                      </a:cubicBezTo>
                      <a:cubicBezTo>
                        <a:pt x="86" y="116"/>
                        <a:pt x="84" y="117"/>
                        <a:pt x="81" y="117"/>
                      </a:cubicBezTo>
                      <a:cubicBezTo>
                        <a:pt x="79" y="117"/>
                        <a:pt x="79" y="117"/>
                        <a:pt x="79" y="117"/>
                      </a:cubicBezTo>
                      <a:cubicBezTo>
                        <a:pt x="77" y="116"/>
                        <a:pt x="72" y="109"/>
                        <a:pt x="72" y="107"/>
                      </a:cubicBezTo>
                      <a:cubicBezTo>
                        <a:pt x="72" y="105"/>
                        <a:pt x="72" y="105"/>
                        <a:pt x="72" y="105"/>
                      </a:cubicBezTo>
                      <a:cubicBezTo>
                        <a:pt x="72" y="99"/>
                        <a:pt x="75" y="100"/>
                        <a:pt x="78" y="96"/>
                      </a:cubicBezTo>
                      <a:cubicBezTo>
                        <a:pt x="80" y="96"/>
                        <a:pt x="80" y="96"/>
                        <a:pt x="80" y="96"/>
                      </a:cubicBezTo>
                      <a:cubicBezTo>
                        <a:pt x="82" y="93"/>
                        <a:pt x="89" y="90"/>
                        <a:pt x="92" y="89"/>
                      </a:cubicBezTo>
                      <a:cubicBezTo>
                        <a:pt x="95" y="87"/>
                        <a:pt x="101" y="83"/>
                        <a:pt x="101" y="80"/>
                      </a:cubicBezTo>
                      <a:cubicBezTo>
                        <a:pt x="101" y="77"/>
                        <a:pt x="101" y="79"/>
                        <a:pt x="102" y="78"/>
                      </a:cubicBezTo>
                      <a:cubicBezTo>
                        <a:pt x="101" y="77"/>
                        <a:pt x="101" y="79"/>
                        <a:pt x="101" y="77"/>
                      </a:cubicBezTo>
                      <a:cubicBezTo>
                        <a:pt x="101" y="73"/>
                        <a:pt x="96" y="64"/>
                        <a:pt x="95" y="61"/>
                      </a:cubicBezTo>
                      <a:cubicBezTo>
                        <a:pt x="95" y="61"/>
                        <a:pt x="101" y="55"/>
                        <a:pt x="102" y="55"/>
                      </a:cubicBezTo>
                      <a:cubicBezTo>
                        <a:pt x="104" y="52"/>
                        <a:pt x="106" y="51"/>
                        <a:pt x="109" y="48"/>
                      </a:cubicBezTo>
                      <a:cubicBezTo>
                        <a:pt x="110" y="47"/>
                        <a:pt x="112" y="46"/>
                        <a:pt x="113" y="45"/>
                      </a:cubicBezTo>
                      <a:cubicBezTo>
                        <a:pt x="114" y="44"/>
                        <a:pt x="115" y="43"/>
                        <a:pt x="116" y="42"/>
                      </a:cubicBezTo>
                      <a:cubicBezTo>
                        <a:pt x="118" y="39"/>
                        <a:pt x="118" y="35"/>
                        <a:pt x="121" y="34"/>
                      </a:cubicBezTo>
                      <a:cubicBezTo>
                        <a:pt x="121" y="32"/>
                        <a:pt x="121" y="32"/>
                        <a:pt x="121" y="32"/>
                      </a:cubicBezTo>
                      <a:cubicBezTo>
                        <a:pt x="121" y="27"/>
                        <a:pt x="123" y="30"/>
                        <a:pt x="120" y="24"/>
                      </a:cubicBezTo>
                      <a:cubicBezTo>
                        <a:pt x="118" y="20"/>
                        <a:pt x="118" y="20"/>
                        <a:pt x="116" y="17"/>
                      </a:cubicBezTo>
                      <a:cubicBezTo>
                        <a:pt x="113" y="17"/>
                        <a:pt x="113" y="17"/>
                        <a:pt x="113" y="17"/>
                      </a:cubicBezTo>
                      <a:cubicBezTo>
                        <a:pt x="111" y="17"/>
                        <a:pt x="105" y="19"/>
                        <a:pt x="104" y="20"/>
                      </a:cubicBezTo>
                      <a:cubicBezTo>
                        <a:pt x="101" y="23"/>
                        <a:pt x="102" y="23"/>
                        <a:pt x="96" y="24"/>
                      </a:cubicBezTo>
                      <a:lnTo>
                        <a:pt x="93" y="2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5" name="íṥḻiďê"/>
                <p:cNvSpPr/>
                <p:nvPr/>
              </p:nvSpPr>
              <p:spPr bwMode="auto">
                <a:xfrm>
                  <a:off x="5159376" y="3357563"/>
                  <a:ext cx="117475" cy="366713"/>
                </a:xfrm>
                <a:custGeom>
                  <a:avLst/>
                  <a:gdLst>
                    <a:gd name="T0" fmla="*/ 23 w 36"/>
                    <a:gd name="T1" fmla="*/ 14 h 110"/>
                    <a:gd name="T2" fmla="*/ 23 w 36"/>
                    <a:gd name="T3" fmla="*/ 12 h 110"/>
                    <a:gd name="T4" fmla="*/ 18 w 36"/>
                    <a:gd name="T5" fmla="*/ 6 h 110"/>
                    <a:gd name="T6" fmla="*/ 13 w 36"/>
                    <a:gd name="T7" fmla="*/ 0 h 110"/>
                    <a:gd name="T8" fmla="*/ 11 w 36"/>
                    <a:gd name="T9" fmla="*/ 4 h 110"/>
                    <a:gd name="T10" fmla="*/ 13 w 36"/>
                    <a:gd name="T11" fmla="*/ 16 h 110"/>
                    <a:gd name="T12" fmla="*/ 12 w 36"/>
                    <a:gd name="T13" fmla="*/ 34 h 110"/>
                    <a:gd name="T14" fmla="*/ 7 w 36"/>
                    <a:gd name="T15" fmla="*/ 65 h 110"/>
                    <a:gd name="T16" fmla="*/ 3 w 36"/>
                    <a:gd name="T17" fmla="*/ 80 h 110"/>
                    <a:gd name="T18" fmla="*/ 0 w 36"/>
                    <a:gd name="T19" fmla="*/ 95 h 110"/>
                    <a:gd name="T20" fmla="*/ 0 w 36"/>
                    <a:gd name="T21" fmla="*/ 98 h 110"/>
                    <a:gd name="T22" fmla="*/ 0 w 36"/>
                    <a:gd name="T23" fmla="*/ 100 h 110"/>
                    <a:gd name="T24" fmla="*/ 4 w 36"/>
                    <a:gd name="T25" fmla="*/ 105 h 110"/>
                    <a:gd name="T26" fmla="*/ 9 w 36"/>
                    <a:gd name="T27" fmla="*/ 110 h 110"/>
                    <a:gd name="T28" fmla="*/ 15 w 36"/>
                    <a:gd name="T29" fmla="*/ 104 h 110"/>
                    <a:gd name="T30" fmla="*/ 18 w 36"/>
                    <a:gd name="T31" fmla="*/ 96 h 110"/>
                    <a:gd name="T32" fmla="*/ 18 w 36"/>
                    <a:gd name="T33" fmla="*/ 90 h 110"/>
                    <a:gd name="T34" fmla="*/ 21 w 36"/>
                    <a:gd name="T35" fmla="*/ 71 h 110"/>
                    <a:gd name="T36" fmla="*/ 25 w 36"/>
                    <a:gd name="T37" fmla="*/ 53 h 110"/>
                    <a:gd name="T38" fmla="*/ 30 w 36"/>
                    <a:gd name="T39" fmla="*/ 36 h 110"/>
                    <a:gd name="T40" fmla="*/ 35 w 36"/>
                    <a:gd name="T41" fmla="*/ 20 h 110"/>
                    <a:gd name="T42" fmla="*/ 33 w 36"/>
                    <a:gd name="T43" fmla="*/ 20 h 110"/>
                    <a:gd name="T44" fmla="*/ 30 w 36"/>
                    <a:gd name="T45" fmla="*/ 22 h 110"/>
                    <a:gd name="T46" fmla="*/ 23 w 36"/>
                    <a:gd name="T47" fmla="*/ 17 h 110"/>
                    <a:gd name="T48" fmla="*/ 23 w 36"/>
                    <a:gd name="T49" fmla="*/ 15 h 110"/>
                    <a:gd name="T50" fmla="*/ 23 w 36"/>
                    <a:gd name="T51" fmla="*/ 14 h 1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6" h="110">
                      <a:moveTo>
                        <a:pt x="23" y="14"/>
                      </a:moveTo>
                      <a:cubicBezTo>
                        <a:pt x="23" y="12"/>
                        <a:pt x="23" y="12"/>
                        <a:pt x="23" y="12"/>
                      </a:cubicBezTo>
                      <a:cubicBezTo>
                        <a:pt x="21" y="8"/>
                        <a:pt x="22" y="9"/>
                        <a:pt x="18" y="6"/>
                      </a:cubicBezTo>
                      <a:cubicBezTo>
                        <a:pt x="17" y="4"/>
                        <a:pt x="15" y="2"/>
                        <a:pt x="13" y="0"/>
                      </a:cubicBezTo>
                      <a:cubicBezTo>
                        <a:pt x="12" y="1"/>
                        <a:pt x="11" y="3"/>
                        <a:pt x="11" y="4"/>
                      </a:cubicBezTo>
                      <a:cubicBezTo>
                        <a:pt x="11" y="7"/>
                        <a:pt x="13" y="12"/>
                        <a:pt x="13" y="16"/>
                      </a:cubicBezTo>
                      <a:cubicBezTo>
                        <a:pt x="12" y="34"/>
                        <a:pt x="12" y="34"/>
                        <a:pt x="12" y="34"/>
                      </a:cubicBezTo>
                      <a:cubicBezTo>
                        <a:pt x="12" y="43"/>
                        <a:pt x="9" y="56"/>
                        <a:pt x="7" y="65"/>
                      </a:cubicBezTo>
                      <a:cubicBezTo>
                        <a:pt x="6" y="72"/>
                        <a:pt x="4" y="75"/>
                        <a:pt x="3" y="80"/>
                      </a:cubicBezTo>
                      <a:cubicBezTo>
                        <a:pt x="2" y="85"/>
                        <a:pt x="0" y="91"/>
                        <a:pt x="0" y="95"/>
                      </a:cubicBezTo>
                      <a:cubicBezTo>
                        <a:pt x="0" y="98"/>
                        <a:pt x="0" y="98"/>
                        <a:pt x="0" y="98"/>
                      </a:cubicBezTo>
                      <a:cubicBezTo>
                        <a:pt x="0" y="100"/>
                        <a:pt x="0" y="100"/>
                        <a:pt x="0" y="100"/>
                      </a:cubicBezTo>
                      <a:cubicBezTo>
                        <a:pt x="2" y="102"/>
                        <a:pt x="2" y="103"/>
                        <a:pt x="4" y="105"/>
                      </a:cubicBezTo>
                      <a:cubicBezTo>
                        <a:pt x="6" y="108"/>
                        <a:pt x="7" y="108"/>
                        <a:pt x="9" y="110"/>
                      </a:cubicBezTo>
                      <a:cubicBezTo>
                        <a:pt x="12" y="108"/>
                        <a:pt x="13" y="108"/>
                        <a:pt x="15" y="104"/>
                      </a:cubicBezTo>
                      <a:cubicBezTo>
                        <a:pt x="16" y="102"/>
                        <a:pt x="18" y="99"/>
                        <a:pt x="18" y="96"/>
                      </a:cubicBezTo>
                      <a:cubicBezTo>
                        <a:pt x="18" y="90"/>
                        <a:pt x="18" y="90"/>
                        <a:pt x="18" y="90"/>
                      </a:cubicBezTo>
                      <a:cubicBezTo>
                        <a:pt x="18" y="83"/>
                        <a:pt x="20" y="77"/>
                        <a:pt x="21" y="71"/>
                      </a:cubicBezTo>
                      <a:cubicBezTo>
                        <a:pt x="23" y="65"/>
                        <a:pt x="23" y="59"/>
                        <a:pt x="25" y="53"/>
                      </a:cubicBezTo>
                      <a:cubicBezTo>
                        <a:pt x="26" y="47"/>
                        <a:pt x="29" y="42"/>
                        <a:pt x="30" y="36"/>
                      </a:cubicBezTo>
                      <a:cubicBezTo>
                        <a:pt x="31" y="28"/>
                        <a:pt x="34" y="27"/>
                        <a:pt x="35" y="20"/>
                      </a:cubicBezTo>
                      <a:cubicBezTo>
                        <a:pt x="34" y="19"/>
                        <a:pt x="36" y="20"/>
                        <a:pt x="33" y="20"/>
                      </a:cubicBezTo>
                      <a:cubicBezTo>
                        <a:pt x="33" y="20"/>
                        <a:pt x="30" y="22"/>
                        <a:pt x="30" y="22"/>
                      </a:cubicBezTo>
                      <a:cubicBezTo>
                        <a:pt x="25" y="21"/>
                        <a:pt x="25" y="21"/>
                        <a:pt x="23" y="17"/>
                      </a:cubicBezTo>
                      <a:cubicBezTo>
                        <a:pt x="23" y="15"/>
                        <a:pt x="23" y="15"/>
                        <a:pt x="23" y="15"/>
                      </a:cubicBezTo>
                      <a:lnTo>
                        <a:pt x="23" y="14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grpSp>
            <p:nvGrpSpPr>
              <p:cNvPr id="249" name="ïšľîḍê"/>
              <p:cNvGrpSpPr/>
              <p:nvPr/>
            </p:nvGrpSpPr>
            <p:grpSpPr>
              <a:xfrm>
                <a:off x="4412452" y="3781425"/>
                <a:ext cx="2312689" cy="166461"/>
                <a:chOff x="6986588" y="3521075"/>
                <a:chExt cx="1654176" cy="119063"/>
              </a:xfrm>
            </p:grpSpPr>
            <p:sp>
              <p:nvSpPr>
                <p:cNvPr id="250" name="îṩľîḑê"/>
                <p:cNvSpPr/>
                <p:nvPr/>
              </p:nvSpPr>
              <p:spPr bwMode="auto">
                <a:xfrm>
                  <a:off x="6986588" y="3521075"/>
                  <a:ext cx="155575" cy="119063"/>
                </a:xfrm>
                <a:custGeom>
                  <a:avLst/>
                  <a:gdLst>
                    <a:gd name="T0" fmla="*/ 84 w 98"/>
                    <a:gd name="T1" fmla="*/ 0 h 75"/>
                    <a:gd name="T2" fmla="*/ 59 w 98"/>
                    <a:gd name="T3" fmla="*/ 52 h 75"/>
                    <a:gd name="T4" fmla="*/ 57 w 98"/>
                    <a:gd name="T5" fmla="*/ 0 h 75"/>
                    <a:gd name="T6" fmla="*/ 40 w 98"/>
                    <a:gd name="T7" fmla="*/ 0 h 75"/>
                    <a:gd name="T8" fmla="*/ 15 w 98"/>
                    <a:gd name="T9" fmla="*/ 52 h 75"/>
                    <a:gd name="T10" fmla="*/ 15 w 98"/>
                    <a:gd name="T11" fmla="*/ 0 h 75"/>
                    <a:gd name="T12" fmla="*/ 0 w 98"/>
                    <a:gd name="T13" fmla="*/ 0 h 75"/>
                    <a:gd name="T14" fmla="*/ 2 w 98"/>
                    <a:gd name="T15" fmla="*/ 75 h 75"/>
                    <a:gd name="T16" fmla="*/ 19 w 98"/>
                    <a:gd name="T17" fmla="*/ 75 h 75"/>
                    <a:gd name="T18" fmla="*/ 44 w 98"/>
                    <a:gd name="T19" fmla="*/ 21 h 75"/>
                    <a:gd name="T20" fmla="*/ 46 w 98"/>
                    <a:gd name="T21" fmla="*/ 75 h 75"/>
                    <a:gd name="T22" fmla="*/ 63 w 98"/>
                    <a:gd name="T23" fmla="*/ 75 h 75"/>
                    <a:gd name="T24" fmla="*/ 98 w 98"/>
                    <a:gd name="T25" fmla="*/ 0 h 75"/>
                    <a:gd name="T26" fmla="*/ 84 w 98"/>
                    <a:gd name="T27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98" h="75">
                      <a:moveTo>
                        <a:pt x="84" y="0"/>
                      </a:moveTo>
                      <a:lnTo>
                        <a:pt x="59" y="52"/>
                      </a:lnTo>
                      <a:lnTo>
                        <a:pt x="57" y="0"/>
                      </a:lnTo>
                      <a:lnTo>
                        <a:pt x="40" y="0"/>
                      </a:lnTo>
                      <a:lnTo>
                        <a:pt x="15" y="52"/>
                      </a:ln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2" y="75"/>
                      </a:lnTo>
                      <a:lnTo>
                        <a:pt x="19" y="75"/>
                      </a:lnTo>
                      <a:lnTo>
                        <a:pt x="44" y="21"/>
                      </a:lnTo>
                      <a:lnTo>
                        <a:pt x="46" y="75"/>
                      </a:lnTo>
                      <a:lnTo>
                        <a:pt x="63" y="75"/>
                      </a:lnTo>
                      <a:lnTo>
                        <a:pt x="98" y="0"/>
                      </a:lnTo>
                      <a:lnTo>
                        <a:pt x="8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1" name="îṩḷîde"/>
                <p:cNvSpPr/>
                <p:nvPr/>
              </p:nvSpPr>
              <p:spPr bwMode="auto">
                <a:xfrm>
                  <a:off x="7135813" y="3521075"/>
                  <a:ext cx="112713" cy="119063"/>
                </a:xfrm>
                <a:custGeom>
                  <a:avLst/>
                  <a:gdLst>
                    <a:gd name="T0" fmla="*/ 22 w 34"/>
                    <a:gd name="T1" fmla="*/ 20 h 36"/>
                    <a:gd name="T2" fmla="*/ 20 w 34"/>
                    <a:gd name="T3" fmla="*/ 26 h 36"/>
                    <a:gd name="T4" fmla="*/ 18 w 34"/>
                    <a:gd name="T5" fmla="*/ 29 h 36"/>
                    <a:gd name="T6" fmla="*/ 13 w 34"/>
                    <a:gd name="T7" fmla="*/ 30 h 36"/>
                    <a:gd name="T8" fmla="*/ 9 w 34"/>
                    <a:gd name="T9" fmla="*/ 29 h 36"/>
                    <a:gd name="T10" fmla="*/ 7 w 34"/>
                    <a:gd name="T11" fmla="*/ 25 h 36"/>
                    <a:gd name="T12" fmla="*/ 7 w 34"/>
                    <a:gd name="T13" fmla="*/ 24 h 36"/>
                    <a:gd name="T14" fmla="*/ 8 w 34"/>
                    <a:gd name="T15" fmla="*/ 19 h 36"/>
                    <a:gd name="T16" fmla="*/ 12 w 34"/>
                    <a:gd name="T17" fmla="*/ 0 h 36"/>
                    <a:gd name="T18" fmla="*/ 5 w 34"/>
                    <a:gd name="T19" fmla="*/ 0 h 36"/>
                    <a:gd name="T20" fmla="*/ 1 w 34"/>
                    <a:gd name="T21" fmla="*/ 19 h 36"/>
                    <a:gd name="T22" fmla="*/ 0 w 34"/>
                    <a:gd name="T23" fmla="*/ 23 h 36"/>
                    <a:gd name="T24" fmla="*/ 0 w 34"/>
                    <a:gd name="T25" fmla="*/ 25 h 36"/>
                    <a:gd name="T26" fmla="*/ 3 w 34"/>
                    <a:gd name="T27" fmla="*/ 33 h 36"/>
                    <a:gd name="T28" fmla="*/ 13 w 34"/>
                    <a:gd name="T29" fmla="*/ 36 h 36"/>
                    <a:gd name="T30" fmla="*/ 22 w 34"/>
                    <a:gd name="T31" fmla="*/ 34 h 36"/>
                    <a:gd name="T32" fmla="*/ 27 w 34"/>
                    <a:gd name="T33" fmla="*/ 29 h 36"/>
                    <a:gd name="T34" fmla="*/ 30 w 34"/>
                    <a:gd name="T35" fmla="*/ 20 h 36"/>
                    <a:gd name="T36" fmla="*/ 34 w 34"/>
                    <a:gd name="T37" fmla="*/ 0 h 36"/>
                    <a:gd name="T38" fmla="*/ 26 w 34"/>
                    <a:gd name="T39" fmla="*/ 0 h 36"/>
                    <a:gd name="T40" fmla="*/ 22 w 34"/>
                    <a:gd name="T41" fmla="*/ 2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34" h="36">
                      <a:moveTo>
                        <a:pt x="22" y="20"/>
                      </a:moveTo>
                      <a:cubicBezTo>
                        <a:pt x="22" y="23"/>
                        <a:pt x="21" y="25"/>
                        <a:pt x="20" y="26"/>
                      </a:cubicBezTo>
                      <a:cubicBezTo>
                        <a:pt x="20" y="28"/>
                        <a:pt x="19" y="29"/>
                        <a:pt x="18" y="29"/>
                      </a:cubicBezTo>
                      <a:cubicBezTo>
                        <a:pt x="17" y="30"/>
                        <a:pt x="15" y="30"/>
                        <a:pt x="13" y="30"/>
                      </a:cubicBezTo>
                      <a:cubicBezTo>
                        <a:pt x="11" y="30"/>
                        <a:pt x="10" y="30"/>
                        <a:pt x="9" y="29"/>
                      </a:cubicBezTo>
                      <a:cubicBezTo>
                        <a:pt x="8" y="28"/>
                        <a:pt x="7" y="27"/>
                        <a:pt x="7" y="25"/>
                      </a:cubicBezTo>
                      <a:cubicBezTo>
                        <a:pt x="7" y="25"/>
                        <a:pt x="7" y="25"/>
                        <a:pt x="7" y="24"/>
                      </a:cubicBezTo>
                      <a:cubicBezTo>
                        <a:pt x="8" y="19"/>
                        <a:pt x="8" y="19"/>
                        <a:pt x="8" y="19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1" y="19"/>
                        <a:pt x="1" y="19"/>
                        <a:pt x="1" y="19"/>
                      </a:cubicBezTo>
                      <a:cubicBezTo>
                        <a:pt x="1" y="21"/>
                        <a:pt x="0" y="23"/>
                        <a:pt x="0" y="23"/>
                      </a:cubicBezTo>
                      <a:cubicBezTo>
                        <a:pt x="0" y="24"/>
                        <a:pt x="0" y="25"/>
                        <a:pt x="0" y="25"/>
                      </a:cubicBezTo>
                      <a:cubicBezTo>
                        <a:pt x="0" y="29"/>
                        <a:pt x="1" y="31"/>
                        <a:pt x="3" y="33"/>
                      </a:cubicBezTo>
                      <a:cubicBezTo>
                        <a:pt x="6" y="35"/>
                        <a:pt x="9" y="36"/>
                        <a:pt x="13" y="36"/>
                      </a:cubicBezTo>
                      <a:cubicBezTo>
                        <a:pt x="16" y="36"/>
                        <a:pt x="19" y="36"/>
                        <a:pt x="22" y="34"/>
                      </a:cubicBezTo>
                      <a:cubicBezTo>
                        <a:pt x="24" y="33"/>
                        <a:pt x="25" y="31"/>
                        <a:pt x="27" y="29"/>
                      </a:cubicBezTo>
                      <a:cubicBezTo>
                        <a:pt x="28" y="27"/>
                        <a:pt x="29" y="24"/>
                        <a:pt x="30" y="20"/>
                      </a:cubicBezTo>
                      <a:cubicBezTo>
                        <a:pt x="34" y="0"/>
                        <a:pt x="34" y="0"/>
                        <a:pt x="34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lnTo>
                        <a:pt x="22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2" name="îṣḻîḑê"/>
                <p:cNvSpPr/>
                <p:nvPr/>
              </p:nvSpPr>
              <p:spPr bwMode="auto">
                <a:xfrm>
                  <a:off x="7248526" y="3521075"/>
                  <a:ext cx="114300" cy="119063"/>
                </a:xfrm>
                <a:custGeom>
                  <a:avLst/>
                  <a:gdLst>
                    <a:gd name="T0" fmla="*/ 58 w 72"/>
                    <a:gd name="T1" fmla="*/ 0 h 75"/>
                    <a:gd name="T2" fmla="*/ 52 w 72"/>
                    <a:gd name="T3" fmla="*/ 29 h 75"/>
                    <a:gd name="T4" fmla="*/ 22 w 72"/>
                    <a:gd name="T5" fmla="*/ 29 h 75"/>
                    <a:gd name="T6" fmla="*/ 29 w 72"/>
                    <a:gd name="T7" fmla="*/ 0 h 75"/>
                    <a:gd name="T8" fmla="*/ 14 w 72"/>
                    <a:gd name="T9" fmla="*/ 0 h 75"/>
                    <a:gd name="T10" fmla="*/ 0 w 72"/>
                    <a:gd name="T11" fmla="*/ 75 h 75"/>
                    <a:gd name="T12" fmla="*/ 14 w 72"/>
                    <a:gd name="T13" fmla="*/ 75 h 75"/>
                    <a:gd name="T14" fmla="*/ 20 w 72"/>
                    <a:gd name="T15" fmla="*/ 42 h 75"/>
                    <a:gd name="T16" fmla="*/ 50 w 72"/>
                    <a:gd name="T17" fmla="*/ 42 h 75"/>
                    <a:gd name="T18" fmla="*/ 43 w 72"/>
                    <a:gd name="T19" fmla="*/ 75 h 75"/>
                    <a:gd name="T20" fmla="*/ 58 w 72"/>
                    <a:gd name="T21" fmla="*/ 75 h 75"/>
                    <a:gd name="T22" fmla="*/ 72 w 72"/>
                    <a:gd name="T23" fmla="*/ 0 h 75"/>
                    <a:gd name="T24" fmla="*/ 58 w 72"/>
                    <a:gd name="T25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2" h="75">
                      <a:moveTo>
                        <a:pt x="58" y="0"/>
                      </a:moveTo>
                      <a:lnTo>
                        <a:pt x="52" y="29"/>
                      </a:lnTo>
                      <a:lnTo>
                        <a:pt x="22" y="29"/>
                      </a:lnTo>
                      <a:lnTo>
                        <a:pt x="29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lnTo>
                        <a:pt x="14" y="75"/>
                      </a:lnTo>
                      <a:lnTo>
                        <a:pt x="20" y="42"/>
                      </a:lnTo>
                      <a:lnTo>
                        <a:pt x="50" y="42"/>
                      </a:lnTo>
                      <a:lnTo>
                        <a:pt x="43" y="75"/>
                      </a:lnTo>
                      <a:lnTo>
                        <a:pt x="58" y="75"/>
                      </a:lnTo>
                      <a:lnTo>
                        <a:pt x="72" y="0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3" name="ïṥlíḑê"/>
                <p:cNvSpPr/>
                <p:nvPr/>
              </p:nvSpPr>
              <p:spPr bwMode="auto">
                <a:xfrm>
                  <a:off x="7356476" y="3521075"/>
                  <a:ext cx="112713" cy="119063"/>
                </a:xfrm>
                <a:custGeom>
                  <a:avLst/>
                  <a:gdLst>
                    <a:gd name="T0" fmla="*/ 42 w 71"/>
                    <a:gd name="T1" fmla="*/ 0 h 75"/>
                    <a:gd name="T2" fmla="*/ 0 w 71"/>
                    <a:gd name="T3" fmla="*/ 75 h 75"/>
                    <a:gd name="T4" fmla="*/ 15 w 71"/>
                    <a:gd name="T5" fmla="*/ 75 h 75"/>
                    <a:gd name="T6" fmla="*/ 23 w 71"/>
                    <a:gd name="T7" fmla="*/ 59 h 75"/>
                    <a:gd name="T8" fmla="*/ 54 w 71"/>
                    <a:gd name="T9" fmla="*/ 59 h 75"/>
                    <a:gd name="T10" fmla="*/ 56 w 71"/>
                    <a:gd name="T11" fmla="*/ 75 h 75"/>
                    <a:gd name="T12" fmla="*/ 71 w 71"/>
                    <a:gd name="T13" fmla="*/ 75 h 75"/>
                    <a:gd name="T14" fmla="*/ 58 w 71"/>
                    <a:gd name="T15" fmla="*/ 0 h 75"/>
                    <a:gd name="T16" fmla="*/ 42 w 71"/>
                    <a:gd name="T17" fmla="*/ 0 h 75"/>
                    <a:gd name="T18" fmla="*/ 29 w 71"/>
                    <a:gd name="T19" fmla="*/ 46 h 75"/>
                    <a:gd name="T20" fmla="*/ 48 w 71"/>
                    <a:gd name="T21" fmla="*/ 17 h 75"/>
                    <a:gd name="T22" fmla="*/ 52 w 71"/>
                    <a:gd name="T23" fmla="*/ 46 h 75"/>
                    <a:gd name="T24" fmla="*/ 29 w 71"/>
                    <a:gd name="T25" fmla="*/ 46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1" h="75">
                      <a:moveTo>
                        <a:pt x="42" y="0"/>
                      </a:moveTo>
                      <a:lnTo>
                        <a:pt x="0" y="75"/>
                      </a:lnTo>
                      <a:lnTo>
                        <a:pt x="15" y="75"/>
                      </a:lnTo>
                      <a:lnTo>
                        <a:pt x="23" y="59"/>
                      </a:lnTo>
                      <a:lnTo>
                        <a:pt x="54" y="59"/>
                      </a:lnTo>
                      <a:lnTo>
                        <a:pt x="56" y="75"/>
                      </a:lnTo>
                      <a:lnTo>
                        <a:pt x="71" y="75"/>
                      </a:lnTo>
                      <a:lnTo>
                        <a:pt x="58" y="0"/>
                      </a:lnTo>
                      <a:lnTo>
                        <a:pt x="42" y="0"/>
                      </a:lnTo>
                      <a:close/>
                      <a:moveTo>
                        <a:pt x="29" y="46"/>
                      </a:moveTo>
                      <a:lnTo>
                        <a:pt x="48" y="17"/>
                      </a:lnTo>
                      <a:lnTo>
                        <a:pt x="52" y="46"/>
                      </a:lnTo>
                      <a:lnTo>
                        <a:pt x="29" y="4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4" name="îş1íḋe"/>
                <p:cNvSpPr/>
                <p:nvPr/>
              </p:nvSpPr>
              <p:spPr bwMode="auto">
                <a:xfrm>
                  <a:off x="7481888" y="3521075"/>
                  <a:ext cx="119063" cy="119063"/>
                </a:xfrm>
                <a:custGeom>
                  <a:avLst/>
                  <a:gdLst>
                    <a:gd name="T0" fmla="*/ 50 w 75"/>
                    <a:gd name="T1" fmla="*/ 50 h 75"/>
                    <a:gd name="T2" fmla="*/ 31 w 75"/>
                    <a:gd name="T3" fmla="*/ 0 h 75"/>
                    <a:gd name="T4" fmla="*/ 17 w 75"/>
                    <a:gd name="T5" fmla="*/ 0 h 75"/>
                    <a:gd name="T6" fmla="*/ 0 w 75"/>
                    <a:gd name="T7" fmla="*/ 75 h 75"/>
                    <a:gd name="T8" fmla="*/ 15 w 75"/>
                    <a:gd name="T9" fmla="*/ 75 h 75"/>
                    <a:gd name="T10" fmla="*/ 25 w 75"/>
                    <a:gd name="T11" fmla="*/ 25 h 75"/>
                    <a:gd name="T12" fmla="*/ 46 w 75"/>
                    <a:gd name="T13" fmla="*/ 75 h 75"/>
                    <a:gd name="T14" fmla="*/ 58 w 75"/>
                    <a:gd name="T15" fmla="*/ 75 h 75"/>
                    <a:gd name="T16" fmla="*/ 75 w 75"/>
                    <a:gd name="T17" fmla="*/ 0 h 75"/>
                    <a:gd name="T18" fmla="*/ 61 w 75"/>
                    <a:gd name="T19" fmla="*/ 0 h 75"/>
                    <a:gd name="T20" fmla="*/ 50 w 75"/>
                    <a:gd name="T21" fmla="*/ 5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5" h="75">
                      <a:moveTo>
                        <a:pt x="50" y="50"/>
                      </a:moveTo>
                      <a:lnTo>
                        <a:pt x="31" y="0"/>
                      </a:lnTo>
                      <a:lnTo>
                        <a:pt x="17" y="0"/>
                      </a:lnTo>
                      <a:lnTo>
                        <a:pt x="0" y="75"/>
                      </a:lnTo>
                      <a:lnTo>
                        <a:pt x="15" y="75"/>
                      </a:lnTo>
                      <a:lnTo>
                        <a:pt x="25" y="25"/>
                      </a:lnTo>
                      <a:lnTo>
                        <a:pt x="46" y="75"/>
                      </a:lnTo>
                      <a:lnTo>
                        <a:pt x="58" y="75"/>
                      </a:lnTo>
                      <a:lnTo>
                        <a:pt x="75" y="0"/>
                      </a:lnTo>
                      <a:lnTo>
                        <a:pt x="61" y="0"/>
                      </a:lnTo>
                      <a:lnTo>
                        <a:pt x="50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5" name="îş1ïḋe"/>
                <p:cNvSpPr/>
                <p:nvPr/>
              </p:nvSpPr>
              <p:spPr bwMode="auto">
                <a:xfrm>
                  <a:off x="7653338" y="3521075"/>
                  <a:ext cx="112713" cy="119063"/>
                </a:xfrm>
                <a:custGeom>
                  <a:avLst/>
                  <a:gdLst>
                    <a:gd name="T0" fmla="*/ 22 w 34"/>
                    <a:gd name="T1" fmla="*/ 20 h 36"/>
                    <a:gd name="T2" fmla="*/ 20 w 34"/>
                    <a:gd name="T3" fmla="*/ 26 h 36"/>
                    <a:gd name="T4" fmla="*/ 18 w 34"/>
                    <a:gd name="T5" fmla="*/ 29 h 36"/>
                    <a:gd name="T6" fmla="*/ 13 w 34"/>
                    <a:gd name="T7" fmla="*/ 30 h 36"/>
                    <a:gd name="T8" fmla="*/ 9 w 34"/>
                    <a:gd name="T9" fmla="*/ 29 h 36"/>
                    <a:gd name="T10" fmla="*/ 7 w 34"/>
                    <a:gd name="T11" fmla="*/ 25 h 36"/>
                    <a:gd name="T12" fmla="*/ 7 w 34"/>
                    <a:gd name="T13" fmla="*/ 24 h 36"/>
                    <a:gd name="T14" fmla="*/ 8 w 34"/>
                    <a:gd name="T15" fmla="*/ 19 h 36"/>
                    <a:gd name="T16" fmla="*/ 12 w 34"/>
                    <a:gd name="T17" fmla="*/ 0 h 36"/>
                    <a:gd name="T18" fmla="*/ 5 w 34"/>
                    <a:gd name="T19" fmla="*/ 0 h 36"/>
                    <a:gd name="T20" fmla="*/ 1 w 34"/>
                    <a:gd name="T21" fmla="*/ 19 h 36"/>
                    <a:gd name="T22" fmla="*/ 0 w 34"/>
                    <a:gd name="T23" fmla="*/ 23 h 36"/>
                    <a:gd name="T24" fmla="*/ 0 w 34"/>
                    <a:gd name="T25" fmla="*/ 25 h 36"/>
                    <a:gd name="T26" fmla="*/ 3 w 34"/>
                    <a:gd name="T27" fmla="*/ 33 h 36"/>
                    <a:gd name="T28" fmla="*/ 13 w 34"/>
                    <a:gd name="T29" fmla="*/ 36 h 36"/>
                    <a:gd name="T30" fmla="*/ 22 w 34"/>
                    <a:gd name="T31" fmla="*/ 34 h 36"/>
                    <a:gd name="T32" fmla="*/ 27 w 34"/>
                    <a:gd name="T33" fmla="*/ 29 h 36"/>
                    <a:gd name="T34" fmla="*/ 30 w 34"/>
                    <a:gd name="T35" fmla="*/ 20 h 36"/>
                    <a:gd name="T36" fmla="*/ 34 w 34"/>
                    <a:gd name="T37" fmla="*/ 0 h 36"/>
                    <a:gd name="T38" fmla="*/ 26 w 34"/>
                    <a:gd name="T39" fmla="*/ 0 h 36"/>
                    <a:gd name="T40" fmla="*/ 22 w 34"/>
                    <a:gd name="T41" fmla="*/ 2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34" h="36">
                      <a:moveTo>
                        <a:pt x="22" y="20"/>
                      </a:moveTo>
                      <a:cubicBezTo>
                        <a:pt x="22" y="23"/>
                        <a:pt x="21" y="25"/>
                        <a:pt x="20" y="26"/>
                      </a:cubicBezTo>
                      <a:cubicBezTo>
                        <a:pt x="20" y="28"/>
                        <a:pt x="19" y="29"/>
                        <a:pt x="18" y="29"/>
                      </a:cubicBezTo>
                      <a:cubicBezTo>
                        <a:pt x="17" y="30"/>
                        <a:pt x="15" y="30"/>
                        <a:pt x="13" y="30"/>
                      </a:cubicBezTo>
                      <a:cubicBezTo>
                        <a:pt x="11" y="30"/>
                        <a:pt x="10" y="30"/>
                        <a:pt x="9" y="29"/>
                      </a:cubicBezTo>
                      <a:cubicBezTo>
                        <a:pt x="8" y="28"/>
                        <a:pt x="7" y="27"/>
                        <a:pt x="7" y="25"/>
                      </a:cubicBezTo>
                      <a:cubicBezTo>
                        <a:pt x="7" y="25"/>
                        <a:pt x="7" y="25"/>
                        <a:pt x="7" y="24"/>
                      </a:cubicBezTo>
                      <a:cubicBezTo>
                        <a:pt x="8" y="19"/>
                        <a:pt x="8" y="19"/>
                        <a:pt x="8" y="19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1" y="19"/>
                        <a:pt x="1" y="19"/>
                        <a:pt x="1" y="19"/>
                      </a:cubicBezTo>
                      <a:cubicBezTo>
                        <a:pt x="1" y="21"/>
                        <a:pt x="0" y="23"/>
                        <a:pt x="0" y="23"/>
                      </a:cubicBezTo>
                      <a:cubicBezTo>
                        <a:pt x="0" y="24"/>
                        <a:pt x="0" y="25"/>
                        <a:pt x="0" y="25"/>
                      </a:cubicBezTo>
                      <a:cubicBezTo>
                        <a:pt x="0" y="29"/>
                        <a:pt x="1" y="31"/>
                        <a:pt x="3" y="33"/>
                      </a:cubicBezTo>
                      <a:cubicBezTo>
                        <a:pt x="6" y="35"/>
                        <a:pt x="9" y="36"/>
                        <a:pt x="13" y="36"/>
                      </a:cubicBezTo>
                      <a:cubicBezTo>
                        <a:pt x="16" y="36"/>
                        <a:pt x="19" y="36"/>
                        <a:pt x="22" y="34"/>
                      </a:cubicBezTo>
                      <a:cubicBezTo>
                        <a:pt x="24" y="33"/>
                        <a:pt x="25" y="31"/>
                        <a:pt x="27" y="29"/>
                      </a:cubicBezTo>
                      <a:cubicBezTo>
                        <a:pt x="28" y="27"/>
                        <a:pt x="29" y="24"/>
                        <a:pt x="30" y="20"/>
                      </a:cubicBezTo>
                      <a:cubicBezTo>
                        <a:pt x="34" y="0"/>
                        <a:pt x="34" y="0"/>
                        <a:pt x="34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lnTo>
                        <a:pt x="22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6" name="íšlídè"/>
                <p:cNvSpPr/>
                <p:nvPr/>
              </p:nvSpPr>
              <p:spPr bwMode="auto">
                <a:xfrm>
                  <a:off x="7766051" y="3521075"/>
                  <a:ext cx="115888" cy="119063"/>
                </a:xfrm>
                <a:custGeom>
                  <a:avLst/>
                  <a:gdLst>
                    <a:gd name="T0" fmla="*/ 58 w 73"/>
                    <a:gd name="T1" fmla="*/ 0 h 75"/>
                    <a:gd name="T2" fmla="*/ 50 w 73"/>
                    <a:gd name="T3" fmla="*/ 50 h 75"/>
                    <a:gd name="T4" fmla="*/ 29 w 73"/>
                    <a:gd name="T5" fmla="*/ 0 h 75"/>
                    <a:gd name="T6" fmla="*/ 15 w 73"/>
                    <a:gd name="T7" fmla="*/ 0 h 75"/>
                    <a:gd name="T8" fmla="*/ 0 w 73"/>
                    <a:gd name="T9" fmla="*/ 75 h 75"/>
                    <a:gd name="T10" fmla="*/ 13 w 73"/>
                    <a:gd name="T11" fmla="*/ 75 h 75"/>
                    <a:gd name="T12" fmla="*/ 23 w 73"/>
                    <a:gd name="T13" fmla="*/ 25 h 75"/>
                    <a:gd name="T14" fmla="*/ 44 w 73"/>
                    <a:gd name="T15" fmla="*/ 75 h 75"/>
                    <a:gd name="T16" fmla="*/ 58 w 73"/>
                    <a:gd name="T17" fmla="*/ 75 h 75"/>
                    <a:gd name="T18" fmla="*/ 73 w 73"/>
                    <a:gd name="T19" fmla="*/ 0 h 75"/>
                    <a:gd name="T20" fmla="*/ 58 w 73"/>
                    <a:gd name="T21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3" h="75">
                      <a:moveTo>
                        <a:pt x="58" y="0"/>
                      </a:moveTo>
                      <a:lnTo>
                        <a:pt x="50" y="50"/>
                      </a:lnTo>
                      <a:lnTo>
                        <a:pt x="29" y="0"/>
                      </a:lnTo>
                      <a:lnTo>
                        <a:pt x="15" y="0"/>
                      </a:lnTo>
                      <a:lnTo>
                        <a:pt x="0" y="75"/>
                      </a:lnTo>
                      <a:lnTo>
                        <a:pt x="13" y="75"/>
                      </a:lnTo>
                      <a:lnTo>
                        <a:pt x="23" y="25"/>
                      </a:lnTo>
                      <a:lnTo>
                        <a:pt x="44" y="75"/>
                      </a:lnTo>
                      <a:lnTo>
                        <a:pt x="58" y="75"/>
                      </a:lnTo>
                      <a:lnTo>
                        <a:pt x="73" y="0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7" name="îṣḻîďe"/>
                <p:cNvSpPr/>
                <p:nvPr/>
              </p:nvSpPr>
              <p:spPr bwMode="auto">
                <a:xfrm>
                  <a:off x="7881938" y="3521075"/>
                  <a:ext cx="49213" cy="119063"/>
                </a:xfrm>
                <a:custGeom>
                  <a:avLst/>
                  <a:gdLst>
                    <a:gd name="T0" fmla="*/ 0 w 31"/>
                    <a:gd name="T1" fmla="*/ 75 h 75"/>
                    <a:gd name="T2" fmla="*/ 14 w 31"/>
                    <a:gd name="T3" fmla="*/ 75 h 75"/>
                    <a:gd name="T4" fmla="*/ 31 w 31"/>
                    <a:gd name="T5" fmla="*/ 0 h 75"/>
                    <a:gd name="T6" fmla="*/ 14 w 31"/>
                    <a:gd name="T7" fmla="*/ 0 h 75"/>
                    <a:gd name="T8" fmla="*/ 0 w 31"/>
                    <a:gd name="T9" fmla="*/ 75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75">
                      <a:moveTo>
                        <a:pt x="0" y="75"/>
                      </a:moveTo>
                      <a:lnTo>
                        <a:pt x="14" y="75"/>
                      </a:lnTo>
                      <a:lnTo>
                        <a:pt x="31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8" name="íŝḻiḋè"/>
                <p:cNvSpPr/>
                <p:nvPr/>
              </p:nvSpPr>
              <p:spPr bwMode="auto">
                <a:xfrm>
                  <a:off x="7940676" y="3521075"/>
                  <a:ext cx="109538" cy="119063"/>
                </a:xfrm>
                <a:custGeom>
                  <a:avLst/>
                  <a:gdLst>
                    <a:gd name="T0" fmla="*/ 54 w 69"/>
                    <a:gd name="T1" fmla="*/ 0 h 75"/>
                    <a:gd name="T2" fmla="*/ 23 w 69"/>
                    <a:gd name="T3" fmla="*/ 57 h 75"/>
                    <a:gd name="T4" fmla="*/ 15 w 69"/>
                    <a:gd name="T5" fmla="*/ 0 h 75"/>
                    <a:gd name="T6" fmla="*/ 0 w 69"/>
                    <a:gd name="T7" fmla="*/ 0 h 75"/>
                    <a:gd name="T8" fmla="*/ 13 w 69"/>
                    <a:gd name="T9" fmla="*/ 75 h 75"/>
                    <a:gd name="T10" fmla="*/ 29 w 69"/>
                    <a:gd name="T11" fmla="*/ 75 h 75"/>
                    <a:gd name="T12" fmla="*/ 69 w 69"/>
                    <a:gd name="T13" fmla="*/ 0 h 75"/>
                    <a:gd name="T14" fmla="*/ 54 w 69"/>
                    <a:gd name="T15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69" h="75">
                      <a:moveTo>
                        <a:pt x="54" y="0"/>
                      </a:moveTo>
                      <a:lnTo>
                        <a:pt x="23" y="57"/>
                      </a:ln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13" y="75"/>
                      </a:lnTo>
                      <a:lnTo>
                        <a:pt x="29" y="75"/>
                      </a:lnTo>
                      <a:lnTo>
                        <a:pt x="69" y="0"/>
                      </a:lnTo>
                      <a:lnTo>
                        <a:pt x="5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9" name="î$ḷíďé"/>
                <p:cNvSpPr/>
                <p:nvPr/>
              </p:nvSpPr>
              <p:spPr bwMode="auto">
                <a:xfrm>
                  <a:off x="8037513" y="3521075"/>
                  <a:ext cx="111125" cy="119063"/>
                </a:xfrm>
                <a:custGeom>
                  <a:avLst/>
                  <a:gdLst>
                    <a:gd name="T0" fmla="*/ 68 w 70"/>
                    <a:gd name="T1" fmla="*/ 12 h 75"/>
                    <a:gd name="T2" fmla="*/ 70 w 70"/>
                    <a:gd name="T3" fmla="*/ 0 h 75"/>
                    <a:gd name="T4" fmla="*/ 16 w 70"/>
                    <a:gd name="T5" fmla="*/ 0 h 75"/>
                    <a:gd name="T6" fmla="*/ 0 w 70"/>
                    <a:gd name="T7" fmla="*/ 75 h 75"/>
                    <a:gd name="T8" fmla="*/ 58 w 70"/>
                    <a:gd name="T9" fmla="*/ 75 h 75"/>
                    <a:gd name="T10" fmla="*/ 60 w 70"/>
                    <a:gd name="T11" fmla="*/ 63 h 75"/>
                    <a:gd name="T12" fmla="*/ 16 w 70"/>
                    <a:gd name="T13" fmla="*/ 63 h 75"/>
                    <a:gd name="T14" fmla="*/ 22 w 70"/>
                    <a:gd name="T15" fmla="*/ 42 h 75"/>
                    <a:gd name="T16" fmla="*/ 60 w 70"/>
                    <a:gd name="T17" fmla="*/ 42 h 75"/>
                    <a:gd name="T18" fmla="*/ 62 w 70"/>
                    <a:gd name="T19" fmla="*/ 29 h 75"/>
                    <a:gd name="T20" fmla="*/ 24 w 70"/>
                    <a:gd name="T21" fmla="*/ 29 h 75"/>
                    <a:gd name="T22" fmla="*/ 29 w 70"/>
                    <a:gd name="T23" fmla="*/ 12 h 75"/>
                    <a:gd name="T24" fmla="*/ 68 w 70"/>
                    <a:gd name="T25" fmla="*/ 12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0" h="75">
                      <a:moveTo>
                        <a:pt x="68" y="12"/>
                      </a:moveTo>
                      <a:lnTo>
                        <a:pt x="70" y="0"/>
                      </a:lnTo>
                      <a:lnTo>
                        <a:pt x="16" y="0"/>
                      </a:lnTo>
                      <a:lnTo>
                        <a:pt x="0" y="75"/>
                      </a:lnTo>
                      <a:lnTo>
                        <a:pt x="58" y="75"/>
                      </a:lnTo>
                      <a:lnTo>
                        <a:pt x="60" y="63"/>
                      </a:lnTo>
                      <a:lnTo>
                        <a:pt x="16" y="63"/>
                      </a:lnTo>
                      <a:lnTo>
                        <a:pt x="22" y="42"/>
                      </a:lnTo>
                      <a:lnTo>
                        <a:pt x="60" y="42"/>
                      </a:lnTo>
                      <a:lnTo>
                        <a:pt x="62" y="29"/>
                      </a:lnTo>
                      <a:lnTo>
                        <a:pt x="24" y="29"/>
                      </a:lnTo>
                      <a:lnTo>
                        <a:pt x="29" y="12"/>
                      </a:lnTo>
                      <a:lnTo>
                        <a:pt x="68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0" name="îṡlîďe"/>
                <p:cNvSpPr/>
                <p:nvPr/>
              </p:nvSpPr>
              <p:spPr bwMode="auto">
                <a:xfrm>
                  <a:off x="8145463" y="3521075"/>
                  <a:ext cx="115888" cy="119063"/>
                </a:xfrm>
                <a:custGeom>
                  <a:avLst/>
                  <a:gdLst>
                    <a:gd name="T0" fmla="*/ 30 w 35"/>
                    <a:gd name="T1" fmla="*/ 1 h 36"/>
                    <a:gd name="T2" fmla="*/ 24 w 35"/>
                    <a:gd name="T3" fmla="*/ 0 h 36"/>
                    <a:gd name="T4" fmla="*/ 8 w 35"/>
                    <a:gd name="T5" fmla="*/ 0 h 36"/>
                    <a:gd name="T6" fmla="*/ 0 w 35"/>
                    <a:gd name="T7" fmla="*/ 36 h 36"/>
                    <a:gd name="T8" fmla="*/ 8 w 35"/>
                    <a:gd name="T9" fmla="*/ 36 h 36"/>
                    <a:gd name="T10" fmla="*/ 11 w 35"/>
                    <a:gd name="T11" fmla="*/ 21 h 36"/>
                    <a:gd name="T12" fmla="*/ 14 w 35"/>
                    <a:gd name="T13" fmla="*/ 21 h 36"/>
                    <a:gd name="T14" fmla="*/ 17 w 35"/>
                    <a:gd name="T15" fmla="*/ 22 h 36"/>
                    <a:gd name="T16" fmla="*/ 21 w 35"/>
                    <a:gd name="T17" fmla="*/ 26 h 36"/>
                    <a:gd name="T18" fmla="*/ 24 w 35"/>
                    <a:gd name="T19" fmla="*/ 36 h 36"/>
                    <a:gd name="T20" fmla="*/ 32 w 35"/>
                    <a:gd name="T21" fmla="*/ 36 h 36"/>
                    <a:gd name="T22" fmla="*/ 27 w 35"/>
                    <a:gd name="T23" fmla="*/ 24 h 36"/>
                    <a:gd name="T24" fmla="*/ 24 w 35"/>
                    <a:gd name="T25" fmla="*/ 21 h 36"/>
                    <a:gd name="T26" fmla="*/ 32 w 35"/>
                    <a:gd name="T27" fmla="*/ 17 h 36"/>
                    <a:gd name="T28" fmla="*/ 35 w 35"/>
                    <a:gd name="T29" fmla="*/ 9 h 36"/>
                    <a:gd name="T30" fmla="*/ 34 w 35"/>
                    <a:gd name="T31" fmla="*/ 4 h 36"/>
                    <a:gd name="T32" fmla="*/ 30 w 35"/>
                    <a:gd name="T33" fmla="*/ 1 h 36"/>
                    <a:gd name="T34" fmla="*/ 27 w 35"/>
                    <a:gd name="T35" fmla="*/ 13 h 36"/>
                    <a:gd name="T36" fmla="*/ 24 w 35"/>
                    <a:gd name="T37" fmla="*/ 15 h 36"/>
                    <a:gd name="T38" fmla="*/ 16 w 35"/>
                    <a:gd name="T39" fmla="*/ 16 h 36"/>
                    <a:gd name="T40" fmla="*/ 12 w 35"/>
                    <a:gd name="T41" fmla="*/ 16 h 36"/>
                    <a:gd name="T42" fmla="*/ 14 w 35"/>
                    <a:gd name="T43" fmla="*/ 6 h 36"/>
                    <a:gd name="T44" fmla="*/ 22 w 35"/>
                    <a:gd name="T45" fmla="*/ 6 h 36"/>
                    <a:gd name="T46" fmla="*/ 26 w 35"/>
                    <a:gd name="T47" fmla="*/ 7 h 36"/>
                    <a:gd name="T48" fmla="*/ 28 w 35"/>
                    <a:gd name="T49" fmla="*/ 10 h 36"/>
                    <a:gd name="T50" fmla="*/ 27 w 35"/>
                    <a:gd name="T51" fmla="*/ 13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5" h="36">
                      <a:moveTo>
                        <a:pt x="30" y="1"/>
                      </a:moveTo>
                      <a:cubicBezTo>
                        <a:pt x="28" y="0"/>
                        <a:pt x="26" y="0"/>
                        <a:pt x="24" y="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8" y="36"/>
                        <a:pt x="8" y="36"/>
                        <a:pt x="8" y="36"/>
                      </a:cubicBezTo>
                      <a:cubicBezTo>
                        <a:pt x="11" y="21"/>
                        <a:pt x="11" y="21"/>
                        <a:pt x="11" y="21"/>
                      </a:cubicBezTo>
                      <a:cubicBezTo>
                        <a:pt x="14" y="21"/>
                        <a:pt x="14" y="21"/>
                        <a:pt x="14" y="21"/>
                      </a:cubicBezTo>
                      <a:cubicBezTo>
                        <a:pt x="15" y="21"/>
                        <a:pt x="17" y="21"/>
                        <a:pt x="17" y="22"/>
                      </a:cubicBezTo>
                      <a:cubicBezTo>
                        <a:pt x="18" y="22"/>
                        <a:pt x="20" y="24"/>
                        <a:pt x="21" y="26"/>
                      </a:cubicBezTo>
                      <a:cubicBezTo>
                        <a:pt x="22" y="31"/>
                        <a:pt x="24" y="34"/>
                        <a:pt x="24" y="36"/>
                      </a:cubicBezTo>
                      <a:cubicBezTo>
                        <a:pt x="32" y="36"/>
                        <a:pt x="32" y="36"/>
                        <a:pt x="32" y="36"/>
                      </a:cubicBezTo>
                      <a:cubicBezTo>
                        <a:pt x="30" y="31"/>
                        <a:pt x="28" y="27"/>
                        <a:pt x="27" y="24"/>
                      </a:cubicBezTo>
                      <a:cubicBezTo>
                        <a:pt x="26" y="23"/>
                        <a:pt x="25" y="21"/>
                        <a:pt x="24" y="21"/>
                      </a:cubicBezTo>
                      <a:cubicBezTo>
                        <a:pt x="28" y="20"/>
                        <a:pt x="30" y="19"/>
                        <a:pt x="32" y="17"/>
                      </a:cubicBezTo>
                      <a:cubicBezTo>
                        <a:pt x="34" y="15"/>
                        <a:pt x="35" y="13"/>
                        <a:pt x="35" y="9"/>
                      </a:cubicBezTo>
                      <a:cubicBezTo>
                        <a:pt x="35" y="7"/>
                        <a:pt x="34" y="6"/>
                        <a:pt x="34" y="4"/>
                      </a:cubicBezTo>
                      <a:cubicBezTo>
                        <a:pt x="33" y="3"/>
                        <a:pt x="31" y="2"/>
                        <a:pt x="30" y="1"/>
                      </a:cubicBezTo>
                      <a:close/>
                      <a:moveTo>
                        <a:pt x="27" y="13"/>
                      </a:moveTo>
                      <a:cubicBezTo>
                        <a:pt x="26" y="14"/>
                        <a:pt x="25" y="14"/>
                        <a:pt x="24" y="15"/>
                      </a:cubicBezTo>
                      <a:cubicBezTo>
                        <a:pt x="22" y="15"/>
                        <a:pt x="20" y="16"/>
                        <a:pt x="16" y="16"/>
                      </a:cubicBezTo>
                      <a:cubicBezTo>
                        <a:pt x="12" y="16"/>
                        <a:pt x="12" y="16"/>
                        <a:pt x="12" y="16"/>
                      </a:cubicBezTo>
                      <a:cubicBezTo>
                        <a:pt x="14" y="6"/>
                        <a:pt x="14" y="6"/>
                        <a:pt x="14" y="6"/>
                      </a:cubicBezTo>
                      <a:cubicBezTo>
                        <a:pt x="22" y="6"/>
                        <a:pt x="22" y="6"/>
                        <a:pt x="22" y="6"/>
                      </a:cubicBezTo>
                      <a:cubicBezTo>
                        <a:pt x="24" y="6"/>
                        <a:pt x="25" y="6"/>
                        <a:pt x="26" y="7"/>
                      </a:cubicBezTo>
                      <a:cubicBezTo>
                        <a:pt x="27" y="7"/>
                        <a:pt x="28" y="8"/>
                        <a:pt x="28" y="10"/>
                      </a:cubicBezTo>
                      <a:cubicBezTo>
                        <a:pt x="28" y="11"/>
                        <a:pt x="27" y="12"/>
                        <a:pt x="27" y="1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1" name="ïşľîḍé"/>
                <p:cNvSpPr/>
                <p:nvPr/>
              </p:nvSpPr>
              <p:spPr bwMode="auto">
                <a:xfrm>
                  <a:off x="8267701" y="3521075"/>
                  <a:ext cx="98425" cy="119063"/>
                </a:xfrm>
                <a:custGeom>
                  <a:avLst/>
                  <a:gdLst>
                    <a:gd name="T0" fmla="*/ 17 w 30"/>
                    <a:gd name="T1" fmla="*/ 5 h 36"/>
                    <a:gd name="T2" fmla="*/ 22 w 30"/>
                    <a:gd name="T3" fmla="*/ 7 h 36"/>
                    <a:gd name="T4" fmla="*/ 23 w 30"/>
                    <a:gd name="T5" fmla="*/ 11 h 36"/>
                    <a:gd name="T6" fmla="*/ 30 w 30"/>
                    <a:gd name="T7" fmla="*/ 10 h 36"/>
                    <a:gd name="T8" fmla="*/ 27 w 30"/>
                    <a:gd name="T9" fmla="*/ 3 h 36"/>
                    <a:gd name="T10" fmla="*/ 17 w 30"/>
                    <a:gd name="T11" fmla="*/ 0 h 36"/>
                    <a:gd name="T12" fmla="*/ 8 w 30"/>
                    <a:gd name="T13" fmla="*/ 3 h 36"/>
                    <a:gd name="T14" fmla="*/ 4 w 30"/>
                    <a:gd name="T15" fmla="*/ 10 h 36"/>
                    <a:gd name="T16" fmla="*/ 6 w 30"/>
                    <a:gd name="T17" fmla="*/ 14 h 36"/>
                    <a:gd name="T18" fmla="*/ 8 w 30"/>
                    <a:gd name="T19" fmla="*/ 18 h 36"/>
                    <a:gd name="T20" fmla="*/ 15 w 30"/>
                    <a:gd name="T21" fmla="*/ 21 h 36"/>
                    <a:gd name="T22" fmla="*/ 20 w 30"/>
                    <a:gd name="T23" fmla="*/ 23 h 36"/>
                    <a:gd name="T24" fmla="*/ 21 w 30"/>
                    <a:gd name="T25" fmla="*/ 26 h 36"/>
                    <a:gd name="T26" fmla="*/ 19 w 30"/>
                    <a:gd name="T27" fmla="*/ 29 h 36"/>
                    <a:gd name="T28" fmla="*/ 14 w 30"/>
                    <a:gd name="T29" fmla="*/ 30 h 36"/>
                    <a:gd name="T30" fmla="*/ 8 w 30"/>
                    <a:gd name="T31" fmla="*/ 28 h 36"/>
                    <a:gd name="T32" fmla="*/ 7 w 30"/>
                    <a:gd name="T33" fmla="*/ 24 h 36"/>
                    <a:gd name="T34" fmla="*/ 0 w 30"/>
                    <a:gd name="T35" fmla="*/ 24 h 36"/>
                    <a:gd name="T36" fmla="*/ 1 w 30"/>
                    <a:gd name="T37" fmla="*/ 30 h 36"/>
                    <a:gd name="T38" fmla="*/ 6 w 30"/>
                    <a:gd name="T39" fmla="*/ 35 h 36"/>
                    <a:gd name="T40" fmla="*/ 14 w 30"/>
                    <a:gd name="T41" fmla="*/ 36 h 36"/>
                    <a:gd name="T42" fmla="*/ 24 w 30"/>
                    <a:gd name="T43" fmla="*/ 33 h 36"/>
                    <a:gd name="T44" fmla="*/ 28 w 30"/>
                    <a:gd name="T45" fmla="*/ 25 h 36"/>
                    <a:gd name="T46" fmla="*/ 26 w 30"/>
                    <a:gd name="T47" fmla="*/ 19 h 36"/>
                    <a:gd name="T48" fmla="*/ 18 w 30"/>
                    <a:gd name="T49" fmla="*/ 14 h 36"/>
                    <a:gd name="T50" fmla="*/ 13 w 30"/>
                    <a:gd name="T51" fmla="*/ 12 h 36"/>
                    <a:gd name="T52" fmla="*/ 11 w 30"/>
                    <a:gd name="T53" fmla="*/ 9 h 36"/>
                    <a:gd name="T54" fmla="*/ 13 w 30"/>
                    <a:gd name="T55" fmla="*/ 6 h 36"/>
                    <a:gd name="T56" fmla="*/ 17 w 30"/>
                    <a:gd name="T57" fmla="*/ 5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30" h="36">
                      <a:moveTo>
                        <a:pt x="17" y="5"/>
                      </a:moveTo>
                      <a:cubicBezTo>
                        <a:pt x="19" y="5"/>
                        <a:pt x="21" y="6"/>
                        <a:pt x="22" y="7"/>
                      </a:cubicBezTo>
                      <a:cubicBezTo>
                        <a:pt x="23" y="8"/>
                        <a:pt x="23" y="9"/>
                        <a:pt x="23" y="11"/>
                      </a:cubicBezTo>
                      <a:cubicBezTo>
                        <a:pt x="30" y="10"/>
                        <a:pt x="30" y="10"/>
                        <a:pt x="30" y="10"/>
                      </a:cubicBezTo>
                      <a:cubicBezTo>
                        <a:pt x="30" y="7"/>
                        <a:pt x="29" y="4"/>
                        <a:pt x="27" y="3"/>
                      </a:cubicBezTo>
                      <a:cubicBezTo>
                        <a:pt x="24" y="1"/>
                        <a:pt x="21" y="0"/>
                        <a:pt x="17" y="0"/>
                      </a:cubicBezTo>
                      <a:cubicBezTo>
                        <a:pt x="13" y="0"/>
                        <a:pt x="10" y="1"/>
                        <a:pt x="8" y="3"/>
                      </a:cubicBezTo>
                      <a:cubicBezTo>
                        <a:pt x="5" y="5"/>
                        <a:pt x="4" y="7"/>
                        <a:pt x="4" y="10"/>
                      </a:cubicBezTo>
                      <a:cubicBezTo>
                        <a:pt x="4" y="12"/>
                        <a:pt x="5" y="13"/>
                        <a:pt x="6" y="14"/>
                      </a:cubicBezTo>
                      <a:cubicBezTo>
                        <a:pt x="6" y="16"/>
                        <a:pt x="7" y="17"/>
                        <a:pt x="8" y="18"/>
                      </a:cubicBezTo>
                      <a:cubicBezTo>
                        <a:pt x="10" y="18"/>
                        <a:pt x="12" y="19"/>
                        <a:pt x="15" y="21"/>
                      </a:cubicBezTo>
                      <a:cubicBezTo>
                        <a:pt x="17" y="22"/>
                        <a:pt x="19" y="23"/>
                        <a:pt x="20" y="23"/>
                      </a:cubicBezTo>
                      <a:cubicBezTo>
                        <a:pt x="20" y="24"/>
                        <a:pt x="21" y="25"/>
                        <a:pt x="21" y="26"/>
                      </a:cubicBezTo>
                      <a:cubicBezTo>
                        <a:pt x="21" y="27"/>
                        <a:pt x="20" y="28"/>
                        <a:pt x="19" y="29"/>
                      </a:cubicBezTo>
                      <a:cubicBezTo>
                        <a:pt x="18" y="30"/>
                        <a:pt x="16" y="30"/>
                        <a:pt x="14" y="30"/>
                      </a:cubicBezTo>
                      <a:cubicBezTo>
                        <a:pt x="11" y="30"/>
                        <a:pt x="9" y="30"/>
                        <a:pt x="8" y="28"/>
                      </a:cubicBezTo>
                      <a:cubicBezTo>
                        <a:pt x="8" y="28"/>
                        <a:pt x="7" y="26"/>
                        <a:pt x="7" y="24"/>
                      </a:cubicBezTo>
                      <a:cubicBezTo>
                        <a:pt x="0" y="24"/>
                        <a:pt x="0" y="24"/>
                        <a:pt x="0" y="24"/>
                      </a:cubicBezTo>
                      <a:cubicBezTo>
                        <a:pt x="0" y="27"/>
                        <a:pt x="0" y="29"/>
                        <a:pt x="1" y="30"/>
                      </a:cubicBezTo>
                      <a:cubicBezTo>
                        <a:pt x="2" y="32"/>
                        <a:pt x="4" y="34"/>
                        <a:pt x="6" y="35"/>
                      </a:cubicBezTo>
                      <a:cubicBezTo>
                        <a:pt x="8" y="36"/>
                        <a:pt x="11" y="36"/>
                        <a:pt x="14" y="36"/>
                      </a:cubicBezTo>
                      <a:cubicBezTo>
                        <a:pt x="18" y="36"/>
                        <a:pt x="22" y="35"/>
                        <a:pt x="24" y="33"/>
                      </a:cubicBezTo>
                      <a:cubicBezTo>
                        <a:pt x="27" y="31"/>
                        <a:pt x="28" y="28"/>
                        <a:pt x="28" y="25"/>
                      </a:cubicBezTo>
                      <a:cubicBezTo>
                        <a:pt x="28" y="22"/>
                        <a:pt x="27" y="20"/>
                        <a:pt x="26" y="19"/>
                      </a:cubicBezTo>
                      <a:cubicBezTo>
                        <a:pt x="25" y="18"/>
                        <a:pt x="22" y="16"/>
                        <a:pt x="18" y="14"/>
                      </a:cubicBezTo>
                      <a:cubicBezTo>
                        <a:pt x="15" y="13"/>
                        <a:pt x="13" y="12"/>
                        <a:pt x="13" y="12"/>
                      </a:cubicBezTo>
                      <a:cubicBezTo>
                        <a:pt x="12" y="11"/>
                        <a:pt x="11" y="10"/>
                        <a:pt x="11" y="9"/>
                      </a:cubicBezTo>
                      <a:cubicBezTo>
                        <a:pt x="11" y="8"/>
                        <a:pt x="12" y="7"/>
                        <a:pt x="13" y="6"/>
                      </a:cubicBezTo>
                      <a:cubicBezTo>
                        <a:pt x="14" y="6"/>
                        <a:pt x="15" y="5"/>
                        <a:pt x="17" y="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2" name="îṩľîďe"/>
                <p:cNvSpPr/>
                <p:nvPr/>
              </p:nvSpPr>
              <p:spPr bwMode="auto">
                <a:xfrm>
                  <a:off x="8374063" y="3521075"/>
                  <a:ext cx="46038" cy="119063"/>
                </a:xfrm>
                <a:custGeom>
                  <a:avLst/>
                  <a:gdLst>
                    <a:gd name="T0" fmla="*/ 0 w 29"/>
                    <a:gd name="T1" fmla="*/ 75 h 75"/>
                    <a:gd name="T2" fmla="*/ 14 w 29"/>
                    <a:gd name="T3" fmla="*/ 75 h 75"/>
                    <a:gd name="T4" fmla="*/ 29 w 29"/>
                    <a:gd name="T5" fmla="*/ 0 h 75"/>
                    <a:gd name="T6" fmla="*/ 14 w 29"/>
                    <a:gd name="T7" fmla="*/ 0 h 75"/>
                    <a:gd name="T8" fmla="*/ 0 w 29"/>
                    <a:gd name="T9" fmla="*/ 75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75">
                      <a:moveTo>
                        <a:pt x="0" y="75"/>
                      </a:moveTo>
                      <a:lnTo>
                        <a:pt x="14" y="75"/>
                      </a:lnTo>
                      <a:lnTo>
                        <a:pt x="29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3" name="iS1idè"/>
                <p:cNvSpPr/>
                <p:nvPr/>
              </p:nvSpPr>
              <p:spPr bwMode="auto">
                <a:xfrm>
                  <a:off x="8432801" y="3521075"/>
                  <a:ext cx="95250" cy="119063"/>
                </a:xfrm>
                <a:custGeom>
                  <a:avLst/>
                  <a:gdLst>
                    <a:gd name="T0" fmla="*/ 0 w 60"/>
                    <a:gd name="T1" fmla="*/ 12 h 75"/>
                    <a:gd name="T2" fmla="*/ 21 w 60"/>
                    <a:gd name="T3" fmla="*/ 12 h 75"/>
                    <a:gd name="T4" fmla="*/ 8 w 60"/>
                    <a:gd name="T5" fmla="*/ 75 h 75"/>
                    <a:gd name="T6" fmla="*/ 23 w 60"/>
                    <a:gd name="T7" fmla="*/ 75 h 75"/>
                    <a:gd name="T8" fmla="*/ 35 w 60"/>
                    <a:gd name="T9" fmla="*/ 12 h 75"/>
                    <a:gd name="T10" fmla="*/ 58 w 60"/>
                    <a:gd name="T11" fmla="*/ 12 h 75"/>
                    <a:gd name="T12" fmla="*/ 60 w 60"/>
                    <a:gd name="T13" fmla="*/ 0 h 75"/>
                    <a:gd name="T14" fmla="*/ 2 w 60"/>
                    <a:gd name="T15" fmla="*/ 0 h 75"/>
                    <a:gd name="T16" fmla="*/ 0 w 60"/>
                    <a:gd name="T17" fmla="*/ 12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0" h="75">
                      <a:moveTo>
                        <a:pt x="0" y="12"/>
                      </a:moveTo>
                      <a:lnTo>
                        <a:pt x="21" y="12"/>
                      </a:lnTo>
                      <a:lnTo>
                        <a:pt x="8" y="75"/>
                      </a:lnTo>
                      <a:lnTo>
                        <a:pt x="23" y="75"/>
                      </a:lnTo>
                      <a:lnTo>
                        <a:pt x="35" y="12"/>
                      </a:lnTo>
                      <a:lnTo>
                        <a:pt x="58" y="12"/>
                      </a:lnTo>
                      <a:lnTo>
                        <a:pt x="60" y="0"/>
                      </a:lnTo>
                      <a:lnTo>
                        <a:pt x="2" y="0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4" name="iṣḷîḋe"/>
                <p:cNvSpPr/>
                <p:nvPr/>
              </p:nvSpPr>
              <p:spPr bwMode="auto">
                <a:xfrm>
                  <a:off x="8531226" y="3521075"/>
                  <a:ext cx="109538" cy="119063"/>
                </a:xfrm>
                <a:custGeom>
                  <a:avLst/>
                  <a:gdLst>
                    <a:gd name="T0" fmla="*/ 25 w 33"/>
                    <a:gd name="T1" fmla="*/ 0 h 36"/>
                    <a:gd name="T2" fmla="*/ 19 w 33"/>
                    <a:gd name="T3" fmla="*/ 7 h 36"/>
                    <a:gd name="T4" fmla="*/ 16 w 33"/>
                    <a:gd name="T5" fmla="*/ 12 h 36"/>
                    <a:gd name="T6" fmla="*/ 14 w 33"/>
                    <a:gd name="T7" fmla="*/ 15 h 36"/>
                    <a:gd name="T8" fmla="*/ 12 w 33"/>
                    <a:gd name="T9" fmla="*/ 10 h 36"/>
                    <a:gd name="T10" fmla="*/ 8 w 33"/>
                    <a:gd name="T11" fmla="*/ 0 h 36"/>
                    <a:gd name="T12" fmla="*/ 0 w 33"/>
                    <a:gd name="T13" fmla="*/ 0 h 36"/>
                    <a:gd name="T14" fmla="*/ 10 w 33"/>
                    <a:gd name="T15" fmla="*/ 22 h 36"/>
                    <a:gd name="T16" fmla="*/ 7 w 33"/>
                    <a:gd name="T17" fmla="*/ 36 h 36"/>
                    <a:gd name="T18" fmla="*/ 14 w 33"/>
                    <a:gd name="T19" fmla="*/ 36 h 36"/>
                    <a:gd name="T20" fmla="*/ 17 w 33"/>
                    <a:gd name="T21" fmla="*/ 23 h 36"/>
                    <a:gd name="T22" fmla="*/ 33 w 33"/>
                    <a:gd name="T23" fmla="*/ 0 h 36"/>
                    <a:gd name="T24" fmla="*/ 25 w 33"/>
                    <a:gd name="T25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33" h="36">
                      <a:moveTo>
                        <a:pt x="25" y="0"/>
                      </a:moveTo>
                      <a:cubicBezTo>
                        <a:pt x="19" y="7"/>
                        <a:pt x="19" y="7"/>
                        <a:pt x="19" y="7"/>
                      </a:cubicBezTo>
                      <a:cubicBezTo>
                        <a:pt x="16" y="12"/>
                        <a:pt x="16" y="12"/>
                        <a:pt x="16" y="12"/>
                      </a:cubicBezTo>
                      <a:cubicBezTo>
                        <a:pt x="15" y="13"/>
                        <a:pt x="15" y="14"/>
                        <a:pt x="14" y="15"/>
                      </a:cubicBezTo>
                      <a:cubicBezTo>
                        <a:pt x="14" y="14"/>
                        <a:pt x="13" y="13"/>
                        <a:pt x="12" y="1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0" y="22"/>
                        <a:pt x="10" y="22"/>
                        <a:pt x="10" y="22"/>
                      </a:cubicBezTo>
                      <a:cubicBezTo>
                        <a:pt x="7" y="36"/>
                        <a:pt x="7" y="36"/>
                        <a:pt x="7" y="36"/>
                      </a:cubicBezTo>
                      <a:cubicBezTo>
                        <a:pt x="14" y="36"/>
                        <a:pt x="14" y="36"/>
                        <a:pt x="14" y="36"/>
                      </a:cubicBezTo>
                      <a:cubicBezTo>
                        <a:pt x="17" y="23"/>
                        <a:pt x="17" y="23"/>
                        <a:pt x="17" y="23"/>
                      </a:cubicBezTo>
                      <a:cubicBezTo>
                        <a:pt x="33" y="0"/>
                        <a:pt x="33" y="0"/>
                        <a:pt x="33" y="0"/>
                      </a:cubicBezTo>
                      <a:lnTo>
                        <a:pt x="2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</p:grpSp>
      </p:grpSp>
      <p:cxnSp>
        <p:nvCxnSpPr>
          <p:cNvPr id="4" name="直线连接符 3"/>
          <p:cNvCxnSpPr/>
          <p:nvPr userDrawn="1"/>
        </p:nvCxnSpPr>
        <p:spPr>
          <a:xfrm>
            <a:off x="0" y="1016000"/>
            <a:ext cx="12192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0" name="图片 109" descr="图片包含 天空, 户外, 建筑物, 日落&#10;&#10;描述已自动生成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9500" l="10000" r="98000">
                        <a14:foregroundMark x1="45583" y1="28625" x2="72750" y2="47875"/>
                        <a14:foregroundMark x1="72750" y1="47875" x2="79000" y2="48875"/>
                        <a14:foregroundMark x1="79000" y1="48875" x2="87083" y2="44750"/>
                        <a14:foregroundMark x1="87083" y1="44750" x2="89333" y2="42875"/>
                        <a14:foregroundMark x1="49697" y1="28104" x2="51500" y2="30625"/>
                        <a14:foregroundMark x1="46583" y1="23750" x2="49595" y2="27961"/>
                        <a14:foregroundMark x1="46917" y1="21000" x2="48333" y2="17125"/>
                        <a14:foregroundMark x1="62917" y1="48125" x2="65250" y2="51750"/>
                        <a14:foregroundMark x1="65250" y1="51750" x2="86750" y2="67750"/>
                        <a14:foregroundMark x1="94417" y1="36500" x2="92917" y2="90875"/>
                        <a14:foregroundMark x1="98000" y1="30875" x2="91667" y2="84250"/>
                        <a14:foregroundMark x1="91667" y1="84250" x2="91333" y2="85500"/>
                        <a14:foregroundMark x1="70000" y1="67000" x2="89333" y2="84250"/>
                        <a14:foregroundMark x1="89333" y1="84250" x2="89333" y2="84250"/>
                        <a14:foregroundMark x1="70500" y1="67000" x2="66333" y2="64125"/>
                        <a14:foregroundMark x1="66333" y1="64125" x2="59333" y2="53500"/>
                        <a14:foregroundMark x1="79333" y1="90625" x2="80167" y2="96250"/>
                        <a14:foregroundMark x1="80167" y1="96250" x2="85167" y2="96625"/>
                        <a14:foregroundMark x1="85167" y1="96625" x2="88083" y2="94625"/>
                        <a14:foregroundMark x1="88083" y1="94625" x2="88167" y2="94625"/>
                        <a14:foregroundMark x1="96750" y1="97500" x2="76750" y2="99500"/>
                        <a14:foregroundMark x1="77799" y1="89875" x2="77667" y2="86250"/>
                        <a14:foregroundMark x1="77984" y1="94938" x2="77927" y2="93375"/>
                        <a14:foregroundMark x1="78000" y1="95375" x2="78056" y2="96909"/>
                        <a14:foregroundMark x1="68667" y1="40875" x2="68417" y2="41125"/>
                        <a14:backgroundMark x1="77667" y1="89875" x2="77667" y2="93375"/>
                        <a14:backgroundMark x1="77833" y1="95625" x2="78167" y2="90625"/>
                        <a14:backgroundMark x1="78500" y1="96125" x2="79000" y2="90375"/>
                        <a14:backgroundMark x1="19833" y1="30625" x2="46417" y2="71000"/>
                        <a14:backgroundMark x1="46417" y1="71000" x2="46417" y2="71000"/>
                        <a14:backgroundMark x1="17000" y1="72500" x2="23583" y2="72625"/>
                        <a14:backgroundMark x1="23583" y1="72625" x2="37833" y2="71875"/>
                        <a14:backgroundMark x1="37833" y1="71875" x2="57167" y2="75375"/>
                        <a14:backgroundMark x1="61667" y1="37000" x2="62000" y2="37375"/>
                        <a14:backgroundMark x1="66667" y1="39375" x2="66917" y2="39750"/>
                        <a14:backgroundMark x1="50917" y1="27125" x2="51000" y2="27625"/>
                      </a14:backgroundRemoval>
                    </a14:imgEffect>
                    <a14:imgEffect>
                      <a14:brightnessContrast bright="72000"/>
                    </a14:imgEffect>
                    <a14:imgEffect>
                      <a14:colorTemperature colorTemp="9660"/>
                    </a14:imgEffect>
                    <a14:imgEffect>
                      <a14:saturation sat="11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8743" t="8413"/>
          <a:stretch>
            <a:fillRect/>
          </a:stretch>
        </p:blipFill>
        <p:spPr>
          <a:xfrm flipH="1">
            <a:off x="-1" y="60500"/>
            <a:ext cx="958611" cy="955500"/>
          </a:xfrm>
          <a:prstGeom prst="rect">
            <a:avLst/>
          </a:prstGeom>
        </p:spPr>
      </p:pic>
      <p:sp>
        <p:nvSpPr>
          <p:cNvPr id="6" name="图片占位符 5"/>
          <p:cNvSpPr>
            <a:spLocks noGrp="1"/>
          </p:cNvSpPr>
          <p:nvPr>
            <p:ph type="pic" sz="quarter" idx="10"/>
          </p:nvPr>
        </p:nvSpPr>
        <p:spPr>
          <a:xfrm>
            <a:off x="1424066" y="1160463"/>
            <a:ext cx="4557008" cy="234723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114" name="图片占位符 5"/>
          <p:cNvSpPr>
            <a:spLocks noGrp="1"/>
          </p:cNvSpPr>
          <p:nvPr>
            <p:ph type="pic" sz="quarter" idx="11"/>
          </p:nvPr>
        </p:nvSpPr>
        <p:spPr>
          <a:xfrm>
            <a:off x="6831717" y="1160463"/>
            <a:ext cx="4557008" cy="234723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115" name="图片占位符 5"/>
          <p:cNvSpPr>
            <a:spLocks noGrp="1"/>
          </p:cNvSpPr>
          <p:nvPr>
            <p:ph type="pic" sz="quarter" idx="12"/>
          </p:nvPr>
        </p:nvSpPr>
        <p:spPr>
          <a:xfrm>
            <a:off x="810621" y="3890053"/>
            <a:ext cx="4557008" cy="234723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116" name="图片占位符 5"/>
          <p:cNvSpPr>
            <a:spLocks noGrp="1"/>
          </p:cNvSpPr>
          <p:nvPr>
            <p:ph type="pic" sz="quarter" idx="13"/>
          </p:nvPr>
        </p:nvSpPr>
        <p:spPr>
          <a:xfrm>
            <a:off x="6218272" y="3890053"/>
            <a:ext cx="4557008" cy="234723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60400" y="6235700"/>
            <a:ext cx="2921000" cy="365125"/>
          </a:xfrm>
          <a:prstGeom prst="rect">
            <a:avLst/>
          </a:prstGeom>
        </p:spPr>
        <p:txBody>
          <a:bodyPr/>
          <a:lstStyle/>
          <a:p>
            <a:fld id="{D6478642-F5CF-47BB-99CE-6B8ED7A71BD2}" type="datetimeFigureOut">
              <a:rPr lang="zh-CN" altLang="en-US" smtClean="0"/>
              <a:t>2025/8/21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23570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235700"/>
            <a:ext cx="2905340" cy="365125"/>
          </a:xfrm>
          <a:prstGeom prst="rect">
            <a:avLst/>
          </a:prstGeom>
        </p:spPr>
        <p:txBody>
          <a:bodyPr/>
          <a:lstStyle/>
          <a:p>
            <a:fld id="{DA0C4C2A-0013-4D0D-BA0B-DE308E42093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页脚占位符 4"/>
          <p:cNvSpPr txBox="1"/>
          <p:nvPr userDrawn="1"/>
        </p:nvSpPr>
        <p:spPr>
          <a:xfrm>
            <a:off x="4038600" y="624200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4" name="日期占位符 3"/>
          <p:cNvSpPr txBox="1"/>
          <p:nvPr userDrawn="1"/>
        </p:nvSpPr>
        <p:spPr>
          <a:xfrm>
            <a:off x="803274" y="6235699"/>
            <a:ext cx="29210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自强、弘毅、求是、拓新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页脚占位符 4"/>
          <p:cNvSpPr txBox="1"/>
          <p:nvPr userDrawn="1"/>
        </p:nvSpPr>
        <p:spPr>
          <a:xfrm>
            <a:off x="4038600" y="624200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4" name="日期占位符 3"/>
          <p:cNvSpPr txBox="1"/>
          <p:nvPr userDrawn="1"/>
        </p:nvSpPr>
        <p:spPr>
          <a:xfrm>
            <a:off x="803274" y="6235699"/>
            <a:ext cx="29210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自强、弘毅、求是、拓新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notesSlide" Target="../notesSlides/notesSlide2.xml"/><Relationship Id="rId18" Type="http://schemas.openxmlformats.org/officeDocument/2006/relationships/image" Target="../media/image7.png"/><Relationship Id="rId3" Type="http://schemas.openxmlformats.org/officeDocument/2006/relationships/tags" Target="../tags/tag4.xml"/><Relationship Id="rId21" Type="http://schemas.openxmlformats.org/officeDocument/2006/relationships/image" Target="../media/image10.png"/><Relationship Id="rId7" Type="http://schemas.openxmlformats.org/officeDocument/2006/relationships/tags" Target="../tags/tag8.xml"/><Relationship Id="rId12" Type="http://schemas.openxmlformats.org/officeDocument/2006/relationships/slideLayout" Target="../slideLayouts/slideLayout14.xml"/><Relationship Id="rId17" Type="http://schemas.openxmlformats.org/officeDocument/2006/relationships/image" Target="../media/image6.png"/><Relationship Id="rId2" Type="http://schemas.openxmlformats.org/officeDocument/2006/relationships/tags" Target="../tags/tag3.xml"/><Relationship Id="rId16" Type="http://schemas.openxmlformats.org/officeDocument/2006/relationships/image" Target="../media/image5.png"/><Relationship Id="rId20" Type="http://schemas.openxmlformats.org/officeDocument/2006/relationships/image" Target="../media/image9.png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image" Target="../media/image4.png"/><Relationship Id="rId10" Type="http://schemas.openxmlformats.org/officeDocument/2006/relationships/tags" Target="../tags/tag11.xml"/><Relationship Id="rId19" Type="http://schemas.openxmlformats.org/officeDocument/2006/relationships/image" Target="../media/image8.png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image" Target="../media/image3.jpg"/><Relationship Id="rId22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Relationship Id="rId4" Type="http://schemas.microsoft.com/office/2007/relationships/hdphoto" Target="../media/hdphoto8.wdp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4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4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4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4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5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5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0.xml"/><Relationship Id="rId5" Type="http://schemas.microsoft.com/office/2007/relationships/hdphoto" Target="../media/hdphoto9.wdp"/><Relationship Id="rId4" Type="http://schemas.openxmlformats.org/officeDocument/2006/relationships/image" Target="../media/image5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0.xml"/><Relationship Id="rId5" Type="http://schemas.microsoft.com/office/2007/relationships/hdphoto" Target="../media/hdphoto9.wdp"/><Relationship Id="rId4" Type="http://schemas.openxmlformats.org/officeDocument/2006/relationships/image" Target="../media/image5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53.png"/><Relationship Id="rId5" Type="http://schemas.openxmlformats.org/officeDocument/2006/relationships/image" Target="../media/image33.png"/><Relationship Id="rId4" Type="http://schemas.openxmlformats.org/officeDocument/2006/relationships/image" Target="../media/image3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5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43.png"/><Relationship Id="rId4" Type="http://schemas.openxmlformats.org/officeDocument/2006/relationships/image" Target="../media/image5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0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69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D1D6D97-23C0-8495-A08B-18C1E9BB62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60" y="-8994"/>
            <a:ext cx="12192659" cy="6859520"/>
          </a:xfrm>
          <a:prstGeom prst="rect">
            <a:avLst/>
          </a:prstGeom>
        </p:spPr>
      </p:pic>
      <p:pic>
        <p:nvPicPr>
          <p:cNvPr id="3" name="图片 2" descr="地上有烟&#10;&#10;低可信度描述已自动生成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068044" y="971242"/>
            <a:ext cx="5986748" cy="2596049"/>
          </a:xfrm>
          <a:prstGeom prst="rect">
            <a:avLst/>
          </a:prstGeom>
        </p:spPr>
      </p:pic>
      <p:pic>
        <p:nvPicPr>
          <p:cNvPr id="5" name="图片 4" descr="黑白色的猫&#10;&#10;低可信度描述已自动生成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6275" y="4431732"/>
            <a:ext cx="7577049" cy="2188874"/>
          </a:xfrm>
          <a:prstGeom prst="rect">
            <a:avLst/>
          </a:prstGeom>
        </p:spPr>
      </p:pic>
      <p:pic>
        <p:nvPicPr>
          <p:cNvPr id="9" name="图片 8" descr="图片包含 游戏机, 烟, 黑暗&#10;&#10;描述已自动生成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3544" y="2761047"/>
            <a:ext cx="5641350" cy="3859559"/>
          </a:xfrm>
          <a:prstGeom prst="rect">
            <a:avLst/>
          </a:prstGeom>
        </p:spPr>
      </p:pic>
      <p:pic>
        <p:nvPicPr>
          <p:cNvPr id="13" name="图片 12" descr="黑暗中的白云&#10;&#10;描述已自动生成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3174" y="4029754"/>
            <a:ext cx="4249360" cy="4262090"/>
          </a:xfrm>
          <a:prstGeom prst="rect">
            <a:avLst/>
          </a:prstGeom>
        </p:spPr>
      </p:pic>
      <p:pic>
        <p:nvPicPr>
          <p:cNvPr id="17" name="图片 16" descr="天空中有许多云&#10;&#10;描述已自动生成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745" y="675447"/>
            <a:ext cx="4286250" cy="2651760"/>
          </a:xfrm>
          <a:prstGeom prst="rect">
            <a:avLst/>
          </a:prstGeom>
        </p:spPr>
      </p:pic>
      <p:pic>
        <p:nvPicPr>
          <p:cNvPr id="21" name="图片 20" descr="图片包含 游戏机, 夜空&#10;&#10;描述已自动生成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4678" y="5734398"/>
            <a:ext cx="6955494" cy="2154723"/>
          </a:xfrm>
          <a:prstGeom prst="rect">
            <a:avLst/>
          </a:prstGeom>
        </p:spPr>
      </p:pic>
      <p:pic>
        <p:nvPicPr>
          <p:cNvPr id="188" name="图片 187" descr="黑暗中的白云&#10;&#10;中度可信度描述已自动生成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871" y="2306724"/>
            <a:ext cx="5338828" cy="4262090"/>
          </a:xfrm>
          <a:prstGeom prst="rect">
            <a:avLst/>
          </a:prstGeom>
        </p:spPr>
      </p:pic>
      <p:pic>
        <p:nvPicPr>
          <p:cNvPr id="194" name="图片 193" descr="黑暗中有许多云&#10;&#10;中度可信度描述已自动生成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1361" y="2734127"/>
            <a:ext cx="7577049" cy="4207708"/>
          </a:xfrm>
          <a:prstGeom prst="rect">
            <a:avLst/>
          </a:prstGeom>
        </p:spPr>
      </p:pic>
      <p:pic>
        <p:nvPicPr>
          <p:cNvPr id="197" name="图片 196" descr="黑暗中有许多云&#10;&#10;中度可信度描述已自动生成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366" y="1419963"/>
            <a:ext cx="7577049" cy="4207708"/>
          </a:xfrm>
          <a:prstGeom prst="rect">
            <a:avLst/>
          </a:prstGeom>
        </p:spPr>
      </p:pic>
      <p:pic>
        <p:nvPicPr>
          <p:cNvPr id="198" name="图片 197" descr="黑暗中的白云&#10;&#10;描述已自动生成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5851" y="2466455"/>
            <a:ext cx="4249360" cy="4262090"/>
          </a:xfrm>
          <a:prstGeom prst="rect">
            <a:avLst/>
          </a:prstGeom>
        </p:spPr>
      </p:pic>
      <p:pic>
        <p:nvPicPr>
          <p:cNvPr id="200" name="图片 199" descr="黑暗中有许多云&#10;&#10;中度可信度描述已自动生成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0273" y="2029580"/>
            <a:ext cx="7577049" cy="4207708"/>
          </a:xfrm>
          <a:prstGeom prst="rect">
            <a:avLst/>
          </a:prstGeom>
        </p:spPr>
      </p:pic>
      <p:pic>
        <p:nvPicPr>
          <p:cNvPr id="201" name="图片 200" descr="黑暗中的白云&#10;&#10;描述已自动生成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6735" y="2889147"/>
            <a:ext cx="4249360" cy="4262090"/>
          </a:xfrm>
          <a:prstGeom prst="rect">
            <a:avLst/>
          </a:prstGeom>
        </p:spPr>
      </p:pic>
      <p:pic>
        <p:nvPicPr>
          <p:cNvPr id="202" name="图片 201" descr="地上有烟&#10;&#10;低可信度描述已自动生成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642890" y="1184196"/>
            <a:ext cx="5986748" cy="2596049"/>
          </a:xfrm>
          <a:prstGeom prst="rect">
            <a:avLst/>
          </a:prstGeom>
        </p:spPr>
      </p:pic>
      <p:pic>
        <p:nvPicPr>
          <p:cNvPr id="203" name="图片 202" descr="天空中有许多云&#10;&#10;描述已自动生成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47" y="854982"/>
            <a:ext cx="4286250" cy="2651760"/>
          </a:xfrm>
          <a:prstGeom prst="rect">
            <a:avLst/>
          </a:prstGeom>
        </p:spPr>
      </p:pic>
      <p:pic>
        <p:nvPicPr>
          <p:cNvPr id="205" name="图片 204" descr="地上有烟&#10;&#10;低可信度描述已自动生成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566330" y="2358516"/>
            <a:ext cx="5986748" cy="2596049"/>
          </a:xfrm>
          <a:prstGeom prst="rect">
            <a:avLst/>
          </a:prstGeom>
        </p:spPr>
      </p:pic>
      <p:pic>
        <p:nvPicPr>
          <p:cNvPr id="206" name="图片 205" descr="地上有烟&#10;&#10;低可信度描述已自动生成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791565" y="3919718"/>
            <a:ext cx="5986748" cy="2596049"/>
          </a:xfrm>
          <a:prstGeom prst="rect">
            <a:avLst/>
          </a:prstGeom>
        </p:spPr>
      </p:pic>
      <p:pic>
        <p:nvPicPr>
          <p:cNvPr id="207" name="图片 206" descr="天空中有许多云&#10;&#10;描述已自动生成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6126" y="342233"/>
            <a:ext cx="4286250" cy="2651760"/>
          </a:xfrm>
          <a:prstGeom prst="rect">
            <a:avLst/>
          </a:prstGeom>
        </p:spPr>
      </p:pic>
      <p:pic>
        <p:nvPicPr>
          <p:cNvPr id="210" name="图片 209" descr="地上有烟&#10;&#10;低可信度描述已自动生成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180144" y="3406969"/>
            <a:ext cx="5986748" cy="2596049"/>
          </a:xfrm>
          <a:prstGeom prst="rect">
            <a:avLst/>
          </a:prstGeom>
        </p:spPr>
      </p:pic>
      <p:pic>
        <p:nvPicPr>
          <p:cNvPr id="212" name="图片 211" descr="天空中有许多云&#10;&#10;描述已自动生成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7485" y="745107"/>
            <a:ext cx="4286250" cy="2651760"/>
          </a:xfrm>
          <a:prstGeom prst="rect">
            <a:avLst/>
          </a:prstGeom>
        </p:spPr>
      </p:pic>
      <p:pic>
        <p:nvPicPr>
          <p:cNvPr id="213" name="图片 212" descr="地上有烟&#10;&#10;低可信度描述已自动生成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708937" y="4626645"/>
            <a:ext cx="5986748" cy="2596049"/>
          </a:xfrm>
          <a:prstGeom prst="rect">
            <a:avLst/>
          </a:prstGeom>
        </p:spPr>
      </p:pic>
      <p:pic>
        <p:nvPicPr>
          <p:cNvPr id="214" name="图片 213" descr="地上有烟&#10;&#10;低可信度描述已自动生成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69905" y="1558041"/>
            <a:ext cx="5986748" cy="2596049"/>
          </a:xfrm>
          <a:prstGeom prst="rect">
            <a:avLst/>
          </a:prstGeom>
        </p:spPr>
      </p:pic>
      <p:pic>
        <p:nvPicPr>
          <p:cNvPr id="215" name="图片 214" descr="地上有烟&#10;&#10;低可信度描述已自动生成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657961" y="2878884"/>
            <a:ext cx="5986748" cy="2596049"/>
          </a:xfrm>
          <a:prstGeom prst="rect">
            <a:avLst/>
          </a:prstGeom>
        </p:spPr>
      </p:pic>
      <p:pic>
        <p:nvPicPr>
          <p:cNvPr id="216" name="图片 215" descr="地上有烟&#10;&#10;低可信度描述已自动生成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685684" y="1404751"/>
            <a:ext cx="5986748" cy="2596049"/>
          </a:xfrm>
          <a:prstGeom prst="rect">
            <a:avLst/>
          </a:prstGeom>
        </p:spPr>
      </p:pic>
      <p:pic>
        <p:nvPicPr>
          <p:cNvPr id="217" name="图片 216" descr="地上有烟&#10;&#10;低可信度描述已自动生成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082233" y="2777386"/>
            <a:ext cx="5986748" cy="2596049"/>
          </a:xfrm>
          <a:prstGeom prst="rect">
            <a:avLst/>
          </a:prstGeom>
        </p:spPr>
      </p:pic>
      <p:pic>
        <p:nvPicPr>
          <p:cNvPr id="218" name="图片 217" descr="天空中有许多云&#10;&#10;描述已自动生成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9909" y="20636"/>
            <a:ext cx="4286250" cy="2651760"/>
          </a:xfrm>
          <a:prstGeom prst="rect">
            <a:avLst/>
          </a:prstGeom>
        </p:spPr>
      </p:pic>
      <p:pic>
        <p:nvPicPr>
          <p:cNvPr id="219" name="图片 218" descr="地上有烟&#10;&#10;低可信度描述已自动生成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556857" y="17587"/>
            <a:ext cx="5986748" cy="25960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35A27B7-1FC7-48C8-8412-F99642F6DCC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60" y="-8994"/>
            <a:ext cx="12192659" cy="6859520"/>
          </a:xfrm>
          <a:prstGeom prst="rect">
            <a:avLst/>
          </a:prstGeom>
        </p:spPr>
      </p:pic>
      <p:sp>
        <p:nvSpPr>
          <p:cNvPr id="10" name="MG-Rectangle 9"/>
          <p:cNvSpPr/>
          <p:nvPr>
            <p:custDataLst>
              <p:tags r:id="rId1"/>
            </p:custDataLst>
          </p:nvPr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rmAutofit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3" name="MG-图片 2" descr="地上有烟&#10;&#10;低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285082" y="7474"/>
            <a:ext cx="5986748" cy="2596049"/>
          </a:xfrm>
          <a:prstGeom prst="rect">
            <a:avLst/>
          </a:prstGeom>
        </p:spPr>
      </p:pic>
      <p:pic>
        <p:nvPicPr>
          <p:cNvPr id="5" name="MG-图片 4" descr="黑白色的猫&#10;&#10;低可信度描述已自动生成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0196" y="5385055"/>
            <a:ext cx="7577049" cy="2188874"/>
          </a:xfrm>
          <a:prstGeom prst="rect">
            <a:avLst/>
          </a:prstGeom>
        </p:spPr>
      </p:pic>
      <p:pic>
        <p:nvPicPr>
          <p:cNvPr id="9" name="MG-图片 8" descr="图片包含 游戏机, 烟, 黑暗&#10;&#10;描述已自动生成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9602" y="3656541"/>
            <a:ext cx="5641350" cy="3859559"/>
          </a:xfrm>
          <a:prstGeom prst="rect">
            <a:avLst/>
          </a:prstGeom>
        </p:spPr>
      </p:pic>
      <p:pic>
        <p:nvPicPr>
          <p:cNvPr id="13" name="MG-图片 12" descr="黑暗中的白云&#10;&#10;描述已自动生成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9232" y="4925248"/>
            <a:ext cx="4249360" cy="4262090"/>
          </a:xfrm>
          <a:prstGeom prst="rect">
            <a:avLst/>
          </a:prstGeom>
        </p:spPr>
      </p:pic>
      <p:pic>
        <p:nvPicPr>
          <p:cNvPr id="17" name="MG-图片 16" descr="天空中有许多云&#10;&#10;描述已自动生成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357" y="0"/>
            <a:ext cx="4286250" cy="2651760"/>
          </a:xfrm>
          <a:prstGeom prst="rect">
            <a:avLst/>
          </a:prstGeom>
        </p:spPr>
      </p:pic>
      <p:pic>
        <p:nvPicPr>
          <p:cNvPr id="21" name="MG-图片 20" descr="图片包含 游戏机, 夜空&#10;&#10;描述已自动生成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4678" y="5734398"/>
            <a:ext cx="6955494" cy="2154723"/>
          </a:xfrm>
          <a:prstGeom prst="rect">
            <a:avLst/>
          </a:prstGeom>
        </p:spPr>
      </p:pic>
      <p:pic>
        <p:nvPicPr>
          <p:cNvPr id="188" name="MG-图片 187" descr="黑暗中的白云&#10;&#10;中度可信度描述已自动生成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53324" y="3245019"/>
            <a:ext cx="5338828" cy="4262090"/>
          </a:xfrm>
          <a:prstGeom prst="rect">
            <a:avLst/>
          </a:prstGeom>
        </p:spPr>
      </p:pic>
      <p:pic>
        <p:nvPicPr>
          <p:cNvPr id="194" name="MG-图片 193" descr="黑暗中有许多云&#10;&#10;中度可信度描述已自动生成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16697" y="3405820"/>
            <a:ext cx="7577049" cy="4207708"/>
          </a:xfrm>
          <a:prstGeom prst="rect">
            <a:avLst/>
          </a:prstGeom>
        </p:spPr>
      </p:pic>
      <p:sp>
        <p:nvSpPr>
          <p:cNvPr id="4" name="MG-文本占位符 34"/>
          <p:cNvSpPr txBox="1"/>
          <p:nvPr>
            <p:custDataLst>
              <p:tags r:id="rId10"/>
            </p:custDataLst>
          </p:nvPr>
        </p:nvSpPr>
        <p:spPr>
          <a:xfrm>
            <a:off x="517646" y="4689827"/>
            <a:ext cx="10585450" cy="595123"/>
          </a:xfrm>
          <a:prstGeom prst="rect">
            <a:avLst/>
          </a:prstGeom>
        </p:spPr>
        <p:txBody>
          <a:bodyPr lIns="72000" tIns="0" rIns="72000" bIns="0" anchor="ctr" anchorCtr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小队成员：曹子宸、郑喆宇、官恺祺</a:t>
            </a:r>
            <a:endParaRPr lang="en-US" alt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indent="0" algn="ctr">
              <a:buNone/>
            </a:pP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指导老师：蔡朝晖</a:t>
            </a:r>
          </a:p>
        </p:txBody>
      </p:sp>
      <p:sp>
        <p:nvSpPr>
          <p:cNvPr id="12" name="MG-标题 1"/>
          <p:cNvSpPr txBox="1"/>
          <p:nvPr>
            <p:custDataLst>
              <p:tags r:id="rId11"/>
            </p:custDataLst>
          </p:nvPr>
        </p:nvSpPr>
        <p:spPr>
          <a:xfrm>
            <a:off x="556623" y="2274117"/>
            <a:ext cx="10729913" cy="849207"/>
          </a:xfrm>
          <a:prstGeom prst="rect">
            <a:avLst/>
          </a:prstGeom>
        </p:spPr>
        <p:txBody>
          <a:bodyPr wrap="square" tIns="0" bIns="0" anchor="ctr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ts val="6500"/>
              </a:lnSpc>
            </a:pPr>
            <a:r>
              <a:rPr lang="en-US" altLang="zh-CN" sz="6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F7LY</a:t>
            </a:r>
            <a:r>
              <a:rPr lang="zh-CN" altLang="en-US" sz="6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内核介绍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1256207" y="3784523"/>
            <a:ext cx="107299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2025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年全国大学生计算机系统能力大赛</a:t>
            </a:r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操作系统设计赛</a:t>
            </a:r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(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全国</a:t>
            </a:r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) OS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内核实现赛道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93460EF-1D96-A314-07AB-DC6AD8436F8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8479" y="-1760721"/>
            <a:ext cx="6711710" cy="6858000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5D2B10A7-27A1-F15B-AF90-A453FBD75909}"/>
              </a:ext>
            </a:extLst>
          </p:cNvPr>
          <p:cNvGrpSpPr/>
          <p:nvPr/>
        </p:nvGrpSpPr>
        <p:grpSpPr>
          <a:xfrm>
            <a:off x="1611651" y="1943100"/>
            <a:ext cx="7031988" cy="4792132"/>
            <a:chOff x="2353732" y="838200"/>
            <a:chExt cx="6595536" cy="4792132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7D3A72FF-11F5-0660-4E19-BB4F4DF61832}"/>
                </a:ext>
              </a:extLst>
            </p:cNvPr>
            <p:cNvGrpSpPr/>
            <p:nvPr/>
          </p:nvGrpSpPr>
          <p:grpSpPr>
            <a:xfrm>
              <a:off x="2814320" y="981876"/>
              <a:ext cx="5942442" cy="4419986"/>
              <a:chOff x="-705872" y="1028066"/>
              <a:chExt cx="4410266" cy="961489"/>
            </a:xfrm>
          </p:grpSpPr>
          <p:sp>
            <p:nvSpPr>
              <p:cNvPr id="10" name="矩形: 对角圆角 9">
                <a:extLst>
                  <a:ext uri="{FF2B5EF4-FFF2-40B4-BE49-F238E27FC236}">
                    <a16:creationId xmlns:a16="http://schemas.microsoft.com/office/drawing/2014/main" id="{A6F35ACF-5395-3E5D-075D-78A8D3B13172}"/>
                  </a:ext>
                </a:extLst>
              </p:cNvPr>
              <p:cNvSpPr/>
              <p:nvPr/>
            </p:nvSpPr>
            <p:spPr>
              <a:xfrm>
                <a:off x="-469673" y="1039088"/>
                <a:ext cx="4174067" cy="950467"/>
              </a:xfrm>
              <a:prstGeom prst="round2DiagRect">
                <a:avLst>
                  <a:gd name="adj1" fmla="val 16667"/>
                  <a:gd name="adj2" fmla="val 25972"/>
                </a:avLst>
              </a:prstGeom>
              <a:solidFill>
                <a:schemeClr val="bg1">
                  <a:lumMod val="95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  <a:norm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Arial"/>
                  <a:ea typeface="华文中宋"/>
                  <a:cs typeface="+mn-cs"/>
                </a:endParaRPr>
              </a:p>
            </p:txBody>
          </p:sp>
          <p:sp>
            <p:nvSpPr>
              <p:cNvPr id="11" name="矩形: 对角圆角 10">
                <a:extLst>
                  <a:ext uri="{FF2B5EF4-FFF2-40B4-BE49-F238E27FC236}">
                    <a16:creationId xmlns:a16="http://schemas.microsoft.com/office/drawing/2014/main" id="{3B6F078D-7E4E-7AF4-2676-87BA38D3A594}"/>
                  </a:ext>
                </a:extLst>
              </p:cNvPr>
              <p:cNvSpPr/>
              <p:nvPr/>
            </p:nvSpPr>
            <p:spPr>
              <a:xfrm>
                <a:off x="-705872" y="1028066"/>
                <a:ext cx="4410266" cy="950467"/>
              </a:xfrm>
              <a:prstGeom prst="round2DiagRect">
                <a:avLst>
                  <a:gd name="adj1" fmla="val 16667"/>
                  <a:gd name="adj2" fmla="val 27134"/>
                </a:avLst>
              </a:prstGeom>
              <a:gradFill flip="none" rotWithShape="1">
                <a:gsLst>
                  <a:gs pos="0">
                    <a:schemeClr val="bg1"/>
                  </a:gs>
                  <a:gs pos="100000">
                    <a:srgbClr val="042857">
                      <a:alpha val="64000"/>
                    </a:srgbClr>
                  </a:gs>
                </a:gsLst>
                <a:lin ang="0" scaled="1"/>
                <a:tileRect/>
              </a:gra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  <a:norm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E9E6EC"/>
                  </a:solidFill>
                  <a:effectLst/>
                  <a:uLnTx/>
                  <a:uFillTx/>
                  <a:latin typeface="Arial"/>
                  <a:ea typeface="华文中宋"/>
                  <a:cs typeface="+mn-cs"/>
                </a:endParaRPr>
              </a:p>
            </p:txBody>
          </p:sp>
        </p:grpSp>
        <p:sp>
          <p:nvSpPr>
            <p:cNvPr id="9" name="矩形: 对角圆角 8">
              <a:extLst>
                <a:ext uri="{FF2B5EF4-FFF2-40B4-BE49-F238E27FC236}">
                  <a16:creationId xmlns:a16="http://schemas.microsoft.com/office/drawing/2014/main" id="{96A72D1B-30F3-6484-3306-0BC16C3FD548}"/>
                </a:ext>
              </a:extLst>
            </p:cNvPr>
            <p:cNvSpPr/>
            <p:nvPr/>
          </p:nvSpPr>
          <p:spPr>
            <a:xfrm>
              <a:off x="2353732" y="838200"/>
              <a:ext cx="6595536" cy="4792132"/>
            </a:xfrm>
            <a:prstGeom prst="round2DiagRect">
              <a:avLst>
                <a:gd name="adj1" fmla="val 16667"/>
                <a:gd name="adj2" fmla="val 27068"/>
              </a:avLst>
            </a:prstGeom>
            <a:noFill/>
            <a:ln w="38100">
              <a:gradFill flip="none" rotWithShape="1">
                <a:gsLst>
                  <a:gs pos="38000">
                    <a:schemeClr val="accent1">
                      <a:lumMod val="5000"/>
                      <a:lumOff val="95000"/>
                      <a:alpha val="0"/>
                    </a:schemeClr>
                  </a:gs>
                  <a:gs pos="100000">
                    <a:srgbClr val="042857"/>
                  </a:gs>
                </a:gsLst>
                <a:lin ang="0" scaled="1"/>
                <a:tileRect/>
              </a:gradFill>
              <a:prstDash val="lgDashDot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9E6EC"/>
                </a:solidFill>
                <a:effectLst/>
                <a:uLnTx/>
                <a:uFillTx/>
                <a:latin typeface="Arial"/>
                <a:ea typeface="华文中宋"/>
                <a:cs typeface="+mn-cs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61AD0B4D-C0FF-0E13-E0BF-CF6A2ABAF074}"/>
              </a:ext>
            </a:extLst>
          </p:cNvPr>
          <p:cNvGrpSpPr/>
          <p:nvPr/>
        </p:nvGrpSpPr>
        <p:grpSpPr>
          <a:xfrm>
            <a:off x="-1766237" y="725631"/>
            <a:ext cx="6595536" cy="4792132"/>
            <a:chOff x="2353732" y="838200"/>
            <a:chExt cx="6595536" cy="4792132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AD7FB124-906A-C7CE-C201-61DE7016EA8E}"/>
                </a:ext>
              </a:extLst>
            </p:cNvPr>
            <p:cNvGrpSpPr/>
            <p:nvPr/>
          </p:nvGrpSpPr>
          <p:grpSpPr>
            <a:xfrm>
              <a:off x="2814320" y="981876"/>
              <a:ext cx="5942442" cy="4419986"/>
              <a:chOff x="-705872" y="1028066"/>
              <a:chExt cx="4410266" cy="961489"/>
            </a:xfrm>
          </p:grpSpPr>
          <p:sp>
            <p:nvSpPr>
              <p:cNvPr id="14" name="矩形: 对角圆角 13">
                <a:extLst>
                  <a:ext uri="{FF2B5EF4-FFF2-40B4-BE49-F238E27FC236}">
                    <a16:creationId xmlns:a16="http://schemas.microsoft.com/office/drawing/2014/main" id="{AA3C4978-7C83-F6FB-7B36-C6F45DC16E65}"/>
                  </a:ext>
                </a:extLst>
              </p:cNvPr>
              <p:cNvSpPr/>
              <p:nvPr/>
            </p:nvSpPr>
            <p:spPr>
              <a:xfrm>
                <a:off x="-469673" y="1039088"/>
                <a:ext cx="4174067" cy="950467"/>
              </a:xfrm>
              <a:prstGeom prst="round2DiagRect">
                <a:avLst>
                  <a:gd name="adj1" fmla="val 16667"/>
                  <a:gd name="adj2" fmla="val 25972"/>
                </a:avLst>
              </a:prstGeom>
              <a:solidFill>
                <a:schemeClr val="bg1">
                  <a:lumMod val="95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  <a:norm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Arial"/>
                  <a:ea typeface="华文中宋"/>
                  <a:cs typeface="+mn-cs"/>
                </a:endParaRPr>
              </a:p>
            </p:txBody>
          </p:sp>
          <p:sp>
            <p:nvSpPr>
              <p:cNvPr id="15" name="矩形: 对角圆角 14">
                <a:extLst>
                  <a:ext uri="{FF2B5EF4-FFF2-40B4-BE49-F238E27FC236}">
                    <a16:creationId xmlns:a16="http://schemas.microsoft.com/office/drawing/2014/main" id="{379593EC-864C-1A11-E803-7A7CAC0B70B7}"/>
                  </a:ext>
                </a:extLst>
              </p:cNvPr>
              <p:cNvSpPr/>
              <p:nvPr/>
            </p:nvSpPr>
            <p:spPr>
              <a:xfrm>
                <a:off x="-705872" y="1028066"/>
                <a:ext cx="4410266" cy="950467"/>
              </a:xfrm>
              <a:prstGeom prst="round2DiagRect">
                <a:avLst>
                  <a:gd name="adj1" fmla="val 16667"/>
                  <a:gd name="adj2" fmla="val 27134"/>
                </a:avLst>
              </a:prstGeom>
              <a:gradFill flip="none" rotWithShape="1">
                <a:gsLst>
                  <a:gs pos="0">
                    <a:schemeClr val="bg1"/>
                  </a:gs>
                  <a:gs pos="100000">
                    <a:srgbClr val="042857">
                      <a:alpha val="64000"/>
                    </a:srgbClr>
                  </a:gs>
                </a:gsLst>
                <a:lin ang="0" scaled="1"/>
                <a:tileRect/>
              </a:gra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  <a:norm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E9E6EC"/>
                  </a:solidFill>
                  <a:effectLst/>
                  <a:uLnTx/>
                  <a:uFillTx/>
                  <a:latin typeface="Arial"/>
                  <a:ea typeface="华文中宋"/>
                  <a:cs typeface="+mn-cs"/>
                </a:endParaRPr>
              </a:p>
            </p:txBody>
          </p:sp>
        </p:grpSp>
        <p:sp>
          <p:nvSpPr>
            <p:cNvPr id="2" name="矩形: 对角圆角 1">
              <a:extLst>
                <a:ext uri="{FF2B5EF4-FFF2-40B4-BE49-F238E27FC236}">
                  <a16:creationId xmlns:a16="http://schemas.microsoft.com/office/drawing/2014/main" id="{FBBE37D1-A750-AAEF-CF8E-DB0CA7037AFE}"/>
                </a:ext>
              </a:extLst>
            </p:cNvPr>
            <p:cNvSpPr/>
            <p:nvPr/>
          </p:nvSpPr>
          <p:spPr>
            <a:xfrm>
              <a:off x="2353732" y="838200"/>
              <a:ext cx="6595536" cy="4792132"/>
            </a:xfrm>
            <a:prstGeom prst="round2DiagRect">
              <a:avLst>
                <a:gd name="adj1" fmla="val 16667"/>
                <a:gd name="adj2" fmla="val 27068"/>
              </a:avLst>
            </a:prstGeom>
            <a:noFill/>
            <a:ln w="38100">
              <a:gradFill flip="none" rotWithShape="1">
                <a:gsLst>
                  <a:gs pos="40000">
                    <a:schemeClr val="accent1">
                      <a:lumMod val="5000"/>
                      <a:lumOff val="95000"/>
                      <a:alpha val="0"/>
                    </a:schemeClr>
                  </a:gs>
                  <a:gs pos="100000">
                    <a:srgbClr val="042857"/>
                  </a:gs>
                </a:gsLst>
                <a:lin ang="0" scaled="1"/>
                <a:tileRect/>
              </a:gradFill>
              <a:prstDash val="lgDashDot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9E6EC"/>
                </a:solidFill>
                <a:effectLst/>
                <a:uLnTx/>
                <a:uFillTx/>
                <a:latin typeface="Arial"/>
                <a:ea typeface="华文中宋"/>
                <a:cs typeface="+mn-cs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359FB51-C042-F15D-8E60-7A9286023B69}"/>
              </a:ext>
            </a:extLst>
          </p:cNvPr>
          <p:cNvSpPr txBox="1"/>
          <p:nvPr/>
        </p:nvSpPr>
        <p:spPr>
          <a:xfrm>
            <a:off x="254174" y="1004769"/>
            <a:ext cx="5115833" cy="4848461"/>
          </a:xfrm>
          <a:prstGeom prst="rect">
            <a:avLst/>
          </a:prstGeom>
          <a:noFill/>
        </p:spPr>
        <p:txBody>
          <a:bodyPr wrap="square" lIns="180000" tIns="180000" rIns="180000" bIns="180000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一、概述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	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1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.1  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整体架构 </a:t>
            </a:r>
            <a:endParaRPr kumimoji="1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  <a:p>
            <a:pPr marL="914400" marR="0" lvl="2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1.2  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参考的项目</a:t>
            </a:r>
            <a:endParaRPr kumimoji="1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二、内核详细介绍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	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2.1  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机器启动 </a:t>
            </a:r>
            <a:endParaRPr kumimoji="1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  <a:p>
            <a:pPr marL="914400" marR="0" lvl="2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2.2  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中断处理</a:t>
            </a:r>
            <a:endParaRPr kumimoji="1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  <a:p>
            <a:pPr marL="914400" marR="0" lvl="2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2.3  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内存管理</a:t>
            </a:r>
            <a:endParaRPr kumimoji="1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7BFE66F-38EB-F81A-0FFE-BBA94A4DF22F}"/>
              </a:ext>
            </a:extLst>
          </p:cNvPr>
          <p:cNvSpPr txBox="1"/>
          <p:nvPr/>
        </p:nvSpPr>
        <p:spPr>
          <a:xfrm>
            <a:off x="4930479" y="2601318"/>
            <a:ext cx="6096000" cy="3475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marR="0" lvl="2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2.4  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进程管理</a:t>
            </a:r>
            <a:endParaRPr kumimoji="1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  <a:p>
            <a:pPr marL="914400" marR="0" lvl="2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2.5  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文件系统</a:t>
            </a:r>
            <a:endParaRPr kumimoji="1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  <a:p>
            <a:pPr marL="914400" marR="0" lvl="2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2.6  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进程间通信</a:t>
            </a:r>
            <a:endParaRPr kumimoji="1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三、</a:t>
            </a:r>
            <a:r>
              <a:rPr kumimoji="1" lang="zh-CN" altLang="en-US" sz="2800" b="1" dirty="0">
                <a:solidFill>
                  <a:srgbClr val="000000">
                    <a:lumMod val="75000"/>
                    <a:lumOff val="25000"/>
                  </a:srgb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亮点与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总结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  <a:p>
            <a:pPr marL="914400" marR="0" lvl="2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3.1  </a:t>
            </a:r>
            <a:r>
              <a:rPr kumimoji="1" lang="zh-CN" altLang="en-US" sz="2000" dirty="0">
                <a:solidFill>
                  <a:srgbClr val="000000">
                    <a:lumMod val="75000"/>
                    <a:lumOff val="25000"/>
                  </a:srgb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工作亮点</a:t>
            </a:r>
            <a:endParaRPr kumimoji="1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  <a:p>
            <a:pPr marL="914400" marR="0" lvl="2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3.2  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经验总结</a:t>
            </a:r>
            <a:endParaRPr kumimoji="1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  <a:p>
            <a:pPr marL="914400" marR="0" lvl="2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3.3 </a:t>
            </a:r>
            <a:r>
              <a:rPr kumimoji="1" lang="zh-CN" altLang="en-US" sz="2000" dirty="0">
                <a:solidFill>
                  <a:srgbClr val="000000">
                    <a:lumMod val="75000"/>
                    <a:lumOff val="25000"/>
                  </a:srgb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总结与展望</a:t>
            </a:r>
            <a:endParaRPr kumimoji="1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0B61EBC-27A1-AAAE-6FC3-BCC6E94DE9C2}"/>
              </a:ext>
            </a:extLst>
          </p:cNvPr>
          <p:cNvSpPr txBox="1"/>
          <p:nvPr/>
        </p:nvSpPr>
        <p:spPr>
          <a:xfrm>
            <a:off x="9481559" y="519391"/>
            <a:ext cx="1830742" cy="3727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9600" b="0" i="0" u="none" strike="noStrike" kern="1200" cap="none" spc="0" normalizeH="0" baseline="0" noProof="0" dirty="0">
                <a:ln>
                  <a:noFill/>
                </a:ln>
                <a:solidFill>
                  <a:srgbClr val="1E7CB1">
                    <a:lumMod val="75000"/>
                  </a:srgbClr>
                </a:solidFill>
                <a:effectLst/>
                <a:uLnTx/>
                <a:uFillTx/>
                <a:latin typeface="方正舒体" panose="02010601030101010101" pitchFamily="2" charset="-122"/>
                <a:ea typeface="方正舒体" panose="02010601030101010101" pitchFamily="2" charset="-122"/>
                <a:cs typeface="+mn-cs"/>
              </a:rPr>
              <a:t>目</a:t>
            </a:r>
            <a:endParaRPr kumimoji="1" lang="en-US" altLang="zh-CN" sz="9600" b="0" i="0" u="none" strike="noStrike" kern="1200" cap="none" spc="0" normalizeH="0" baseline="0" noProof="0" dirty="0">
              <a:ln>
                <a:noFill/>
              </a:ln>
              <a:solidFill>
                <a:srgbClr val="1E7CB1">
                  <a:lumMod val="75000"/>
                </a:srgbClr>
              </a:solidFill>
              <a:effectLst/>
              <a:uLnTx/>
              <a:uFillTx/>
              <a:latin typeface="方正舒体" panose="02010601030101010101" pitchFamily="2" charset="-122"/>
              <a:ea typeface="方正舒体" panose="02010601030101010101" pitchFamily="2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9600" b="0" i="0" u="none" strike="noStrike" kern="1200" cap="none" spc="0" normalizeH="0" baseline="0" noProof="0" dirty="0">
                <a:ln>
                  <a:noFill/>
                </a:ln>
                <a:solidFill>
                  <a:srgbClr val="1E7CB1">
                    <a:lumMod val="75000"/>
                  </a:srgbClr>
                </a:solidFill>
                <a:effectLst/>
                <a:uLnTx/>
                <a:uFillTx/>
                <a:latin typeface="方正舒体" panose="02010601030101010101" pitchFamily="2" charset="-122"/>
                <a:ea typeface="方正舒体" panose="02010601030101010101" pitchFamily="2" charset="-122"/>
                <a:cs typeface="+mn-cs"/>
              </a:rPr>
              <a:t>录</a:t>
            </a:r>
            <a:endParaRPr kumimoji="1" lang="en-US" altLang="zh-CN" sz="9600" b="0" i="0" u="none" strike="noStrike" kern="1200" cap="none" spc="0" normalizeH="0" baseline="0" noProof="0" dirty="0">
              <a:ln>
                <a:noFill/>
              </a:ln>
              <a:solidFill>
                <a:srgbClr val="1E7CB1">
                  <a:lumMod val="75000"/>
                </a:srgbClr>
              </a:solidFill>
              <a:effectLst/>
              <a:uLnTx/>
              <a:uFillTx/>
              <a:latin typeface="方正舒体" panose="02010601030101010101" pitchFamily="2" charset="-122"/>
              <a:ea typeface="方正舒体" panose="02010601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89783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A7764B7-37BD-695A-32EA-C20D61F16FB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-3355854" y="0"/>
            <a:ext cx="6711710" cy="68580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A00BFD9-C574-7127-0C04-145E915F20A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Mark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6145" y="0"/>
            <a:ext cx="6711710" cy="685800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92D30A2-17D1-9CBD-690E-37FC05BC7773}"/>
              </a:ext>
            </a:extLst>
          </p:cNvPr>
          <p:cNvSpPr txBox="1"/>
          <p:nvPr/>
        </p:nvSpPr>
        <p:spPr>
          <a:xfrm>
            <a:off x="4788270" y="1718327"/>
            <a:ext cx="2615460" cy="2646878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6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C5960">
                        <a:lumMod val="60000"/>
                        <a:lumOff val="40000"/>
                      </a:srgbClr>
                    </a:gs>
                    <a:gs pos="100000">
                      <a:srgbClr val="FC5960">
                        <a:lumMod val="20000"/>
                        <a:lumOff val="80000"/>
                        <a:alpha val="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01</a:t>
            </a:r>
            <a:endParaRPr kumimoji="1" lang="zh-CN" altLang="en-US" sz="16600" b="1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FC5960">
                      <a:lumMod val="60000"/>
                      <a:lumOff val="40000"/>
                    </a:srgbClr>
                  </a:gs>
                  <a:gs pos="100000">
                    <a:srgbClr val="FC5960">
                      <a:lumMod val="20000"/>
                      <a:lumOff val="80000"/>
                      <a:alpha val="0"/>
                    </a:srgbClr>
                  </a:gs>
                </a:gsLst>
                <a:lin ang="5400000" scaled="1"/>
              </a:gradFill>
              <a:effectLst/>
              <a:uLnTx/>
              <a:uFillTx/>
              <a:latin typeface="Cambria" panose="02040503050406030204" pitchFamily="18" charset="0"/>
              <a:ea typeface="华文中宋" panose="02010600040101010101" pitchFamily="2" charset="-122"/>
            </a:endParaRPr>
          </a:p>
        </p:txBody>
      </p:sp>
      <p:sp>
        <p:nvSpPr>
          <p:cNvPr id="8" name="文本占位符 39">
            <a:extLst>
              <a:ext uri="{FF2B5EF4-FFF2-40B4-BE49-F238E27FC236}">
                <a16:creationId xmlns:a16="http://schemas.microsoft.com/office/drawing/2014/main" id="{443F6625-FD30-FA36-9418-68CFA9103C05}"/>
              </a:ext>
            </a:extLst>
          </p:cNvPr>
          <p:cNvSpPr txBox="1"/>
          <p:nvPr/>
        </p:nvSpPr>
        <p:spPr>
          <a:xfrm>
            <a:off x="4021509" y="3035557"/>
            <a:ext cx="3760484" cy="883197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13785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整体架构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DCADD63-3226-8982-6180-2AE720986D6C}"/>
              </a:ext>
            </a:extLst>
          </p:cNvPr>
          <p:cNvSpPr txBox="1"/>
          <p:nvPr/>
        </p:nvSpPr>
        <p:spPr>
          <a:xfrm>
            <a:off x="3130920" y="3937884"/>
            <a:ext cx="5541662" cy="38055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Century Gothic" panose="020B0502020202020204" pitchFamily="34" charset="0"/>
                <a:ea typeface="华文中宋" panose="02010600040101010101" pitchFamily="2" charset="-122"/>
              </a:rPr>
              <a:t>Overall Architecture</a:t>
            </a:r>
          </a:p>
        </p:txBody>
      </p:sp>
    </p:spTree>
    <p:extLst>
      <p:ext uri="{BB962C8B-B14F-4D97-AF65-F5344CB8AC3E}">
        <p14:creationId xmlns:p14="http://schemas.microsoft.com/office/powerpoint/2010/main" val="32998126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图片 31">
            <a:extLst>
              <a:ext uri="{FF2B5EF4-FFF2-40B4-BE49-F238E27FC236}">
                <a16:creationId xmlns:a16="http://schemas.microsoft.com/office/drawing/2014/main" id="{3278E65B-1689-B5A3-860B-B9F64E0E21F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0144" y="-24221"/>
            <a:ext cx="6711710" cy="6858000"/>
          </a:xfrm>
          <a:prstGeom prst="rect">
            <a:avLst/>
          </a:prstGeom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2E561F81-4D45-F360-B64D-280D61E7B606}"/>
              </a:ext>
            </a:extLst>
          </p:cNvPr>
          <p:cNvSpPr txBox="1">
            <a:spLocks/>
          </p:cNvSpPr>
          <p:nvPr/>
        </p:nvSpPr>
        <p:spPr>
          <a:xfrm>
            <a:off x="942975" y="355386"/>
            <a:ext cx="8970989" cy="663575"/>
          </a:xfrm>
          <a:prstGeom prst="rect">
            <a:avLst/>
          </a:prstGeom>
        </p:spPr>
        <p:txBody>
          <a:bodyPr l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accent2"/>
                </a:solidFill>
                <a:latin typeface="方正小标宋简体" panose="03000509000000000000" pitchFamily="2" charset="-122"/>
                <a:ea typeface="方正小标宋简体" panose="03000509000000000000" pitchFamily="2" charset="-122"/>
                <a:cs typeface="+mj-cs"/>
              </a:defRPr>
            </a:lvl1pPr>
          </a:lstStyle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1.1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 整体概述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1D072314-1425-9324-0A86-A5A4D592385A}"/>
              </a:ext>
            </a:extLst>
          </p:cNvPr>
          <p:cNvCxnSpPr>
            <a:cxnSpLocks/>
          </p:cNvCxnSpPr>
          <p:nvPr/>
        </p:nvCxnSpPr>
        <p:spPr>
          <a:xfrm>
            <a:off x="6298666" y="1018961"/>
            <a:ext cx="0" cy="5739039"/>
          </a:xfrm>
          <a:prstGeom prst="line">
            <a:avLst/>
          </a:prstGeom>
          <a:ln w="19050">
            <a:solidFill>
              <a:srgbClr val="12523D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6FB5819C-DD47-5DEF-6D34-91E7B9A91BFC}"/>
              </a:ext>
            </a:extLst>
          </p:cNvPr>
          <p:cNvGrpSpPr/>
          <p:nvPr/>
        </p:nvGrpSpPr>
        <p:grpSpPr>
          <a:xfrm>
            <a:off x="606204" y="4919295"/>
            <a:ext cx="4154330" cy="1071338"/>
            <a:chOff x="475390" y="3942441"/>
            <a:chExt cx="2064610" cy="1097370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33CCE93C-CAD0-D535-EAE3-AB18FC607A16}"/>
                </a:ext>
              </a:extLst>
            </p:cNvPr>
            <p:cNvSpPr txBox="1"/>
            <p:nvPr/>
          </p:nvSpPr>
          <p:spPr>
            <a:xfrm>
              <a:off x="597277" y="4102687"/>
              <a:ext cx="1897207" cy="71786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kumimoji="1"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高分通过决赛阶段初赛测例</a:t>
              </a:r>
              <a:r>
                <a:rPr kumimoji="1"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,</a:t>
              </a:r>
              <a:r>
                <a:rPr kumimoji="1"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截止</a:t>
              </a:r>
              <a:r>
                <a:rPr kumimoji="1"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8.17</a:t>
              </a:r>
              <a:r>
                <a:rPr kumimoji="1"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晚</a:t>
              </a:r>
              <a:r>
                <a:rPr kumimoji="1"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23:59,</a:t>
              </a:r>
              <a:r>
                <a:rPr kumimoji="1"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排行榜排名第六</a:t>
              </a:r>
              <a:endParaRPr kumimoji="1"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B10B3AAC-BD08-C685-A92C-D74463F81658}"/>
                </a:ext>
              </a:extLst>
            </p:cNvPr>
            <p:cNvSpPr/>
            <p:nvPr/>
          </p:nvSpPr>
          <p:spPr>
            <a:xfrm>
              <a:off x="475390" y="3942441"/>
              <a:ext cx="2064610" cy="1097370"/>
            </a:xfrm>
            <a:prstGeom prst="roundRect">
              <a:avLst>
                <a:gd name="adj" fmla="val 9136"/>
              </a:avLst>
            </a:prstGeom>
            <a:noFill/>
            <a:ln>
              <a:prstDash val="dash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/>
            </a:bodyPr>
            <a:lstStyle/>
            <a:p>
              <a:pPr algn="l">
                <a:lnSpc>
                  <a:spcPct val="130000"/>
                </a:lnSpc>
              </a:pPr>
              <a:endPara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6ECC1869-C2F1-7666-B06A-F372F4CACBD0}"/>
              </a:ext>
            </a:extLst>
          </p:cNvPr>
          <p:cNvGrpSpPr/>
          <p:nvPr/>
        </p:nvGrpSpPr>
        <p:grpSpPr>
          <a:xfrm>
            <a:off x="1102493" y="1175406"/>
            <a:ext cx="3371195" cy="3415189"/>
            <a:chOff x="1" y="1053703"/>
            <a:chExt cx="3250061" cy="3340533"/>
          </a:xfrm>
        </p:grpSpPr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C0FC4D3B-1DDF-5168-6983-D7CD42E5FF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61597"/>
            <a:stretch>
              <a:fillRect/>
            </a:stretch>
          </p:blipFill>
          <p:spPr>
            <a:xfrm>
              <a:off x="1" y="1105010"/>
              <a:ext cx="2457161" cy="3254484"/>
            </a:xfrm>
            <a:prstGeom prst="rect">
              <a:avLst/>
            </a:prstGeom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FC0827DF-CF06-2342-8A00-61925D77390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90895"/>
            <a:stretch>
              <a:fillRect/>
            </a:stretch>
          </p:blipFill>
          <p:spPr>
            <a:xfrm>
              <a:off x="2457162" y="1053703"/>
              <a:ext cx="792900" cy="3340533"/>
            </a:xfrm>
            <a:prstGeom prst="rect">
              <a:avLst/>
            </a:prstGeom>
          </p:spPr>
        </p:pic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E49308EC-9C30-422A-5904-3A452AFAE7A5}"/>
              </a:ext>
            </a:extLst>
          </p:cNvPr>
          <p:cNvGrpSpPr/>
          <p:nvPr/>
        </p:nvGrpSpPr>
        <p:grpSpPr>
          <a:xfrm>
            <a:off x="6534914" y="1294215"/>
            <a:ext cx="5428485" cy="1348486"/>
            <a:chOff x="250131" y="2547321"/>
            <a:chExt cx="2064610" cy="2490016"/>
          </a:xfrm>
        </p:grpSpPr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8CEDE0E3-375C-0B23-BD21-0D8F24303B30}"/>
                </a:ext>
              </a:extLst>
            </p:cNvPr>
            <p:cNvSpPr txBox="1"/>
            <p:nvPr/>
          </p:nvSpPr>
          <p:spPr>
            <a:xfrm>
              <a:off x="410924" y="3180833"/>
              <a:ext cx="1897207" cy="129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kumimoji="1"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在</a:t>
              </a:r>
              <a:r>
                <a:rPr kumimoji="1" lang="en-US" altLang="zh-CN" sz="16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github</a:t>
              </a:r>
              <a:r>
                <a:rPr kumimoji="1"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上有完整的开发记录，截止目前共</a:t>
              </a:r>
              <a:r>
                <a:rPr kumimoji="1"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946</a:t>
              </a:r>
              <a:r>
                <a:rPr kumimoji="1"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次</a:t>
              </a:r>
              <a:r>
                <a:rPr kumimoji="1"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commit</a:t>
              </a:r>
              <a:r>
                <a:rPr kumimoji="1"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记录，独立编码，</a:t>
              </a:r>
              <a:r>
                <a:rPr kumimoji="1"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kernel</a:t>
              </a:r>
              <a:r>
                <a:rPr kumimoji="1"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共九万八千行代码。</a:t>
              </a:r>
              <a:endParaRPr kumimoji="1"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7" name="矩形: 圆角 26">
              <a:extLst>
                <a:ext uri="{FF2B5EF4-FFF2-40B4-BE49-F238E27FC236}">
                  <a16:creationId xmlns:a16="http://schemas.microsoft.com/office/drawing/2014/main" id="{5B4FB7EB-176C-DDF2-9145-374533D111A0}"/>
                </a:ext>
              </a:extLst>
            </p:cNvPr>
            <p:cNvSpPr/>
            <p:nvPr/>
          </p:nvSpPr>
          <p:spPr>
            <a:xfrm>
              <a:off x="250131" y="2547321"/>
              <a:ext cx="2064610" cy="2490016"/>
            </a:xfrm>
            <a:prstGeom prst="roundRect">
              <a:avLst>
                <a:gd name="adj" fmla="val 9136"/>
              </a:avLst>
            </a:prstGeom>
            <a:noFill/>
            <a:ln>
              <a:prstDash val="dash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/>
            </a:bodyPr>
            <a:lstStyle/>
            <a:p>
              <a:pPr algn="l">
                <a:lnSpc>
                  <a:spcPct val="130000"/>
                </a:lnSpc>
              </a:pPr>
              <a:endPara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C70E5A7B-4F89-0847-F34B-F150032722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9044" y="4736023"/>
            <a:ext cx="3257717" cy="158758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C2CB404-8017-9E47-C286-BB53491805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9044" y="4278800"/>
            <a:ext cx="1212912" cy="457223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5DAE5207-C822-E7F7-9EBE-910899FC828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60573" y="5215767"/>
            <a:ext cx="1854295" cy="1107838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E90B4D3E-1822-A9E7-86AA-546501DB709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60573" y="4738077"/>
            <a:ext cx="1854295" cy="482625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F218A659-0682-AABD-102A-DFFB3408A19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71957" y="4278184"/>
            <a:ext cx="1940272" cy="463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6557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DFDAC93F-233B-AE33-8309-0A288DA36CC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0145" y="0"/>
            <a:ext cx="6711710" cy="68580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709122" y="1057061"/>
            <a:ext cx="4482878" cy="5605976"/>
          </a:xfrm>
          <a:prstGeom prst="rect">
            <a:avLst/>
          </a:prstGeom>
          <a:noFill/>
        </p:spPr>
        <p:txBody>
          <a:bodyPr wrap="square" lIns="180000" tIns="180000" rIns="180000" bIns="180000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├──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kernel                        //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内核文件</a:t>
            </a:r>
          </a:p>
          <a:p>
            <a:pPr marL="0" marR="0" lvl="0" indent="0" algn="just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│   ├──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boot                     //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内核入口以及主函数</a:t>
            </a:r>
          </a:p>
          <a:p>
            <a:pPr marL="0" marR="0" lvl="0" indent="0" algn="just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│   ├── </a:t>
            </a:r>
            <a:r>
              <a:rPr kumimoji="1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devs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                     //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设备驱动</a:t>
            </a:r>
          </a:p>
          <a:p>
            <a:pPr marL="0" marR="0" lvl="0" indent="0" algn="just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│   ├──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fs                         //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文件系统</a:t>
            </a:r>
          </a:p>
          <a:p>
            <a:pPr marL="0" marR="0" lvl="0" indent="0" algn="just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│   │   ├──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drivers           //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硬盘驱动</a:t>
            </a:r>
          </a:p>
          <a:p>
            <a:pPr marL="0" marR="0" lvl="0" indent="0" algn="just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│   │   ├──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lwext4           //ext4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库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│   │   ├── </a:t>
            </a:r>
            <a:r>
              <a:rPr kumimoji="1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linux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             //</a:t>
            </a:r>
            <a:r>
              <a:rPr kumimoji="1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linux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相关定义</a:t>
            </a:r>
          </a:p>
          <a:p>
            <a:pPr marL="0" marR="0" lvl="0" indent="0" algn="just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│   │   └── </a:t>
            </a:r>
            <a:r>
              <a:rPr kumimoji="1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vfs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                //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虚拟文件系统</a:t>
            </a:r>
          </a:p>
          <a:p>
            <a:pPr marL="0" marR="0" lvl="0" indent="0" algn="just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│   │       └──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file            //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用于继承的文件接口</a:t>
            </a:r>
          </a:p>
          <a:p>
            <a:pPr marL="0" marR="0" lvl="0" indent="0" algn="just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│   ├── </a:t>
            </a:r>
            <a:r>
              <a:rPr kumimoji="1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hal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                      //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平台相关定义</a:t>
            </a:r>
          </a:p>
          <a:p>
            <a:pPr marL="0" marR="0" lvl="0" indent="0" algn="just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│   ├──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libs                     //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自定义的库操作支持</a:t>
            </a:r>
          </a:p>
          <a:p>
            <a:pPr marL="0" marR="0" lvl="0" indent="0" algn="just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│   ├──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link                     //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链接脚本</a:t>
            </a:r>
          </a:p>
          <a:p>
            <a:pPr marL="0" marR="0" lvl="0" indent="0" algn="just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│   ├──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mem                    //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内存管理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│   ├──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net                      //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网络协议栈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│   ├── </a:t>
            </a:r>
            <a:r>
              <a:rPr kumimoji="1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shm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                    //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共享内存管理</a:t>
            </a:r>
          </a:p>
          <a:p>
            <a:pPr marL="0" marR="0" lvl="0" indent="0" algn="just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│   ├──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net                       //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网络相关</a:t>
            </a:r>
          </a:p>
          <a:p>
            <a:pPr marL="0" marR="0" lvl="0" indent="0" algn="just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│   ├──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proc                     //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进程调度与管理</a:t>
            </a:r>
          </a:p>
          <a:p>
            <a:pPr marL="0" marR="0" lvl="0" indent="0" algn="just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│   ├──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sys                      //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系统调用</a:t>
            </a:r>
          </a:p>
          <a:p>
            <a:pPr marL="0" marR="0" lvl="0" indent="0" algn="just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│   ├──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tm                       //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时钟</a:t>
            </a:r>
          </a:p>
          <a:p>
            <a:pPr marL="0" marR="0" lvl="0" indent="0" algn="just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│   └──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trap                     //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中断处理</a:t>
            </a:r>
          </a:p>
          <a:p>
            <a:pPr marL="0" marR="0" lvl="0" indent="0" algn="just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├── </a:t>
            </a:r>
            <a:r>
              <a:rPr kumimoji="1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thirdparty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                 //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使用的第三方库</a:t>
            </a:r>
          </a:p>
          <a:p>
            <a:pPr marL="0" marR="0" lvl="0" indent="0" algn="just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│   └──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EASTL</a:t>
            </a:r>
          </a:p>
          <a:p>
            <a:pPr marL="0" marR="0" lvl="0" indent="0" algn="just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└── user                          //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用户程序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1.1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整体架构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189" y="1277257"/>
            <a:ext cx="7347933" cy="49115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4">
            <a:extLst>
              <a:ext uri="{FF2B5EF4-FFF2-40B4-BE49-F238E27FC236}">
                <a16:creationId xmlns:a16="http://schemas.microsoft.com/office/drawing/2014/main" id="{79FE9508-E3BB-26F0-ADE6-086B842BA3F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0145" y="0"/>
            <a:ext cx="6711710" cy="6858000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1.2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参考的代码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437990" y="1367758"/>
            <a:ext cx="5286615" cy="1208086"/>
            <a:chOff x="437990" y="1367758"/>
            <a:chExt cx="5286615" cy="1208086"/>
          </a:xfrm>
        </p:grpSpPr>
        <p:sp>
          <p:nvSpPr>
            <p:cNvPr id="4" name="矩形: 折角 3"/>
            <p:cNvSpPr/>
            <p:nvPr/>
          </p:nvSpPr>
          <p:spPr>
            <a:xfrm>
              <a:off x="437990" y="1367758"/>
              <a:ext cx="5286615" cy="914400"/>
            </a:xfrm>
            <a:prstGeom prst="foldedCorner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/>
                <a:ea typeface="华文中宋"/>
                <a:cs typeface="+mn-cs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558469" y="1424567"/>
              <a:ext cx="5081612" cy="11512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u"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2024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武汉大学队伍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XN6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  <a:p>
              <a:pPr marL="742950" marR="0" lvl="1" indent="-28575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 Light" panose="02010600030101010101" pitchFamily="2" charset="-122"/>
                  <a:ea typeface="等线 Light" panose="02010600030101010101" pitchFamily="2" charset="-122"/>
                  <a:cs typeface="+mn-cs"/>
                </a:rPr>
                <a:t>LA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 Light" panose="02010600030101010101" pitchFamily="2" charset="-122"/>
                  <a:ea typeface="等线 Light" panose="02010600030101010101" pitchFamily="2" charset="-122"/>
                  <a:cs typeface="+mn-cs"/>
                </a:rPr>
                <a:t>架构的硬件抽象层以及页表管理方法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n-cs"/>
              </a:endParaRPr>
            </a:p>
            <a:p>
              <a:pPr marL="742950" marR="0" lvl="1" indent="-28575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437989" y="2632653"/>
            <a:ext cx="5286615" cy="914400"/>
            <a:chOff x="437990" y="1367758"/>
            <a:chExt cx="5286615" cy="914400"/>
          </a:xfrm>
        </p:grpSpPr>
        <p:sp>
          <p:nvSpPr>
            <p:cNvPr id="8" name="矩形: 折角 7"/>
            <p:cNvSpPr/>
            <p:nvPr/>
          </p:nvSpPr>
          <p:spPr>
            <a:xfrm>
              <a:off x="437990" y="1367758"/>
              <a:ext cx="5286615" cy="914400"/>
            </a:xfrm>
            <a:prstGeom prst="foldedCorner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/>
                <a:ea typeface="华文中宋"/>
                <a:cs typeface="+mn-cs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558469" y="1424567"/>
              <a:ext cx="5081612" cy="741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u"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MIT-xv6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  <a:p>
              <a:pPr marL="742950" marR="0" lvl="1" indent="-28575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 Light" panose="02010600030101010101" pitchFamily="2" charset="-122"/>
                  <a:ea typeface="等线 Light" panose="02010600030101010101" pitchFamily="2" charset="-122"/>
                  <a:cs typeface="+mn-cs"/>
                </a:rPr>
                <a:t>中断管理以及内核布局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437988" y="3873215"/>
            <a:ext cx="5286615" cy="1208086"/>
            <a:chOff x="437990" y="1367758"/>
            <a:chExt cx="5286615" cy="1208086"/>
          </a:xfrm>
        </p:grpSpPr>
        <p:sp>
          <p:nvSpPr>
            <p:cNvPr id="13" name="矩形: 折角 12"/>
            <p:cNvSpPr/>
            <p:nvPr/>
          </p:nvSpPr>
          <p:spPr>
            <a:xfrm>
              <a:off x="437990" y="1367758"/>
              <a:ext cx="5286615" cy="914400"/>
            </a:xfrm>
            <a:prstGeom prst="foldedCorner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/>
                <a:ea typeface="华文中宋"/>
                <a:cs typeface="+mn-cs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558469" y="1424567"/>
              <a:ext cx="5081612" cy="11512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u"/>
                <a:tabLst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内存分配器</a:t>
              </a:r>
            </a:p>
            <a:p>
              <a:pPr marL="742950" marR="0" lvl="1" indent="-28575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 Light" panose="02010600030101010101" pitchFamily="2" charset="-122"/>
                  <a:ea typeface="等线 Light" panose="02010600030101010101" pitchFamily="2" charset="-122"/>
                  <a:cs typeface="+mn-cs"/>
                </a:rPr>
                <a:t>采用</a:t>
              </a:r>
              <a:r>
                <a:rPr kumimoji="0" lang="en-US" altLang="zh-CN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 Light" panose="02010600030101010101" pitchFamily="2" charset="-122"/>
                  <a:ea typeface="等线 Light" panose="02010600030101010101" pitchFamily="2" charset="-122"/>
                  <a:cs typeface="+mn-cs"/>
                </a:rPr>
                <a:t>LibAllocator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 Light" panose="02010600030101010101" pitchFamily="2" charset="-122"/>
                  <a:ea typeface="等线 Light" panose="02010600030101010101" pitchFamily="2" charset="-122"/>
                  <a:cs typeface="+mn-cs"/>
                </a:rPr>
                <a:t>和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 Light" panose="02010600030101010101" pitchFamily="2" charset="-122"/>
                  <a:ea typeface="等线 Light" panose="02010600030101010101" pitchFamily="2" charset="-122"/>
                  <a:cs typeface="+mn-cs"/>
                </a:rPr>
                <a:t>Buddy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 Light" panose="02010600030101010101" pitchFamily="2" charset="-122"/>
                  <a:ea typeface="等线 Light" panose="02010600030101010101" pitchFamily="2" charset="-122"/>
                  <a:cs typeface="+mn-cs"/>
                </a:rPr>
                <a:t>算法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n-cs"/>
              </a:endParaRPr>
            </a:p>
            <a:p>
              <a:pPr marL="742950" marR="0" lvl="1" indent="-28575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6153630" y="1367758"/>
            <a:ext cx="5286615" cy="1208086"/>
            <a:chOff x="437990" y="1367758"/>
            <a:chExt cx="5286615" cy="1208086"/>
          </a:xfrm>
        </p:grpSpPr>
        <p:sp>
          <p:nvSpPr>
            <p:cNvPr id="16" name="矩形: 折角 15"/>
            <p:cNvSpPr/>
            <p:nvPr/>
          </p:nvSpPr>
          <p:spPr>
            <a:xfrm>
              <a:off x="437990" y="1367758"/>
              <a:ext cx="5286615" cy="914400"/>
            </a:xfrm>
            <a:prstGeom prst="foldedCorner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/>
                <a:ea typeface="华文中宋"/>
                <a:cs typeface="+mn-cs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558469" y="1424567"/>
              <a:ext cx="5081612" cy="11512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u"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LWEXT4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  <a:p>
              <a:pPr marL="742950" marR="0" lvl="1" indent="-28575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 Light" panose="02010600030101010101" pitchFamily="2" charset="-122"/>
                  <a:ea typeface="等线 Light" panose="02010600030101010101" pitchFamily="2" charset="-122"/>
                  <a:cs typeface="+mn-cs"/>
                </a:rPr>
                <a:t>移植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 Light" panose="02010600030101010101" pitchFamily="2" charset="-122"/>
                  <a:ea typeface="等线 Light" panose="02010600030101010101" pitchFamily="2" charset="-122"/>
                  <a:cs typeface="+mn-cs"/>
                </a:rPr>
                <a:t>c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 Light" panose="02010600030101010101" pitchFamily="2" charset="-122"/>
                  <a:ea typeface="等线 Light" panose="02010600030101010101" pitchFamily="2" charset="-122"/>
                  <a:cs typeface="+mn-cs"/>
                </a:rPr>
                <a:t>语言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 Light" panose="02010600030101010101" pitchFamily="2" charset="-122"/>
                  <a:ea typeface="等线 Light" panose="02010600030101010101" pitchFamily="2" charset="-122"/>
                  <a:cs typeface="+mn-cs"/>
                </a:rPr>
                <a:t>ext4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 Light" panose="02010600030101010101" pitchFamily="2" charset="-122"/>
                  <a:ea typeface="等线 Light" panose="02010600030101010101" pitchFamily="2" charset="-122"/>
                  <a:cs typeface="+mn-cs"/>
                </a:rPr>
                <a:t>库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n-cs"/>
              </a:endParaRPr>
            </a:p>
            <a:p>
              <a:pPr marL="742950" marR="0" lvl="1" indent="-28575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6171607" y="2592855"/>
            <a:ext cx="5286615" cy="1208086"/>
            <a:chOff x="437990" y="1367758"/>
            <a:chExt cx="5286615" cy="1208086"/>
          </a:xfrm>
        </p:grpSpPr>
        <p:sp>
          <p:nvSpPr>
            <p:cNvPr id="20" name="矩形: 折角 19"/>
            <p:cNvSpPr/>
            <p:nvPr/>
          </p:nvSpPr>
          <p:spPr>
            <a:xfrm>
              <a:off x="437990" y="1367758"/>
              <a:ext cx="5286615" cy="914400"/>
            </a:xfrm>
            <a:prstGeom prst="foldedCorner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/>
                <a:ea typeface="华文中宋"/>
                <a:cs typeface="+mn-cs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558469" y="1424567"/>
              <a:ext cx="5081612" cy="11512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u"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Open-</a:t>
              </a:r>
              <a:r>
                <a:rPr kumimoji="0" lang="en-US" altLang="zh-CN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NPStack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  <a:p>
              <a:pPr marL="742950" marR="0" lvl="1" indent="-28575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 Light" panose="02010600030101010101" pitchFamily="2" charset="-122"/>
                  <a:ea typeface="等线 Light" panose="02010600030101010101" pitchFamily="2" charset="-122"/>
                  <a:cs typeface="+mn-cs"/>
                </a:rPr>
                <a:t>移植开源网络协议栈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n-cs"/>
              </a:endParaRPr>
            </a:p>
            <a:p>
              <a:pPr marL="742950" marR="0" lvl="1" indent="-28575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6153629" y="3873215"/>
            <a:ext cx="5286615" cy="1208086"/>
            <a:chOff x="437990" y="1367758"/>
            <a:chExt cx="5286615" cy="1208086"/>
          </a:xfrm>
        </p:grpSpPr>
        <p:sp>
          <p:nvSpPr>
            <p:cNvPr id="23" name="矩形: 折角 22"/>
            <p:cNvSpPr/>
            <p:nvPr/>
          </p:nvSpPr>
          <p:spPr>
            <a:xfrm>
              <a:off x="437990" y="1367758"/>
              <a:ext cx="5286615" cy="914400"/>
            </a:xfrm>
            <a:prstGeom prst="foldedCorner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/>
                <a:ea typeface="华文中宋"/>
                <a:cs typeface="+mn-cs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558469" y="1424567"/>
              <a:ext cx="5081612" cy="11512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u"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2023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华中科技大学队伍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AVX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  <a:p>
              <a:pPr marL="742950" marR="0" lvl="1" indent="-28575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 Light" panose="02010600030101010101" pitchFamily="2" charset="-122"/>
                  <a:ea typeface="等线 Light" panose="02010600030101010101" pitchFamily="2" charset="-122"/>
                  <a:cs typeface="+mn-cs"/>
                </a:rPr>
                <a:t>移植了</a:t>
              </a:r>
              <a:r>
                <a:rPr kumimoji="0" lang="en-US" altLang="zh-CN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 Light" panose="02010600030101010101" pitchFamily="2" charset="-122"/>
                  <a:ea typeface="等线 Light" panose="02010600030101010101" pitchFamily="2" charset="-122"/>
                  <a:cs typeface="+mn-cs"/>
                </a:rPr>
                <a:t>sdcard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 Light" panose="02010600030101010101" pitchFamily="2" charset="-122"/>
                  <a:ea typeface="等线 Light" panose="02010600030101010101" pitchFamily="2" charset="-122"/>
                  <a:cs typeface="+mn-cs"/>
                </a:rPr>
                <a:t>驱动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n-cs"/>
              </a:endParaRPr>
            </a:p>
            <a:p>
              <a:pPr marL="742950" marR="0" lvl="1" indent="-28575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437987" y="5210829"/>
            <a:ext cx="5286615" cy="1201680"/>
            <a:chOff x="437990" y="1367758"/>
            <a:chExt cx="5286615" cy="1201680"/>
          </a:xfrm>
        </p:grpSpPr>
        <p:sp>
          <p:nvSpPr>
            <p:cNvPr id="26" name="矩形: 折角 25"/>
            <p:cNvSpPr/>
            <p:nvPr/>
          </p:nvSpPr>
          <p:spPr>
            <a:xfrm>
              <a:off x="437990" y="1367758"/>
              <a:ext cx="5286615" cy="914400"/>
            </a:xfrm>
            <a:prstGeom prst="foldedCorner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/>
                <a:ea typeface="华文中宋"/>
                <a:cs typeface="+mn-cs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540491" y="1418161"/>
              <a:ext cx="5081612" cy="11512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u"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EASTL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  <a:p>
              <a:pPr marL="742950" marR="0" lvl="1" indent="-28575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 Light" panose="02010600030101010101" pitchFamily="2" charset="-122"/>
                  <a:ea typeface="等线 Light" panose="02010600030101010101" pitchFamily="2" charset="-122"/>
                  <a:cs typeface="+mn-cs"/>
                </a:rPr>
                <a:t>作为第三方库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n-cs"/>
              </a:endParaRPr>
            </a:p>
            <a:p>
              <a:pPr marL="742950" marR="0" lvl="1" indent="-28575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endParaRPr>
            </a:p>
          </p:txBody>
        </p:sp>
      </p:grp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1D8069B9-D055-0E26-781D-A9838C4CBE9B}"/>
              </a:ext>
            </a:extLst>
          </p:cNvPr>
          <p:cNvCxnSpPr>
            <a:cxnSpLocks/>
          </p:cNvCxnSpPr>
          <p:nvPr/>
        </p:nvCxnSpPr>
        <p:spPr>
          <a:xfrm>
            <a:off x="437987" y="2441196"/>
            <a:ext cx="11197543" cy="0"/>
          </a:xfrm>
          <a:prstGeom prst="line">
            <a:avLst/>
          </a:prstGeom>
          <a:ln w="12700">
            <a:solidFill>
              <a:schemeClr val="accent2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D7977E3E-DC0D-96BA-3F79-5E96A14B7AE0}"/>
              </a:ext>
            </a:extLst>
          </p:cNvPr>
          <p:cNvCxnSpPr>
            <a:cxnSpLocks/>
          </p:cNvCxnSpPr>
          <p:nvPr/>
        </p:nvCxnSpPr>
        <p:spPr>
          <a:xfrm>
            <a:off x="437987" y="3717721"/>
            <a:ext cx="11197543" cy="0"/>
          </a:xfrm>
          <a:prstGeom prst="line">
            <a:avLst/>
          </a:prstGeom>
          <a:ln w="12700">
            <a:solidFill>
              <a:schemeClr val="accent2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B6468CBC-2E79-4528-D911-0A03540754A3}"/>
              </a:ext>
            </a:extLst>
          </p:cNvPr>
          <p:cNvCxnSpPr>
            <a:cxnSpLocks/>
          </p:cNvCxnSpPr>
          <p:nvPr/>
        </p:nvCxnSpPr>
        <p:spPr>
          <a:xfrm>
            <a:off x="437987" y="5009626"/>
            <a:ext cx="11197543" cy="0"/>
          </a:xfrm>
          <a:prstGeom prst="line">
            <a:avLst/>
          </a:prstGeom>
          <a:ln w="12700">
            <a:solidFill>
              <a:schemeClr val="accent2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8916BB7A-269A-C140-50E5-296446AE859D}"/>
              </a:ext>
            </a:extLst>
          </p:cNvPr>
          <p:cNvCxnSpPr>
            <a:cxnSpLocks/>
          </p:cNvCxnSpPr>
          <p:nvPr/>
        </p:nvCxnSpPr>
        <p:spPr>
          <a:xfrm>
            <a:off x="437987" y="6309919"/>
            <a:ext cx="11197543" cy="0"/>
          </a:xfrm>
          <a:prstGeom prst="line">
            <a:avLst/>
          </a:prstGeom>
          <a:ln w="12700">
            <a:solidFill>
              <a:schemeClr val="accent2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A1A23B32-33FF-8675-92E6-C1CABC316F68}"/>
              </a:ext>
            </a:extLst>
          </p:cNvPr>
          <p:cNvCxnSpPr>
            <a:cxnSpLocks/>
          </p:cNvCxnSpPr>
          <p:nvPr/>
        </p:nvCxnSpPr>
        <p:spPr>
          <a:xfrm>
            <a:off x="5897461" y="1132514"/>
            <a:ext cx="0" cy="5511567"/>
          </a:xfrm>
          <a:prstGeom prst="line">
            <a:avLst/>
          </a:prstGeom>
          <a:ln w="12700">
            <a:solidFill>
              <a:schemeClr val="accent2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5028ED2C-7196-E9AC-A97A-A9081F186DA1}"/>
              </a:ext>
            </a:extLst>
          </p:cNvPr>
          <p:cNvGrpSpPr/>
          <p:nvPr/>
        </p:nvGrpSpPr>
        <p:grpSpPr>
          <a:xfrm>
            <a:off x="6171607" y="5210829"/>
            <a:ext cx="5286615" cy="1201680"/>
            <a:chOff x="437990" y="1367758"/>
            <a:chExt cx="5286615" cy="1201680"/>
          </a:xfrm>
        </p:grpSpPr>
        <p:sp>
          <p:nvSpPr>
            <p:cNvPr id="30" name="矩形: 折角 29">
              <a:extLst>
                <a:ext uri="{FF2B5EF4-FFF2-40B4-BE49-F238E27FC236}">
                  <a16:creationId xmlns:a16="http://schemas.microsoft.com/office/drawing/2014/main" id="{1A55B130-D397-232F-89A5-1B4EB6F48350}"/>
                </a:ext>
              </a:extLst>
            </p:cNvPr>
            <p:cNvSpPr/>
            <p:nvPr/>
          </p:nvSpPr>
          <p:spPr>
            <a:xfrm>
              <a:off x="437990" y="1367758"/>
              <a:ext cx="5286615" cy="914400"/>
            </a:xfrm>
            <a:prstGeom prst="foldedCorner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/>
                <a:ea typeface="华文中宋"/>
                <a:cs typeface="+mn-cs"/>
              </a:endParaRP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DA258144-4B35-6D92-592B-4FCDA661ED5F}"/>
                </a:ext>
              </a:extLst>
            </p:cNvPr>
            <p:cNvSpPr txBox="1"/>
            <p:nvPr/>
          </p:nvSpPr>
          <p:spPr>
            <a:xfrm>
              <a:off x="540491" y="1418161"/>
              <a:ext cx="5081612" cy="11512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u"/>
                <a:tabLst/>
                <a:defRPr/>
              </a:pPr>
              <a:r>
                <a:rPr lang="en-US" altLang="zh-CN" dirty="0">
                  <a:solidFill>
                    <a:srgbClr val="000000"/>
                  </a:solidFill>
                  <a:latin typeface="微软雅黑"/>
                  <a:ea typeface="微软雅黑"/>
                </a:rPr>
                <a:t>Linux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  <a:p>
              <a:pPr marL="742950" marR="0" lvl="1" indent="-28575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zh-CN" altLang="en-US" dirty="0">
                  <a:solidFill>
                    <a:srgbClr val="000000"/>
                  </a:solidFill>
                  <a:latin typeface="等线 Light" panose="02010600030101010101" pitchFamily="2" charset="-122"/>
                  <a:ea typeface="等线 Light" panose="02010600030101010101" pitchFamily="2" charset="-122"/>
                </a:rPr>
                <a:t>参考系统调用规范实现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n-cs"/>
              </a:endParaRPr>
            </a:p>
            <a:p>
              <a:pPr marL="742950" marR="0" lvl="1" indent="-28575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0D697-B962-F340-6F2F-4CF5A4367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C88503F-FC2D-DAD4-FEB8-0126F6A05C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-3355854" y="0"/>
            <a:ext cx="6711710" cy="68580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343D8E7-5EE8-9C98-C4E1-A8059ED5525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6145" y="0"/>
            <a:ext cx="6711710" cy="68580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4D4B2A16-E9D5-8F8B-EFDC-85ADD153C697}"/>
              </a:ext>
            </a:extLst>
          </p:cNvPr>
          <p:cNvSpPr txBox="1"/>
          <p:nvPr/>
        </p:nvSpPr>
        <p:spPr>
          <a:xfrm>
            <a:off x="5201136" y="1835752"/>
            <a:ext cx="2189061" cy="2215991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3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C5960">
                        <a:lumMod val="60000"/>
                        <a:lumOff val="40000"/>
                      </a:srgbClr>
                    </a:gs>
                    <a:gs pos="100000">
                      <a:srgbClr val="FC5960">
                        <a:lumMod val="20000"/>
                        <a:lumOff val="80000"/>
                        <a:alpha val="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02</a:t>
            </a:r>
            <a:endParaRPr kumimoji="1" lang="zh-CN" altLang="en-US" sz="13800" b="1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FC5960">
                      <a:lumMod val="60000"/>
                      <a:lumOff val="40000"/>
                    </a:srgbClr>
                  </a:gs>
                  <a:gs pos="100000">
                    <a:srgbClr val="FC5960">
                      <a:lumMod val="20000"/>
                      <a:lumOff val="80000"/>
                      <a:alpha val="0"/>
                    </a:srgbClr>
                  </a:gs>
                </a:gsLst>
                <a:lin ang="5400000" scaled="1"/>
              </a:gradFill>
              <a:effectLst/>
              <a:uLnTx/>
              <a:uFillTx/>
              <a:latin typeface="Cambria" panose="02040503050406030204" pitchFamily="18" charset="0"/>
              <a:ea typeface="华文中宋" panose="02010600040101010101" pitchFamily="2" charset="-122"/>
            </a:endParaRPr>
          </a:p>
        </p:txBody>
      </p:sp>
      <p:sp>
        <p:nvSpPr>
          <p:cNvPr id="4" name="文本占位符 39">
            <a:extLst>
              <a:ext uri="{FF2B5EF4-FFF2-40B4-BE49-F238E27FC236}">
                <a16:creationId xmlns:a16="http://schemas.microsoft.com/office/drawing/2014/main" id="{DFF87D81-3FFA-602E-D8A4-529E6D230494}"/>
              </a:ext>
            </a:extLst>
          </p:cNvPr>
          <p:cNvSpPr txBox="1"/>
          <p:nvPr/>
        </p:nvSpPr>
        <p:spPr>
          <a:xfrm>
            <a:off x="986818" y="3168546"/>
            <a:ext cx="10218366" cy="883197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13785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内核详细介绍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C81D229-FA7F-45B7-EED7-35BFEB1E3F74}"/>
              </a:ext>
            </a:extLst>
          </p:cNvPr>
          <p:cNvSpPr txBox="1"/>
          <p:nvPr/>
        </p:nvSpPr>
        <p:spPr>
          <a:xfrm>
            <a:off x="1724704" y="3826539"/>
            <a:ext cx="8940660" cy="6756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Century Gothic" panose="020B0502020202020204" pitchFamily="34" charset="0"/>
                <a:ea typeface="华文中宋" panose="02010600040101010101" pitchFamily="2" charset="-122"/>
              </a:rPr>
              <a:t>Complete Introduction for F7LY kernel</a:t>
            </a:r>
          </a:p>
        </p:txBody>
      </p:sp>
    </p:spTree>
    <p:extLst>
      <p:ext uri="{BB962C8B-B14F-4D97-AF65-F5344CB8AC3E}">
        <p14:creationId xmlns:p14="http://schemas.microsoft.com/office/powerpoint/2010/main" val="30820198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FF681170-5B6A-0D1F-880A-15152600592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0145" y="0"/>
            <a:ext cx="6711710" cy="6858000"/>
          </a:xfrm>
          <a:prstGeom prst="rect">
            <a:avLst/>
          </a:prstGeom>
        </p:spPr>
      </p:pic>
      <p:sp>
        <p:nvSpPr>
          <p:cNvPr id="8" name="矩形: 折角 7"/>
          <p:cNvSpPr/>
          <p:nvPr/>
        </p:nvSpPr>
        <p:spPr>
          <a:xfrm>
            <a:off x="434111" y="3766485"/>
            <a:ext cx="6329546" cy="2510944"/>
          </a:xfrm>
          <a:prstGeom prst="foldedCorner">
            <a:avLst>
              <a:gd name="adj" fmla="val 1416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/>
              <a:ea typeface="华文中宋"/>
              <a:cs typeface="+mn-cs"/>
            </a:endParaRPr>
          </a:p>
        </p:txBody>
      </p:sp>
      <p:sp>
        <p:nvSpPr>
          <p:cNvPr id="4" name="矩形: 折角 3"/>
          <p:cNvSpPr/>
          <p:nvPr/>
        </p:nvSpPr>
        <p:spPr>
          <a:xfrm>
            <a:off x="442687" y="1120178"/>
            <a:ext cx="6320970" cy="2395528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/>
              <a:ea typeface="华文中宋"/>
              <a:cs typeface="+mn-cs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2.1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机器启动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879412" y="2061980"/>
            <a:ext cx="3349107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F7LY OS支持双架构启动，机器启动的源文件分别在 kernel/boot/riscv/ 和 kernel/boot/loongarch/ 目录下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整个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kernel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可执行文件的入口点在各自架构的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entry.S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中的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_entry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标签，通过链接脚本指定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543101" y="1120178"/>
            <a:ext cx="6102990" cy="2141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RISC V启动流程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基于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SBI(Supervisor Binary Interface)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规范，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Bootloader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工作在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M mode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，内核代码从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entry.S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开始运行在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S mode</a:t>
            </a: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启动流程遵循经典的多阶段启动模式：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 Bootloader  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entry.S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   start.cc   main.cc 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51677" y="3766485"/>
            <a:ext cx="6102990" cy="2510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LoongArch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启动流程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采用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LoongArch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原生启动方式，通过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ACPI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等标准接口进行硬件初始化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loongarch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部分将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start.cc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阶段合并到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entry.S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中，在其中完成设置设备操作空间、设置指令数据访问空间，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CSR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寄存器的初始化，以及栈空间的设定，并开启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fpu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浮点数指令。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C28F1B0C-D639-7069-A9C9-8B901F8C4E53}"/>
              </a:ext>
            </a:extLst>
          </p:cNvPr>
          <p:cNvCxnSpPr>
            <a:cxnSpLocks/>
          </p:cNvCxnSpPr>
          <p:nvPr/>
        </p:nvCxnSpPr>
        <p:spPr>
          <a:xfrm>
            <a:off x="205074" y="3631641"/>
            <a:ext cx="6813821" cy="0"/>
          </a:xfrm>
          <a:prstGeom prst="line">
            <a:avLst/>
          </a:prstGeom>
          <a:ln w="12700">
            <a:solidFill>
              <a:schemeClr val="accent2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C7B77A2-B417-04AC-3701-BC4DFD594BF3}"/>
              </a:ext>
            </a:extLst>
          </p:cNvPr>
          <p:cNvCxnSpPr>
            <a:cxnSpLocks/>
          </p:cNvCxnSpPr>
          <p:nvPr/>
        </p:nvCxnSpPr>
        <p:spPr>
          <a:xfrm>
            <a:off x="7018895" y="1236031"/>
            <a:ext cx="0" cy="5511567"/>
          </a:xfrm>
          <a:prstGeom prst="line">
            <a:avLst/>
          </a:prstGeom>
          <a:ln w="12700">
            <a:solidFill>
              <a:schemeClr val="accent2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957D27AB-8043-A022-6C1D-DDF59ACC239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0145" y="0"/>
            <a:ext cx="6711710" cy="6858000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n-ea"/>
                <a:ea typeface="+mn-ea"/>
              </a:rPr>
              <a:t>2.1 </a:t>
            </a:r>
            <a:r>
              <a:rPr lang="zh-CN" altLang="en-US" dirty="0">
                <a:latin typeface="+mn-ea"/>
                <a:ea typeface="+mn-ea"/>
              </a:rPr>
              <a:t>总体逻辑路线</a:t>
            </a:r>
            <a:r>
              <a:rPr lang="en-US" altLang="zh-CN" dirty="0">
                <a:latin typeface="+mn-ea"/>
                <a:ea typeface="+mn-ea"/>
              </a:rPr>
              <a:t> 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823078" y="4932454"/>
            <a:ext cx="24365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华文中宋"/>
                <a:cs typeface="+mn-cs"/>
              </a:rPr>
              <a:t>统一的抽象层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华文中宋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华文中宋"/>
                <a:cs typeface="+mn-cs"/>
              </a:rPr>
              <a:t>架构特定优化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华文中宋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华文中宋"/>
                <a:cs typeface="+mn-cs"/>
              </a:rPr>
              <a:t>模块化设计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华文中宋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华文中宋"/>
                <a:cs typeface="+mn-cs"/>
              </a:rPr>
              <a:t>面向对象实现</a:t>
            </a: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92BAAE06-561D-311F-8893-FB4415EC43F5}"/>
              </a:ext>
            </a:extLst>
          </p:cNvPr>
          <p:cNvGrpSpPr/>
          <p:nvPr/>
        </p:nvGrpSpPr>
        <p:grpSpPr>
          <a:xfrm>
            <a:off x="1190413" y="1057061"/>
            <a:ext cx="10270349" cy="3875393"/>
            <a:chOff x="93133" y="1057061"/>
            <a:chExt cx="10270349" cy="3875393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0B5C4A80-89DD-8C32-45B0-A3851972C446}"/>
                </a:ext>
              </a:extLst>
            </p:cNvPr>
            <p:cNvGrpSpPr/>
            <p:nvPr/>
          </p:nvGrpSpPr>
          <p:grpSpPr>
            <a:xfrm>
              <a:off x="93133" y="1167127"/>
              <a:ext cx="10270349" cy="3552765"/>
              <a:chOff x="814143" y="1082798"/>
              <a:chExt cx="4948518" cy="5251264"/>
            </a:xfrm>
          </p:grpSpPr>
          <p:sp>
            <p:nvSpPr>
              <p:cNvPr id="13" name="矩形: 圆角 12">
                <a:extLst>
                  <a:ext uri="{FF2B5EF4-FFF2-40B4-BE49-F238E27FC236}">
                    <a16:creationId xmlns:a16="http://schemas.microsoft.com/office/drawing/2014/main" id="{78B844EF-B3E3-F282-0989-4C5E0EA4F83F}"/>
                  </a:ext>
                </a:extLst>
              </p:cNvPr>
              <p:cNvSpPr/>
              <p:nvPr/>
            </p:nvSpPr>
            <p:spPr>
              <a:xfrm>
                <a:off x="814143" y="1082798"/>
                <a:ext cx="4948518" cy="5251264"/>
              </a:xfrm>
              <a:prstGeom prst="roundRect">
                <a:avLst>
                  <a:gd name="adj" fmla="val 9136"/>
                </a:avLst>
              </a:prstGeom>
              <a:ln w="19050">
                <a:prstDash val="lgDashDot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  <a:norm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Arial"/>
                  <a:ea typeface="华文中宋"/>
                  <a:cs typeface="+mn-cs"/>
                </a:endParaRPr>
              </a:p>
            </p:txBody>
          </p:sp>
          <p:sp>
            <p:nvSpPr>
              <p:cNvPr id="15" name="矩形: 圆角 14">
                <a:extLst>
                  <a:ext uri="{FF2B5EF4-FFF2-40B4-BE49-F238E27FC236}">
                    <a16:creationId xmlns:a16="http://schemas.microsoft.com/office/drawing/2014/main" id="{7E615C47-AAF1-52CC-21A6-7B061F63F8C9}"/>
                  </a:ext>
                </a:extLst>
              </p:cNvPr>
              <p:cNvSpPr/>
              <p:nvPr/>
            </p:nvSpPr>
            <p:spPr>
              <a:xfrm>
                <a:off x="887847" y="1190172"/>
                <a:ext cx="4814038" cy="5003912"/>
              </a:xfrm>
              <a:prstGeom prst="roundRect">
                <a:avLst>
                  <a:gd name="adj" fmla="val 9136"/>
                </a:avLst>
              </a:prstGeom>
              <a:solidFill>
                <a:schemeClr val="accent6">
                  <a:lumMod val="20000"/>
                  <a:lumOff val="80000"/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  <a:norm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Arial"/>
                  <a:ea typeface="华文中宋"/>
                  <a:cs typeface="+mn-cs"/>
                </a:endParaRPr>
              </a:p>
            </p:txBody>
          </p:sp>
        </p:grpSp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47BD7F01-8DDB-30ED-8268-73906C006E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8668" y="1057061"/>
              <a:ext cx="9619278" cy="38753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84A4C0BF-1C94-23D8-691B-84156E8D478E}"/>
              </a:ext>
            </a:extLst>
          </p:cNvPr>
          <p:cNvSpPr txBox="1"/>
          <p:nvPr/>
        </p:nvSpPr>
        <p:spPr>
          <a:xfrm>
            <a:off x="1515948" y="4932452"/>
            <a:ext cx="592599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华文中宋"/>
                <a:cs typeface="+mn-cs"/>
              </a:rPr>
              <a:t>Rv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华文中宋"/>
                <a:cs typeface="+mn-cs"/>
              </a:rPr>
              <a:t>架构三级启动，主要硬件初始化位于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华文中宋"/>
                <a:cs typeface="+mn-cs"/>
              </a:rPr>
              <a:t>start.cc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华文中宋"/>
                <a:cs typeface="+mn-cs"/>
              </a:rPr>
              <a:t>，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华文中宋"/>
                <a:cs typeface="+mn-cs"/>
              </a:rPr>
              <a:t>entry.S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华文中宋"/>
                <a:cs typeface="+mn-cs"/>
              </a:rPr>
              <a:t>起一个跳板的作用。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华文中宋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华文中宋"/>
                <a:cs typeface="+mn-cs"/>
              </a:rPr>
              <a:t>LA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华文中宋"/>
                <a:cs typeface="+mn-cs"/>
              </a:rPr>
              <a:t>架构硬件初始化较多，在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华文中宋"/>
                <a:cs typeface="+mn-cs"/>
              </a:rPr>
              <a:t>Entry.s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华文中宋"/>
                <a:cs typeface="+mn-cs"/>
              </a:rPr>
              <a:t>中全部完成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华文中宋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华文中宋"/>
                <a:cs typeface="+mn-cs"/>
              </a:rPr>
              <a:t>而后统一进入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华文中宋"/>
                <a:cs typeface="+mn-cs"/>
              </a:rPr>
              <a:t>main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华文中宋"/>
                <a:cs typeface="+mn-cs"/>
              </a:rPr>
              <a:t>函数进入内核初始化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华文中宋"/>
              <a:cs typeface="+mn-cs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36D2BBB6-3637-F4D3-835B-B3C57B6FA413}"/>
              </a:ext>
            </a:extLst>
          </p:cNvPr>
          <p:cNvCxnSpPr>
            <a:cxnSpLocks/>
          </p:cNvCxnSpPr>
          <p:nvPr/>
        </p:nvCxnSpPr>
        <p:spPr>
          <a:xfrm>
            <a:off x="8402126" y="4860436"/>
            <a:ext cx="0" cy="1344359"/>
          </a:xfrm>
          <a:prstGeom prst="line">
            <a:avLst/>
          </a:prstGeom>
          <a:ln w="19050">
            <a:solidFill>
              <a:schemeClr val="accent2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36C3C96A-B0F3-7D98-4356-D1DC49AE269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0145" y="0"/>
            <a:ext cx="6711710" cy="6858000"/>
          </a:xfrm>
          <a:prstGeom prst="rect">
            <a:avLst/>
          </a:prstGeom>
        </p:spPr>
      </p:pic>
      <p:sp>
        <p:nvSpPr>
          <p:cNvPr id="10" name="矩形: 折角 9">
            <a:extLst>
              <a:ext uri="{FF2B5EF4-FFF2-40B4-BE49-F238E27FC236}">
                <a16:creationId xmlns:a16="http://schemas.microsoft.com/office/drawing/2014/main" id="{6F13D738-53C0-8BC5-975A-17EFE3F9100F}"/>
              </a:ext>
            </a:extLst>
          </p:cNvPr>
          <p:cNvSpPr/>
          <p:nvPr/>
        </p:nvSpPr>
        <p:spPr>
          <a:xfrm>
            <a:off x="5660305" y="3107266"/>
            <a:ext cx="5926663" cy="3386667"/>
          </a:xfrm>
          <a:prstGeom prst="foldedCorner">
            <a:avLst>
              <a:gd name="adj" fmla="val 13356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rmAutofit/>
          </a:bodyPr>
          <a:lstStyle/>
          <a:p>
            <a:pPr marL="285750" marR="0" lvl="0" indent="-28575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051762" y="293805"/>
            <a:ext cx="8970989" cy="663575"/>
          </a:xfrm>
        </p:spPr>
        <p:txBody>
          <a:bodyPr/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2.2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中断管理器</a:t>
            </a:r>
          </a:p>
        </p:txBody>
      </p:sp>
      <p:sp>
        <p:nvSpPr>
          <p:cNvPr id="53" name="文本框 52"/>
          <p:cNvSpPr txBox="1"/>
          <p:nvPr/>
        </p:nvSpPr>
        <p:spPr>
          <a:xfrm>
            <a:off x="5537257" y="1016062"/>
            <a:ext cx="5704156" cy="2205751"/>
          </a:xfrm>
          <a:prstGeom prst="rect">
            <a:avLst/>
          </a:prstGeom>
          <a:noFill/>
        </p:spPr>
        <p:txBody>
          <a:bodyPr wrap="square" lIns="180000" tIns="180000" rIns="180000" bIns="180000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F7LY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在其底层根据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RISC V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和</a:t>
            </a:r>
            <a:r>
              <a:rPr kumimoji="1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loongarch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的不同硬件设备使用而封装了不同的中断处理器，在不同文件夹下实现了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PLIC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、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EXTIOI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、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APIC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的驱动并应用在中断处理之中。</a:t>
            </a:r>
            <a:endParaRPr kumimoji="1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081" y="1676307"/>
            <a:ext cx="4512919" cy="4130979"/>
          </a:xfrm>
          <a:prstGeom prst="rect">
            <a:avLst/>
          </a:prstGeom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DC0E7BB-1BA0-5F34-872C-E48BB3D824D8}"/>
              </a:ext>
            </a:extLst>
          </p:cNvPr>
          <p:cNvCxnSpPr>
            <a:cxnSpLocks/>
          </p:cNvCxnSpPr>
          <p:nvPr/>
        </p:nvCxnSpPr>
        <p:spPr>
          <a:xfrm>
            <a:off x="5181628" y="1118961"/>
            <a:ext cx="0" cy="5739039"/>
          </a:xfrm>
          <a:prstGeom prst="line">
            <a:avLst/>
          </a:prstGeom>
          <a:ln w="12700">
            <a:solidFill>
              <a:schemeClr val="accent2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67175DAE-B93C-1C38-70A2-FEFAB42D87B8}"/>
              </a:ext>
            </a:extLst>
          </p:cNvPr>
          <p:cNvSpPr txBox="1"/>
          <p:nvPr/>
        </p:nvSpPr>
        <p:spPr>
          <a:xfrm>
            <a:off x="5869770" y="3451255"/>
            <a:ext cx="5542692" cy="2698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RISC V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在处理中设定了中断处理的入口（</a:t>
            </a:r>
            <a:r>
              <a:rPr kumimoji="1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uservec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）以及返回的入口</a:t>
            </a: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(</a:t>
            </a:r>
            <a:r>
              <a:rPr kumimoji="1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usertrapret</a:t>
            </a: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)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，具体逻辑参照了</a:t>
            </a: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xv6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的中断处理，但封装在对象之中，并使用包装函数（</a:t>
            </a: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wrap_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前缀的全局函数）设置中断入口。</a:t>
            </a:r>
            <a:endParaRPr kumimoji="1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 </a:t>
            </a:r>
            <a:r>
              <a:rPr kumimoji="1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Loongarch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针对架构的特殊性设置了</a:t>
            </a: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TLB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重填的处理程序入口（</a:t>
            </a:r>
            <a:r>
              <a:rPr kumimoji="1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tlbrefill.S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），以及机器异常的处理程序（</a:t>
            </a:r>
            <a:r>
              <a:rPr kumimoji="1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merror.S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），使用类似的逻辑进行接口统一化，使得上层程序可以统一调用。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C5ACEFFF-A9FF-4985-BC81-6642633761CE}"/>
              </a:ext>
            </a:extLst>
          </p:cNvPr>
          <p:cNvCxnSpPr>
            <a:cxnSpLocks/>
          </p:cNvCxnSpPr>
          <p:nvPr/>
        </p:nvCxnSpPr>
        <p:spPr>
          <a:xfrm>
            <a:off x="5264573" y="2788430"/>
            <a:ext cx="6429587" cy="0"/>
          </a:xfrm>
          <a:prstGeom prst="line">
            <a:avLst/>
          </a:prstGeom>
          <a:ln w="12700">
            <a:solidFill>
              <a:schemeClr val="accent2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2C68FA82-4024-B45E-7D23-9E7C1DFF92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0145" y="-34215"/>
            <a:ext cx="6711710" cy="6858000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2.3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内存管理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——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地址空间</a:t>
            </a:r>
          </a:p>
        </p:txBody>
      </p:sp>
      <p:sp>
        <p:nvSpPr>
          <p:cNvPr id="2" name="AutoShape 2"/>
          <p:cNvSpPr>
            <a:spLocks noChangeAspect="1" noChangeArrowheads="1"/>
          </p:cNvSpPr>
          <p:nvPr/>
        </p:nvSpPr>
        <p:spPr bwMode="auto">
          <a:xfrm>
            <a:off x="3714750" y="1047750"/>
            <a:ext cx="47625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509544" y="1120296"/>
            <a:ext cx="4988225" cy="5183534"/>
          </a:xfrm>
          <a:prstGeom prst="roundRect">
            <a:avLst>
              <a:gd name="adj" fmla="val 9136"/>
            </a:avLst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rmAutofit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矩形: 圆角 16"/>
          <p:cNvSpPr/>
          <p:nvPr/>
        </p:nvSpPr>
        <p:spPr>
          <a:xfrm>
            <a:off x="580385" y="1184833"/>
            <a:ext cx="4829274" cy="5047704"/>
          </a:xfrm>
          <a:prstGeom prst="roundRect">
            <a:avLst>
              <a:gd name="adj" fmla="val 9136"/>
            </a:avLst>
          </a:prstGeom>
          <a:solidFill>
            <a:schemeClr val="accent6">
              <a:lumMod val="20000"/>
              <a:lumOff val="8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rmAutofit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04972" y="5099508"/>
            <a:ext cx="4173505" cy="1063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从KERNBASE开始映射内核映像；最顶层的</a:t>
            </a:r>
            <a:r>
              <a:rPr lang="en-US" altLang="zh-CN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64MB</a:t>
            </a:r>
            <a:r>
              <a:rPr lang="zh-CN" altLang="en-US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设定为共享内存。堆内存从顶开始向下增长，剩余的空闲物理地址交由物理内存管理器管理由下往上增长。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564" y="1731988"/>
            <a:ext cx="3992598" cy="3325594"/>
          </a:xfrm>
          <a:prstGeom prst="rect">
            <a:avLst/>
          </a:prstGeom>
        </p:spPr>
      </p:pic>
      <p:sp>
        <p:nvSpPr>
          <p:cNvPr id="11" name="矩形: 剪去对角 10"/>
          <p:cNvSpPr/>
          <p:nvPr/>
        </p:nvSpPr>
        <p:spPr>
          <a:xfrm>
            <a:off x="2180836" y="1276554"/>
            <a:ext cx="1567945" cy="388578"/>
          </a:xfrm>
          <a:prstGeom prst="snip2Diag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rmAutofit fontScale="25000" lnSpcReduction="20000"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188567" y="1278853"/>
            <a:ext cx="1612909" cy="36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内核地址空间</a:t>
            </a:r>
            <a:endParaRPr lang="zh-CN" altLang="en-US" dirty="0"/>
          </a:p>
        </p:txBody>
      </p:sp>
      <p:sp>
        <p:nvSpPr>
          <p:cNvPr id="18" name="矩形: 圆角 17"/>
          <p:cNvSpPr/>
          <p:nvPr/>
        </p:nvSpPr>
        <p:spPr>
          <a:xfrm>
            <a:off x="6694232" y="1120296"/>
            <a:ext cx="4948518" cy="5183534"/>
          </a:xfrm>
          <a:prstGeom prst="roundRect">
            <a:avLst>
              <a:gd name="adj" fmla="val 9136"/>
            </a:avLst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rmAutofit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" name="矩形: 圆角 19"/>
          <p:cNvSpPr/>
          <p:nvPr/>
        </p:nvSpPr>
        <p:spPr>
          <a:xfrm>
            <a:off x="6764509" y="1185677"/>
            <a:ext cx="4790832" cy="5047704"/>
          </a:xfrm>
          <a:prstGeom prst="roundRect">
            <a:avLst>
              <a:gd name="adj" fmla="val 9136"/>
            </a:avLst>
          </a:prstGeom>
          <a:solidFill>
            <a:schemeClr val="accent6">
              <a:lumMod val="20000"/>
              <a:lumOff val="8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rmAutofit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601255" y="5109028"/>
            <a:ext cx="340525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对于用户地址空间，在加载时会区分程序段、用户栈、用户堆、</a:t>
            </a:r>
            <a:r>
              <a:rPr lang="en-US" altLang="zh-CN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Trampoline</a:t>
            </a:r>
            <a:r>
              <a:rPr lang="zh-CN" altLang="en-US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等进行加载。从基础加载地址开始</a:t>
            </a:r>
            <a:endParaRPr lang="en-US" altLang="zh-CN" sz="16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517" y="1972482"/>
            <a:ext cx="3854728" cy="3096092"/>
          </a:xfrm>
          <a:prstGeom prst="rect">
            <a:avLst/>
          </a:prstGeom>
        </p:spPr>
      </p:pic>
      <p:sp>
        <p:nvSpPr>
          <p:cNvPr id="24" name="矩形: 剪去对角 23"/>
          <p:cNvSpPr/>
          <p:nvPr/>
        </p:nvSpPr>
        <p:spPr>
          <a:xfrm>
            <a:off x="8382193" y="1352689"/>
            <a:ext cx="1555464" cy="388578"/>
          </a:xfrm>
          <a:prstGeom prst="snip2Diag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rmAutofit fontScale="25000" lnSpcReduction="20000"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8378802" y="1364088"/>
            <a:ext cx="1600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用户地址空间</a:t>
            </a:r>
            <a:endParaRPr lang="zh-CN" altLang="en-US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ADB63C7A-12AB-9697-6C12-84977FBA61C6}"/>
              </a:ext>
            </a:extLst>
          </p:cNvPr>
          <p:cNvCxnSpPr>
            <a:cxnSpLocks/>
          </p:cNvCxnSpPr>
          <p:nvPr/>
        </p:nvCxnSpPr>
        <p:spPr>
          <a:xfrm>
            <a:off x="6096000" y="1019175"/>
            <a:ext cx="0" cy="5911014"/>
          </a:xfrm>
          <a:prstGeom prst="line">
            <a:avLst/>
          </a:prstGeom>
          <a:ln w="19050">
            <a:gradFill flip="none" rotWithShape="1">
              <a:gsLst>
                <a:gs pos="52000">
                  <a:srgbClr val="90AACE">
                    <a:alpha val="0"/>
                  </a:srgbClr>
                </a:gs>
                <a:gs pos="0">
                  <a:srgbClr val="013785"/>
                </a:gs>
                <a:gs pos="100000">
                  <a:srgbClr val="013785"/>
                </a:gs>
              </a:gsLst>
              <a:lin ang="5400000" scaled="1"/>
              <a:tileRect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E555B3DE-A349-D2BF-1302-B7F82CCBB34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0145" y="0"/>
            <a:ext cx="6711710" cy="6858000"/>
          </a:xfrm>
          <a:prstGeom prst="rect">
            <a:avLst/>
          </a:prstGeom>
        </p:spPr>
      </p:pic>
      <p:sp>
        <p:nvSpPr>
          <p:cNvPr id="9" name="矩形: 折角 8">
            <a:extLst>
              <a:ext uri="{FF2B5EF4-FFF2-40B4-BE49-F238E27FC236}">
                <a16:creationId xmlns:a16="http://schemas.microsoft.com/office/drawing/2014/main" id="{6DCA2347-BCDE-F8E1-CDFE-9D80A2300135}"/>
              </a:ext>
            </a:extLst>
          </p:cNvPr>
          <p:cNvSpPr/>
          <p:nvPr/>
        </p:nvSpPr>
        <p:spPr>
          <a:xfrm>
            <a:off x="779769" y="1385233"/>
            <a:ext cx="5225143" cy="3796836"/>
          </a:xfrm>
          <a:prstGeom prst="foldedCorner">
            <a:avLst>
              <a:gd name="adj" fmla="val 12334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/>
              <a:ea typeface="华文中宋"/>
              <a:cs typeface="+mn-cs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2.3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内存管理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——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物理内存管理器</a:t>
            </a:r>
          </a:p>
        </p:txBody>
      </p:sp>
      <p:sp>
        <p:nvSpPr>
          <p:cNvPr id="2" name="AutoShape 2"/>
          <p:cNvSpPr>
            <a:spLocks noChangeAspect="1" noChangeArrowheads="1"/>
          </p:cNvSpPr>
          <p:nvPr/>
        </p:nvSpPr>
        <p:spPr bwMode="auto">
          <a:xfrm>
            <a:off x="3714750" y="1047750"/>
            <a:ext cx="47625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8720" y="1213095"/>
            <a:ext cx="5384019" cy="4845617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60207" y="1612981"/>
            <a:ext cx="504470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物理内存管理类PhysicalMemoryManager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使用粗细粒度混合分配管理内核所需的物理内存，统一使用伙伴内存分配器进行粗粒度分配。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更细粒度的大小分配（函数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kmalloc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）采用了</a:t>
            </a: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linux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的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SlabAllocator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</a:p>
          <a:p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目的就是缓存一些被释放的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object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因此这些基础的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structures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在多次调用期间被预留起来。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这部分物理内存用于各类用户请求的空间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795657" y="6214746"/>
            <a:ext cx="29372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物理</a:t>
            </a:r>
            <a:r>
              <a:rPr lang="zh-CN" altLang="en-US" sz="1800" dirty="0">
                <a:solidFill>
                  <a:srgbClr val="C00000"/>
                </a:solidFill>
              </a:rPr>
              <a:t>内存管理器结构图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1EDBE2D6-A6AB-EC3D-ABEA-B61647418EFC}"/>
              </a:ext>
            </a:extLst>
          </p:cNvPr>
          <p:cNvCxnSpPr>
            <a:cxnSpLocks/>
          </p:cNvCxnSpPr>
          <p:nvPr/>
        </p:nvCxnSpPr>
        <p:spPr>
          <a:xfrm>
            <a:off x="6545943" y="1057061"/>
            <a:ext cx="0" cy="5739039"/>
          </a:xfrm>
          <a:prstGeom prst="line">
            <a:avLst/>
          </a:prstGeom>
          <a:ln w="12700">
            <a:solidFill>
              <a:schemeClr val="accent2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76E43-850C-89E7-EE2E-A473163FC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C70E5EA-BD11-3D95-023D-5FB3135B7B0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0145" y="0"/>
            <a:ext cx="6711710" cy="6858000"/>
          </a:xfrm>
          <a:prstGeom prst="rect">
            <a:avLst/>
          </a:prstGeo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F54ACBEC-2F15-7F70-24FB-9F051BBBD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2.3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内存管理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——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堆内存管理器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176A5A24-6BEE-C514-6A65-FB34A04B216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14750" y="1047750"/>
            <a:ext cx="47625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" name="矩形: 折角 3">
            <a:extLst>
              <a:ext uri="{FF2B5EF4-FFF2-40B4-BE49-F238E27FC236}">
                <a16:creationId xmlns:a16="http://schemas.microsoft.com/office/drawing/2014/main" id="{EC1F1D45-7BD8-D4D5-C249-FEB545CA56A0}"/>
              </a:ext>
            </a:extLst>
          </p:cNvPr>
          <p:cNvSpPr/>
          <p:nvPr/>
        </p:nvSpPr>
        <p:spPr>
          <a:xfrm>
            <a:off x="571429" y="1248470"/>
            <a:ext cx="5035289" cy="3083029"/>
          </a:xfrm>
          <a:prstGeom prst="foldedCorner">
            <a:avLst>
              <a:gd name="adj" fmla="val 1252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/>
              <a:ea typeface="华文中宋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6B5196D-B9B9-3FDD-4F11-7B43D3A3CE9D}"/>
              </a:ext>
            </a:extLst>
          </p:cNvPr>
          <p:cNvSpPr txBox="1"/>
          <p:nvPr/>
        </p:nvSpPr>
        <p:spPr>
          <a:xfrm>
            <a:off x="909849" y="1710369"/>
            <a:ext cx="469687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堆内存管理类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Heap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MemoryManager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使用粗细粒度混合分配管理内核所需的物理内存，使用伙伴内存分配器进行粗粒度分配。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堆内存主要用于内核的构建，支持</a:t>
            </a: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cpp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的动态内存分配的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new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和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delete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运算符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7B27395-6D0E-0E59-F81E-C6ED786B1B5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5283" y="1335179"/>
            <a:ext cx="5733143" cy="4862274"/>
          </a:xfrm>
          <a:prstGeom prst="rect">
            <a:avLst/>
          </a:prstGeom>
        </p:spPr>
      </p:pic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946CB693-67EE-6FB3-D829-80903C23F74D}"/>
              </a:ext>
            </a:extLst>
          </p:cNvPr>
          <p:cNvCxnSpPr>
            <a:cxnSpLocks/>
          </p:cNvCxnSpPr>
          <p:nvPr/>
        </p:nvCxnSpPr>
        <p:spPr>
          <a:xfrm>
            <a:off x="6279243" y="1047750"/>
            <a:ext cx="0" cy="5739039"/>
          </a:xfrm>
          <a:prstGeom prst="line">
            <a:avLst/>
          </a:prstGeom>
          <a:ln w="12700">
            <a:solidFill>
              <a:schemeClr val="accent2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7E627ED7-6489-3892-C150-2239AAA2E057}"/>
              </a:ext>
            </a:extLst>
          </p:cNvPr>
          <p:cNvCxnSpPr>
            <a:cxnSpLocks/>
          </p:cNvCxnSpPr>
          <p:nvPr/>
        </p:nvCxnSpPr>
        <p:spPr>
          <a:xfrm flipV="1">
            <a:off x="535940" y="4572691"/>
            <a:ext cx="4964985" cy="11200"/>
          </a:xfrm>
          <a:prstGeom prst="line">
            <a:avLst/>
          </a:prstGeom>
          <a:ln w="12700">
            <a:solidFill>
              <a:schemeClr val="accent2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片 15">
            <a:extLst>
              <a:ext uri="{FF2B5EF4-FFF2-40B4-BE49-F238E27FC236}">
                <a16:creationId xmlns:a16="http://schemas.microsoft.com/office/drawing/2014/main" id="{B7761050-C9C3-FDB5-C765-DACFE3F3E1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349" y="4772566"/>
            <a:ext cx="3810152" cy="1348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7909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BDE3B733-BA45-A513-52E9-781207C8A58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0145" y="0"/>
            <a:ext cx="6711710" cy="6858000"/>
          </a:xfrm>
          <a:prstGeom prst="rect">
            <a:avLst/>
          </a:prstGeom>
        </p:spPr>
      </p:pic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97A3CB1-2406-5C4F-7CC5-18F548F6C5AB}"/>
              </a:ext>
            </a:extLst>
          </p:cNvPr>
          <p:cNvSpPr/>
          <p:nvPr/>
        </p:nvSpPr>
        <p:spPr>
          <a:xfrm>
            <a:off x="6653284" y="1197302"/>
            <a:ext cx="5016203" cy="3677759"/>
          </a:xfrm>
          <a:prstGeom prst="roundRect">
            <a:avLst>
              <a:gd name="adj" fmla="val 9136"/>
            </a:avLst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  <a:alpha val="45000"/>
                  </a:schemeClr>
                </a:gs>
                <a:gs pos="100000">
                  <a:srgbClr val="013785"/>
                </a:gs>
              </a:gsLst>
              <a:lin ang="16200000" scaled="1"/>
              <a:tileRect/>
            </a:gra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rmAutofit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4190D43-14FE-8A4D-BD0F-BDC297EFC703}"/>
              </a:ext>
            </a:extLst>
          </p:cNvPr>
          <p:cNvSpPr/>
          <p:nvPr/>
        </p:nvSpPr>
        <p:spPr>
          <a:xfrm>
            <a:off x="6753786" y="1294449"/>
            <a:ext cx="4806843" cy="3488007"/>
          </a:xfrm>
          <a:prstGeom prst="roundRect">
            <a:avLst>
              <a:gd name="adj" fmla="val 9136"/>
            </a:avLst>
          </a:prstGeom>
          <a:solidFill>
            <a:schemeClr val="bg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rmAutofit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2.3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内存管理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——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虚拟内存管理器</a:t>
            </a:r>
          </a:p>
        </p:txBody>
      </p:sp>
      <p:sp>
        <p:nvSpPr>
          <p:cNvPr id="2" name="AutoShape 2"/>
          <p:cNvSpPr>
            <a:spLocks noChangeAspect="1" noChangeArrowheads="1"/>
          </p:cNvSpPr>
          <p:nvPr/>
        </p:nvSpPr>
        <p:spPr bwMode="auto">
          <a:xfrm>
            <a:off x="3714750" y="1047750"/>
            <a:ext cx="47625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3204" y="1222702"/>
            <a:ext cx="4336865" cy="3207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/>
          <p:cNvSpPr txBox="1"/>
          <p:nvPr/>
        </p:nvSpPr>
        <p:spPr>
          <a:xfrm>
            <a:off x="8062345" y="4273634"/>
            <a:ext cx="2340629" cy="383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C00000"/>
                </a:solidFill>
              </a:rPr>
              <a:t>虚拟内存的管理结构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7B1B0EE-C664-E248-CAD7-0FC5536E8205}"/>
              </a:ext>
            </a:extLst>
          </p:cNvPr>
          <p:cNvGrpSpPr/>
          <p:nvPr/>
        </p:nvGrpSpPr>
        <p:grpSpPr>
          <a:xfrm>
            <a:off x="462083" y="1197302"/>
            <a:ext cx="5395974" cy="5243941"/>
            <a:chOff x="370114" y="1132113"/>
            <a:chExt cx="5395974" cy="5243941"/>
          </a:xfrm>
        </p:grpSpPr>
        <p:sp>
          <p:nvSpPr>
            <p:cNvPr id="6" name="矩形: 圆角 5"/>
            <p:cNvSpPr/>
            <p:nvPr/>
          </p:nvSpPr>
          <p:spPr>
            <a:xfrm>
              <a:off x="370114" y="1132113"/>
              <a:ext cx="5395974" cy="5243941"/>
            </a:xfrm>
            <a:prstGeom prst="roundRect">
              <a:avLst>
                <a:gd name="adj" fmla="val 9136"/>
              </a:avLst>
            </a:prstGeom>
            <a:ln w="19050"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78000"/>
                    </a:schemeClr>
                  </a:gs>
                  <a:gs pos="100000">
                    <a:srgbClr val="013785"/>
                  </a:gs>
                </a:gsLst>
                <a:lin ang="16200000" scaled="1"/>
                <a:tileRect/>
              </a:gradFill>
              <a:prstDash val="soli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/>
            </a:bodyPr>
            <a:lstStyle/>
            <a:p>
              <a:pPr algn="l">
                <a:lnSpc>
                  <a:spcPct val="130000"/>
                </a:lnSpc>
              </a:pPr>
              <a:endPara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" name="矩形: 圆角 7"/>
            <p:cNvSpPr/>
            <p:nvPr/>
          </p:nvSpPr>
          <p:spPr>
            <a:xfrm>
              <a:off x="454649" y="1157513"/>
              <a:ext cx="5224030" cy="5106528"/>
            </a:xfrm>
            <a:prstGeom prst="roundRect">
              <a:avLst>
                <a:gd name="adj" fmla="val 9136"/>
              </a:avLst>
            </a:prstGeom>
            <a:solidFill>
              <a:schemeClr val="bg2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/>
            </a:bodyPr>
            <a:lstStyle/>
            <a:p>
              <a:pPr algn="l">
                <a:lnSpc>
                  <a:spcPct val="130000"/>
                </a:lnSpc>
              </a:pPr>
              <a:endPara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678343" y="1404678"/>
              <a:ext cx="4347595" cy="23083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F7LY</a:t>
              </a:r>
              <a:r>
                <a:rPr lang="zh-CN" altLang="en-US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采用静态预配置</a:t>
              </a:r>
              <a:r>
                <a:rPr lang="en-US" altLang="zh-CN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+</a:t>
              </a:r>
              <a:r>
                <a:rPr lang="zh-CN" altLang="en-US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管理器分派的机制进行地址空间管理。</a:t>
              </a:r>
              <a:endPara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  <a:p>
              <a:endPara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核心由 </a:t>
              </a:r>
              <a:r>
                <a:rPr lang="en-US" altLang="zh-CN" dirty="0" err="1">
                  <a:latin typeface="华文中宋" panose="02010600040101010101" pitchFamily="2" charset="-122"/>
                  <a:ea typeface="华文中宋" panose="02010600040101010101" pitchFamily="2" charset="-122"/>
                </a:rPr>
                <a:t>VirtualMemoryManager</a:t>
              </a:r>
              <a:r>
                <a:rPr lang="zh-CN" altLang="en-US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管理器统一负责虚拟地址的分配、映射与回收。</a:t>
              </a:r>
              <a:endPara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底层则由 </a:t>
              </a:r>
              <a:r>
                <a:rPr lang="en-US" altLang="zh-CN" dirty="0" err="1">
                  <a:latin typeface="华文中宋" panose="02010600040101010101" pitchFamily="2" charset="-122"/>
                  <a:ea typeface="华文中宋" panose="02010600040101010101" pitchFamily="2" charset="-122"/>
                </a:rPr>
                <a:t>PageTable</a:t>
              </a:r>
              <a:r>
                <a:rPr lang="en-US" altLang="zh-CN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 </a:t>
              </a:r>
              <a:r>
                <a:rPr lang="zh-CN" altLang="en-US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类协助完成页表操作与维护。</a:t>
              </a:r>
              <a:endPara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5" name="矩形: 折角 4"/>
            <p:cNvSpPr/>
            <p:nvPr/>
          </p:nvSpPr>
          <p:spPr>
            <a:xfrm>
              <a:off x="709883" y="3963084"/>
              <a:ext cx="4602345" cy="2097248"/>
            </a:xfrm>
            <a:prstGeom prst="foldedCorner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 lnSpcReduction="10000"/>
            </a:bodyPr>
            <a:lstStyle/>
            <a:p>
              <a:pPr algn="l">
                <a:lnSpc>
                  <a:spcPct val="130000"/>
                </a:lnSpc>
              </a:pPr>
              <a:r>
                <a:rPr kumimoji="1"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主要接口：</a:t>
              </a:r>
              <a:endPara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30000"/>
                </a:lnSpc>
              </a:pPr>
              <a:r>
                <a:rPr kumimoji="1"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` </a:t>
              </a:r>
              <a:r>
                <a:rPr kumimoji="1" lang="en-US" altLang="zh-CN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map_page</a:t>
              </a:r>
              <a:r>
                <a:rPr kumimoji="1"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kumimoji="1"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映射虚拟地址</a:t>
              </a:r>
              <a:endPara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30000"/>
                </a:lnSpc>
              </a:pPr>
              <a:r>
                <a:rPr kumimoji="1"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` </a:t>
              </a:r>
              <a:r>
                <a:rPr kumimoji="1" lang="en-US" altLang="zh-CN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allocate_vma_page</a:t>
              </a:r>
              <a:r>
                <a:rPr kumimoji="1"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kumimoji="1"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为</a:t>
              </a:r>
              <a:r>
                <a:rPr kumimoji="1" lang="en-US" altLang="zh-CN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vma</a:t>
              </a:r>
              <a:r>
                <a:rPr kumimoji="1"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惰性分配页面</a:t>
              </a:r>
              <a:endPara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30000"/>
                </a:lnSpc>
              </a:pPr>
              <a:r>
                <a:rPr kumimoji="1"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`</a:t>
              </a:r>
              <a:r>
                <a:rPr kumimoji="1" lang="en-US" altLang="zh-CN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copy_in</a:t>
              </a:r>
              <a:r>
                <a:rPr kumimoji="1"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/</a:t>
              </a:r>
              <a:r>
                <a:rPr kumimoji="1" lang="en-US" altLang="zh-CN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copy_out</a:t>
              </a:r>
              <a:r>
                <a:rPr kumimoji="1"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kumimoji="1"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内核态和用户态传递</a:t>
              </a:r>
            </a:p>
          </p:txBody>
        </p:sp>
      </p:grp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E1521FB4-8C34-84CE-D848-2EE086AFEC89}"/>
              </a:ext>
            </a:extLst>
          </p:cNvPr>
          <p:cNvSpPr/>
          <p:nvPr/>
        </p:nvSpPr>
        <p:spPr>
          <a:xfrm>
            <a:off x="6629179" y="5515932"/>
            <a:ext cx="5016203" cy="869118"/>
          </a:xfrm>
          <a:prstGeom prst="roundRect">
            <a:avLst>
              <a:gd name="adj" fmla="val 23331"/>
            </a:avLst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  <a:alpha val="45000"/>
                  </a:schemeClr>
                </a:gs>
                <a:gs pos="100000">
                  <a:srgbClr val="013785"/>
                </a:gs>
              </a:gsLst>
              <a:lin ang="16200000" scaled="1"/>
              <a:tileRect/>
            </a:gra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rmAutofit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32DD175-11FE-D81F-3423-6146A97F62F0}"/>
              </a:ext>
            </a:extLst>
          </p:cNvPr>
          <p:cNvSpPr/>
          <p:nvPr/>
        </p:nvSpPr>
        <p:spPr>
          <a:xfrm>
            <a:off x="6745253" y="5635298"/>
            <a:ext cx="4746172" cy="641626"/>
          </a:xfrm>
          <a:prstGeom prst="roundRect">
            <a:avLst>
              <a:gd name="adj" fmla="val 29495"/>
            </a:avLst>
          </a:prstGeom>
          <a:solidFill>
            <a:schemeClr val="bg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rmAutofit fontScale="55000" lnSpcReduction="20000"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2AF643F-C593-E6B2-29A8-DB82140FADA0}"/>
              </a:ext>
            </a:extLst>
          </p:cNvPr>
          <p:cNvSpPr txBox="1"/>
          <p:nvPr/>
        </p:nvSpPr>
        <p:spPr>
          <a:xfrm>
            <a:off x="7043204" y="5729561"/>
            <a:ext cx="44482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12523D"/>
                </a:solidFill>
              </a:rPr>
              <a:t>页表与</a:t>
            </a:r>
            <a:r>
              <a:rPr lang="en-US" altLang="zh-CN" sz="2000" dirty="0">
                <a:solidFill>
                  <a:srgbClr val="12523D"/>
                </a:solidFill>
              </a:rPr>
              <a:t>PTE</a:t>
            </a:r>
            <a:r>
              <a:rPr lang="zh-CN" altLang="en-US" sz="2000" dirty="0">
                <a:solidFill>
                  <a:srgbClr val="12523D"/>
                </a:solidFill>
              </a:rPr>
              <a:t>分架构，设置不同函数</a:t>
            </a: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0C7C5D89-7B64-7B58-477C-5AF6739ED0EC}"/>
              </a:ext>
            </a:extLst>
          </p:cNvPr>
          <p:cNvCxnSpPr>
            <a:cxnSpLocks/>
          </p:cNvCxnSpPr>
          <p:nvPr/>
        </p:nvCxnSpPr>
        <p:spPr>
          <a:xfrm>
            <a:off x="6248400" y="1057061"/>
            <a:ext cx="0" cy="5739039"/>
          </a:xfrm>
          <a:prstGeom prst="line">
            <a:avLst/>
          </a:prstGeom>
          <a:ln w="19050">
            <a:solidFill>
              <a:srgbClr val="12523D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6C42E0E1-5BE9-B806-36EB-0381E610AD3D}"/>
              </a:ext>
            </a:extLst>
          </p:cNvPr>
          <p:cNvCxnSpPr>
            <a:cxnSpLocks/>
          </p:cNvCxnSpPr>
          <p:nvPr/>
        </p:nvCxnSpPr>
        <p:spPr>
          <a:xfrm flipH="1" flipV="1">
            <a:off x="6210300" y="5275661"/>
            <a:ext cx="5459187" cy="23414"/>
          </a:xfrm>
          <a:prstGeom prst="line">
            <a:avLst/>
          </a:prstGeom>
          <a:ln w="19050">
            <a:solidFill>
              <a:srgbClr val="12523D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9371DF0-5402-6C01-AC9D-2A7FA9E0007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0145" y="0"/>
            <a:ext cx="6711710" cy="6858000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803275" y="432896"/>
            <a:ext cx="8970989" cy="663575"/>
          </a:xfrm>
        </p:spPr>
        <p:txBody>
          <a:bodyPr/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2.4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进程管理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——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进程控制块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401098" y="1253363"/>
            <a:ext cx="64511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F7LY此处统一使用Pcb结构体来记录任务，可以通过标志位决定任务的具体属性，而不需要区分进程结构体和线程结构体。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7555" y="1286396"/>
            <a:ext cx="3721291" cy="660434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401098" y="2109642"/>
            <a:ext cx="10764566" cy="4182882"/>
            <a:chOff x="740228" y="2004431"/>
            <a:chExt cx="9808578" cy="4182882"/>
          </a:xfrm>
        </p:grpSpPr>
        <p:grpSp>
          <p:nvGrpSpPr>
            <p:cNvPr id="34" name="组合 33"/>
            <p:cNvGrpSpPr/>
            <p:nvPr/>
          </p:nvGrpSpPr>
          <p:grpSpPr>
            <a:xfrm>
              <a:off x="740228" y="2004431"/>
              <a:ext cx="9808578" cy="4182882"/>
              <a:chOff x="312057" y="2077002"/>
              <a:chExt cx="9808578" cy="4182882"/>
            </a:xfrm>
          </p:grpSpPr>
          <p:grpSp>
            <p:nvGrpSpPr>
              <p:cNvPr id="30" name="组合 29"/>
              <p:cNvGrpSpPr/>
              <p:nvPr/>
            </p:nvGrpSpPr>
            <p:grpSpPr>
              <a:xfrm>
                <a:off x="312057" y="2077002"/>
                <a:ext cx="9808578" cy="4182882"/>
                <a:chOff x="188079" y="2043969"/>
                <a:chExt cx="9808578" cy="4182882"/>
              </a:xfrm>
            </p:grpSpPr>
            <p:sp>
              <p:nvSpPr>
                <p:cNvPr id="26" name="矩形: 圆角 25"/>
                <p:cNvSpPr/>
                <p:nvPr/>
              </p:nvSpPr>
              <p:spPr>
                <a:xfrm>
                  <a:off x="188079" y="2043969"/>
                  <a:ext cx="9112807" cy="4182882"/>
                </a:xfrm>
                <a:prstGeom prst="roundRect">
                  <a:avLst>
                    <a:gd name="adj" fmla="val 9136"/>
                  </a:avLst>
                </a:prstGeom>
                <a:ln>
                  <a:prstDash val="dash"/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    <a:normAutofit/>
                </a:bodyPr>
                <a:lstStyle/>
                <a:p>
                  <a:pPr algn="l">
                    <a:lnSpc>
                      <a:spcPct val="130000"/>
                    </a:lnSpc>
                  </a:pPr>
                  <a:endParaRPr kumimoji="1" lang="zh-CN" alt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  <p:sp>
              <p:nvSpPr>
                <p:cNvPr id="27" name="矩形: 圆角 26"/>
                <p:cNvSpPr/>
                <p:nvPr/>
              </p:nvSpPr>
              <p:spPr>
                <a:xfrm>
                  <a:off x="188079" y="2077002"/>
                  <a:ext cx="9028273" cy="4136754"/>
                </a:xfrm>
                <a:prstGeom prst="roundRect">
                  <a:avLst>
                    <a:gd name="adj" fmla="val 9136"/>
                  </a:avLst>
                </a:prstGeom>
                <a:solidFill>
                  <a:schemeClr val="bg2">
                    <a:alpha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    <a:normAutofit/>
                </a:bodyPr>
                <a:lstStyle/>
                <a:p>
                  <a:pPr algn="l">
                    <a:lnSpc>
                      <a:spcPct val="130000"/>
                    </a:lnSpc>
                  </a:pPr>
                  <a:endParaRPr kumimoji="1" lang="zh-CN" alt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  <p:grpSp>
              <p:nvGrpSpPr>
                <p:cNvPr id="8" name="组合 7"/>
                <p:cNvGrpSpPr/>
                <p:nvPr/>
              </p:nvGrpSpPr>
              <p:grpSpPr>
                <a:xfrm>
                  <a:off x="411028" y="2250626"/>
                  <a:ext cx="4209143" cy="966448"/>
                  <a:chOff x="219692" y="1315710"/>
                  <a:chExt cx="5504913" cy="966448"/>
                </a:xfrm>
              </p:grpSpPr>
              <p:sp>
                <p:nvSpPr>
                  <p:cNvPr id="9" name="矩形: 折角 8"/>
                  <p:cNvSpPr/>
                  <p:nvPr/>
                </p:nvSpPr>
                <p:spPr>
                  <a:xfrm>
                    <a:off x="437990" y="1367758"/>
                    <a:ext cx="5286615" cy="914400"/>
                  </a:xfrm>
                  <a:prstGeom prst="foldedCorner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      <a:normAutofit/>
                  </a:bodyPr>
                  <a:lstStyle/>
                  <a:p>
                    <a:pPr algn="l">
                      <a:lnSpc>
                        <a:spcPct val="130000"/>
                      </a:lnSpc>
                    </a:pPr>
                    <a:endParaRPr kumimoji="1" lang="zh-CN" altLang="en-US" sz="20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endParaRPr>
                  </a:p>
                </p:txBody>
              </p:sp>
              <p:sp>
                <p:nvSpPr>
                  <p:cNvPr id="10" name="文本框 9"/>
                  <p:cNvSpPr txBox="1"/>
                  <p:nvPr/>
                </p:nvSpPr>
                <p:spPr>
                  <a:xfrm>
                    <a:off x="219692" y="1315710"/>
                    <a:ext cx="5402411" cy="874278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marL="742950" lvl="1" indent="-285750">
                      <a:lnSpc>
                        <a:spcPct val="150000"/>
                      </a:lnSpc>
                      <a:buFont typeface="Arial" panose="020B0604020202020204" pitchFamily="34" charset="0"/>
                      <a:buChar char="•"/>
                    </a:pPr>
                    <a:r>
                      <a:rPr lang="en-US" altLang="zh-CN" dirty="0" err="1">
                        <a:latin typeface="华文中宋" panose="02010600040101010101" pitchFamily="2" charset="-122"/>
                        <a:ea typeface="华文中宋" panose="02010600040101010101" pitchFamily="2" charset="-122"/>
                      </a:rPr>
                      <a:t>ProcessMemoryManager</a:t>
                    </a:r>
                    <a:endParaRPr lang="en-US" altLang="zh-CN" dirty="0">
                      <a:latin typeface="华文中宋" panose="02010600040101010101" pitchFamily="2" charset="-122"/>
                      <a:ea typeface="华文中宋" panose="02010600040101010101" pitchFamily="2" charset="-122"/>
                    </a:endParaRPr>
                  </a:p>
                  <a:p>
                    <a:pPr lvl="1">
                      <a:lnSpc>
                        <a:spcPct val="150000"/>
                      </a:lnSpc>
                    </a:pPr>
                    <a:r>
                      <a:rPr lang="zh-CN" altLang="en-US" dirty="0">
                        <a:latin typeface="华文中宋" panose="02010600040101010101" pitchFamily="2" charset="-122"/>
                        <a:ea typeface="华文中宋" panose="02010600040101010101" pitchFamily="2" charset="-122"/>
                      </a:rPr>
                      <a:t>  进程内部的内存管理器</a:t>
                    </a:r>
                  </a:p>
                </p:txBody>
              </p:sp>
            </p:grpSp>
            <p:grpSp>
              <p:nvGrpSpPr>
                <p:cNvPr id="11" name="组合 10"/>
                <p:cNvGrpSpPr/>
                <p:nvPr/>
              </p:nvGrpSpPr>
              <p:grpSpPr>
                <a:xfrm>
                  <a:off x="411028" y="3438037"/>
                  <a:ext cx="4209143" cy="966448"/>
                  <a:chOff x="219692" y="1315710"/>
                  <a:chExt cx="5504913" cy="966448"/>
                </a:xfrm>
              </p:grpSpPr>
              <p:sp>
                <p:nvSpPr>
                  <p:cNvPr id="12" name="矩形: 折角 11"/>
                  <p:cNvSpPr/>
                  <p:nvPr/>
                </p:nvSpPr>
                <p:spPr>
                  <a:xfrm>
                    <a:off x="437990" y="1367758"/>
                    <a:ext cx="5286615" cy="914400"/>
                  </a:xfrm>
                  <a:prstGeom prst="foldedCorner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      <a:normAutofit/>
                  </a:bodyPr>
                  <a:lstStyle/>
                  <a:p>
                    <a:pPr algn="l">
                      <a:lnSpc>
                        <a:spcPct val="130000"/>
                      </a:lnSpc>
                    </a:pPr>
                    <a:endParaRPr kumimoji="1" lang="zh-CN" altLang="en-US" sz="20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endParaRPr>
                  </a:p>
                </p:txBody>
              </p:sp>
              <p:sp>
                <p:nvSpPr>
                  <p:cNvPr id="13" name="文本框 12"/>
                  <p:cNvSpPr txBox="1"/>
                  <p:nvPr/>
                </p:nvSpPr>
                <p:spPr>
                  <a:xfrm>
                    <a:off x="219692" y="1315710"/>
                    <a:ext cx="5402410" cy="874278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marL="742950" lvl="1" indent="-285750">
                      <a:lnSpc>
                        <a:spcPct val="150000"/>
                      </a:lnSpc>
                      <a:buFont typeface="Arial" panose="020B0604020202020204" pitchFamily="34" charset="0"/>
                      <a:buChar char="•"/>
                    </a:pPr>
                    <a:r>
                      <a:rPr lang="zh-CN" altLang="en-US" dirty="0">
                        <a:latin typeface="华文中宋" panose="02010600040101010101" pitchFamily="2" charset="-122"/>
                        <a:ea typeface="华文中宋" panose="02010600040101010101" pitchFamily="2" charset="-122"/>
                      </a:rPr>
                      <a:t>进程的标志</a:t>
                    </a:r>
                    <a:endParaRPr lang="en-US" altLang="zh-CN" dirty="0">
                      <a:latin typeface="华文中宋" panose="02010600040101010101" pitchFamily="2" charset="-122"/>
                      <a:ea typeface="华文中宋" panose="02010600040101010101" pitchFamily="2" charset="-122"/>
                    </a:endParaRPr>
                  </a:p>
                  <a:p>
                    <a:pPr lvl="1">
                      <a:lnSpc>
                        <a:spcPct val="150000"/>
                      </a:lnSpc>
                    </a:pPr>
                    <a:r>
                      <a:rPr lang="zh-CN" altLang="en-US" dirty="0">
                        <a:latin typeface="华文中宋" panose="02010600040101010101" pitchFamily="2" charset="-122"/>
                        <a:ea typeface="华文中宋" panose="02010600040101010101" pitchFamily="2" charset="-122"/>
                      </a:rPr>
                      <a:t>如</a:t>
                    </a:r>
                    <a:r>
                      <a:rPr lang="en-US" altLang="zh-CN" dirty="0">
                        <a:latin typeface="华文中宋" panose="02010600040101010101" pitchFamily="2" charset="-122"/>
                        <a:ea typeface="华文中宋" panose="02010600040101010101" pitchFamily="2" charset="-122"/>
                      </a:rPr>
                      <a:t>gid\</a:t>
                    </a:r>
                    <a:r>
                      <a:rPr lang="en-US" altLang="zh-CN" dirty="0" err="1">
                        <a:latin typeface="华文中宋" panose="02010600040101010101" pitchFamily="2" charset="-122"/>
                        <a:ea typeface="华文中宋" panose="02010600040101010101" pitchFamily="2" charset="-122"/>
                      </a:rPr>
                      <a:t>uid</a:t>
                    </a:r>
                    <a:r>
                      <a:rPr lang="en-US" altLang="zh-CN" dirty="0">
                        <a:latin typeface="华文中宋" panose="02010600040101010101" pitchFamily="2" charset="-122"/>
                        <a:ea typeface="华文中宋" panose="02010600040101010101" pitchFamily="2" charset="-122"/>
                      </a:rPr>
                      <a:t>\</a:t>
                    </a:r>
                    <a:r>
                      <a:rPr lang="en-US" altLang="zh-CN" dirty="0" err="1">
                        <a:latin typeface="华文中宋" panose="02010600040101010101" pitchFamily="2" charset="-122"/>
                        <a:ea typeface="华文中宋" panose="02010600040101010101" pitchFamily="2" charset="-122"/>
                      </a:rPr>
                      <a:t>pid</a:t>
                    </a:r>
                    <a:r>
                      <a:rPr lang="en-US" altLang="zh-CN" dirty="0">
                        <a:latin typeface="华文中宋" panose="02010600040101010101" pitchFamily="2" charset="-122"/>
                        <a:ea typeface="华文中宋" panose="02010600040101010101" pitchFamily="2" charset="-122"/>
                      </a:rPr>
                      <a:t>\</a:t>
                    </a:r>
                    <a:r>
                      <a:rPr lang="en-US" altLang="zh-CN" dirty="0" err="1">
                        <a:latin typeface="华文中宋" panose="02010600040101010101" pitchFamily="2" charset="-122"/>
                        <a:ea typeface="华文中宋" panose="02010600040101010101" pitchFamily="2" charset="-122"/>
                      </a:rPr>
                      <a:t>ppid</a:t>
                    </a:r>
                    <a:r>
                      <a:rPr lang="zh-CN" altLang="en-US" dirty="0">
                        <a:latin typeface="华文中宋" panose="02010600040101010101" pitchFamily="2" charset="-122"/>
                        <a:ea typeface="华文中宋" panose="02010600040101010101" pitchFamily="2" charset="-122"/>
                      </a:rPr>
                      <a:t>等</a:t>
                    </a:r>
                    <a:endParaRPr lang="en-US" altLang="zh-CN" dirty="0">
                      <a:latin typeface="华文中宋" panose="02010600040101010101" pitchFamily="2" charset="-122"/>
                      <a:ea typeface="华文中宋" panose="02010600040101010101" pitchFamily="2" charset="-122"/>
                    </a:endParaRPr>
                  </a:p>
                </p:txBody>
              </p:sp>
            </p:grpSp>
            <p:grpSp>
              <p:nvGrpSpPr>
                <p:cNvPr id="14" name="组合 13"/>
                <p:cNvGrpSpPr/>
                <p:nvPr/>
              </p:nvGrpSpPr>
              <p:grpSpPr>
                <a:xfrm>
                  <a:off x="411028" y="4677496"/>
                  <a:ext cx="4209143" cy="966448"/>
                  <a:chOff x="219692" y="1315710"/>
                  <a:chExt cx="5504913" cy="966448"/>
                </a:xfrm>
              </p:grpSpPr>
              <p:sp>
                <p:nvSpPr>
                  <p:cNvPr id="15" name="矩形: 折角 14"/>
                  <p:cNvSpPr/>
                  <p:nvPr/>
                </p:nvSpPr>
                <p:spPr>
                  <a:xfrm>
                    <a:off x="437990" y="1367758"/>
                    <a:ext cx="5286615" cy="914400"/>
                  </a:xfrm>
                  <a:prstGeom prst="foldedCorner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      <a:normAutofit/>
                  </a:bodyPr>
                  <a:lstStyle/>
                  <a:p>
                    <a:pPr algn="l">
                      <a:lnSpc>
                        <a:spcPct val="130000"/>
                      </a:lnSpc>
                    </a:pPr>
                    <a:endParaRPr kumimoji="1" lang="zh-CN" altLang="en-US" sz="20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endParaRPr>
                  </a:p>
                </p:txBody>
              </p:sp>
              <p:sp>
                <p:nvSpPr>
                  <p:cNvPr id="17" name="文本框 16"/>
                  <p:cNvSpPr txBox="1"/>
                  <p:nvPr/>
                </p:nvSpPr>
                <p:spPr>
                  <a:xfrm>
                    <a:off x="219692" y="1315710"/>
                    <a:ext cx="5402410" cy="874278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marL="742950" lvl="1" indent="-285750">
                      <a:lnSpc>
                        <a:spcPct val="150000"/>
                      </a:lnSpc>
                      <a:buFont typeface="Arial" panose="020B0604020202020204" pitchFamily="34" charset="0"/>
                      <a:buChar char="•"/>
                    </a:pPr>
                    <a:r>
                      <a:rPr lang="zh-CN" altLang="en-US" dirty="0">
                        <a:latin typeface="华文中宋" panose="02010600040101010101" pitchFamily="2" charset="-122"/>
                        <a:ea typeface="华文中宋" panose="02010600040101010101" pitchFamily="2" charset="-122"/>
                      </a:rPr>
                      <a:t>进程的打开文件</a:t>
                    </a:r>
                    <a:endParaRPr lang="en-US" altLang="zh-CN" dirty="0">
                      <a:latin typeface="华文中宋" panose="02010600040101010101" pitchFamily="2" charset="-122"/>
                      <a:ea typeface="华文中宋" panose="02010600040101010101" pitchFamily="2" charset="-122"/>
                    </a:endParaRPr>
                  </a:p>
                  <a:p>
                    <a:pPr lvl="1">
                      <a:lnSpc>
                        <a:spcPct val="150000"/>
                      </a:lnSpc>
                    </a:pPr>
                    <a:r>
                      <a:rPr lang="en-US" altLang="zh-CN" dirty="0" err="1">
                        <a:latin typeface="华文中宋" panose="02010600040101010101" pitchFamily="2" charset="-122"/>
                        <a:ea typeface="华文中宋" panose="02010600040101010101" pitchFamily="2" charset="-122"/>
                      </a:rPr>
                      <a:t>Ofile</a:t>
                    </a:r>
                    <a:r>
                      <a:rPr lang="zh-CN" altLang="en-US" dirty="0">
                        <a:latin typeface="华文中宋" panose="02010600040101010101" pitchFamily="2" charset="-122"/>
                        <a:ea typeface="华文中宋" panose="02010600040101010101" pitchFamily="2" charset="-122"/>
                      </a:rPr>
                      <a:t>以及文件的标志</a:t>
                    </a:r>
                    <a:endParaRPr lang="en-US" altLang="zh-CN" dirty="0">
                      <a:latin typeface="华文中宋" panose="02010600040101010101" pitchFamily="2" charset="-122"/>
                      <a:ea typeface="华文中宋" panose="02010600040101010101" pitchFamily="2" charset="-122"/>
                    </a:endParaRPr>
                  </a:p>
                </p:txBody>
              </p:sp>
            </p:grpSp>
            <p:grpSp>
              <p:nvGrpSpPr>
                <p:cNvPr id="19" name="组合 18"/>
                <p:cNvGrpSpPr/>
                <p:nvPr/>
              </p:nvGrpSpPr>
              <p:grpSpPr>
                <a:xfrm>
                  <a:off x="4620171" y="2302506"/>
                  <a:ext cx="4432427" cy="914400"/>
                  <a:chOff x="-72329" y="1367758"/>
                  <a:chExt cx="5796934" cy="914400"/>
                </a:xfrm>
              </p:grpSpPr>
              <p:sp>
                <p:nvSpPr>
                  <p:cNvPr id="20" name="矩形: 折角 19"/>
                  <p:cNvSpPr/>
                  <p:nvPr/>
                </p:nvSpPr>
                <p:spPr>
                  <a:xfrm>
                    <a:off x="437990" y="1367758"/>
                    <a:ext cx="5286615" cy="914400"/>
                  </a:xfrm>
                  <a:prstGeom prst="foldedCorner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      <a:normAutofit/>
                  </a:bodyPr>
                  <a:lstStyle/>
                  <a:p>
                    <a:pPr algn="l">
                      <a:lnSpc>
                        <a:spcPct val="130000"/>
                      </a:lnSpc>
                    </a:pPr>
                    <a:endParaRPr kumimoji="1" lang="zh-CN" altLang="en-US" sz="20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endParaRPr>
                  </a:p>
                </p:txBody>
              </p:sp>
              <p:sp>
                <p:nvSpPr>
                  <p:cNvPr id="21" name="文本框 20"/>
                  <p:cNvSpPr txBox="1"/>
                  <p:nvPr/>
                </p:nvSpPr>
                <p:spPr>
                  <a:xfrm>
                    <a:off x="-72329" y="1367758"/>
                    <a:ext cx="5514098" cy="874278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marL="742950" lvl="1" indent="-285750">
                      <a:lnSpc>
                        <a:spcPct val="150000"/>
                      </a:lnSpc>
                      <a:buFont typeface="Arial" panose="020B0604020202020204" pitchFamily="34" charset="0"/>
                      <a:buChar char="•"/>
                    </a:pPr>
                    <a:r>
                      <a:rPr lang="zh-CN" altLang="en-US" dirty="0">
                        <a:latin typeface="华文中宋" panose="02010600040101010101" pitchFamily="2" charset="-122"/>
                        <a:ea typeface="华文中宋" panose="02010600040101010101" pitchFamily="2" charset="-122"/>
                      </a:rPr>
                      <a:t>进程的属性</a:t>
                    </a:r>
                    <a:endParaRPr lang="en-US" altLang="zh-CN" dirty="0">
                      <a:latin typeface="华文中宋" panose="02010600040101010101" pitchFamily="2" charset="-122"/>
                      <a:ea typeface="华文中宋" panose="02010600040101010101" pitchFamily="2" charset="-122"/>
                    </a:endParaRPr>
                  </a:p>
                  <a:p>
                    <a:pPr lvl="1">
                      <a:lnSpc>
                        <a:spcPct val="150000"/>
                      </a:lnSpc>
                    </a:pPr>
                    <a:r>
                      <a:rPr lang="zh-CN" altLang="en-US" dirty="0">
                        <a:latin typeface="华文中宋" panose="02010600040101010101" pitchFamily="2" charset="-122"/>
                        <a:ea typeface="华文中宋" panose="02010600040101010101" pitchFamily="2" charset="-122"/>
                      </a:rPr>
                      <a:t>时间统计、资源限制、上下文信息</a:t>
                    </a:r>
                    <a:endParaRPr lang="en-US" altLang="zh-CN" dirty="0">
                      <a:latin typeface="华文中宋" panose="02010600040101010101" pitchFamily="2" charset="-122"/>
                      <a:ea typeface="华文中宋" panose="02010600040101010101" pitchFamily="2" charset="-122"/>
                    </a:endParaRPr>
                  </a:p>
                </p:txBody>
              </p:sp>
            </p:grpSp>
            <p:grpSp>
              <p:nvGrpSpPr>
                <p:cNvPr id="23" name="组合 22"/>
                <p:cNvGrpSpPr/>
                <p:nvPr/>
              </p:nvGrpSpPr>
              <p:grpSpPr>
                <a:xfrm>
                  <a:off x="4620171" y="3429000"/>
                  <a:ext cx="4432427" cy="966448"/>
                  <a:chOff x="-72329" y="1315710"/>
                  <a:chExt cx="5796934" cy="966448"/>
                </a:xfrm>
              </p:grpSpPr>
              <p:sp>
                <p:nvSpPr>
                  <p:cNvPr id="24" name="矩形: 折角 23"/>
                  <p:cNvSpPr/>
                  <p:nvPr/>
                </p:nvSpPr>
                <p:spPr>
                  <a:xfrm>
                    <a:off x="437990" y="1367758"/>
                    <a:ext cx="5286615" cy="914400"/>
                  </a:xfrm>
                  <a:prstGeom prst="foldedCorner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      <a:normAutofit/>
                  </a:bodyPr>
                  <a:lstStyle/>
                  <a:p>
                    <a:pPr algn="l">
                      <a:lnSpc>
                        <a:spcPct val="130000"/>
                      </a:lnSpc>
                    </a:pPr>
                    <a:endParaRPr kumimoji="1" lang="zh-CN" altLang="en-US" sz="20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endParaRPr>
                  </a:p>
                </p:txBody>
              </p:sp>
              <p:sp>
                <p:nvSpPr>
                  <p:cNvPr id="25" name="文本框 24"/>
                  <p:cNvSpPr txBox="1"/>
                  <p:nvPr/>
                </p:nvSpPr>
                <p:spPr>
                  <a:xfrm>
                    <a:off x="-72329" y="1315710"/>
                    <a:ext cx="5694432" cy="874278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marL="742950" lvl="1" indent="-285750">
                      <a:lnSpc>
                        <a:spcPct val="150000"/>
                      </a:lnSpc>
                      <a:buFont typeface="Arial" panose="020B0604020202020204" pitchFamily="34" charset="0"/>
                      <a:buChar char="•"/>
                    </a:pPr>
                    <a:r>
                      <a:rPr lang="zh-CN" altLang="en-US" dirty="0">
                        <a:latin typeface="华文中宋" panose="02010600040101010101" pitchFamily="2" charset="-122"/>
                        <a:ea typeface="华文中宋" panose="02010600040101010101" pitchFamily="2" charset="-122"/>
                      </a:rPr>
                      <a:t>信号处理</a:t>
                    </a:r>
                    <a:endParaRPr lang="en-US" altLang="zh-CN" dirty="0">
                      <a:latin typeface="华文中宋" panose="02010600040101010101" pitchFamily="2" charset="-122"/>
                      <a:ea typeface="华文中宋" panose="02010600040101010101" pitchFamily="2" charset="-122"/>
                    </a:endParaRPr>
                  </a:p>
                  <a:p>
                    <a:pPr lvl="1">
                      <a:lnSpc>
                        <a:spcPct val="150000"/>
                      </a:lnSpc>
                    </a:pPr>
                    <a:r>
                      <a:rPr lang="zh-CN" altLang="en-US" dirty="0">
                        <a:latin typeface="华文中宋" panose="02010600040101010101" pitchFamily="2" charset="-122"/>
                        <a:ea typeface="华文中宋" panose="02010600040101010101" pitchFamily="2" charset="-122"/>
                      </a:rPr>
                      <a:t>信号函数、屏蔽掩码、待处理掩码</a:t>
                    </a:r>
                    <a:endParaRPr lang="en-US" altLang="zh-CN" dirty="0">
                      <a:latin typeface="华文中宋" panose="02010600040101010101" pitchFamily="2" charset="-122"/>
                      <a:ea typeface="华文中宋" panose="02010600040101010101" pitchFamily="2" charset="-122"/>
                    </a:endParaRPr>
                  </a:p>
                </p:txBody>
              </p:sp>
            </p:grpSp>
            <p:sp>
              <p:nvSpPr>
                <p:cNvPr id="29" name="矩形: 剪去对角 28"/>
                <p:cNvSpPr/>
                <p:nvPr/>
              </p:nvSpPr>
              <p:spPr>
                <a:xfrm>
                  <a:off x="9523835" y="3111149"/>
                  <a:ext cx="472822" cy="1509979"/>
                </a:xfrm>
                <a:prstGeom prst="snip2DiagRect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    <a:normAutofit/>
                </a:bodyPr>
                <a:lstStyle/>
                <a:p>
                  <a:pPr algn="l">
                    <a:lnSpc>
                      <a:spcPct val="130000"/>
                    </a:lnSpc>
                  </a:pPr>
                  <a:endParaRPr kumimoji="1" lang="zh-CN" alt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  <p:sp>
              <p:nvSpPr>
                <p:cNvPr id="28" name="文本框 27"/>
                <p:cNvSpPr txBox="1"/>
                <p:nvPr/>
              </p:nvSpPr>
              <p:spPr>
                <a:xfrm>
                  <a:off x="9544066" y="3228087"/>
                  <a:ext cx="432359" cy="120032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zh-CN" altLang="en-US" dirty="0">
                      <a:latin typeface="华文中宋" panose="02010600040101010101" pitchFamily="2" charset="-122"/>
                      <a:ea typeface="华文中宋" panose="02010600040101010101" pitchFamily="2" charset="-122"/>
                    </a:rPr>
                    <a:t>关键字段</a:t>
                  </a:r>
                  <a:endParaRPr lang="zh-CN" altLang="en-US" dirty="0"/>
                </a:p>
              </p:txBody>
            </p:sp>
          </p:grpSp>
          <p:sp>
            <p:nvSpPr>
              <p:cNvPr id="32" name="矩形: 折角 31"/>
              <p:cNvSpPr/>
              <p:nvPr/>
            </p:nvSpPr>
            <p:spPr>
              <a:xfrm>
                <a:off x="5134012" y="4762577"/>
                <a:ext cx="4042229" cy="914400"/>
              </a:xfrm>
              <a:prstGeom prst="foldedCorner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  <a:normAutofit/>
              </a:bodyPr>
              <a:lstStyle/>
              <a:p>
                <a:pPr algn="l">
                  <a:lnSpc>
                    <a:spcPct val="130000"/>
                  </a:lnSpc>
                </a:pPr>
                <a:endParaRPr kumimoji="1"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  <p:sp>
          <p:nvSpPr>
            <p:cNvPr id="31" name="文本框 30"/>
            <p:cNvSpPr txBox="1"/>
            <p:nvPr/>
          </p:nvSpPr>
          <p:spPr>
            <a:xfrm>
              <a:off x="5172320" y="4673737"/>
              <a:ext cx="4354052" cy="8742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742950" lvl="1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进程状态</a:t>
              </a:r>
              <a:endPara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  <a:p>
              <a:pPr lvl="1">
                <a:lnSpc>
                  <a:spcPct val="150000"/>
                </a:lnSpc>
              </a:pPr>
              <a:r>
                <a:rPr lang="zh-CN" altLang="en-US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可运行、睡眠、</a:t>
              </a:r>
              <a:r>
                <a:rPr lang="en-US" altLang="zh-CN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kill</a:t>
              </a:r>
              <a:r>
                <a:rPr lang="zh-CN" altLang="en-US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等</a:t>
              </a:r>
              <a:endPara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3A4A1310-16F5-C37E-8FB1-83C48D21B95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0145" y="0"/>
            <a:ext cx="6711710" cy="6858000"/>
          </a:xfrm>
          <a:prstGeom prst="rect">
            <a:avLst/>
          </a:prstGeom>
        </p:spPr>
      </p:pic>
      <p:sp>
        <p:nvSpPr>
          <p:cNvPr id="5" name="矩形: 剪去对角 4"/>
          <p:cNvSpPr/>
          <p:nvPr/>
        </p:nvSpPr>
        <p:spPr>
          <a:xfrm>
            <a:off x="227140" y="1333509"/>
            <a:ext cx="2291916" cy="567864"/>
          </a:xfrm>
          <a:prstGeom prst="snip2DiagRect">
            <a:avLst>
              <a:gd name="adj1" fmla="val 0"/>
              <a:gd name="adj2" fmla="val 28169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rmAutofit fontScale="25000" lnSpcReduction="20000"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2.4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进程管理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——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进程调度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140" y="2136347"/>
            <a:ext cx="6329733" cy="3500741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7033816" y="1999575"/>
            <a:ext cx="5063841" cy="3637513"/>
            <a:chOff x="6961245" y="1829876"/>
            <a:chExt cx="5063841" cy="3637513"/>
          </a:xfrm>
        </p:grpSpPr>
        <p:sp>
          <p:nvSpPr>
            <p:cNvPr id="3" name="矩形: 折角 2"/>
            <p:cNvSpPr/>
            <p:nvPr/>
          </p:nvSpPr>
          <p:spPr>
            <a:xfrm>
              <a:off x="6961245" y="1829876"/>
              <a:ext cx="5063841" cy="3637513"/>
            </a:xfrm>
            <a:prstGeom prst="foldedCorner">
              <a:avLst>
                <a:gd name="adj" fmla="val 9996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/>
            </a:bodyPr>
            <a:lstStyle/>
            <a:p>
              <a:pPr algn="l">
                <a:lnSpc>
                  <a:spcPct val="130000"/>
                </a:lnSpc>
              </a:pPr>
              <a:endPara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7087043" y="1966648"/>
              <a:ext cx="4877817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6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使用全局对象</a:t>
              </a:r>
              <a:r>
                <a:rPr lang="en-US" altLang="zh-CN" sz="16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 </a:t>
              </a:r>
              <a:r>
                <a:rPr lang="en-US" altLang="zh-CN" sz="1600" dirty="0" err="1">
                  <a:latin typeface="华文中宋" panose="02010600040101010101" pitchFamily="2" charset="-122"/>
                  <a:ea typeface="华文中宋" panose="02010600040101010101" pitchFamily="2" charset="-122"/>
                </a:rPr>
                <a:t>k_scheduler</a:t>
              </a:r>
              <a:r>
                <a:rPr lang="en-US" altLang="zh-CN" sz="16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 </a:t>
              </a:r>
            </a:p>
            <a:p>
              <a:r>
                <a:rPr lang="zh-CN" altLang="en-US" sz="16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其中具体的调度方法使用了与</a:t>
              </a:r>
              <a:r>
                <a:rPr lang="en-US" altLang="zh-CN" sz="16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MIT xv6</a:t>
              </a:r>
              <a:r>
                <a:rPr lang="zh-CN" altLang="en-US" sz="16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类似的逻辑方法。</a:t>
              </a: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7087043" y="2934416"/>
              <a:ext cx="4500253" cy="206210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6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Scheduler类承担了原本c语言书写的xv6中的调度任务。</a:t>
              </a:r>
              <a:endParaRPr lang="en-US" altLang="zh-CN" sz="16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  <a:p>
              <a:endParaRPr lang="en-US" altLang="zh-CN" sz="16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  <a:p>
              <a:r>
                <a:rPr lang="zh-CN" altLang="en-US" sz="16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 循环调度</a:t>
              </a:r>
              <a:endParaRPr lang="en-US" altLang="zh-CN" sz="16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  <a:p>
              <a:endParaRPr lang="en-US" altLang="zh-CN" sz="16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  <a:p>
              <a:r>
                <a:rPr lang="zh-CN" altLang="en-US" sz="16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这种用对象封装两个有栈协程 call_sched 和 start_schedule 的方法可以使F7LY比xv6有更清晰和高效的调度方法。</a:t>
              </a: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525510" y="1409598"/>
            <a:ext cx="17468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5">
                    <a:lumMod val="50000"/>
                  </a:schemeClr>
                </a:solidFill>
              </a:rPr>
              <a:t>调度器类代码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A162B3D8-44FA-B9BC-FB18-D9D7E3E125C4}"/>
              </a:ext>
            </a:extLst>
          </p:cNvPr>
          <p:cNvCxnSpPr>
            <a:cxnSpLocks/>
          </p:cNvCxnSpPr>
          <p:nvPr/>
        </p:nvCxnSpPr>
        <p:spPr>
          <a:xfrm>
            <a:off x="6806665" y="1057061"/>
            <a:ext cx="0" cy="5739039"/>
          </a:xfrm>
          <a:prstGeom prst="line">
            <a:avLst/>
          </a:prstGeom>
          <a:ln w="19050">
            <a:solidFill>
              <a:srgbClr val="12523D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D55044F-8FFB-F06A-8528-80F930EFAF7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0145" y="0"/>
            <a:ext cx="6711710" cy="6858000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EC59C4E1-4215-3BE6-D96A-1A74AF4D358B}"/>
              </a:ext>
            </a:extLst>
          </p:cNvPr>
          <p:cNvSpPr/>
          <p:nvPr/>
        </p:nvSpPr>
        <p:spPr>
          <a:xfrm>
            <a:off x="8043333" y="1794933"/>
            <a:ext cx="3683000" cy="4064000"/>
          </a:xfrm>
          <a:prstGeom prst="roundRect">
            <a:avLst>
              <a:gd name="adj" fmla="val 9136"/>
            </a:avLst>
          </a:prstGeom>
          <a:solidFill>
            <a:schemeClr val="bg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rmAutofit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矩形: 折角 8"/>
          <p:cNvSpPr/>
          <p:nvPr/>
        </p:nvSpPr>
        <p:spPr>
          <a:xfrm>
            <a:off x="8212667" y="2862534"/>
            <a:ext cx="3347048" cy="2771391"/>
          </a:xfrm>
          <a:prstGeom prst="foldedCorner">
            <a:avLst>
              <a:gd name="adj" fmla="val 9996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rmAutofit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2.4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进程管理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——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双管理器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8312977" y="2912533"/>
            <a:ext cx="324673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类ProcessManager封装全局对进程的许多操作，对所有进程全局管理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类</a:t>
            </a: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ProcessMemoryManager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用于管理单个进程的内存，封装整个进程地址空间的增长、共享等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25" y="1684865"/>
            <a:ext cx="7585319" cy="3725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BE2512C1-8AC1-DDEF-7076-555ADE952245}"/>
              </a:ext>
            </a:extLst>
          </p:cNvPr>
          <p:cNvSpPr txBox="1"/>
          <p:nvPr/>
        </p:nvSpPr>
        <p:spPr>
          <a:xfrm>
            <a:off x="8492277" y="1886223"/>
            <a:ext cx="2563974" cy="6667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F7LY的进程管理使用双管理器模式。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4354ECE-DDB5-8916-CBD7-CB0127C11CD5}"/>
              </a:ext>
            </a:extLst>
          </p:cNvPr>
          <p:cNvSpPr/>
          <p:nvPr/>
        </p:nvSpPr>
        <p:spPr>
          <a:xfrm>
            <a:off x="7933267" y="1450547"/>
            <a:ext cx="3962400" cy="4518453"/>
          </a:xfrm>
          <a:prstGeom prst="roundRect">
            <a:avLst>
              <a:gd name="adj" fmla="val 9136"/>
            </a:avLst>
          </a:prstGeom>
          <a:noFill/>
          <a:ln w="19050">
            <a:gradFill flip="none" rotWithShape="1">
              <a:gsLst>
                <a:gs pos="0">
                  <a:schemeClr val="accent1">
                    <a:lumMod val="5000"/>
                    <a:lumOff val="95000"/>
                    <a:alpha val="78000"/>
                  </a:schemeClr>
                </a:gs>
                <a:gs pos="100000">
                  <a:srgbClr val="013785"/>
                </a:gs>
              </a:gsLst>
              <a:lin ang="16200000" scaled="1"/>
              <a:tileRect/>
            </a:gra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rmAutofit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462F4637-7B99-E7E8-4D86-DE942027D3EF}"/>
              </a:ext>
            </a:extLst>
          </p:cNvPr>
          <p:cNvCxnSpPr>
            <a:cxnSpLocks/>
          </p:cNvCxnSpPr>
          <p:nvPr/>
        </p:nvCxnSpPr>
        <p:spPr>
          <a:xfrm>
            <a:off x="7354236" y="1057061"/>
            <a:ext cx="0" cy="5739039"/>
          </a:xfrm>
          <a:prstGeom prst="line">
            <a:avLst/>
          </a:prstGeom>
          <a:ln w="19050">
            <a:solidFill>
              <a:srgbClr val="12523D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>
            <a:extLst>
              <a:ext uri="{FF2B5EF4-FFF2-40B4-BE49-F238E27FC236}">
                <a16:creationId xmlns:a16="http://schemas.microsoft.com/office/drawing/2014/main" id="{94689240-8158-7C83-AB3C-01F8A47595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74" y="2367280"/>
            <a:ext cx="2841955" cy="2255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D66A656-70CF-5319-F6B0-EC3BCC96288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6963" y="0"/>
            <a:ext cx="6711710" cy="6858000"/>
          </a:xfrm>
          <a:prstGeom prst="rect">
            <a:avLst/>
          </a:prstGeom>
        </p:spPr>
      </p:pic>
      <p:sp>
        <p:nvSpPr>
          <p:cNvPr id="33" name="矩形: 圆角 32"/>
          <p:cNvSpPr/>
          <p:nvPr/>
        </p:nvSpPr>
        <p:spPr>
          <a:xfrm>
            <a:off x="311316" y="3845298"/>
            <a:ext cx="11563004" cy="2746488"/>
          </a:xfrm>
          <a:prstGeom prst="roundRect">
            <a:avLst>
              <a:gd name="adj" fmla="val 913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rmAutofit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1038" y="326063"/>
            <a:ext cx="6415973" cy="538462"/>
          </a:xfrm>
        </p:spPr>
        <p:txBody>
          <a:bodyPr/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2.4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进程管理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——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内存管理器</a:t>
            </a:r>
            <a:endParaRPr lang="zh-CN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728" y="1259610"/>
            <a:ext cx="2942705" cy="2335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4139" y="1224057"/>
            <a:ext cx="3825501" cy="2406587"/>
          </a:xfrm>
          <a:prstGeom prst="rect">
            <a:avLst/>
          </a:prstGeom>
        </p:spPr>
      </p:pic>
      <p:sp>
        <p:nvSpPr>
          <p:cNvPr id="7" name="矩形: 折角 6"/>
          <p:cNvSpPr/>
          <p:nvPr/>
        </p:nvSpPr>
        <p:spPr>
          <a:xfrm>
            <a:off x="8224269" y="1224057"/>
            <a:ext cx="3508918" cy="2406587"/>
          </a:xfrm>
          <a:prstGeom prst="foldedCorner">
            <a:avLst>
              <a:gd name="adj" fmla="val 9996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rmAutofit/>
          </a:bodyPr>
          <a:lstStyle/>
          <a:p>
            <a:pPr algn="l">
              <a:lnSpc>
                <a:spcPct val="130000"/>
              </a:lnSpc>
            </a:pPr>
            <a:r>
              <a: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对程序段、堆空间的管理</a:t>
            </a:r>
            <a:endParaRPr kumimoji="1" lang="en-US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>
              <a:lnSpc>
                <a:spcPct val="130000"/>
              </a:lnSpc>
            </a:pPr>
            <a:r>
              <a:rPr kumimoji="1" lang="en-US" altLang="zh-CN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Vma</a:t>
            </a:r>
            <a:r>
              <a: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的分配释放</a:t>
            </a:r>
            <a:endParaRPr kumimoji="1" lang="en-US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>
              <a:lnSpc>
                <a:spcPct val="130000"/>
              </a:lnSpc>
            </a:pPr>
            <a:r>
              <a:rPr kumimoji="1" lang="en-US" altLang="zh-CN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Execve</a:t>
            </a:r>
            <a:r>
              <a: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时清空内存</a:t>
            </a:r>
            <a:endParaRPr kumimoji="1" lang="en-US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>
              <a:lnSpc>
                <a:spcPct val="130000"/>
              </a:lnSpc>
            </a:pPr>
            <a:r>
              <a: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处理共享的引用计数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247996" y="3774191"/>
            <a:ext cx="11696008" cy="2908927"/>
            <a:chOff x="187990" y="1657948"/>
            <a:chExt cx="15026135" cy="4427140"/>
          </a:xfrm>
        </p:grpSpPr>
        <p:grpSp>
          <p:nvGrpSpPr>
            <p:cNvPr id="12" name="组合 11"/>
            <p:cNvGrpSpPr/>
            <p:nvPr/>
          </p:nvGrpSpPr>
          <p:grpSpPr>
            <a:xfrm>
              <a:off x="187990" y="1657948"/>
              <a:ext cx="15026135" cy="4427140"/>
              <a:chOff x="64012" y="1624915"/>
              <a:chExt cx="15026135" cy="4427140"/>
            </a:xfrm>
          </p:grpSpPr>
          <p:sp>
            <p:nvSpPr>
              <p:cNvPr id="14" name="矩形: 圆角 13"/>
              <p:cNvSpPr/>
              <p:nvPr/>
            </p:nvSpPr>
            <p:spPr>
              <a:xfrm>
                <a:off x="64012" y="1624915"/>
                <a:ext cx="15026135" cy="4427140"/>
              </a:xfrm>
              <a:prstGeom prst="roundRect">
                <a:avLst>
                  <a:gd name="adj" fmla="val 9136"/>
                </a:avLst>
              </a:prstGeom>
              <a:noFill/>
              <a:ln>
                <a:prstDash val="dash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  <a:normAutofit/>
              </a:bodyPr>
              <a:lstStyle/>
              <a:p>
                <a:pPr algn="l">
                  <a:lnSpc>
                    <a:spcPct val="130000"/>
                  </a:lnSpc>
                </a:pPr>
                <a:endParaRPr kumimoji="1"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21" name="矩形: 剪去对角 20"/>
              <p:cNvSpPr/>
              <p:nvPr/>
            </p:nvSpPr>
            <p:spPr>
              <a:xfrm>
                <a:off x="448496" y="2486648"/>
                <a:ext cx="560404" cy="2412525"/>
              </a:xfrm>
              <a:prstGeom prst="snip2Diag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  <a:normAutofit/>
              </a:bodyPr>
              <a:lstStyle/>
              <a:p>
                <a:pPr algn="l">
                  <a:lnSpc>
                    <a:spcPct val="130000"/>
                  </a:lnSpc>
                </a:pPr>
                <a:endParaRPr kumimoji="1"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  <p:sp>
          <p:nvSpPr>
            <p:cNvPr id="13" name="矩形: 折角 12"/>
            <p:cNvSpPr/>
            <p:nvPr/>
          </p:nvSpPr>
          <p:spPr>
            <a:xfrm>
              <a:off x="1622768" y="2651981"/>
              <a:ext cx="8013899" cy="2851950"/>
            </a:xfrm>
            <a:prstGeom prst="foldedCorner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/>
            </a:bodyPr>
            <a:lstStyle/>
            <a:p>
              <a:pPr algn="ctr">
                <a:lnSpc>
                  <a:spcPct val="130000"/>
                </a:lnSpc>
              </a:pPr>
              <a:r>
                <a:rPr kumimoji="1"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内存管理器会根据</a:t>
              </a:r>
              <a:r>
                <a:rPr kumimoji="1" lang="en-US" altLang="zh-CN" sz="2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fork</a:t>
              </a:r>
              <a:r>
                <a:rPr kumimoji="1"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时传入的标志不同处理。</a:t>
              </a:r>
              <a:endParaRPr kumimoji="1"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algn="ctr">
                <a:lnSpc>
                  <a:spcPct val="130000"/>
                </a:lnSpc>
              </a:pPr>
              <a:r>
                <a:rPr kumimoji="1"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线程共享内存会传入原来管理器的指针。</a:t>
              </a:r>
              <a:endParaRPr kumimoji="1"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algn="ctr">
                <a:lnSpc>
                  <a:spcPct val="130000"/>
                </a:lnSpc>
              </a:pPr>
              <a:r>
                <a:rPr kumimoji="1"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进程不共享内存会深度拷贝一个管理器。</a:t>
              </a:r>
            </a:p>
          </p:txBody>
        </p:sp>
      </p:grp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2635" y="3794999"/>
            <a:ext cx="3905163" cy="2746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文本框 34"/>
          <p:cNvSpPr txBox="1"/>
          <p:nvPr/>
        </p:nvSpPr>
        <p:spPr>
          <a:xfrm>
            <a:off x="547492" y="4428521"/>
            <a:ext cx="450781" cy="14970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复制进程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BEBC8252-0551-FBB1-8B0D-74D7C1AA2413}"/>
              </a:ext>
            </a:extLst>
          </p:cNvPr>
          <p:cNvCxnSpPr>
            <a:cxnSpLocks/>
          </p:cNvCxnSpPr>
          <p:nvPr/>
        </p:nvCxnSpPr>
        <p:spPr>
          <a:xfrm>
            <a:off x="3199750" y="1094391"/>
            <a:ext cx="0" cy="2583606"/>
          </a:xfrm>
          <a:prstGeom prst="line">
            <a:avLst/>
          </a:prstGeom>
          <a:ln w="19050">
            <a:solidFill>
              <a:srgbClr val="12523D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6DA70C81-5E7A-6505-8069-286B7F29D8A7}"/>
              </a:ext>
            </a:extLst>
          </p:cNvPr>
          <p:cNvCxnSpPr>
            <a:cxnSpLocks/>
          </p:cNvCxnSpPr>
          <p:nvPr/>
        </p:nvCxnSpPr>
        <p:spPr>
          <a:xfrm>
            <a:off x="7873346" y="1151618"/>
            <a:ext cx="0" cy="2583606"/>
          </a:xfrm>
          <a:prstGeom prst="line">
            <a:avLst/>
          </a:prstGeom>
          <a:ln w="19050">
            <a:solidFill>
              <a:srgbClr val="12523D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A4A72BED-7867-C3A1-3D57-93C9DF9E806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6963" y="0"/>
            <a:ext cx="6711710" cy="6858000"/>
          </a:xfrm>
          <a:prstGeom prst="rect">
            <a:avLst/>
          </a:prstGeom>
        </p:spPr>
      </p:pic>
      <p:sp>
        <p:nvSpPr>
          <p:cNvPr id="3" name="矩形: 折角 2"/>
          <p:cNvSpPr/>
          <p:nvPr/>
        </p:nvSpPr>
        <p:spPr>
          <a:xfrm>
            <a:off x="266005" y="3892560"/>
            <a:ext cx="6019287" cy="2248358"/>
          </a:xfrm>
          <a:prstGeom prst="foldedCorner">
            <a:avLst>
              <a:gd name="adj" fmla="val 9996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rmAutofit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2.4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进程管理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——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系统调用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540" y="1263102"/>
            <a:ext cx="5874460" cy="2106097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57588" y="4206943"/>
            <a:ext cx="550730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在系统调用流程中，SyscallHandler 的入口首先接收用户态传递的参数，然后分发到对应的系统调用处理函数。如果系统调用涉及进程管理相关操作（如 `fork`、`execve`、`wait` 等），SyscallHandler 会调用 `ProcessManager` 负责实际的逻辑执行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1666" y="1475917"/>
            <a:ext cx="5340334" cy="4806300"/>
          </a:xfrm>
          <a:prstGeom prst="rect">
            <a:avLst/>
          </a:prstGeom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2B2408B3-2CF4-CB4B-52C6-D812C2E6D9B0}"/>
              </a:ext>
            </a:extLst>
          </p:cNvPr>
          <p:cNvCxnSpPr>
            <a:cxnSpLocks/>
          </p:cNvCxnSpPr>
          <p:nvPr/>
        </p:nvCxnSpPr>
        <p:spPr>
          <a:xfrm>
            <a:off x="6765772" y="1057061"/>
            <a:ext cx="0" cy="5670998"/>
          </a:xfrm>
          <a:prstGeom prst="line">
            <a:avLst/>
          </a:prstGeom>
          <a:ln w="19050">
            <a:solidFill>
              <a:srgbClr val="12523D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125E85EE-2663-734C-E38A-9C0F3AC07DED}"/>
              </a:ext>
            </a:extLst>
          </p:cNvPr>
          <p:cNvCxnSpPr>
            <a:cxnSpLocks/>
          </p:cNvCxnSpPr>
          <p:nvPr/>
        </p:nvCxnSpPr>
        <p:spPr>
          <a:xfrm>
            <a:off x="0" y="3563857"/>
            <a:ext cx="6756935" cy="0"/>
          </a:xfrm>
          <a:prstGeom prst="line">
            <a:avLst/>
          </a:prstGeom>
          <a:ln w="19050">
            <a:solidFill>
              <a:srgbClr val="12523D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9BDF507-4C96-4D1D-2914-3896A86A73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6963" y="0"/>
            <a:ext cx="6711710" cy="6858000"/>
          </a:xfrm>
          <a:prstGeom prst="rect">
            <a:avLst/>
          </a:prstGeom>
        </p:spPr>
      </p:pic>
      <p:sp>
        <p:nvSpPr>
          <p:cNvPr id="7" name="矩形: 折角 6"/>
          <p:cNvSpPr/>
          <p:nvPr/>
        </p:nvSpPr>
        <p:spPr>
          <a:xfrm>
            <a:off x="7575081" y="1973179"/>
            <a:ext cx="4235117" cy="3426594"/>
          </a:xfrm>
          <a:prstGeom prst="foldedCorner">
            <a:avLst>
              <a:gd name="adj" fmla="val 9996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rmAutofit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2.5 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文件系统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——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虚拟文件系统</a:t>
            </a:r>
            <a:b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</a:b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709836" y="2261937"/>
            <a:ext cx="399579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F7LY系统移植了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lwext4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库并封装了一层</a:t>
            </a: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vfs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由于文件类型不同，我们同时支持了一层虚拟文件管理器，用于访问系统文件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zh-CN" altLang="en-US" dirty="0"/>
              <a:t>通过这一层封 装来选择正确的文件类型与操作。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492" y="1295044"/>
            <a:ext cx="6907977" cy="4739996"/>
          </a:xfrm>
          <a:prstGeom prst="rect">
            <a:avLst/>
          </a:prstGeom>
        </p:spPr>
      </p:pic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8D3DDFFE-2C30-916A-BCB7-607C745A71BE}"/>
              </a:ext>
            </a:extLst>
          </p:cNvPr>
          <p:cNvCxnSpPr>
            <a:cxnSpLocks/>
          </p:cNvCxnSpPr>
          <p:nvPr/>
        </p:nvCxnSpPr>
        <p:spPr>
          <a:xfrm>
            <a:off x="7266285" y="1057061"/>
            <a:ext cx="0" cy="5545870"/>
          </a:xfrm>
          <a:prstGeom prst="line">
            <a:avLst/>
          </a:prstGeom>
          <a:ln w="19050">
            <a:solidFill>
              <a:srgbClr val="12523D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9A6AAC77-3B32-DCC3-EF83-B143B6216A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6963" y="0"/>
            <a:ext cx="6711710" cy="6858000"/>
          </a:xfrm>
          <a:prstGeom prst="rect">
            <a:avLst/>
          </a:prstGeom>
        </p:spPr>
      </p:pic>
      <p:sp>
        <p:nvSpPr>
          <p:cNvPr id="15" name="矩形: 折角 14"/>
          <p:cNvSpPr/>
          <p:nvPr/>
        </p:nvSpPr>
        <p:spPr>
          <a:xfrm>
            <a:off x="740398" y="1282203"/>
            <a:ext cx="5125878" cy="1405803"/>
          </a:xfrm>
          <a:prstGeom prst="foldedCorner">
            <a:avLst>
              <a:gd name="adj" fmla="val 9996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rmAutofit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2.5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文件系统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———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虚拟文件架构</a:t>
            </a:r>
            <a:b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</a:b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24997" y="1384939"/>
            <a:ext cx="47673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在操作系统中一切皆文件。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依据文件类型的不同派生出不同的类型并实现对应的操作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688643" y="5970215"/>
            <a:ext cx="30661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C00000"/>
                </a:solidFill>
              </a:rPr>
              <a:t>虚拟文件的继承结构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3460" y="1197565"/>
            <a:ext cx="4581352" cy="4462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1372D50B-3113-510F-58E5-4E7C4BE2B5BD}"/>
              </a:ext>
            </a:extLst>
          </p:cNvPr>
          <p:cNvGrpSpPr/>
          <p:nvPr/>
        </p:nvGrpSpPr>
        <p:grpSpPr>
          <a:xfrm>
            <a:off x="740398" y="3207419"/>
            <a:ext cx="5185783" cy="3043099"/>
            <a:chOff x="534068" y="2839057"/>
            <a:chExt cx="5289508" cy="2877740"/>
          </a:xfrm>
        </p:grpSpPr>
        <p:sp>
          <p:nvSpPr>
            <p:cNvPr id="13" name="矩形: 圆角 12"/>
            <p:cNvSpPr/>
            <p:nvPr/>
          </p:nvSpPr>
          <p:spPr>
            <a:xfrm>
              <a:off x="534068" y="2839057"/>
              <a:ext cx="5228405" cy="2877740"/>
            </a:xfrm>
            <a:prstGeom prst="roundRect">
              <a:avLst>
                <a:gd name="adj" fmla="val 9136"/>
              </a:avLst>
            </a:prstGeom>
            <a:noFill/>
            <a:ln>
              <a:prstDash val="dash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/>
            </a:bodyPr>
            <a:lstStyle/>
            <a:p>
              <a:pPr algn="l">
                <a:lnSpc>
                  <a:spcPct val="130000"/>
                </a:lnSpc>
              </a:pPr>
              <a:endPara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6" name="矩形: 圆角 15"/>
            <p:cNvSpPr/>
            <p:nvPr/>
          </p:nvSpPr>
          <p:spPr>
            <a:xfrm>
              <a:off x="632794" y="2902279"/>
              <a:ext cx="5050451" cy="2734928"/>
            </a:xfrm>
            <a:prstGeom prst="roundRect">
              <a:avLst>
                <a:gd name="adj" fmla="val 8664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/>
            </a:bodyPr>
            <a:lstStyle/>
            <a:p>
              <a:pPr algn="l">
                <a:lnSpc>
                  <a:spcPct val="130000"/>
                </a:lnSpc>
              </a:pPr>
              <a:endPara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773595" y="3063889"/>
              <a:ext cx="5049981" cy="18571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30000"/>
                </a:lnSpc>
              </a:pPr>
              <a:r>
                <a:rPr kumimoji="1" lang="zh-CN" altLang="en-US" sz="1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底层元数据使用了</a:t>
              </a:r>
              <a:r>
                <a:rPr kumimoji="1" lang="en-US" altLang="zh-CN" sz="1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lwext4</a:t>
              </a:r>
              <a:r>
                <a:rPr kumimoji="1" lang="zh-CN" altLang="en-US" sz="1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结构体</a:t>
              </a:r>
              <a:endPara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algn="l">
                <a:lnSpc>
                  <a:spcPct val="130000"/>
                </a:lnSpc>
              </a:pPr>
              <a:endPara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algn="l">
                <a:lnSpc>
                  <a:spcPct val="130000"/>
                </a:lnSpc>
              </a:pPr>
              <a:r>
                <a:rPr kumimoji="1" lang="zh-CN" altLang="en-US" sz="1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虚拟文件类</a:t>
              </a:r>
              <a:r>
                <a:rPr kumimoji="1" lang="en-US" altLang="zh-CN" sz="1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file</a:t>
              </a:r>
              <a:r>
                <a:rPr kumimoji="1" lang="zh-CN" altLang="en-US" sz="1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表示进程中打开文件的状态属性</a:t>
              </a:r>
              <a:endPara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algn="l">
                <a:lnSpc>
                  <a:spcPct val="130000"/>
                </a:lnSpc>
              </a:pPr>
              <a:endPara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algn="l">
                <a:lnSpc>
                  <a:spcPct val="130000"/>
                </a:lnSpc>
              </a:pPr>
              <a:r>
                <a:rPr kumimoji="1" lang="zh-CN" altLang="en-US" sz="1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派生结构用于不同类型的文件访问与操作</a:t>
              </a:r>
            </a:p>
          </p:txBody>
        </p:sp>
      </p:grp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9B3B834-6CE1-A3CC-F6E0-BDD5666485CD}"/>
              </a:ext>
            </a:extLst>
          </p:cNvPr>
          <p:cNvCxnSpPr>
            <a:cxnSpLocks/>
          </p:cNvCxnSpPr>
          <p:nvPr/>
        </p:nvCxnSpPr>
        <p:spPr>
          <a:xfrm>
            <a:off x="6280046" y="1069763"/>
            <a:ext cx="0" cy="5670998"/>
          </a:xfrm>
          <a:prstGeom prst="line">
            <a:avLst/>
          </a:prstGeom>
          <a:ln w="19050">
            <a:solidFill>
              <a:srgbClr val="12523D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4FD13C4-2360-58C4-F9BB-54045BCFB7E5}"/>
              </a:ext>
            </a:extLst>
          </p:cNvPr>
          <p:cNvCxnSpPr>
            <a:cxnSpLocks/>
          </p:cNvCxnSpPr>
          <p:nvPr/>
        </p:nvCxnSpPr>
        <p:spPr>
          <a:xfrm>
            <a:off x="346509" y="3005591"/>
            <a:ext cx="5967931" cy="0"/>
          </a:xfrm>
          <a:prstGeom prst="line">
            <a:avLst/>
          </a:prstGeom>
          <a:ln w="19050">
            <a:solidFill>
              <a:srgbClr val="12523D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C1654E11-1973-94F7-FC6D-AA044578857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6963" y="0"/>
            <a:ext cx="6711710" cy="6858000"/>
          </a:xfrm>
          <a:prstGeom prst="rect">
            <a:avLst/>
          </a:prstGeom>
        </p:spPr>
      </p:pic>
      <p:sp>
        <p:nvSpPr>
          <p:cNvPr id="9" name="矩形: 圆角 8"/>
          <p:cNvSpPr/>
          <p:nvPr/>
        </p:nvSpPr>
        <p:spPr>
          <a:xfrm>
            <a:off x="3174999" y="1231927"/>
            <a:ext cx="8554353" cy="3949674"/>
          </a:xfrm>
          <a:prstGeom prst="roundRect">
            <a:avLst>
              <a:gd name="adj" fmla="val 759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rmAutofit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n-ea"/>
                <a:ea typeface="+mn-ea"/>
              </a:rPr>
              <a:t>2.5 </a:t>
            </a:r>
            <a:r>
              <a:rPr lang="zh-CN" altLang="en-US" dirty="0">
                <a:latin typeface="+mn-ea"/>
                <a:ea typeface="+mn-ea"/>
              </a:rPr>
              <a:t>支持的文件操作</a:t>
            </a:r>
          </a:p>
        </p:txBody>
      </p:sp>
      <p:sp>
        <p:nvSpPr>
          <p:cNvPr id="3" name="矩形: 折角 2"/>
          <p:cNvSpPr/>
          <p:nvPr/>
        </p:nvSpPr>
        <p:spPr>
          <a:xfrm>
            <a:off x="5441069" y="5483756"/>
            <a:ext cx="4795131" cy="980758"/>
          </a:xfrm>
          <a:prstGeom prst="foldedCorner">
            <a:avLst>
              <a:gd name="adj" fmla="val 37218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rmAutofit fontScale="77500" lnSpcReduction="20000"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03275" y="1277977"/>
            <a:ext cx="1318316" cy="46961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kumimoji="1"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read/write</a:t>
            </a:r>
          </a:p>
          <a:p>
            <a:pPr algn="l">
              <a:lnSpc>
                <a:spcPct val="130000"/>
              </a:lnSpc>
            </a:pPr>
            <a:r>
              <a:rPr kumimoji="1"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open</a:t>
            </a:r>
          </a:p>
          <a:p>
            <a:pPr algn="l">
              <a:lnSpc>
                <a:spcPct val="130000"/>
              </a:lnSpc>
            </a:pPr>
            <a:r>
              <a:rPr kumimoji="1"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fstat</a:t>
            </a:r>
            <a:endParaRPr kumimoji="1"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>
              <a:lnSpc>
                <a:spcPct val="130000"/>
              </a:lnSpc>
            </a:pPr>
            <a:r>
              <a:rPr kumimoji="1"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getdent</a:t>
            </a:r>
            <a:endParaRPr kumimoji="1"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>
              <a:lnSpc>
                <a:spcPct val="130000"/>
              </a:lnSpc>
            </a:pPr>
            <a:r>
              <a:rPr kumimoji="1"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mkdir</a:t>
            </a:r>
            <a:endParaRPr kumimoji="1"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>
              <a:lnSpc>
                <a:spcPct val="130000"/>
              </a:lnSpc>
            </a:pPr>
            <a:r>
              <a:rPr kumimoji="1"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rename</a:t>
            </a:r>
          </a:p>
          <a:p>
            <a:pPr algn="l">
              <a:lnSpc>
                <a:spcPct val="130000"/>
              </a:lnSpc>
            </a:pPr>
            <a:r>
              <a:rPr kumimoji="1"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ftruncate</a:t>
            </a:r>
            <a:endParaRPr kumimoji="1"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>
              <a:lnSpc>
                <a:spcPct val="130000"/>
              </a:lnSpc>
            </a:pPr>
            <a:r>
              <a:rPr kumimoji="1"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fallocate</a:t>
            </a:r>
            <a:endParaRPr kumimoji="1"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>
              <a:lnSpc>
                <a:spcPct val="130000"/>
              </a:lnSpc>
            </a:pPr>
            <a:r>
              <a:rPr kumimoji="1"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chmod</a:t>
            </a:r>
            <a:endParaRPr kumimoji="1"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>
              <a:lnSpc>
                <a:spcPct val="130000"/>
              </a:lnSpc>
            </a:pPr>
            <a:r>
              <a:rPr kumimoji="1"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chown</a:t>
            </a:r>
            <a:endParaRPr kumimoji="1"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>
              <a:lnSpc>
                <a:spcPct val="130000"/>
              </a:lnSpc>
            </a:pPr>
            <a:r>
              <a:rPr kumimoji="1"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symlink</a:t>
            </a:r>
            <a:endParaRPr kumimoji="1"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>
              <a:lnSpc>
                <a:spcPct val="130000"/>
              </a:lnSpc>
            </a:pPr>
            <a:r>
              <a:rPr kumimoji="1"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link</a:t>
            </a:r>
          </a:p>
          <a:p>
            <a:pPr algn="l">
              <a:lnSpc>
                <a:spcPct val="130000"/>
              </a:lnSpc>
            </a:pPr>
            <a:r>
              <a:rPr kumimoji="1"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lseek</a:t>
            </a:r>
            <a:endParaRPr kumimoji="1"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>
              <a:lnSpc>
                <a:spcPct val="130000"/>
              </a:lnSpc>
            </a:pPr>
            <a:r>
              <a:rPr kumimoji="1"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……</a:t>
            </a:r>
            <a:endParaRPr kumimoji="1"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8085" y="1294369"/>
            <a:ext cx="8228180" cy="3887232"/>
          </a:xfrm>
          <a:prstGeom prst="rect">
            <a:avLst/>
          </a:prstGeom>
        </p:spPr>
      </p:pic>
      <p:sp>
        <p:nvSpPr>
          <p:cNvPr id="8" name="矩形: 圆角 7"/>
          <p:cNvSpPr/>
          <p:nvPr/>
        </p:nvSpPr>
        <p:spPr>
          <a:xfrm>
            <a:off x="3060914" y="1170416"/>
            <a:ext cx="8783954" cy="4122628"/>
          </a:xfrm>
          <a:prstGeom prst="roundRect">
            <a:avLst>
              <a:gd name="adj" fmla="val 9136"/>
            </a:avLst>
          </a:prstGeom>
          <a:noFill/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rmAutofit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743326" y="5765744"/>
            <a:ext cx="6101542" cy="416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两层封装的作用在于选择正确的文件操作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95E67F51-1AE4-9E55-D255-2A4158F26673}"/>
              </a:ext>
            </a:extLst>
          </p:cNvPr>
          <p:cNvCxnSpPr>
            <a:cxnSpLocks/>
          </p:cNvCxnSpPr>
          <p:nvPr/>
        </p:nvCxnSpPr>
        <p:spPr>
          <a:xfrm>
            <a:off x="2749446" y="1057061"/>
            <a:ext cx="0" cy="5670998"/>
          </a:xfrm>
          <a:prstGeom prst="line">
            <a:avLst/>
          </a:prstGeom>
          <a:ln w="19050">
            <a:solidFill>
              <a:srgbClr val="12523D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D4D09615-2BB9-357D-8C63-A91C6265ED9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6963" y="0"/>
            <a:ext cx="671171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n-ea"/>
                <a:ea typeface="+mn-ea"/>
              </a:rPr>
              <a:t>2.5 </a:t>
            </a:r>
            <a:r>
              <a:rPr lang="zh-CN" altLang="en-US" dirty="0">
                <a:latin typeface="+mn-ea"/>
                <a:ea typeface="+mn-ea"/>
              </a:rPr>
              <a:t>支持的文件操作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609" y="1349439"/>
            <a:ext cx="8058319" cy="3847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: 折角 2"/>
          <p:cNvSpPr/>
          <p:nvPr/>
        </p:nvSpPr>
        <p:spPr>
          <a:xfrm>
            <a:off x="7948090" y="3929696"/>
            <a:ext cx="3788873" cy="2534818"/>
          </a:xfrm>
          <a:prstGeom prst="foldedCorner">
            <a:avLst>
              <a:gd name="adj" fmla="val 1475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rmAutofit/>
          </a:bodyPr>
          <a:lstStyle/>
          <a:p>
            <a:pPr>
              <a:lnSpc>
                <a:spcPct val="130000"/>
              </a:lnSpc>
            </a:pPr>
            <a:r>
              <a:rPr kumimoji="1"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`</a:t>
            </a:r>
            <a:r>
              <a:rPr kumimoji="1" lang="en-US" altLang="zh-CN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fcntl</a:t>
            </a:r>
            <a:r>
              <a:rPr kumimoji="1"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` </a:t>
            </a:r>
            <a:r>
              <a: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系统调用在 </a:t>
            </a:r>
            <a:r>
              <a:rPr kumimoji="1"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UNIX/Linux </a:t>
            </a:r>
            <a:r>
              <a: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系统中用于对文件描述符进行多样化的管理。</a:t>
            </a:r>
            <a:r>
              <a:rPr kumimoji="1"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F7LY </a:t>
            </a:r>
            <a:r>
              <a: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目前已经支持若干常用的 </a:t>
            </a:r>
            <a:r>
              <a:rPr kumimoji="1"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`op` </a:t>
            </a:r>
            <a:r>
              <a: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操作。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0600FB0A-0B0E-99E1-72D1-19377419BAC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6963" y="0"/>
            <a:ext cx="6711710" cy="6858000"/>
          </a:xfrm>
          <a:prstGeom prst="rect">
            <a:avLst/>
          </a:prstGeom>
        </p:spPr>
      </p:pic>
      <p:sp>
        <p:nvSpPr>
          <p:cNvPr id="4" name="矩形: 折角 3">
            <a:extLst>
              <a:ext uri="{FF2B5EF4-FFF2-40B4-BE49-F238E27FC236}">
                <a16:creationId xmlns:a16="http://schemas.microsoft.com/office/drawing/2014/main" id="{E0E6361B-D211-34BF-DDE8-E82D8E0D157A}"/>
              </a:ext>
            </a:extLst>
          </p:cNvPr>
          <p:cNvSpPr/>
          <p:nvPr/>
        </p:nvSpPr>
        <p:spPr>
          <a:xfrm>
            <a:off x="706362" y="3945466"/>
            <a:ext cx="4521199" cy="1480621"/>
          </a:xfrm>
          <a:prstGeom prst="foldedCorner">
            <a:avLst>
              <a:gd name="adj" fmla="val 1475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rmAutofit/>
          </a:bodyPr>
          <a:lstStyle/>
          <a:p>
            <a:pPr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2.6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进程间通信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——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信号机制</a:t>
            </a:r>
            <a:b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</a:b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07405" y="1654787"/>
            <a:ext cx="442762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F7LY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借鉴 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Linux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的设计，支持符合 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POSIX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标准的信号机制，并在 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PCB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中内置信号处理所需的关键数据结构。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1263" y="1431912"/>
            <a:ext cx="6111404" cy="434008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933902" y="4116816"/>
            <a:ext cx="417462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signal_frame 用于保存信号处理过程中的进程上下文；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sigaction 定义每个信号对应的处理行为。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7690154" y="6020049"/>
            <a:ext cx="30661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C00000"/>
                </a:solidFill>
              </a:rPr>
              <a:t>信号相关结构体代码</a:t>
            </a:r>
            <a:endParaRPr lang="zh-CN" altLang="en-US" sz="1600" dirty="0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3DBFF486-53AA-F478-3D9A-50154CAB14F7}"/>
              </a:ext>
            </a:extLst>
          </p:cNvPr>
          <p:cNvSpPr/>
          <p:nvPr/>
        </p:nvSpPr>
        <p:spPr>
          <a:xfrm>
            <a:off x="706362" y="1431912"/>
            <a:ext cx="4521199" cy="1369081"/>
          </a:xfrm>
          <a:prstGeom prst="roundRect">
            <a:avLst>
              <a:gd name="adj" fmla="val 9136"/>
            </a:avLst>
          </a:prstGeom>
          <a:noFill/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rmAutofit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2B739ACA-8924-7C84-FEC7-C33D31636D4E}"/>
              </a:ext>
            </a:extLst>
          </p:cNvPr>
          <p:cNvCxnSpPr>
            <a:cxnSpLocks/>
          </p:cNvCxnSpPr>
          <p:nvPr/>
        </p:nvCxnSpPr>
        <p:spPr>
          <a:xfrm>
            <a:off x="5518046" y="1057061"/>
            <a:ext cx="0" cy="5670998"/>
          </a:xfrm>
          <a:prstGeom prst="line">
            <a:avLst/>
          </a:prstGeom>
          <a:ln w="19050">
            <a:solidFill>
              <a:srgbClr val="12523D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694510AE-2ABD-3973-B25A-8C4277EFBEC2}"/>
              </a:ext>
            </a:extLst>
          </p:cNvPr>
          <p:cNvCxnSpPr>
            <a:cxnSpLocks/>
          </p:cNvCxnSpPr>
          <p:nvPr/>
        </p:nvCxnSpPr>
        <p:spPr>
          <a:xfrm>
            <a:off x="169333" y="3297689"/>
            <a:ext cx="5300133" cy="0"/>
          </a:xfrm>
          <a:prstGeom prst="line">
            <a:avLst/>
          </a:prstGeom>
          <a:ln w="19050">
            <a:solidFill>
              <a:srgbClr val="12523D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04714AFD-D096-5D1C-FDAD-1F1CC682E31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6963" y="0"/>
            <a:ext cx="671171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2.6 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进程间通信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——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信号机制</a:t>
            </a:r>
            <a:b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</a:b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3" name="图片 2"/>
          <p:cNvPicPr/>
          <p:nvPr/>
        </p:nvPicPr>
        <p:blipFill>
          <a:blip r:embed="rId4"/>
          <a:stretch>
            <a:fillRect/>
          </a:stretch>
        </p:blipFill>
        <p:spPr>
          <a:xfrm>
            <a:off x="342265" y="1507067"/>
            <a:ext cx="6676813" cy="4205182"/>
          </a:xfrm>
          <a:prstGeom prst="rect">
            <a:avLst/>
          </a:prstGeom>
        </p:spPr>
      </p:pic>
      <p:sp>
        <p:nvSpPr>
          <p:cNvPr id="15" name="矩形: 折角 14"/>
          <p:cNvSpPr/>
          <p:nvPr/>
        </p:nvSpPr>
        <p:spPr>
          <a:xfrm>
            <a:off x="7471915" y="1212426"/>
            <a:ext cx="4377820" cy="1595120"/>
          </a:xfrm>
          <a:prstGeom prst="foldedCorner">
            <a:avLst>
              <a:gd name="adj" fmla="val 9996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rmAutofit fontScale="90000"/>
          </a:bodyPr>
          <a:lstStyle/>
          <a:p>
            <a:pPr indent="0" algn="l">
              <a:lnSpc>
                <a:spcPct val="130000"/>
              </a:lnSpc>
            </a:pPr>
            <a:r>
              <a: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在进行信号处理时，</a:t>
            </a:r>
            <a:r>
              <a:rPr kumimoji="1"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F7LY</a:t>
            </a:r>
            <a:r>
              <a: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会根据各个信号对应的</a:t>
            </a:r>
            <a:r>
              <a:rPr kumimoji="1"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`sigaction`</a:t>
            </a:r>
            <a:r>
              <a: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，动态判断进行默认信号处理或用户自定义信号处理</a:t>
            </a: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7471915" y="3152140"/>
            <a:ext cx="4377820" cy="3515549"/>
            <a:chOff x="8920" y="5267"/>
            <a:chExt cx="9924" cy="4920"/>
          </a:xfrm>
        </p:grpSpPr>
        <p:sp>
          <p:nvSpPr>
            <p:cNvPr id="13" name="矩形: 圆角 12"/>
            <p:cNvSpPr/>
            <p:nvPr/>
          </p:nvSpPr>
          <p:spPr>
            <a:xfrm>
              <a:off x="8920" y="5267"/>
              <a:ext cx="9924" cy="4920"/>
            </a:xfrm>
            <a:prstGeom prst="roundRect">
              <a:avLst>
                <a:gd name="adj" fmla="val 9136"/>
              </a:avLst>
            </a:prstGeom>
            <a:noFill/>
            <a:ln>
              <a:prstDash val="dash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/>
            </a:bodyPr>
            <a:lstStyle/>
            <a:p>
              <a:pPr algn="l">
                <a:lnSpc>
                  <a:spcPct val="130000"/>
                </a:lnSpc>
              </a:pPr>
              <a:endPara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6" name="矩形: 圆角 15"/>
            <p:cNvSpPr/>
            <p:nvPr/>
          </p:nvSpPr>
          <p:spPr>
            <a:xfrm>
              <a:off x="9187" y="5394"/>
              <a:ext cx="9539" cy="4665"/>
            </a:xfrm>
            <a:prstGeom prst="roundRect">
              <a:avLst>
                <a:gd name="adj" fmla="val 8664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/>
            </a:bodyPr>
            <a:lstStyle/>
            <a:p>
              <a:pPr indent="0" algn="l">
                <a:lnSpc>
                  <a:spcPct val="130000"/>
                </a:lnSpc>
              </a:pPr>
              <a:r>
                <a:rPr kumimoji="1"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对于默认信号处理，</a:t>
              </a:r>
              <a:r>
                <a:rPr kumimoji="1"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F7LY</a:t>
              </a:r>
              <a:r>
                <a:rPr kumimoji="1"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会根据</a:t>
              </a:r>
              <a:r>
                <a:rPr kumimoji="1"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POSIX</a:t>
              </a:r>
              <a:r>
                <a:rPr kumimoji="1"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标准的信号语义，判断是否进行</a:t>
              </a:r>
              <a:r>
                <a:rPr kumimoji="1"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`terminate`</a:t>
              </a:r>
              <a:r>
                <a:rPr kumimoji="1"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和</a:t>
              </a:r>
              <a:r>
                <a:rPr kumimoji="1"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`coredump`</a:t>
              </a:r>
              <a:r>
                <a:rPr kumimoji="1"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。</a:t>
              </a:r>
            </a:p>
            <a:p>
              <a:pPr indent="0" algn="l">
                <a:lnSpc>
                  <a:spcPct val="130000"/>
                </a:lnSpc>
              </a:pPr>
              <a:endPara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indent="0" algn="l">
                <a:lnSpc>
                  <a:spcPct val="130000"/>
                </a:lnSpc>
              </a:pPr>
              <a:r>
                <a:rPr kumimoji="1"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对于用户自定义信号，</a:t>
              </a:r>
              <a:r>
                <a:rPr kumimoji="1"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F7LY</a:t>
              </a:r>
              <a:r>
                <a:rPr kumimoji="1"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实现了完整的处理函数调用和三参数传递，并使用哨兵保证栈空间安全。</a:t>
              </a:r>
            </a:p>
          </p:txBody>
        </p:sp>
      </p:grp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0F38EC6-CAA4-E2D8-388E-CE9A039247B8}"/>
              </a:ext>
            </a:extLst>
          </p:cNvPr>
          <p:cNvCxnSpPr>
            <a:cxnSpLocks/>
          </p:cNvCxnSpPr>
          <p:nvPr/>
        </p:nvCxnSpPr>
        <p:spPr>
          <a:xfrm>
            <a:off x="7019078" y="1057061"/>
            <a:ext cx="0" cy="5670998"/>
          </a:xfrm>
          <a:prstGeom prst="line">
            <a:avLst/>
          </a:prstGeom>
          <a:ln w="19050">
            <a:solidFill>
              <a:srgbClr val="12523D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73BDD923-DC37-BE4B-9D4A-6229E5CB5B83}"/>
              </a:ext>
            </a:extLst>
          </p:cNvPr>
          <p:cNvCxnSpPr>
            <a:cxnSpLocks/>
          </p:cNvCxnSpPr>
          <p:nvPr/>
        </p:nvCxnSpPr>
        <p:spPr>
          <a:xfrm>
            <a:off x="7124197" y="2984422"/>
            <a:ext cx="4788403" cy="0"/>
          </a:xfrm>
          <a:prstGeom prst="line">
            <a:avLst/>
          </a:prstGeom>
          <a:ln w="19050">
            <a:solidFill>
              <a:srgbClr val="12523D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CE165DB5-ADE7-5CDB-263B-281C64F2222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6963" y="0"/>
            <a:ext cx="671171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2.6 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进程间通信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——Futex</a:t>
            </a:r>
            <a:b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</a:b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127392" y="6127329"/>
            <a:ext cx="3261334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C00000"/>
                </a:solidFill>
              </a:rPr>
              <a:t>futex </a:t>
            </a:r>
            <a:r>
              <a:rPr lang="zh-CN" altLang="en-US" sz="1600" dirty="0">
                <a:solidFill>
                  <a:srgbClr val="C00000"/>
                </a:solidFill>
              </a:rPr>
              <a:t>工作机制示意图</a:t>
            </a:r>
          </a:p>
        </p:txBody>
      </p:sp>
      <p:pic>
        <p:nvPicPr>
          <p:cNvPr id="4" name="图片 3"/>
          <p:cNvPicPr/>
          <p:nvPr/>
        </p:nvPicPr>
        <p:blipFill>
          <a:blip r:embed="rId3"/>
          <a:stretch>
            <a:fillRect/>
          </a:stretch>
        </p:blipFill>
        <p:spPr>
          <a:xfrm>
            <a:off x="7044690" y="1057061"/>
            <a:ext cx="4443730" cy="4860290"/>
          </a:xfrm>
          <a:prstGeom prst="rect">
            <a:avLst/>
          </a:prstGeom>
        </p:spPr>
      </p:pic>
      <p:sp>
        <p:nvSpPr>
          <p:cNvPr id="3" name="矩形: 折角 2"/>
          <p:cNvSpPr/>
          <p:nvPr/>
        </p:nvSpPr>
        <p:spPr>
          <a:xfrm>
            <a:off x="703580" y="1874520"/>
            <a:ext cx="4867485" cy="3908213"/>
          </a:xfrm>
          <a:prstGeom prst="foldedCorner">
            <a:avLst>
              <a:gd name="adj" fmla="val 17148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rmAutofit fontScale="90000"/>
          </a:bodyPr>
          <a:lstStyle/>
          <a:p>
            <a:pPr>
              <a:lnSpc>
                <a:spcPct val="130000"/>
              </a:lnSpc>
            </a:pP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Futex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是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Linux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内核提供的一种高效用户态同步原语，可用于实现互斥锁、条件变量、信号量等多种同步机制。</a:t>
            </a:r>
          </a:p>
          <a:p>
            <a:pPr>
              <a:lnSpc>
                <a:spcPct val="130000"/>
              </a:lnSpc>
            </a:pPr>
            <a:endParaRPr lang="zh-CN" altLang="en-US" sz="2000" dirty="0">
              <a:solidFill>
                <a:schemeClr val="tx1"/>
              </a:solidFill>
              <a:sym typeface="+mn-ea"/>
            </a:endParaRPr>
          </a:p>
          <a:p>
            <a:pPr>
              <a:lnSpc>
                <a:spcPct val="130000"/>
              </a:lnSpc>
            </a:pPr>
            <a:endParaRPr lang="zh-CN" altLang="en-US" sz="2000" dirty="0">
              <a:solidFill>
                <a:schemeClr val="tx1"/>
              </a:solidFill>
              <a:sym typeface="+mn-ea"/>
            </a:endParaRPr>
          </a:p>
          <a:p>
            <a:pPr>
              <a:lnSpc>
                <a:spcPct val="130000"/>
              </a:lnSpc>
            </a:pPr>
            <a:r>
              <a:rPr kumimoji="1" lang="en-US" altLang="zh-CN" sz="2000" dirty="0">
                <a:solidFill>
                  <a:schemeClr val="tx1"/>
                </a:solidFill>
                <a:sym typeface="+mn-ea"/>
              </a:rPr>
              <a:t>F7LY</a:t>
            </a:r>
            <a:r>
              <a:rPr kumimoji="1" lang="zh-CN" altLang="en-US" sz="2000" dirty="0">
                <a:solidFill>
                  <a:schemeClr val="tx1"/>
                </a:solidFill>
                <a:sym typeface="+mn-ea"/>
              </a:rPr>
              <a:t>实现的</a:t>
            </a:r>
            <a:r>
              <a:rPr kumimoji="1" lang="en-US" altLang="zh-CN" sz="2000" dirty="0">
                <a:solidFill>
                  <a:schemeClr val="tx1"/>
                </a:solidFill>
                <a:sym typeface="+mn-ea"/>
              </a:rPr>
              <a:t>futex</a:t>
            </a:r>
            <a:r>
              <a:rPr kumimoji="1" lang="zh-CN" altLang="en-US" sz="2000" dirty="0">
                <a:solidFill>
                  <a:schemeClr val="tx1"/>
                </a:solidFill>
                <a:sym typeface="+mn-ea"/>
              </a:rPr>
              <a:t>系统调用遵循</a:t>
            </a:r>
            <a:r>
              <a:rPr kumimoji="1" lang="en-US" altLang="zh-CN" sz="2000" dirty="0">
                <a:solidFill>
                  <a:schemeClr val="tx1"/>
                </a:solidFill>
                <a:sym typeface="+mn-ea"/>
              </a:rPr>
              <a:t>Linux</a:t>
            </a:r>
            <a:r>
              <a:rPr kumimoji="1" lang="zh-CN" altLang="en-US" sz="2000" dirty="0">
                <a:solidFill>
                  <a:schemeClr val="tx1"/>
                </a:solidFill>
                <a:sym typeface="+mn-ea"/>
              </a:rPr>
              <a:t>标准，提供了</a:t>
            </a:r>
            <a:r>
              <a:rPr kumimoji="1" lang="en-US" altLang="zh-CN" sz="2000" dirty="0">
                <a:solidFill>
                  <a:schemeClr val="tx1"/>
                </a:solidFill>
                <a:sym typeface="+mn-ea"/>
              </a:rPr>
              <a:t>`futex_wait`</a:t>
            </a:r>
            <a:r>
              <a:rPr kumimoji="1" lang="zh-CN" altLang="en-US" sz="2000" dirty="0">
                <a:solidFill>
                  <a:schemeClr val="tx1"/>
                </a:solidFill>
                <a:sym typeface="+mn-ea"/>
              </a:rPr>
              <a:t>和</a:t>
            </a:r>
            <a:r>
              <a:rPr kumimoji="1" lang="en-US" altLang="zh-CN" sz="2000" dirty="0">
                <a:solidFill>
                  <a:schemeClr val="tx1"/>
                </a:solidFill>
                <a:sym typeface="+mn-ea"/>
              </a:rPr>
              <a:t>`futex_wakeup`</a:t>
            </a:r>
            <a:r>
              <a:rPr kumimoji="1" lang="zh-CN" altLang="en-US" sz="2000" dirty="0">
                <a:solidFill>
                  <a:schemeClr val="tx1"/>
                </a:solidFill>
                <a:sym typeface="+mn-ea"/>
              </a:rPr>
              <a:t>两个核心操作，实现了高效的用户态同步机制。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6E32EEAA-1D91-C9D5-98B4-7FA2387FB473}"/>
              </a:ext>
            </a:extLst>
          </p:cNvPr>
          <p:cNvCxnSpPr>
            <a:cxnSpLocks/>
          </p:cNvCxnSpPr>
          <p:nvPr/>
        </p:nvCxnSpPr>
        <p:spPr>
          <a:xfrm>
            <a:off x="6096000" y="1057061"/>
            <a:ext cx="0" cy="5670998"/>
          </a:xfrm>
          <a:prstGeom prst="line">
            <a:avLst/>
          </a:prstGeom>
          <a:ln w="19050">
            <a:solidFill>
              <a:srgbClr val="12523D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9E41458-E8EA-4559-5BA0-A9663F4FAB1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6963" y="0"/>
            <a:ext cx="671171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2.6 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进程间通信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——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管道</a:t>
            </a:r>
            <a:endParaRPr lang="zh-CN" altLang="en-US" dirty="0"/>
          </a:p>
        </p:txBody>
      </p:sp>
      <p:sp>
        <p:nvSpPr>
          <p:cNvPr id="3" name="矩形: 折角 2"/>
          <p:cNvSpPr/>
          <p:nvPr/>
        </p:nvSpPr>
        <p:spPr>
          <a:xfrm>
            <a:off x="736600" y="1638188"/>
            <a:ext cx="3801533" cy="2806811"/>
          </a:xfrm>
          <a:prstGeom prst="foldedCorner">
            <a:avLst>
              <a:gd name="adj" fmla="val 17148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rmAutofit/>
          </a:bodyPr>
          <a:lstStyle/>
          <a:p>
            <a:pPr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75108" y="1735854"/>
            <a:ext cx="3249929" cy="3259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管道在进程中为一个打开文件，文件类型为</a:t>
            </a:r>
            <a:r>
              <a:rPr kumimoji="1"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pipe_file</a:t>
            </a:r>
            <a:endParaRPr kumimoji="1"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30000"/>
              </a:lnSpc>
            </a:pPr>
            <a:endParaRPr kumimoji="1"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30000"/>
              </a:lnSpc>
            </a:pPr>
            <a:r>
              <a:rPr kumimoji="1"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pipe_file</a:t>
            </a:r>
            <a:r>
              <a:rPr kumimoji="1"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拥有一个</a:t>
            </a:r>
            <a:r>
              <a:rPr kumimoji="1"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pipe</a:t>
            </a:r>
            <a:r>
              <a:rPr kumimoji="1"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作为类成员</a:t>
            </a:r>
            <a:endParaRPr kumimoji="1"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30000"/>
              </a:lnSpc>
            </a:pPr>
            <a:endParaRPr kumimoji="1"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30000"/>
              </a:lnSpc>
            </a:pPr>
            <a:r>
              <a:rPr kumimoji="1"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管道通过循环缓冲的方法传输文件，可通过打开标志决定是否阻塞</a:t>
            </a:r>
            <a:endParaRPr kumimoji="1"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30000"/>
              </a:lnSpc>
            </a:pPr>
            <a:endParaRPr kumimoji="1"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30000"/>
              </a:lnSpc>
            </a:pPr>
            <a:endParaRPr kumimoji="1"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30000"/>
              </a:lnSpc>
            </a:pPr>
            <a:endParaRPr kumimoji="1"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1769" y="1773054"/>
            <a:ext cx="6532543" cy="2506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97AE702-15B0-2FFC-8B5D-01A84B457DC3}"/>
              </a:ext>
            </a:extLst>
          </p:cNvPr>
          <p:cNvSpPr txBox="1"/>
          <p:nvPr/>
        </p:nvSpPr>
        <p:spPr>
          <a:xfrm>
            <a:off x="808037" y="5313040"/>
            <a:ext cx="10575925" cy="416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拥有有名管道的</a:t>
            </a:r>
            <a:r>
              <a:rPr kumimoji="1" lang="en-US" altLang="zh-CN" sz="1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pipe_file</a:t>
            </a: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会记录路径名。用户可通过路径名访问，也是</a:t>
            </a: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FIFO</a:t>
            </a: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的标志之一</a:t>
            </a:r>
            <a:endParaRPr kumimoji="1" lang="en-US" altLang="zh-CN"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45F86862-E55B-3CF1-3F34-1179BDE341A9}"/>
              </a:ext>
            </a:extLst>
          </p:cNvPr>
          <p:cNvSpPr/>
          <p:nvPr/>
        </p:nvSpPr>
        <p:spPr>
          <a:xfrm>
            <a:off x="671345" y="5220369"/>
            <a:ext cx="10826387" cy="714764"/>
          </a:xfrm>
          <a:prstGeom prst="roundRect">
            <a:avLst>
              <a:gd name="adj" fmla="val 9136"/>
            </a:avLst>
          </a:prstGeom>
          <a:noFill/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rmAutofit fontScale="92500" lnSpcReduction="10000"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B34EC3A-3C61-2D1C-216A-1205B5A6AC1A}"/>
              </a:ext>
            </a:extLst>
          </p:cNvPr>
          <p:cNvCxnSpPr>
            <a:cxnSpLocks/>
          </p:cNvCxnSpPr>
          <p:nvPr/>
        </p:nvCxnSpPr>
        <p:spPr>
          <a:xfrm>
            <a:off x="4910878" y="1061121"/>
            <a:ext cx="0" cy="3934600"/>
          </a:xfrm>
          <a:prstGeom prst="line">
            <a:avLst/>
          </a:prstGeom>
          <a:ln w="19050">
            <a:solidFill>
              <a:srgbClr val="12523D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E8B1FC29-7EFF-AFA3-5C12-324A3EFD252A}"/>
              </a:ext>
            </a:extLst>
          </p:cNvPr>
          <p:cNvCxnSpPr>
            <a:cxnSpLocks/>
          </p:cNvCxnSpPr>
          <p:nvPr/>
        </p:nvCxnSpPr>
        <p:spPr>
          <a:xfrm>
            <a:off x="401875" y="4970709"/>
            <a:ext cx="11688525" cy="0"/>
          </a:xfrm>
          <a:prstGeom prst="line">
            <a:avLst/>
          </a:prstGeom>
          <a:ln w="19050">
            <a:solidFill>
              <a:srgbClr val="12523D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3FC657D6-3DDF-705E-BDA3-0DC9E579932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6963" y="0"/>
            <a:ext cx="671171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2.6 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进程间通信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——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管道</a:t>
            </a:r>
            <a:endParaRPr lang="zh-CN" alt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7410489" y="3150418"/>
            <a:ext cx="3994112" cy="2996247"/>
            <a:chOff x="232758" y="1287597"/>
            <a:chExt cx="3463069" cy="3299878"/>
          </a:xfrm>
        </p:grpSpPr>
        <p:sp>
          <p:nvSpPr>
            <p:cNvPr id="3" name="矩形: 折角 2"/>
            <p:cNvSpPr/>
            <p:nvPr/>
          </p:nvSpPr>
          <p:spPr>
            <a:xfrm>
              <a:off x="232758" y="1287597"/>
              <a:ext cx="3463069" cy="3109836"/>
            </a:xfrm>
            <a:prstGeom prst="foldedCorner">
              <a:avLst>
                <a:gd name="adj" fmla="val 17148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/>
            </a:bodyPr>
            <a:lstStyle/>
            <a:p>
              <a:pPr>
                <a:lnSpc>
                  <a:spcPct val="130000"/>
                </a:lnSpc>
              </a:pPr>
              <a:endPara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388538" y="1287597"/>
              <a:ext cx="3249929" cy="32998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kumimoji="1"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全局对象</a:t>
              </a:r>
              <a:r>
                <a:rPr kumimoji="1" lang="en-US" altLang="zh-CN" sz="16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FIFO_Manager</a:t>
              </a:r>
              <a:r>
                <a:rPr kumimoji="1"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会对有名管道进行管理</a:t>
              </a:r>
              <a:endParaRPr kumimoji="1"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30000"/>
                </a:lnSpc>
              </a:pPr>
              <a:endParaRPr kumimoji="1"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30000"/>
                </a:lnSpc>
              </a:pPr>
              <a:r>
                <a:rPr kumimoji="1"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调用接口</a:t>
              </a:r>
              <a:r>
                <a:rPr lang="en-US" altLang="zh-CN" dirty="0" err="1"/>
                <a:t>get_or_create_fifo</a:t>
              </a:r>
              <a:endParaRPr lang="en-US" altLang="zh-CN" dirty="0"/>
            </a:p>
            <a:p>
              <a:pPr>
                <a:lnSpc>
                  <a:spcPct val="130000"/>
                </a:lnSpc>
              </a:pPr>
              <a:r>
                <a:rPr kumimoji="1"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创建</a:t>
              </a:r>
              <a:r>
                <a:rPr kumimoji="1"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FIFO</a:t>
              </a:r>
              <a:r>
                <a:rPr kumimoji="1"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，存入容器记录</a:t>
              </a:r>
              <a:endParaRPr kumimoji="1"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30000"/>
                </a:lnSpc>
              </a:pPr>
              <a:endParaRPr kumimoji="1"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30000"/>
                </a:lnSpc>
              </a:pPr>
              <a:r>
                <a:rPr kumimoji="1"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可以获取读者、写者计数。根据路径获取管道信息</a:t>
              </a:r>
              <a:endParaRPr kumimoji="1"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30000"/>
                </a:lnSpc>
              </a:pPr>
              <a:endParaRPr kumimoji="1"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30000"/>
                </a:lnSpc>
              </a:pPr>
              <a:endParaRPr kumimoji="1"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504" y="1397989"/>
            <a:ext cx="5889097" cy="4681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: 剪去对角 5">
            <a:extLst>
              <a:ext uri="{FF2B5EF4-FFF2-40B4-BE49-F238E27FC236}">
                <a16:creationId xmlns:a16="http://schemas.microsoft.com/office/drawing/2014/main" id="{8480CBF2-D45F-9812-92A7-66CE2C377206}"/>
              </a:ext>
            </a:extLst>
          </p:cNvPr>
          <p:cNvSpPr/>
          <p:nvPr/>
        </p:nvSpPr>
        <p:spPr>
          <a:xfrm>
            <a:off x="7858510" y="1437863"/>
            <a:ext cx="2293023" cy="449671"/>
          </a:xfrm>
          <a:prstGeom prst="snip2DiagRect">
            <a:avLst>
              <a:gd name="adj1" fmla="val 0"/>
              <a:gd name="adj2" fmla="val 28169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rmAutofit fontScale="25000" lnSpcReduction="20000"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8EE661D-563B-FF07-4516-2D28607DF45F}"/>
              </a:ext>
            </a:extLst>
          </p:cNvPr>
          <p:cNvSpPr txBox="1"/>
          <p:nvPr/>
        </p:nvSpPr>
        <p:spPr>
          <a:xfrm>
            <a:off x="8113722" y="1478033"/>
            <a:ext cx="24293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chemeClr val="accent5">
                    <a:lumMod val="50000"/>
                  </a:schemeClr>
                </a:solidFill>
              </a:rPr>
              <a:t>有名管道管理器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214B84BF-0569-10C8-983A-CBC10ADCDE14}"/>
              </a:ext>
            </a:extLst>
          </p:cNvPr>
          <p:cNvCxnSpPr>
            <a:cxnSpLocks/>
          </p:cNvCxnSpPr>
          <p:nvPr/>
        </p:nvCxnSpPr>
        <p:spPr>
          <a:xfrm>
            <a:off x="6688878" y="1120388"/>
            <a:ext cx="0" cy="5559812"/>
          </a:xfrm>
          <a:prstGeom prst="line">
            <a:avLst/>
          </a:prstGeom>
          <a:ln w="19050">
            <a:solidFill>
              <a:srgbClr val="12523D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84E7B5B4-EE21-87F6-E570-F3D586FE2FD4}"/>
              </a:ext>
            </a:extLst>
          </p:cNvPr>
          <p:cNvCxnSpPr>
            <a:cxnSpLocks/>
          </p:cNvCxnSpPr>
          <p:nvPr/>
        </p:nvCxnSpPr>
        <p:spPr>
          <a:xfrm>
            <a:off x="6778750" y="2493433"/>
            <a:ext cx="5257589" cy="0"/>
          </a:xfrm>
          <a:prstGeom prst="line">
            <a:avLst/>
          </a:prstGeom>
          <a:ln w="19050">
            <a:solidFill>
              <a:srgbClr val="12523D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D10C863-D8E3-2F28-D6EC-C5FFA008AC3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6963" y="0"/>
            <a:ext cx="671171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n-ea"/>
                <a:ea typeface="+mn-ea"/>
              </a:rPr>
              <a:t>2.6 </a:t>
            </a:r>
            <a:r>
              <a:rPr lang="zh-CN" altLang="en-US" dirty="0">
                <a:latin typeface="+mn-ea"/>
                <a:ea typeface="+mn-ea"/>
              </a:rPr>
              <a:t>进程间通信</a:t>
            </a:r>
            <a:r>
              <a:rPr lang="en-US" altLang="zh-CN" dirty="0">
                <a:latin typeface="+mn-ea"/>
                <a:ea typeface="+mn-ea"/>
              </a:rPr>
              <a:t>——</a:t>
            </a:r>
            <a:r>
              <a:rPr lang="zh-CN" altLang="en-US" dirty="0">
                <a:latin typeface="+mn-ea"/>
                <a:ea typeface="+mn-ea"/>
              </a:rPr>
              <a:t>共享内存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389" y="918761"/>
            <a:ext cx="7236846" cy="377996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1470" y="1228636"/>
            <a:ext cx="3965587" cy="3207081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822485" y="4926507"/>
            <a:ext cx="3935242" cy="1184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共享内存由全局管理器统一分配。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30000"/>
              </a:lnSpc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可适配</a:t>
            </a:r>
            <a:r>
              <a:rPr kumimoji="1"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shm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系列系统调用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30000"/>
              </a:lnSpc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可以支持</a:t>
            </a:r>
            <a:r>
              <a:rPr kumimoji="1"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mmap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系统调用共享内存段的映射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30000"/>
              </a:lnSpc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也通过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/dev/</a:t>
            </a:r>
            <a:r>
              <a:rPr kumimoji="1"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shm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访问共享内存</a:t>
            </a:r>
          </a:p>
        </p:txBody>
      </p:sp>
      <p:sp>
        <p:nvSpPr>
          <p:cNvPr id="10" name="矩形: 折角 9"/>
          <p:cNvSpPr/>
          <p:nvPr/>
        </p:nvSpPr>
        <p:spPr>
          <a:xfrm>
            <a:off x="6828548" y="4904164"/>
            <a:ext cx="4823245" cy="1324700"/>
          </a:xfrm>
          <a:prstGeom prst="foldedCorner">
            <a:avLst>
              <a:gd name="adj" fmla="val 17148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rmAutofit/>
          </a:bodyPr>
          <a:lstStyle/>
          <a:p>
            <a:pPr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066564" y="4995593"/>
            <a:ext cx="4347211" cy="1020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其中管理的最小单位</a:t>
            </a:r>
            <a:r>
              <a:rPr kumimoji="1"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linux</a:t>
            </a:r>
            <a:r>
              <a:rPr kumimoji="1"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兼容的</a:t>
            </a:r>
            <a:r>
              <a:rPr kumimoji="1"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shm_segment</a:t>
            </a:r>
            <a:endParaRPr kumimoji="1"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30000"/>
              </a:lnSpc>
            </a:pPr>
            <a:endParaRPr kumimoji="1"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30000"/>
              </a:lnSpc>
            </a:pPr>
            <a:r>
              <a:rPr kumimoji="1"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每个段存储其映射的虚拟地址和相应进程号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28866627-BBC4-B19C-E3D1-CB7F232800C1}"/>
              </a:ext>
            </a:extLst>
          </p:cNvPr>
          <p:cNvCxnSpPr>
            <a:cxnSpLocks/>
          </p:cNvCxnSpPr>
          <p:nvPr/>
        </p:nvCxnSpPr>
        <p:spPr>
          <a:xfrm>
            <a:off x="6426304" y="4788167"/>
            <a:ext cx="0" cy="1638034"/>
          </a:xfrm>
          <a:prstGeom prst="line">
            <a:avLst/>
          </a:prstGeom>
          <a:ln w="19050">
            <a:solidFill>
              <a:srgbClr val="12523D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8438DB29-6A9C-F02F-CE0B-87617363B879}"/>
              </a:ext>
            </a:extLst>
          </p:cNvPr>
          <p:cNvSpPr/>
          <p:nvPr/>
        </p:nvSpPr>
        <p:spPr>
          <a:xfrm>
            <a:off x="2709331" y="4732589"/>
            <a:ext cx="9076268" cy="1638033"/>
          </a:xfrm>
          <a:prstGeom prst="roundRect">
            <a:avLst>
              <a:gd name="adj" fmla="val 9136"/>
            </a:avLst>
          </a:prstGeom>
          <a:noFill/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rmAutofit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2D976-3260-19DD-8D42-BD7DD28B3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0601F2FA-DE06-C172-4B5C-3A54B02D239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6963" y="0"/>
            <a:ext cx="6711710" cy="6858000"/>
          </a:xfrm>
          <a:prstGeom prst="rect">
            <a:avLst/>
          </a:prstGeom>
        </p:spPr>
      </p:pic>
      <p:sp>
        <p:nvSpPr>
          <p:cNvPr id="10" name="矩形: 折角 9">
            <a:extLst>
              <a:ext uri="{FF2B5EF4-FFF2-40B4-BE49-F238E27FC236}">
                <a16:creationId xmlns:a16="http://schemas.microsoft.com/office/drawing/2014/main" id="{073C37E7-1C6F-9194-2190-7F3A0164C1BE}"/>
              </a:ext>
            </a:extLst>
          </p:cNvPr>
          <p:cNvSpPr/>
          <p:nvPr/>
        </p:nvSpPr>
        <p:spPr>
          <a:xfrm>
            <a:off x="6205491" y="5085588"/>
            <a:ext cx="5335977" cy="923330"/>
          </a:xfrm>
          <a:prstGeom prst="foldedCorner">
            <a:avLst>
              <a:gd name="adj" fmla="val 17148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rmAutofit/>
          </a:bodyPr>
          <a:lstStyle/>
          <a:p>
            <a:pPr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DD48EB7-B5F3-D225-D697-F60646338DB5}"/>
              </a:ext>
            </a:extLst>
          </p:cNvPr>
          <p:cNvSpPr txBox="1"/>
          <p:nvPr/>
        </p:nvSpPr>
        <p:spPr>
          <a:xfrm>
            <a:off x="6546459" y="5224087"/>
            <a:ext cx="49275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网络系统采用分层架构设计，从底层硬件驱动到上层应用接口，形成了完整的网络协议栈。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1A6B71D-E66A-54C1-26A8-AB2293C023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7999" y="1227428"/>
            <a:ext cx="5943180" cy="3768845"/>
          </a:xfrm>
          <a:prstGeom prst="rect">
            <a:avLst/>
          </a:prstGeom>
        </p:spPr>
      </p:pic>
      <p:sp>
        <p:nvSpPr>
          <p:cNvPr id="8" name="矩形: 折角 7">
            <a:extLst>
              <a:ext uri="{FF2B5EF4-FFF2-40B4-BE49-F238E27FC236}">
                <a16:creationId xmlns:a16="http://schemas.microsoft.com/office/drawing/2014/main" id="{ADDADF66-9D75-E4DD-9CB8-35D0ECECD8FA}"/>
              </a:ext>
            </a:extLst>
          </p:cNvPr>
          <p:cNvSpPr/>
          <p:nvPr/>
        </p:nvSpPr>
        <p:spPr>
          <a:xfrm>
            <a:off x="571138" y="1362916"/>
            <a:ext cx="5132978" cy="4646002"/>
          </a:xfrm>
          <a:prstGeom prst="foldedCorner">
            <a:avLst>
              <a:gd name="adj" fmla="val 9996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Autofit/>
          </a:bodyPr>
          <a:lstStyle/>
          <a:p>
            <a:r>
              <a:rPr lang="zh-CN" altLang="en-US" dirty="0">
                <a:solidFill>
                  <a:schemeClr val="tx1"/>
                </a:solidFill>
              </a:rPr>
              <a:t>网络系统基于 </a:t>
            </a:r>
            <a:r>
              <a:rPr lang="en-US" altLang="zh-CN" dirty="0">
                <a:solidFill>
                  <a:schemeClr val="tx1"/>
                </a:solidFill>
              </a:rPr>
              <a:t>Open-</a:t>
            </a:r>
            <a:r>
              <a:rPr lang="en-US" altLang="zh-CN" dirty="0" err="1">
                <a:solidFill>
                  <a:schemeClr val="tx1"/>
                </a:solidFill>
              </a:rPr>
              <a:t>NPStack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协议栈实现，旨在构建高效灵活的网络通信能力。本系统支持 </a:t>
            </a:r>
            <a:r>
              <a:rPr lang="en-US" altLang="zh-CN" dirty="0">
                <a:solidFill>
                  <a:schemeClr val="tx1"/>
                </a:solidFill>
              </a:rPr>
              <a:t>AF_INET</a:t>
            </a:r>
            <a:r>
              <a:rPr lang="zh-CN" altLang="en-US" dirty="0">
                <a:solidFill>
                  <a:schemeClr val="tx1"/>
                </a:solidFill>
              </a:rPr>
              <a:t>、</a:t>
            </a:r>
            <a:r>
              <a:rPr lang="en-US" altLang="zh-CN" dirty="0">
                <a:solidFill>
                  <a:schemeClr val="tx1"/>
                </a:solidFill>
              </a:rPr>
              <a:t>AF_UNIX </a:t>
            </a:r>
            <a:r>
              <a:rPr lang="zh-CN" altLang="en-US" dirty="0">
                <a:solidFill>
                  <a:schemeClr val="tx1"/>
                </a:solidFill>
              </a:rPr>
              <a:t>等多种地址族的套接字操作，完整实现了 </a:t>
            </a:r>
            <a:r>
              <a:rPr lang="en-US" altLang="zh-CN" dirty="0">
                <a:solidFill>
                  <a:schemeClr val="tx1"/>
                </a:solidFill>
              </a:rPr>
              <a:t>TCP </a:t>
            </a:r>
            <a:r>
              <a:rPr lang="zh-CN" altLang="en-US" dirty="0">
                <a:solidFill>
                  <a:schemeClr val="tx1"/>
                </a:solidFill>
              </a:rPr>
              <a:t>与 </a:t>
            </a:r>
            <a:r>
              <a:rPr lang="en-US" altLang="zh-CN" dirty="0">
                <a:solidFill>
                  <a:schemeClr val="tx1"/>
                </a:solidFill>
              </a:rPr>
              <a:t>UDP </a:t>
            </a:r>
            <a:r>
              <a:rPr lang="zh-CN" altLang="en-US" dirty="0">
                <a:solidFill>
                  <a:schemeClr val="tx1"/>
                </a:solidFill>
              </a:rPr>
              <a:t>传输协议。网络系统通过统一的抽象接口管理所有网络设备与套接字资源。</a:t>
            </a:r>
            <a:endParaRPr lang="en-US" altLang="zh-CN" dirty="0">
              <a:solidFill>
                <a:schemeClr val="tx1"/>
              </a:solidFill>
            </a:endParaRPr>
          </a:p>
          <a:p>
            <a:endParaRPr lang="en-US" altLang="zh-CN" dirty="0">
              <a:solidFill>
                <a:schemeClr val="tx1"/>
              </a:solidFill>
            </a:endParaRPr>
          </a:p>
          <a:p>
            <a:endParaRPr lang="en-US" altLang="zh-CN" dirty="0">
              <a:solidFill>
                <a:schemeClr val="tx1"/>
              </a:solidFill>
            </a:endParaRPr>
          </a:p>
          <a:p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整个网络系统主要包含以下几个核心组件：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1. VFS </a:t>
            </a:r>
            <a:r>
              <a:rPr lang="zh-CN" altLang="en-US" dirty="0">
                <a:solidFill>
                  <a:schemeClr val="tx1"/>
                </a:solidFill>
              </a:rPr>
              <a:t>集成层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2. BSD Socket </a:t>
            </a:r>
            <a:r>
              <a:rPr lang="zh-CN" altLang="en-US" dirty="0">
                <a:solidFill>
                  <a:schemeClr val="tx1"/>
                </a:solidFill>
              </a:rPr>
              <a:t>接口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3. </a:t>
            </a:r>
            <a:r>
              <a:rPr lang="zh-CN" altLang="en-US" dirty="0">
                <a:solidFill>
                  <a:schemeClr val="tx1"/>
                </a:solidFill>
              </a:rPr>
              <a:t>网络协议协议栈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4. </a:t>
            </a:r>
            <a:r>
              <a:rPr lang="zh-CN" altLang="en-US" dirty="0">
                <a:solidFill>
                  <a:schemeClr val="tx1"/>
                </a:solidFill>
              </a:rPr>
              <a:t>网络适配层</a:t>
            </a:r>
            <a:br>
              <a:rPr lang="zh-CN" altLang="en-US" dirty="0">
                <a:solidFill>
                  <a:schemeClr val="tx1"/>
                </a:solidFill>
              </a:rPr>
            </a:br>
            <a:r>
              <a:rPr lang="en-US" altLang="zh-CN" dirty="0">
                <a:solidFill>
                  <a:schemeClr val="tx1"/>
                </a:solidFill>
              </a:rPr>
              <a:t>5. </a:t>
            </a:r>
            <a:r>
              <a:rPr lang="en-US" altLang="zh-CN" dirty="0" err="1">
                <a:solidFill>
                  <a:schemeClr val="tx1"/>
                </a:solidFill>
              </a:rPr>
              <a:t>VirtIO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网络驱动层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3D78291B-929B-976F-06CB-298D071D129A}"/>
              </a:ext>
            </a:extLst>
          </p:cNvPr>
          <p:cNvSpPr txBox="1">
            <a:spLocks/>
          </p:cNvSpPr>
          <p:nvPr/>
        </p:nvSpPr>
        <p:spPr>
          <a:xfrm>
            <a:off x="917575" y="322896"/>
            <a:ext cx="8970989" cy="663575"/>
          </a:xfrm>
          <a:prstGeom prst="rect">
            <a:avLst/>
          </a:prstGeom>
        </p:spPr>
        <p:txBody>
          <a:bodyPr l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accent2"/>
                </a:solidFill>
                <a:latin typeface="方正小标宋简体" panose="03000509000000000000" pitchFamily="2" charset="-122"/>
                <a:ea typeface="方正小标宋简体" panose="03000509000000000000" pitchFamily="2" charset="-122"/>
                <a:cs typeface="+mj-cs"/>
              </a:defRPr>
            </a:lvl1pPr>
          </a:lstStyle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2.7 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网络模块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——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分层架构</a:t>
            </a:r>
            <a:b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</a:b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33674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AEA14-02D3-4AA8-F4D5-1411F8E21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756BBF2-CD66-96F2-D8A5-885C6F3749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6963" y="0"/>
            <a:ext cx="6711710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6D17E381-F638-D4C6-F20C-C9C419DB0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2.7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网络模块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——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标准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BSD Socket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接口</a:t>
            </a:r>
          </a:p>
        </p:txBody>
      </p:sp>
      <p:sp>
        <p:nvSpPr>
          <p:cNvPr id="5" name="矩形: 折角 4">
            <a:extLst>
              <a:ext uri="{FF2B5EF4-FFF2-40B4-BE49-F238E27FC236}">
                <a16:creationId xmlns:a16="http://schemas.microsoft.com/office/drawing/2014/main" id="{2EA252EB-A5C6-3A15-B21D-4EAB25AD8142}"/>
              </a:ext>
            </a:extLst>
          </p:cNvPr>
          <p:cNvSpPr/>
          <p:nvPr/>
        </p:nvSpPr>
        <p:spPr>
          <a:xfrm>
            <a:off x="425995" y="1767354"/>
            <a:ext cx="2251891" cy="3722226"/>
          </a:xfrm>
          <a:prstGeom prst="foldedCorner">
            <a:avLst>
              <a:gd name="adj" fmla="val 9996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Autofit/>
          </a:bodyPr>
          <a:lstStyle/>
          <a:p>
            <a:pPr>
              <a:lnSpc>
                <a:spcPts val="18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F7LY-OS</a:t>
            </a:r>
            <a:r>
              <a:rPr lang="zh-CN" altLang="en-US" dirty="0">
                <a:solidFill>
                  <a:schemeClr val="tx1"/>
                </a:solidFill>
              </a:rPr>
              <a:t>实现了完整的</a:t>
            </a:r>
            <a:r>
              <a:rPr lang="en-US" altLang="zh-CN" dirty="0">
                <a:solidFill>
                  <a:schemeClr val="tx1"/>
                </a:solidFill>
              </a:rPr>
              <a:t>POSIX</a:t>
            </a:r>
            <a:r>
              <a:rPr lang="zh-CN" altLang="en-US" dirty="0">
                <a:solidFill>
                  <a:schemeClr val="tx1"/>
                </a:solidFill>
              </a:rPr>
              <a:t>标准</a:t>
            </a:r>
            <a:r>
              <a:rPr lang="en-US" altLang="zh-CN" dirty="0">
                <a:solidFill>
                  <a:schemeClr val="tx1"/>
                </a:solidFill>
              </a:rPr>
              <a:t>BSD Socket</a:t>
            </a:r>
            <a:r>
              <a:rPr lang="zh-CN" altLang="en-US" dirty="0">
                <a:solidFill>
                  <a:schemeClr val="tx1"/>
                </a:solidFill>
              </a:rPr>
              <a:t>接口，为用户程序提供标准化的网络编程</a:t>
            </a:r>
            <a:r>
              <a:rPr lang="en-US" altLang="zh-CN" dirty="0">
                <a:solidFill>
                  <a:schemeClr val="tx1"/>
                </a:solidFill>
              </a:rPr>
              <a:t>API</a:t>
            </a:r>
            <a:r>
              <a:rPr lang="zh-CN" altLang="en-US" dirty="0">
                <a:solidFill>
                  <a:schemeClr val="tx1"/>
                </a:solidFill>
              </a:rPr>
              <a:t>。通过</a:t>
            </a:r>
            <a:r>
              <a:rPr lang="en-US" altLang="zh-CN" dirty="0">
                <a:solidFill>
                  <a:schemeClr val="tx1"/>
                </a:solidFill>
              </a:rPr>
              <a:t>VFS</a:t>
            </a:r>
            <a:r>
              <a:rPr lang="zh-CN" altLang="en-US" dirty="0">
                <a:solidFill>
                  <a:schemeClr val="tx1"/>
                </a:solidFill>
              </a:rPr>
              <a:t>文件系统抽象，</a:t>
            </a:r>
            <a:r>
              <a:rPr lang="en-US" altLang="zh-CN" dirty="0">
                <a:solidFill>
                  <a:schemeClr val="tx1"/>
                </a:solidFill>
              </a:rPr>
              <a:t>Socket</a:t>
            </a:r>
            <a:r>
              <a:rPr lang="zh-CN" altLang="en-US" dirty="0">
                <a:solidFill>
                  <a:schemeClr val="tx1"/>
                </a:solidFill>
              </a:rPr>
              <a:t>被视为特殊文件，支持统一的文件操作接口，实现了</a:t>
            </a:r>
            <a:r>
              <a:rPr lang="en-US" altLang="zh-CN" dirty="0">
                <a:solidFill>
                  <a:schemeClr val="tx1"/>
                </a:solidFill>
              </a:rPr>
              <a:t>"</a:t>
            </a:r>
            <a:r>
              <a:rPr lang="zh-CN" altLang="en-US" dirty="0">
                <a:solidFill>
                  <a:schemeClr val="tx1"/>
                </a:solidFill>
              </a:rPr>
              <a:t>一切皆文件</a:t>
            </a:r>
            <a:r>
              <a:rPr lang="en-US" altLang="zh-CN" dirty="0">
                <a:solidFill>
                  <a:schemeClr val="tx1"/>
                </a:solidFill>
              </a:rPr>
              <a:t>"</a:t>
            </a:r>
            <a:r>
              <a:rPr lang="zh-CN" altLang="en-US" dirty="0">
                <a:solidFill>
                  <a:schemeClr val="tx1"/>
                </a:solidFill>
              </a:rPr>
              <a:t>的设计理念。</a:t>
            </a:r>
          </a:p>
          <a:p>
            <a:pPr>
              <a:lnSpc>
                <a:spcPts val="1800"/>
              </a:lnSpc>
              <a:buNone/>
            </a:pPr>
            <a:endParaRPr lang="en-US" altLang="zh-CN" dirty="0">
              <a:solidFill>
                <a:schemeClr val="tx1"/>
              </a:solidFill>
            </a:endParaRPr>
          </a:p>
          <a:p>
            <a:endParaRPr lang="en-US" altLang="zh-CN" dirty="0">
              <a:solidFill>
                <a:schemeClr val="tx1"/>
              </a:solidFill>
            </a:endParaRP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70E8738F-0ADC-CF5D-D4FB-CC41EA050A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5207" y="1495660"/>
            <a:ext cx="8944865" cy="4265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175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BDA06-300D-A32D-DCA6-3A21811E0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DD17C8FB-2B40-DDAF-60E2-7C9138C6250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6963" y="0"/>
            <a:ext cx="6711710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4AF812FD-4D86-D9BB-E9C0-2335B212E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2.8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设备管理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27941B5-A9B4-79C5-A2F0-2098CE0C3C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1256" y="1550307"/>
            <a:ext cx="6669316" cy="3543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: 折角 2">
            <a:extLst>
              <a:ext uri="{FF2B5EF4-FFF2-40B4-BE49-F238E27FC236}">
                <a16:creationId xmlns:a16="http://schemas.microsoft.com/office/drawing/2014/main" id="{56074283-C5B3-E807-5AEF-6E0ED186880C}"/>
              </a:ext>
            </a:extLst>
          </p:cNvPr>
          <p:cNvSpPr/>
          <p:nvPr/>
        </p:nvSpPr>
        <p:spPr>
          <a:xfrm>
            <a:off x="571138" y="1362916"/>
            <a:ext cx="4218576" cy="4137998"/>
          </a:xfrm>
          <a:prstGeom prst="foldedCorner">
            <a:avLst>
              <a:gd name="adj" fmla="val 9996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Autofit/>
          </a:bodyPr>
          <a:lstStyle/>
          <a:p>
            <a:r>
              <a:rPr lang="en-US" altLang="zh-CN" dirty="0">
                <a:solidFill>
                  <a:schemeClr val="tx1"/>
                </a:solidFill>
              </a:rPr>
              <a:t>F7LY-OS</a:t>
            </a:r>
            <a:r>
              <a:rPr lang="zh-CN" altLang="en-US" dirty="0">
                <a:solidFill>
                  <a:schemeClr val="tx1"/>
                </a:solidFill>
              </a:rPr>
              <a:t>的设备管理体系以模块化为核心，采用分层与面向对象设计，统一了多种硬件设备的管理与访问接口。通过定义虚拟设备基类、字符设备、块设备、流设备等，系统实现了对不同类型设备的支持和调度。</a:t>
            </a:r>
            <a:endParaRPr lang="en-US" altLang="zh-CN" dirty="0">
              <a:solidFill>
                <a:schemeClr val="tx1"/>
              </a:solidFill>
            </a:endParaRPr>
          </a:p>
          <a:p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设备管理器集中负责设备的注册、查找、删除等生命周期管理，保障了系统资源的合理分配和设备操作的安全性。具体设备如磁盘、网络、</a:t>
            </a:r>
            <a:r>
              <a:rPr lang="en-US" altLang="zh-CN" dirty="0">
                <a:solidFill>
                  <a:schemeClr val="tx1"/>
                </a:solidFill>
              </a:rPr>
              <a:t>UART</a:t>
            </a:r>
            <a:r>
              <a:rPr lang="zh-CN" altLang="en-US" dirty="0">
                <a:solidFill>
                  <a:schemeClr val="tx1"/>
                </a:solidFill>
              </a:rPr>
              <a:t>和</a:t>
            </a:r>
            <a:r>
              <a:rPr lang="en-US" altLang="zh-CN" dirty="0">
                <a:solidFill>
                  <a:schemeClr val="tx1"/>
                </a:solidFill>
              </a:rPr>
              <a:t>Loop</a:t>
            </a:r>
            <a:r>
              <a:rPr lang="zh-CN" altLang="en-US" dirty="0">
                <a:solidFill>
                  <a:schemeClr val="tx1"/>
                </a:solidFill>
              </a:rPr>
              <a:t>设备等，均通过统一架构实现了高效协作和扩展性。</a:t>
            </a:r>
          </a:p>
          <a:p>
            <a:endParaRPr lang="en-US" altLang="zh-C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00237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4AD75-FDEE-1E26-4594-D0BE2999E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3B4A492-F0FB-D852-0A54-A36A57316DE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-3355854" y="0"/>
            <a:ext cx="6711710" cy="68580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A4CC2CF-04C7-9708-A16C-03726075B6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6145" y="0"/>
            <a:ext cx="6711710" cy="68580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34478432-2DF0-6BC0-CAC5-0EA6CD8EA846}"/>
              </a:ext>
            </a:extLst>
          </p:cNvPr>
          <p:cNvSpPr txBox="1"/>
          <p:nvPr/>
        </p:nvSpPr>
        <p:spPr>
          <a:xfrm>
            <a:off x="5201136" y="1835752"/>
            <a:ext cx="2189061" cy="2215991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3800" b="1" dirty="0">
                <a:gradFill>
                  <a:gsLst>
                    <a:gs pos="0">
                      <a:srgbClr val="FC5960">
                        <a:lumMod val="60000"/>
                        <a:lumOff val="40000"/>
                      </a:srgbClr>
                    </a:gs>
                    <a:gs pos="100000">
                      <a:srgbClr val="FC5960">
                        <a:lumMod val="20000"/>
                        <a:lumOff val="80000"/>
                        <a:alpha val="0"/>
                      </a:srgbClr>
                    </a:gs>
                  </a:gsLst>
                  <a:lin ang="5400000" scaled="1"/>
                </a:gradFill>
                <a:latin typeface="Cambria" panose="02040503050406030204" pitchFamily="18" charset="0"/>
                <a:ea typeface="Cambria" panose="02040503050406030204" pitchFamily="18" charset="0"/>
              </a:rPr>
              <a:t>03</a:t>
            </a:r>
            <a:endParaRPr kumimoji="1" lang="zh-CN" altLang="en-US" sz="13800" b="1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FC5960">
                      <a:lumMod val="60000"/>
                      <a:lumOff val="40000"/>
                    </a:srgbClr>
                  </a:gs>
                  <a:gs pos="100000">
                    <a:srgbClr val="FC5960">
                      <a:lumMod val="20000"/>
                      <a:lumOff val="80000"/>
                      <a:alpha val="0"/>
                    </a:srgbClr>
                  </a:gs>
                </a:gsLst>
                <a:lin ang="5400000" scaled="1"/>
              </a:gradFill>
              <a:effectLst/>
              <a:uLnTx/>
              <a:uFillTx/>
              <a:latin typeface="Cambria" panose="02040503050406030204" pitchFamily="18" charset="0"/>
              <a:ea typeface="华文中宋" panose="02010600040101010101" pitchFamily="2" charset="-122"/>
            </a:endParaRPr>
          </a:p>
        </p:txBody>
      </p:sp>
      <p:sp>
        <p:nvSpPr>
          <p:cNvPr id="4" name="文本占位符 39">
            <a:extLst>
              <a:ext uri="{FF2B5EF4-FFF2-40B4-BE49-F238E27FC236}">
                <a16:creationId xmlns:a16="http://schemas.microsoft.com/office/drawing/2014/main" id="{34940251-66E3-5328-CB2E-2D7EB8AA20CB}"/>
              </a:ext>
            </a:extLst>
          </p:cNvPr>
          <p:cNvSpPr txBox="1"/>
          <p:nvPr/>
        </p:nvSpPr>
        <p:spPr>
          <a:xfrm>
            <a:off x="986818" y="3168546"/>
            <a:ext cx="10218366" cy="883197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13785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亮点与总结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5A85E03-9F3B-BFDF-ED1F-7536B41776F3}"/>
              </a:ext>
            </a:extLst>
          </p:cNvPr>
          <p:cNvSpPr txBox="1"/>
          <p:nvPr/>
        </p:nvSpPr>
        <p:spPr>
          <a:xfrm>
            <a:off x="1724704" y="3826539"/>
            <a:ext cx="8940660" cy="6756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dirty="0">
                <a:solidFill>
                  <a:srgbClr val="FFFFFF">
                    <a:lumMod val="65000"/>
                  </a:srgbClr>
                </a:solidFill>
                <a:latin typeface="Century Gothic" panose="020B0502020202020204" pitchFamily="34" charset="0"/>
                <a:ea typeface="华文中宋" panose="02010600040101010101" pitchFamily="2" charset="-122"/>
              </a:rPr>
              <a:t>Highlight &amp; Summary </a:t>
            </a: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Century Gothic" panose="020B0502020202020204" pitchFamily="34" charset="0"/>
                <a:ea typeface="华文中宋" panose="02010600040101010101" pitchFamily="2" charset="-122"/>
              </a:rPr>
              <a:t>of F7LY kernel</a:t>
            </a:r>
          </a:p>
        </p:txBody>
      </p:sp>
    </p:spTree>
    <p:extLst>
      <p:ext uri="{BB962C8B-B14F-4D97-AF65-F5344CB8AC3E}">
        <p14:creationId xmlns:p14="http://schemas.microsoft.com/office/powerpoint/2010/main" val="27992575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B07BB-DCD8-C5E4-0CC1-E996DF8E4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组合 39">
            <a:extLst>
              <a:ext uri="{FF2B5EF4-FFF2-40B4-BE49-F238E27FC236}">
                <a16:creationId xmlns:a16="http://schemas.microsoft.com/office/drawing/2014/main" id="{D21DA80D-DE46-2551-2FA6-CED764E55409}"/>
              </a:ext>
            </a:extLst>
          </p:cNvPr>
          <p:cNvGrpSpPr/>
          <p:nvPr/>
        </p:nvGrpSpPr>
        <p:grpSpPr>
          <a:xfrm>
            <a:off x="4757584" y="2631870"/>
            <a:ext cx="8817983" cy="4792132"/>
            <a:chOff x="4757584" y="2631870"/>
            <a:chExt cx="8817983" cy="4792132"/>
          </a:xfrm>
        </p:grpSpPr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5281F9A0-B543-C8FF-3307-B03851DE05B9}"/>
                </a:ext>
              </a:extLst>
            </p:cNvPr>
            <p:cNvGrpSpPr/>
            <p:nvPr/>
          </p:nvGrpSpPr>
          <p:grpSpPr>
            <a:xfrm>
              <a:off x="4757584" y="2631870"/>
              <a:ext cx="8817983" cy="4792132"/>
              <a:chOff x="2353732" y="838200"/>
              <a:chExt cx="6595536" cy="4792132"/>
            </a:xfrm>
          </p:grpSpPr>
          <p:grpSp>
            <p:nvGrpSpPr>
              <p:cNvPr id="29" name="组合 28">
                <a:extLst>
                  <a:ext uri="{FF2B5EF4-FFF2-40B4-BE49-F238E27FC236}">
                    <a16:creationId xmlns:a16="http://schemas.microsoft.com/office/drawing/2014/main" id="{6852CF72-7908-8697-11A6-BE6251CE1013}"/>
                  </a:ext>
                </a:extLst>
              </p:cNvPr>
              <p:cNvGrpSpPr/>
              <p:nvPr/>
            </p:nvGrpSpPr>
            <p:grpSpPr>
              <a:xfrm>
                <a:off x="2814320" y="981876"/>
                <a:ext cx="5942442" cy="4419986"/>
                <a:chOff x="-705872" y="1028066"/>
                <a:chExt cx="4410266" cy="961489"/>
              </a:xfrm>
            </p:grpSpPr>
            <p:sp>
              <p:nvSpPr>
                <p:cNvPr id="31" name="矩形: 对角圆角 30">
                  <a:extLst>
                    <a:ext uri="{FF2B5EF4-FFF2-40B4-BE49-F238E27FC236}">
                      <a16:creationId xmlns:a16="http://schemas.microsoft.com/office/drawing/2014/main" id="{FEB836B4-3490-A000-8635-4A15491663BF}"/>
                    </a:ext>
                  </a:extLst>
                </p:cNvPr>
                <p:cNvSpPr/>
                <p:nvPr/>
              </p:nvSpPr>
              <p:spPr>
                <a:xfrm>
                  <a:off x="-469673" y="1039088"/>
                  <a:ext cx="4174067" cy="950467"/>
                </a:xfrm>
                <a:prstGeom prst="round2DiagRect">
                  <a:avLst>
                    <a:gd name="adj1" fmla="val 16667"/>
                    <a:gd name="adj2" fmla="val 25972"/>
                  </a:avLst>
                </a:prstGeom>
                <a:solidFill>
                  <a:schemeClr val="bg1">
                    <a:lumMod val="95000"/>
                  </a:schemeClr>
                </a:solidFill>
                <a:ln w="381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    <a:norm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Arial"/>
                    <a:ea typeface="华文中宋"/>
                    <a:cs typeface="+mn-cs"/>
                  </a:endParaRPr>
                </a:p>
              </p:txBody>
            </p:sp>
            <p:sp>
              <p:nvSpPr>
                <p:cNvPr id="32" name="矩形: 对角圆角 31">
                  <a:extLst>
                    <a:ext uri="{FF2B5EF4-FFF2-40B4-BE49-F238E27FC236}">
                      <a16:creationId xmlns:a16="http://schemas.microsoft.com/office/drawing/2014/main" id="{203CF579-632D-CF7F-ABA6-3F6762C4FCFC}"/>
                    </a:ext>
                  </a:extLst>
                </p:cNvPr>
                <p:cNvSpPr/>
                <p:nvPr/>
              </p:nvSpPr>
              <p:spPr>
                <a:xfrm>
                  <a:off x="-705872" y="1028066"/>
                  <a:ext cx="4410266" cy="950467"/>
                </a:xfrm>
                <a:prstGeom prst="round2DiagRect">
                  <a:avLst>
                    <a:gd name="adj1" fmla="val 16667"/>
                    <a:gd name="adj2" fmla="val 27134"/>
                  </a:avLst>
                </a:prstGeom>
                <a:gradFill flip="none" rotWithShape="1">
                  <a:gsLst>
                    <a:gs pos="0">
                      <a:schemeClr val="bg1"/>
                    </a:gs>
                    <a:gs pos="100000">
                      <a:srgbClr val="042857">
                        <a:alpha val="64000"/>
                      </a:srgbClr>
                    </a:gs>
                  </a:gsLst>
                  <a:lin ang="0" scaled="1"/>
                  <a:tileRect/>
                </a:gradFill>
                <a:ln w="381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    <a:norm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9E6EC"/>
                    </a:solidFill>
                    <a:effectLst/>
                    <a:uLnTx/>
                    <a:uFillTx/>
                    <a:latin typeface="Arial"/>
                    <a:ea typeface="华文中宋"/>
                    <a:cs typeface="+mn-cs"/>
                  </a:endParaRPr>
                </a:p>
              </p:txBody>
            </p:sp>
          </p:grpSp>
          <p:sp>
            <p:nvSpPr>
              <p:cNvPr id="30" name="矩形: 对角圆角 29">
                <a:extLst>
                  <a:ext uri="{FF2B5EF4-FFF2-40B4-BE49-F238E27FC236}">
                    <a16:creationId xmlns:a16="http://schemas.microsoft.com/office/drawing/2014/main" id="{C26B06BC-D9B2-5903-6F5E-6762C2EB7F0D}"/>
                  </a:ext>
                </a:extLst>
              </p:cNvPr>
              <p:cNvSpPr/>
              <p:nvPr/>
            </p:nvSpPr>
            <p:spPr>
              <a:xfrm>
                <a:off x="2353732" y="838200"/>
                <a:ext cx="6595536" cy="4792132"/>
              </a:xfrm>
              <a:prstGeom prst="round2DiagRect">
                <a:avLst>
                  <a:gd name="adj1" fmla="val 16667"/>
                  <a:gd name="adj2" fmla="val 27068"/>
                </a:avLst>
              </a:prstGeom>
              <a:noFill/>
              <a:ln w="38100">
                <a:gradFill flip="none" rotWithShape="1">
                  <a:gsLst>
                    <a:gs pos="40000">
                      <a:schemeClr val="accent1">
                        <a:lumMod val="5000"/>
                        <a:lumOff val="95000"/>
                        <a:alpha val="0"/>
                      </a:schemeClr>
                    </a:gs>
                    <a:gs pos="100000">
                      <a:srgbClr val="042857"/>
                    </a:gs>
                  </a:gsLst>
                  <a:lin ang="0" scaled="1"/>
                  <a:tileRect/>
                </a:gradFill>
                <a:prstDash val="lgDashDot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  <a:norm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E9E6EC"/>
                  </a:solidFill>
                  <a:effectLst/>
                  <a:uLnTx/>
                  <a:uFillTx/>
                  <a:latin typeface="Arial"/>
                  <a:ea typeface="华文中宋"/>
                  <a:cs typeface="+mn-cs"/>
                </a:endParaRPr>
              </a:p>
            </p:txBody>
          </p:sp>
        </p:grp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CFC141AC-0C75-0208-0398-65AC30E55024}"/>
                </a:ext>
              </a:extLst>
            </p:cNvPr>
            <p:cNvSpPr txBox="1"/>
            <p:nvPr/>
          </p:nvSpPr>
          <p:spPr>
            <a:xfrm>
              <a:off x="8635747" y="3563592"/>
              <a:ext cx="3443956" cy="29286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lnSpc>
                  <a:spcPct val="130000"/>
                </a:lnSpc>
                <a:spcAft>
                  <a:spcPts val="600"/>
                </a:spcAft>
              </a:pPr>
              <a:r>
                <a:rPr kumimoji="1"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适配</a:t>
              </a:r>
              <a:r>
                <a:rPr kumimoji="1" lang="en-US" altLang="zh-CN" sz="2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Busybox</a:t>
              </a:r>
              <a:r>
                <a:rPr kumimoji="1" lang="en-US" altLang="zh-CN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 </a:t>
              </a:r>
              <a:r>
                <a:rPr kumimoji="1"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和 </a:t>
              </a:r>
              <a:r>
                <a:rPr kumimoji="1" lang="en-US" altLang="zh-CN" sz="2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libc</a:t>
              </a:r>
              <a:endParaRPr kumimoji="1"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  <a:p>
              <a:pPr algn="just">
                <a:lnSpc>
                  <a:spcPct val="130000"/>
                </a:lnSpc>
                <a:spcAft>
                  <a:spcPts val="600"/>
                </a:spcAft>
              </a:pPr>
              <a:r>
                <a:rPr kumimoji="1"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①基础实现进程间通信（</a:t>
              </a:r>
              <a:r>
                <a:rPr kumimoji="1"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IPC</a:t>
              </a:r>
              <a:r>
                <a:rPr kumimoji="1"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）机制和信号处理功能</a:t>
              </a:r>
              <a:endPara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  <a:p>
              <a:pPr algn="just">
                <a:lnSpc>
                  <a:spcPct val="130000"/>
                </a:lnSpc>
                <a:spcAft>
                  <a:spcPts val="600"/>
                </a:spcAft>
              </a:pPr>
              <a:r>
                <a:rPr kumimoji="1"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②补充和完善系统调用接口与相关功能</a:t>
              </a:r>
              <a:endPara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  <a:p>
              <a:pPr algn="just">
                <a:lnSpc>
                  <a:spcPct val="130000"/>
                </a:lnSpc>
                <a:spcAft>
                  <a:spcPts val="600"/>
                </a:spcAft>
              </a:pPr>
              <a:r>
                <a:rPr kumimoji="1"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③</a:t>
              </a:r>
              <a:r>
                <a:rPr kumimoji="1"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构建多等级调试日志，方便问题定位</a:t>
              </a:r>
              <a:endPara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8A1B178C-DF6A-9C72-7F2E-FD212393C605}"/>
              </a:ext>
            </a:extLst>
          </p:cNvPr>
          <p:cNvGrpSpPr/>
          <p:nvPr/>
        </p:nvGrpSpPr>
        <p:grpSpPr>
          <a:xfrm>
            <a:off x="1915085" y="1159885"/>
            <a:ext cx="6595536" cy="4792132"/>
            <a:chOff x="1915085" y="1159885"/>
            <a:chExt cx="6595536" cy="4792132"/>
          </a:xfrm>
        </p:grpSpPr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1F878AED-0A4B-B96E-115D-86EBDA12AC8F}"/>
                </a:ext>
              </a:extLst>
            </p:cNvPr>
            <p:cNvGrpSpPr/>
            <p:nvPr/>
          </p:nvGrpSpPr>
          <p:grpSpPr>
            <a:xfrm>
              <a:off x="1915085" y="1159885"/>
              <a:ext cx="6595536" cy="4792132"/>
              <a:chOff x="2353732" y="838200"/>
              <a:chExt cx="6595536" cy="4792132"/>
            </a:xfrm>
          </p:grpSpPr>
          <p:grpSp>
            <p:nvGrpSpPr>
              <p:cNvPr id="24" name="组合 23">
                <a:extLst>
                  <a:ext uri="{FF2B5EF4-FFF2-40B4-BE49-F238E27FC236}">
                    <a16:creationId xmlns:a16="http://schemas.microsoft.com/office/drawing/2014/main" id="{9910F068-1519-1805-C270-40D9AD4DC485}"/>
                  </a:ext>
                </a:extLst>
              </p:cNvPr>
              <p:cNvGrpSpPr/>
              <p:nvPr/>
            </p:nvGrpSpPr>
            <p:grpSpPr>
              <a:xfrm>
                <a:off x="2814320" y="981876"/>
                <a:ext cx="5942442" cy="4419986"/>
                <a:chOff x="-705872" y="1028066"/>
                <a:chExt cx="4410266" cy="961489"/>
              </a:xfrm>
            </p:grpSpPr>
            <p:sp>
              <p:nvSpPr>
                <p:cNvPr id="26" name="矩形: 对角圆角 25">
                  <a:extLst>
                    <a:ext uri="{FF2B5EF4-FFF2-40B4-BE49-F238E27FC236}">
                      <a16:creationId xmlns:a16="http://schemas.microsoft.com/office/drawing/2014/main" id="{DE10860E-A076-4C44-1452-7927B00CABDD}"/>
                    </a:ext>
                  </a:extLst>
                </p:cNvPr>
                <p:cNvSpPr/>
                <p:nvPr/>
              </p:nvSpPr>
              <p:spPr>
                <a:xfrm>
                  <a:off x="-469673" y="1039088"/>
                  <a:ext cx="4174067" cy="950467"/>
                </a:xfrm>
                <a:prstGeom prst="round2DiagRect">
                  <a:avLst>
                    <a:gd name="adj1" fmla="val 16667"/>
                    <a:gd name="adj2" fmla="val 25972"/>
                  </a:avLst>
                </a:prstGeom>
                <a:solidFill>
                  <a:schemeClr val="bg1">
                    <a:lumMod val="95000"/>
                  </a:schemeClr>
                </a:solidFill>
                <a:ln w="381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    <a:norm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Arial"/>
                    <a:ea typeface="华文中宋"/>
                    <a:cs typeface="+mn-cs"/>
                  </a:endParaRPr>
                </a:p>
              </p:txBody>
            </p:sp>
            <p:sp>
              <p:nvSpPr>
                <p:cNvPr id="27" name="矩形: 对角圆角 26">
                  <a:extLst>
                    <a:ext uri="{FF2B5EF4-FFF2-40B4-BE49-F238E27FC236}">
                      <a16:creationId xmlns:a16="http://schemas.microsoft.com/office/drawing/2014/main" id="{041A338A-59C1-1494-CC0B-5355C83F4310}"/>
                    </a:ext>
                  </a:extLst>
                </p:cNvPr>
                <p:cNvSpPr/>
                <p:nvPr/>
              </p:nvSpPr>
              <p:spPr>
                <a:xfrm>
                  <a:off x="-705872" y="1028066"/>
                  <a:ext cx="4410266" cy="950467"/>
                </a:xfrm>
                <a:prstGeom prst="round2DiagRect">
                  <a:avLst>
                    <a:gd name="adj1" fmla="val 16667"/>
                    <a:gd name="adj2" fmla="val 27134"/>
                  </a:avLst>
                </a:prstGeom>
                <a:gradFill flip="none" rotWithShape="1">
                  <a:gsLst>
                    <a:gs pos="0">
                      <a:schemeClr val="bg1"/>
                    </a:gs>
                    <a:gs pos="100000">
                      <a:srgbClr val="042857">
                        <a:alpha val="64000"/>
                      </a:srgbClr>
                    </a:gs>
                  </a:gsLst>
                  <a:lin ang="0" scaled="1"/>
                  <a:tileRect/>
                </a:gradFill>
                <a:ln w="381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    <a:norm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9E6EC"/>
                    </a:solidFill>
                    <a:effectLst/>
                    <a:uLnTx/>
                    <a:uFillTx/>
                    <a:latin typeface="Arial"/>
                    <a:ea typeface="华文中宋"/>
                    <a:cs typeface="+mn-cs"/>
                  </a:endParaRPr>
                </a:p>
              </p:txBody>
            </p:sp>
          </p:grpSp>
          <p:sp>
            <p:nvSpPr>
              <p:cNvPr id="25" name="矩形: 对角圆角 24">
                <a:extLst>
                  <a:ext uri="{FF2B5EF4-FFF2-40B4-BE49-F238E27FC236}">
                    <a16:creationId xmlns:a16="http://schemas.microsoft.com/office/drawing/2014/main" id="{2B28A09F-7B48-F67F-833C-89A37E81A472}"/>
                  </a:ext>
                </a:extLst>
              </p:cNvPr>
              <p:cNvSpPr/>
              <p:nvPr/>
            </p:nvSpPr>
            <p:spPr>
              <a:xfrm>
                <a:off x="2353732" y="838200"/>
                <a:ext cx="6595536" cy="4792132"/>
              </a:xfrm>
              <a:prstGeom prst="round2DiagRect">
                <a:avLst>
                  <a:gd name="adj1" fmla="val 16667"/>
                  <a:gd name="adj2" fmla="val 27068"/>
                </a:avLst>
              </a:prstGeom>
              <a:noFill/>
              <a:ln w="38100">
                <a:gradFill flip="none" rotWithShape="1">
                  <a:gsLst>
                    <a:gs pos="40000">
                      <a:schemeClr val="accent1">
                        <a:lumMod val="5000"/>
                        <a:lumOff val="95000"/>
                        <a:alpha val="0"/>
                      </a:schemeClr>
                    </a:gs>
                    <a:gs pos="100000">
                      <a:srgbClr val="042857"/>
                    </a:gs>
                  </a:gsLst>
                  <a:lin ang="0" scaled="1"/>
                  <a:tileRect/>
                </a:gradFill>
                <a:prstDash val="lgDashDot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  <a:norm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E9E6EC"/>
                  </a:solidFill>
                  <a:effectLst/>
                  <a:uLnTx/>
                  <a:uFillTx/>
                  <a:latin typeface="Arial"/>
                  <a:ea typeface="华文中宋"/>
                  <a:cs typeface="+mn-cs"/>
                </a:endParaRPr>
              </a:p>
            </p:txBody>
          </p:sp>
        </p:grp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871F60C2-2017-384E-9CAF-EEFF30F3570C}"/>
                </a:ext>
              </a:extLst>
            </p:cNvPr>
            <p:cNvSpPr txBox="1"/>
            <p:nvPr/>
          </p:nvSpPr>
          <p:spPr>
            <a:xfrm>
              <a:off x="3978335" y="1772836"/>
              <a:ext cx="4231914" cy="25215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lnSpc>
                  <a:spcPct val="130000"/>
                </a:lnSpc>
                <a:spcAft>
                  <a:spcPts val="600"/>
                </a:spcAft>
              </a:pPr>
              <a:r>
                <a:rPr kumimoji="1" lang="zh-CN" alt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面向对象设计</a:t>
              </a:r>
              <a:endParaRPr kumimoji="1"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  <a:p>
              <a:pPr algn="just">
                <a:lnSpc>
                  <a:spcPct val="130000"/>
                </a:lnSpc>
                <a:spcAft>
                  <a:spcPts val="600"/>
                </a:spcAft>
              </a:pPr>
              <a:r>
                <a:rPr kumimoji="1"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①完成进程管理和内存管理模块</a:t>
              </a:r>
            </a:p>
            <a:p>
              <a:pPr algn="just">
                <a:lnSpc>
                  <a:spcPct val="130000"/>
                </a:lnSpc>
                <a:spcAft>
                  <a:spcPts val="600"/>
                </a:spcAft>
              </a:pPr>
              <a:r>
                <a:rPr kumimoji="1"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②支持线程任务的创建与调度</a:t>
              </a:r>
              <a:endParaRPr kumimoji="1"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  <a:p>
              <a:pPr algn="just">
                <a:lnSpc>
                  <a:spcPct val="130000"/>
                </a:lnSpc>
                <a:spcAft>
                  <a:spcPts val="600"/>
                </a:spcAft>
              </a:pPr>
              <a:r>
                <a:rPr kumimoji="1" lang="en-US" altLang="zh-CN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③</a:t>
              </a:r>
              <a:r>
                <a:rPr kumimoji="1"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实现底层架构无关性松耦合结构</a:t>
              </a:r>
              <a:endParaRPr kumimoji="1"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  <a:p>
              <a:pPr algn="just">
                <a:lnSpc>
                  <a:spcPct val="130000"/>
                </a:lnSpc>
                <a:spcAft>
                  <a:spcPts val="600"/>
                </a:spcAft>
              </a:pPr>
              <a:endParaRPr kumimoji="1"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  <p:sp>
        <p:nvSpPr>
          <p:cNvPr id="3" name="标题 1">
            <a:extLst>
              <a:ext uri="{FF2B5EF4-FFF2-40B4-BE49-F238E27FC236}">
                <a16:creationId xmlns:a16="http://schemas.microsoft.com/office/drawing/2014/main" id="{AE95E330-0486-151D-D344-C0227C8BC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275" y="393486"/>
            <a:ext cx="8970989" cy="663575"/>
          </a:xfrm>
        </p:spPr>
        <p:txBody>
          <a:bodyPr/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3.1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 工作总结（初赛阶段）</a:t>
            </a:r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6246EC2B-FC16-C612-754F-390EB7A87E1F}"/>
              </a:ext>
            </a:extLst>
          </p:cNvPr>
          <p:cNvGrpSpPr/>
          <p:nvPr/>
        </p:nvGrpSpPr>
        <p:grpSpPr>
          <a:xfrm>
            <a:off x="-1076474" y="4398744"/>
            <a:ext cx="8433423" cy="2673726"/>
            <a:chOff x="-1076474" y="4398744"/>
            <a:chExt cx="8433423" cy="2673726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0475E1DD-6643-930D-B92D-21C51B670B53}"/>
                </a:ext>
              </a:extLst>
            </p:cNvPr>
            <p:cNvGrpSpPr/>
            <p:nvPr/>
          </p:nvGrpSpPr>
          <p:grpSpPr>
            <a:xfrm>
              <a:off x="-1076474" y="4398744"/>
              <a:ext cx="8160667" cy="2656711"/>
              <a:chOff x="2353732" y="838200"/>
              <a:chExt cx="6595536" cy="4792132"/>
            </a:xfrm>
          </p:grpSpPr>
          <p:grpSp>
            <p:nvGrpSpPr>
              <p:cNvPr id="12" name="组合 11">
                <a:extLst>
                  <a:ext uri="{FF2B5EF4-FFF2-40B4-BE49-F238E27FC236}">
                    <a16:creationId xmlns:a16="http://schemas.microsoft.com/office/drawing/2014/main" id="{A8CB2FDC-4D14-9313-E657-BAFC1D16A910}"/>
                  </a:ext>
                </a:extLst>
              </p:cNvPr>
              <p:cNvGrpSpPr/>
              <p:nvPr/>
            </p:nvGrpSpPr>
            <p:grpSpPr>
              <a:xfrm>
                <a:off x="2814320" y="981876"/>
                <a:ext cx="5942442" cy="4419986"/>
                <a:chOff x="-705872" y="1028066"/>
                <a:chExt cx="4410266" cy="961489"/>
              </a:xfrm>
            </p:grpSpPr>
            <p:sp>
              <p:nvSpPr>
                <p:cNvPr id="15" name="矩形: 对角圆角 14">
                  <a:extLst>
                    <a:ext uri="{FF2B5EF4-FFF2-40B4-BE49-F238E27FC236}">
                      <a16:creationId xmlns:a16="http://schemas.microsoft.com/office/drawing/2014/main" id="{8AA5C017-33E5-3BFC-C831-B151AC12D7DA}"/>
                    </a:ext>
                  </a:extLst>
                </p:cNvPr>
                <p:cNvSpPr/>
                <p:nvPr/>
              </p:nvSpPr>
              <p:spPr>
                <a:xfrm>
                  <a:off x="-469673" y="1039088"/>
                  <a:ext cx="4174067" cy="950467"/>
                </a:xfrm>
                <a:prstGeom prst="round2DiagRect">
                  <a:avLst>
                    <a:gd name="adj1" fmla="val 16667"/>
                    <a:gd name="adj2" fmla="val 25972"/>
                  </a:avLst>
                </a:prstGeom>
                <a:solidFill>
                  <a:schemeClr val="bg1">
                    <a:lumMod val="95000"/>
                  </a:schemeClr>
                </a:solidFill>
                <a:ln w="381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    <a:norm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Arial"/>
                    <a:ea typeface="华文中宋"/>
                    <a:cs typeface="+mn-cs"/>
                  </a:endParaRPr>
                </a:p>
              </p:txBody>
            </p:sp>
            <p:sp>
              <p:nvSpPr>
                <p:cNvPr id="17" name="矩形: 对角圆角 16">
                  <a:extLst>
                    <a:ext uri="{FF2B5EF4-FFF2-40B4-BE49-F238E27FC236}">
                      <a16:creationId xmlns:a16="http://schemas.microsoft.com/office/drawing/2014/main" id="{948069C4-D9F5-9EAF-1FD1-A1D027A78DD5}"/>
                    </a:ext>
                  </a:extLst>
                </p:cNvPr>
                <p:cNvSpPr/>
                <p:nvPr/>
              </p:nvSpPr>
              <p:spPr>
                <a:xfrm>
                  <a:off x="-705872" y="1028066"/>
                  <a:ext cx="4410266" cy="950467"/>
                </a:xfrm>
                <a:prstGeom prst="round2DiagRect">
                  <a:avLst>
                    <a:gd name="adj1" fmla="val 16667"/>
                    <a:gd name="adj2" fmla="val 27134"/>
                  </a:avLst>
                </a:prstGeom>
                <a:gradFill flip="none" rotWithShape="1">
                  <a:gsLst>
                    <a:gs pos="0">
                      <a:schemeClr val="bg1"/>
                    </a:gs>
                    <a:gs pos="100000">
                      <a:srgbClr val="042857">
                        <a:alpha val="64000"/>
                      </a:srgbClr>
                    </a:gs>
                  </a:gsLst>
                  <a:lin ang="0" scaled="1"/>
                  <a:tileRect/>
                </a:gradFill>
                <a:ln w="381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    <a:norm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9E6EC"/>
                    </a:solidFill>
                    <a:effectLst/>
                    <a:uLnTx/>
                    <a:uFillTx/>
                    <a:latin typeface="Arial"/>
                    <a:ea typeface="华文中宋"/>
                    <a:cs typeface="+mn-cs"/>
                  </a:endParaRPr>
                </a:p>
              </p:txBody>
            </p:sp>
          </p:grpSp>
          <p:sp>
            <p:nvSpPr>
              <p:cNvPr id="13" name="矩形: 对角圆角 12">
                <a:extLst>
                  <a:ext uri="{FF2B5EF4-FFF2-40B4-BE49-F238E27FC236}">
                    <a16:creationId xmlns:a16="http://schemas.microsoft.com/office/drawing/2014/main" id="{EF939225-650D-4B19-4295-070D153F7B1D}"/>
                  </a:ext>
                </a:extLst>
              </p:cNvPr>
              <p:cNvSpPr/>
              <p:nvPr/>
            </p:nvSpPr>
            <p:spPr>
              <a:xfrm>
                <a:off x="2353732" y="838200"/>
                <a:ext cx="6595536" cy="4792132"/>
              </a:xfrm>
              <a:prstGeom prst="round2DiagRect">
                <a:avLst>
                  <a:gd name="adj1" fmla="val 16667"/>
                  <a:gd name="adj2" fmla="val 27068"/>
                </a:avLst>
              </a:prstGeom>
              <a:noFill/>
              <a:ln w="38100">
                <a:gradFill flip="none" rotWithShape="1">
                  <a:gsLst>
                    <a:gs pos="40000">
                      <a:schemeClr val="accent1">
                        <a:lumMod val="5000"/>
                        <a:lumOff val="95000"/>
                        <a:alpha val="0"/>
                      </a:schemeClr>
                    </a:gs>
                    <a:gs pos="100000">
                      <a:srgbClr val="042857"/>
                    </a:gs>
                  </a:gsLst>
                  <a:lin ang="0" scaled="1"/>
                  <a:tileRect/>
                </a:gradFill>
                <a:prstDash val="lgDashDot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  <a:norm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E9E6EC"/>
                  </a:solidFill>
                  <a:effectLst/>
                  <a:uLnTx/>
                  <a:uFillTx/>
                  <a:latin typeface="Arial"/>
                  <a:ea typeface="华文中宋"/>
                  <a:cs typeface="+mn-cs"/>
                </a:endParaRPr>
              </a:p>
            </p:txBody>
          </p:sp>
        </p:grp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B665566F-8729-22AC-A7C4-6FAB7AB272B2}"/>
                </a:ext>
              </a:extLst>
            </p:cNvPr>
            <p:cNvSpPr txBox="1"/>
            <p:nvPr/>
          </p:nvSpPr>
          <p:spPr>
            <a:xfrm>
              <a:off x="3718895" y="5027936"/>
              <a:ext cx="3638054" cy="204453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lnSpc>
                  <a:spcPct val="130000"/>
                </a:lnSpc>
                <a:spcAft>
                  <a:spcPts val="600"/>
                </a:spcAft>
              </a:pPr>
              <a:r>
                <a:rPr kumimoji="1" lang="zh-CN" alt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虚拟文件系统</a:t>
              </a:r>
              <a:endParaRPr kumimoji="1"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  <a:p>
              <a:pPr algn="just">
                <a:lnSpc>
                  <a:spcPct val="130000"/>
                </a:lnSpc>
                <a:spcAft>
                  <a:spcPts val="600"/>
                </a:spcAft>
              </a:pPr>
              <a:r>
                <a:rPr kumimoji="1"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①支持</a:t>
              </a:r>
              <a:r>
                <a:rPr kumimoji="1" lang="en-US" altLang="zh-CN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EXT4</a:t>
              </a:r>
              <a:r>
                <a:rPr kumimoji="1"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与</a:t>
              </a:r>
              <a:r>
                <a:rPr kumimoji="1" lang="en-US" altLang="zh-CN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FAT32</a:t>
              </a:r>
            </a:p>
            <a:p>
              <a:pPr algn="just">
                <a:lnSpc>
                  <a:spcPct val="130000"/>
                </a:lnSpc>
                <a:spcAft>
                  <a:spcPts val="600"/>
                </a:spcAft>
              </a:pPr>
              <a:r>
                <a:rPr kumimoji="1"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②支持</a:t>
              </a:r>
              <a:r>
                <a:rPr kumimoji="1" lang="en-US" altLang="zh-CN" sz="20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sdcard</a:t>
              </a:r>
              <a:r>
                <a:rPr kumimoji="1"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驱动</a:t>
              </a:r>
              <a:endParaRPr kumimoji="1"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  <a:p>
              <a:pPr algn="just">
                <a:lnSpc>
                  <a:spcPct val="130000"/>
                </a:lnSpc>
                <a:spcAft>
                  <a:spcPts val="600"/>
                </a:spcAft>
              </a:pPr>
              <a:endParaRPr kumimoji="1"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946987FF-8194-102B-D09F-58E96DA8AB82}"/>
              </a:ext>
            </a:extLst>
          </p:cNvPr>
          <p:cNvGrpSpPr/>
          <p:nvPr/>
        </p:nvGrpSpPr>
        <p:grpSpPr>
          <a:xfrm>
            <a:off x="-2862917" y="1237277"/>
            <a:ext cx="6595536" cy="4129384"/>
            <a:chOff x="-2862917" y="1237277"/>
            <a:chExt cx="6595536" cy="4129384"/>
          </a:xfrm>
        </p:grpSpPr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92758D67-CAA6-7F8B-E752-0C1C6FD753A6}"/>
                </a:ext>
              </a:extLst>
            </p:cNvPr>
            <p:cNvGrpSpPr/>
            <p:nvPr/>
          </p:nvGrpSpPr>
          <p:grpSpPr>
            <a:xfrm>
              <a:off x="-2862917" y="1237277"/>
              <a:ext cx="6595536" cy="4129384"/>
              <a:chOff x="2353732" y="838200"/>
              <a:chExt cx="6595536" cy="4792132"/>
            </a:xfrm>
          </p:grpSpPr>
          <p:grpSp>
            <p:nvGrpSpPr>
              <p:cNvPr id="4" name="组合 3">
                <a:extLst>
                  <a:ext uri="{FF2B5EF4-FFF2-40B4-BE49-F238E27FC236}">
                    <a16:creationId xmlns:a16="http://schemas.microsoft.com/office/drawing/2014/main" id="{24BA7897-5614-4FB9-D180-D3F8AB20D1C5}"/>
                  </a:ext>
                </a:extLst>
              </p:cNvPr>
              <p:cNvGrpSpPr/>
              <p:nvPr/>
            </p:nvGrpSpPr>
            <p:grpSpPr>
              <a:xfrm>
                <a:off x="2814320" y="981876"/>
                <a:ext cx="5942442" cy="4419986"/>
                <a:chOff x="-705872" y="1028066"/>
                <a:chExt cx="4410266" cy="961489"/>
              </a:xfrm>
            </p:grpSpPr>
            <p:sp>
              <p:nvSpPr>
                <p:cNvPr id="7" name="矩形: 对角圆角 6">
                  <a:extLst>
                    <a:ext uri="{FF2B5EF4-FFF2-40B4-BE49-F238E27FC236}">
                      <a16:creationId xmlns:a16="http://schemas.microsoft.com/office/drawing/2014/main" id="{4984C049-1437-8C0B-97EA-E88CF3FDDF90}"/>
                    </a:ext>
                  </a:extLst>
                </p:cNvPr>
                <p:cNvSpPr/>
                <p:nvPr/>
              </p:nvSpPr>
              <p:spPr>
                <a:xfrm>
                  <a:off x="-469673" y="1039088"/>
                  <a:ext cx="4174067" cy="950467"/>
                </a:xfrm>
                <a:prstGeom prst="round2DiagRect">
                  <a:avLst>
                    <a:gd name="adj1" fmla="val 16667"/>
                    <a:gd name="adj2" fmla="val 25972"/>
                  </a:avLst>
                </a:prstGeom>
                <a:solidFill>
                  <a:schemeClr val="bg1">
                    <a:lumMod val="95000"/>
                  </a:schemeClr>
                </a:solidFill>
                <a:ln w="381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    <a:norm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Arial"/>
                    <a:ea typeface="华文中宋"/>
                    <a:cs typeface="+mn-cs"/>
                  </a:endParaRPr>
                </a:p>
              </p:txBody>
            </p:sp>
            <p:sp>
              <p:nvSpPr>
                <p:cNvPr id="9" name="矩形: 对角圆角 8">
                  <a:extLst>
                    <a:ext uri="{FF2B5EF4-FFF2-40B4-BE49-F238E27FC236}">
                      <a16:creationId xmlns:a16="http://schemas.microsoft.com/office/drawing/2014/main" id="{45C86951-6E00-73F9-03A7-DF320FC28F7F}"/>
                    </a:ext>
                  </a:extLst>
                </p:cNvPr>
                <p:cNvSpPr/>
                <p:nvPr/>
              </p:nvSpPr>
              <p:spPr>
                <a:xfrm>
                  <a:off x="-705872" y="1028066"/>
                  <a:ext cx="4410266" cy="950467"/>
                </a:xfrm>
                <a:prstGeom prst="round2DiagRect">
                  <a:avLst>
                    <a:gd name="adj1" fmla="val 16667"/>
                    <a:gd name="adj2" fmla="val 27134"/>
                  </a:avLst>
                </a:prstGeom>
                <a:gradFill flip="none" rotWithShape="1">
                  <a:gsLst>
                    <a:gs pos="0">
                      <a:schemeClr val="bg1"/>
                    </a:gs>
                    <a:gs pos="100000">
                      <a:srgbClr val="042857">
                        <a:alpha val="64000"/>
                      </a:srgbClr>
                    </a:gs>
                  </a:gsLst>
                  <a:lin ang="0" scaled="1"/>
                  <a:tileRect/>
                </a:gradFill>
                <a:ln w="381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    <a:norm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9E6EC"/>
                    </a:solidFill>
                    <a:effectLst/>
                    <a:uLnTx/>
                    <a:uFillTx/>
                    <a:latin typeface="Arial"/>
                    <a:ea typeface="华文中宋"/>
                    <a:cs typeface="+mn-cs"/>
                  </a:endParaRPr>
                </a:p>
              </p:txBody>
            </p:sp>
          </p:grpSp>
          <p:sp>
            <p:nvSpPr>
              <p:cNvPr id="6" name="矩形: 对角圆角 5">
                <a:extLst>
                  <a:ext uri="{FF2B5EF4-FFF2-40B4-BE49-F238E27FC236}">
                    <a16:creationId xmlns:a16="http://schemas.microsoft.com/office/drawing/2014/main" id="{E74A49E0-C1DD-67E7-72A6-A9B44A19F43E}"/>
                  </a:ext>
                </a:extLst>
              </p:cNvPr>
              <p:cNvSpPr/>
              <p:nvPr/>
            </p:nvSpPr>
            <p:spPr>
              <a:xfrm>
                <a:off x="2353732" y="838200"/>
                <a:ext cx="6595536" cy="4792132"/>
              </a:xfrm>
              <a:prstGeom prst="round2DiagRect">
                <a:avLst>
                  <a:gd name="adj1" fmla="val 16667"/>
                  <a:gd name="adj2" fmla="val 27068"/>
                </a:avLst>
              </a:prstGeom>
              <a:noFill/>
              <a:ln w="38100">
                <a:gradFill flip="none" rotWithShape="1">
                  <a:gsLst>
                    <a:gs pos="40000">
                      <a:schemeClr val="accent1">
                        <a:lumMod val="5000"/>
                        <a:lumOff val="95000"/>
                        <a:alpha val="0"/>
                      </a:schemeClr>
                    </a:gs>
                    <a:gs pos="100000">
                      <a:srgbClr val="042857"/>
                    </a:gs>
                  </a:gsLst>
                  <a:lin ang="0" scaled="1"/>
                  <a:tileRect/>
                </a:gradFill>
                <a:prstDash val="lgDashDot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  <a:norm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E9E6EC"/>
                  </a:solidFill>
                  <a:effectLst/>
                  <a:uLnTx/>
                  <a:uFillTx/>
                  <a:latin typeface="Arial"/>
                  <a:ea typeface="华文中宋"/>
                  <a:cs typeface="+mn-cs"/>
                </a:endParaRPr>
              </a:p>
            </p:txBody>
          </p:sp>
        </p:grp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1883A1DF-1AFE-5674-7C59-6F43687D387E}"/>
                </a:ext>
              </a:extLst>
            </p:cNvPr>
            <p:cNvSpPr txBox="1"/>
            <p:nvPr/>
          </p:nvSpPr>
          <p:spPr>
            <a:xfrm>
              <a:off x="349954" y="1491339"/>
              <a:ext cx="2370654" cy="3038992"/>
            </a:xfrm>
            <a:prstGeom prst="rect">
              <a:avLst/>
            </a:prstGeom>
            <a:noFill/>
          </p:spPr>
          <p:txBody>
            <a:bodyPr wrap="square" lIns="180000" tIns="180000" rIns="180000" bIns="180000" rtlCol="0">
              <a:spAutoFit/>
            </a:bodyPr>
            <a:lstStyle/>
            <a:p>
              <a:pPr algn="just">
                <a:lnSpc>
                  <a:spcPct val="130000"/>
                </a:lnSpc>
                <a:spcAft>
                  <a:spcPts val="600"/>
                </a:spcAft>
              </a:pPr>
              <a:r>
                <a:rPr kumimoji="1" lang="zh-CN" alt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双架构驱动</a:t>
              </a:r>
              <a:endParaRPr kumimoji="1"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  <a:p>
              <a:pPr algn="just">
                <a:lnSpc>
                  <a:spcPct val="130000"/>
                </a:lnSpc>
                <a:spcAft>
                  <a:spcPts val="600"/>
                </a:spcAft>
              </a:pPr>
              <a:r>
                <a:rPr kumimoji="1"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①</a:t>
              </a:r>
              <a:r>
                <a:rPr kumimoji="1" lang="en-US" altLang="zh-CN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RISC-V</a:t>
              </a:r>
              <a:r>
                <a:rPr kumimoji="1"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，</a:t>
              </a:r>
              <a:r>
                <a:rPr kumimoji="1" lang="en-US" altLang="zh-CN" sz="20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LoongArch</a:t>
              </a:r>
              <a:r>
                <a:rPr kumimoji="1"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的硬件抽象驱动</a:t>
              </a:r>
              <a:endParaRPr kumimoji="1"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  <a:p>
              <a:pPr algn="just">
                <a:lnSpc>
                  <a:spcPct val="130000"/>
                </a:lnSpc>
                <a:spcAft>
                  <a:spcPts val="600"/>
                </a:spcAft>
              </a:pPr>
              <a:r>
                <a:rPr kumimoji="1"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②完成合逻辑的中断处理程序。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60459C23-DE50-295B-8FD4-01601585226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727494" y="-2476970"/>
            <a:ext cx="6711710" cy="6858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D409904-1BBD-8711-D3FE-15BCAB8F57A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Cement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9989" y="4454008"/>
            <a:ext cx="3974357" cy="2446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1769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2B289-C1A9-7371-B803-5F5C1A67E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B0267303-4CC8-F3B9-A805-359BD849A48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3179264" y="-2589648"/>
            <a:ext cx="6711710" cy="6858000"/>
          </a:xfrm>
          <a:prstGeom prst="rect">
            <a:avLst/>
          </a:prstGeom>
        </p:spPr>
      </p:pic>
      <p:grpSp>
        <p:nvGrpSpPr>
          <p:cNvPr id="27" name="组合 26">
            <a:extLst>
              <a:ext uri="{FF2B5EF4-FFF2-40B4-BE49-F238E27FC236}">
                <a16:creationId xmlns:a16="http://schemas.microsoft.com/office/drawing/2014/main" id="{4E7D51CF-889C-1208-BA45-AB79B95BF5F3}"/>
              </a:ext>
            </a:extLst>
          </p:cNvPr>
          <p:cNvGrpSpPr/>
          <p:nvPr/>
        </p:nvGrpSpPr>
        <p:grpSpPr>
          <a:xfrm>
            <a:off x="3682754" y="785526"/>
            <a:ext cx="11622947" cy="7494874"/>
            <a:chOff x="-1035586" y="4392143"/>
            <a:chExt cx="8160667" cy="2656711"/>
          </a:xfrm>
        </p:grpSpPr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F8B48AC4-017F-097E-892A-1C5762A69604}"/>
                </a:ext>
              </a:extLst>
            </p:cNvPr>
            <p:cNvGrpSpPr/>
            <p:nvPr/>
          </p:nvGrpSpPr>
          <p:grpSpPr>
            <a:xfrm>
              <a:off x="-1035586" y="4392143"/>
              <a:ext cx="8160667" cy="2656711"/>
              <a:chOff x="2386778" y="826293"/>
              <a:chExt cx="6595536" cy="4792132"/>
            </a:xfrm>
          </p:grpSpPr>
          <p:grpSp>
            <p:nvGrpSpPr>
              <p:cNvPr id="30" name="组合 29">
                <a:extLst>
                  <a:ext uri="{FF2B5EF4-FFF2-40B4-BE49-F238E27FC236}">
                    <a16:creationId xmlns:a16="http://schemas.microsoft.com/office/drawing/2014/main" id="{766E5283-AFC5-FFFF-3FE5-CF0CC2CB3E42}"/>
                  </a:ext>
                </a:extLst>
              </p:cNvPr>
              <p:cNvGrpSpPr/>
              <p:nvPr/>
            </p:nvGrpSpPr>
            <p:grpSpPr>
              <a:xfrm>
                <a:off x="2820664" y="1029976"/>
                <a:ext cx="5942442" cy="4371888"/>
                <a:chOff x="-701164" y="1038529"/>
                <a:chExt cx="4410266" cy="951026"/>
              </a:xfrm>
            </p:grpSpPr>
            <p:sp>
              <p:nvSpPr>
                <p:cNvPr id="32" name="矩形: 对角圆角 31">
                  <a:extLst>
                    <a:ext uri="{FF2B5EF4-FFF2-40B4-BE49-F238E27FC236}">
                      <a16:creationId xmlns:a16="http://schemas.microsoft.com/office/drawing/2014/main" id="{F15D10E9-217A-ECCD-295B-B165399FD563}"/>
                    </a:ext>
                  </a:extLst>
                </p:cNvPr>
                <p:cNvSpPr/>
                <p:nvPr/>
              </p:nvSpPr>
              <p:spPr>
                <a:xfrm>
                  <a:off x="-469673" y="1039088"/>
                  <a:ext cx="4174067" cy="950467"/>
                </a:xfrm>
                <a:prstGeom prst="round2DiagRect">
                  <a:avLst>
                    <a:gd name="adj1" fmla="val 16667"/>
                    <a:gd name="adj2" fmla="val 25972"/>
                  </a:avLst>
                </a:prstGeom>
                <a:solidFill>
                  <a:schemeClr val="bg1">
                    <a:lumMod val="95000"/>
                  </a:schemeClr>
                </a:solidFill>
                <a:ln w="381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    <a:norm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Arial"/>
                    <a:ea typeface="华文中宋"/>
                    <a:cs typeface="+mn-cs"/>
                  </a:endParaRPr>
                </a:p>
              </p:txBody>
            </p:sp>
            <p:sp>
              <p:nvSpPr>
                <p:cNvPr id="33" name="矩形: 对角圆角 32">
                  <a:extLst>
                    <a:ext uri="{FF2B5EF4-FFF2-40B4-BE49-F238E27FC236}">
                      <a16:creationId xmlns:a16="http://schemas.microsoft.com/office/drawing/2014/main" id="{3B93F81B-62BB-AD91-1975-22BBFFF75115}"/>
                    </a:ext>
                  </a:extLst>
                </p:cNvPr>
                <p:cNvSpPr/>
                <p:nvPr/>
              </p:nvSpPr>
              <p:spPr>
                <a:xfrm>
                  <a:off x="-701164" y="1038529"/>
                  <a:ext cx="4410266" cy="950467"/>
                </a:xfrm>
                <a:prstGeom prst="round2DiagRect">
                  <a:avLst>
                    <a:gd name="adj1" fmla="val 16667"/>
                    <a:gd name="adj2" fmla="val 27134"/>
                  </a:avLst>
                </a:prstGeom>
                <a:gradFill flip="none" rotWithShape="1">
                  <a:gsLst>
                    <a:gs pos="0">
                      <a:schemeClr val="bg1"/>
                    </a:gs>
                    <a:gs pos="100000">
                      <a:srgbClr val="042857">
                        <a:alpha val="64000"/>
                      </a:srgbClr>
                    </a:gs>
                  </a:gsLst>
                  <a:lin ang="0" scaled="1"/>
                  <a:tileRect/>
                </a:gradFill>
                <a:ln w="381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    <a:norm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9E6EC"/>
                    </a:solidFill>
                    <a:effectLst/>
                    <a:uLnTx/>
                    <a:uFillTx/>
                    <a:latin typeface="Arial"/>
                    <a:ea typeface="华文中宋"/>
                    <a:cs typeface="+mn-cs"/>
                  </a:endParaRPr>
                </a:p>
              </p:txBody>
            </p:sp>
          </p:grpSp>
          <p:sp>
            <p:nvSpPr>
              <p:cNvPr id="31" name="矩形: 对角圆角 30">
                <a:extLst>
                  <a:ext uri="{FF2B5EF4-FFF2-40B4-BE49-F238E27FC236}">
                    <a16:creationId xmlns:a16="http://schemas.microsoft.com/office/drawing/2014/main" id="{0A4ABF33-83B0-2173-242B-115EDAA049EA}"/>
                  </a:ext>
                </a:extLst>
              </p:cNvPr>
              <p:cNvSpPr/>
              <p:nvPr/>
            </p:nvSpPr>
            <p:spPr>
              <a:xfrm>
                <a:off x="2386778" y="826293"/>
                <a:ext cx="6595536" cy="4792132"/>
              </a:xfrm>
              <a:prstGeom prst="round2DiagRect">
                <a:avLst>
                  <a:gd name="adj1" fmla="val 16667"/>
                  <a:gd name="adj2" fmla="val 27068"/>
                </a:avLst>
              </a:prstGeom>
              <a:noFill/>
              <a:ln w="38100">
                <a:gradFill flip="none" rotWithShape="1">
                  <a:gsLst>
                    <a:gs pos="40000">
                      <a:schemeClr val="accent1">
                        <a:lumMod val="5000"/>
                        <a:lumOff val="95000"/>
                        <a:alpha val="0"/>
                      </a:schemeClr>
                    </a:gs>
                    <a:gs pos="100000">
                      <a:srgbClr val="042857"/>
                    </a:gs>
                  </a:gsLst>
                  <a:lin ang="0" scaled="1"/>
                  <a:tileRect/>
                </a:gradFill>
                <a:prstDash val="lgDashDot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  <a:norm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E9E6EC"/>
                  </a:solidFill>
                  <a:effectLst/>
                  <a:uLnTx/>
                  <a:uFillTx/>
                  <a:latin typeface="Arial"/>
                  <a:ea typeface="华文中宋"/>
                  <a:cs typeface="+mn-cs"/>
                </a:endParaRPr>
              </a:p>
            </p:txBody>
          </p:sp>
        </p:grp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544F6926-4048-144F-3EC6-338C82F1EC84}"/>
                </a:ext>
              </a:extLst>
            </p:cNvPr>
            <p:cNvSpPr txBox="1"/>
            <p:nvPr/>
          </p:nvSpPr>
          <p:spPr>
            <a:xfrm>
              <a:off x="1055906" y="4561375"/>
              <a:ext cx="3638054" cy="7247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lnSpc>
                  <a:spcPct val="130000"/>
                </a:lnSpc>
                <a:spcAft>
                  <a:spcPts val="600"/>
                </a:spcAft>
              </a:pPr>
              <a:r>
                <a:rPr kumimoji="1" lang="zh-CN" alt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进程间通信</a:t>
              </a:r>
              <a:endParaRPr kumimoji="1"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  <a:p>
              <a:pPr algn="just">
                <a:lnSpc>
                  <a:spcPct val="130000"/>
                </a:lnSpc>
                <a:spcAft>
                  <a:spcPts val="600"/>
                </a:spcAft>
              </a:pPr>
              <a:r>
                <a:rPr kumimoji="1"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①构建更完善的进程间通信</a:t>
              </a:r>
              <a:endParaRPr kumimoji="1"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  <a:p>
              <a:pPr algn="just">
                <a:lnSpc>
                  <a:spcPct val="130000"/>
                </a:lnSpc>
                <a:spcAft>
                  <a:spcPts val="600"/>
                </a:spcAft>
              </a:pPr>
              <a:r>
                <a:rPr kumimoji="1"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②支持</a:t>
              </a:r>
              <a:r>
                <a:rPr kumimoji="1" lang="en-US" altLang="zh-CN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socket\pipe\</a:t>
              </a:r>
              <a:r>
                <a:rPr kumimoji="1" lang="en-US" altLang="zh-CN" sz="20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shm</a:t>
              </a:r>
              <a:r>
                <a:rPr kumimoji="1" lang="en-US" altLang="zh-CN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\signal</a:t>
              </a:r>
            </a:p>
            <a:p>
              <a:pPr algn="just">
                <a:lnSpc>
                  <a:spcPct val="130000"/>
                </a:lnSpc>
                <a:spcAft>
                  <a:spcPts val="600"/>
                </a:spcAft>
              </a:pPr>
              <a:r>
                <a:rPr kumimoji="1" lang="en-US" altLang="zh-CN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\</a:t>
              </a:r>
              <a:r>
                <a:rPr kumimoji="1" lang="en-US" altLang="zh-CN" sz="20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memfd</a:t>
              </a:r>
              <a:r>
                <a:rPr kumimoji="1"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等机制</a:t>
              </a:r>
              <a:endParaRPr kumimoji="1"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  <p:sp>
        <p:nvSpPr>
          <p:cNvPr id="3" name="标题 1">
            <a:extLst>
              <a:ext uri="{FF2B5EF4-FFF2-40B4-BE49-F238E27FC236}">
                <a16:creationId xmlns:a16="http://schemas.microsoft.com/office/drawing/2014/main" id="{F1BEB9D4-F6B0-764D-B2A9-4238E1803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275" y="393486"/>
            <a:ext cx="8970989" cy="663575"/>
          </a:xfrm>
        </p:spPr>
        <p:txBody>
          <a:bodyPr/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3.1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 工作重点（决赛阶段）</a:t>
            </a:r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3905B62C-5608-4E28-FF5E-48C6875C6160}"/>
              </a:ext>
            </a:extLst>
          </p:cNvPr>
          <p:cNvGrpSpPr/>
          <p:nvPr/>
        </p:nvGrpSpPr>
        <p:grpSpPr>
          <a:xfrm>
            <a:off x="-674810" y="2543024"/>
            <a:ext cx="7633499" cy="5111447"/>
            <a:chOff x="-636710" y="2555724"/>
            <a:chExt cx="7633499" cy="5111447"/>
          </a:xfrm>
        </p:grpSpPr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1E421D1C-1F32-CDDF-B086-393961D1E070}"/>
                </a:ext>
              </a:extLst>
            </p:cNvPr>
            <p:cNvGrpSpPr/>
            <p:nvPr/>
          </p:nvGrpSpPr>
          <p:grpSpPr>
            <a:xfrm>
              <a:off x="-636710" y="2555724"/>
              <a:ext cx="7604274" cy="5111447"/>
              <a:chOff x="-1035586" y="4392143"/>
              <a:chExt cx="8160667" cy="2656711"/>
            </a:xfrm>
          </p:grpSpPr>
          <p:grpSp>
            <p:nvGrpSpPr>
              <p:cNvPr id="4" name="组合 3">
                <a:extLst>
                  <a:ext uri="{FF2B5EF4-FFF2-40B4-BE49-F238E27FC236}">
                    <a16:creationId xmlns:a16="http://schemas.microsoft.com/office/drawing/2014/main" id="{7DE5BC46-2BA4-4FAE-5699-0044B2AAC890}"/>
                  </a:ext>
                </a:extLst>
              </p:cNvPr>
              <p:cNvGrpSpPr/>
              <p:nvPr/>
            </p:nvGrpSpPr>
            <p:grpSpPr>
              <a:xfrm>
                <a:off x="-1035586" y="4392143"/>
                <a:ext cx="8160667" cy="2656711"/>
                <a:chOff x="2386778" y="826293"/>
                <a:chExt cx="6595536" cy="4792132"/>
              </a:xfrm>
            </p:grpSpPr>
            <p:grpSp>
              <p:nvGrpSpPr>
                <p:cNvPr id="6" name="组合 5">
                  <a:extLst>
                    <a:ext uri="{FF2B5EF4-FFF2-40B4-BE49-F238E27FC236}">
                      <a16:creationId xmlns:a16="http://schemas.microsoft.com/office/drawing/2014/main" id="{DBEB6706-3CBC-FE2B-15A3-187ED42F46B6}"/>
                    </a:ext>
                  </a:extLst>
                </p:cNvPr>
                <p:cNvGrpSpPr/>
                <p:nvPr/>
              </p:nvGrpSpPr>
              <p:grpSpPr>
                <a:xfrm>
                  <a:off x="2814320" y="1032545"/>
                  <a:ext cx="5942442" cy="4369318"/>
                  <a:chOff x="-705872" y="1039088"/>
                  <a:chExt cx="4410266" cy="950467"/>
                </a:xfrm>
              </p:grpSpPr>
              <p:sp>
                <p:nvSpPr>
                  <p:cNvPr id="9" name="矩形: 对角圆角 8">
                    <a:extLst>
                      <a:ext uri="{FF2B5EF4-FFF2-40B4-BE49-F238E27FC236}">
                        <a16:creationId xmlns:a16="http://schemas.microsoft.com/office/drawing/2014/main" id="{950FB951-14AD-0D56-1A70-B45733866C8D}"/>
                      </a:ext>
                    </a:extLst>
                  </p:cNvPr>
                  <p:cNvSpPr/>
                  <p:nvPr/>
                </p:nvSpPr>
                <p:spPr>
                  <a:xfrm>
                    <a:off x="-469673" y="1039088"/>
                    <a:ext cx="4174067" cy="950467"/>
                  </a:xfrm>
                  <a:prstGeom prst="round2DiagRect">
                    <a:avLst>
                      <a:gd name="adj1" fmla="val 16667"/>
                      <a:gd name="adj2" fmla="val 25972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 w="381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      <a:norm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3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effectLst/>
                      <a:uLnTx/>
                      <a:uFillTx/>
                      <a:latin typeface="Arial"/>
                      <a:ea typeface="华文中宋"/>
                      <a:cs typeface="+mn-cs"/>
                    </a:endParaRPr>
                  </a:p>
                </p:txBody>
              </p:sp>
              <p:sp>
                <p:nvSpPr>
                  <p:cNvPr id="10" name="矩形: 对角圆角 9">
                    <a:extLst>
                      <a:ext uri="{FF2B5EF4-FFF2-40B4-BE49-F238E27FC236}">
                        <a16:creationId xmlns:a16="http://schemas.microsoft.com/office/drawing/2014/main" id="{69259529-DA94-7DB5-3327-B39502E9B6A1}"/>
                      </a:ext>
                    </a:extLst>
                  </p:cNvPr>
                  <p:cNvSpPr/>
                  <p:nvPr/>
                </p:nvSpPr>
                <p:spPr>
                  <a:xfrm>
                    <a:off x="-705872" y="1039088"/>
                    <a:ext cx="4410266" cy="950467"/>
                  </a:xfrm>
                  <a:prstGeom prst="round2DiagRect">
                    <a:avLst>
                      <a:gd name="adj1" fmla="val 16667"/>
                      <a:gd name="adj2" fmla="val 27134"/>
                    </a:avLst>
                  </a:prstGeom>
                  <a:gradFill flip="none" rotWithShape="1">
                    <a:gsLst>
                      <a:gs pos="0">
                        <a:schemeClr val="bg1"/>
                      </a:gs>
                      <a:gs pos="100000">
                        <a:srgbClr val="042857">
                          <a:alpha val="64000"/>
                        </a:srgbClr>
                      </a:gs>
                    </a:gsLst>
                    <a:lin ang="0" scaled="1"/>
                    <a:tileRect/>
                  </a:gradFill>
                  <a:ln w="381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      <a:norm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3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E9E6EC"/>
                      </a:solidFill>
                      <a:effectLst/>
                      <a:uLnTx/>
                      <a:uFillTx/>
                      <a:latin typeface="Arial"/>
                      <a:ea typeface="华文中宋"/>
                      <a:cs typeface="+mn-cs"/>
                    </a:endParaRPr>
                  </a:p>
                </p:txBody>
              </p:sp>
            </p:grpSp>
            <p:sp>
              <p:nvSpPr>
                <p:cNvPr id="7" name="矩形: 对角圆角 6">
                  <a:extLst>
                    <a:ext uri="{FF2B5EF4-FFF2-40B4-BE49-F238E27FC236}">
                      <a16:creationId xmlns:a16="http://schemas.microsoft.com/office/drawing/2014/main" id="{C3D7DA96-EBF5-9BE5-C4BC-2AF441BD4E4F}"/>
                    </a:ext>
                  </a:extLst>
                </p:cNvPr>
                <p:cNvSpPr/>
                <p:nvPr/>
              </p:nvSpPr>
              <p:spPr>
                <a:xfrm>
                  <a:off x="2386778" y="826293"/>
                  <a:ext cx="6595536" cy="4792132"/>
                </a:xfrm>
                <a:prstGeom prst="round2DiagRect">
                  <a:avLst>
                    <a:gd name="adj1" fmla="val 16667"/>
                    <a:gd name="adj2" fmla="val 27068"/>
                  </a:avLst>
                </a:prstGeom>
                <a:noFill/>
                <a:ln w="38100">
                  <a:gradFill flip="none" rotWithShape="1">
                    <a:gsLst>
                      <a:gs pos="40000">
                        <a:schemeClr val="accent1">
                          <a:lumMod val="5000"/>
                          <a:lumOff val="95000"/>
                          <a:alpha val="0"/>
                        </a:schemeClr>
                      </a:gs>
                      <a:gs pos="100000">
                        <a:srgbClr val="042857"/>
                      </a:gs>
                    </a:gsLst>
                    <a:lin ang="0" scaled="1"/>
                    <a:tileRect/>
                  </a:gradFill>
                  <a:prstDash val="lgDashDot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    <a:norm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9E6EC"/>
                    </a:solidFill>
                    <a:effectLst/>
                    <a:uLnTx/>
                    <a:uFillTx/>
                    <a:latin typeface="Arial"/>
                    <a:ea typeface="华文中宋"/>
                    <a:cs typeface="+mn-cs"/>
                  </a:endParaRPr>
                </a:p>
              </p:txBody>
            </p:sp>
          </p:grpSp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E7A181C-62AD-29EA-4424-DE94845B0CE8}"/>
                  </a:ext>
                </a:extLst>
              </p:cNvPr>
              <p:cNvSpPr txBox="1"/>
              <p:nvPr/>
            </p:nvSpPr>
            <p:spPr>
              <a:xfrm>
                <a:off x="166130" y="4780949"/>
                <a:ext cx="3638054" cy="12706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30000"/>
                  </a:lnSpc>
                  <a:spcAft>
                    <a:spcPts val="600"/>
                  </a:spcAft>
                </a:pPr>
                <a:r>
                  <a:rPr kumimoji="1" lang="zh-CN" altLang="en-US" sz="2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重构内存布局</a:t>
                </a:r>
                <a:endParaRPr kumimoji="1" lang="en-US" altLang="zh-CN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algn="just">
                  <a:lnSpc>
                    <a:spcPct val="130000"/>
                  </a:lnSpc>
                  <a:spcAft>
                    <a:spcPts val="600"/>
                  </a:spcAft>
                </a:pPr>
                <a:r>
                  <a:rPr kumimoji="1" lang="zh-CN" alt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①添加共享内存区域</a:t>
                </a:r>
                <a:endParaRPr kumimoji="1" lang="en-US" altLang="zh-CN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algn="just">
                  <a:lnSpc>
                    <a:spcPct val="130000"/>
                  </a:lnSpc>
                  <a:spcAft>
                    <a:spcPts val="600"/>
                  </a:spcAft>
                </a:pPr>
                <a:r>
                  <a:rPr kumimoji="1" lang="zh-CN" alt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②使用独立内存管理器规划进程地址空间</a:t>
                </a:r>
                <a:endParaRPr kumimoji="1" lang="en-US" altLang="zh-CN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algn="just">
                  <a:lnSpc>
                    <a:spcPct val="130000"/>
                  </a:lnSpc>
                  <a:spcAft>
                    <a:spcPts val="600"/>
                  </a:spcAft>
                </a:pPr>
                <a:endParaRPr kumimoji="1" lang="en-US" altLang="zh-CN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2DEA58BB-D07E-BA99-79F6-92F16F7C164C}"/>
                </a:ext>
              </a:extLst>
            </p:cNvPr>
            <p:cNvGrpSpPr/>
            <p:nvPr/>
          </p:nvGrpSpPr>
          <p:grpSpPr>
            <a:xfrm>
              <a:off x="-607485" y="5347646"/>
              <a:ext cx="7604274" cy="1757550"/>
              <a:chOff x="-1035586" y="4392143"/>
              <a:chExt cx="8160667" cy="2656711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38CC1802-C321-1625-4D7E-8859D8027264}"/>
                  </a:ext>
                </a:extLst>
              </p:cNvPr>
              <p:cNvGrpSpPr/>
              <p:nvPr/>
            </p:nvGrpSpPr>
            <p:grpSpPr>
              <a:xfrm>
                <a:off x="-1035586" y="4392143"/>
                <a:ext cx="8160667" cy="2656711"/>
                <a:chOff x="2386778" y="826293"/>
                <a:chExt cx="6595536" cy="4792132"/>
              </a:xfrm>
            </p:grpSpPr>
            <p:grpSp>
              <p:nvGrpSpPr>
                <p:cNvPr id="16" name="组合 15">
                  <a:extLst>
                    <a:ext uri="{FF2B5EF4-FFF2-40B4-BE49-F238E27FC236}">
                      <a16:creationId xmlns:a16="http://schemas.microsoft.com/office/drawing/2014/main" id="{BBD86B47-C562-6E89-4AEB-AC8324A708DC}"/>
                    </a:ext>
                  </a:extLst>
                </p:cNvPr>
                <p:cNvGrpSpPr/>
                <p:nvPr/>
              </p:nvGrpSpPr>
              <p:grpSpPr>
                <a:xfrm>
                  <a:off x="2814320" y="1032545"/>
                  <a:ext cx="5942442" cy="4369318"/>
                  <a:chOff x="-705872" y="1039088"/>
                  <a:chExt cx="4410266" cy="950467"/>
                </a:xfrm>
              </p:grpSpPr>
              <p:sp>
                <p:nvSpPr>
                  <p:cNvPr id="18" name="矩形: 对角圆角 17">
                    <a:extLst>
                      <a:ext uri="{FF2B5EF4-FFF2-40B4-BE49-F238E27FC236}">
                        <a16:creationId xmlns:a16="http://schemas.microsoft.com/office/drawing/2014/main" id="{35564974-3889-EC66-95F0-1612FEF70589}"/>
                      </a:ext>
                    </a:extLst>
                  </p:cNvPr>
                  <p:cNvSpPr/>
                  <p:nvPr/>
                </p:nvSpPr>
                <p:spPr>
                  <a:xfrm>
                    <a:off x="-469673" y="1039088"/>
                    <a:ext cx="4174067" cy="950467"/>
                  </a:xfrm>
                  <a:prstGeom prst="round2DiagRect">
                    <a:avLst>
                      <a:gd name="adj1" fmla="val 16667"/>
                      <a:gd name="adj2" fmla="val 25972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 w="381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      <a:norm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3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effectLst/>
                      <a:uLnTx/>
                      <a:uFillTx/>
                      <a:latin typeface="Arial"/>
                      <a:ea typeface="华文中宋"/>
                      <a:cs typeface="+mn-cs"/>
                    </a:endParaRPr>
                  </a:p>
                </p:txBody>
              </p:sp>
              <p:sp>
                <p:nvSpPr>
                  <p:cNvPr id="19" name="矩形: 对角圆角 18">
                    <a:extLst>
                      <a:ext uri="{FF2B5EF4-FFF2-40B4-BE49-F238E27FC236}">
                        <a16:creationId xmlns:a16="http://schemas.microsoft.com/office/drawing/2014/main" id="{3CBD5F80-F224-91C1-6B45-299C3FFBB322}"/>
                      </a:ext>
                    </a:extLst>
                  </p:cNvPr>
                  <p:cNvSpPr/>
                  <p:nvPr/>
                </p:nvSpPr>
                <p:spPr>
                  <a:xfrm>
                    <a:off x="-705872" y="1039088"/>
                    <a:ext cx="4410266" cy="950467"/>
                  </a:xfrm>
                  <a:prstGeom prst="round2DiagRect">
                    <a:avLst>
                      <a:gd name="adj1" fmla="val 16667"/>
                      <a:gd name="adj2" fmla="val 27134"/>
                    </a:avLst>
                  </a:prstGeom>
                  <a:gradFill flip="none" rotWithShape="1">
                    <a:gsLst>
                      <a:gs pos="0">
                        <a:schemeClr val="bg1"/>
                      </a:gs>
                      <a:gs pos="100000">
                        <a:srgbClr val="042857">
                          <a:alpha val="64000"/>
                        </a:srgbClr>
                      </a:gs>
                    </a:gsLst>
                    <a:lin ang="0" scaled="1"/>
                    <a:tileRect/>
                  </a:gradFill>
                  <a:ln w="381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      <a:norm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3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E9E6EC"/>
                      </a:solidFill>
                      <a:effectLst/>
                      <a:uLnTx/>
                      <a:uFillTx/>
                      <a:latin typeface="Arial"/>
                      <a:ea typeface="华文中宋"/>
                      <a:cs typeface="+mn-cs"/>
                    </a:endParaRPr>
                  </a:p>
                </p:txBody>
              </p:sp>
            </p:grpSp>
            <p:sp>
              <p:nvSpPr>
                <p:cNvPr id="17" name="矩形: 对角圆角 16">
                  <a:extLst>
                    <a:ext uri="{FF2B5EF4-FFF2-40B4-BE49-F238E27FC236}">
                      <a16:creationId xmlns:a16="http://schemas.microsoft.com/office/drawing/2014/main" id="{3DB65792-7404-9E62-52DB-6EE3AAFB87D2}"/>
                    </a:ext>
                  </a:extLst>
                </p:cNvPr>
                <p:cNvSpPr/>
                <p:nvPr/>
              </p:nvSpPr>
              <p:spPr>
                <a:xfrm>
                  <a:off x="2386778" y="826293"/>
                  <a:ext cx="6595536" cy="4792132"/>
                </a:xfrm>
                <a:prstGeom prst="round2DiagRect">
                  <a:avLst>
                    <a:gd name="adj1" fmla="val 16667"/>
                    <a:gd name="adj2" fmla="val 27068"/>
                  </a:avLst>
                </a:prstGeom>
                <a:noFill/>
                <a:ln w="38100">
                  <a:gradFill flip="none" rotWithShape="1">
                    <a:gsLst>
                      <a:gs pos="40000">
                        <a:schemeClr val="accent1">
                          <a:lumMod val="5000"/>
                          <a:lumOff val="95000"/>
                          <a:alpha val="0"/>
                        </a:schemeClr>
                      </a:gs>
                      <a:gs pos="100000">
                        <a:srgbClr val="042857"/>
                      </a:gs>
                    </a:gsLst>
                    <a:lin ang="0" scaled="1"/>
                    <a:tileRect/>
                  </a:gradFill>
                  <a:prstDash val="lgDashDot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    <a:norm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9E6EC"/>
                    </a:solidFill>
                    <a:effectLst/>
                    <a:uLnTx/>
                    <a:uFillTx/>
                    <a:latin typeface="Arial"/>
                    <a:ea typeface="华文中宋"/>
                    <a:cs typeface="+mn-cs"/>
                  </a:endParaRPr>
                </a:p>
              </p:txBody>
            </p:sp>
          </p:grpSp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94575CAB-1874-E5BC-F66E-69BA8C0C200E}"/>
                  </a:ext>
                </a:extLst>
              </p:cNvPr>
              <p:cNvSpPr txBox="1"/>
              <p:nvPr/>
            </p:nvSpPr>
            <p:spPr>
              <a:xfrm>
                <a:off x="166130" y="4780949"/>
                <a:ext cx="3638054" cy="3106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30000"/>
                  </a:lnSpc>
                  <a:spcAft>
                    <a:spcPts val="600"/>
                  </a:spcAft>
                </a:pPr>
                <a:r>
                  <a:rPr kumimoji="1" lang="zh-CN" altLang="en-US" sz="2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添加线程支持</a:t>
                </a:r>
                <a:endParaRPr kumimoji="1" lang="en-US" altLang="zh-CN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p:grp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368739F0-9868-7E74-BB83-B1378C0F94C3}"/>
              </a:ext>
            </a:extLst>
          </p:cNvPr>
          <p:cNvGrpSpPr/>
          <p:nvPr/>
        </p:nvGrpSpPr>
        <p:grpSpPr>
          <a:xfrm>
            <a:off x="3532359" y="3873468"/>
            <a:ext cx="7604274" cy="5111447"/>
            <a:chOff x="-1035586" y="4392143"/>
            <a:chExt cx="8160667" cy="2656711"/>
          </a:xfrm>
        </p:grpSpPr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A7F87EC9-BDAA-3423-30B5-EE98744BA828}"/>
                </a:ext>
              </a:extLst>
            </p:cNvPr>
            <p:cNvGrpSpPr/>
            <p:nvPr/>
          </p:nvGrpSpPr>
          <p:grpSpPr>
            <a:xfrm>
              <a:off x="-1035586" y="4392143"/>
              <a:ext cx="8160667" cy="2656711"/>
              <a:chOff x="2386778" y="826293"/>
              <a:chExt cx="6595536" cy="4792132"/>
            </a:xfrm>
          </p:grpSpPr>
          <p:grpSp>
            <p:nvGrpSpPr>
              <p:cNvPr id="23" name="组合 22">
                <a:extLst>
                  <a:ext uri="{FF2B5EF4-FFF2-40B4-BE49-F238E27FC236}">
                    <a16:creationId xmlns:a16="http://schemas.microsoft.com/office/drawing/2014/main" id="{42549B29-3B95-5037-B584-5AEE896D67EC}"/>
                  </a:ext>
                </a:extLst>
              </p:cNvPr>
              <p:cNvGrpSpPr/>
              <p:nvPr/>
            </p:nvGrpSpPr>
            <p:grpSpPr>
              <a:xfrm>
                <a:off x="2820664" y="1029976"/>
                <a:ext cx="5942442" cy="4371888"/>
                <a:chOff x="-701164" y="1038529"/>
                <a:chExt cx="4410266" cy="951026"/>
              </a:xfrm>
            </p:grpSpPr>
            <p:sp>
              <p:nvSpPr>
                <p:cNvPr id="25" name="矩形: 对角圆角 24">
                  <a:extLst>
                    <a:ext uri="{FF2B5EF4-FFF2-40B4-BE49-F238E27FC236}">
                      <a16:creationId xmlns:a16="http://schemas.microsoft.com/office/drawing/2014/main" id="{D1F881C6-67C5-F765-A653-D83CADD371A2}"/>
                    </a:ext>
                  </a:extLst>
                </p:cNvPr>
                <p:cNvSpPr/>
                <p:nvPr/>
              </p:nvSpPr>
              <p:spPr>
                <a:xfrm>
                  <a:off x="-469673" y="1039088"/>
                  <a:ext cx="4174067" cy="950467"/>
                </a:xfrm>
                <a:prstGeom prst="round2DiagRect">
                  <a:avLst>
                    <a:gd name="adj1" fmla="val 16667"/>
                    <a:gd name="adj2" fmla="val 25972"/>
                  </a:avLst>
                </a:prstGeom>
                <a:solidFill>
                  <a:schemeClr val="bg1">
                    <a:lumMod val="95000"/>
                  </a:schemeClr>
                </a:solidFill>
                <a:ln w="381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    <a:norm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Arial"/>
                    <a:ea typeface="华文中宋"/>
                    <a:cs typeface="+mn-cs"/>
                  </a:endParaRPr>
                </a:p>
              </p:txBody>
            </p:sp>
            <p:sp>
              <p:nvSpPr>
                <p:cNvPr id="26" name="矩形: 对角圆角 25">
                  <a:extLst>
                    <a:ext uri="{FF2B5EF4-FFF2-40B4-BE49-F238E27FC236}">
                      <a16:creationId xmlns:a16="http://schemas.microsoft.com/office/drawing/2014/main" id="{5A0EB946-4473-D1D2-D605-706F1DB7476D}"/>
                    </a:ext>
                  </a:extLst>
                </p:cNvPr>
                <p:cNvSpPr/>
                <p:nvPr/>
              </p:nvSpPr>
              <p:spPr>
                <a:xfrm>
                  <a:off x="-701164" y="1038529"/>
                  <a:ext cx="4410266" cy="950467"/>
                </a:xfrm>
                <a:prstGeom prst="round2DiagRect">
                  <a:avLst>
                    <a:gd name="adj1" fmla="val 16667"/>
                    <a:gd name="adj2" fmla="val 27134"/>
                  </a:avLst>
                </a:prstGeom>
                <a:gradFill flip="none" rotWithShape="1">
                  <a:gsLst>
                    <a:gs pos="0">
                      <a:schemeClr val="bg1"/>
                    </a:gs>
                    <a:gs pos="100000">
                      <a:srgbClr val="042857">
                        <a:alpha val="64000"/>
                      </a:srgbClr>
                    </a:gs>
                  </a:gsLst>
                  <a:lin ang="0" scaled="1"/>
                  <a:tileRect/>
                </a:gradFill>
                <a:ln w="381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    <a:norm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9E6EC"/>
                    </a:solidFill>
                    <a:effectLst/>
                    <a:uLnTx/>
                    <a:uFillTx/>
                    <a:latin typeface="Arial"/>
                    <a:ea typeface="华文中宋"/>
                    <a:cs typeface="+mn-cs"/>
                  </a:endParaRPr>
                </a:p>
              </p:txBody>
            </p:sp>
          </p:grpSp>
          <p:sp>
            <p:nvSpPr>
              <p:cNvPr id="24" name="矩形: 对角圆角 23">
                <a:extLst>
                  <a:ext uri="{FF2B5EF4-FFF2-40B4-BE49-F238E27FC236}">
                    <a16:creationId xmlns:a16="http://schemas.microsoft.com/office/drawing/2014/main" id="{6A41773B-8BB4-44E5-2A7D-50152B66AB46}"/>
                  </a:ext>
                </a:extLst>
              </p:cNvPr>
              <p:cNvSpPr/>
              <p:nvPr/>
            </p:nvSpPr>
            <p:spPr>
              <a:xfrm>
                <a:off x="2386778" y="826293"/>
                <a:ext cx="6595536" cy="4792132"/>
              </a:xfrm>
              <a:prstGeom prst="round2DiagRect">
                <a:avLst>
                  <a:gd name="adj1" fmla="val 16667"/>
                  <a:gd name="adj2" fmla="val 27068"/>
                </a:avLst>
              </a:prstGeom>
              <a:noFill/>
              <a:ln w="38100">
                <a:gradFill flip="none" rotWithShape="1">
                  <a:gsLst>
                    <a:gs pos="40000">
                      <a:schemeClr val="accent1">
                        <a:lumMod val="5000"/>
                        <a:lumOff val="95000"/>
                        <a:alpha val="0"/>
                      </a:schemeClr>
                    </a:gs>
                    <a:gs pos="100000">
                      <a:srgbClr val="042857"/>
                    </a:gs>
                  </a:gsLst>
                  <a:lin ang="0" scaled="1"/>
                  <a:tileRect/>
                </a:gradFill>
                <a:prstDash val="lgDashDot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  <a:norm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E9E6EC"/>
                  </a:solidFill>
                  <a:effectLst/>
                  <a:uLnTx/>
                  <a:uFillTx/>
                  <a:latin typeface="Arial"/>
                  <a:ea typeface="华文中宋"/>
                  <a:cs typeface="+mn-cs"/>
                </a:endParaRPr>
              </a:p>
            </p:txBody>
          </p:sp>
        </p:grp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F71BD1C5-C21F-B2F2-2467-792F63B56EDF}"/>
                </a:ext>
              </a:extLst>
            </p:cNvPr>
            <p:cNvSpPr txBox="1"/>
            <p:nvPr/>
          </p:nvSpPr>
          <p:spPr>
            <a:xfrm>
              <a:off x="166130" y="4780949"/>
              <a:ext cx="3638054" cy="10626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lnSpc>
                  <a:spcPct val="130000"/>
                </a:lnSpc>
                <a:spcAft>
                  <a:spcPts val="600"/>
                </a:spcAft>
              </a:pPr>
              <a:r>
                <a:rPr kumimoji="1" lang="zh-CN" alt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完善文件系统</a:t>
              </a:r>
              <a:endParaRPr kumimoji="1"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  <a:p>
              <a:pPr algn="just">
                <a:lnSpc>
                  <a:spcPct val="130000"/>
                </a:lnSpc>
                <a:spcAft>
                  <a:spcPts val="600"/>
                </a:spcAft>
              </a:pPr>
              <a:r>
                <a:rPr kumimoji="1"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①移植</a:t>
              </a:r>
              <a:r>
                <a:rPr kumimoji="1" lang="en-US" altLang="zh-CN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lwext4</a:t>
              </a:r>
              <a:r>
                <a:rPr kumimoji="1"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库</a:t>
              </a:r>
              <a:endParaRPr kumimoji="1"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  <a:p>
              <a:pPr algn="just">
                <a:lnSpc>
                  <a:spcPct val="130000"/>
                </a:lnSpc>
                <a:spcAft>
                  <a:spcPts val="600"/>
                </a:spcAft>
              </a:pPr>
              <a:r>
                <a:rPr kumimoji="1"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②封装</a:t>
              </a:r>
              <a:r>
                <a:rPr kumimoji="1" lang="en-US" altLang="zh-CN" sz="20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vfs</a:t>
              </a:r>
              <a:r>
                <a:rPr kumimoji="1"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层转发操作调用</a:t>
              </a:r>
              <a:endParaRPr kumimoji="1"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  <a:p>
              <a:pPr algn="just">
                <a:lnSpc>
                  <a:spcPct val="130000"/>
                </a:lnSpc>
                <a:spcAft>
                  <a:spcPts val="600"/>
                </a:spcAft>
              </a:pPr>
              <a:endParaRPr kumimoji="1"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7DAF5066-E119-8178-5CDF-91CA2F2A8CF0}"/>
              </a:ext>
            </a:extLst>
          </p:cNvPr>
          <p:cNvGrpSpPr/>
          <p:nvPr/>
        </p:nvGrpSpPr>
        <p:grpSpPr>
          <a:xfrm>
            <a:off x="7367117" y="3218397"/>
            <a:ext cx="8798448" cy="6293903"/>
            <a:chOff x="-1035586" y="4392143"/>
            <a:chExt cx="8160667" cy="2656711"/>
          </a:xfrm>
        </p:grpSpPr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EBA23F79-148E-C7CA-AC40-1E23700ADB90}"/>
                </a:ext>
              </a:extLst>
            </p:cNvPr>
            <p:cNvGrpSpPr/>
            <p:nvPr/>
          </p:nvGrpSpPr>
          <p:grpSpPr>
            <a:xfrm>
              <a:off x="-1035586" y="4392143"/>
              <a:ext cx="8160667" cy="2656711"/>
              <a:chOff x="2386778" y="826293"/>
              <a:chExt cx="6595536" cy="4792132"/>
            </a:xfrm>
          </p:grpSpPr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CD11F3E0-8930-7457-6E90-4CBEB8577658}"/>
                  </a:ext>
                </a:extLst>
              </p:cNvPr>
              <p:cNvGrpSpPr/>
              <p:nvPr/>
            </p:nvGrpSpPr>
            <p:grpSpPr>
              <a:xfrm>
                <a:off x="2820664" y="1029976"/>
                <a:ext cx="5942442" cy="4371888"/>
                <a:chOff x="-701164" y="1038529"/>
                <a:chExt cx="4410266" cy="951026"/>
              </a:xfrm>
            </p:grpSpPr>
            <p:sp>
              <p:nvSpPr>
                <p:cNvPr id="39" name="矩形: 对角圆角 38">
                  <a:extLst>
                    <a:ext uri="{FF2B5EF4-FFF2-40B4-BE49-F238E27FC236}">
                      <a16:creationId xmlns:a16="http://schemas.microsoft.com/office/drawing/2014/main" id="{1B7BAC5C-A8B4-7A70-7695-3BAC1CD9F1CB}"/>
                    </a:ext>
                  </a:extLst>
                </p:cNvPr>
                <p:cNvSpPr/>
                <p:nvPr/>
              </p:nvSpPr>
              <p:spPr>
                <a:xfrm>
                  <a:off x="-469673" y="1039088"/>
                  <a:ext cx="4174067" cy="950467"/>
                </a:xfrm>
                <a:prstGeom prst="round2DiagRect">
                  <a:avLst>
                    <a:gd name="adj1" fmla="val 16667"/>
                    <a:gd name="adj2" fmla="val 25972"/>
                  </a:avLst>
                </a:prstGeom>
                <a:solidFill>
                  <a:schemeClr val="bg1">
                    <a:lumMod val="95000"/>
                  </a:schemeClr>
                </a:solidFill>
                <a:ln w="381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    <a:norm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Arial"/>
                    <a:ea typeface="华文中宋"/>
                    <a:cs typeface="+mn-cs"/>
                  </a:endParaRPr>
                </a:p>
              </p:txBody>
            </p:sp>
            <p:sp>
              <p:nvSpPr>
                <p:cNvPr id="40" name="矩形: 对角圆角 39">
                  <a:extLst>
                    <a:ext uri="{FF2B5EF4-FFF2-40B4-BE49-F238E27FC236}">
                      <a16:creationId xmlns:a16="http://schemas.microsoft.com/office/drawing/2014/main" id="{F5B833E1-EB66-285E-9B99-98316482BD03}"/>
                    </a:ext>
                  </a:extLst>
                </p:cNvPr>
                <p:cNvSpPr/>
                <p:nvPr/>
              </p:nvSpPr>
              <p:spPr>
                <a:xfrm>
                  <a:off x="-701164" y="1038529"/>
                  <a:ext cx="4410266" cy="950467"/>
                </a:xfrm>
                <a:prstGeom prst="round2DiagRect">
                  <a:avLst>
                    <a:gd name="adj1" fmla="val 16667"/>
                    <a:gd name="adj2" fmla="val 27134"/>
                  </a:avLst>
                </a:prstGeom>
                <a:gradFill flip="none" rotWithShape="1">
                  <a:gsLst>
                    <a:gs pos="0">
                      <a:schemeClr val="bg1"/>
                    </a:gs>
                    <a:gs pos="100000">
                      <a:srgbClr val="042857">
                        <a:alpha val="64000"/>
                      </a:srgbClr>
                    </a:gs>
                  </a:gsLst>
                  <a:lin ang="0" scaled="1"/>
                  <a:tileRect/>
                </a:gradFill>
                <a:ln w="381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    <a:norm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9E6EC"/>
                    </a:solidFill>
                    <a:effectLst/>
                    <a:uLnTx/>
                    <a:uFillTx/>
                    <a:latin typeface="Arial"/>
                    <a:ea typeface="华文中宋"/>
                    <a:cs typeface="+mn-cs"/>
                  </a:endParaRPr>
                </a:p>
              </p:txBody>
            </p:sp>
          </p:grpSp>
          <p:sp>
            <p:nvSpPr>
              <p:cNvPr id="38" name="矩形: 对角圆角 37">
                <a:extLst>
                  <a:ext uri="{FF2B5EF4-FFF2-40B4-BE49-F238E27FC236}">
                    <a16:creationId xmlns:a16="http://schemas.microsoft.com/office/drawing/2014/main" id="{4A516C1B-D426-0B0E-553E-35B069A98337}"/>
                  </a:ext>
                </a:extLst>
              </p:cNvPr>
              <p:cNvSpPr/>
              <p:nvPr/>
            </p:nvSpPr>
            <p:spPr>
              <a:xfrm>
                <a:off x="2386778" y="826293"/>
                <a:ext cx="6595536" cy="4792132"/>
              </a:xfrm>
              <a:prstGeom prst="round2DiagRect">
                <a:avLst>
                  <a:gd name="adj1" fmla="val 16667"/>
                  <a:gd name="adj2" fmla="val 27068"/>
                </a:avLst>
              </a:prstGeom>
              <a:noFill/>
              <a:ln w="38100">
                <a:gradFill flip="none" rotWithShape="1">
                  <a:gsLst>
                    <a:gs pos="40000">
                      <a:schemeClr val="accent1">
                        <a:lumMod val="5000"/>
                        <a:lumOff val="95000"/>
                        <a:alpha val="0"/>
                      </a:schemeClr>
                    </a:gs>
                    <a:gs pos="100000">
                      <a:srgbClr val="042857"/>
                    </a:gs>
                  </a:gsLst>
                  <a:lin ang="0" scaled="1"/>
                  <a:tileRect/>
                </a:gradFill>
                <a:prstDash val="lgDashDot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  <a:norm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E9E6EC"/>
                  </a:solidFill>
                  <a:effectLst/>
                  <a:uLnTx/>
                  <a:uFillTx/>
                  <a:latin typeface="Arial"/>
                  <a:ea typeface="华文中宋"/>
                  <a:cs typeface="+mn-cs"/>
                </a:endParaRPr>
              </a:p>
            </p:txBody>
          </p:sp>
        </p:grp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E906A07A-6647-767B-3105-052B38ACEEB5}"/>
                </a:ext>
              </a:extLst>
            </p:cNvPr>
            <p:cNvSpPr txBox="1"/>
            <p:nvPr/>
          </p:nvSpPr>
          <p:spPr>
            <a:xfrm>
              <a:off x="-140635" y="4595230"/>
              <a:ext cx="3638054" cy="10319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lnSpc>
                  <a:spcPct val="130000"/>
                </a:lnSpc>
                <a:spcAft>
                  <a:spcPts val="600"/>
                </a:spcAft>
              </a:pPr>
              <a:r>
                <a:rPr kumimoji="1" lang="zh-CN" alt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规范系统调用</a:t>
              </a:r>
              <a:endParaRPr kumimoji="1"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  <a:p>
              <a:pPr algn="just">
                <a:lnSpc>
                  <a:spcPct val="130000"/>
                </a:lnSpc>
                <a:spcAft>
                  <a:spcPts val="600"/>
                </a:spcAft>
              </a:pPr>
              <a:r>
                <a:rPr kumimoji="1"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①根据</a:t>
              </a:r>
              <a:r>
                <a:rPr kumimoji="1" lang="en-US" altLang="zh-CN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LTP</a:t>
              </a:r>
              <a:r>
                <a:rPr kumimoji="1"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的要求完善错误码</a:t>
              </a:r>
              <a:endParaRPr kumimoji="1"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  <a:p>
              <a:pPr algn="just">
                <a:lnSpc>
                  <a:spcPct val="130000"/>
                </a:lnSpc>
                <a:spcAft>
                  <a:spcPts val="600"/>
                </a:spcAft>
              </a:pPr>
              <a:r>
                <a:rPr kumimoji="1"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②按照</a:t>
              </a:r>
              <a:r>
                <a:rPr kumimoji="1" lang="en-US" altLang="zh-CN" sz="20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linux</a:t>
              </a:r>
              <a:r>
                <a:rPr kumimoji="1" lang="en-US" altLang="zh-CN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 manual</a:t>
              </a:r>
              <a:r>
                <a:rPr kumimoji="1"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的规范实现了</a:t>
              </a:r>
              <a:r>
                <a:rPr kumimoji="1" lang="en-US" altLang="zh-CN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220</a:t>
              </a:r>
              <a:r>
                <a:rPr kumimoji="1"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余个系统调用</a:t>
              </a:r>
              <a:endParaRPr kumimoji="1"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  <a:p>
              <a:pPr algn="just">
                <a:lnSpc>
                  <a:spcPct val="130000"/>
                </a:lnSpc>
                <a:spcAft>
                  <a:spcPts val="600"/>
                </a:spcAft>
              </a:pPr>
              <a:endParaRPr kumimoji="1"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  <p:pic>
        <p:nvPicPr>
          <p:cNvPr id="41" name="图片 40">
            <a:extLst>
              <a:ext uri="{FF2B5EF4-FFF2-40B4-BE49-F238E27FC236}">
                <a16:creationId xmlns:a16="http://schemas.microsoft.com/office/drawing/2014/main" id="{CF76F59C-F0E9-F4B4-2A7F-47E4CAAC1B7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Cement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354987" y="5559200"/>
            <a:ext cx="3903060" cy="2446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7866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6963" y="0"/>
            <a:ext cx="6711710" cy="6858000"/>
          </a:xfrm>
          <a:prstGeom prst="rect">
            <a:avLst/>
          </a:prstGeom>
        </p:spPr>
      </p:pic>
      <p:sp>
        <p:nvSpPr>
          <p:cNvPr id="3" name="标题 1"/>
          <p:cNvSpPr txBox="1"/>
          <p:nvPr/>
        </p:nvSpPr>
        <p:spPr>
          <a:xfrm>
            <a:off x="942975" y="355386"/>
            <a:ext cx="8970989" cy="663575"/>
          </a:xfrm>
          <a:prstGeom prst="rect">
            <a:avLst/>
          </a:prstGeom>
        </p:spPr>
        <p:txBody>
          <a:bodyPr l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accent2"/>
                </a:solidFill>
                <a:latin typeface="方正小标宋简体" panose="03000509000000000000" pitchFamily="2" charset="-122"/>
                <a:ea typeface="方正小标宋简体" panose="03000509000000000000" pitchFamily="2" charset="-122"/>
                <a:cs typeface="+mj-cs"/>
              </a:defRPr>
            </a:lvl1pPr>
          </a:lstStyle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3.2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 完成亮点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——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线程支持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/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内存规划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5070999" y="1018961"/>
            <a:ext cx="0" cy="5739039"/>
          </a:xfrm>
          <a:prstGeom prst="line">
            <a:avLst/>
          </a:prstGeom>
          <a:ln w="19050">
            <a:solidFill>
              <a:srgbClr val="12523D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/>
        </p:nvGrpSpPr>
        <p:grpSpPr>
          <a:xfrm>
            <a:off x="1006475" y="4213225"/>
            <a:ext cx="3037840" cy="1849755"/>
            <a:chOff x="8465908" y="1360002"/>
            <a:chExt cx="3510940" cy="1849755"/>
          </a:xfrm>
        </p:grpSpPr>
        <p:sp>
          <p:nvSpPr>
            <p:cNvPr id="6" name="矩形: 折角 5"/>
            <p:cNvSpPr/>
            <p:nvPr/>
          </p:nvSpPr>
          <p:spPr>
            <a:xfrm>
              <a:off x="8465908" y="1360002"/>
              <a:ext cx="3510940" cy="1669500"/>
            </a:xfrm>
            <a:prstGeom prst="foldedCorner">
              <a:avLst>
                <a:gd name="adj" fmla="val 9996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Autofit/>
            </a:bodyPr>
            <a:lstStyle/>
            <a:p>
              <a:endParaRPr lang="en-US" altLang="zh-CN" dirty="0">
                <a:solidFill>
                  <a:schemeClr val="tx1"/>
                </a:solidFill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8538563" y="1456522"/>
              <a:ext cx="3242335" cy="17532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>
                  <a:sym typeface="+mn-ea"/>
                </a:rPr>
                <a:t>共享内存分配释放由进程内存空间管理器自动管理</a:t>
              </a:r>
              <a:endParaRPr lang="zh-CN" altLang="en-US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线程由</a:t>
              </a:r>
              <a:r>
                <a:rPr lang="en-US" altLang="zh-CN" dirty="0">
                  <a:sym typeface="+mn-ea"/>
                </a:rPr>
                <a:t>clone flag</a:t>
              </a:r>
              <a:r>
                <a:rPr lang="zh-CN" altLang="en-US" dirty="0">
                  <a:sym typeface="+mn-ea"/>
                </a:rPr>
                <a:t>组合</a:t>
              </a:r>
              <a:r>
                <a:rPr lang="zh-CN" altLang="en-US" dirty="0"/>
                <a:t>创建</a:t>
              </a:r>
              <a:endParaRPr lang="en-US" altLang="zh-CN" dirty="0"/>
            </a:p>
            <a:p>
              <a:pPr indent="0">
                <a:buFont typeface="Arial" panose="020B0604020202020204" pitchFamily="34" charset="0"/>
                <a:buNone/>
              </a:pPr>
              <a:endParaRPr lang="zh-CN" altLang="en-US" dirty="0"/>
            </a:p>
          </p:txBody>
        </p:sp>
      </p:grp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708" y="975477"/>
            <a:ext cx="4242233" cy="2983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3070" y="1444935"/>
            <a:ext cx="2942705" cy="2335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2786" y="3888480"/>
            <a:ext cx="3355517" cy="2692699"/>
          </a:xfrm>
          <a:prstGeom prst="rect">
            <a:avLst/>
          </a:prstGeom>
        </p:spPr>
      </p:pic>
      <p:grpSp>
        <p:nvGrpSpPr>
          <p:cNvPr id="12" name="组合 11"/>
          <p:cNvGrpSpPr/>
          <p:nvPr/>
        </p:nvGrpSpPr>
        <p:grpSpPr>
          <a:xfrm>
            <a:off x="8648303" y="2064989"/>
            <a:ext cx="3192989" cy="3566033"/>
            <a:chOff x="8465908" y="1360001"/>
            <a:chExt cx="3510940" cy="3566033"/>
          </a:xfrm>
        </p:grpSpPr>
        <p:sp>
          <p:nvSpPr>
            <p:cNvPr id="13" name="矩形: 折角 12"/>
            <p:cNvSpPr/>
            <p:nvPr/>
          </p:nvSpPr>
          <p:spPr>
            <a:xfrm>
              <a:off x="8465908" y="1360001"/>
              <a:ext cx="3510940" cy="3566033"/>
            </a:xfrm>
            <a:prstGeom prst="foldedCorner">
              <a:avLst>
                <a:gd name="adj" fmla="val 9996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Autofit/>
            </a:bodyPr>
            <a:lstStyle/>
            <a:p>
              <a:endParaRPr lang="en-US" altLang="zh-CN" dirty="0">
                <a:solidFill>
                  <a:schemeClr val="tx1"/>
                </a:solidFill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8669566" y="1577672"/>
              <a:ext cx="2921301" cy="31381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进程程地址空间用程序段处理而不是</a:t>
              </a:r>
              <a:r>
                <a:rPr lang="en-US" altLang="zh-CN" dirty="0" err="1"/>
                <a:t>sz</a:t>
              </a:r>
              <a:r>
                <a:rPr lang="zh-CN" altLang="en-US" dirty="0"/>
                <a:t>的粗放式管理</a:t>
              </a:r>
              <a:endParaRPr lang="en-US" altLang="zh-CN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单独管理器自动处理引用</a:t>
              </a:r>
              <a:endParaRPr lang="en-US" altLang="zh-CN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拥有</a:t>
              </a:r>
              <a:r>
                <a:rPr lang="en-US" altLang="zh-CN" dirty="0"/>
                <a:t>: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用户标识</a:t>
              </a:r>
              <a:r>
                <a:rPr lang="en-US" altLang="zh-CN" dirty="0" err="1"/>
                <a:t>uid</a:t>
              </a:r>
              <a:r>
                <a:rPr lang="en-US" altLang="zh-CN" dirty="0"/>
                <a:t>/gid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进程组</a:t>
              </a:r>
              <a:r>
                <a:rPr lang="en-US" altLang="zh-CN" dirty="0" err="1"/>
                <a:t>pgid</a:t>
              </a:r>
              <a:r>
                <a:rPr lang="en-US" altLang="zh-CN" dirty="0"/>
                <a:t>/</a:t>
              </a:r>
              <a:r>
                <a:rPr lang="en-US" altLang="zh-CN" dirty="0" err="1"/>
                <a:t>sid</a:t>
              </a:r>
              <a:endParaRPr lang="en-US" altLang="zh-CN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相关处理将在权限检查、信号分发、资源隔离等地方</a:t>
              </a:r>
              <a:endParaRPr lang="en-US" altLang="zh-CN" dirty="0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814E9-D14E-5D2F-4B8C-74F54EEB5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2B2C9EAF-43E4-EFE2-8256-0A53E16ADD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6963" y="0"/>
            <a:ext cx="6711710" cy="6858000"/>
          </a:xfrm>
          <a:prstGeom prst="rect">
            <a:avLst/>
          </a:prstGeom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A6A41265-94AE-0DBA-E212-8CC37D0BF680}"/>
              </a:ext>
            </a:extLst>
          </p:cNvPr>
          <p:cNvSpPr txBox="1">
            <a:spLocks/>
          </p:cNvSpPr>
          <p:nvPr/>
        </p:nvSpPr>
        <p:spPr>
          <a:xfrm>
            <a:off x="942975" y="355386"/>
            <a:ext cx="8970989" cy="663575"/>
          </a:xfrm>
          <a:prstGeom prst="rect">
            <a:avLst/>
          </a:prstGeom>
        </p:spPr>
        <p:txBody>
          <a:bodyPr l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accent2"/>
                </a:solidFill>
                <a:latin typeface="方正小标宋简体" panose="03000509000000000000" pitchFamily="2" charset="-122"/>
                <a:ea typeface="方正小标宋简体" panose="03000509000000000000" pitchFamily="2" charset="-122"/>
                <a:cs typeface="+mj-cs"/>
              </a:defRPr>
            </a:lvl1pPr>
          </a:lstStyle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3.2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 完成亮点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——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内存规划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2BC609A-6B66-DE75-0C3C-0315790C54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900" y="1490501"/>
            <a:ext cx="7649633" cy="436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4CDB2E08-C77C-F9EF-AE7C-49D66F0C1B9A}"/>
              </a:ext>
            </a:extLst>
          </p:cNvPr>
          <p:cNvGrpSpPr/>
          <p:nvPr/>
        </p:nvGrpSpPr>
        <p:grpSpPr>
          <a:xfrm>
            <a:off x="8855374" y="1632500"/>
            <a:ext cx="3188459" cy="3592999"/>
            <a:chOff x="8465908" y="1360001"/>
            <a:chExt cx="3505959" cy="3592999"/>
          </a:xfrm>
        </p:grpSpPr>
        <p:sp>
          <p:nvSpPr>
            <p:cNvPr id="5" name="矩形: 折角 4">
              <a:extLst>
                <a:ext uri="{FF2B5EF4-FFF2-40B4-BE49-F238E27FC236}">
                  <a16:creationId xmlns:a16="http://schemas.microsoft.com/office/drawing/2014/main" id="{24DC12FF-7BAA-D9F2-2713-8DBA7521F2E4}"/>
                </a:ext>
              </a:extLst>
            </p:cNvPr>
            <p:cNvSpPr/>
            <p:nvPr/>
          </p:nvSpPr>
          <p:spPr>
            <a:xfrm>
              <a:off x="8465908" y="1360001"/>
              <a:ext cx="3505959" cy="3592999"/>
            </a:xfrm>
            <a:prstGeom prst="foldedCorner">
              <a:avLst>
                <a:gd name="adj" fmla="val 9996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Autofit/>
            </a:bodyPr>
            <a:lstStyle/>
            <a:p>
              <a:endParaRPr lang="en-US" altLang="zh-CN" dirty="0">
                <a:solidFill>
                  <a:schemeClr val="tx1"/>
                </a:solidFill>
              </a:endParaRP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99E6C58F-AC48-3FC6-829D-87ECDE590D2B}"/>
                </a:ext>
              </a:extLst>
            </p:cNvPr>
            <p:cNvSpPr txBox="1"/>
            <p:nvPr/>
          </p:nvSpPr>
          <p:spPr>
            <a:xfrm>
              <a:off x="8669566" y="1577672"/>
              <a:ext cx="2921301" cy="28623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内存权限管理 </a:t>
              </a:r>
              <a:r>
                <a:rPr lang="en-US" altLang="zh-CN" dirty="0"/>
                <a:t>:</a:t>
              </a:r>
              <a:r>
                <a:rPr lang="zh-CN" altLang="en-US" dirty="0"/>
                <a:t>合理赋予权限, 使用platform统一不同架构标志位</a:t>
              </a:r>
              <a:endParaRPr lang="en-US" altLang="zh-CN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dirty="0" err="1"/>
                <a:t>Vma</a:t>
              </a:r>
              <a:r>
                <a:rPr lang="zh-CN" altLang="en-US" dirty="0"/>
                <a:t>：懒分配</a:t>
              </a:r>
              <a:endParaRPr lang="en-US" altLang="zh-CN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权限分配：根据传入</a:t>
              </a:r>
              <a:r>
                <a:rPr lang="en-US" altLang="zh-CN" dirty="0" err="1"/>
                <a:t>prot</a:t>
              </a:r>
              <a:r>
                <a:rPr lang="zh-CN" altLang="en-US" dirty="0"/>
                <a:t>合理赋予权限</a:t>
              </a:r>
              <a:endParaRPr lang="en-US" altLang="zh-CN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dirty="0" err="1"/>
                <a:t>Vma</a:t>
              </a:r>
              <a:r>
                <a:rPr lang="zh-CN" altLang="en-US" dirty="0"/>
                <a:t>操作：拆分原有</a:t>
              </a:r>
              <a:r>
                <a:rPr lang="en-US" altLang="zh-CN" dirty="0" err="1"/>
                <a:t>vma</a:t>
              </a:r>
              <a:r>
                <a:rPr lang="zh-CN" altLang="en-US" dirty="0"/>
                <a:t>，扩展或收缩堆指针。</a:t>
              </a:r>
              <a:endParaRPr lang="en-US" altLang="zh-CN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引用机制完善</a:t>
              </a:r>
            </a:p>
          </p:txBody>
        </p:sp>
      </p:grp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D30789E-2E5B-0096-D64F-DBC631EB27ED}"/>
              </a:ext>
            </a:extLst>
          </p:cNvPr>
          <p:cNvCxnSpPr>
            <a:cxnSpLocks/>
          </p:cNvCxnSpPr>
          <p:nvPr/>
        </p:nvCxnSpPr>
        <p:spPr>
          <a:xfrm>
            <a:off x="8237531" y="1018961"/>
            <a:ext cx="0" cy="5739039"/>
          </a:xfrm>
          <a:prstGeom prst="line">
            <a:avLst/>
          </a:prstGeom>
          <a:ln w="19050">
            <a:solidFill>
              <a:srgbClr val="12523D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37326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008FF-43FC-D875-293F-A9A24A95F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id="{0E3CD593-8BB3-3661-A456-627DC7D0468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6963" y="0"/>
            <a:ext cx="6711710" cy="6858000"/>
          </a:xfrm>
          <a:prstGeom prst="rect">
            <a:avLst/>
          </a:prstGeom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1D932283-9084-6A80-B5F4-A99010874C99}"/>
              </a:ext>
            </a:extLst>
          </p:cNvPr>
          <p:cNvSpPr txBox="1">
            <a:spLocks/>
          </p:cNvSpPr>
          <p:nvPr/>
        </p:nvSpPr>
        <p:spPr>
          <a:xfrm>
            <a:off x="942975" y="355386"/>
            <a:ext cx="8970989" cy="663575"/>
          </a:xfrm>
          <a:prstGeom prst="rect">
            <a:avLst/>
          </a:prstGeom>
        </p:spPr>
        <p:txBody>
          <a:bodyPr l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accent2"/>
                </a:solidFill>
                <a:latin typeface="方正小标宋简体" panose="03000509000000000000" pitchFamily="2" charset="-122"/>
                <a:ea typeface="方正小标宋简体" panose="03000509000000000000" pitchFamily="2" charset="-122"/>
                <a:cs typeface="+mj-cs"/>
              </a:defRPr>
            </a:lvl1pPr>
          </a:lstStyle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3.2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  完成亮点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——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信号处理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E8962156-6102-4309-88B5-E04A74EFD59F}"/>
              </a:ext>
            </a:extLst>
          </p:cNvPr>
          <p:cNvCxnSpPr>
            <a:cxnSpLocks/>
          </p:cNvCxnSpPr>
          <p:nvPr/>
        </p:nvCxnSpPr>
        <p:spPr>
          <a:xfrm>
            <a:off x="4376731" y="1018961"/>
            <a:ext cx="0" cy="5739039"/>
          </a:xfrm>
          <a:prstGeom prst="line">
            <a:avLst/>
          </a:prstGeom>
          <a:ln w="19050">
            <a:solidFill>
              <a:srgbClr val="12523D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8" name="Picture 2">
            <a:extLst>
              <a:ext uri="{FF2B5EF4-FFF2-40B4-BE49-F238E27FC236}">
                <a16:creationId xmlns:a16="http://schemas.microsoft.com/office/drawing/2014/main" id="{C99AC9B1-0D13-9453-33C8-31F6C1EFA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566" y="1315295"/>
            <a:ext cx="3889514" cy="2788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组合 10">
            <a:extLst>
              <a:ext uri="{FF2B5EF4-FFF2-40B4-BE49-F238E27FC236}">
                <a16:creationId xmlns:a16="http://schemas.microsoft.com/office/drawing/2014/main" id="{223DC210-5246-8C2E-80C9-C5AAB12CAE70}"/>
              </a:ext>
            </a:extLst>
          </p:cNvPr>
          <p:cNvGrpSpPr/>
          <p:nvPr/>
        </p:nvGrpSpPr>
        <p:grpSpPr>
          <a:xfrm>
            <a:off x="653190" y="4640069"/>
            <a:ext cx="2191610" cy="1097370"/>
            <a:chOff x="475390" y="3942441"/>
            <a:chExt cx="2191610" cy="1097370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C833FB11-8825-D519-DEEE-D2CE27872DF6}"/>
                </a:ext>
              </a:extLst>
            </p:cNvPr>
            <p:cNvSpPr txBox="1"/>
            <p:nvPr/>
          </p:nvSpPr>
          <p:spPr>
            <a:xfrm>
              <a:off x="597277" y="4102687"/>
              <a:ext cx="2069723" cy="7768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kumimoji="1" lang="zh-CN" altLang="en-US" sz="1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拥有信号跳板栈，保证栈空间安全</a:t>
              </a:r>
              <a:endPara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4DEA6BD7-550A-8EE1-8615-2E82D28737C7}"/>
                </a:ext>
              </a:extLst>
            </p:cNvPr>
            <p:cNvSpPr/>
            <p:nvPr/>
          </p:nvSpPr>
          <p:spPr>
            <a:xfrm>
              <a:off x="475390" y="3942441"/>
              <a:ext cx="2064610" cy="1097370"/>
            </a:xfrm>
            <a:prstGeom prst="roundRect">
              <a:avLst>
                <a:gd name="adj" fmla="val 9136"/>
              </a:avLst>
            </a:prstGeom>
            <a:noFill/>
            <a:ln>
              <a:prstDash val="dash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/>
            </a:bodyPr>
            <a:lstStyle/>
            <a:p>
              <a:pPr algn="l">
                <a:lnSpc>
                  <a:spcPct val="130000"/>
                </a:lnSpc>
              </a:pPr>
              <a:endPara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0CE661B9-B757-CFAF-6D70-4CD97D3EF87C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5313464" y="2582333"/>
            <a:ext cx="5769404" cy="3525519"/>
          </a:xfrm>
          <a:prstGeom prst="rect">
            <a:avLst/>
          </a:prstGeom>
        </p:spPr>
      </p:pic>
      <p:grpSp>
        <p:nvGrpSpPr>
          <p:cNvPr id="13" name="组合 12">
            <a:extLst>
              <a:ext uri="{FF2B5EF4-FFF2-40B4-BE49-F238E27FC236}">
                <a16:creationId xmlns:a16="http://schemas.microsoft.com/office/drawing/2014/main" id="{F263EB07-C4D7-C55A-02B2-9714DFF671B1}"/>
              </a:ext>
            </a:extLst>
          </p:cNvPr>
          <p:cNvGrpSpPr/>
          <p:nvPr/>
        </p:nvGrpSpPr>
        <p:grpSpPr>
          <a:xfrm>
            <a:off x="5000196" y="1315295"/>
            <a:ext cx="6807238" cy="663575"/>
            <a:chOff x="475390" y="3942441"/>
            <a:chExt cx="2191610" cy="1097370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E1CCE009-DABF-59AE-3EEF-46F9EC7F0329}"/>
                </a:ext>
              </a:extLst>
            </p:cNvPr>
            <p:cNvSpPr txBox="1"/>
            <p:nvPr/>
          </p:nvSpPr>
          <p:spPr>
            <a:xfrm>
              <a:off x="597277" y="4102687"/>
              <a:ext cx="2069723" cy="6862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kumimoji="1" lang="zh-CN" altLang="en-US" sz="1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支持自定义信号处理函数，用户空间三参数传递</a:t>
              </a:r>
              <a:endPara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70CC86BC-9099-1438-5BF9-173516EC0894}"/>
                </a:ext>
              </a:extLst>
            </p:cNvPr>
            <p:cNvSpPr/>
            <p:nvPr/>
          </p:nvSpPr>
          <p:spPr>
            <a:xfrm>
              <a:off x="475390" y="3942441"/>
              <a:ext cx="2064610" cy="1097370"/>
            </a:xfrm>
            <a:prstGeom prst="roundRect">
              <a:avLst>
                <a:gd name="adj" fmla="val 9136"/>
              </a:avLst>
            </a:prstGeom>
            <a:noFill/>
            <a:ln>
              <a:prstDash val="dash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 fontScale="85000" lnSpcReduction="20000"/>
            </a:bodyPr>
            <a:lstStyle/>
            <a:p>
              <a:pPr algn="l">
                <a:lnSpc>
                  <a:spcPct val="130000"/>
                </a:lnSpc>
              </a:pPr>
              <a:endPara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84245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285EC-D1D4-A50C-295A-833B43312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BF849587-212B-BE7B-3F27-FA2983FA02F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9406" y="0"/>
            <a:ext cx="6711710" cy="6858000"/>
          </a:xfrm>
          <a:prstGeom prst="rect">
            <a:avLst/>
          </a:prstGeom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6D2F1EC8-776C-CA45-8858-A17993373233}"/>
              </a:ext>
            </a:extLst>
          </p:cNvPr>
          <p:cNvSpPr txBox="1">
            <a:spLocks/>
          </p:cNvSpPr>
          <p:nvPr/>
        </p:nvSpPr>
        <p:spPr>
          <a:xfrm>
            <a:off x="942975" y="355386"/>
            <a:ext cx="8970989" cy="663575"/>
          </a:xfrm>
          <a:prstGeom prst="rect">
            <a:avLst/>
          </a:prstGeom>
        </p:spPr>
        <p:txBody>
          <a:bodyPr l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accent2"/>
                </a:solidFill>
                <a:latin typeface="方正小标宋简体" panose="03000509000000000000" pitchFamily="2" charset="-122"/>
                <a:ea typeface="方正小标宋简体" panose="03000509000000000000" pitchFamily="2" charset="-122"/>
                <a:cs typeface="+mj-cs"/>
              </a:defRPr>
            </a:lvl1pPr>
          </a:lstStyle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3.2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 完成亮点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——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时钟处理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4559219-9CB4-D5D4-07FF-F5051220AA62}"/>
              </a:ext>
            </a:extLst>
          </p:cNvPr>
          <p:cNvGrpSpPr/>
          <p:nvPr/>
        </p:nvGrpSpPr>
        <p:grpSpPr>
          <a:xfrm>
            <a:off x="320974" y="1804114"/>
            <a:ext cx="2053927" cy="3592999"/>
            <a:chOff x="8903465" y="1072135"/>
            <a:chExt cx="2425939" cy="3592999"/>
          </a:xfrm>
        </p:grpSpPr>
        <p:sp>
          <p:nvSpPr>
            <p:cNvPr id="5" name="矩形: 折角 4">
              <a:extLst>
                <a:ext uri="{FF2B5EF4-FFF2-40B4-BE49-F238E27FC236}">
                  <a16:creationId xmlns:a16="http://schemas.microsoft.com/office/drawing/2014/main" id="{F2217899-FD39-C1DB-7A1B-B637FB453741}"/>
                </a:ext>
              </a:extLst>
            </p:cNvPr>
            <p:cNvSpPr/>
            <p:nvPr/>
          </p:nvSpPr>
          <p:spPr>
            <a:xfrm>
              <a:off x="8903465" y="1072135"/>
              <a:ext cx="2425939" cy="3592999"/>
            </a:xfrm>
            <a:prstGeom prst="foldedCorner">
              <a:avLst>
                <a:gd name="adj" fmla="val 9996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Autofit/>
            </a:bodyPr>
            <a:lstStyle/>
            <a:p>
              <a:endParaRPr lang="en-US" altLang="zh-CN" dirty="0">
                <a:solidFill>
                  <a:schemeClr val="tx1"/>
                </a:solidFill>
              </a:endParaRP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73CB3FE0-7C66-F0A3-8D53-2A39CF28016A}"/>
                </a:ext>
              </a:extLst>
            </p:cNvPr>
            <p:cNvSpPr txBox="1"/>
            <p:nvPr/>
          </p:nvSpPr>
          <p:spPr>
            <a:xfrm>
              <a:off x="9096252" y="1174199"/>
              <a:ext cx="1952160" cy="31393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拥有内核自己的定时器</a:t>
              </a:r>
              <a:endParaRPr lang="en-US" altLang="zh-CN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同时兼容</a:t>
              </a:r>
              <a:r>
                <a:rPr lang="en-US" altLang="zh-CN" dirty="0" err="1"/>
                <a:t>posix</a:t>
              </a:r>
              <a:r>
                <a:rPr lang="zh-CN" altLang="en-US" dirty="0"/>
                <a:t>定时器的功能</a:t>
              </a:r>
              <a:endParaRPr lang="en-US" altLang="zh-CN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altLang="zh-CN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可以根据用户传入的结构进行解析，实现定时功能</a:t>
              </a:r>
            </a:p>
          </p:txBody>
        </p:sp>
      </p:grp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E4B7B3FA-ED98-D62E-0B01-30EDDFE6685D}"/>
              </a:ext>
            </a:extLst>
          </p:cNvPr>
          <p:cNvCxnSpPr>
            <a:cxnSpLocks/>
          </p:cNvCxnSpPr>
          <p:nvPr/>
        </p:nvCxnSpPr>
        <p:spPr>
          <a:xfrm>
            <a:off x="2762117" y="1018961"/>
            <a:ext cx="0" cy="5739039"/>
          </a:xfrm>
          <a:prstGeom prst="line">
            <a:avLst/>
          </a:prstGeom>
          <a:ln w="19050">
            <a:solidFill>
              <a:srgbClr val="12523D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>
            <a:extLst>
              <a:ext uri="{FF2B5EF4-FFF2-40B4-BE49-F238E27FC236}">
                <a16:creationId xmlns:a16="http://schemas.microsoft.com/office/drawing/2014/main" id="{D76F8968-0C4B-6821-9A4C-AEA0C1D099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4470" y="1018961"/>
            <a:ext cx="5115702" cy="2829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2953F5F2-287F-6D5B-9828-5209998850BA}"/>
              </a:ext>
            </a:extLst>
          </p:cNvPr>
          <p:cNvGrpSpPr/>
          <p:nvPr/>
        </p:nvGrpSpPr>
        <p:grpSpPr>
          <a:xfrm>
            <a:off x="3227467" y="4684765"/>
            <a:ext cx="4909130" cy="1971635"/>
            <a:chOff x="466518" y="3203499"/>
            <a:chExt cx="2092846" cy="2123994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5C528B2-9EC4-D666-B0DD-3902F835D9AE}"/>
                </a:ext>
              </a:extLst>
            </p:cNvPr>
            <p:cNvSpPr txBox="1"/>
            <p:nvPr/>
          </p:nvSpPr>
          <p:spPr>
            <a:xfrm>
              <a:off x="543502" y="3450212"/>
              <a:ext cx="2015862" cy="18772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kumimoji="1"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同时支持</a:t>
              </a:r>
              <a:r>
                <a:rPr kumimoji="1"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POSIX</a:t>
              </a:r>
              <a:r>
                <a:rPr kumimoji="1"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标准的各种时钟类型，具有精细的时钟管理</a:t>
              </a:r>
              <a:endPara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30000"/>
                </a:lnSpc>
              </a:pPr>
              <a:r>
                <a:rPr kumimoji="1"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可满足不同的语义和使用场景。</a:t>
              </a:r>
              <a:endPara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30000"/>
                </a:lnSpc>
              </a:pPr>
              <a:endPara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0837E237-599F-406E-0354-A7D02FC17B84}"/>
                </a:ext>
              </a:extLst>
            </p:cNvPr>
            <p:cNvSpPr/>
            <p:nvPr/>
          </p:nvSpPr>
          <p:spPr>
            <a:xfrm>
              <a:off x="466518" y="3203499"/>
              <a:ext cx="2041808" cy="1699863"/>
            </a:xfrm>
            <a:prstGeom prst="roundRect">
              <a:avLst>
                <a:gd name="adj" fmla="val 9136"/>
              </a:avLst>
            </a:prstGeom>
            <a:noFill/>
            <a:ln>
              <a:prstDash val="dash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/>
            </a:bodyPr>
            <a:lstStyle/>
            <a:p>
              <a:pPr algn="l">
                <a:lnSpc>
                  <a:spcPct val="130000"/>
                </a:lnSpc>
              </a:pPr>
              <a:endPara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pic>
        <p:nvPicPr>
          <p:cNvPr id="13" name="图片 12">
            <a:extLst>
              <a:ext uri="{FF2B5EF4-FFF2-40B4-BE49-F238E27FC236}">
                <a16:creationId xmlns:a16="http://schemas.microsoft.com/office/drawing/2014/main" id="{6C9B3AA1-0380-F0DC-E4FB-4A6727C81E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4491" y="1187972"/>
            <a:ext cx="2449067" cy="5314642"/>
          </a:xfrm>
          <a:prstGeom prst="rect">
            <a:avLst/>
          </a:prstGeom>
        </p:spPr>
      </p:pic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2016318E-2616-A320-0015-8B246DCE6E5D}"/>
              </a:ext>
            </a:extLst>
          </p:cNvPr>
          <p:cNvCxnSpPr>
            <a:cxnSpLocks/>
          </p:cNvCxnSpPr>
          <p:nvPr/>
        </p:nvCxnSpPr>
        <p:spPr>
          <a:xfrm>
            <a:off x="9048617" y="1018961"/>
            <a:ext cx="0" cy="5739039"/>
          </a:xfrm>
          <a:prstGeom prst="line">
            <a:avLst/>
          </a:prstGeom>
          <a:ln w="19050">
            <a:solidFill>
              <a:srgbClr val="12523D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15851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46E358E5-6BB0-1A9F-7FF7-306B727539C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6963" y="0"/>
            <a:ext cx="6711710" cy="6858000"/>
          </a:xfrm>
          <a:prstGeom prst="rect">
            <a:avLst/>
          </a:prstGeom>
        </p:spPr>
      </p:pic>
      <p:sp>
        <p:nvSpPr>
          <p:cNvPr id="9" name="矩形: 折角 8">
            <a:extLst>
              <a:ext uri="{FF2B5EF4-FFF2-40B4-BE49-F238E27FC236}">
                <a16:creationId xmlns:a16="http://schemas.microsoft.com/office/drawing/2014/main" id="{E568FF0E-7B66-A7C6-1E86-4823C111ACCA}"/>
              </a:ext>
            </a:extLst>
          </p:cNvPr>
          <p:cNvSpPr/>
          <p:nvPr/>
        </p:nvSpPr>
        <p:spPr>
          <a:xfrm>
            <a:off x="3310465" y="3958957"/>
            <a:ext cx="6260339" cy="2246769"/>
          </a:xfrm>
          <a:prstGeom prst="foldedCorner">
            <a:avLst>
              <a:gd name="adj" fmla="val 9996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Autofit/>
          </a:bodyPr>
          <a:lstStyle/>
          <a:p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8" name="矩形: 折角 7">
            <a:extLst>
              <a:ext uri="{FF2B5EF4-FFF2-40B4-BE49-F238E27FC236}">
                <a16:creationId xmlns:a16="http://schemas.microsoft.com/office/drawing/2014/main" id="{638D799D-4E75-732F-6CBE-D63AB8942735}"/>
              </a:ext>
            </a:extLst>
          </p:cNvPr>
          <p:cNvSpPr/>
          <p:nvPr/>
        </p:nvSpPr>
        <p:spPr>
          <a:xfrm>
            <a:off x="6239933" y="1410113"/>
            <a:ext cx="4961468" cy="1688687"/>
          </a:xfrm>
          <a:prstGeom prst="foldedCorner">
            <a:avLst>
              <a:gd name="adj" fmla="val 9996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Autofit/>
          </a:bodyPr>
          <a:lstStyle/>
          <a:p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6" name="矩形: 折角 5">
            <a:extLst>
              <a:ext uri="{FF2B5EF4-FFF2-40B4-BE49-F238E27FC236}">
                <a16:creationId xmlns:a16="http://schemas.microsoft.com/office/drawing/2014/main" id="{FEFAE964-987F-55CC-C190-19246A08F2C0}"/>
              </a:ext>
            </a:extLst>
          </p:cNvPr>
          <p:cNvSpPr/>
          <p:nvPr/>
        </p:nvSpPr>
        <p:spPr>
          <a:xfrm>
            <a:off x="117772" y="1136882"/>
            <a:ext cx="5741161" cy="2605385"/>
          </a:xfrm>
          <a:prstGeom prst="foldedCorner">
            <a:avLst>
              <a:gd name="adj" fmla="val 9996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Autofit/>
          </a:bodyPr>
          <a:lstStyle/>
          <a:p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3.3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经验总结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——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概述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13304" y="1193423"/>
            <a:ext cx="645842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1. 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积累从零开始构建内核的系统化经验，包括：</a:t>
            </a:r>
          </a:p>
          <a:p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    </a:t>
            </a:r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·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完成机器引导；  </a:t>
            </a:r>
          </a:p>
          <a:p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    </a:t>
            </a:r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· 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初始化串口输出；    </a:t>
            </a:r>
          </a:p>
          <a:p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    </a:t>
            </a:r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· 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搭建内存布局；    </a:t>
            </a:r>
          </a:p>
          <a:p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    </a:t>
            </a:r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· 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编写中断处理；    </a:t>
            </a:r>
          </a:p>
          <a:p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    </a:t>
            </a:r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· 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实现最小可用内核；    </a:t>
            </a:r>
          </a:p>
          <a:p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    </a:t>
            </a:r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· 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逐步完善核心功能。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302136" y="1647478"/>
            <a:ext cx="489926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2. 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系统调用的实现结合</a:t>
            </a:r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《System Calls Manual》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和参考其他优秀项目成果，符合 </a:t>
            </a:r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Linux 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原生 </a:t>
            </a:r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raw </a:t>
            </a:r>
            <a:r>
              <a:rPr lang="en-US" altLang="zh-CN" sz="2000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syscall</a:t>
            </a:r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规范。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470573" y="4095319"/>
            <a:ext cx="610023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3. 不断积累调试经验，包括：</a:t>
            </a:r>
          </a:p>
          <a:p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    </a:t>
            </a:r>
            <a:r>
              <a:rPr lang="en-US" altLang="zh-CN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·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 用户态程序的单步调试；</a:t>
            </a:r>
          </a:p>
          <a:p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    </a:t>
            </a:r>
            <a:r>
              <a:rPr lang="en-US" altLang="zh-CN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·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 利用 GDB 跟踪调用栈；    </a:t>
            </a:r>
          </a:p>
          <a:p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    </a:t>
            </a:r>
            <a:r>
              <a:rPr lang="en-US" altLang="zh-CN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·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 精准定位出错变量；    </a:t>
            </a:r>
          </a:p>
          <a:p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    </a:t>
            </a:r>
            <a:r>
              <a:rPr lang="en-US" altLang="zh-CN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·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 依靠完善的日志获取运行关键信息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340E38BE-9CA7-0A2E-A98E-0366749137F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6963" y="0"/>
            <a:ext cx="6711710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716AA0CE-8802-508B-EFA4-4236F1957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3.3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经验总结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——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问题记录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C0C2AD9-C8C1-24C0-18D5-5DD7B5A754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0462" y="3249290"/>
            <a:ext cx="2065636" cy="258424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4BF0C9D-691D-2AE0-76D3-0651EA1B95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217" y="1400705"/>
            <a:ext cx="2800504" cy="4432827"/>
          </a:xfrm>
          <a:prstGeom prst="rect">
            <a:avLst/>
          </a:prstGeom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B3F1B205-6B5C-0C2E-1603-75BA909AF501}"/>
              </a:ext>
            </a:extLst>
          </p:cNvPr>
          <p:cNvGrpSpPr/>
          <p:nvPr/>
        </p:nvGrpSpPr>
        <p:grpSpPr>
          <a:xfrm>
            <a:off x="3495101" y="1510104"/>
            <a:ext cx="2270699" cy="1918896"/>
            <a:chOff x="475390" y="3942441"/>
            <a:chExt cx="2064610" cy="1499288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EEDC8E8F-A222-DEEA-CD61-B017302F68CF}"/>
                </a:ext>
              </a:extLst>
            </p:cNvPr>
            <p:cNvSpPr txBox="1"/>
            <p:nvPr/>
          </p:nvSpPr>
          <p:spPr>
            <a:xfrm>
              <a:off x="557092" y="3942441"/>
              <a:ext cx="1942723" cy="14992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kumimoji="1"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仔细记录每一次调试过程，形成记录文档，遇到重复问题时可查阅</a:t>
              </a:r>
              <a:endParaRPr kumimoji="1"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5B2DEDD4-193B-C2A3-C9CF-CC047FD94BE0}"/>
                </a:ext>
              </a:extLst>
            </p:cNvPr>
            <p:cNvSpPr/>
            <p:nvPr/>
          </p:nvSpPr>
          <p:spPr>
            <a:xfrm>
              <a:off x="475390" y="3942441"/>
              <a:ext cx="2064610" cy="1097370"/>
            </a:xfrm>
            <a:prstGeom prst="roundRect">
              <a:avLst>
                <a:gd name="adj" fmla="val 9136"/>
              </a:avLst>
            </a:prstGeom>
            <a:noFill/>
            <a:ln>
              <a:prstDash val="dash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/>
            </a:bodyPr>
            <a:lstStyle/>
            <a:p>
              <a:pPr algn="l">
                <a:lnSpc>
                  <a:spcPct val="130000"/>
                </a:lnSpc>
              </a:pPr>
              <a:endPara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97B1F42A-1D86-1EB4-3CEC-2BA560D82B26}"/>
              </a:ext>
            </a:extLst>
          </p:cNvPr>
          <p:cNvCxnSpPr>
            <a:cxnSpLocks/>
          </p:cNvCxnSpPr>
          <p:nvPr/>
        </p:nvCxnSpPr>
        <p:spPr>
          <a:xfrm>
            <a:off x="6096000" y="1057061"/>
            <a:ext cx="0" cy="5739039"/>
          </a:xfrm>
          <a:prstGeom prst="line">
            <a:avLst/>
          </a:prstGeom>
          <a:ln w="19050">
            <a:solidFill>
              <a:srgbClr val="12523D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>
            <a:extLst>
              <a:ext uri="{FF2B5EF4-FFF2-40B4-BE49-F238E27FC236}">
                <a16:creationId xmlns:a16="http://schemas.microsoft.com/office/drawing/2014/main" id="{EFA2AA88-DAF3-A881-8E9C-CAB59C4C35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8411" y="1094962"/>
            <a:ext cx="5277737" cy="2922272"/>
          </a:xfrm>
          <a:prstGeom prst="rect">
            <a:avLst/>
          </a:prstGeom>
        </p:spPr>
      </p:pic>
      <p:grpSp>
        <p:nvGrpSpPr>
          <p:cNvPr id="14" name="组合 13">
            <a:extLst>
              <a:ext uri="{FF2B5EF4-FFF2-40B4-BE49-F238E27FC236}">
                <a16:creationId xmlns:a16="http://schemas.microsoft.com/office/drawing/2014/main" id="{2C6CEEAD-BABE-2A0E-FE02-0713F9D22CC7}"/>
              </a:ext>
            </a:extLst>
          </p:cNvPr>
          <p:cNvGrpSpPr/>
          <p:nvPr/>
        </p:nvGrpSpPr>
        <p:grpSpPr>
          <a:xfrm>
            <a:off x="6426201" y="4139204"/>
            <a:ext cx="2386892" cy="2657593"/>
            <a:chOff x="6331783" y="4283137"/>
            <a:chExt cx="2386892" cy="2657593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7A936268-A14C-0F91-70D3-4DA873217388}"/>
                </a:ext>
              </a:extLst>
            </p:cNvPr>
            <p:cNvSpPr txBox="1"/>
            <p:nvPr/>
          </p:nvSpPr>
          <p:spPr>
            <a:xfrm>
              <a:off x="6426201" y="4321038"/>
              <a:ext cx="2136645" cy="26196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kumimoji="1"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详细为函数书写注释。使用</a:t>
              </a:r>
              <a:r>
                <a:rPr kumimoji="1" lang="en-US" altLang="zh-CN" sz="16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doxygen</a:t>
              </a:r>
              <a:r>
                <a:rPr kumimoji="1"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风格注释，方便使用时参考和后续查阅</a:t>
              </a:r>
              <a:r>
                <a:rPr kumimoji="1"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</a:t>
              </a:r>
            </a:p>
            <a:p>
              <a:pPr>
                <a:lnSpc>
                  <a:spcPct val="130000"/>
                </a:lnSpc>
              </a:pPr>
              <a:r>
                <a:rPr kumimoji="1"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未测试</a:t>
              </a:r>
              <a:r>
                <a:rPr kumimoji="1"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\</a:t>
              </a:r>
              <a:r>
                <a:rPr kumimoji="1"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未完成的代码明确标注</a:t>
              </a:r>
              <a:r>
                <a:rPr kumimoji="1"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TODO</a:t>
              </a:r>
              <a:r>
                <a:rPr kumimoji="1"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，便于后续发现问题。</a:t>
              </a:r>
              <a:endParaRPr kumimoji="1"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30000"/>
                </a:lnSpc>
              </a:pPr>
              <a:endParaRPr kumimoji="1"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2D618F9E-8C0F-9AE8-89B4-0735D9341E90}"/>
                </a:ext>
              </a:extLst>
            </p:cNvPr>
            <p:cNvSpPr/>
            <p:nvPr/>
          </p:nvSpPr>
          <p:spPr>
            <a:xfrm>
              <a:off x="6331783" y="4283137"/>
              <a:ext cx="2386892" cy="2397063"/>
            </a:xfrm>
            <a:prstGeom prst="roundRect">
              <a:avLst>
                <a:gd name="adj" fmla="val 9136"/>
              </a:avLst>
            </a:prstGeom>
            <a:noFill/>
            <a:ln>
              <a:prstDash val="dash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/>
            </a:bodyPr>
            <a:lstStyle/>
            <a:p>
              <a:pPr algn="l">
                <a:lnSpc>
                  <a:spcPct val="130000"/>
                </a:lnSpc>
              </a:pPr>
              <a:endPara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pic>
        <p:nvPicPr>
          <p:cNvPr id="16" name="图片 15">
            <a:extLst>
              <a:ext uri="{FF2B5EF4-FFF2-40B4-BE49-F238E27FC236}">
                <a16:creationId xmlns:a16="http://schemas.microsoft.com/office/drawing/2014/main" id="{54522510-1839-39BA-176A-912118AA2B5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9983"/>
          <a:stretch>
            <a:fillRect/>
          </a:stretch>
        </p:blipFill>
        <p:spPr>
          <a:xfrm>
            <a:off x="8987279" y="4537994"/>
            <a:ext cx="2638869" cy="129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5572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69564-86F0-0E58-1637-35060497F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>
            <a:extLst>
              <a:ext uri="{FF2B5EF4-FFF2-40B4-BE49-F238E27FC236}">
                <a16:creationId xmlns:a16="http://schemas.microsoft.com/office/drawing/2014/main" id="{C8F7013C-9A08-ABF8-7658-85F6A370202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6963" y="0"/>
            <a:ext cx="6711710" cy="6858000"/>
          </a:xfrm>
          <a:prstGeom prst="rect">
            <a:avLst/>
          </a:prstGeom>
        </p:spPr>
      </p:pic>
      <p:sp>
        <p:nvSpPr>
          <p:cNvPr id="10" name="矩形: 折角 9">
            <a:extLst>
              <a:ext uri="{FF2B5EF4-FFF2-40B4-BE49-F238E27FC236}">
                <a16:creationId xmlns:a16="http://schemas.microsoft.com/office/drawing/2014/main" id="{71B51F89-060F-16C8-AFC6-2CA2A7DF4F2E}"/>
              </a:ext>
            </a:extLst>
          </p:cNvPr>
          <p:cNvSpPr/>
          <p:nvPr/>
        </p:nvSpPr>
        <p:spPr>
          <a:xfrm>
            <a:off x="9127601" y="1203325"/>
            <a:ext cx="2531040" cy="4391518"/>
          </a:xfrm>
          <a:prstGeom prst="foldedCorner">
            <a:avLst>
              <a:gd name="adj" fmla="val 9996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Autofit/>
          </a:bodyPr>
          <a:lstStyle/>
          <a:p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E7F73F3-44F6-9D99-2224-23EC762A5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3.3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经验总结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——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调试日志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0A159FD-DF08-834B-1BB7-EB64FB071EB0}"/>
              </a:ext>
            </a:extLst>
          </p:cNvPr>
          <p:cNvSpPr txBox="1"/>
          <p:nvPr/>
        </p:nvSpPr>
        <p:spPr>
          <a:xfrm>
            <a:off x="9324798" y="1416531"/>
            <a:ext cx="2136646" cy="3581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打印输出有多种色彩便于观察。警告使用黄色、完成使用绿色、错误信息使用红色</a:t>
            </a:r>
            <a:r>
              <a:rPr kumimoji="1"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……</a:t>
            </a:r>
          </a:p>
          <a:p>
            <a:pPr>
              <a:lnSpc>
                <a:spcPct val="130000"/>
              </a:lnSpc>
            </a:pPr>
            <a:endParaRPr kumimoji="1"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30000"/>
              </a:lnSpc>
            </a:pPr>
            <a:r>
              <a:rPr kumimoji="1"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使用多层</a:t>
            </a:r>
            <a:r>
              <a:rPr kumimoji="1"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printf</a:t>
            </a:r>
            <a:r>
              <a:rPr kumimoji="1"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开关，可灵活控制是否打开调试输出。</a:t>
            </a:r>
            <a:r>
              <a:rPr kumimoji="1"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Panic</a:t>
            </a:r>
            <a:r>
              <a:rPr kumimoji="1"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的输出不会被隐藏，运行时问题会及时暴露</a:t>
            </a:r>
            <a:endParaRPr kumimoji="1"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A5DE55FD-9E4E-B6B8-9A54-FD4B078B4EFE}"/>
              </a:ext>
            </a:extLst>
          </p:cNvPr>
          <p:cNvCxnSpPr>
            <a:cxnSpLocks/>
          </p:cNvCxnSpPr>
          <p:nvPr/>
        </p:nvCxnSpPr>
        <p:spPr>
          <a:xfrm>
            <a:off x="4961466" y="1118961"/>
            <a:ext cx="0" cy="5739039"/>
          </a:xfrm>
          <a:prstGeom prst="line">
            <a:avLst/>
          </a:prstGeom>
          <a:ln w="19050">
            <a:solidFill>
              <a:srgbClr val="12523D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图片 16">
            <a:extLst>
              <a:ext uri="{FF2B5EF4-FFF2-40B4-BE49-F238E27FC236}">
                <a16:creationId xmlns:a16="http://schemas.microsoft.com/office/drawing/2014/main" id="{86D5D05B-ACF4-FD32-A93C-3C1CF738E9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135" y="1138735"/>
            <a:ext cx="4319239" cy="962012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DFB5D57F-F86D-7FBA-2091-F95B03AD6C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096" y="2100607"/>
            <a:ext cx="2159202" cy="1802385"/>
          </a:xfrm>
          <a:prstGeom prst="rect">
            <a:avLst/>
          </a:prstGeom>
        </p:spPr>
      </p:pic>
      <p:grpSp>
        <p:nvGrpSpPr>
          <p:cNvPr id="22" name="组合 21">
            <a:extLst>
              <a:ext uri="{FF2B5EF4-FFF2-40B4-BE49-F238E27FC236}">
                <a16:creationId xmlns:a16="http://schemas.microsoft.com/office/drawing/2014/main" id="{5EC4741B-1E30-E9FE-339A-B0D2803FEBA7}"/>
              </a:ext>
            </a:extLst>
          </p:cNvPr>
          <p:cNvGrpSpPr/>
          <p:nvPr/>
        </p:nvGrpSpPr>
        <p:grpSpPr>
          <a:xfrm>
            <a:off x="2481318" y="2274132"/>
            <a:ext cx="2012056" cy="1470161"/>
            <a:chOff x="475390" y="3942441"/>
            <a:chExt cx="2064610" cy="1097370"/>
          </a:xfrm>
        </p:grpSpPr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645AB6A0-C8E2-04FD-51A0-2B47AD6ABD19}"/>
                </a:ext>
              </a:extLst>
            </p:cNvPr>
            <p:cNvSpPr txBox="1"/>
            <p:nvPr/>
          </p:nvSpPr>
          <p:spPr>
            <a:xfrm>
              <a:off x="557092" y="3942441"/>
              <a:ext cx="1942723" cy="7963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kumimoji="1"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可在特定测例中使用打印使能，只观察单个测例的调试输出</a:t>
              </a:r>
              <a:endParaRPr kumimoji="1"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73522739-BAB8-9DAC-C1B0-BA2D7C6AF942}"/>
                </a:ext>
              </a:extLst>
            </p:cNvPr>
            <p:cNvSpPr/>
            <p:nvPr/>
          </p:nvSpPr>
          <p:spPr>
            <a:xfrm>
              <a:off x="475390" y="3942441"/>
              <a:ext cx="2064610" cy="1097370"/>
            </a:xfrm>
            <a:prstGeom prst="roundRect">
              <a:avLst>
                <a:gd name="adj" fmla="val 9136"/>
              </a:avLst>
            </a:prstGeom>
            <a:noFill/>
            <a:ln>
              <a:prstDash val="dash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/>
            </a:bodyPr>
            <a:lstStyle/>
            <a:p>
              <a:pPr algn="l">
                <a:lnSpc>
                  <a:spcPct val="130000"/>
                </a:lnSpc>
              </a:pPr>
              <a:endPara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pic>
        <p:nvPicPr>
          <p:cNvPr id="26" name="图片 25">
            <a:extLst>
              <a:ext uri="{FF2B5EF4-FFF2-40B4-BE49-F238E27FC236}">
                <a16:creationId xmlns:a16="http://schemas.microsoft.com/office/drawing/2014/main" id="{51650450-BE81-44F1-48CA-EE499E4740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6377" y="1203325"/>
            <a:ext cx="3417181" cy="5399051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F70FD75C-4AF6-8D3F-A7DF-832862A3A3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4135" y="3902851"/>
            <a:ext cx="3458064" cy="2413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6608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84158-B532-6978-0B9F-DB86D29EE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>
            <a:extLst>
              <a:ext uri="{FF2B5EF4-FFF2-40B4-BE49-F238E27FC236}">
                <a16:creationId xmlns:a16="http://schemas.microsoft.com/office/drawing/2014/main" id="{FBD46693-D5AA-A339-FF5B-F5D55DDF75F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6963" y="0"/>
            <a:ext cx="6711710" cy="6858000"/>
          </a:xfrm>
          <a:prstGeom prst="rect">
            <a:avLst/>
          </a:prstGeom>
        </p:spPr>
      </p:pic>
      <p:sp>
        <p:nvSpPr>
          <p:cNvPr id="10" name="矩形: 折角 9">
            <a:extLst>
              <a:ext uri="{FF2B5EF4-FFF2-40B4-BE49-F238E27FC236}">
                <a16:creationId xmlns:a16="http://schemas.microsoft.com/office/drawing/2014/main" id="{5C04C44E-A805-C230-AEAD-0A5B7BF8FC19}"/>
              </a:ext>
            </a:extLst>
          </p:cNvPr>
          <p:cNvSpPr/>
          <p:nvPr/>
        </p:nvSpPr>
        <p:spPr>
          <a:xfrm>
            <a:off x="390002" y="1525361"/>
            <a:ext cx="1946795" cy="4147306"/>
          </a:xfrm>
          <a:prstGeom prst="foldedCorner">
            <a:avLst>
              <a:gd name="adj" fmla="val 9996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Autofit/>
          </a:bodyPr>
          <a:lstStyle/>
          <a:p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622FF14-FFE2-BBEC-A892-104DC3F50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3.3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经验总结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——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用户态调试经验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D1CC98E-DE83-8DCE-F039-2FCD5AE2F9A0}"/>
              </a:ext>
            </a:extLst>
          </p:cNvPr>
          <p:cNvSpPr txBox="1"/>
          <p:nvPr/>
        </p:nvSpPr>
        <p:spPr>
          <a:xfrm>
            <a:off x="561777" y="1679749"/>
            <a:ext cx="1478690" cy="3261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调试中一般使用三种手段：查看测例源码、对比</a:t>
            </a:r>
            <a:r>
              <a:rPr kumimoji="1"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qemu-riscv64-static</a:t>
            </a:r>
            <a:r>
              <a:rPr kumimoji="1"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和</a:t>
            </a:r>
            <a:r>
              <a:rPr kumimoji="1"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qemu-loongarch64-static</a:t>
            </a:r>
            <a:r>
              <a:rPr kumimoji="1"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的标准系统调用、</a:t>
            </a:r>
            <a:r>
              <a:rPr kumimoji="1"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gdb</a:t>
            </a:r>
            <a:r>
              <a:rPr kumimoji="1"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调试</a:t>
            </a:r>
            <a:endParaRPr kumimoji="1"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4921B746-263F-EC9D-FCD8-5A5836FE4F78}"/>
              </a:ext>
            </a:extLst>
          </p:cNvPr>
          <p:cNvCxnSpPr>
            <a:cxnSpLocks/>
          </p:cNvCxnSpPr>
          <p:nvPr/>
        </p:nvCxnSpPr>
        <p:spPr>
          <a:xfrm>
            <a:off x="2844800" y="1057061"/>
            <a:ext cx="0" cy="5739039"/>
          </a:xfrm>
          <a:prstGeom prst="line">
            <a:avLst/>
          </a:prstGeom>
          <a:ln w="19050">
            <a:solidFill>
              <a:srgbClr val="12523D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>
            <a:extLst>
              <a:ext uri="{FF2B5EF4-FFF2-40B4-BE49-F238E27FC236}">
                <a16:creationId xmlns:a16="http://schemas.microsoft.com/office/drawing/2014/main" id="{C57937AB-596E-96C7-A91F-2CF7F3C8FC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2489" y="1525361"/>
            <a:ext cx="4109899" cy="3405792"/>
          </a:xfrm>
          <a:prstGeom prst="rect">
            <a:avLst/>
          </a:prstGeom>
        </p:spPr>
      </p:pic>
      <p:grpSp>
        <p:nvGrpSpPr>
          <p:cNvPr id="13" name="组合 12">
            <a:extLst>
              <a:ext uri="{FF2B5EF4-FFF2-40B4-BE49-F238E27FC236}">
                <a16:creationId xmlns:a16="http://schemas.microsoft.com/office/drawing/2014/main" id="{63CF296D-AA0F-03AA-D980-27CC4D349C6E}"/>
              </a:ext>
            </a:extLst>
          </p:cNvPr>
          <p:cNvGrpSpPr/>
          <p:nvPr/>
        </p:nvGrpSpPr>
        <p:grpSpPr>
          <a:xfrm>
            <a:off x="3233821" y="5361133"/>
            <a:ext cx="4109896" cy="1103381"/>
            <a:chOff x="475390" y="3942441"/>
            <a:chExt cx="2064610" cy="1097370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301299C9-6A3A-63EF-A512-80FD0C7CC18A}"/>
                </a:ext>
              </a:extLst>
            </p:cNvPr>
            <p:cNvSpPr txBox="1"/>
            <p:nvPr/>
          </p:nvSpPr>
          <p:spPr>
            <a:xfrm>
              <a:off x="536333" y="4115212"/>
              <a:ext cx="1942723" cy="6147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kumimoji="1"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部分测例可以直接察看到预期行为，可以根据测试的期望进行修改</a:t>
              </a:r>
              <a:endParaRPr kumimoji="1"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16DB0CCD-EC95-66BC-021F-F6D80F2FD680}"/>
                </a:ext>
              </a:extLst>
            </p:cNvPr>
            <p:cNvSpPr/>
            <p:nvPr/>
          </p:nvSpPr>
          <p:spPr>
            <a:xfrm>
              <a:off x="475390" y="3942441"/>
              <a:ext cx="2064610" cy="1097370"/>
            </a:xfrm>
            <a:prstGeom prst="roundRect">
              <a:avLst>
                <a:gd name="adj" fmla="val 15121"/>
              </a:avLst>
            </a:prstGeom>
            <a:noFill/>
            <a:ln>
              <a:prstDash val="dash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/>
            </a:bodyPr>
            <a:lstStyle/>
            <a:p>
              <a:pPr algn="l">
                <a:lnSpc>
                  <a:spcPct val="130000"/>
                </a:lnSpc>
              </a:pPr>
              <a:endPara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CEBC7E94-31B0-1AB4-6C92-C2D24048AA11}"/>
              </a:ext>
            </a:extLst>
          </p:cNvPr>
          <p:cNvCxnSpPr>
            <a:cxnSpLocks/>
          </p:cNvCxnSpPr>
          <p:nvPr/>
        </p:nvCxnSpPr>
        <p:spPr>
          <a:xfrm>
            <a:off x="7809832" y="1057061"/>
            <a:ext cx="0" cy="5739039"/>
          </a:xfrm>
          <a:prstGeom prst="line">
            <a:avLst/>
          </a:prstGeom>
          <a:ln w="19050">
            <a:solidFill>
              <a:srgbClr val="12523D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D2A90B03-E0A8-F1AE-23FE-701D00F460B7}"/>
              </a:ext>
            </a:extLst>
          </p:cNvPr>
          <p:cNvSpPr/>
          <p:nvPr/>
        </p:nvSpPr>
        <p:spPr>
          <a:xfrm>
            <a:off x="8247276" y="1292634"/>
            <a:ext cx="3617803" cy="1326772"/>
          </a:xfrm>
          <a:prstGeom prst="roundRect">
            <a:avLst>
              <a:gd name="adj" fmla="val 15121"/>
            </a:avLst>
          </a:prstGeom>
          <a:noFill/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rmAutofit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2474BAA-E845-C92D-7773-FBAAF36AAEDF}"/>
              </a:ext>
            </a:extLst>
          </p:cNvPr>
          <p:cNvSpPr txBox="1"/>
          <p:nvPr/>
        </p:nvSpPr>
        <p:spPr>
          <a:xfrm>
            <a:off x="8345272" y="1525361"/>
            <a:ext cx="3554722" cy="904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更多的测例不能直接看到问题，我们可以使用</a:t>
            </a:r>
            <a:r>
              <a:rPr kumimoji="1"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wsl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运行标准的内核，使用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</a:t>
            </a:r>
            <a:r>
              <a:rPr kumimoji="1"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strace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对比每一个系统调用的行为和返回值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65374524-AA44-E557-8E93-FE53921A6F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7277" y="2821589"/>
            <a:ext cx="3617802" cy="364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6742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C2764-B6D9-0C6F-7019-C0B359C0E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E0AD74CD-DA80-9332-AB40-FA61644DC1C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6963" y="0"/>
            <a:ext cx="6711710" cy="6858000"/>
          </a:xfrm>
          <a:prstGeom prst="rect">
            <a:avLst/>
          </a:prstGeom>
        </p:spPr>
      </p:pic>
      <p:sp>
        <p:nvSpPr>
          <p:cNvPr id="10" name="矩形: 折角 9">
            <a:extLst>
              <a:ext uri="{FF2B5EF4-FFF2-40B4-BE49-F238E27FC236}">
                <a16:creationId xmlns:a16="http://schemas.microsoft.com/office/drawing/2014/main" id="{B744FDF8-A9E5-CADC-9B15-545CF5C197A6}"/>
              </a:ext>
            </a:extLst>
          </p:cNvPr>
          <p:cNvSpPr/>
          <p:nvPr/>
        </p:nvSpPr>
        <p:spPr>
          <a:xfrm>
            <a:off x="390002" y="1525361"/>
            <a:ext cx="2308419" cy="2411942"/>
          </a:xfrm>
          <a:prstGeom prst="foldedCorner">
            <a:avLst>
              <a:gd name="adj" fmla="val 9996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Autofit/>
          </a:bodyPr>
          <a:lstStyle/>
          <a:p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04409C3-B458-9F24-99DA-54594CBE2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3.3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经验总结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——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用户态调试经验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B6EF79B-C78B-F500-D468-BC65DCB96519}"/>
              </a:ext>
            </a:extLst>
          </p:cNvPr>
          <p:cNvSpPr txBox="1"/>
          <p:nvPr/>
        </p:nvSpPr>
        <p:spPr>
          <a:xfrm>
            <a:off x="561777" y="1679749"/>
            <a:ext cx="2136646" cy="1981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由于总是在测例中出现</a:t>
            </a:r>
            <a:r>
              <a:rPr kumimoji="1"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usertrap</a:t>
            </a:r>
            <a:r>
              <a:rPr kumimoji="1"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，或行为更诡异、在内核中无法直接观察的错误，我们需要使用</a:t>
            </a:r>
            <a:r>
              <a:rPr kumimoji="1"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gdb</a:t>
            </a:r>
            <a:r>
              <a:rPr kumimoji="1"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进入用户态调试</a:t>
            </a:r>
            <a:endParaRPr kumimoji="1"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CBE6FB69-36E3-153F-F491-9EC365307CDD}"/>
              </a:ext>
            </a:extLst>
          </p:cNvPr>
          <p:cNvCxnSpPr>
            <a:cxnSpLocks/>
          </p:cNvCxnSpPr>
          <p:nvPr/>
        </p:nvCxnSpPr>
        <p:spPr>
          <a:xfrm>
            <a:off x="4961466" y="1118961"/>
            <a:ext cx="0" cy="5739039"/>
          </a:xfrm>
          <a:prstGeom prst="line">
            <a:avLst/>
          </a:prstGeom>
          <a:ln w="19050">
            <a:solidFill>
              <a:srgbClr val="12523D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B292FC55-2F56-9765-216B-238052986763}"/>
              </a:ext>
            </a:extLst>
          </p:cNvPr>
          <p:cNvGrpSpPr/>
          <p:nvPr/>
        </p:nvGrpSpPr>
        <p:grpSpPr>
          <a:xfrm>
            <a:off x="2963336" y="1525362"/>
            <a:ext cx="1820324" cy="2411942"/>
            <a:chOff x="475390" y="3942441"/>
            <a:chExt cx="2064610" cy="1097370"/>
          </a:xfrm>
        </p:grpSpPr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3B66B285-584E-8BEB-8AE9-4E03DD223F52}"/>
                </a:ext>
              </a:extLst>
            </p:cNvPr>
            <p:cNvSpPr txBox="1"/>
            <p:nvPr/>
          </p:nvSpPr>
          <p:spPr>
            <a:xfrm>
              <a:off x="597277" y="4023925"/>
              <a:ext cx="1942723" cy="9077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kumimoji="1"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自行编译了带符号表的</a:t>
              </a:r>
              <a:r>
                <a:rPr kumimoji="1" lang="en-US" altLang="zh-CN" sz="16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glibc</a:t>
              </a:r>
              <a:r>
                <a:rPr kumimoji="1"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动态链接启动程序、</a:t>
              </a:r>
              <a:r>
                <a:rPr kumimoji="1" lang="en-US" altLang="zh-CN" sz="16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musl</a:t>
              </a:r>
              <a:r>
                <a:rPr kumimoji="1"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库函数、</a:t>
              </a:r>
              <a:r>
                <a:rPr kumimoji="1" lang="en-US" altLang="zh-CN" sz="16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busybox</a:t>
              </a:r>
              <a:r>
                <a:rPr kumimoji="1"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便于</a:t>
              </a:r>
              <a:r>
                <a:rPr kumimoji="1" lang="en-US" altLang="zh-CN" sz="16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gdb</a:t>
              </a:r>
              <a:r>
                <a:rPr kumimoji="1"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定位</a:t>
              </a:r>
              <a:endParaRPr kumimoji="1"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E0A3EBBE-BDA2-265D-87D3-E73CA818784D}"/>
                </a:ext>
              </a:extLst>
            </p:cNvPr>
            <p:cNvSpPr/>
            <p:nvPr/>
          </p:nvSpPr>
          <p:spPr>
            <a:xfrm>
              <a:off x="475390" y="3942441"/>
              <a:ext cx="2064610" cy="1097370"/>
            </a:xfrm>
            <a:prstGeom prst="roundRect">
              <a:avLst>
                <a:gd name="adj" fmla="val 9136"/>
              </a:avLst>
            </a:prstGeom>
            <a:noFill/>
            <a:ln>
              <a:prstDash val="dash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/>
            </a:bodyPr>
            <a:lstStyle/>
            <a:p>
              <a:pPr algn="l">
                <a:lnSpc>
                  <a:spcPct val="130000"/>
                </a:lnSpc>
              </a:pPr>
              <a:endPara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C845F9D7-1A9E-2C63-FA0C-D191675C34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003" y="4246034"/>
            <a:ext cx="4393658" cy="123773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36E10DF-204D-03D0-9894-B41E1A687B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8769" y="1704458"/>
            <a:ext cx="6674172" cy="3530112"/>
          </a:xfrm>
          <a:prstGeom prst="rect">
            <a:avLst/>
          </a:prstGeom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1A2FB1DF-72CA-3C24-39FA-F209856DB207}"/>
              </a:ext>
            </a:extLst>
          </p:cNvPr>
          <p:cNvGrpSpPr/>
          <p:nvPr/>
        </p:nvGrpSpPr>
        <p:grpSpPr>
          <a:xfrm>
            <a:off x="5757344" y="5727650"/>
            <a:ext cx="5589208" cy="825550"/>
            <a:chOff x="474942" y="3942441"/>
            <a:chExt cx="2065058" cy="1877194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1E9DC50C-EF69-0D4D-D892-1B58314CF18C}"/>
                </a:ext>
              </a:extLst>
            </p:cNvPr>
            <p:cNvSpPr txBox="1"/>
            <p:nvPr/>
          </p:nvSpPr>
          <p:spPr>
            <a:xfrm>
              <a:off x="597277" y="4023925"/>
              <a:ext cx="1942723" cy="15898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kumimoji="1"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核心技术：进入后查看函数调用栈、寄存器值，对比发现出问题的指令</a:t>
              </a:r>
              <a:endParaRPr kumimoji="1"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9B9894B2-A37C-BEDD-3C62-465358507738}"/>
                </a:ext>
              </a:extLst>
            </p:cNvPr>
            <p:cNvSpPr/>
            <p:nvPr/>
          </p:nvSpPr>
          <p:spPr>
            <a:xfrm>
              <a:off x="474942" y="3942441"/>
              <a:ext cx="2065058" cy="1877194"/>
            </a:xfrm>
            <a:prstGeom prst="roundRect">
              <a:avLst>
                <a:gd name="adj" fmla="val 9136"/>
              </a:avLst>
            </a:prstGeom>
            <a:noFill/>
            <a:ln>
              <a:prstDash val="dash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/>
            </a:bodyPr>
            <a:lstStyle/>
            <a:p>
              <a:pPr algn="l">
                <a:lnSpc>
                  <a:spcPct val="130000"/>
                </a:lnSpc>
              </a:pPr>
              <a:endPara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395025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建筑外的招牌&#10;&#10;中度可信度描述已自动生成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03"/>
          <a:stretch>
            <a:fillRect/>
          </a:stretch>
        </p:blipFill>
        <p:spPr>
          <a:xfrm>
            <a:off x="1270" y="3724"/>
            <a:ext cx="12190730" cy="6854276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0" y="-3724"/>
            <a:ext cx="12192000" cy="6858000"/>
          </a:xfrm>
          <a:prstGeom prst="rect">
            <a:avLst/>
          </a:prstGeom>
          <a:gradFill>
            <a:gsLst>
              <a:gs pos="50000">
                <a:srgbClr val="FFFFFF">
                  <a:alpha val="90000"/>
                </a:srgbClr>
              </a:gs>
              <a:gs pos="100000">
                <a:schemeClr val="bg1">
                  <a:alpha val="0"/>
                </a:schemeClr>
              </a:gs>
              <a:gs pos="0">
                <a:schemeClr val="bg1">
                  <a:alpha val="9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rmAutofit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566429" y="2730107"/>
            <a:ext cx="36471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5400" dirty="0">
                <a:solidFill>
                  <a:schemeClr val="accent1"/>
                </a:solidFill>
                <a:latin typeface="+mn-ea"/>
                <a:cs typeface="思源黑体 CN Heavy" panose="020B0A00000000000000" charset="-122"/>
              </a:rPr>
              <a:t>感谢垂</a:t>
            </a:r>
            <a:r>
              <a:rPr lang="zh-CN" altLang="en-US" sz="5400" dirty="0">
                <a:solidFill>
                  <a:schemeClr val="accent1"/>
                </a:solidFill>
                <a:latin typeface="+mn-ea"/>
              </a:rPr>
              <a:t>听！</a:t>
            </a:r>
            <a:endParaRPr lang="en-US" altLang="zh-CN" sz="5400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755818" y="5299186"/>
            <a:ext cx="2680363" cy="796455"/>
          </a:xfrm>
          <a:prstGeom prst="rect">
            <a:avLst/>
          </a:prstGeom>
          <a:noFill/>
        </p:spPr>
        <p:txBody>
          <a:bodyPr wrap="square" lIns="180000" tIns="180000" rIns="180000" bIns="180000" rtlCol="0">
            <a:spAutoFit/>
          </a:bodyPr>
          <a:lstStyle/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kumimoji="1"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itka Small Semibold" pitchFamily="2" charset="0"/>
              </a:rPr>
              <a:t>欢迎交流、指正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HeaderHeight&quot;:15.0,&quot;FooterHeight&quot;:9.0,&quot;SideMargin&quot;:5.5,&quot;TopMargin&quot;:0.0,&quot;BottomMargin&quot;:0.0,&quot;IntervalMargin&quot;:1.5,&quot;SettingType&quot;:&quot;System&quot;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D-PA" val="v1.0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D-PA" val="v1.0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D-PA" val="v1.0.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D-PA" val="v1.0.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D-PA" val="v1.0.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D-PA" val="v1.0.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D-PA" val="v1.0.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D-PA" val="v1.0.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D-PA" val="v1.0.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D-PA" val="v1.0.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D-PA" val="v1.0.0"/>
</p:tagLst>
</file>

<file path=ppt/theme/theme1.xml><?xml version="1.0" encoding="utf-8"?>
<a:theme xmlns:a="http://schemas.openxmlformats.org/drawingml/2006/main" name="Office 主题​​">
  <a:themeElements>
    <a:clrScheme name="自定义 91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074996"/>
      </a:accent1>
      <a:accent2>
        <a:srgbClr val="013785"/>
      </a:accent2>
      <a:accent3>
        <a:srgbClr val="FC5960"/>
      </a:accent3>
      <a:accent4>
        <a:srgbClr val="0D86D9"/>
      </a:accent4>
      <a:accent5>
        <a:srgbClr val="1E7CB1"/>
      </a:accent5>
      <a:accent6>
        <a:srgbClr val="93CCEB"/>
      </a:accent6>
      <a:hlink>
        <a:srgbClr val="4472C4"/>
      </a:hlink>
      <a:folHlink>
        <a:srgbClr val="BFBFBF"/>
      </a:folHlink>
    </a:clrScheme>
    <a:fontScheme name="自定义 22">
      <a:majorFont>
        <a:latin typeface="Arial"/>
        <a:ea typeface="微软雅黑"/>
        <a:cs typeface=""/>
      </a:majorFont>
      <a:minorFont>
        <a:latin typeface="Arial"/>
        <a:ea typeface="华文中宋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<a:normAutofit/>
      </a:bodyPr>
      <a:lstStyle>
        <a:defPPr algn="l">
          <a:lnSpc>
            <a:spcPct val="130000"/>
          </a:lnSpc>
          <a:defRPr kumimoji="1" sz="2000" dirty="0">
            <a:solidFill>
              <a:schemeClr val="tx1">
                <a:lumMod val="75000"/>
                <a:lumOff val="25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180000" tIns="180000" rIns="180000" bIns="180000" rtlCol="0">
        <a:spAutoFit/>
      </a:bodyPr>
      <a:lstStyle>
        <a:defPPr algn="just">
          <a:lnSpc>
            <a:spcPct val="130000"/>
          </a:lnSpc>
          <a:spcAft>
            <a:spcPts val="600"/>
          </a:spcAft>
          <a:defRPr kumimoji="1" dirty="0">
            <a:solidFill>
              <a:schemeClr val="tx1">
                <a:lumMod val="75000"/>
                <a:lumOff val="25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91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074996"/>
      </a:accent1>
      <a:accent2>
        <a:srgbClr val="013785"/>
      </a:accent2>
      <a:accent3>
        <a:srgbClr val="FC5960"/>
      </a:accent3>
      <a:accent4>
        <a:srgbClr val="0D86D9"/>
      </a:accent4>
      <a:accent5>
        <a:srgbClr val="1E7CB1"/>
      </a:accent5>
      <a:accent6>
        <a:srgbClr val="93CCEB"/>
      </a:accent6>
      <a:hlink>
        <a:srgbClr val="4472C4"/>
      </a:hlink>
      <a:folHlink>
        <a:srgbClr val="BFBFBF"/>
      </a:folHlink>
    </a:clrScheme>
    <a:fontScheme name="自定义 22">
      <a:majorFont>
        <a:latin typeface="Arial"/>
        <a:ea typeface="微软雅黑"/>
        <a:cs typeface=""/>
      </a:majorFont>
      <a:minorFont>
        <a:latin typeface="Arial"/>
        <a:ea typeface="华文中宋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<a:normAutofit/>
      </a:bodyPr>
      <a:lstStyle>
        <a:defPPr algn="l">
          <a:lnSpc>
            <a:spcPct val="130000"/>
          </a:lnSpc>
          <a:defRPr kumimoji="1" sz="2000" dirty="0">
            <a:solidFill>
              <a:schemeClr val="tx1">
                <a:lumMod val="75000"/>
                <a:lumOff val="25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180000" tIns="180000" rIns="180000" bIns="180000" rtlCol="0">
        <a:spAutoFit/>
      </a:bodyPr>
      <a:lstStyle>
        <a:defPPr algn="just">
          <a:lnSpc>
            <a:spcPct val="130000"/>
          </a:lnSpc>
          <a:spcAft>
            <a:spcPts val="600"/>
          </a:spcAft>
          <a:defRPr kumimoji="1" dirty="0">
            <a:solidFill>
              <a:schemeClr val="tx1">
                <a:lumMod val="75000"/>
                <a:lumOff val="25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709</TotalTime>
  <Words>7482</Words>
  <Application>Microsoft Office PowerPoint</Application>
  <PresentationFormat>宽屏</PresentationFormat>
  <Paragraphs>383</Paragraphs>
  <Slides>46</Slides>
  <Notes>37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46</vt:i4>
      </vt:variant>
    </vt:vector>
  </HeadingPairs>
  <TitlesOfParts>
    <vt:vector size="60" baseType="lpstr">
      <vt:lpstr>等线 Light</vt:lpstr>
      <vt:lpstr>华文中宋</vt:lpstr>
      <vt:lpstr>Wingdings</vt:lpstr>
      <vt:lpstr>方正舒体</vt:lpstr>
      <vt:lpstr>Century Gothic</vt:lpstr>
      <vt:lpstr>Calibri</vt:lpstr>
      <vt:lpstr>方正小标宋简体</vt:lpstr>
      <vt:lpstr>Cambria</vt:lpstr>
      <vt:lpstr>等线</vt:lpstr>
      <vt:lpstr>Sitka Small Semibold</vt:lpstr>
      <vt:lpstr>微软雅黑</vt:lpstr>
      <vt:lpstr>Arial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1.1 整体架构</vt:lpstr>
      <vt:lpstr>1.2 参考的代码</vt:lpstr>
      <vt:lpstr>PowerPoint 演示文稿</vt:lpstr>
      <vt:lpstr>2.1 机器启动</vt:lpstr>
      <vt:lpstr>2.1 总体逻辑路线 </vt:lpstr>
      <vt:lpstr>2.2 中断管理器</vt:lpstr>
      <vt:lpstr>2.3 内存管理——地址空间</vt:lpstr>
      <vt:lpstr>2.3 内存管理——物理内存管理器</vt:lpstr>
      <vt:lpstr>2.3 内存管理——堆内存管理器</vt:lpstr>
      <vt:lpstr>2.3 内存管理——虚拟内存管理器</vt:lpstr>
      <vt:lpstr>2.4 进程管理——进程控制块</vt:lpstr>
      <vt:lpstr>2.4 进程管理——进程调度</vt:lpstr>
      <vt:lpstr>2.4 进程管理——双管理器</vt:lpstr>
      <vt:lpstr>2.4 进程管理——内存管理器</vt:lpstr>
      <vt:lpstr>2.4 进程管理——系统调用</vt:lpstr>
      <vt:lpstr>2.5  文件系统——虚拟文件系统 </vt:lpstr>
      <vt:lpstr>2.5 文件系统———虚拟文件架构 </vt:lpstr>
      <vt:lpstr>2.5 支持的文件操作</vt:lpstr>
      <vt:lpstr>2.5 支持的文件操作</vt:lpstr>
      <vt:lpstr>2.6 进程间通信——信号机制 </vt:lpstr>
      <vt:lpstr>2.6  进程间通信——信号机制 </vt:lpstr>
      <vt:lpstr>2.6  进程间通信——Futex </vt:lpstr>
      <vt:lpstr>2.6  进程间通信——管道</vt:lpstr>
      <vt:lpstr>2.6  进程间通信——管道</vt:lpstr>
      <vt:lpstr>2.6 进程间通信——共享内存</vt:lpstr>
      <vt:lpstr>PowerPoint 演示文稿</vt:lpstr>
      <vt:lpstr>2.7 网络模块——标准BSD Socket接口</vt:lpstr>
      <vt:lpstr>2.8 设备管理</vt:lpstr>
      <vt:lpstr>PowerPoint 演示文稿</vt:lpstr>
      <vt:lpstr>3.1 工作总结（初赛阶段）</vt:lpstr>
      <vt:lpstr>3.1 工作重点（决赛阶段）</vt:lpstr>
      <vt:lpstr>PowerPoint 演示文稿</vt:lpstr>
      <vt:lpstr>PowerPoint 演示文稿</vt:lpstr>
      <vt:lpstr>PowerPoint 演示文稿</vt:lpstr>
      <vt:lpstr>PowerPoint 演示文稿</vt:lpstr>
      <vt:lpstr>3.3 经验总结——概述</vt:lpstr>
      <vt:lpstr>3.3 经验总结——问题记录</vt:lpstr>
      <vt:lpstr>3.3 经验总结——调试日志</vt:lpstr>
      <vt:lpstr>3.3 经验总结——用户态调试经验</vt:lpstr>
      <vt:lpstr>3.3 经验总结——用户态调试经验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Daniel Cao</cp:lastModifiedBy>
  <cp:revision>58</cp:revision>
  <cp:lastPrinted>2019-04-07T21:47:00Z</cp:lastPrinted>
  <dcterms:created xsi:type="dcterms:W3CDTF">2019-03-13T22:13:00Z</dcterms:created>
  <dcterms:modified xsi:type="dcterms:W3CDTF">2025-08-21T02:10:19Z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v-yunxl@microsoft.com</vt:lpwstr>
  </property>
  <property fmtid="{D5CDD505-2E9C-101B-9397-08002B2CF9AE}" pid="5" name="MSIP_Label_f42aa342-8706-4288-bd11-ebb85995028c_SetDate">
    <vt:lpwstr>2019-05-10T09:28:08.0350032Z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a3d39c64-67eb-4225-a22b-7af955a92bde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  <property fmtid="{D5CDD505-2E9C-101B-9397-08002B2CF9AE}" pid="11" name="ICV">
    <vt:lpwstr>DE5C2D811AB14E53828B85E583C03D48_12</vt:lpwstr>
  </property>
  <property fmtid="{D5CDD505-2E9C-101B-9397-08002B2CF9AE}" pid="12" name="KSOProductBuildVer">
    <vt:lpwstr>2052-12.1.0.21541</vt:lpwstr>
  </property>
</Properties>
</file>