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75" r:id="rId2"/>
  </p:sldMasterIdLst>
  <p:notesMasterIdLst>
    <p:notesMasterId r:id="rId40"/>
  </p:notesMasterIdLst>
  <p:handoutMasterIdLst>
    <p:handoutMasterId r:id="rId41"/>
  </p:handoutMasterIdLst>
  <p:sldIdLst>
    <p:sldId id="1746" r:id="rId3"/>
    <p:sldId id="1748" r:id="rId4"/>
    <p:sldId id="1762" r:id="rId5"/>
    <p:sldId id="1778" r:id="rId6"/>
    <p:sldId id="1736" r:id="rId7"/>
    <p:sldId id="1732" r:id="rId8"/>
    <p:sldId id="1779" r:id="rId9"/>
    <p:sldId id="1798" r:id="rId10"/>
    <p:sldId id="1780" r:id="rId11"/>
    <p:sldId id="1781" r:id="rId12"/>
    <p:sldId id="1782" r:id="rId13"/>
    <p:sldId id="1799" r:id="rId14"/>
    <p:sldId id="1800" r:id="rId15"/>
    <p:sldId id="1801" r:id="rId16"/>
    <p:sldId id="1802" r:id="rId17"/>
    <p:sldId id="1803" r:id="rId18"/>
    <p:sldId id="1785" r:id="rId19"/>
    <p:sldId id="1804" r:id="rId20"/>
    <p:sldId id="1805" r:id="rId21"/>
    <p:sldId id="1806" r:id="rId22"/>
    <p:sldId id="1786" r:id="rId23"/>
    <p:sldId id="1807" r:id="rId24"/>
    <p:sldId id="1787" r:id="rId25"/>
    <p:sldId id="1808" r:id="rId26"/>
    <p:sldId id="1809" r:id="rId27"/>
    <p:sldId id="1811" r:id="rId28"/>
    <p:sldId id="1812" r:id="rId29"/>
    <p:sldId id="1810" r:id="rId30"/>
    <p:sldId id="1813" r:id="rId31"/>
    <p:sldId id="1814" r:id="rId32"/>
    <p:sldId id="1815" r:id="rId33"/>
    <p:sldId id="1816" r:id="rId34"/>
    <p:sldId id="1789" r:id="rId35"/>
    <p:sldId id="1790" r:id="rId36"/>
    <p:sldId id="1791" r:id="rId37"/>
    <p:sldId id="1792" r:id="rId38"/>
    <p:sldId id="1745" r:id="rId39"/>
  </p:sldIdLst>
  <p:sldSz cx="12192000" cy="6858000"/>
  <p:notesSz cx="6858000" cy="9144000"/>
  <p:embeddedFontLst>
    <p:embeddedFont>
      <p:font typeface="方正小标宋简体" panose="02010600030101010101" charset="-122"/>
      <p:regular r:id="rId42"/>
    </p:embeddedFont>
    <p:embeddedFont>
      <p:font typeface="Impact" panose="020B0806030902050204" pitchFamily="34" charset="0"/>
      <p:regular r:id="rId43"/>
    </p:embeddedFont>
    <p:embeddedFont>
      <p:font typeface="Sitka Small Semibold" pitchFamily="2" charset="0"/>
      <p:bold r:id="rId44"/>
      <p:boldItalic r:id="rId45"/>
    </p:embeddedFont>
    <p:embeddedFont>
      <p:font typeface="等线" panose="02010600030101010101" pitchFamily="2" charset="-122"/>
      <p:regular r:id="rId46"/>
      <p:bold r:id="rId47"/>
    </p:embeddedFont>
    <p:embeddedFont>
      <p:font typeface="华文中宋" panose="02010600040101010101" pitchFamily="2" charset="-122"/>
      <p:regular r:id="rId48"/>
    </p:embeddedFont>
  </p:embeddedFontLst>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C8A4"/>
    <a:srgbClr val="013785"/>
    <a:srgbClr val="FFAFBA"/>
    <a:srgbClr val="FF7F94"/>
    <a:srgbClr val="F660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24" autoAdjust="0"/>
    <p:restoredTop sz="83233" autoAdjust="0"/>
  </p:normalViewPr>
  <p:slideViewPr>
    <p:cSldViewPr snapToGrid="0">
      <p:cViewPr varScale="1">
        <p:scale>
          <a:sx n="75" d="100"/>
          <a:sy n="75" d="100"/>
        </p:scale>
        <p:origin x="679" y="34"/>
      </p:cViewPr>
      <p:guideLst/>
    </p:cSldViewPr>
  </p:slideViewPr>
  <p:notesTextViewPr>
    <p:cViewPr>
      <p:scale>
        <a:sx n="1" d="1"/>
        <a:sy n="1" d="1"/>
      </p:scale>
      <p:origin x="0" y="0"/>
    </p:cViewPr>
  </p:notesTextViewPr>
  <p:sorterViewPr>
    <p:cViewPr>
      <p:scale>
        <a:sx n="90" d="100"/>
        <a:sy n="90" d="100"/>
      </p:scale>
      <p:origin x="0" y="0"/>
    </p:cViewPr>
  </p:sorterViewPr>
  <p:notesViewPr>
    <p:cSldViewPr snapToGrid="0" showGuides="1">
      <p:cViewPr varScale="1">
        <p:scale>
          <a:sx n="82" d="100"/>
          <a:sy n="82" d="100"/>
        </p:scale>
        <p:origin x="2784"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4.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3.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5.fntdata"/><Relationship Id="rId20" Type="http://schemas.openxmlformats.org/officeDocument/2006/relationships/slide" Target="slides/slide18.xml"/><Relationship Id="rId41" Type="http://schemas.openxmlformats.org/officeDocument/2006/relationships/handoutMaster" Target="handoutMasters/handoutMaster1.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Cao" userId="45cbaa2483b5b87c" providerId="LiveId" clId="{92E35CCE-B9D8-445A-867E-0CB885EBC3C4}"/>
    <pc:docChg chg="undo redo custSel addSld delSld modSld">
      <pc:chgData name="Daniel Cao" userId="45cbaa2483b5b87c" providerId="LiveId" clId="{92E35CCE-B9D8-445A-867E-0CB885EBC3C4}" dt="2025-06-30T09:49:21.468" v="3925" actId="1076"/>
      <pc:docMkLst>
        <pc:docMk/>
      </pc:docMkLst>
      <pc:sldChg chg="addSp delSp modSp mod addAnim delAnim">
        <pc:chgData name="Daniel Cao" userId="45cbaa2483b5b87c" providerId="LiveId" clId="{92E35CCE-B9D8-445A-867E-0CB885EBC3C4}" dt="2025-06-29T10:36:08.139" v="3137" actId="1076"/>
        <pc:sldMkLst>
          <pc:docMk/>
          <pc:sldMk cId="0" sldId="1732"/>
        </pc:sldMkLst>
        <pc:spChg chg="add del mod">
          <ac:chgData name="Daniel Cao" userId="45cbaa2483b5b87c" providerId="LiveId" clId="{92E35CCE-B9D8-445A-867E-0CB885EBC3C4}" dt="2025-06-29T10:35:45.685" v="3134" actId="2711"/>
          <ac:spMkLst>
            <pc:docMk/>
            <pc:sldMk cId="0" sldId="1732"/>
            <ac:spMk id="3" creationId="{D45D58DF-91E7-16AC-3D19-B0DB4931E86F}"/>
          </ac:spMkLst>
        </pc:spChg>
        <pc:spChg chg="add del mod">
          <ac:chgData name="Daniel Cao" userId="45cbaa2483b5b87c" providerId="LiveId" clId="{92E35CCE-B9D8-445A-867E-0CB885EBC3C4}" dt="2025-06-29T08:52:55.250" v="618" actId="478"/>
          <ac:spMkLst>
            <pc:docMk/>
            <pc:sldMk cId="0" sldId="1732"/>
            <ac:spMk id="4" creationId="{913F688D-D791-C8FD-A87A-2AEC5C7D840A}"/>
          </ac:spMkLst>
        </pc:spChg>
        <pc:spChg chg="add del">
          <ac:chgData name="Daniel Cao" userId="45cbaa2483b5b87c" providerId="LiveId" clId="{92E35CCE-B9D8-445A-867E-0CB885EBC3C4}" dt="2025-06-29T08:53:09.184" v="625" actId="22"/>
          <ac:spMkLst>
            <pc:docMk/>
            <pc:sldMk cId="0" sldId="1732"/>
            <ac:spMk id="6" creationId="{3FCE4E0E-CEF5-6EF9-56DB-4558F994526E}"/>
          </ac:spMkLst>
        </pc:spChg>
        <pc:spChg chg="add mod ord">
          <ac:chgData name="Daniel Cao" userId="45cbaa2483b5b87c" providerId="LiveId" clId="{92E35CCE-B9D8-445A-867E-0CB885EBC3C4}" dt="2025-06-29T10:35:45.685" v="3134" actId="2711"/>
          <ac:spMkLst>
            <pc:docMk/>
            <pc:sldMk cId="0" sldId="1732"/>
            <ac:spMk id="7" creationId="{8CC9DA99-7CFC-91E3-E55D-8BAD0B7B18DF}"/>
          </ac:spMkLst>
        </pc:spChg>
        <pc:spChg chg="add del">
          <ac:chgData name="Daniel Cao" userId="45cbaa2483b5b87c" providerId="LiveId" clId="{92E35CCE-B9D8-445A-867E-0CB885EBC3C4}" dt="2025-06-29T08:57:42.192" v="665" actId="22"/>
          <ac:spMkLst>
            <pc:docMk/>
            <pc:sldMk cId="0" sldId="1732"/>
            <ac:spMk id="9" creationId="{305DDDE0-41B1-4D9F-B809-1986CB0106CE}"/>
          </ac:spMkLst>
        </pc:spChg>
        <pc:spChg chg="add del mod">
          <ac:chgData name="Daniel Cao" userId="45cbaa2483b5b87c" providerId="LiveId" clId="{92E35CCE-B9D8-445A-867E-0CB885EBC3C4}" dt="2025-06-29T08:53:04.166" v="621" actId="478"/>
          <ac:spMkLst>
            <pc:docMk/>
            <pc:sldMk cId="0" sldId="1732"/>
            <ac:spMk id="12" creationId="{B3B258E6-EDBE-998B-3963-2C662A8A968B}"/>
          </ac:spMkLst>
        </pc:spChg>
        <pc:spChg chg="add del mod">
          <ac:chgData name="Daniel Cao" userId="45cbaa2483b5b87c" providerId="LiveId" clId="{92E35CCE-B9D8-445A-867E-0CB885EBC3C4}" dt="2025-06-29T08:53:03.290" v="620" actId="478"/>
          <ac:spMkLst>
            <pc:docMk/>
            <pc:sldMk cId="0" sldId="1732"/>
            <ac:spMk id="13" creationId="{3FEBE670-F3EB-1607-DD42-E31639F4100E}"/>
          </ac:spMkLst>
        </pc:spChg>
        <pc:spChg chg="add del mod">
          <ac:chgData name="Daniel Cao" userId="45cbaa2483b5b87c" providerId="LiveId" clId="{92E35CCE-B9D8-445A-867E-0CB885EBC3C4}" dt="2025-06-29T08:53:05.530" v="622" actId="478"/>
          <ac:spMkLst>
            <pc:docMk/>
            <pc:sldMk cId="0" sldId="1732"/>
            <ac:spMk id="14" creationId="{54CCDEF5-418C-78D7-06DC-3718A458E21F}"/>
          </ac:spMkLst>
        </pc:spChg>
        <pc:picChg chg="add del mod">
          <ac:chgData name="Daniel Cao" userId="45cbaa2483b5b87c" providerId="LiveId" clId="{92E35CCE-B9D8-445A-867E-0CB885EBC3C4}" dt="2025-06-29T08:52:58.300" v="619" actId="478"/>
          <ac:picMkLst>
            <pc:docMk/>
            <pc:sldMk cId="0" sldId="1732"/>
            <ac:picMk id="11" creationId="{117E770D-400C-B048-BE9E-24DBB8AD0E65}"/>
          </ac:picMkLst>
        </pc:picChg>
        <pc:picChg chg="add del mod">
          <ac:chgData name="Daniel Cao" userId="45cbaa2483b5b87c" providerId="LiveId" clId="{92E35CCE-B9D8-445A-867E-0CB885EBC3C4}" dt="2025-06-29T08:57:36.342" v="663" actId="478"/>
          <ac:picMkLst>
            <pc:docMk/>
            <pc:sldMk cId="0" sldId="1732"/>
            <ac:picMk id="1026" creationId="{612E0920-891D-A3AB-DE8F-7258D4656D4C}"/>
          </ac:picMkLst>
        </pc:picChg>
        <pc:picChg chg="add mod">
          <ac:chgData name="Daniel Cao" userId="45cbaa2483b5b87c" providerId="LiveId" clId="{92E35CCE-B9D8-445A-867E-0CB885EBC3C4}" dt="2025-06-29T10:36:08.139" v="3137" actId="1076"/>
          <ac:picMkLst>
            <pc:docMk/>
            <pc:sldMk cId="0" sldId="1732"/>
            <ac:picMk id="1028" creationId="{1C07FDD3-4B48-FF51-A4F6-C1B65F6464AD}"/>
          </ac:picMkLst>
        </pc:picChg>
        <pc:cxnChg chg="add del mod">
          <ac:chgData name="Daniel Cao" userId="45cbaa2483b5b87c" providerId="LiveId" clId="{92E35CCE-B9D8-445A-867E-0CB885EBC3C4}" dt="2025-06-29T08:53:06.108" v="623" actId="478"/>
          <ac:cxnSpMkLst>
            <pc:docMk/>
            <pc:sldMk cId="0" sldId="1732"/>
            <ac:cxnSpMk id="16" creationId="{97121ED5-533F-EFA5-0FC7-C93D3E324B53}"/>
          </ac:cxnSpMkLst>
        </pc:cxnChg>
      </pc:sldChg>
      <pc:sldChg chg="modSp mod">
        <pc:chgData name="Daniel Cao" userId="45cbaa2483b5b87c" providerId="LiveId" clId="{92E35CCE-B9D8-445A-867E-0CB885EBC3C4}" dt="2025-06-29T10:36:13.372" v="3139" actId="27636"/>
        <pc:sldMkLst>
          <pc:docMk/>
          <pc:sldMk cId="2645326446" sldId="1736"/>
        </pc:sldMkLst>
        <pc:spChg chg="mod">
          <ac:chgData name="Daniel Cao" userId="45cbaa2483b5b87c" providerId="LiveId" clId="{92E35CCE-B9D8-445A-867E-0CB885EBC3C4}" dt="2025-06-29T10:36:13.334" v="3138" actId="2711"/>
          <ac:spMkLst>
            <pc:docMk/>
            <pc:sldMk cId="2645326446" sldId="1736"/>
            <ac:spMk id="7" creationId="{E61B409C-6DF5-654F-81A4-524FF21D753D}"/>
          </ac:spMkLst>
        </pc:spChg>
        <pc:spChg chg="mod">
          <ac:chgData name="Daniel Cao" userId="45cbaa2483b5b87c" providerId="LiveId" clId="{92E35CCE-B9D8-445A-867E-0CB885EBC3C4}" dt="2025-06-29T10:36:13.334" v="3138" actId="2711"/>
          <ac:spMkLst>
            <pc:docMk/>
            <pc:sldMk cId="2645326446" sldId="1736"/>
            <ac:spMk id="9" creationId="{FDF01BB6-2A63-CD46-AFA0-9CF49DACFE14}"/>
          </ac:spMkLst>
        </pc:spChg>
        <pc:spChg chg="mod">
          <ac:chgData name="Daniel Cao" userId="45cbaa2483b5b87c" providerId="LiveId" clId="{92E35CCE-B9D8-445A-867E-0CB885EBC3C4}" dt="2025-06-29T10:36:13.372" v="3139" actId="27636"/>
          <ac:spMkLst>
            <pc:docMk/>
            <pc:sldMk cId="2645326446" sldId="1736"/>
            <ac:spMk id="83" creationId="{C644B40C-C065-9D48-9E2A-C82C17560B15}"/>
          </ac:spMkLst>
        </pc:spChg>
      </pc:sldChg>
      <pc:sldChg chg="modSp mod">
        <pc:chgData name="Daniel Cao" userId="45cbaa2483b5b87c" providerId="LiveId" clId="{92E35CCE-B9D8-445A-867E-0CB885EBC3C4}" dt="2025-06-29T10:30:40.073" v="3071" actId="1076"/>
        <pc:sldMkLst>
          <pc:docMk/>
          <pc:sldMk cId="1234134231" sldId="1745"/>
        </pc:sldMkLst>
        <pc:spChg chg="mod">
          <ac:chgData name="Daniel Cao" userId="45cbaa2483b5b87c" providerId="LiveId" clId="{92E35CCE-B9D8-445A-867E-0CB885EBC3C4}" dt="2025-06-29T10:30:40.073" v="3071" actId="1076"/>
          <ac:spMkLst>
            <pc:docMk/>
            <pc:sldMk cId="1234134231" sldId="1745"/>
            <ac:spMk id="3" creationId="{D73188B8-5873-3EDF-7867-11AB8175CDB2}"/>
          </ac:spMkLst>
        </pc:spChg>
      </pc:sldChg>
      <pc:sldChg chg="modSp mod">
        <pc:chgData name="Daniel Cao" userId="45cbaa2483b5b87c" providerId="LiveId" clId="{92E35CCE-B9D8-445A-867E-0CB885EBC3C4}" dt="2025-06-29T10:37:08.157" v="3155" actId="2711"/>
        <pc:sldMkLst>
          <pc:docMk/>
          <pc:sldMk cId="1192126892" sldId="1748"/>
        </pc:sldMkLst>
        <pc:spChg chg="mod">
          <ac:chgData name="Daniel Cao" userId="45cbaa2483b5b87c" providerId="LiveId" clId="{92E35CCE-B9D8-445A-867E-0CB885EBC3C4}" dt="2025-06-29T10:37:08.157" v="3155" actId="2711"/>
          <ac:spMkLst>
            <pc:docMk/>
            <pc:sldMk cId="1192126892" sldId="1748"/>
            <ac:spMk id="4" creationId="{A518E6C0-A847-841E-87E6-B2C240C17167}"/>
          </ac:spMkLst>
        </pc:spChg>
        <pc:spChg chg="mod">
          <ac:chgData name="Daniel Cao" userId="45cbaa2483b5b87c" providerId="LiveId" clId="{92E35CCE-B9D8-445A-867E-0CB885EBC3C4}" dt="2025-06-29T10:37:08.157" v="3155" actId="2711"/>
          <ac:spMkLst>
            <pc:docMk/>
            <pc:sldMk cId="1192126892" sldId="1748"/>
            <ac:spMk id="10" creationId="{0122A63F-F884-8C8A-0347-5362E62671AB}"/>
          </ac:spMkLst>
        </pc:spChg>
        <pc:spChg chg="mod">
          <ac:chgData name="Daniel Cao" userId="45cbaa2483b5b87c" providerId="LiveId" clId="{92E35CCE-B9D8-445A-867E-0CB885EBC3C4}" dt="2025-06-29T10:37:08.157" v="3155" actId="2711"/>
          <ac:spMkLst>
            <pc:docMk/>
            <pc:sldMk cId="1192126892" sldId="1748"/>
            <ac:spMk id="12" creationId="{E445C47D-178A-2C3B-C305-B8A97DFD3D64}"/>
          </ac:spMkLst>
        </pc:spChg>
        <pc:spChg chg="mod">
          <ac:chgData name="Daniel Cao" userId="45cbaa2483b5b87c" providerId="LiveId" clId="{92E35CCE-B9D8-445A-867E-0CB885EBC3C4}" dt="2025-06-29T10:37:08.157" v="3155" actId="2711"/>
          <ac:spMkLst>
            <pc:docMk/>
            <pc:sldMk cId="1192126892" sldId="1748"/>
            <ac:spMk id="16" creationId="{3276F1F8-9CDB-256A-B216-B6A0451A3E1F}"/>
          </ac:spMkLst>
        </pc:spChg>
        <pc:picChg chg="mod">
          <ac:chgData name="Daniel Cao" userId="45cbaa2483b5b87c" providerId="LiveId" clId="{92E35CCE-B9D8-445A-867E-0CB885EBC3C4}" dt="2025-06-29T07:54:46.301" v="110" actId="1076"/>
          <ac:picMkLst>
            <pc:docMk/>
            <pc:sldMk cId="1192126892" sldId="1748"/>
            <ac:picMk id="194" creationId="{82B75349-FAB8-E0D6-EDC0-69F1E8E196D1}"/>
          </ac:picMkLst>
        </pc:picChg>
      </pc:sldChg>
      <pc:sldChg chg="addSp delSp modSp mod delAnim modAnim">
        <pc:chgData name="Daniel Cao" userId="45cbaa2483b5b87c" providerId="LiveId" clId="{92E35CCE-B9D8-445A-867E-0CB885EBC3C4}" dt="2025-06-29T10:37:03.078" v="3154" actId="1076"/>
        <pc:sldMkLst>
          <pc:docMk/>
          <pc:sldMk cId="3727802463" sldId="1762"/>
        </pc:sldMkLst>
        <pc:spChg chg="mod">
          <ac:chgData name="Daniel Cao" userId="45cbaa2483b5b87c" providerId="LiveId" clId="{92E35CCE-B9D8-445A-867E-0CB885EBC3C4}" dt="2025-06-29T10:37:00.592" v="3153" actId="14100"/>
          <ac:spMkLst>
            <pc:docMk/>
            <pc:sldMk cId="3727802463" sldId="1762"/>
            <ac:spMk id="2" creationId="{42D3CAC7-223F-4078-1F71-543FEA7208A6}"/>
          </ac:spMkLst>
        </pc:spChg>
        <pc:spChg chg="mod">
          <ac:chgData name="Daniel Cao" userId="45cbaa2483b5b87c" providerId="LiveId" clId="{92E35CCE-B9D8-445A-867E-0CB885EBC3C4}" dt="2025-06-29T10:37:03.078" v="3154" actId="1076"/>
          <ac:spMkLst>
            <pc:docMk/>
            <pc:sldMk cId="3727802463" sldId="1762"/>
            <ac:spMk id="3" creationId="{F89542D1-67E1-F453-49AB-9CE44BE9ABAA}"/>
          </ac:spMkLst>
        </pc:spChg>
        <pc:spChg chg="add del mod">
          <ac:chgData name="Daniel Cao" userId="45cbaa2483b5b87c" providerId="LiveId" clId="{92E35CCE-B9D8-445A-867E-0CB885EBC3C4}" dt="2025-06-29T08:01:55.512" v="209" actId="478"/>
          <ac:spMkLst>
            <pc:docMk/>
            <pc:sldMk cId="3727802463" sldId="1762"/>
            <ac:spMk id="4" creationId="{63E0C5DE-DCED-82F1-0EB9-A1156D33C780}"/>
          </ac:spMkLst>
        </pc:spChg>
        <pc:spChg chg="mod">
          <ac:chgData name="Daniel Cao" userId="45cbaa2483b5b87c" providerId="LiveId" clId="{92E35CCE-B9D8-445A-867E-0CB885EBC3C4}" dt="2025-06-29T10:36:51.293" v="3149" actId="2711"/>
          <ac:spMkLst>
            <pc:docMk/>
            <pc:sldMk cId="3727802463" sldId="1762"/>
            <ac:spMk id="7" creationId="{2AD94BA5-9516-DD60-5B2C-8AD126A297C9}"/>
          </ac:spMkLst>
        </pc:spChg>
        <pc:picChg chg="del">
          <ac:chgData name="Daniel Cao" userId="45cbaa2483b5b87c" providerId="LiveId" clId="{92E35CCE-B9D8-445A-867E-0CB885EBC3C4}" dt="2025-06-29T07:56:32.788" v="157" actId="478"/>
          <ac:picMkLst>
            <pc:docMk/>
            <pc:sldMk cId="3727802463" sldId="1762"/>
            <ac:picMk id="6" creationId="{160D941E-2836-42D0-E9AD-DE8BDDCB29E7}"/>
          </ac:picMkLst>
        </pc:picChg>
        <pc:picChg chg="del">
          <ac:chgData name="Daniel Cao" userId="45cbaa2483b5b87c" providerId="LiveId" clId="{92E35CCE-B9D8-445A-867E-0CB885EBC3C4}" dt="2025-06-29T07:56:32.788" v="157" actId="478"/>
          <ac:picMkLst>
            <pc:docMk/>
            <pc:sldMk cId="3727802463" sldId="1762"/>
            <ac:picMk id="9" creationId="{D8670655-49E9-4A34-8EA6-3A3A4C2BCF28}"/>
          </ac:picMkLst>
        </pc:picChg>
      </pc:sldChg>
      <pc:sldChg chg="modSp mod">
        <pc:chgData name="Daniel Cao" userId="45cbaa2483b5b87c" providerId="LiveId" clId="{92E35CCE-B9D8-445A-867E-0CB885EBC3C4}" dt="2025-06-30T09:33:19.055" v="3183" actId="1076"/>
        <pc:sldMkLst>
          <pc:docMk/>
          <pc:sldMk cId="1941985261" sldId="1778"/>
        </pc:sldMkLst>
        <pc:spChg chg="mod">
          <ac:chgData name="Daniel Cao" userId="45cbaa2483b5b87c" providerId="LiveId" clId="{92E35CCE-B9D8-445A-867E-0CB885EBC3C4}" dt="2025-06-29T10:36:46.054" v="3148" actId="1076"/>
          <ac:spMkLst>
            <pc:docMk/>
            <pc:sldMk cId="1941985261" sldId="1778"/>
            <ac:spMk id="2" creationId="{AFCDD9EB-3C06-1BD6-DB64-4EF690187961}"/>
          </ac:spMkLst>
        </pc:spChg>
        <pc:spChg chg="mod">
          <ac:chgData name="Daniel Cao" userId="45cbaa2483b5b87c" providerId="LiveId" clId="{92E35CCE-B9D8-445A-867E-0CB885EBC3C4}" dt="2025-06-30T09:33:11.125" v="3181" actId="1076"/>
          <ac:spMkLst>
            <pc:docMk/>
            <pc:sldMk cId="1941985261" sldId="1778"/>
            <ac:spMk id="4" creationId="{9393DD94-CBC2-46EC-CA6D-FE0B0CF6CA9E}"/>
          </ac:spMkLst>
        </pc:spChg>
        <pc:spChg chg="mod">
          <ac:chgData name="Daniel Cao" userId="45cbaa2483b5b87c" providerId="LiveId" clId="{92E35CCE-B9D8-445A-867E-0CB885EBC3C4}" dt="2025-06-29T10:36:46.054" v="3148" actId="1076"/>
          <ac:spMkLst>
            <pc:docMk/>
            <pc:sldMk cId="1941985261" sldId="1778"/>
            <ac:spMk id="7" creationId="{05A55661-83D7-F424-A747-F888017C0004}"/>
          </ac:spMkLst>
        </pc:spChg>
        <pc:spChg chg="mod">
          <ac:chgData name="Daniel Cao" userId="45cbaa2483b5b87c" providerId="LiveId" clId="{92E35CCE-B9D8-445A-867E-0CB885EBC3C4}" dt="2025-06-30T09:33:19.055" v="3183" actId="1076"/>
          <ac:spMkLst>
            <pc:docMk/>
            <pc:sldMk cId="1941985261" sldId="1778"/>
            <ac:spMk id="9" creationId="{947F92AF-042F-9855-D356-F484031E400F}"/>
          </ac:spMkLst>
        </pc:spChg>
        <pc:picChg chg="mod">
          <ac:chgData name="Daniel Cao" userId="45cbaa2483b5b87c" providerId="LiveId" clId="{92E35CCE-B9D8-445A-867E-0CB885EBC3C4}" dt="2025-06-29T10:36:20.774" v="3142" actId="1076"/>
          <ac:picMkLst>
            <pc:docMk/>
            <pc:sldMk cId="1941985261" sldId="1778"/>
            <ac:picMk id="5" creationId="{D43A96C6-9462-F65F-1AEB-3CA41B7AD12C}"/>
          </ac:picMkLst>
        </pc:picChg>
      </pc:sldChg>
      <pc:sldChg chg="modSp mod">
        <pc:chgData name="Daniel Cao" userId="45cbaa2483b5b87c" providerId="LiveId" clId="{92E35CCE-B9D8-445A-867E-0CB885EBC3C4}" dt="2025-06-29T10:35:40.250" v="3133" actId="2711"/>
        <pc:sldMkLst>
          <pc:docMk/>
          <pc:sldMk cId="86083095" sldId="1779"/>
        </pc:sldMkLst>
        <pc:spChg chg="mod">
          <ac:chgData name="Daniel Cao" userId="45cbaa2483b5b87c" providerId="LiveId" clId="{92E35CCE-B9D8-445A-867E-0CB885EBC3C4}" dt="2025-06-29T10:35:40.250" v="3133" actId="2711"/>
          <ac:spMkLst>
            <pc:docMk/>
            <pc:sldMk cId="86083095" sldId="1779"/>
            <ac:spMk id="7" creationId="{43A7C7F4-12EE-FBDF-C46B-1C40F84700F5}"/>
          </ac:spMkLst>
        </pc:spChg>
        <pc:spChg chg="mod">
          <ac:chgData name="Daniel Cao" userId="45cbaa2483b5b87c" providerId="LiveId" clId="{92E35CCE-B9D8-445A-867E-0CB885EBC3C4}" dt="2025-06-29T10:35:40.250" v="3133" actId="2711"/>
          <ac:spMkLst>
            <pc:docMk/>
            <pc:sldMk cId="86083095" sldId="1779"/>
            <ac:spMk id="9" creationId="{4647EF7E-A8E4-62F1-E8FF-E5C0B32DC18C}"/>
          </ac:spMkLst>
        </pc:spChg>
        <pc:spChg chg="mod">
          <ac:chgData name="Daniel Cao" userId="45cbaa2483b5b87c" providerId="LiveId" clId="{92E35CCE-B9D8-445A-867E-0CB885EBC3C4}" dt="2025-06-29T10:35:40.250" v="3133" actId="2711"/>
          <ac:spMkLst>
            <pc:docMk/>
            <pc:sldMk cId="86083095" sldId="1779"/>
            <ac:spMk id="83" creationId="{384FE9AE-66DA-1264-4A9A-60E75EAAC6BE}"/>
          </ac:spMkLst>
        </pc:spChg>
      </pc:sldChg>
      <pc:sldChg chg="addSp delSp modSp mod addAnim delAnim modAnim">
        <pc:chgData name="Daniel Cao" userId="45cbaa2483b5b87c" providerId="LiveId" clId="{92E35CCE-B9D8-445A-867E-0CB885EBC3C4}" dt="2025-06-29T09:41:12.487" v="1682"/>
        <pc:sldMkLst>
          <pc:docMk/>
          <pc:sldMk cId="803521764" sldId="1780"/>
        </pc:sldMkLst>
        <pc:spChg chg="mod">
          <ac:chgData name="Daniel Cao" userId="45cbaa2483b5b87c" providerId="LiveId" clId="{92E35CCE-B9D8-445A-867E-0CB885EBC3C4}" dt="2025-06-29T09:41:12.487" v="1682"/>
          <ac:spMkLst>
            <pc:docMk/>
            <pc:sldMk cId="803521764" sldId="1780"/>
            <ac:spMk id="2" creationId="{DFC025E0-603A-6838-7D38-F0475D2F9B5E}"/>
          </ac:spMkLst>
        </pc:spChg>
        <pc:spChg chg="mod">
          <ac:chgData name="Daniel Cao" userId="45cbaa2483b5b87c" providerId="LiveId" clId="{92E35CCE-B9D8-445A-867E-0CB885EBC3C4}" dt="2025-06-29T09:07:56.497" v="1024" actId="1076"/>
          <ac:spMkLst>
            <pc:docMk/>
            <pc:sldMk cId="803521764" sldId="1780"/>
            <ac:spMk id="4" creationId="{EC6119F0-6DA2-4DCA-6685-C57182DDE1B9}"/>
          </ac:spMkLst>
        </pc:spChg>
        <pc:spChg chg="mod">
          <ac:chgData name="Daniel Cao" userId="45cbaa2483b5b87c" providerId="LiveId" clId="{92E35CCE-B9D8-445A-867E-0CB885EBC3C4}" dt="2025-06-29T09:07:56.497" v="1024" actId="1076"/>
          <ac:spMkLst>
            <pc:docMk/>
            <pc:sldMk cId="803521764" sldId="1780"/>
            <ac:spMk id="5" creationId="{D5FBEAB2-CA7B-6210-1EC1-EBC781A4F1AE}"/>
          </ac:spMkLst>
        </pc:spChg>
        <pc:spChg chg="mod">
          <ac:chgData name="Daniel Cao" userId="45cbaa2483b5b87c" providerId="LiveId" clId="{92E35CCE-B9D8-445A-867E-0CB885EBC3C4}" dt="2025-06-29T09:04:55.495" v="928" actId="1076"/>
          <ac:spMkLst>
            <pc:docMk/>
            <pc:sldMk cId="803521764" sldId="1780"/>
            <ac:spMk id="6" creationId="{FC7F9EF6-88FA-2FC9-2DDB-E819FCBE1D7F}"/>
          </ac:spMkLst>
        </pc:spChg>
        <pc:spChg chg="del mod">
          <ac:chgData name="Daniel Cao" userId="45cbaa2483b5b87c" providerId="LiveId" clId="{92E35CCE-B9D8-445A-867E-0CB885EBC3C4}" dt="2025-06-29T09:07:19.880" v="1010" actId="478"/>
          <ac:spMkLst>
            <pc:docMk/>
            <pc:sldMk cId="803521764" sldId="1780"/>
            <ac:spMk id="7" creationId="{EC045D76-4EA9-487E-794C-0643D9B133A9}"/>
          </ac:spMkLst>
        </pc:spChg>
        <pc:spChg chg="del mod">
          <ac:chgData name="Daniel Cao" userId="45cbaa2483b5b87c" providerId="LiveId" clId="{92E35CCE-B9D8-445A-867E-0CB885EBC3C4}" dt="2025-06-29T09:07:32.752" v="1017" actId="478"/>
          <ac:spMkLst>
            <pc:docMk/>
            <pc:sldMk cId="803521764" sldId="1780"/>
            <ac:spMk id="8" creationId="{5C64517B-1DAF-F527-6C9C-DF09638800F8}"/>
          </ac:spMkLst>
        </pc:spChg>
        <pc:spChg chg="del mod">
          <ac:chgData name="Daniel Cao" userId="45cbaa2483b5b87c" providerId="LiveId" clId="{92E35CCE-B9D8-445A-867E-0CB885EBC3C4}" dt="2025-06-29T09:07:35.696" v="1018" actId="478"/>
          <ac:spMkLst>
            <pc:docMk/>
            <pc:sldMk cId="803521764" sldId="1780"/>
            <ac:spMk id="9" creationId="{EDED9761-62C6-D42C-47F5-E5C18F47A1CD}"/>
          </ac:spMkLst>
        </pc:spChg>
        <pc:spChg chg="del">
          <ac:chgData name="Daniel Cao" userId="45cbaa2483b5b87c" providerId="LiveId" clId="{92E35CCE-B9D8-445A-867E-0CB885EBC3C4}" dt="2025-06-29T09:06:04.635" v="966" actId="478"/>
          <ac:spMkLst>
            <pc:docMk/>
            <pc:sldMk cId="803521764" sldId="1780"/>
            <ac:spMk id="10" creationId="{A98AE26D-A3BC-B006-6D45-81CB86DC017B}"/>
          </ac:spMkLst>
        </pc:spChg>
        <pc:spChg chg="add mod">
          <ac:chgData name="Daniel Cao" userId="45cbaa2483b5b87c" providerId="LiveId" clId="{92E35CCE-B9D8-445A-867E-0CB885EBC3C4}" dt="2025-06-29T09:08:01.777" v="1026" actId="1076"/>
          <ac:spMkLst>
            <pc:docMk/>
            <pc:sldMk cId="803521764" sldId="1780"/>
            <ac:spMk id="11" creationId="{A54CF403-C24F-3770-BA72-1B10C42892F9}"/>
          </ac:spMkLst>
        </pc:spChg>
        <pc:spChg chg="add mod">
          <ac:chgData name="Daniel Cao" userId="45cbaa2483b5b87c" providerId="LiveId" clId="{92E35CCE-B9D8-445A-867E-0CB885EBC3C4}" dt="2025-06-29T09:09:41.501" v="1145" actId="1076"/>
          <ac:spMkLst>
            <pc:docMk/>
            <pc:sldMk cId="803521764" sldId="1780"/>
            <ac:spMk id="14" creationId="{165B1EC3-90BE-0155-E9B1-7E9CCC84EC77}"/>
          </ac:spMkLst>
        </pc:spChg>
        <pc:spChg chg="del">
          <ac:chgData name="Daniel Cao" userId="45cbaa2483b5b87c" providerId="LiveId" clId="{92E35CCE-B9D8-445A-867E-0CB885EBC3C4}" dt="2025-06-29T09:07:21.141" v="1011" actId="478"/>
          <ac:spMkLst>
            <pc:docMk/>
            <pc:sldMk cId="803521764" sldId="1780"/>
            <ac:spMk id="15" creationId="{5503BE4D-1C71-761D-6101-0DD08D4BEF9C}"/>
          </ac:spMkLst>
        </pc:spChg>
        <pc:spChg chg="del mod">
          <ac:chgData name="Daniel Cao" userId="45cbaa2483b5b87c" providerId="LiveId" clId="{92E35CCE-B9D8-445A-867E-0CB885EBC3C4}" dt="2025-06-29T09:06:52.695" v="1003" actId="478"/>
          <ac:spMkLst>
            <pc:docMk/>
            <pc:sldMk cId="803521764" sldId="1780"/>
            <ac:spMk id="17" creationId="{D6B99810-9C8F-966C-026E-B13509E8DF5B}"/>
          </ac:spMkLst>
        </pc:spChg>
        <pc:spChg chg="mod">
          <ac:chgData name="Daniel Cao" userId="45cbaa2483b5b87c" providerId="LiveId" clId="{92E35CCE-B9D8-445A-867E-0CB885EBC3C4}" dt="2025-06-29T09:08:27.906" v="1044" actId="1076"/>
          <ac:spMkLst>
            <pc:docMk/>
            <pc:sldMk cId="803521764" sldId="1780"/>
            <ac:spMk id="18" creationId="{8DD6DBCF-5C94-36F6-897E-2311E9C7FA17}"/>
          </ac:spMkLst>
        </pc:spChg>
        <pc:spChg chg="mod">
          <ac:chgData name="Daniel Cao" userId="45cbaa2483b5b87c" providerId="LiveId" clId="{92E35CCE-B9D8-445A-867E-0CB885EBC3C4}" dt="2025-06-29T09:08:32.956" v="1047" actId="20577"/>
          <ac:spMkLst>
            <pc:docMk/>
            <pc:sldMk cId="803521764" sldId="1780"/>
            <ac:spMk id="19" creationId="{C8A95204-7B04-289A-FF3C-3EA507802A0A}"/>
          </ac:spMkLst>
        </pc:spChg>
        <pc:spChg chg="del mod">
          <ac:chgData name="Daniel Cao" userId="45cbaa2483b5b87c" providerId="LiveId" clId="{92E35CCE-B9D8-445A-867E-0CB885EBC3C4}" dt="2025-06-29T09:07:32.752" v="1017" actId="478"/>
          <ac:spMkLst>
            <pc:docMk/>
            <pc:sldMk cId="803521764" sldId="1780"/>
            <ac:spMk id="28" creationId="{D926A81E-23CC-5749-BEE3-4668D290D9C0}"/>
          </ac:spMkLst>
        </pc:spChg>
        <pc:spChg chg="del mod">
          <ac:chgData name="Daniel Cao" userId="45cbaa2483b5b87c" providerId="LiveId" clId="{92E35CCE-B9D8-445A-867E-0CB885EBC3C4}" dt="2025-06-29T09:07:32.752" v="1017" actId="478"/>
          <ac:spMkLst>
            <pc:docMk/>
            <pc:sldMk cId="803521764" sldId="1780"/>
            <ac:spMk id="29" creationId="{0E5BE7DC-0528-E98F-B867-205FD7AA5A7C}"/>
          </ac:spMkLst>
        </pc:spChg>
        <pc:spChg chg="del mod">
          <ac:chgData name="Daniel Cao" userId="45cbaa2483b5b87c" providerId="LiveId" clId="{92E35CCE-B9D8-445A-867E-0CB885EBC3C4}" dt="2025-06-29T09:07:32.752" v="1017" actId="478"/>
          <ac:spMkLst>
            <pc:docMk/>
            <pc:sldMk cId="803521764" sldId="1780"/>
            <ac:spMk id="30" creationId="{90600A37-C374-A170-110A-6E23A1439518}"/>
          </ac:spMkLst>
        </pc:spChg>
        <pc:spChg chg="mod">
          <ac:chgData name="Daniel Cao" userId="45cbaa2483b5b87c" providerId="LiveId" clId="{92E35CCE-B9D8-445A-867E-0CB885EBC3C4}" dt="2025-06-29T09:07:56.497" v="1024" actId="1076"/>
          <ac:spMkLst>
            <pc:docMk/>
            <pc:sldMk cId="803521764" sldId="1780"/>
            <ac:spMk id="31" creationId="{1BE5BBBB-1F43-77D4-8103-C732E3666955}"/>
          </ac:spMkLst>
        </pc:spChg>
        <pc:spChg chg="mod">
          <ac:chgData name="Daniel Cao" userId="45cbaa2483b5b87c" providerId="LiveId" clId="{92E35CCE-B9D8-445A-867E-0CB885EBC3C4}" dt="2025-06-29T09:07:56.497" v="1024" actId="1076"/>
          <ac:spMkLst>
            <pc:docMk/>
            <pc:sldMk cId="803521764" sldId="1780"/>
            <ac:spMk id="34" creationId="{4C9AD6BF-C35B-1699-434E-F5C909A378BB}"/>
          </ac:spMkLst>
        </pc:spChg>
        <pc:spChg chg="mod">
          <ac:chgData name="Daniel Cao" userId="45cbaa2483b5b87c" providerId="LiveId" clId="{92E35CCE-B9D8-445A-867E-0CB885EBC3C4}" dt="2025-06-29T09:07:56.497" v="1024" actId="1076"/>
          <ac:spMkLst>
            <pc:docMk/>
            <pc:sldMk cId="803521764" sldId="1780"/>
            <ac:spMk id="35" creationId="{49B4B052-6D1F-79CE-7BBD-BBB6513CC119}"/>
          </ac:spMkLst>
        </pc:spChg>
        <pc:spChg chg="mod">
          <ac:chgData name="Daniel Cao" userId="45cbaa2483b5b87c" providerId="LiveId" clId="{92E35CCE-B9D8-445A-867E-0CB885EBC3C4}" dt="2025-06-29T09:07:56.497" v="1024" actId="1076"/>
          <ac:spMkLst>
            <pc:docMk/>
            <pc:sldMk cId="803521764" sldId="1780"/>
            <ac:spMk id="36" creationId="{E0CA5532-BF7F-9DBA-B0B8-8E40B5F000E1}"/>
          </ac:spMkLst>
        </pc:spChg>
        <pc:spChg chg="del mod">
          <ac:chgData name="Daniel Cao" userId="45cbaa2483b5b87c" providerId="LiveId" clId="{92E35CCE-B9D8-445A-867E-0CB885EBC3C4}" dt="2025-06-29T09:04:29.787" v="905" actId="478"/>
          <ac:spMkLst>
            <pc:docMk/>
            <pc:sldMk cId="803521764" sldId="1780"/>
            <ac:spMk id="37" creationId="{873AC667-0DF1-9B75-480D-4609F1FA1D27}"/>
          </ac:spMkLst>
        </pc:spChg>
        <pc:spChg chg="del">
          <ac:chgData name="Daniel Cao" userId="45cbaa2483b5b87c" providerId="LiveId" clId="{92E35CCE-B9D8-445A-867E-0CB885EBC3C4}" dt="2025-06-29T09:04:31.195" v="906" actId="478"/>
          <ac:spMkLst>
            <pc:docMk/>
            <pc:sldMk cId="803521764" sldId="1780"/>
            <ac:spMk id="38" creationId="{8846F0DB-6F77-FB01-ACC8-C3A023D6897C}"/>
          </ac:spMkLst>
        </pc:spChg>
        <pc:spChg chg="add del mod">
          <ac:chgData name="Daniel Cao" userId="45cbaa2483b5b87c" providerId="LiveId" clId="{92E35CCE-B9D8-445A-867E-0CB885EBC3C4}" dt="2025-06-29T09:08:13.666" v="1030" actId="27636"/>
          <ac:spMkLst>
            <pc:docMk/>
            <pc:sldMk cId="803521764" sldId="1780"/>
            <ac:spMk id="41" creationId="{4F79CDFF-6A86-1B5A-1CD0-9B772FE13E0A}"/>
          </ac:spMkLst>
        </pc:spChg>
        <pc:spChg chg="del mod">
          <ac:chgData name="Daniel Cao" userId="45cbaa2483b5b87c" providerId="LiveId" clId="{92E35CCE-B9D8-445A-867E-0CB885EBC3C4}" dt="2025-06-29T09:06:12.645" v="969" actId="478"/>
          <ac:spMkLst>
            <pc:docMk/>
            <pc:sldMk cId="803521764" sldId="1780"/>
            <ac:spMk id="42" creationId="{EF3BA849-9E3F-AD8B-12AD-0592346422F4}"/>
          </ac:spMkLst>
        </pc:spChg>
        <pc:spChg chg="mod">
          <ac:chgData name="Daniel Cao" userId="45cbaa2483b5b87c" providerId="LiveId" clId="{92E35CCE-B9D8-445A-867E-0CB885EBC3C4}" dt="2025-06-29T09:08:27.906" v="1044" actId="1076"/>
          <ac:spMkLst>
            <pc:docMk/>
            <pc:sldMk cId="803521764" sldId="1780"/>
            <ac:spMk id="43" creationId="{5FC96088-0896-9ADB-0F67-1106E6A39F7A}"/>
          </ac:spMkLst>
        </pc:spChg>
        <pc:spChg chg="del">
          <ac:chgData name="Daniel Cao" userId="45cbaa2483b5b87c" providerId="LiveId" clId="{92E35CCE-B9D8-445A-867E-0CB885EBC3C4}" dt="2025-06-29T09:04:26.815" v="903" actId="478"/>
          <ac:spMkLst>
            <pc:docMk/>
            <pc:sldMk cId="803521764" sldId="1780"/>
            <ac:spMk id="44" creationId="{05828BA3-633A-F43D-EC37-6A8C6C76AE14}"/>
          </ac:spMkLst>
        </pc:spChg>
        <pc:spChg chg="mod">
          <ac:chgData name="Daniel Cao" userId="45cbaa2483b5b87c" providerId="LiveId" clId="{92E35CCE-B9D8-445A-867E-0CB885EBC3C4}" dt="2025-06-29T09:07:56.497" v="1024" actId="1076"/>
          <ac:spMkLst>
            <pc:docMk/>
            <pc:sldMk cId="803521764" sldId="1780"/>
            <ac:spMk id="45" creationId="{1092ACDD-5385-8B04-A17C-5DC04C3094CB}"/>
          </ac:spMkLst>
        </pc:spChg>
        <pc:spChg chg="del mod">
          <ac:chgData name="Daniel Cao" userId="45cbaa2483b5b87c" providerId="LiveId" clId="{92E35CCE-B9D8-445A-867E-0CB885EBC3C4}" dt="2025-06-29T09:05:25.162" v="961"/>
          <ac:spMkLst>
            <pc:docMk/>
            <pc:sldMk cId="803521764" sldId="1780"/>
            <ac:spMk id="46" creationId="{1FD1A851-0AD5-97AB-2487-A5887B608733}"/>
          </ac:spMkLst>
        </pc:spChg>
        <pc:spChg chg="del">
          <ac:chgData name="Daniel Cao" userId="45cbaa2483b5b87c" providerId="LiveId" clId="{92E35CCE-B9D8-445A-867E-0CB885EBC3C4}" dt="2025-06-29T09:05:26.950" v="962" actId="478"/>
          <ac:spMkLst>
            <pc:docMk/>
            <pc:sldMk cId="803521764" sldId="1780"/>
            <ac:spMk id="47" creationId="{683C9115-9D18-1DF7-E614-A6F38763290A}"/>
          </ac:spMkLst>
        </pc:spChg>
        <pc:spChg chg="del mod">
          <ac:chgData name="Daniel Cao" userId="45cbaa2483b5b87c" providerId="LiveId" clId="{92E35CCE-B9D8-445A-867E-0CB885EBC3C4}" dt="2025-06-29T09:05:25.155" v="959" actId="478"/>
          <ac:spMkLst>
            <pc:docMk/>
            <pc:sldMk cId="803521764" sldId="1780"/>
            <ac:spMk id="48" creationId="{D74FC158-D835-81A3-DC79-C256D555AD7F}"/>
          </ac:spMkLst>
        </pc:spChg>
        <pc:grpChg chg="add del mod">
          <ac:chgData name="Daniel Cao" userId="45cbaa2483b5b87c" providerId="LiveId" clId="{92E35CCE-B9D8-445A-867E-0CB885EBC3C4}" dt="2025-06-29T09:08:03.706" v="1027" actId="1076"/>
          <ac:grpSpMkLst>
            <pc:docMk/>
            <pc:sldMk cId="803521764" sldId="1780"/>
            <ac:grpSpMk id="12" creationId="{6F1762E6-9044-A6DF-9E60-C3E379AD7486}"/>
          </ac:grpSpMkLst>
        </pc:grpChg>
        <pc:cxnChg chg="del">
          <ac:chgData name="Daniel Cao" userId="45cbaa2483b5b87c" providerId="LiveId" clId="{92E35CCE-B9D8-445A-867E-0CB885EBC3C4}" dt="2025-06-29T09:03:56.274" v="878" actId="478"/>
          <ac:cxnSpMkLst>
            <pc:docMk/>
            <pc:sldMk cId="803521764" sldId="1780"/>
            <ac:cxnSpMk id="21" creationId="{9A78E58E-47E8-FA92-105A-1A72E6DCD9FB}"/>
          </ac:cxnSpMkLst>
        </pc:cxnChg>
        <pc:cxnChg chg="del">
          <ac:chgData name="Daniel Cao" userId="45cbaa2483b5b87c" providerId="LiveId" clId="{92E35CCE-B9D8-445A-867E-0CB885EBC3C4}" dt="2025-06-29T09:07:32.752" v="1017" actId="478"/>
          <ac:cxnSpMkLst>
            <pc:docMk/>
            <pc:sldMk cId="803521764" sldId="1780"/>
            <ac:cxnSpMk id="32" creationId="{FABB6982-DB32-8974-D31E-72870B0C57B1}"/>
          </ac:cxnSpMkLst>
        </pc:cxnChg>
      </pc:sldChg>
      <pc:sldChg chg="addSp delSp modSp mod delAnim modAnim">
        <pc:chgData name="Daniel Cao" userId="45cbaa2483b5b87c" providerId="LiveId" clId="{92E35CCE-B9D8-445A-867E-0CB885EBC3C4}" dt="2025-06-29T10:35:26.742" v="3131" actId="2711"/>
        <pc:sldMkLst>
          <pc:docMk/>
          <pc:sldMk cId="270594874" sldId="1781"/>
        </pc:sldMkLst>
        <pc:spChg chg="mod">
          <ac:chgData name="Daniel Cao" userId="45cbaa2483b5b87c" providerId="LiveId" clId="{92E35CCE-B9D8-445A-867E-0CB885EBC3C4}" dt="2025-06-29T10:35:26.742" v="3131" actId="2711"/>
          <ac:spMkLst>
            <pc:docMk/>
            <pc:sldMk cId="270594874" sldId="1781"/>
            <ac:spMk id="3" creationId="{ECBB2495-24C4-998E-5EA5-32235D49B2F7}"/>
          </ac:spMkLst>
        </pc:spChg>
        <pc:spChg chg="del">
          <ac:chgData name="Daniel Cao" userId="45cbaa2483b5b87c" providerId="LiveId" clId="{92E35CCE-B9D8-445A-867E-0CB885EBC3C4}" dt="2025-06-29T09:10:18.407" v="1165" actId="478"/>
          <ac:spMkLst>
            <pc:docMk/>
            <pc:sldMk cId="270594874" sldId="1781"/>
            <ac:spMk id="14" creationId="{8A9DB684-76A8-43D8-CB8F-2B5E1FA03D9B}"/>
          </ac:spMkLst>
        </pc:spChg>
        <pc:spChg chg="del">
          <ac:chgData name="Daniel Cao" userId="45cbaa2483b5b87c" providerId="LiveId" clId="{92E35CCE-B9D8-445A-867E-0CB885EBC3C4}" dt="2025-06-29T09:10:20.927" v="1166" actId="478"/>
          <ac:spMkLst>
            <pc:docMk/>
            <pc:sldMk cId="270594874" sldId="1781"/>
            <ac:spMk id="16" creationId="{C1EF4395-A57D-DF10-9AEA-F7F69BA74CDE}"/>
          </ac:spMkLst>
        </pc:spChg>
        <pc:spChg chg="del">
          <ac:chgData name="Daniel Cao" userId="45cbaa2483b5b87c" providerId="LiveId" clId="{92E35CCE-B9D8-445A-867E-0CB885EBC3C4}" dt="2025-06-29T09:10:20.927" v="1166" actId="478"/>
          <ac:spMkLst>
            <pc:docMk/>
            <pc:sldMk cId="270594874" sldId="1781"/>
            <ac:spMk id="20" creationId="{0ECD8E7E-C9CF-EC66-41FF-E100172CD286}"/>
          </ac:spMkLst>
        </pc:spChg>
        <pc:spChg chg="del">
          <ac:chgData name="Daniel Cao" userId="45cbaa2483b5b87c" providerId="LiveId" clId="{92E35CCE-B9D8-445A-867E-0CB885EBC3C4}" dt="2025-06-29T09:10:20.927" v="1166" actId="478"/>
          <ac:spMkLst>
            <pc:docMk/>
            <pc:sldMk cId="270594874" sldId="1781"/>
            <ac:spMk id="23" creationId="{91DBF1D1-E96C-197F-BB18-FA55DE2190DF}"/>
          </ac:spMkLst>
        </pc:spChg>
        <pc:spChg chg="del">
          <ac:chgData name="Daniel Cao" userId="45cbaa2483b5b87c" providerId="LiveId" clId="{92E35CCE-B9D8-445A-867E-0CB885EBC3C4}" dt="2025-06-29T09:10:20.927" v="1166" actId="478"/>
          <ac:spMkLst>
            <pc:docMk/>
            <pc:sldMk cId="270594874" sldId="1781"/>
            <ac:spMk id="39" creationId="{3E4478B4-A468-6B40-3CEE-FBDCC1FCBEE3}"/>
          </ac:spMkLst>
        </pc:spChg>
        <pc:spChg chg="del">
          <ac:chgData name="Daniel Cao" userId="45cbaa2483b5b87c" providerId="LiveId" clId="{92E35CCE-B9D8-445A-867E-0CB885EBC3C4}" dt="2025-06-29T09:10:20.927" v="1166" actId="478"/>
          <ac:spMkLst>
            <pc:docMk/>
            <pc:sldMk cId="270594874" sldId="1781"/>
            <ac:spMk id="48" creationId="{167F4E3F-75BB-EA93-DD2C-DDDA64C2F774}"/>
          </ac:spMkLst>
        </pc:spChg>
        <pc:spChg chg="del">
          <ac:chgData name="Daniel Cao" userId="45cbaa2483b5b87c" providerId="LiveId" clId="{92E35CCE-B9D8-445A-867E-0CB885EBC3C4}" dt="2025-06-29T09:10:53.378" v="1172" actId="478"/>
          <ac:spMkLst>
            <pc:docMk/>
            <pc:sldMk cId="270594874" sldId="1781"/>
            <ac:spMk id="51" creationId="{79546B85-920E-7655-4332-96B75953D3BA}"/>
          </ac:spMkLst>
        </pc:spChg>
        <pc:spChg chg="del">
          <ac:chgData name="Daniel Cao" userId="45cbaa2483b5b87c" providerId="LiveId" clId="{92E35CCE-B9D8-445A-867E-0CB885EBC3C4}" dt="2025-06-29T09:10:53.378" v="1172" actId="478"/>
          <ac:spMkLst>
            <pc:docMk/>
            <pc:sldMk cId="270594874" sldId="1781"/>
            <ac:spMk id="52" creationId="{815F49DE-B31F-2D2C-B7E7-043393F42D52}"/>
          </ac:spMkLst>
        </pc:spChg>
        <pc:spChg chg="mod">
          <ac:chgData name="Daniel Cao" userId="45cbaa2483b5b87c" providerId="LiveId" clId="{92E35CCE-B9D8-445A-867E-0CB885EBC3C4}" dt="2025-06-29T10:35:26.742" v="3131" actId="2711"/>
          <ac:spMkLst>
            <pc:docMk/>
            <pc:sldMk cId="270594874" sldId="1781"/>
            <ac:spMk id="53" creationId="{7BF0EA61-CD8B-F010-BB2D-9C0D8EFA2513}"/>
          </ac:spMkLst>
        </pc:spChg>
        <pc:spChg chg="del">
          <ac:chgData name="Daniel Cao" userId="45cbaa2483b5b87c" providerId="LiveId" clId="{92E35CCE-B9D8-445A-867E-0CB885EBC3C4}" dt="2025-06-29T09:10:20.927" v="1166" actId="478"/>
          <ac:spMkLst>
            <pc:docMk/>
            <pc:sldMk cId="270594874" sldId="1781"/>
            <ac:spMk id="56" creationId="{1E034686-3353-AA16-216E-2B07B4F97581}"/>
          </ac:spMkLst>
        </pc:spChg>
        <pc:picChg chg="add mod">
          <ac:chgData name="Daniel Cao" userId="45cbaa2483b5b87c" providerId="LiveId" clId="{92E35CCE-B9D8-445A-867E-0CB885EBC3C4}" dt="2025-06-29T10:35:26.742" v="3131" actId="2711"/>
          <ac:picMkLst>
            <pc:docMk/>
            <pc:sldMk cId="270594874" sldId="1781"/>
            <ac:picMk id="4" creationId="{E2FDB66C-BB17-D552-021F-1E2B8185164A}"/>
          </ac:picMkLst>
        </pc:picChg>
        <pc:picChg chg="del">
          <ac:chgData name="Daniel Cao" userId="45cbaa2483b5b87c" providerId="LiveId" clId="{92E35CCE-B9D8-445A-867E-0CB885EBC3C4}" dt="2025-06-29T09:10:16.651" v="1164" actId="478"/>
          <ac:picMkLst>
            <pc:docMk/>
            <pc:sldMk cId="270594874" sldId="1781"/>
            <ac:picMk id="58" creationId="{0333449B-A097-E9BD-E0B8-F75920F5EED8}"/>
          </ac:picMkLst>
        </pc:picChg>
        <pc:picChg chg="del">
          <ac:chgData name="Daniel Cao" userId="45cbaa2483b5b87c" providerId="LiveId" clId="{92E35CCE-B9D8-445A-867E-0CB885EBC3C4}" dt="2025-06-29T09:10:20.927" v="1166" actId="478"/>
          <ac:picMkLst>
            <pc:docMk/>
            <pc:sldMk cId="270594874" sldId="1781"/>
            <ac:picMk id="60" creationId="{35355DA0-DC65-B67E-0F8C-5AF7F191ED0F}"/>
          </ac:picMkLst>
        </pc:picChg>
        <pc:cxnChg chg="del">
          <ac:chgData name="Daniel Cao" userId="45cbaa2483b5b87c" providerId="LiveId" clId="{92E35CCE-B9D8-445A-867E-0CB885EBC3C4}" dt="2025-06-29T09:10:20.927" v="1166" actId="478"/>
          <ac:cxnSpMkLst>
            <pc:docMk/>
            <pc:sldMk cId="270594874" sldId="1781"/>
            <ac:cxnSpMk id="27" creationId="{B2F61359-82CF-8C00-EE3E-C87DB9F7B5F1}"/>
          </ac:cxnSpMkLst>
        </pc:cxnChg>
        <pc:cxnChg chg="del">
          <ac:chgData name="Daniel Cao" userId="45cbaa2483b5b87c" providerId="LiveId" clId="{92E35CCE-B9D8-445A-867E-0CB885EBC3C4}" dt="2025-06-29T09:10:20.927" v="1166" actId="478"/>
          <ac:cxnSpMkLst>
            <pc:docMk/>
            <pc:sldMk cId="270594874" sldId="1781"/>
            <ac:cxnSpMk id="33" creationId="{0E091FE0-4FF2-0E10-3E2A-B425A6C1FF8F}"/>
          </ac:cxnSpMkLst>
        </pc:cxnChg>
        <pc:cxnChg chg="del">
          <ac:chgData name="Daniel Cao" userId="45cbaa2483b5b87c" providerId="LiveId" clId="{92E35CCE-B9D8-445A-867E-0CB885EBC3C4}" dt="2025-06-29T09:10:53.378" v="1172" actId="478"/>
          <ac:cxnSpMkLst>
            <pc:docMk/>
            <pc:sldMk cId="270594874" sldId="1781"/>
            <ac:cxnSpMk id="54" creationId="{2ED4B2F4-01DD-A27B-4DD6-DE6172B0CD79}"/>
          </ac:cxnSpMkLst>
        </pc:cxnChg>
        <pc:cxnChg chg="del">
          <ac:chgData name="Daniel Cao" userId="45cbaa2483b5b87c" providerId="LiveId" clId="{92E35CCE-B9D8-445A-867E-0CB885EBC3C4}" dt="2025-06-29T09:10:53.378" v="1172" actId="478"/>
          <ac:cxnSpMkLst>
            <pc:docMk/>
            <pc:sldMk cId="270594874" sldId="1781"/>
            <ac:cxnSpMk id="55" creationId="{312241A2-442E-C3DD-8F87-DBE4A8D1ECB5}"/>
          </ac:cxnSpMkLst>
        </pc:cxnChg>
      </pc:sldChg>
      <pc:sldChg chg="addSp delSp modSp mod delAnim">
        <pc:chgData name="Daniel Cao" userId="45cbaa2483b5b87c" providerId="LiveId" clId="{92E35CCE-B9D8-445A-867E-0CB885EBC3C4}" dt="2025-06-29T10:33:41.907" v="3101" actId="20577"/>
        <pc:sldMkLst>
          <pc:docMk/>
          <pc:sldMk cId="191920572" sldId="1782"/>
        </pc:sldMkLst>
        <pc:spChg chg="add mod">
          <ac:chgData name="Daniel Cao" userId="45cbaa2483b5b87c" providerId="LiveId" clId="{92E35CCE-B9D8-445A-867E-0CB885EBC3C4}" dt="2025-06-29T10:33:37.336" v="3098" actId="2711"/>
          <ac:spMkLst>
            <pc:docMk/>
            <pc:sldMk cId="191920572" sldId="1782"/>
            <ac:spMk id="2" creationId="{F4A9C8DB-EBCC-C622-23D8-2EFD1E1C884B}"/>
          </ac:spMkLst>
        </pc:spChg>
        <pc:spChg chg="mod">
          <ac:chgData name="Daniel Cao" userId="45cbaa2483b5b87c" providerId="LiveId" clId="{92E35CCE-B9D8-445A-867E-0CB885EBC3C4}" dt="2025-06-29T10:33:41.907" v="3101" actId="20577"/>
          <ac:spMkLst>
            <pc:docMk/>
            <pc:sldMk cId="191920572" sldId="1782"/>
            <ac:spMk id="3" creationId="{D5C2D8C6-1638-5BEB-7FE2-4C656ADEDB01}"/>
          </ac:spMkLst>
        </pc:spChg>
        <pc:spChg chg="del">
          <ac:chgData name="Daniel Cao" userId="45cbaa2483b5b87c" providerId="LiveId" clId="{92E35CCE-B9D8-445A-867E-0CB885EBC3C4}" dt="2025-06-29T09:12:00.302" v="1227" actId="478"/>
          <ac:spMkLst>
            <pc:docMk/>
            <pc:sldMk cId="191920572" sldId="1782"/>
            <ac:spMk id="4" creationId="{2C3F9821-3E26-D312-3AB4-734D621C99B5}"/>
          </ac:spMkLst>
        </pc:spChg>
        <pc:spChg chg="del">
          <ac:chgData name="Daniel Cao" userId="45cbaa2483b5b87c" providerId="LiveId" clId="{92E35CCE-B9D8-445A-867E-0CB885EBC3C4}" dt="2025-06-29T09:12:00.302" v="1227" actId="478"/>
          <ac:spMkLst>
            <pc:docMk/>
            <pc:sldMk cId="191920572" sldId="1782"/>
            <ac:spMk id="5" creationId="{C2FADF38-6E8B-2CFA-DE10-27FB87C6788A}"/>
          </ac:spMkLst>
        </pc:spChg>
        <pc:spChg chg="del">
          <ac:chgData name="Daniel Cao" userId="45cbaa2483b5b87c" providerId="LiveId" clId="{92E35CCE-B9D8-445A-867E-0CB885EBC3C4}" dt="2025-06-29T09:12:00.302" v="1227" actId="478"/>
          <ac:spMkLst>
            <pc:docMk/>
            <pc:sldMk cId="191920572" sldId="1782"/>
            <ac:spMk id="7" creationId="{20E0049D-93B4-B24F-4850-D5BB6D8F316D}"/>
          </ac:spMkLst>
        </pc:spChg>
        <pc:spChg chg="add del">
          <ac:chgData name="Daniel Cao" userId="45cbaa2483b5b87c" providerId="LiveId" clId="{92E35CCE-B9D8-445A-867E-0CB885EBC3C4}" dt="2025-06-29T09:12:18.719" v="1230" actId="22"/>
          <ac:spMkLst>
            <pc:docMk/>
            <pc:sldMk cId="191920572" sldId="1782"/>
            <ac:spMk id="8" creationId="{E9F5936C-7E94-C594-408A-49392ED7C84F}"/>
          </ac:spMkLst>
        </pc:spChg>
        <pc:spChg chg="del">
          <ac:chgData name="Daniel Cao" userId="45cbaa2483b5b87c" providerId="LiveId" clId="{92E35CCE-B9D8-445A-867E-0CB885EBC3C4}" dt="2025-06-29T09:12:00.302" v="1227" actId="478"/>
          <ac:spMkLst>
            <pc:docMk/>
            <pc:sldMk cId="191920572" sldId="1782"/>
            <ac:spMk id="9" creationId="{64BA1AC6-CF86-796F-382F-12ED6C286B92}"/>
          </ac:spMkLst>
        </pc:spChg>
        <pc:spChg chg="del">
          <ac:chgData name="Daniel Cao" userId="45cbaa2483b5b87c" providerId="LiveId" clId="{92E35CCE-B9D8-445A-867E-0CB885EBC3C4}" dt="2025-06-29T09:12:00.302" v="1227" actId="478"/>
          <ac:spMkLst>
            <pc:docMk/>
            <pc:sldMk cId="191920572" sldId="1782"/>
            <ac:spMk id="10" creationId="{9A60FD6A-91F7-9753-8443-5550C633C2EF}"/>
          </ac:spMkLst>
        </pc:spChg>
        <pc:spChg chg="del">
          <ac:chgData name="Daniel Cao" userId="45cbaa2483b5b87c" providerId="LiveId" clId="{92E35CCE-B9D8-445A-867E-0CB885EBC3C4}" dt="2025-06-29T09:12:00.302" v="1227" actId="478"/>
          <ac:spMkLst>
            <pc:docMk/>
            <pc:sldMk cId="191920572" sldId="1782"/>
            <ac:spMk id="11" creationId="{056AC37F-6B61-009C-1B91-7BB3DAFBDFCB}"/>
          </ac:spMkLst>
        </pc:spChg>
        <pc:spChg chg="add mod">
          <ac:chgData name="Daniel Cao" userId="45cbaa2483b5b87c" providerId="LiveId" clId="{92E35CCE-B9D8-445A-867E-0CB885EBC3C4}" dt="2025-06-29T10:33:37.336" v="3098" actId="2711"/>
          <ac:spMkLst>
            <pc:docMk/>
            <pc:sldMk cId="191920572" sldId="1782"/>
            <ac:spMk id="19" creationId="{A62BAC0C-EF38-7A7B-4AA2-DE4A4DEC10A7}"/>
          </ac:spMkLst>
        </pc:spChg>
        <pc:spChg chg="add mod">
          <ac:chgData name="Daniel Cao" userId="45cbaa2483b5b87c" providerId="LiveId" clId="{92E35CCE-B9D8-445A-867E-0CB885EBC3C4}" dt="2025-06-29T10:33:37.336" v="3098" actId="2711"/>
          <ac:spMkLst>
            <pc:docMk/>
            <pc:sldMk cId="191920572" sldId="1782"/>
            <ac:spMk id="21" creationId="{25B260A1-8C4B-1BEB-FF3E-F5AB3DC5253A}"/>
          </ac:spMkLst>
        </pc:spChg>
        <pc:picChg chg="del">
          <ac:chgData name="Daniel Cao" userId="45cbaa2483b5b87c" providerId="LiveId" clId="{92E35CCE-B9D8-445A-867E-0CB885EBC3C4}" dt="2025-06-29T09:12:00.302" v="1227" actId="478"/>
          <ac:picMkLst>
            <pc:docMk/>
            <pc:sldMk cId="191920572" sldId="1782"/>
            <ac:picMk id="13" creationId="{A2FEDB5E-461B-E89D-D047-59084B714A4D}"/>
          </ac:picMkLst>
        </pc:picChg>
        <pc:picChg chg="add mod">
          <ac:chgData name="Daniel Cao" userId="45cbaa2483b5b87c" providerId="LiveId" clId="{92E35CCE-B9D8-445A-867E-0CB885EBC3C4}" dt="2025-06-29T10:33:37.336" v="3098" actId="2711"/>
          <ac:picMkLst>
            <pc:docMk/>
            <pc:sldMk cId="191920572" sldId="1782"/>
            <ac:picMk id="14" creationId="{8408E17D-271F-34DD-2C95-67EF7FAF37A1}"/>
          </ac:picMkLst>
        </pc:picChg>
        <pc:picChg chg="add mod">
          <ac:chgData name="Daniel Cao" userId="45cbaa2483b5b87c" providerId="LiveId" clId="{92E35CCE-B9D8-445A-867E-0CB885EBC3C4}" dt="2025-06-29T10:33:37.336" v="3098" actId="2711"/>
          <ac:picMkLst>
            <pc:docMk/>
            <pc:sldMk cId="191920572" sldId="1782"/>
            <ac:picMk id="16" creationId="{EE9C2BA7-1D48-7504-4130-7E87C1532163}"/>
          </ac:picMkLst>
        </pc:picChg>
        <pc:picChg chg="del">
          <ac:chgData name="Daniel Cao" userId="45cbaa2483b5b87c" providerId="LiveId" clId="{92E35CCE-B9D8-445A-867E-0CB885EBC3C4}" dt="2025-06-29T09:12:00.302" v="1227" actId="478"/>
          <ac:picMkLst>
            <pc:docMk/>
            <pc:sldMk cId="191920572" sldId="1782"/>
            <ac:picMk id="17" creationId="{18A0B063-5C27-E4FC-3369-FBA26130BE41}"/>
          </ac:picMkLst>
        </pc:picChg>
      </pc:sldChg>
      <pc:sldChg chg="modSp del mod">
        <pc:chgData name="Daniel Cao" userId="45cbaa2483b5b87c" providerId="LiveId" clId="{92E35CCE-B9D8-445A-867E-0CB885EBC3C4}" dt="2025-06-29T09:13:51.868" v="1278" actId="47"/>
        <pc:sldMkLst>
          <pc:docMk/>
          <pc:sldMk cId="636869118" sldId="1784"/>
        </pc:sldMkLst>
        <pc:spChg chg="mod">
          <ac:chgData name="Daniel Cao" userId="45cbaa2483b5b87c" providerId="LiveId" clId="{92E35CCE-B9D8-445A-867E-0CB885EBC3C4}" dt="2025-06-29T09:13:48.220" v="1277" actId="20577"/>
          <ac:spMkLst>
            <pc:docMk/>
            <pc:sldMk cId="636869118" sldId="1784"/>
            <ac:spMk id="3" creationId="{12484E15-6BCB-C998-0E43-E0211DCA4DD3}"/>
          </ac:spMkLst>
        </pc:spChg>
      </pc:sldChg>
      <pc:sldChg chg="addSp delSp modSp mod delAnim">
        <pc:chgData name="Daniel Cao" userId="45cbaa2483b5b87c" providerId="LiveId" clId="{92E35CCE-B9D8-445A-867E-0CB885EBC3C4}" dt="2025-06-29T10:34:11.191" v="3107" actId="313"/>
        <pc:sldMkLst>
          <pc:docMk/>
          <pc:sldMk cId="1794287797" sldId="1785"/>
        </pc:sldMkLst>
        <pc:spChg chg="mod">
          <ac:chgData name="Daniel Cao" userId="45cbaa2483b5b87c" providerId="LiveId" clId="{92E35CCE-B9D8-445A-867E-0CB885EBC3C4}" dt="2025-06-29T10:34:11.191" v="3107" actId="313"/>
          <ac:spMkLst>
            <pc:docMk/>
            <pc:sldMk cId="1794287797" sldId="1785"/>
            <ac:spMk id="3" creationId="{C9EAEED3-CF0E-AD1C-7F0E-EA6BF4BF4906}"/>
          </ac:spMkLst>
        </pc:spChg>
        <pc:spChg chg="del">
          <ac:chgData name="Daniel Cao" userId="45cbaa2483b5b87c" providerId="LiveId" clId="{92E35CCE-B9D8-445A-867E-0CB885EBC3C4}" dt="2025-06-29T09:30:34.544" v="1582" actId="478"/>
          <ac:spMkLst>
            <pc:docMk/>
            <pc:sldMk cId="1794287797" sldId="1785"/>
            <ac:spMk id="4" creationId="{8133795F-52AB-0A63-D967-19A1EC0C90B4}"/>
          </ac:spMkLst>
        </pc:spChg>
        <pc:spChg chg="del">
          <ac:chgData name="Daniel Cao" userId="45cbaa2483b5b87c" providerId="LiveId" clId="{92E35CCE-B9D8-445A-867E-0CB885EBC3C4}" dt="2025-06-29T09:30:31.524" v="1581" actId="478"/>
          <ac:spMkLst>
            <pc:docMk/>
            <pc:sldMk cId="1794287797" sldId="1785"/>
            <ac:spMk id="5" creationId="{9E73013B-26F4-C696-9E8E-46C300BF155B}"/>
          </ac:spMkLst>
        </pc:spChg>
        <pc:spChg chg="del">
          <ac:chgData name="Daniel Cao" userId="45cbaa2483b5b87c" providerId="LiveId" clId="{92E35CCE-B9D8-445A-867E-0CB885EBC3C4}" dt="2025-06-29T09:30:31.524" v="1581" actId="478"/>
          <ac:spMkLst>
            <pc:docMk/>
            <pc:sldMk cId="1794287797" sldId="1785"/>
            <ac:spMk id="7" creationId="{3DBB1C8F-6657-A4EE-387E-900C7994AD45}"/>
          </ac:spMkLst>
        </pc:spChg>
        <pc:spChg chg="del">
          <ac:chgData name="Daniel Cao" userId="45cbaa2483b5b87c" providerId="LiveId" clId="{92E35CCE-B9D8-445A-867E-0CB885EBC3C4}" dt="2025-06-29T09:30:31.524" v="1581" actId="478"/>
          <ac:spMkLst>
            <pc:docMk/>
            <pc:sldMk cId="1794287797" sldId="1785"/>
            <ac:spMk id="8" creationId="{36D52E5D-FD24-4210-4F44-1C09FEA2F3AC}"/>
          </ac:spMkLst>
        </pc:spChg>
        <pc:spChg chg="del">
          <ac:chgData name="Daniel Cao" userId="45cbaa2483b5b87c" providerId="LiveId" clId="{92E35CCE-B9D8-445A-867E-0CB885EBC3C4}" dt="2025-06-29T09:30:31.524" v="1581" actId="478"/>
          <ac:spMkLst>
            <pc:docMk/>
            <pc:sldMk cId="1794287797" sldId="1785"/>
            <ac:spMk id="9" creationId="{2D0825BA-533B-1967-3F44-E52CD94C580A}"/>
          </ac:spMkLst>
        </pc:spChg>
        <pc:spChg chg="del">
          <ac:chgData name="Daniel Cao" userId="45cbaa2483b5b87c" providerId="LiveId" clId="{92E35CCE-B9D8-445A-867E-0CB885EBC3C4}" dt="2025-06-29T09:30:28.536" v="1580" actId="478"/>
          <ac:spMkLst>
            <pc:docMk/>
            <pc:sldMk cId="1794287797" sldId="1785"/>
            <ac:spMk id="11" creationId="{8243F496-A9B9-EEC0-501E-770B00113585}"/>
          </ac:spMkLst>
        </pc:spChg>
        <pc:spChg chg="del">
          <ac:chgData name="Daniel Cao" userId="45cbaa2483b5b87c" providerId="LiveId" clId="{92E35CCE-B9D8-445A-867E-0CB885EBC3C4}" dt="2025-06-29T09:30:31.524" v="1581" actId="478"/>
          <ac:spMkLst>
            <pc:docMk/>
            <pc:sldMk cId="1794287797" sldId="1785"/>
            <ac:spMk id="14" creationId="{F5BDF725-296E-13FF-F30B-68AD7A47BF6B}"/>
          </ac:spMkLst>
        </pc:spChg>
        <pc:spChg chg="add mod">
          <ac:chgData name="Daniel Cao" userId="45cbaa2483b5b87c" providerId="LiveId" clId="{92E35CCE-B9D8-445A-867E-0CB885EBC3C4}" dt="2025-06-29T10:33:15.354" v="3092" actId="2711"/>
          <ac:spMkLst>
            <pc:docMk/>
            <pc:sldMk cId="1794287797" sldId="1785"/>
            <ac:spMk id="16" creationId="{77413897-8025-BF6D-FD6F-1A389F084414}"/>
          </ac:spMkLst>
        </pc:spChg>
        <pc:picChg chg="add mod">
          <ac:chgData name="Daniel Cao" userId="45cbaa2483b5b87c" providerId="LiveId" clId="{92E35CCE-B9D8-445A-867E-0CB885EBC3C4}" dt="2025-06-29T09:38:05.297" v="1634" actId="14100"/>
          <ac:picMkLst>
            <pc:docMk/>
            <pc:sldMk cId="1794287797" sldId="1785"/>
            <ac:picMk id="6" creationId="{5B02BD64-BAA0-841B-6B2A-6FEF42FF0E6D}"/>
          </ac:picMkLst>
        </pc:picChg>
        <pc:picChg chg="add del">
          <ac:chgData name="Daniel Cao" userId="45cbaa2483b5b87c" providerId="LiveId" clId="{92E35CCE-B9D8-445A-867E-0CB885EBC3C4}" dt="2025-06-29T09:31:14.604" v="1587" actId="478"/>
          <ac:picMkLst>
            <pc:docMk/>
            <pc:sldMk cId="1794287797" sldId="1785"/>
            <ac:picMk id="12" creationId="{FFBD588A-F266-6B70-5844-CE1B0697303C}"/>
          </ac:picMkLst>
        </pc:picChg>
        <pc:picChg chg="del">
          <ac:chgData name="Daniel Cao" userId="45cbaa2483b5b87c" providerId="LiveId" clId="{92E35CCE-B9D8-445A-867E-0CB885EBC3C4}" dt="2025-06-29T09:30:31.524" v="1581" actId="478"/>
          <ac:picMkLst>
            <pc:docMk/>
            <pc:sldMk cId="1794287797" sldId="1785"/>
            <ac:picMk id="13" creationId="{5A406593-B08F-EDF6-3A1C-08E2397ECF35}"/>
          </ac:picMkLst>
        </pc:picChg>
        <pc:picChg chg="add mod">
          <ac:chgData name="Daniel Cao" userId="45cbaa2483b5b87c" providerId="LiveId" clId="{92E35CCE-B9D8-445A-867E-0CB885EBC3C4}" dt="2025-06-29T09:38:12.177" v="1635" actId="14100"/>
          <ac:picMkLst>
            <pc:docMk/>
            <pc:sldMk cId="1794287797" sldId="1785"/>
            <ac:picMk id="18" creationId="{0D86236A-B4F3-2FE8-1C49-C2EBEAF4D52A}"/>
          </ac:picMkLst>
        </pc:picChg>
        <pc:picChg chg="add del mod">
          <ac:chgData name="Daniel Cao" userId="45cbaa2483b5b87c" providerId="LiveId" clId="{92E35CCE-B9D8-445A-867E-0CB885EBC3C4}" dt="2025-06-29T09:37:30.261" v="1624" actId="478"/>
          <ac:picMkLst>
            <pc:docMk/>
            <pc:sldMk cId="1794287797" sldId="1785"/>
            <ac:picMk id="20" creationId="{CA7438DA-7FD2-CBB7-EED8-6BF8976E611C}"/>
          </ac:picMkLst>
        </pc:picChg>
        <pc:picChg chg="add mod">
          <ac:chgData name="Daniel Cao" userId="45cbaa2483b5b87c" providerId="LiveId" clId="{92E35CCE-B9D8-445A-867E-0CB885EBC3C4}" dt="2025-06-29T09:37:50.948" v="1629" actId="1076"/>
          <ac:picMkLst>
            <pc:docMk/>
            <pc:sldMk cId="1794287797" sldId="1785"/>
            <ac:picMk id="22" creationId="{E1AECB29-B204-1A55-E06B-EA5E79CB996A}"/>
          </ac:picMkLst>
        </pc:picChg>
      </pc:sldChg>
      <pc:sldChg chg="addSp delSp modSp mod addAnim delAnim">
        <pc:chgData name="Daniel Cao" userId="45cbaa2483b5b87c" providerId="LiveId" clId="{92E35CCE-B9D8-445A-867E-0CB885EBC3C4}" dt="2025-06-29T10:34:38.080" v="3115" actId="20577"/>
        <pc:sldMkLst>
          <pc:docMk/>
          <pc:sldMk cId="2574443215" sldId="1786"/>
        </pc:sldMkLst>
        <pc:spChg chg="add del mod">
          <ac:chgData name="Daniel Cao" userId="45cbaa2483b5b87c" providerId="LiveId" clId="{92E35CCE-B9D8-445A-867E-0CB885EBC3C4}" dt="2025-06-29T10:34:38.080" v="3115" actId="20577"/>
          <ac:spMkLst>
            <pc:docMk/>
            <pc:sldMk cId="2574443215" sldId="1786"/>
            <ac:spMk id="2" creationId="{633D4537-5D30-1C9A-E871-46ABCB833F34}"/>
          </ac:spMkLst>
        </pc:spChg>
        <pc:spChg chg="add del mod">
          <ac:chgData name="Daniel Cao" userId="45cbaa2483b5b87c" providerId="LiveId" clId="{92E35CCE-B9D8-445A-867E-0CB885EBC3C4}" dt="2025-06-29T09:47:58.530" v="1864" actId="478"/>
          <ac:spMkLst>
            <pc:docMk/>
            <pc:sldMk cId="2574443215" sldId="1786"/>
            <ac:spMk id="5" creationId="{E0CB4750-FE31-9A17-0F1D-F7ED5B58479A}"/>
          </ac:spMkLst>
        </pc:spChg>
        <pc:spChg chg="add del mod">
          <ac:chgData name="Daniel Cao" userId="45cbaa2483b5b87c" providerId="LiveId" clId="{92E35CCE-B9D8-445A-867E-0CB885EBC3C4}" dt="2025-06-29T09:47:56.538" v="1856" actId="22"/>
          <ac:spMkLst>
            <pc:docMk/>
            <pc:sldMk cId="2574443215" sldId="1786"/>
            <ac:spMk id="9" creationId="{748D7E98-7D8D-0D12-B008-3BD656108498}"/>
          </ac:spMkLst>
        </pc:spChg>
        <pc:spChg chg="add del">
          <ac:chgData name="Daniel Cao" userId="45cbaa2483b5b87c" providerId="LiveId" clId="{92E35CCE-B9D8-445A-867E-0CB885EBC3C4}" dt="2025-06-29T09:48:03.310" v="1870" actId="478"/>
          <ac:spMkLst>
            <pc:docMk/>
            <pc:sldMk cId="2574443215" sldId="1786"/>
            <ac:spMk id="13" creationId="{50A30E76-38B8-53C0-77A7-B2103F2D5B21}"/>
          </ac:spMkLst>
        </pc:spChg>
        <pc:spChg chg="add del mod">
          <ac:chgData name="Daniel Cao" userId="45cbaa2483b5b87c" providerId="LiveId" clId="{92E35CCE-B9D8-445A-867E-0CB885EBC3C4}" dt="2025-06-29T09:48:06.260" v="1874" actId="478"/>
          <ac:spMkLst>
            <pc:docMk/>
            <pc:sldMk cId="2574443215" sldId="1786"/>
            <ac:spMk id="14" creationId="{61544125-1A98-B8B1-7240-1101186B874A}"/>
          </ac:spMkLst>
        </pc:spChg>
        <pc:spChg chg="add mod">
          <ac:chgData name="Daniel Cao" userId="45cbaa2483b5b87c" providerId="LiveId" clId="{92E35CCE-B9D8-445A-867E-0CB885EBC3C4}" dt="2025-06-29T10:33:02.399" v="3088" actId="2711"/>
          <ac:spMkLst>
            <pc:docMk/>
            <pc:sldMk cId="2574443215" sldId="1786"/>
            <ac:spMk id="15" creationId="{591DF4AA-758D-FA0F-D814-A8EBCE49B263}"/>
          </ac:spMkLst>
        </pc:spChg>
        <pc:spChg chg="add mod">
          <ac:chgData name="Daniel Cao" userId="45cbaa2483b5b87c" providerId="LiveId" clId="{92E35CCE-B9D8-445A-867E-0CB885EBC3C4}" dt="2025-06-29T10:33:02.399" v="3088" actId="2711"/>
          <ac:spMkLst>
            <pc:docMk/>
            <pc:sldMk cId="2574443215" sldId="1786"/>
            <ac:spMk id="18" creationId="{B6E5B952-F7AE-4B4C-FD9D-F0FF13946C93}"/>
          </ac:spMkLst>
        </pc:spChg>
        <pc:picChg chg="add del">
          <ac:chgData name="Daniel Cao" userId="45cbaa2483b5b87c" providerId="LiveId" clId="{92E35CCE-B9D8-445A-867E-0CB885EBC3C4}" dt="2025-06-29T09:48:01.712" v="1867" actId="478"/>
          <ac:picMkLst>
            <pc:docMk/>
            <pc:sldMk cId="2574443215" sldId="1786"/>
            <ac:picMk id="4" creationId="{A4DE5CCF-7B2C-D97C-BADE-3F9EC49F490B}"/>
          </ac:picMkLst>
        </pc:picChg>
        <pc:picChg chg="add del">
          <ac:chgData name="Daniel Cao" userId="45cbaa2483b5b87c" providerId="LiveId" clId="{92E35CCE-B9D8-445A-867E-0CB885EBC3C4}" dt="2025-06-29T09:48:02.730" v="1869" actId="478"/>
          <ac:picMkLst>
            <pc:docMk/>
            <pc:sldMk cId="2574443215" sldId="1786"/>
            <ac:picMk id="6" creationId="{1FF861B5-9512-7258-907C-99CBEE8C114A}"/>
          </ac:picMkLst>
        </pc:picChg>
        <pc:picChg chg="add del">
          <ac:chgData name="Daniel Cao" userId="45cbaa2483b5b87c" providerId="LiveId" clId="{92E35CCE-B9D8-445A-867E-0CB885EBC3C4}" dt="2025-06-29T09:48:02.330" v="1868" actId="478"/>
          <ac:picMkLst>
            <pc:docMk/>
            <pc:sldMk cId="2574443215" sldId="1786"/>
            <ac:picMk id="8" creationId="{9BC9000B-17AD-592E-9517-0EDAD8D89BED}"/>
          </ac:picMkLst>
        </pc:picChg>
        <pc:picChg chg="add del mod">
          <ac:chgData name="Daniel Cao" userId="45cbaa2483b5b87c" providerId="LiveId" clId="{92E35CCE-B9D8-445A-867E-0CB885EBC3C4}" dt="2025-06-29T09:48:05.136" v="1873" actId="478"/>
          <ac:picMkLst>
            <pc:docMk/>
            <pc:sldMk cId="2574443215" sldId="1786"/>
            <ac:picMk id="10" creationId="{3E7A896A-7804-F766-66CB-90ABAF50DD10}"/>
          </ac:picMkLst>
        </pc:picChg>
        <pc:picChg chg="add del">
          <ac:chgData name="Daniel Cao" userId="45cbaa2483b5b87c" providerId="LiveId" clId="{92E35CCE-B9D8-445A-867E-0CB885EBC3C4}" dt="2025-06-29T09:48:04.690" v="1872" actId="478"/>
          <ac:picMkLst>
            <pc:docMk/>
            <pc:sldMk cId="2574443215" sldId="1786"/>
            <ac:picMk id="12" creationId="{55A5A185-783B-2BB1-CF12-FEB08F1D99BD}"/>
          </ac:picMkLst>
        </pc:picChg>
        <pc:picChg chg="add mod">
          <ac:chgData name="Daniel Cao" userId="45cbaa2483b5b87c" providerId="LiveId" clId="{92E35CCE-B9D8-445A-867E-0CB885EBC3C4}" dt="2025-06-29T09:48:24.525" v="1880" actId="1076"/>
          <ac:picMkLst>
            <pc:docMk/>
            <pc:sldMk cId="2574443215" sldId="1786"/>
            <ac:picMk id="17" creationId="{51CD816B-E12F-2F54-5514-3F3840551180}"/>
          </ac:picMkLst>
        </pc:picChg>
      </pc:sldChg>
      <pc:sldChg chg="addSp delSp modSp mod delAnim">
        <pc:chgData name="Daniel Cao" userId="45cbaa2483b5b87c" providerId="LiveId" clId="{92E35CCE-B9D8-445A-867E-0CB885EBC3C4}" dt="2025-06-30T09:42:41.510" v="3627" actId="1076"/>
        <pc:sldMkLst>
          <pc:docMk/>
          <pc:sldMk cId="4204552409" sldId="1787"/>
        </pc:sldMkLst>
        <pc:spChg chg="mod">
          <ac:chgData name="Daniel Cao" userId="45cbaa2483b5b87c" providerId="LiveId" clId="{92E35CCE-B9D8-445A-867E-0CB885EBC3C4}" dt="2025-06-29T10:34:44.594" v="3119" actId="20577"/>
          <ac:spMkLst>
            <pc:docMk/>
            <pc:sldMk cId="4204552409" sldId="1787"/>
            <ac:spMk id="2" creationId="{AAC7D083-2F52-7108-2431-DFC1AE910E7F}"/>
          </ac:spMkLst>
        </pc:spChg>
        <pc:spChg chg="del">
          <ac:chgData name="Daniel Cao" userId="45cbaa2483b5b87c" providerId="LiveId" clId="{92E35CCE-B9D8-445A-867E-0CB885EBC3C4}" dt="2025-06-29T09:52:10.312" v="1985" actId="478"/>
          <ac:spMkLst>
            <pc:docMk/>
            <pc:sldMk cId="4204552409" sldId="1787"/>
            <ac:spMk id="5" creationId="{77E5CAFD-FCCE-EC3F-EC2E-9C6162A933B6}"/>
          </ac:spMkLst>
        </pc:spChg>
        <pc:spChg chg="add mod">
          <ac:chgData name="Daniel Cao" userId="45cbaa2483b5b87c" providerId="LiveId" clId="{92E35CCE-B9D8-445A-867E-0CB885EBC3C4}" dt="2025-06-30T09:42:41.510" v="3627" actId="1076"/>
          <ac:spMkLst>
            <pc:docMk/>
            <pc:sldMk cId="4204552409" sldId="1787"/>
            <ac:spMk id="5" creationId="{99BCD0E8-4A0C-6F27-869F-6B00BF11DA4E}"/>
          </ac:spMkLst>
        </pc:spChg>
        <pc:spChg chg="del">
          <ac:chgData name="Daniel Cao" userId="45cbaa2483b5b87c" providerId="LiveId" clId="{92E35CCE-B9D8-445A-867E-0CB885EBC3C4}" dt="2025-06-29T09:52:09.281" v="1984" actId="478"/>
          <ac:spMkLst>
            <pc:docMk/>
            <pc:sldMk cId="4204552409" sldId="1787"/>
            <ac:spMk id="7" creationId="{07092D5B-274C-2FB3-3447-CE484AB2EA40}"/>
          </ac:spMkLst>
        </pc:spChg>
        <pc:spChg chg="add mod">
          <ac:chgData name="Daniel Cao" userId="45cbaa2483b5b87c" providerId="LiveId" clId="{92E35CCE-B9D8-445A-867E-0CB885EBC3C4}" dt="2025-06-29T10:32:55.299" v="3086" actId="2711"/>
          <ac:spMkLst>
            <pc:docMk/>
            <pc:sldMk cId="4204552409" sldId="1787"/>
            <ac:spMk id="10" creationId="{ED9C5FF8-5A7D-A8A5-4793-998CFB6C3761}"/>
          </ac:spMkLst>
        </pc:spChg>
        <pc:picChg chg="add mod">
          <ac:chgData name="Daniel Cao" userId="45cbaa2483b5b87c" providerId="LiveId" clId="{92E35CCE-B9D8-445A-867E-0CB885EBC3C4}" dt="2025-06-29T09:53:13.692" v="2020" actId="1076"/>
          <ac:picMkLst>
            <pc:docMk/>
            <pc:sldMk cId="4204552409" sldId="1787"/>
            <ac:picMk id="4" creationId="{5CA635C8-E7EF-346E-4BBA-021DC4C1285E}"/>
          </ac:picMkLst>
        </pc:picChg>
        <pc:picChg chg="add del mod">
          <ac:chgData name="Daniel Cao" userId="45cbaa2483b5b87c" providerId="LiveId" clId="{92E35CCE-B9D8-445A-867E-0CB885EBC3C4}" dt="2025-06-29T09:52:53.873" v="2015" actId="21"/>
          <ac:picMkLst>
            <pc:docMk/>
            <pc:sldMk cId="4204552409" sldId="1787"/>
            <ac:picMk id="8" creationId="{E09764AB-1B2A-B721-6647-0BC2020D1BAA}"/>
          </ac:picMkLst>
        </pc:picChg>
        <pc:picChg chg="del">
          <ac:chgData name="Daniel Cao" userId="45cbaa2483b5b87c" providerId="LiveId" clId="{92E35CCE-B9D8-445A-867E-0CB885EBC3C4}" dt="2025-06-29T09:52:08.172" v="1983" actId="478"/>
          <ac:picMkLst>
            <pc:docMk/>
            <pc:sldMk cId="4204552409" sldId="1787"/>
            <ac:picMk id="11" creationId="{F9CDF1F3-E837-52C8-7A42-786696C0C835}"/>
          </ac:picMkLst>
        </pc:picChg>
      </pc:sldChg>
      <pc:sldChg chg="modSp del mod">
        <pc:chgData name="Daniel Cao" userId="45cbaa2483b5b87c" providerId="LiveId" clId="{92E35CCE-B9D8-445A-867E-0CB885EBC3C4}" dt="2025-06-29T10:12:18.893" v="2699" actId="47"/>
        <pc:sldMkLst>
          <pc:docMk/>
          <pc:sldMk cId="1256740512" sldId="1788"/>
        </pc:sldMkLst>
        <pc:spChg chg="mod">
          <ac:chgData name="Daniel Cao" userId="45cbaa2483b5b87c" providerId="LiveId" clId="{92E35CCE-B9D8-445A-867E-0CB885EBC3C4}" dt="2025-06-29T10:12:17.259" v="2698" actId="6549"/>
          <ac:spMkLst>
            <pc:docMk/>
            <pc:sldMk cId="1256740512" sldId="1788"/>
            <ac:spMk id="2" creationId="{2163EC0A-4060-4550-E8AF-1E9CB40F08EF}"/>
          </ac:spMkLst>
        </pc:spChg>
      </pc:sldChg>
      <pc:sldChg chg="modSp mod">
        <pc:chgData name="Daniel Cao" userId="45cbaa2483b5b87c" providerId="LiveId" clId="{92E35CCE-B9D8-445A-867E-0CB885EBC3C4}" dt="2025-06-29T10:31:31.419" v="3073" actId="2711"/>
        <pc:sldMkLst>
          <pc:docMk/>
          <pc:sldMk cId="3999354985" sldId="1789"/>
        </pc:sldMkLst>
        <pc:spChg chg="mod">
          <ac:chgData name="Daniel Cao" userId="45cbaa2483b5b87c" providerId="LiveId" clId="{92E35CCE-B9D8-445A-867E-0CB885EBC3C4}" dt="2025-06-29T10:31:31.419" v="3073" actId="2711"/>
          <ac:spMkLst>
            <pc:docMk/>
            <pc:sldMk cId="3999354985" sldId="1789"/>
            <ac:spMk id="9" creationId="{BBCE4775-CE2F-2264-D8C5-A2B87C497EF0}"/>
          </ac:spMkLst>
        </pc:spChg>
        <pc:spChg chg="mod">
          <ac:chgData name="Daniel Cao" userId="45cbaa2483b5b87c" providerId="LiveId" clId="{92E35CCE-B9D8-445A-867E-0CB885EBC3C4}" dt="2025-06-29T10:13:45.959" v="2746" actId="1076"/>
          <ac:spMkLst>
            <pc:docMk/>
            <pc:sldMk cId="3999354985" sldId="1789"/>
            <ac:spMk id="83" creationId="{897A65FF-AF57-736A-7CC5-5A3A5D365299}"/>
          </ac:spMkLst>
        </pc:spChg>
      </pc:sldChg>
      <pc:sldChg chg="addSp modSp mod addAnim delAnim modAnim">
        <pc:chgData name="Daniel Cao" userId="45cbaa2483b5b87c" providerId="LiveId" clId="{92E35CCE-B9D8-445A-867E-0CB885EBC3C4}" dt="2025-06-29T10:32:01.946" v="3077" actId="2711"/>
        <pc:sldMkLst>
          <pc:docMk/>
          <pc:sldMk cId="2669020939" sldId="1790"/>
        </pc:sldMkLst>
        <pc:spChg chg="mod">
          <ac:chgData name="Daniel Cao" userId="45cbaa2483b5b87c" providerId="LiveId" clId="{92E35CCE-B9D8-445A-867E-0CB885EBC3C4}" dt="2025-06-29T10:32:01.946" v="3077" actId="2711"/>
          <ac:spMkLst>
            <pc:docMk/>
            <pc:sldMk cId="2669020939" sldId="1790"/>
            <ac:spMk id="2" creationId="{2F936D5C-F744-F64A-4971-1190750F471E}"/>
          </ac:spMkLst>
        </pc:spChg>
        <pc:spChg chg="mod">
          <ac:chgData name="Daniel Cao" userId="45cbaa2483b5b87c" providerId="LiveId" clId="{92E35CCE-B9D8-445A-867E-0CB885EBC3C4}" dt="2025-06-29T10:32:01.946" v="3077" actId="2711"/>
          <ac:spMkLst>
            <pc:docMk/>
            <pc:sldMk cId="2669020939" sldId="1790"/>
            <ac:spMk id="3" creationId="{5F620D65-EE47-25BF-0F80-938508D0349C}"/>
          </ac:spMkLst>
        </pc:spChg>
        <pc:spChg chg="add mod">
          <ac:chgData name="Daniel Cao" userId="45cbaa2483b5b87c" providerId="LiveId" clId="{92E35CCE-B9D8-445A-867E-0CB885EBC3C4}" dt="2025-06-29T10:32:01.946" v="3077" actId="2711"/>
          <ac:spMkLst>
            <pc:docMk/>
            <pc:sldMk cId="2669020939" sldId="1790"/>
            <ac:spMk id="4" creationId="{2FAB74A9-DB7F-469A-495B-4FF225924F13}"/>
          </ac:spMkLst>
        </pc:spChg>
        <pc:spChg chg="mod">
          <ac:chgData name="Daniel Cao" userId="45cbaa2483b5b87c" providerId="LiveId" clId="{92E35CCE-B9D8-445A-867E-0CB885EBC3C4}" dt="2025-06-29T10:32:01.946" v="3077" actId="2711"/>
          <ac:spMkLst>
            <pc:docMk/>
            <pc:sldMk cId="2669020939" sldId="1790"/>
            <ac:spMk id="5" creationId="{CA5A6A44-CFF5-7C73-40C7-08B9F5750FED}"/>
          </ac:spMkLst>
        </pc:spChg>
        <pc:spChg chg="add mod">
          <ac:chgData name="Daniel Cao" userId="45cbaa2483b5b87c" providerId="LiveId" clId="{92E35CCE-B9D8-445A-867E-0CB885EBC3C4}" dt="2025-06-29T10:32:01.946" v="3077" actId="2711"/>
          <ac:spMkLst>
            <pc:docMk/>
            <pc:sldMk cId="2669020939" sldId="1790"/>
            <ac:spMk id="6" creationId="{430CE3AA-950D-6537-1D04-E8E305651D25}"/>
          </ac:spMkLst>
        </pc:spChg>
      </pc:sldChg>
      <pc:sldChg chg="addSp delSp modSp mod delAnim">
        <pc:chgData name="Daniel Cao" userId="45cbaa2483b5b87c" providerId="LiveId" clId="{92E35CCE-B9D8-445A-867E-0CB885EBC3C4}" dt="2025-06-29T10:31:53.181" v="3076" actId="2711"/>
        <pc:sldMkLst>
          <pc:docMk/>
          <pc:sldMk cId="2438919701" sldId="1791"/>
        </pc:sldMkLst>
        <pc:spChg chg="mod">
          <ac:chgData name="Daniel Cao" userId="45cbaa2483b5b87c" providerId="LiveId" clId="{92E35CCE-B9D8-445A-867E-0CB885EBC3C4}" dt="2025-06-29T10:31:53.181" v="3076" actId="2711"/>
          <ac:spMkLst>
            <pc:docMk/>
            <pc:sldMk cId="2438919701" sldId="1791"/>
            <ac:spMk id="2" creationId="{68786472-319B-1101-9642-F22FEDF07308}"/>
          </ac:spMkLst>
        </pc:spChg>
        <pc:spChg chg="add mod">
          <ac:chgData name="Daniel Cao" userId="45cbaa2483b5b87c" providerId="LiveId" clId="{92E35CCE-B9D8-445A-867E-0CB885EBC3C4}" dt="2025-06-29T10:31:53.181" v="3076" actId="2711"/>
          <ac:spMkLst>
            <pc:docMk/>
            <pc:sldMk cId="2438919701" sldId="1791"/>
            <ac:spMk id="3" creationId="{E9E18192-F3F2-2B10-1D1D-021511C7E38A}"/>
          </ac:spMkLst>
        </pc:spChg>
        <pc:spChg chg="mod">
          <ac:chgData name="Daniel Cao" userId="45cbaa2483b5b87c" providerId="LiveId" clId="{92E35CCE-B9D8-445A-867E-0CB885EBC3C4}" dt="2025-06-29T10:31:53.181" v="3076" actId="2711"/>
          <ac:spMkLst>
            <pc:docMk/>
            <pc:sldMk cId="2438919701" sldId="1791"/>
            <ac:spMk id="4" creationId="{67F89635-B491-D233-E06D-407CF3821406}"/>
          </ac:spMkLst>
        </pc:spChg>
        <pc:spChg chg="del mod">
          <ac:chgData name="Daniel Cao" userId="45cbaa2483b5b87c" providerId="LiveId" clId="{92E35CCE-B9D8-445A-867E-0CB885EBC3C4}" dt="2025-06-29T10:25:41.723" v="2951" actId="478"/>
          <ac:spMkLst>
            <pc:docMk/>
            <pc:sldMk cId="2438919701" sldId="1791"/>
            <ac:spMk id="5" creationId="{A0E07DC1-551D-588F-AA6E-304739C986F7}"/>
          </ac:spMkLst>
        </pc:spChg>
        <pc:spChg chg="add mod">
          <ac:chgData name="Daniel Cao" userId="45cbaa2483b5b87c" providerId="LiveId" clId="{92E35CCE-B9D8-445A-867E-0CB885EBC3C4}" dt="2025-06-29T10:31:53.181" v="3076" actId="2711"/>
          <ac:spMkLst>
            <pc:docMk/>
            <pc:sldMk cId="2438919701" sldId="1791"/>
            <ac:spMk id="7" creationId="{C70DD5BA-5AEE-C581-CABA-B770551C35E5}"/>
          </ac:spMkLst>
        </pc:spChg>
      </pc:sldChg>
      <pc:sldChg chg="delSp modSp mod delAnim">
        <pc:chgData name="Daniel Cao" userId="45cbaa2483b5b87c" providerId="LiveId" clId="{92E35CCE-B9D8-445A-867E-0CB885EBC3C4}" dt="2025-06-29T10:31:46.814" v="3075" actId="2711"/>
        <pc:sldMkLst>
          <pc:docMk/>
          <pc:sldMk cId="1857070408" sldId="1792"/>
        </pc:sldMkLst>
        <pc:spChg chg="mod">
          <ac:chgData name="Daniel Cao" userId="45cbaa2483b5b87c" providerId="LiveId" clId="{92E35CCE-B9D8-445A-867E-0CB885EBC3C4}" dt="2025-06-29T10:31:40.881" v="3074" actId="2711"/>
          <ac:spMkLst>
            <pc:docMk/>
            <pc:sldMk cId="1857070408" sldId="1792"/>
            <ac:spMk id="2" creationId="{24A261ED-C1E5-B048-8C38-F3ECA2361A74}"/>
          </ac:spMkLst>
        </pc:spChg>
        <pc:spChg chg="mod">
          <ac:chgData name="Daniel Cao" userId="45cbaa2483b5b87c" providerId="LiveId" clId="{92E35CCE-B9D8-445A-867E-0CB885EBC3C4}" dt="2025-06-29T10:31:46.814" v="3075" actId="2711"/>
          <ac:spMkLst>
            <pc:docMk/>
            <pc:sldMk cId="1857070408" sldId="1792"/>
            <ac:spMk id="6" creationId="{C2C4712C-8FEA-C593-6C4A-4BA2F3A3C206}"/>
          </ac:spMkLst>
        </pc:spChg>
        <pc:spChg chg="del">
          <ac:chgData name="Daniel Cao" userId="45cbaa2483b5b87c" providerId="LiveId" clId="{92E35CCE-B9D8-445A-867E-0CB885EBC3C4}" dt="2025-06-29T10:30:06.779" v="3026" actId="478"/>
          <ac:spMkLst>
            <pc:docMk/>
            <pc:sldMk cId="1857070408" sldId="1792"/>
            <ac:spMk id="7" creationId="{46BBE7F9-8D18-ECCD-0713-D4DF97D4A142}"/>
          </ac:spMkLst>
        </pc:spChg>
        <pc:picChg chg="del">
          <ac:chgData name="Daniel Cao" userId="45cbaa2483b5b87c" providerId="LiveId" clId="{92E35CCE-B9D8-445A-867E-0CB885EBC3C4}" dt="2025-06-29T10:30:08.402" v="3027" actId="478"/>
          <ac:picMkLst>
            <pc:docMk/>
            <pc:sldMk cId="1857070408" sldId="1792"/>
            <ac:picMk id="9" creationId="{160E819F-8502-5C2F-718E-AF439A682D30}"/>
          </ac:picMkLst>
        </pc:picChg>
      </pc:sldChg>
      <pc:sldChg chg="modSp del">
        <pc:chgData name="Daniel Cao" userId="45cbaa2483b5b87c" providerId="LiveId" clId="{92E35CCE-B9D8-445A-867E-0CB885EBC3C4}" dt="2025-06-29T10:30:16.388" v="3030" actId="47"/>
        <pc:sldMkLst>
          <pc:docMk/>
          <pc:sldMk cId="1548376348" sldId="1793"/>
        </pc:sldMkLst>
        <pc:spChg chg="mod">
          <ac:chgData name="Daniel Cao" userId="45cbaa2483b5b87c" providerId="LiveId" clId="{92E35CCE-B9D8-445A-867E-0CB885EBC3C4}" dt="2025-06-29T09:44:20.539" v="1734"/>
          <ac:spMkLst>
            <pc:docMk/>
            <pc:sldMk cId="1548376348" sldId="1793"/>
            <ac:spMk id="4" creationId="{C596AB6E-BA79-05EC-4E4C-E8F4A7CB0A5B}"/>
          </ac:spMkLst>
        </pc:spChg>
      </pc:sldChg>
      <pc:sldChg chg="del">
        <pc:chgData name="Daniel Cao" userId="45cbaa2483b5b87c" providerId="LiveId" clId="{92E35CCE-B9D8-445A-867E-0CB885EBC3C4}" dt="2025-06-29T10:30:17.248" v="3031" actId="47"/>
        <pc:sldMkLst>
          <pc:docMk/>
          <pc:sldMk cId="2673440065" sldId="1794"/>
        </pc:sldMkLst>
      </pc:sldChg>
      <pc:sldChg chg="del">
        <pc:chgData name="Daniel Cao" userId="45cbaa2483b5b87c" providerId="LiveId" clId="{92E35CCE-B9D8-445A-867E-0CB885EBC3C4}" dt="2025-06-29T10:30:19.362" v="3032" actId="47"/>
        <pc:sldMkLst>
          <pc:docMk/>
          <pc:sldMk cId="3232573924" sldId="1795"/>
        </pc:sldMkLst>
      </pc:sldChg>
      <pc:sldChg chg="del">
        <pc:chgData name="Daniel Cao" userId="45cbaa2483b5b87c" providerId="LiveId" clId="{92E35CCE-B9D8-445A-867E-0CB885EBC3C4}" dt="2025-06-29T10:30:20.255" v="3033" actId="47"/>
        <pc:sldMkLst>
          <pc:docMk/>
          <pc:sldMk cId="1584694911" sldId="1796"/>
        </pc:sldMkLst>
      </pc:sldChg>
      <pc:sldChg chg="del">
        <pc:chgData name="Daniel Cao" userId="45cbaa2483b5b87c" providerId="LiveId" clId="{92E35CCE-B9D8-445A-867E-0CB885EBC3C4}" dt="2025-06-29T10:30:21.258" v="3034" actId="47"/>
        <pc:sldMkLst>
          <pc:docMk/>
          <pc:sldMk cId="3089635593" sldId="1797"/>
        </pc:sldMkLst>
      </pc:sldChg>
      <pc:sldChg chg="addSp delSp modSp mod delAnim">
        <pc:chgData name="Daniel Cao" userId="45cbaa2483b5b87c" providerId="LiveId" clId="{92E35CCE-B9D8-445A-867E-0CB885EBC3C4}" dt="2025-06-29T10:35:35.145" v="3132" actId="2711"/>
        <pc:sldMkLst>
          <pc:docMk/>
          <pc:sldMk cId="742245557" sldId="1798"/>
        </pc:sldMkLst>
        <pc:spChg chg="mod">
          <ac:chgData name="Daniel Cao" userId="45cbaa2483b5b87c" providerId="LiveId" clId="{92E35CCE-B9D8-445A-867E-0CB885EBC3C4}" dt="2025-06-29T10:35:35.145" v="3132" actId="2711"/>
          <ac:spMkLst>
            <pc:docMk/>
            <pc:sldMk cId="742245557" sldId="1798"/>
            <ac:spMk id="3" creationId="{1B304DE6-397E-C512-FFA8-25CAD98E0B26}"/>
          </ac:spMkLst>
        </pc:spChg>
        <pc:spChg chg="add mod">
          <ac:chgData name="Daniel Cao" userId="45cbaa2483b5b87c" providerId="LiveId" clId="{92E35CCE-B9D8-445A-867E-0CB885EBC3C4}" dt="2025-06-29T10:35:35.145" v="3132" actId="2711"/>
          <ac:spMkLst>
            <pc:docMk/>
            <pc:sldMk cId="742245557" sldId="1798"/>
            <ac:spMk id="5" creationId="{CF35348A-9463-63DA-4E31-B79E16A954D6}"/>
          </ac:spMkLst>
        </pc:spChg>
        <pc:spChg chg="add mod">
          <ac:chgData name="Daniel Cao" userId="45cbaa2483b5b87c" providerId="LiveId" clId="{92E35CCE-B9D8-445A-867E-0CB885EBC3C4}" dt="2025-06-29T10:35:35.145" v="3132" actId="2711"/>
          <ac:spMkLst>
            <pc:docMk/>
            <pc:sldMk cId="742245557" sldId="1798"/>
            <ac:spMk id="9" creationId="{C805548D-D79C-3905-D6DC-CF3A6E0D5AB6}"/>
          </ac:spMkLst>
        </pc:spChg>
        <pc:spChg chg="add mod">
          <ac:chgData name="Daniel Cao" userId="45cbaa2483b5b87c" providerId="LiveId" clId="{92E35CCE-B9D8-445A-867E-0CB885EBC3C4}" dt="2025-06-29T10:35:35.145" v="3132" actId="2711"/>
          <ac:spMkLst>
            <pc:docMk/>
            <pc:sldMk cId="742245557" sldId="1798"/>
            <ac:spMk id="11" creationId="{EDA7527C-76D2-B546-BD24-8579A416EEF6}"/>
          </ac:spMkLst>
        </pc:spChg>
        <pc:spChg chg="mod">
          <ac:chgData name="Daniel Cao" userId="45cbaa2483b5b87c" providerId="LiveId" clId="{92E35CCE-B9D8-445A-867E-0CB885EBC3C4}" dt="2025-06-29T10:35:35.145" v="3132" actId="2711"/>
          <ac:spMkLst>
            <pc:docMk/>
            <pc:sldMk cId="742245557" sldId="1798"/>
            <ac:spMk id="18" creationId="{85D736C7-FE35-B3F1-7DDC-5FB26D812C1B}"/>
          </ac:spMkLst>
        </pc:spChg>
        <pc:picChg chg="del">
          <ac:chgData name="Daniel Cao" userId="45cbaa2483b5b87c" providerId="LiveId" clId="{92E35CCE-B9D8-445A-867E-0CB885EBC3C4}" dt="2025-06-29T08:59:11.052" v="772" actId="478"/>
          <ac:picMkLst>
            <pc:docMk/>
            <pc:sldMk cId="742245557" sldId="1798"/>
            <ac:picMk id="4" creationId="{33153898-37B9-3931-A1A9-445A5F744410}"/>
          </ac:picMkLst>
        </pc:picChg>
        <pc:picChg chg="del">
          <ac:chgData name="Daniel Cao" userId="45cbaa2483b5b87c" providerId="LiveId" clId="{92E35CCE-B9D8-445A-867E-0CB885EBC3C4}" dt="2025-06-29T08:59:11.052" v="772" actId="478"/>
          <ac:picMkLst>
            <pc:docMk/>
            <pc:sldMk cId="742245557" sldId="1798"/>
            <ac:picMk id="6" creationId="{B12230C5-AD51-21A9-78F9-B507EFB8D9FF}"/>
          </ac:picMkLst>
        </pc:picChg>
        <pc:picChg chg="del">
          <ac:chgData name="Daniel Cao" userId="45cbaa2483b5b87c" providerId="LiveId" clId="{92E35CCE-B9D8-445A-867E-0CB885EBC3C4}" dt="2025-06-29T08:59:11.052" v="772" actId="478"/>
          <ac:picMkLst>
            <pc:docMk/>
            <pc:sldMk cId="742245557" sldId="1798"/>
            <ac:picMk id="8" creationId="{ED3B36B0-1647-69FB-A5AE-16B1FEF11147}"/>
          </ac:picMkLst>
        </pc:picChg>
        <pc:picChg chg="del">
          <ac:chgData name="Daniel Cao" userId="45cbaa2483b5b87c" providerId="LiveId" clId="{92E35CCE-B9D8-445A-867E-0CB885EBC3C4}" dt="2025-06-29T08:59:11.052" v="772" actId="478"/>
          <ac:picMkLst>
            <pc:docMk/>
            <pc:sldMk cId="742245557" sldId="1798"/>
            <ac:picMk id="10" creationId="{4A749A96-C311-5630-334A-F5ADF5F9813B}"/>
          </ac:picMkLst>
        </pc:picChg>
        <pc:picChg chg="del mod">
          <ac:chgData name="Daniel Cao" userId="45cbaa2483b5b87c" providerId="LiveId" clId="{92E35CCE-B9D8-445A-867E-0CB885EBC3C4}" dt="2025-06-29T09:00:34.873" v="819" actId="478"/>
          <ac:picMkLst>
            <pc:docMk/>
            <pc:sldMk cId="742245557" sldId="1798"/>
            <ac:picMk id="17" creationId="{AE7C5C01-3DBB-B476-6033-A196DF4FF5AF}"/>
          </ac:picMkLst>
        </pc:picChg>
      </pc:sldChg>
      <pc:sldChg chg="addSp delSp modSp add mod">
        <pc:chgData name="Daniel Cao" userId="45cbaa2483b5b87c" providerId="LiveId" clId="{92E35CCE-B9D8-445A-867E-0CB885EBC3C4}" dt="2025-06-30T09:45:52.135" v="3820" actId="1076"/>
        <pc:sldMkLst>
          <pc:docMk/>
          <pc:sldMk cId="901264792" sldId="1799"/>
        </pc:sldMkLst>
        <pc:spChg chg="mod">
          <ac:chgData name="Daniel Cao" userId="45cbaa2483b5b87c" providerId="LiveId" clId="{92E35CCE-B9D8-445A-867E-0CB885EBC3C4}" dt="2025-06-29T10:33:34.383" v="3097" actId="2711"/>
          <ac:spMkLst>
            <pc:docMk/>
            <pc:sldMk cId="901264792" sldId="1799"/>
            <ac:spMk id="2" creationId="{CBB0C12D-BEFB-85DC-BF65-3E06B6DF1917}"/>
          </ac:spMkLst>
        </pc:spChg>
        <pc:spChg chg="mod">
          <ac:chgData name="Daniel Cao" userId="45cbaa2483b5b87c" providerId="LiveId" clId="{92E35CCE-B9D8-445A-867E-0CB885EBC3C4}" dt="2025-06-29T10:33:45.616" v="3102" actId="20577"/>
          <ac:spMkLst>
            <pc:docMk/>
            <pc:sldMk cId="901264792" sldId="1799"/>
            <ac:spMk id="3" creationId="{D3E6A180-E62A-FA30-8396-BE9BDD82CEF7}"/>
          </ac:spMkLst>
        </pc:spChg>
        <pc:spChg chg="add mod">
          <ac:chgData name="Daniel Cao" userId="45cbaa2483b5b87c" providerId="LiveId" clId="{92E35CCE-B9D8-445A-867E-0CB885EBC3C4}" dt="2025-06-30T09:45:52.135" v="3820" actId="1076"/>
          <ac:spMkLst>
            <pc:docMk/>
            <pc:sldMk cId="901264792" sldId="1799"/>
            <ac:spMk id="4" creationId="{AE519486-CBCB-9F1B-4725-9821946EDAD0}"/>
          </ac:spMkLst>
        </pc:spChg>
        <pc:spChg chg="add mod">
          <ac:chgData name="Daniel Cao" userId="45cbaa2483b5b87c" providerId="LiveId" clId="{92E35CCE-B9D8-445A-867E-0CB885EBC3C4}" dt="2025-06-29T10:33:34.383" v="3097" actId="2711"/>
          <ac:spMkLst>
            <pc:docMk/>
            <pc:sldMk cId="901264792" sldId="1799"/>
            <ac:spMk id="7" creationId="{2A4202DC-02CA-0145-CD14-45D300ED6E20}"/>
          </ac:spMkLst>
        </pc:spChg>
        <pc:spChg chg="del">
          <ac:chgData name="Daniel Cao" userId="45cbaa2483b5b87c" providerId="LiveId" clId="{92E35CCE-B9D8-445A-867E-0CB885EBC3C4}" dt="2025-06-29T09:14:21.036" v="1332" actId="478"/>
          <ac:spMkLst>
            <pc:docMk/>
            <pc:sldMk cId="901264792" sldId="1799"/>
            <ac:spMk id="19" creationId="{CC615E54-B88A-CFEF-33D1-E5AD77E9C623}"/>
          </ac:spMkLst>
        </pc:spChg>
        <pc:spChg chg="del">
          <ac:chgData name="Daniel Cao" userId="45cbaa2483b5b87c" providerId="LiveId" clId="{92E35CCE-B9D8-445A-867E-0CB885EBC3C4}" dt="2025-06-29T09:14:22.598" v="1334" actId="478"/>
          <ac:spMkLst>
            <pc:docMk/>
            <pc:sldMk cId="901264792" sldId="1799"/>
            <ac:spMk id="21" creationId="{32184489-A8BD-22B6-6176-70337ADD2ADC}"/>
          </ac:spMkLst>
        </pc:spChg>
        <pc:picChg chg="add del mod">
          <ac:chgData name="Daniel Cao" userId="45cbaa2483b5b87c" providerId="LiveId" clId="{92E35CCE-B9D8-445A-867E-0CB885EBC3C4}" dt="2025-06-29T10:33:34.383" v="3097" actId="2711"/>
          <ac:picMkLst>
            <pc:docMk/>
            <pc:sldMk cId="901264792" sldId="1799"/>
            <ac:picMk id="5" creationId="{3EEE313D-49B2-B32A-5657-213D26F5140B}"/>
          </ac:picMkLst>
        </pc:picChg>
        <pc:picChg chg="add mod">
          <ac:chgData name="Daniel Cao" userId="45cbaa2483b5b87c" providerId="LiveId" clId="{92E35CCE-B9D8-445A-867E-0CB885EBC3C4}" dt="2025-06-29T09:19:19.981" v="1416" actId="14100"/>
          <ac:picMkLst>
            <pc:docMk/>
            <pc:sldMk cId="901264792" sldId="1799"/>
            <ac:picMk id="9" creationId="{6B52C1D2-4B1E-495E-104C-C064548B3BF9}"/>
          </ac:picMkLst>
        </pc:picChg>
        <pc:picChg chg="del">
          <ac:chgData name="Daniel Cao" userId="45cbaa2483b5b87c" providerId="LiveId" clId="{92E35CCE-B9D8-445A-867E-0CB885EBC3C4}" dt="2025-06-29T09:14:19.308" v="1331" actId="478"/>
          <ac:picMkLst>
            <pc:docMk/>
            <pc:sldMk cId="901264792" sldId="1799"/>
            <ac:picMk id="14" creationId="{AA40F81D-CF41-BB7E-A1AC-76EC454A118C}"/>
          </ac:picMkLst>
        </pc:picChg>
        <pc:picChg chg="del">
          <ac:chgData name="Daniel Cao" userId="45cbaa2483b5b87c" providerId="LiveId" clId="{92E35CCE-B9D8-445A-867E-0CB885EBC3C4}" dt="2025-06-29T09:14:21.378" v="1333" actId="478"/>
          <ac:picMkLst>
            <pc:docMk/>
            <pc:sldMk cId="901264792" sldId="1799"/>
            <ac:picMk id="16" creationId="{F1CE9977-442E-2FA2-4BC1-A56060C868C0}"/>
          </ac:picMkLst>
        </pc:picChg>
      </pc:sldChg>
      <pc:sldChg chg="addSp delSp modSp add mod">
        <pc:chgData name="Daniel Cao" userId="45cbaa2483b5b87c" providerId="LiveId" clId="{92E35CCE-B9D8-445A-867E-0CB885EBC3C4}" dt="2025-06-30T09:45:38.900" v="3811" actId="20577"/>
        <pc:sldMkLst>
          <pc:docMk/>
          <pc:sldMk cId="2155654295" sldId="1800"/>
        </pc:sldMkLst>
        <pc:spChg chg="mod">
          <ac:chgData name="Daniel Cao" userId="45cbaa2483b5b87c" providerId="LiveId" clId="{92E35CCE-B9D8-445A-867E-0CB885EBC3C4}" dt="2025-06-29T10:33:31.277" v="3096" actId="2711"/>
          <ac:spMkLst>
            <pc:docMk/>
            <pc:sldMk cId="2155654295" sldId="1800"/>
            <ac:spMk id="2" creationId="{401B8591-4CD1-DB6B-E46F-706CCD7413E0}"/>
          </ac:spMkLst>
        </pc:spChg>
        <pc:spChg chg="mod">
          <ac:chgData name="Daniel Cao" userId="45cbaa2483b5b87c" providerId="LiveId" clId="{92E35CCE-B9D8-445A-867E-0CB885EBC3C4}" dt="2025-06-29T10:33:49.097" v="3103" actId="20577"/>
          <ac:spMkLst>
            <pc:docMk/>
            <pc:sldMk cId="2155654295" sldId="1800"/>
            <ac:spMk id="3" creationId="{B05F9B64-3F9D-36C3-29C2-BE27B6276EC3}"/>
          </ac:spMkLst>
        </pc:spChg>
        <pc:spChg chg="add mod">
          <ac:chgData name="Daniel Cao" userId="45cbaa2483b5b87c" providerId="LiveId" clId="{92E35CCE-B9D8-445A-867E-0CB885EBC3C4}" dt="2025-06-30T09:45:38.900" v="3811" actId="20577"/>
          <ac:spMkLst>
            <pc:docMk/>
            <pc:sldMk cId="2155654295" sldId="1800"/>
            <ac:spMk id="4" creationId="{94E249E4-EB9A-8BF2-25F9-93A32BCECDBE}"/>
          </ac:spMkLst>
        </pc:spChg>
        <pc:spChg chg="add del">
          <ac:chgData name="Daniel Cao" userId="45cbaa2483b5b87c" providerId="LiveId" clId="{92E35CCE-B9D8-445A-867E-0CB885EBC3C4}" dt="2025-06-29T09:19:24.920" v="1420" actId="22"/>
          <ac:spMkLst>
            <pc:docMk/>
            <pc:sldMk cId="2155654295" sldId="1800"/>
            <ac:spMk id="6" creationId="{CE2A3F8C-776B-CE1E-CBEA-CCC188423887}"/>
          </ac:spMkLst>
        </pc:spChg>
        <pc:spChg chg="mod">
          <ac:chgData name="Daniel Cao" userId="45cbaa2483b5b87c" providerId="LiveId" clId="{92E35CCE-B9D8-445A-867E-0CB885EBC3C4}" dt="2025-06-29T10:33:31.277" v="3096" actId="2711"/>
          <ac:spMkLst>
            <pc:docMk/>
            <pc:sldMk cId="2155654295" sldId="1800"/>
            <ac:spMk id="7" creationId="{B3127DF0-499E-C323-4FC0-2B78977AD67C}"/>
          </ac:spMkLst>
        </pc:spChg>
        <pc:picChg chg="del">
          <ac:chgData name="Daniel Cao" userId="45cbaa2483b5b87c" providerId="LiveId" clId="{92E35CCE-B9D8-445A-867E-0CB885EBC3C4}" dt="2025-06-29T09:19:23.393" v="1418" actId="478"/>
          <ac:picMkLst>
            <pc:docMk/>
            <pc:sldMk cId="2155654295" sldId="1800"/>
            <ac:picMk id="5" creationId="{82309239-D4E8-2B8D-28E4-D9A0449B3576}"/>
          </ac:picMkLst>
        </pc:picChg>
        <pc:picChg chg="add mod">
          <ac:chgData name="Daniel Cao" userId="45cbaa2483b5b87c" providerId="LiveId" clId="{92E35CCE-B9D8-445A-867E-0CB885EBC3C4}" dt="2025-06-29T10:33:31.277" v="3096" actId="2711"/>
          <ac:picMkLst>
            <pc:docMk/>
            <pc:sldMk cId="2155654295" sldId="1800"/>
            <ac:picMk id="9" creationId="{15F824E0-9BAE-451F-5548-8DF083439BF2}"/>
          </ac:picMkLst>
        </pc:picChg>
      </pc:sldChg>
      <pc:sldChg chg="addSp delSp modSp add mod">
        <pc:chgData name="Daniel Cao" userId="45cbaa2483b5b87c" providerId="LiveId" clId="{92E35CCE-B9D8-445A-867E-0CB885EBC3C4}" dt="2025-06-30T09:45:10.544" v="3779" actId="14100"/>
        <pc:sldMkLst>
          <pc:docMk/>
          <pc:sldMk cId="1567434757" sldId="1801"/>
        </pc:sldMkLst>
        <pc:spChg chg="mod">
          <ac:chgData name="Daniel Cao" userId="45cbaa2483b5b87c" providerId="LiveId" clId="{92E35CCE-B9D8-445A-867E-0CB885EBC3C4}" dt="2025-06-29T10:33:28.402" v="3095" actId="2711"/>
          <ac:spMkLst>
            <pc:docMk/>
            <pc:sldMk cId="1567434757" sldId="1801"/>
            <ac:spMk id="2" creationId="{0E837F26-C4C9-EC70-81A5-976F12471FD6}"/>
          </ac:spMkLst>
        </pc:spChg>
        <pc:spChg chg="mod">
          <ac:chgData name="Daniel Cao" userId="45cbaa2483b5b87c" providerId="LiveId" clId="{92E35CCE-B9D8-445A-867E-0CB885EBC3C4}" dt="2025-06-29T10:33:52.530" v="3104" actId="20577"/>
          <ac:spMkLst>
            <pc:docMk/>
            <pc:sldMk cId="1567434757" sldId="1801"/>
            <ac:spMk id="3" creationId="{4D443D42-6A90-1D19-AF96-5FE99F8D1014}"/>
          </ac:spMkLst>
        </pc:spChg>
        <pc:spChg chg="add mod">
          <ac:chgData name="Daniel Cao" userId="45cbaa2483b5b87c" providerId="LiveId" clId="{92E35CCE-B9D8-445A-867E-0CB885EBC3C4}" dt="2025-06-30T09:45:10.544" v="3779" actId="14100"/>
          <ac:spMkLst>
            <pc:docMk/>
            <pc:sldMk cId="1567434757" sldId="1801"/>
            <ac:spMk id="4" creationId="{96BBEFFA-9937-EE8E-EDF8-75A7A12109A4}"/>
          </ac:spMkLst>
        </pc:spChg>
        <pc:spChg chg="mod">
          <ac:chgData name="Daniel Cao" userId="45cbaa2483b5b87c" providerId="LiveId" clId="{92E35CCE-B9D8-445A-867E-0CB885EBC3C4}" dt="2025-06-29T10:33:28.402" v="3095" actId="2711"/>
          <ac:spMkLst>
            <pc:docMk/>
            <pc:sldMk cId="1567434757" sldId="1801"/>
            <ac:spMk id="7" creationId="{8CC34AC5-458C-5588-35D0-7C53A26E382E}"/>
          </ac:spMkLst>
        </pc:spChg>
        <pc:picChg chg="add mod">
          <ac:chgData name="Daniel Cao" userId="45cbaa2483b5b87c" providerId="LiveId" clId="{92E35CCE-B9D8-445A-867E-0CB885EBC3C4}" dt="2025-06-29T10:33:28.402" v="3095" actId="2711"/>
          <ac:picMkLst>
            <pc:docMk/>
            <pc:sldMk cId="1567434757" sldId="1801"/>
            <ac:picMk id="5" creationId="{0DB65B1F-79C9-08C7-67A4-D98A3552EF6B}"/>
          </ac:picMkLst>
        </pc:picChg>
        <pc:picChg chg="del">
          <ac:chgData name="Daniel Cao" userId="45cbaa2483b5b87c" providerId="LiveId" clId="{92E35CCE-B9D8-445A-867E-0CB885EBC3C4}" dt="2025-06-29T09:19:48.782" v="1432" actId="478"/>
          <ac:picMkLst>
            <pc:docMk/>
            <pc:sldMk cId="1567434757" sldId="1801"/>
            <ac:picMk id="9" creationId="{70DC2CC0-3B1A-5FC6-0D96-E9C949BFF0DC}"/>
          </ac:picMkLst>
        </pc:picChg>
      </pc:sldChg>
      <pc:sldChg chg="addSp delSp modSp add mod">
        <pc:chgData name="Daniel Cao" userId="45cbaa2483b5b87c" providerId="LiveId" clId="{92E35CCE-B9D8-445A-867E-0CB885EBC3C4}" dt="2025-06-30T09:44:43.957" v="3748" actId="1076"/>
        <pc:sldMkLst>
          <pc:docMk/>
          <pc:sldMk cId="112750629" sldId="1802"/>
        </pc:sldMkLst>
        <pc:spChg chg="mod">
          <ac:chgData name="Daniel Cao" userId="45cbaa2483b5b87c" providerId="LiveId" clId="{92E35CCE-B9D8-445A-867E-0CB885EBC3C4}" dt="2025-06-29T10:33:25.438" v="3094" actId="2711"/>
          <ac:spMkLst>
            <pc:docMk/>
            <pc:sldMk cId="112750629" sldId="1802"/>
            <ac:spMk id="2" creationId="{BB6B3A33-D9CA-F010-892D-38599B601006}"/>
          </ac:spMkLst>
        </pc:spChg>
        <pc:spChg chg="mod">
          <ac:chgData name="Daniel Cao" userId="45cbaa2483b5b87c" providerId="LiveId" clId="{92E35CCE-B9D8-445A-867E-0CB885EBC3C4}" dt="2025-06-29T10:33:56.072" v="3105" actId="20577"/>
          <ac:spMkLst>
            <pc:docMk/>
            <pc:sldMk cId="112750629" sldId="1802"/>
            <ac:spMk id="3" creationId="{942A3034-5B60-4379-A0CA-7FCAB7149F59}"/>
          </ac:spMkLst>
        </pc:spChg>
        <pc:spChg chg="add mod">
          <ac:chgData name="Daniel Cao" userId="45cbaa2483b5b87c" providerId="LiveId" clId="{92E35CCE-B9D8-445A-867E-0CB885EBC3C4}" dt="2025-06-30T09:44:43.957" v="3748" actId="1076"/>
          <ac:spMkLst>
            <pc:docMk/>
            <pc:sldMk cId="112750629" sldId="1802"/>
            <ac:spMk id="4" creationId="{33BDF702-559F-F61F-A2F7-9398201C77C7}"/>
          </ac:spMkLst>
        </pc:spChg>
        <pc:spChg chg="add del mod">
          <ac:chgData name="Daniel Cao" userId="45cbaa2483b5b87c" providerId="LiveId" clId="{92E35CCE-B9D8-445A-867E-0CB885EBC3C4}" dt="2025-06-29T09:28:38.555" v="1519" actId="478"/>
          <ac:spMkLst>
            <pc:docMk/>
            <pc:sldMk cId="112750629" sldId="1802"/>
            <ac:spMk id="6" creationId="{3C6C0FE4-7DEE-B8E7-0C2E-6D9773714FD4}"/>
          </ac:spMkLst>
        </pc:spChg>
        <pc:spChg chg="add del mod">
          <ac:chgData name="Daniel Cao" userId="45cbaa2483b5b87c" providerId="LiveId" clId="{92E35CCE-B9D8-445A-867E-0CB885EBC3C4}" dt="2025-06-29T10:33:25.438" v="3094" actId="2711"/>
          <ac:spMkLst>
            <pc:docMk/>
            <pc:sldMk cId="112750629" sldId="1802"/>
            <ac:spMk id="7" creationId="{DDFA7FAC-F84E-5F53-41C4-56223F303B7A}"/>
          </ac:spMkLst>
        </pc:spChg>
        <pc:picChg chg="del">
          <ac:chgData name="Daniel Cao" userId="45cbaa2483b5b87c" providerId="LiveId" clId="{92E35CCE-B9D8-445A-867E-0CB885EBC3C4}" dt="2025-06-29T09:20:56.120" v="1452" actId="478"/>
          <ac:picMkLst>
            <pc:docMk/>
            <pc:sldMk cId="112750629" sldId="1802"/>
            <ac:picMk id="5" creationId="{82E65CE4-FF33-FB50-64AA-90DB7B6F4F45}"/>
          </ac:picMkLst>
        </pc:picChg>
        <pc:picChg chg="add del mod">
          <ac:chgData name="Daniel Cao" userId="45cbaa2483b5b87c" providerId="LiveId" clId="{92E35CCE-B9D8-445A-867E-0CB885EBC3C4}" dt="2025-06-29T09:23:03.081" v="1481" actId="478"/>
          <ac:picMkLst>
            <pc:docMk/>
            <pc:sldMk cId="112750629" sldId="1802"/>
            <ac:picMk id="9" creationId="{7F701F84-C654-E266-5023-192CE81BACD4}"/>
          </ac:picMkLst>
        </pc:picChg>
        <pc:picChg chg="add del mod">
          <ac:chgData name="Daniel Cao" userId="45cbaa2483b5b87c" providerId="LiveId" clId="{92E35CCE-B9D8-445A-867E-0CB885EBC3C4}" dt="2025-06-29T09:28:31.863" v="1515" actId="478"/>
          <ac:picMkLst>
            <pc:docMk/>
            <pc:sldMk cId="112750629" sldId="1802"/>
            <ac:picMk id="11" creationId="{D7F8EDEB-3F5E-35D4-3308-8555ADBB1FF4}"/>
          </ac:picMkLst>
        </pc:picChg>
        <pc:picChg chg="add mod">
          <ac:chgData name="Daniel Cao" userId="45cbaa2483b5b87c" providerId="LiveId" clId="{92E35CCE-B9D8-445A-867E-0CB885EBC3C4}" dt="2025-06-29T10:33:25.438" v="3094" actId="2711"/>
          <ac:picMkLst>
            <pc:docMk/>
            <pc:sldMk cId="112750629" sldId="1802"/>
            <ac:picMk id="12" creationId="{2DB67EC8-3739-0C10-34F4-70BFE46EAFF6}"/>
          </ac:picMkLst>
        </pc:picChg>
      </pc:sldChg>
      <pc:sldChg chg="addSp delSp modSp add mod">
        <pc:chgData name="Daniel Cao" userId="45cbaa2483b5b87c" providerId="LiveId" clId="{92E35CCE-B9D8-445A-867E-0CB885EBC3C4}" dt="2025-06-30T09:43:56.422" v="3719" actId="14100"/>
        <pc:sldMkLst>
          <pc:docMk/>
          <pc:sldMk cId="3365111612" sldId="1803"/>
        </pc:sldMkLst>
        <pc:spChg chg="mod">
          <ac:chgData name="Daniel Cao" userId="45cbaa2483b5b87c" providerId="LiveId" clId="{92E35CCE-B9D8-445A-867E-0CB885EBC3C4}" dt="2025-06-29T10:33:21.789" v="3093" actId="2711"/>
          <ac:spMkLst>
            <pc:docMk/>
            <pc:sldMk cId="3365111612" sldId="1803"/>
            <ac:spMk id="2" creationId="{371AAC0F-EF1D-D094-35F8-0AB614C6B460}"/>
          </ac:spMkLst>
        </pc:spChg>
        <pc:spChg chg="mod">
          <ac:chgData name="Daniel Cao" userId="45cbaa2483b5b87c" providerId="LiveId" clId="{92E35CCE-B9D8-445A-867E-0CB885EBC3C4}" dt="2025-06-29T10:34:01.711" v="3106" actId="20577"/>
          <ac:spMkLst>
            <pc:docMk/>
            <pc:sldMk cId="3365111612" sldId="1803"/>
            <ac:spMk id="3" creationId="{D9E4274D-4EFA-FD26-C7B0-8584091BEE73}"/>
          </ac:spMkLst>
        </pc:spChg>
        <pc:spChg chg="add mod">
          <ac:chgData name="Daniel Cao" userId="45cbaa2483b5b87c" providerId="LiveId" clId="{92E35CCE-B9D8-445A-867E-0CB885EBC3C4}" dt="2025-06-30T09:43:56.422" v="3719" actId="14100"/>
          <ac:spMkLst>
            <pc:docMk/>
            <pc:sldMk cId="3365111612" sldId="1803"/>
            <ac:spMk id="5" creationId="{754140D9-5EB0-72A2-65F9-253F56AAA7F2}"/>
          </ac:spMkLst>
        </pc:spChg>
        <pc:spChg chg="del">
          <ac:chgData name="Daniel Cao" userId="45cbaa2483b5b87c" providerId="LiveId" clId="{92E35CCE-B9D8-445A-867E-0CB885EBC3C4}" dt="2025-06-29T09:24:09.931" v="1492" actId="478"/>
          <ac:spMkLst>
            <pc:docMk/>
            <pc:sldMk cId="3365111612" sldId="1803"/>
            <ac:spMk id="6" creationId="{C992ECCA-9A89-F606-F125-AC6F168588EE}"/>
          </ac:spMkLst>
        </pc:spChg>
        <pc:spChg chg="del">
          <ac:chgData name="Daniel Cao" userId="45cbaa2483b5b87c" providerId="LiveId" clId="{92E35CCE-B9D8-445A-867E-0CB885EBC3C4}" dt="2025-06-29T09:24:08.212" v="1490" actId="478"/>
          <ac:spMkLst>
            <pc:docMk/>
            <pc:sldMk cId="3365111612" sldId="1803"/>
            <ac:spMk id="7" creationId="{D17530C5-ADCE-5C93-8173-F26FEB78A75E}"/>
          </ac:spMkLst>
        </pc:spChg>
        <pc:spChg chg="add del mod">
          <ac:chgData name="Daniel Cao" userId="45cbaa2483b5b87c" providerId="LiveId" clId="{92E35CCE-B9D8-445A-867E-0CB885EBC3C4}" dt="2025-06-29T09:29:05.694" v="1525" actId="478"/>
          <ac:spMkLst>
            <pc:docMk/>
            <pc:sldMk cId="3365111612" sldId="1803"/>
            <ac:spMk id="13" creationId="{A677B7C3-A184-7576-7FCA-CD804C1D2E77}"/>
          </ac:spMkLst>
        </pc:spChg>
        <pc:spChg chg="add mod">
          <ac:chgData name="Daniel Cao" userId="45cbaa2483b5b87c" providerId="LiveId" clId="{92E35CCE-B9D8-445A-867E-0CB885EBC3C4}" dt="2025-06-29T10:33:21.789" v="3093" actId="2711"/>
          <ac:spMkLst>
            <pc:docMk/>
            <pc:sldMk cId="3365111612" sldId="1803"/>
            <ac:spMk id="15" creationId="{ECC5A8F0-81B3-1C40-ADFB-505EF71928F6}"/>
          </ac:spMkLst>
        </pc:spChg>
        <pc:spChg chg="add mod">
          <ac:chgData name="Daniel Cao" userId="45cbaa2483b5b87c" providerId="LiveId" clId="{92E35CCE-B9D8-445A-867E-0CB885EBC3C4}" dt="2025-06-29T10:33:21.789" v="3093" actId="2711"/>
          <ac:spMkLst>
            <pc:docMk/>
            <pc:sldMk cId="3365111612" sldId="1803"/>
            <ac:spMk id="19" creationId="{9836538B-2414-7B91-4BD4-487D6C605978}"/>
          </ac:spMkLst>
        </pc:spChg>
        <pc:picChg chg="add del mod">
          <ac:chgData name="Daniel Cao" userId="45cbaa2483b5b87c" providerId="LiveId" clId="{92E35CCE-B9D8-445A-867E-0CB885EBC3C4}" dt="2025-06-29T09:24:22.081" v="1499" actId="478"/>
          <ac:picMkLst>
            <pc:docMk/>
            <pc:sldMk cId="3365111612" sldId="1803"/>
            <ac:picMk id="5" creationId="{7A98F021-8F3A-BA41-8EB8-6D846108209E}"/>
          </ac:picMkLst>
        </pc:picChg>
        <pc:picChg chg="add del mod">
          <ac:chgData name="Daniel Cao" userId="45cbaa2483b5b87c" providerId="LiveId" clId="{92E35CCE-B9D8-445A-867E-0CB885EBC3C4}" dt="2025-06-29T09:28:55.357" v="1522" actId="478"/>
          <ac:picMkLst>
            <pc:docMk/>
            <pc:sldMk cId="3365111612" sldId="1803"/>
            <ac:picMk id="9" creationId="{DBE7A4C1-1132-DCB0-1D50-D42FDDD953AF}"/>
          </ac:picMkLst>
        </pc:picChg>
        <pc:picChg chg="del">
          <ac:chgData name="Daniel Cao" userId="45cbaa2483b5b87c" providerId="LiveId" clId="{92E35CCE-B9D8-445A-867E-0CB885EBC3C4}" dt="2025-06-29T09:24:08.862" v="1491" actId="478"/>
          <ac:picMkLst>
            <pc:docMk/>
            <pc:sldMk cId="3365111612" sldId="1803"/>
            <ac:picMk id="11" creationId="{A004A633-45BD-9306-DE64-BE737A55F689}"/>
          </ac:picMkLst>
        </pc:picChg>
        <pc:picChg chg="add del mod">
          <ac:chgData name="Daniel Cao" userId="45cbaa2483b5b87c" providerId="LiveId" clId="{92E35CCE-B9D8-445A-867E-0CB885EBC3C4}" dt="2025-06-29T09:28:55.937" v="1523" actId="478"/>
          <ac:picMkLst>
            <pc:docMk/>
            <pc:sldMk cId="3365111612" sldId="1803"/>
            <ac:picMk id="12" creationId="{DE1CE183-656B-6EBC-A88D-F3DAA0077630}"/>
          </ac:picMkLst>
        </pc:picChg>
        <pc:picChg chg="add mod">
          <ac:chgData name="Daniel Cao" userId="45cbaa2483b5b87c" providerId="LiveId" clId="{92E35CCE-B9D8-445A-867E-0CB885EBC3C4}" dt="2025-06-29T10:33:21.789" v="3093" actId="2711"/>
          <ac:picMkLst>
            <pc:docMk/>
            <pc:sldMk cId="3365111612" sldId="1803"/>
            <ac:picMk id="17" creationId="{13782378-D531-94B6-817C-E05BF6332F69}"/>
          </ac:picMkLst>
        </pc:picChg>
        <pc:picChg chg="add del mod">
          <ac:chgData name="Daniel Cao" userId="45cbaa2483b5b87c" providerId="LiveId" clId="{92E35CCE-B9D8-445A-867E-0CB885EBC3C4}" dt="2025-06-29T09:28:47.030" v="1521" actId="478"/>
          <ac:picMkLst>
            <pc:docMk/>
            <pc:sldMk cId="3365111612" sldId="1803"/>
            <ac:picMk id="3074" creationId="{7AE83DBB-3849-62CC-52A4-A27A1F7BDA02}"/>
          </ac:picMkLst>
        </pc:picChg>
      </pc:sldChg>
      <pc:sldChg chg="new del">
        <pc:chgData name="Daniel Cao" userId="45cbaa2483b5b87c" providerId="LiveId" clId="{92E35CCE-B9D8-445A-867E-0CB885EBC3C4}" dt="2025-06-29T09:38:39.417" v="1637" actId="47"/>
        <pc:sldMkLst>
          <pc:docMk/>
          <pc:sldMk cId="1834383643" sldId="1804"/>
        </pc:sldMkLst>
      </pc:sldChg>
      <pc:sldChg chg="addSp delSp modSp add mod">
        <pc:chgData name="Daniel Cao" userId="45cbaa2483b5b87c" providerId="LiveId" clId="{92E35CCE-B9D8-445A-867E-0CB885EBC3C4}" dt="2025-06-30T09:43:30.801" v="3687" actId="1076"/>
        <pc:sldMkLst>
          <pc:docMk/>
          <pc:sldMk cId="4111170628" sldId="1804"/>
        </pc:sldMkLst>
        <pc:spChg chg="mod">
          <ac:chgData name="Daniel Cao" userId="45cbaa2483b5b87c" providerId="LiveId" clId="{92E35CCE-B9D8-445A-867E-0CB885EBC3C4}" dt="2025-06-29T10:35:17.022" v="3130" actId="20577"/>
          <ac:spMkLst>
            <pc:docMk/>
            <pc:sldMk cId="4111170628" sldId="1804"/>
            <ac:spMk id="3" creationId="{80E12FF2-04C0-9E83-AAD1-DBB09234E194}"/>
          </ac:spMkLst>
        </pc:spChg>
        <pc:spChg chg="add mod">
          <ac:chgData name="Daniel Cao" userId="45cbaa2483b5b87c" providerId="LiveId" clId="{92E35CCE-B9D8-445A-867E-0CB885EBC3C4}" dt="2025-06-30T09:43:30.801" v="3687" actId="1076"/>
          <ac:spMkLst>
            <pc:docMk/>
            <pc:sldMk cId="4111170628" sldId="1804"/>
            <ac:spMk id="6" creationId="{38E3D42E-7D3B-4030-3AF7-5EF7F3E71040}"/>
          </ac:spMkLst>
        </pc:spChg>
        <pc:spChg chg="add mod">
          <ac:chgData name="Daniel Cao" userId="45cbaa2483b5b87c" providerId="LiveId" clId="{92E35CCE-B9D8-445A-867E-0CB885EBC3C4}" dt="2025-06-29T10:33:11.016" v="3091" actId="2711"/>
          <ac:spMkLst>
            <pc:docMk/>
            <pc:sldMk cId="4111170628" sldId="1804"/>
            <ac:spMk id="8" creationId="{A1DBBD7C-87A1-6978-602F-95B922DA2F48}"/>
          </ac:spMkLst>
        </pc:spChg>
        <pc:spChg chg="del">
          <ac:chgData name="Daniel Cao" userId="45cbaa2483b5b87c" providerId="LiveId" clId="{92E35CCE-B9D8-445A-867E-0CB885EBC3C4}" dt="2025-06-29T09:39:18.215" v="1661" actId="478"/>
          <ac:spMkLst>
            <pc:docMk/>
            <pc:sldMk cId="4111170628" sldId="1804"/>
            <ac:spMk id="16" creationId="{829F0782-DC25-919E-53A9-E2656377CD6C}"/>
          </ac:spMkLst>
        </pc:spChg>
        <pc:picChg chg="add mod">
          <ac:chgData name="Daniel Cao" userId="45cbaa2483b5b87c" providerId="LiveId" clId="{92E35CCE-B9D8-445A-867E-0CB885EBC3C4}" dt="2025-06-29T10:33:11.016" v="3091" actId="2711"/>
          <ac:picMkLst>
            <pc:docMk/>
            <pc:sldMk cId="4111170628" sldId="1804"/>
            <ac:picMk id="4" creationId="{63341029-ACB6-5E83-19FC-5CC02FD02ACD}"/>
          </ac:picMkLst>
        </pc:picChg>
        <pc:picChg chg="add mod">
          <ac:chgData name="Daniel Cao" userId="45cbaa2483b5b87c" providerId="LiveId" clId="{92E35CCE-B9D8-445A-867E-0CB885EBC3C4}" dt="2025-06-29T10:33:11.016" v="3091" actId="2711"/>
          <ac:picMkLst>
            <pc:docMk/>
            <pc:sldMk cId="4111170628" sldId="1804"/>
            <ac:picMk id="5" creationId="{0A6186DE-2C72-8D87-A420-A7086D6A3926}"/>
          </ac:picMkLst>
        </pc:picChg>
        <pc:picChg chg="del">
          <ac:chgData name="Daniel Cao" userId="45cbaa2483b5b87c" providerId="LiveId" clId="{92E35CCE-B9D8-445A-867E-0CB885EBC3C4}" dt="2025-06-29T09:38:54.164" v="1656" actId="478"/>
          <ac:picMkLst>
            <pc:docMk/>
            <pc:sldMk cId="4111170628" sldId="1804"/>
            <ac:picMk id="6" creationId="{F29EC0FF-DD18-F06F-5EB0-ACEBD0B60E28}"/>
          </ac:picMkLst>
        </pc:picChg>
        <pc:picChg chg="del">
          <ac:chgData name="Daniel Cao" userId="45cbaa2483b5b87c" providerId="LiveId" clId="{92E35CCE-B9D8-445A-867E-0CB885EBC3C4}" dt="2025-06-29T09:38:53.127" v="1654" actId="478"/>
          <ac:picMkLst>
            <pc:docMk/>
            <pc:sldMk cId="4111170628" sldId="1804"/>
            <ac:picMk id="18" creationId="{D55D3463-6D77-1339-A40C-892E5EA5EFE9}"/>
          </ac:picMkLst>
        </pc:picChg>
        <pc:picChg chg="del">
          <ac:chgData name="Daniel Cao" userId="45cbaa2483b5b87c" providerId="LiveId" clId="{92E35CCE-B9D8-445A-867E-0CB885EBC3C4}" dt="2025-06-29T09:38:53.547" v="1655" actId="478"/>
          <ac:picMkLst>
            <pc:docMk/>
            <pc:sldMk cId="4111170628" sldId="1804"/>
            <ac:picMk id="22" creationId="{A74D853F-A59F-D816-08EA-FD620C568E58}"/>
          </ac:picMkLst>
        </pc:picChg>
      </pc:sldChg>
      <pc:sldChg chg="addSp delSp modSp add mod">
        <pc:chgData name="Daniel Cao" userId="45cbaa2483b5b87c" providerId="LiveId" clId="{92E35CCE-B9D8-445A-867E-0CB885EBC3C4}" dt="2025-06-30T09:43:06.787" v="3654" actId="14100"/>
        <pc:sldMkLst>
          <pc:docMk/>
          <pc:sldMk cId="2099129517" sldId="1805"/>
        </pc:sldMkLst>
        <pc:spChg chg="add mod">
          <ac:chgData name="Daniel Cao" userId="45cbaa2483b5b87c" providerId="LiveId" clId="{92E35CCE-B9D8-445A-867E-0CB885EBC3C4}" dt="2025-06-29T10:34:24.556" v="3109" actId="313"/>
          <ac:spMkLst>
            <pc:docMk/>
            <pc:sldMk cId="2099129517" sldId="1805"/>
            <ac:spMk id="2" creationId="{026D712B-00AD-6BF5-F6B4-0C71A5BE4B54}"/>
          </ac:spMkLst>
        </pc:spChg>
        <pc:spChg chg="del mod">
          <ac:chgData name="Daniel Cao" userId="45cbaa2483b5b87c" providerId="LiveId" clId="{92E35CCE-B9D8-445A-867E-0CB885EBC3C4}" dt="2025-06-29T09:42:18.251" v="1706" actId="478"/>
          <ac:spMkLst>
            <pc:docMk/>
            <pc:sldMk cId="2099129517" sldId="1805"/>
            <ac:spMk id="3" creationId="{F6F17348-E2FE-1D61-3C13-C5BD7063B6A3}"/>
          </ac:spMkLst>
        </pc:spChg>
        <pc:spChg chg="add mod">
          <ac:chgData name="Daniel Cao" userId="45cbaa2483b5b87c" providerId="LiveId" clId="{92E35CCE-B9D8-445A-867E-0CB885EBC3C4}" dt="2025-06-30T09:43:06.787" v="3654" actId="14100"/>
          <ac:spMkLst>
            <pc:docMk/>
            <pc:sldMk cId="2099129517" sldId="1805"/>
            <ac:spMk id="4" creationId="{B35A6A95-B07E-85FD-65FA-BE2FC989F7BF}"/>
          </ac:spMkLst>
        </pc:spChg>
        <pc:spChg chg="mod">
          <ac:chgData name="Daniel Cao" userId="45cbaa2483b5b87c" providerId="LiveId" clId="{92E35CCE-B9D8-445A-867E-0CB885EBC3C4}" dt="2025-06-29T10:33:08.451" v="3090" actId="2711"/>
          <ac:spMkLst>
            <pc:docMk/>
            <pc:sldMk cId="2099129517" sldId="1805"/>
            <ac:spMk id="8" creationId="{50954170-F17B-99DA-86E9-D69F51A2B9AF}"/>
          </ac:spMkLst>
        </pc:spChg>
        <pc:spChg chg="add mod">
          <ac:chgData name="Daniel Cao" userId="45cbaa2483b5b87c" providerId="LiveId" clId="{92E35CCE-B9D8-445A-867E-0CB885EBC3C4}" dt="2025-06-29T10:33:08.451" v="3090" actId="2711"/>
          <ac:spMkLst>
            <pc:docMk/>
            <pc:sldMk cId="2099129517" sldId="1805"/>
            <ac:spMk id="10" creationId="{A4DB7C21-94DA-EB54-FAE0-80B338F69FED}"/>
          </ac:spMkLst>
        </pc:spChg>
        <pc:picChg chg="del">
          <ac:chgData name="Daniel Cao" userId="45cbaa2483b5b87c" providerId="LiveId" clId="{92E35CCE-B9D8-445A-867E-0CB885EBC3C4}" dt="2025-06-29T09:42:19.934" v="1707" actId="478"/>
          <ac:picMkLst>
            <pc:docMk/>
            <pc:sldMk cId="2099129517" sldId="1805"/>
            <ac:picMk id="4" creationId="{B92A5198-F6B8-E5B7-B5DF-AEC722CF3AD9}"/>
          </ac:picMkLst>
        </pc:picChg>
        <pc:picChg chg="del">
          <ac:chgData name="Daniel Cao" userId="45cbaa2483b5b87c" providerId="LiveId" clId="{92E35CCE-B9D8-445A-867E-0CB885EBC3C4}" dt="2025-06-29T09:42:18.251" v="1706" actId="478"/>
          <ac:picMkLst>
            <pc:docMk/>
            <pc:sldMk cId="2099129517" sldId="1805"/>
            <ac:picMk id="5" creationId="{F8B90977-162D-F7DE-0007-D0E7E4113C67}"/>
          </ac:picMkLst>
        </pc:picChg>
        <pc:picChg chg="add mod">
          <ac:chgData name="Daniel Cao" userId="45cbaa2483b5b87c" providerId="LiveId" clId="{92E35CCE-B9D8-445A-867E-0CB885EBC3C4}" dt="2025-06-29T09:46:48.545" v="1823" actId="1076"/>
          <ac:picMkLst>
            <pc:docMk/>
            <pc:sldMk cId="2099129517" sldId="1805"/>
            <ac:picMk id="7" creationId="{A6734959-4564-F334-9E90-218645828DB6}"/>
          </ac:picMkLst>
        </pc:picChg>
      </pc:sldChg>
      <pc:sldChg chg="addSp delSp modSp add mod">
        <pc:chgData name="Daniel Cao" userId="45cbaa2483b5b87c" providerId="LiveId" clId="{92E35CCE-B9D8-445A-867E-0CB885EBC3C4}" dt="2025-06-29T10:34:35.042" v="3113" actId="20577"/>
        <pc:sldMkLst>
          <pc:docMk/>
          <pc:sldMk cId="2035613392" sldId="1806"/>
        </pc:sldMkLst>
        <pc:spChg chg="mod">
          <ac:chgData name="Daniel Cao" userId="45cbaa2483b5b87c" providerId="LiveId" clId="{92E35CCE-B9D8-445A-867E-0CB885EBC3C4}" dt="2025-06-29T10:34:35.042" v="3113" actId="20577"/>
          <ac:spMkLst>
            <pc:docMk/>
            <pc:sldMk cId="2035613392" sldId="1806"/>
            <ac:spMk id="2" creationId="{87745BA3-A356-9F19-7FE6-91C7C9E9FAD2}"/>
          </ac:spMkLst>
        </pc:spChg>
        <pc:spChg chg="mod">
          <ac:chgData name="Daniel Cao" userId="45cbaa2483b5b87c" providerId="LiveId" clId="{92E35CCE-B9D8-445A-867E-0CB885EBC3C4}" dt="2025-06-29T10:33:05.396" v="3089" actId="2711"/>
          <ac:spMkLst>
            <pc:docMk/>
            <pc:sldMk cId="2035613392" sldId="1806"/>
            <ac:spMk id="8" creationId="{E4BAC494-E952-56E9-2763-A48DD6C21E1C}"/>
          </ac:spMkLst>
        </pc:spChg>
        <pc:spChg chg="del">
          <ac:chgData name="Daniel Cao" userId="45cbaa2483b5b87c" providerId="LiveId" clId="{92E35CCE-B9D8-445A-867E-0CB885EBC3C4}" dt="2025-06-29T09:45:46.249" v="1795" actId="478"/>
          <ac:spMkLst>
            <pc:docMk/>
            <pc:sldMk cId="2035613392" sldId="1806"/>
            <ac:spMk id="10" creationId="{1F98A03E-1360-4D10-0B3C-A1FCFF53586D}"/>
          </ac:spMkLst>
        </pc:spChg>
        <pc:picChg chg="add mod">
          <ac:chgData name="Daniel Cao" userId="45cbaa2483b5b87c" providerId="LiveId" clId="{92E35CCE-B9D8-445A-867E-0CB885EBC3C4}" dt="2025-06-29T10:33:05.396" v="3089" actId="2711"/>
          <ac:picMkLst>
            <pc:docMk/>
            <pc:sldMk cId="2035613392" sldId="1806"/>
            <ac:picMk id="3" creationId="{1F5C03FF-0742-AFF7-2E7D-0A09F8D2B444}"/>
          </ac:picMkLst>
        </pc:picChg>
        <pc:picChg chg="add mod">
          <ac:chgData name="Daniel Cao" userId="45cbaa2483b5b87c" providerId="LiveId" clId="{92E35CCE-B9D8-445A-867E-0CB885EBC3C4}" dt="2025-06-29T10:33:05.396" v="3089" actId="2711"/>
          <ac:picMkLst>
            <pc:docMk/>
            <pc:sldMk cId="2035613392" sldId="1806"/>
            <ac:picMk id="5" creationId="{BDB0952A-717B-F968-842D-160870058E1B}"/>
          </ac:picMkLst>
        </pc:picChg>
        <pc:picChg chg="del">
          <ac:chgData name="Daniel Cao" userId="45cbaa2483b5b87c" providerId="LiveId" clId="{92E35CCE-B9D8-445A-867E-0CB885EBC3C4}" dt="2025-06-29T09:45:47.450" v="1796" actId="478"/>
          <ac:picMkLst>
            <pc:docMk/>
            <pc:sldMk cId="2035613392" sldId="1806"/>
            <ac:picMk id="7" creationId="{995B2089-FFC1-DA56-7454-9EAAF702B901}"/>
          </ac:picMkLst>
        </pc:picChg>
      </pc:sldChg>
      <pc:sldChg chg="addSp delSp modSp add mod">
        <pc:chgData name="Daniel Cao" userId="45cbaa2483b5b87c" providerId="LiveId" clId="{92E35CCE-B9D8-445A-867E-0CB885EBC3C4}" dt="2025-06-29T10:34:41.374" v="3117" actId="20577"/>
        <pc:sldMkLst>
          <pc:docMk/>
          <pc:sldMk cId="3242626633" sldId="1807"/>
        </pc:sldMkLst>
        <pc:spChg chg="mod">
          <ac:chgData name="Daniel Cao" userId="45cbaa2483b5b87c" providerId="LiveId" clId="{92E35CCE-B9D8-445A-867E-0CB885EBC3C4}" dt="2025-06-29T10:34:41.374" v="3117" actId="20577"/>
          <ac:spMkLst>
            <pc:docMk/>
            <pc:sldMk cId="3242626633" sldId="1807"/>
            <ac:spMk id="2" creationId="{C4A275FB-B851-CF79-AEAB-7FBB7520D4CD}"/>
          </ac:spMkLst>
        </pc:spChg>
        <pc:spChg chg="add mod">
          <ac:chgData name="Daniel Cao" userId="45cbaa2483b5b87c" providerId="LiveId" clId="{92E35CCE-B9D8-445A-867E-0CB885EBC3C4}" dt="2025-06-29T10:32:59.145" v="3087" actId="2711"/>
          <ac:spMkLst>
            <pc:docMk/>
            <pc:sldMk cId="3242626633" sldId="1807"/>
            <ac:spMk id="6" creationId="{2C75CEB2-034D-7669-7E11-9B7079FCAB34}"/>
          </ac:spMkLst>
        </pc:spChg>
        <pc:spChg chg="del">
          <ac:chgData name="Daniel Cao" userId="45cbaa2483b5b87c" providerId="LiveId" clId="{92E35CCE-B9D8-445A-867E-0CB885EBC3C4}" dt="2025-06-29T09:50:14.063" v="1950" actId="478"/>
          <ac:spMkLst>
            <pc:docMk/>
            <pc:sldMk cId="3242626633" sldId="1807"/>
            <ac:spMk id="15" creationId="{643344A8-5D49-79A8-EED9-76E29EBBD9BA}"/>
          </ac:spMkLst>
        </pc:spChg>
        <pc:spChg chg="del">
          <ac:chgData name="Daniel Cao" userId="45cbaa2483b5b87c" providerId="LiveId" clId="{92E35CCE-B9D8-445A-867E-0CB885EBC3C4}" dt="2025-06-29T09:50:15.041" v="1951" actId="478"/>
          <ac:spMkLst>
            <pc:docMk/>
            <pc:sldMk cId="3242626633" sldId="1807"/>
            <ac:spMk id="18" creationId="{26EB5D05-6EBC-2BE2-473C-3382D50EEF6B}"/>
          </ac:spMkLst>
        </pc:spChg>
        <pc:picChg chg="add mod">
          <ac:chgData name="Daniel Cao" userId="45cbaa2483b5b87c" providerId="LiveId" clId="{92E35CCE-B9D8-445A-867E-0CB885EBC3C4}" dt="2025-06-29T09:51:23.492" v="1965" actId="1076"/>
          <ac:picMkLst>
            <pc:docMk/>
            <pc:sldMk cId="3242626633" sldId="1807"/>
            <ac:picMk id="4" creationId="{B85B2B38-0910-0421-AD13-417DE6DB59DD}"/>
          </ac:picMkLst>
        </pc:picChg>
        <pc:picChg chg="add mod">
          <ac:chgData name="Daniel Cao" userId="45cbaa2483b5b87c" providerId="LiveId" clId="{92E35CCE-B9D8-445A-867E-0CB885EBC3C4}" dt="2025-06-29T09:51:41.453" v="1970" actId="1076"/>
          <ac:picMkLst>
            <pc:docMk/>
            <pc:sldMk cId="3242626633" sldId="1807"/>
            <ac:picMk id="8" creationId="{DAC9BA0F-CE01-6A47-78EB-0E174B174E79}"/>
          </ac:picMkLst>
        </pc:picChg>
        <pc:picChg chg="del">
          <ac:chgData name="Daniel Cao" userId="45cbaa2483b5b87c" providerId="LiveId" clId="{92E35CCE-B9D8-445A-867E-0CB885EBC3C4}" dt="2025-06-29T09:50:12.791" v="1949" actId="478"/>
          <ac:picMkLst>
            <pc:docMk/>
            <pc:sldMk cId="3242626633" sldId="1807"/>
            <ac:picMk id="17" creationId="{EA415B5C-7936-D8FA-7718-413CD299E2E2}"/>
          </ac:picMkLst>
        </pc:picChg>
      </pc:sldChg>
      <pc:sldChg chg="addSp delSp modSp add mod">
        <pc:chgData name="Daniel Cao" userId="45cbaa2483b5b87c" providerId="LiveId" clId="{92E35CCE-B9D8-445A-867E-0CB885EBC3C4}" dt="2025-06-30T09:42:29.787" v="3620" actId="207"/>
        <pc:sldMkLst>
          <pc:docMk/>
          <pc:sldMk cId="4208768267" sldId="1808"/>
        </pc:sldMkLst>
        <pc:spChg chg="mod">
          <ac:chgData name="Daniel Cao" userId="45cbaa2483b5b87c" providerId="LiveId" clId="{92E35CCE-B9D8-445A-867E-0CB885EBC3C4}" dt="2025-06-29T10:34:48.126" v="3120" actId="20577"/>
          <ac:spMkLst>
            <pc:docMk/>
            <pc:sldMk cId="4208768267" sldId="1808"/>
            <ac:spMk id="2" creationId="{4E8089E1-63DE-FD5B-2726-A13502584697}"/>
          </ac:spMkLst>
        </pc:spChg>
        <pc:spChg chg="add mod">
          <ac:chgData name="Daniel Cao" userId="45cbaa2483b5b87c" providerId="LiveId" clId="{92E35CCE-B9D8-445A-867E-0CB885EBC3C4}" dt="2025-06-29T10:32:49.281" v="3085" actId="2711"/>
          <ac:spMkLst>
            <pc:docMk/>
            <pc:sldMk cId="4208768267" sldId="1808"/>
            <ac:spMk id="3" creationId="{7CBA5F7E-B051-125C-3001-AE122E8ED37C}"/>
          </ac:spMkLst>
        </pc:spChg>
        <pc:spChg chg="add mod">
          <ac:chgData name="Daniel Cao" userId="45cbaa2483b5b87c" providerId="LiveId" clId="{92E35CCE-B9D8-445A-867E-0CB885EBC3C4}" dt="2025-06-30T09:42:29.787" v="3620" actId="207"/>
          <ac:spMkLst>
            <pc:docMk/>
            <pc:sldMk cId="4208768267" sldId="1808"/>
            <ac:spMk id="4" creationId="{CE8E2A17-C4F5-A2CF-6556-B8349B8D48BB}"/>
          </ac:spMkLst>
        </pc:spChg>
        <pc:picChg chg="del">
          <ac:chgData name="Daniel Cao" userId="45cbaa2483b5b87c" providerId="LiveId" clId="{92E35CCE-B9D8-445A-867E-0CB885EBC3C4}" dt="2025-06-29T09:52:57.813" v="2017" actId="478"/>
          <ac:picMkLst>
            <pc:docMk/>
            <pc:sldMk cId="4208768267" sldId="1808"/>
            <ac:picMk id="4" creationId="{8852538A-0D19-BE12-58B0-4AD3C51F0AA3}"/>
          </ac:picMkLst>
        </pc:picChg>
        <pc:picChg chg="add mod">
          <ac:chgData name="Daniel Cao" userId="45cbaa2483b5b87c" providerId="LiveId" clId="{92E35CCE-B9D8-445A-867E-0CB885EBC3C4}" dt="2025-06-30T09:42:14.732" v="3585" actId="14100"/>
          <ac:picMkLst>
            <pc:docMk/>
            <pc:sldMk cId="4208768267" sldId="1808"/>
            <ac:picMk id="8" creationId="{E09764AB-1B2A-B721-6647-0BC2020D1BAA}"/>
          </ac:picMkLst>
        </pc:picChg>
      </pc:sldChg>
      <pc:sldChg chg="addSp delSp modSp add mod">
        <pc:chgData name="Daniel Cao" userId="45cbaa2483b5b87c" providerId="LiveId" clId="{92E35CCE-B9D8-445A-867E-0CB885EBC3C4}" dt="2025-06-30T09:42:04.055" v="3582" actId="20577"/>
        <pc:sldMkLst>
          <pc:docMk/>
          <pc:sldMk cId="1992752953" sldId="1809"/>
        </pc:sldMkLst>
        <pc:spChg chg="add del mod">
          <ac:chgData name="Daniel Cao" userId="45cbaa2483b5b87c" providerId="LiveId" clId="{92E35CCE-B9D8-445A-867E-0CB885EBC3C4}" dt="2025-06-29T10:34:55.010" v="3121" actId="20577"/>
          <ac:spMkLst>
            <pc:docMk/>
            <pc:sldMk cId="1992752953" sldId="1809"/>
            <ac:spMk id="2" creationId="{51E17CB7-CF06-E139-D942-5B1103431F6C}"/>
          </ac:spMkLst>
        </pc:spChg>
        <pc:spChg chg="del">
          <ac:chgData name="Daniel Cao" userId="45cbaa2483b5b87c" providerId="LiveId" clId="{92E35CCE-B9D8-445A-867E-0CB885EBC3C4}" dt="2025-06-29T09:59:55.994" v="2474" actId="478"/>
          <ac:spMkLst>
            <pc:docMk/>
            <pc:sldMk cId="1992752953" sldId="1809"/>
            <ac:spMk id="3" creationId="{2F9FA3C3-BA29-934C-B244-96E43F9630E3}"/>
          </ac:spMkLst>
        </pc:spChg>
        <pc:spChg chg="add mod">
          <ac:chgData name="Daniel Cao" userId="45cbaa2483b5b87c" providerId="LiveId" clId="{92E35CCE-B9D8-445A-867E-0CB885EBC3C4}" dt="2025-06-30T09:42:04.055" v="3582" actId="20577"/>
          <ac:spMkLst>
            <pc:docMk/>
            <pc:sldMk cId="1992752953" sldId="1809"/>
            <ac:spMk id="3" creationId="{4A2CFC85-B579-47A2-57C2-4EEFC76E1489}"/>
          </ac:spMkLst>
        </pc:spChg>
        <pc:spChg chg="add del mod">
          <ac:chgData name="Daniel Cao" userId="45cbaa2483b5b87c" providerId="LiveId" clId="{92E35CCE-B9D8-445A-867E-0CB885EBC3C4}" dt="2025-06-29T09:59:50.204" v="2470" actId="478"/>
          <ac:spMkLst>
            <pc:docMk/>
            <pc:sldMk cId="1992752953" sldId="1809"/>
            <ac:spMk id="5" creationId="{C88CCC12-337A-03EB-A357-20DAFA0D7F2A}"/>
          </ac:spMkLst>
        </pc:spChg>
        <pc:spChg chg="add mod">
          <ac:chgData name="Daniel Cao" userId="45cbaa2483b5b87c" providerId="LiveId" clId="{92E35CCE-B9D8-445A-867E-0CB885EBC3C4}" dt="2025-06-29T10:32:37.628" v="3084" actId="2711"/>
          <ac:spMkLst>
            <pc:docMk/>
            <pc:sldMk cId="1992752953" sldId="1809"/>
            <ac:spMk id="7" creationId="{C6012240-7B32-F3D8-0E0B-0625B6E71AC9}"/>
          </ac:spMkLst>
        </pc:spChg>
        <pc:picChg chg="add del">
          <ac:chgData name="Daniel Cao" userId="45cbaa2483b5b87c" providerId="LiveId" clId="{92E35CCE-B9D8-445A-867E-0CB885EBC3C4}" dt="2025-06-29T09:59:52.167" v="2471" actId="478"/>
          <ac:picMkLst>
            <pc:docMk/>
            <pc:sldMk cId="1992752953" sldId="1809"/>
            <ac:picMk id="8" creationId="{166DB515-FE54-5450-1860-ADB55D8D1B52}"/>
          </ac:picMkLst>
        </pc:picChg>
        <pc:picChg chg="add mod">
          <ac:chgData name="Daniel Cao" userId="45cbaa2483b5b87c" providerId="LiveId" clId="{92E35CCE-B9D8-445A-867E-0CB885EBC3C4}" dt="2025-06-30T09:41:45.421" v="3558" actId="1076"/>
          <ac:picMkLst>
            <pc:docMk/>
            <pc:sldMk cId="1992752953" sldId="1809"/>
            <ac:picMk id="10" creationId="{D49D0257-0924-7114-3920-48AA00763BE8}"/>
          </ac:picMkLst>
        </pc:picChg>
      </pc:sldChg>
      <pc:sldChg chg="addSp delSp modSp add mod">
        <pc:chgData name="Daniel Cao" userId="45cbaa2483b5b87c" providerId="LiveId" clId="{92E35CCE-B9D8-445A-867E-0CB885EBC3C4}" dt="2025-06-30T09:41:26.428" v="3551" actId="404"/>
        <pc:sldMkLst>
          <pc:docMk/>
          <pc:sldMk cId="3439331612" sldId="1810"/>
        </pc:sldMkLst>
        <pc:spChg chg="mod">
          <ac:chgData name="Daniel Cao" userId="45cbaa2483b5b87c" providerId="LiveId" clId="{92E35CCE-B9D8-445A-867E-0CB885EBC3C4}" dt="2025-06-29T10:35:09.370" v="3129" actId="20577"/>
          <ac:spMkLst>
            <pc:docMk/>
            <pc:sldMk cId="3439331612" sldId="1810"/>
            <ac:spMk id="2" creationId="{C31BF06C-2703-48DA-6BF3-AFA726D72260}"/>
          </ac:spMkLst>
        </pc:spChg>
        <pc:spChg chg="add mod">
          <ac:chgData name="Daniel Cao" userId="45cbaa2483b5b87c" providerId="LiveId" clId="{92E35CCE-B9D8-445A-867E-0CB885EBC3C4}" dt="2025-06-30T09:41:26.428" v="3551" actId="404"/>
          <ac:spMkLst>
            <pc:docMk/>
            <pc:sldMk cId="3439331612" sldId="1810"/>
            <ac:spMk id="3" creationId="{FE841B23-5CCD-A56B-2CAA-0E9E5A759911}"/>
          </ac:spMkLst>
        </pc:spChg>
        <pc:spChg chg="mod">
          <ac:chgData name="Daniel Cao" userId="45cbaa2483b5b87c" providerId="LiveId" clId="{92E35CCE-B9D8-445A-867E-0CB885EBC3C4}" dt="2025-06-29T10:32:17.467" v="3079" actId="2711"/>
          <ac:spMkLst>
            <pc:docMk/>
            <pc:sldMk cId="3439331612" sldId="1810"/>
            <ac:spMk id="7" creationId="{EABE16D0-7DF0-FDAE-2AFE-082A96268AC1}"/>
          </ac:spMkLst>
        </pc:spChg>
        <pc:picChg chg="add mod">
          <ac:chgData name="Daniel Cao" userId="45cbaa2483b5b87c" providerId="LiveId" clId="{92E35CCE-B9D8-445A-867E-0CB885EBC3C4}" dt="2025-06-29T10:03:46.280" v="2533" actId="1076"/>
          <ac:picMkLst>
            <pc:docMk/>
            <pc:sldMk cId="3439331612" sldId="1810"/>
            <ac:picMk id="4" creationId="{631F9B0A-8F95-787D-172A-BE73726441C3}"/>
          </ac:picMkLst>
        </pc:picChg>
        <pc:picChg chg="add del mod">
          <ac:chgData name="Daniel Cao" userId="45cbaa2483b5b87c" providerId="LiveId" clId="{92E35CCE-B9D8-445A-867E-0CB885EBC3C4}" dt="2025-06-29T10:02:25.285" v="2514" actId="478"/>
          <ac:picMkLst>
            <pc:docMk/>
            <pc:sldMk cId="3439331612" sldId="1810"/>
            <ac:picMk id="6" creationId="{790A473A-F013-E002-FE32-54CB88C774A9}"/>
          </ac:picMkLst>
        </pc:picChg>
        <pc:picChg chg="add mod">
          <ac:chgData name="Daniel Cao" userId="45cbaa2483b5b87c" providerId="LiveId" clId="{92E35CCE-B9D8-445A-867E-0CB885EBC3C4}" dt="2025-06-29T10:03:43.126" v="2532" actId="1076"/>
          <ac:picMkLst>
            <pc:docMk/>
            <pc:sldMk cId="3439331612" sldId="1810"/>
            <ac:picMk id="9" creationId="{67D57EB0-7A23-F6C9-AD7A-458ABCEB07DA}"/>
          </ac:picMkLst>
        </pc:picChg>
        <pc:picChg chg="del">
          <ac:chgData name="Daniel Cao" userId="45cbaa2483b5b87c" providerId="LiveId" clId="{92E35CCE-B9D8-445A-867E-0CB885EBC3C4}" dt="2025-06-29T10:01:31.629" v="2504" actId="478"/>
          <ac:picMkLst>
            <pc:docMk/>
            <pc:sldMk cId="3439331612" sldId="1810"/>
            <ac:picMk id="10" creationId="{A534F9D4-4892-DC0C-B8B4-77EF9534D643}"/>
          </ac:picMkLst>
        </pc:picChg>
      </pc:sldChg>
      <pc:sldChg chg="addSp delSp modSp add mod">
        <pc:chgData name="Daniel Cao" userId="45cbaa2483b5b87c" providerId="LiveId" clId="{92E35CCE-B9D8-445A-867E-0CB885EBC3C4}" dt="2025-06-29T10:35:00.633" v="3126" actId="20577"/>
        <pc:sldMkLst>
          <pc:docMk/>
          <pc:sldMk cId="330934754" sldId="1811"/>
        </pc:sldMkLst>
        <pc:spChg chg="mod">
          <ac:chgData name="Daniel Cao" userId="45cbaa2483b5b87c" providerId="LiveId" clId="{92E35CCE-B9D8-445A-867E-0CB885EBC3C4}" dt="2025-06-29T10:35:00.633" v="3126" actId="20577"/>
          <ac:spMkLst>
            <pc:docMk/>
            <pc:sldMk cId="330934754" sldId="1811"/>
            <ac:spMk id="2" creationId="{4D6C6977-0493-9AF6-5788-D7B6B7B26B6B}"/>
          </ac:spMkLst>
        </pc:spChg>
        <pc:spChg chg="add mod">
          <ac:chgData name="Daniel Cao" userId="45cbaa2483b5b87c" providerId="LiveId" clId="{92E35CCE-B9D8-445A-867E-0CB885EBC3C4}" dt="2025-06-29T10:32:33.189" v="3083" actId="1076"/>
          <ac:spMkLst>
            <pc:docMk/>
            <pc:sldMk cId="330934754" sldId="1811"/>
            <ac:spMk id="4" creationId="{F5771DF8-A8A3-DE06-F162-DEBC528EB474}"/>
          </ac:spMkLst>
        </pc:spChg>
        <pc:spChg chg="del">
          <ac:chgData name="Daniel Cao" userId="45cbaa2483b5b87c" providerId="LiveId" clId="{92E35CCE-B9D8-445A-867E-0CB885EBC3C4}" dt="2025-06-29T10:04:29.956" v="2559" actId="478"/>
          <ac:spMkLst>
            <pc:docMk/>
            <pc:sldMk cId="330934754" sldId="1811"/>
            <ac:spMk id="7" creationId="{66A63017-FB92-20C4-8A3D-6BD210B2EB31}"/>
          </ac:spMkLst>
        </pc:spChg>
        <pc:spChg chg="add mod">
          <ac:chgData name="Daniel Cao" userId="45cbaa2483b5b87c" providerId="LiveId" clId="{92E35CCE-B9D8-445A-867E-0CB885EBC3C4}" dt="2025-06-29T10:32:33.189" v="3083" actId="1076"/>
          <ac:spMkLst>
            <pc:docMk/>
            <pc:sldMk cId="330934754" sldId="1811"/>
            <ac:spMk id="9" creationId="{03FDC992-0E2B-50F9-F67F-1F8923168F44}"/>
          </ac:spMkLst>
        </pc:spChg>
        <pc:picChg chg="add mod">
          <ac:chgData name="Daniel Cao" userId="45cbaa2483b5b87c" providerId="LiveId" clId="{92E35CCE-B9D8-445A-867E-0CB885EBC3C4}" dt="2025-06-29T10:32:33.189" v="3083" actId="1076"/>
          <ac:picMkLst>
            <pc:docMk/>
            <pc:sldMk cId="330934754" sldId="1811"/>
            <ac:picMk id="6" creationId="{827674BF-C24C-2738-EEB6-CC13CDDBF795}"/>
          </ac:picMkLst>
        </pc:picChg>
        <pc:picChg chg="del">
          <ac:chgData name="Daniel Cao" userId="45cbaa2483b5b87c" providerId="LiveId" clId="{92E35CCE-B9D8-445A-867E-0CB885EBC3C4}" dt="2025-06-29T10:04:30.401" v="2560" actId="478"/>
          <ac:picMkLst>
            <pc:docMk/>
            <pc:sldMk cId="330934754" sldId="1811"/>
            <ac:picMk id="10" creationId="{A968F14B-10BC-83DD-C557-7EDD3DDEEAE3}"/>
          </ac:picMkLst>
        </pc:picChg>
        <pc:picChg chg="add mod">
          <ac:chgData name="Daniel Cao" userId="45cbaa2483b5b87c" providerId="LiveId" clId="{92E35CCE-B9D8-445A-867E-0CB885EBC3C4}" dt="2025-06-29T10:32:33.189" v="3083" actId="1076"/>
          <ac:picMkLst>
            <pc:docMk/>
            <pc:sldMk cId="330934754" sldId="1811"/>
            <ac:picMk id="12" creationId="{FCF99B57-9C22-7D9B-350A-27050486AB00}"/>
          </ac:picMkLst>
        </pc:picChg>
      </pc:sldChg>
      <pc:sldChg chg="addSp delSp modSp add mod">
        <pc:chgData name="Daniel Cao" userId="45cbaa2483b5b87c" providerId="LiveId" clId="{92E35CCE-B9D8-445A-867E-0CB885EBC3C4}" dt="2025-06-30T09:41:21.656" v="3548" actId="1076"/>
        <pc:sldMkLst>
          <pc:docMk/>
          <pc:sldMk cId="2272592881" sldId="1812"/>
        </pc:sldMkLst>
        <pc:spChg chg="mod">
          <ac:chgData name="Daniel Cao" userId="45cbaa2483b5b87c" providerId="LiveId" clId="{92E35CCE-B9D8-445A-867E-0CB885EBC3C4}" dt="2025-06-29T10:35:04.280" v="3128" actId="20577"/>
          <ac:spMkLst>
            <pc:docMk/>
            <pc:sldMk cId="2272592881" sldId="1812"/>
            <ac:spMk id="2" creationId="{D5132D0B-4494-6DCC-2E80-CF5783A4F23E}"/>
          </ac:spMkLst>
        </pc:spChg>
        <pc:spChg chg="add mod">
          <ac:chgData name="Daniel Cao" userId="45cbaa2483b5b87c" providerId="LiveId" clId="{92E35CCE-B9D8-445A-867E-0CB885EBC3C4}" dt="2025-06-30T09:41:21.656" v="3548" actId="1076"/>
          <ac:spMkLst>
            <pc:docMk/>
            <pc:sldMk cId="2272592881" sldId="1812"/>
            <ac:spMk id="3" creationId="{DD1BAF5E-750D-9A2F-A44E-7A9BC10D9400}"/>
          </ac:spMkLst>
        </pc:spChg>
        <pc:spChg chg="mod">
          <ac:chgData name="Daniel Cao" userId="45cbaa2483b5b87c" providerId="LiveId" clId="{92E35CCE-B9D8-445A-867E-0CB885EBC3C4}" dt="2025-06-29T10:32:22.009" v="3080" actId="2711"/>
          <ac:spMkLst>
            <pc:docMk/>
            <pc:sldMk cId="2272592881" sldId="1812"/>
            <ac:spMk id="4" creationId="{50204A2C-DCF2-D05E-E7BE-AF9EDAEE77ED}"/>
          </ac:spMkLst>
        </pc:spChg>
        <pc:spChg chg="add mod">
          <ac:chgData name="Daniel Cao" userId="45cbaa2483b5b87c" providerId="LiveId" clId="{92E35CCE-B9D8-445A-867E-0CB885EBC3C4}" dt="2025-06-29T10:32:22.009" v="3080" actId="2711"/>
          <ac:spMkLst>
            <pc:docMk/>
            <pc:sldMk cId="2272592881" sldId="1812"/>
            <ac:spMk id="8" creationId="{18ABF49D-EB84-D01C-0FFB-9586484123AD}"/>
          </ac:spMkLst>
        </pc:spChg>
        <pc:spChg chg="del">
          <ac:chgData name="Daniel Cao" userId="45cbaa2483b5b87c" providerId="LiveId" clId="{92E35CCE-B9D8-445A-867E-0CB885EBC3C4}" dt="2025-06-29T10:08:40.278" v="2614" actId="478"/>
          <ac:spMkLst>
            <pc:docMk/>
            <pc:sldMk cId="2272592881" sldId="1812"/>
            <ac:spMk id="9" creationId="{2178C373-DD17-4CD8-AC83-5E033EB45095}"/>
          </ac:spMkLst>
        </pc:spChg>
        <pc:picChg chg="add mod">
          <ac:chgData name="Daniel Cao" userId="45cbaa2483b5b87c" providerId="LiveId" clId="{92E35CCE-B9D8-445A-867E-0CB885EBC3C4}" dt="2025-06-30T09:41:04.684" v="3521" actId="1076"/>
          <ac:picMkLst>
            <pc:docMk/>
            <pc:sldMk cId="2272592881" sldId="1812"/>
            <ac:picMk id="5" creationId="{D422D878-0DA5-9E22-6996-FAB260AF3B3E}"/>
          </ac:picMkLst>
        </pc:picChg>
        <pc:picChg chg="del">
          <ac:chgData name="Daniel Cao" userId="45cbaa2483b5b87c" providerId="LiveId" clId="{92E35CCE-B9D8-445A-867E-0CB885EBC3C4}" dt="2025-06-29T10:08:24.667" v="2612" actId="478"/>
          <ac:picMkLst>
            <pc:docMk/>
            <pc:sldMk cId="2272592881" sldId="1812"/>
            <ac:picMk id="6" creationId="{B3FE55CE-8D88-51DE-2CAA-4709F2B4524F}"/>
          </ac:picMkLst>
        </pc:picChg>
        <pc:picChg chg="del">
          <ac:chgData name="Daniel Cao" userId="45cbaa2483b5b87c" providerId="LiveId" clId="{92E35CCE-B9D8-445A-867E-0CB885EBC3C4}" dt="2025-06-29T10:08:41.089" v="2615" actId="478"/>
          <ac:picMkLst>
            <pc:docMk/>
            <pc:sldMk cId="2272592881" sldId="1812"/>
            <ac:picMk id="12" creationId="{384E9384-027A-4FE7-C46D-3BD18FBC0018}"/>
          </ac:picMkLst>
        </pc:picChg>
      </pc:sldChg>
      <pc:sldChg chg="addSp delSp modSp add mod">
        <pc:chgData name="Daniel Cao" userId="45cbaa2483b5b87c" providerId="LiveId" clId="{92E35CCE-B9D8-445A-867E-0CB885EBC3C4}" dt="2025-06-30T09:41:31.637" v="3553" actId="1076"/>
        <pc:sldMkLst>
          <pc:docMk/>
          <pc:sldMk cId="3956821683" sldId="1813"/>
        </pc:sldMkLst>
        <pc:spChg chg="mod">
          <ac:chgData name="Daniel Cao" userId="45cbaa2483b5b87c" providerId="LiveId" clId="{92E35CCE-B9D8-445A-867E-0CB885EBC3C4}" dt="2025-06-29T10:32:08.521" v="3078" actId="2711"/>
          <ac:spMkLst>
            <pc:docMk/>
            <pc:sldMk cId="3956821683" sldId="1813"/>
            <ac:spMk id="2" creationId="{864EDAF3-4773-EE91-C783-BC4B6EF4E515}"/>
          </ac:spMkLst>
        </pc:spChg>
        <pc:spChg chg="add mod">
          <ac:chgData name="Daniel Cao" userId="45cbaa2483b5b87c" providerId="LiveId" clId="{92E35CCE-B9D8-445A-867E-0CB885EBC3C4}" dt="2025-06-30T09:41:31.637" v="3553" actId="1076"/>
          <ac:spMkLst>
            <pc:docMk/>
            <pc:sldMk cId="3956821683" sldId="1813"/>
            <ac:spMk id="3" creationId="{8DA92C7B-DDD2-306F-9342-7304BC111695}"/>
          </ac:spMkLst>
        </pc:spChg>
        <pc:spChg chg="add del">
          <ac:chgData name="Daniel Cao" userId="45cbaa2483b5b87c" providerId="LiveId" clId="{92E35CCE-B9D8-445A-867E-0CB885EBC3C4}" dt="2025-06-29T10:10:52.628" v="2649" actId="22"/>
          <ac:spMkLst>
            <pc:docMk/>
            <pc:sldMk cId="3956821683" sldId="1813"/>
            <ac:spMk id="5" creationId="{4EBD7983-EC56-FDCD-93C2-72791C8DC1CE}"/>
          </ac:spMkLst>
        </pc:spChg>
        <pc:spChg chg="mod">
          <ac:chgData name="Daniel Cao" userId="45cbaa2483b5b87c" providerId="LiveId" clId="{92E35CCE-B9D8-445A-867E-0CB885EBC3C4}" dt="2025-06-29T10:32:08.521" v="3078" actId="2711"/>
          <ac:spMkLst>
            <pc:docMk/>
            <pc:sldMk cId="3956821683" sldId="1813"/>
            <ac:spMk id="7" creationId="{C02A7672-08D2-9CE5-82C6-F690A292A050}"/>
          </ac:spMkLst>
        </pc:spChg>
        <pc:picChg chg="del">
          <ac:chgData name="Daniel Cao" userId="45cbaa2483b5b87c" providerId="LiveId" clId="{92E35CCE-B9D8-445A-867E-0CB885EBC3C4}" dt="2025-06-29T10:09:54.946" v="2645" actId="478"/>
          <ac:picMkLst>
            <pc:docMk/>
            <pc:sldMk cId="3956821683" sldId="1813"/>
            <ac:picMk id="4" creationId="{A3008EF0-FFEB-DE55-3DE7-1E4F9BE85E43}"/>
          </ac:picMkLst>
        </pc:picChg>
        <pc:picChg chg="del">
          <ac:chgData name="Daniel Cao" userId="45cbaa2483b5b87c" providerId="LiveId" clId="{92E35CCE-B9D8-445A-867E-0CB885EBC3C4}" dt="2025-06-29T10:09:56.178" v="2646" actId="478"/>
          <ac:picMkLst>
            <pc:docMk/>
            <pc:sldMk cId="3956821683" sldId="1813"/>
            <ac:picMk id="9" creationId="{6F52FE34-F754-2171-C493-FECA3E640922}"/>
          </ac:picMkLst>
        </pc:picChg>
        <pc:picChg chg="add del">
          <ac:chgData name="Daniel Cao" userId="45cbaa2483b5b87c" providerId="LiveId" clId="{92E35CCE-B9D8-445A-867E-0CB885EBC3C4}" dt="2025-06-29T10:11:02.117" v="2651" actId="478"/>
          <ac:picMkLst>
            <pc:docMk/>
            <pc:sldMk cId="3956821683" sldId="1813"/>
            <ac:picMk id="4098" creationId="{5306C3D7-20A8-EFDB-FB75-637F3B014A74}"/>
          </ac:picMkLst>
        </pc:picChg>
        <pc:picChg chg="add mod">
          <ac:chgData name="Daniel Cao" userId="45cbaa2483b5b87c" providerId="LiveId" clId="{92E35CCE-B9D8-445A-867E-0CB885EBC3C4}" dt="2025-06-29T10:32:08.521" v="3078" actId="2711"/>
          <ac:picMkLst>
            <pc:docMk/>
            <pc:sldMk cId="3956821683" sldId="1813"/>
            <ac:picMk id="4100" creationId="{0EA360A1-D9D5-B5E6-C52C-5269D98901B7}"/>
          </ac:picMkLst>
        </pc:picChg>
      </pc:sldChg>
      <pc:sldChg chg="addSp delSp modSp add mod">
        <pc:chgData name="Daniel Cao" userId="45cbaa2483b5b87c" providerId="LiveId" clId="{92E35CCE-B9D8-445A-867E-0CB885EBC3C4}" dt="2025-06-30T09:41:35.152" v="3554" actId="404"/>
        <pc:sldMkLst>
          <pc:docMk/>
          <pc:sldMk cId="1844558670" sldId="1814"/>
        </pc:sldMkLst>
        <pc:spChg chg="mod">
          <ac:chgData name="Daniel Cao" userId="45cbaa2483b5b87c" providerId="LiveId" clId="{92E35CCE-B9D8-445A-867E-0CB885EBC3C4}" dt="2025-06-30T09:34:06.726" v="3225" actId="20577"/>
          <ac:spMkLst>
            <pc:docMk/>
            <pc:sldMk cId="1844558670" sldId="1814"/>
            <ac:spMk id="2" creationId="{8027A7D2-2F01-7B1E-5CBE-4022F722D197}"/>
          </ac:spMkLst>
        </pc:spChg>
        <pc:spChg chg="mod">
          <ac:chgData name="Daniel Cao" userId="45cbaa2483b5b87c" providerId="LiveId" clId="{92E35CCE-B9D8-445A-867E-0CB885EBC3C4}" dt="2025-06-30T09:34:18.244" v="3228" actId="1076"/>
          <ac:spMkLst>
            <pc:docMk/>
            <pc:sldMk cId="1844558670" sldId="1814"/>
            <ac:spMk id="7" creationId="{7E35B157-AB16-4B6A-1702-01380FC082B6}"/>
          </ac:spMkLst>
        </pc:spChg>
        <pc:spChg chg="add del">
          <ac:chgData name="Daniel Cao" userId="45cbaa2483b5b87c" providerId="LiveId" clId="{92E35CCE-B9D8-445A-867E-0CB885EBC3C4}" dt="2025-06-30T09:35:38.270" v="3241" actId="22"/>
          <ac:spMkLst>
            <pc:docMk/>
            <pc:sldMk cId="1844558670" sldId="1814"/>
            <ac:spMk id="9" creationId="{07DFF55A-2502-8138-CA8E-787DC52646AE}"/>
          </ac:spMkLst>
        </pc:spChg>
        <pc:spChg chg="add mod">
          <ac:chgData name="Daniel Cao" userId="45cbaa2483b5b87c" providerId="LiveId" clId="{92E35CCE-B9D8-445A-867E-0CB885EBC3C4}" dt="2025-06-30T09:36:33.405" v="3264" actId="20577"/>
          <ac:spMkLst>
            <pc:docMk/>
            <pc:sldMk cId="1844558670" sldId="1814"/>
            <ac:spMk id="11" creationId="{7B43DE52-A8FD-DACC-4F47-D1621BC4EEB6}"/>
          </ac:spMkLst>
        </pc:spChg>
        <pc:spChg chg="add mod">
          <ac:chgData name="Daniel Cao" userId="45cbaa2483b5b87c" providerId="LiveId" clId="{92E35CCE-B9D8-445A-867E-0CB885EBC3C4}" dt="2025-06-30T09:41:35.152" v="3554" actId="404"/>
          <ac:spMkLst>
            <pc:docMk/>
            <pc:sldMk cId="1844558670" sldId="1814"/>
            <ac:spMk id="12" creationId="{0D225501-EB58-911A-0F64-FC496D539222}"/>
          </ac:spMkLst>
        </pc:spChg>
        <pc:picChg chg="add del mod">
          <ac:chgData name="Daniel Cao" userId="45cbaa2483b5b87c" providerId="LiveId" clId="{92E35CCE-B9D8-445A-867E-0CB885EBC3C4}" dt="2025-06-30T09:35:08.640" v="3233" actId="478"/>
          <ac:picMkLst>
            <pc:docMk/>
            <pc:sldMk cId="1844558670" sldId="1814"/>
            <ac:picMk id="4" creationId="{47DFE006-86E9-1F75-A3CC-65E3A9433674}"/>
          </ac:picMkLst>
        </pc:picChg>
        <pc:picChg chg="add mod">
          <ac:chgData name="Daniel Cao" userId="45cbaa2483b5b87c" providerId="LiveId" clId="{92E35CCE-B9D8-445A-867E-0CB885EBC3C4}" dt="2025-06-30T09:35:21.200" v="3239" actId="1076"/>
          <ac:picMkLst>
            <pc:docMk/>
            <pc:sldMk cId="1844558670" sldId="1814"/>
            <ac:picMk id="6" creationId="{E9BD3D23-D01B-580B-B317-292366C12188}"/>
          </ac:picMkLst>
        </pc:picChg>
        <pc:picChg chg="del">
          <ac:chgData name="Daniel Cao" userId="45cbaa2483b5b87c" providerId="LiveId" clId="{92E35CCE-B9D8-445A-867E-0CB885EBC3C4}" dt="2025-06-30T09:34:20.964" v="3229" actId="478"/>
          <ac:picMkLst>
            <pc:docMk/>
            <pc:sldMk cId="1844558670" sldId="1814"/>
            <ac:picMk id="4100" creationId="{DD7E0E55-9D19-4B4E-92E5-E2336EC44634}"/>
          </ac:picMkLst>
        </pc:picChg>
      </pc:sldChg>
      <pc:sldChg chg="modSp new del mod">
        <pc:chgData name="Daniel Cao" userId="45cbaa2483b5b87c" providerId="LiveId" clId="{92E35CCE-B9D8-445A-867E-0CB885EBC3C4}" dt="2025-06-30T09:33:40.611" v="3191" actId="47"/>
        <pc:sldMkLst>
          <pc:docMk/>
          <pc:sldMk cId="4068643360" sldId="1814"/>
        </pc:sldMkLst>
        <pc:spChg chg="mod">
          <ac:chgData name="Daniel Cao" userId="45cbaa2483b5b87c" providerId="LiveId" clId="{92E35CCE-B9D8-445A-867E-0CB885EBC3C4}" dt="2025-06-30T09:33:36.492" v="3190" actId="20577"/>
          <ac:spMkLst>
            <pc:docMk/>
            <pc:sldMk cId="4068643360" sldId="1814"/>
            <ac:spMk id="2" creationId="{F46FD255-30E2-8E33-9A6B-3DFB7F07FDEF}"/>
          </ac:spMkLst>
        </pc:spChg>
      </pc:sldChg>
      <pc:sldChg chg="addSp delSp modSp add mod">
        <pc:chgData name="Daniel Cao" userId="45cbaa2483b5b87c" providerId="LiveId" clId="{92E35CCE-B9D8-445A-867E-0CB885EBC3C4}" dt="2025-06-30T09:48:29.436" v="3864" actId="478"/>
        <pc:sldMkLst>
          <pc:docMk/>
          <pc:sldMk cId="3688104659" sldId="1815"/>
        </pc:sldMkLst>
        <pc:spChg chg="mod">
          <ac:chgData name="Daniel Cao" userId="45cbaa2483b5b87c" providerId="LiveId" clId="{92E35CCE-B9D8-445A-867E-0CB885EBC3C4}" dt="2025-06-30T09:36:42.653" v="3280" actId="20577"/>
          <ac:spMkLst>
            <pc:docMk/>
            <pc:sldMk cId="3688104659" sldId="1815"/>
            <ac:spMk id="2" creationId="{304C94DC-2483-1E64-0C34-D02FC2DFA9A8}"/>
          </ac:spMkLst>
        </pc:spChg>
        <pc:spChg chg="add mod">
          <ac:chgData name="Daniel Cao" userId="45cbaa2483b5b87c" providerId="LiveId" clId="{92E35CCE-B9D8-445A-867E-0CB885EBC3C4}" dt="2025-06-30T09:48:28.482" v="3861" actId="20577"/>
          <ac:spMkLst>
            <pc:docMk/>
            <pc:sldMk cId="3688104659" sldId="1815"/>
            <ac:spMk id="5" creationId="{CDA47F69-A381-EEFE-323C-C4CEB5C5666B}"/>
          </ac:spMkLst>
        </pc:spChg>
        <pc:spChg chg="mod">
          <ac:chgData name="Daniel Cao" userId="45cbaa2483b5b87c" providerId="LiveId" clId="{92E35CCE-B9D8-445A-867E-0CB885EBC3C4}" dt="2025-06-30T09:37:04.110" v="3288" actId="14100"/>
          <ac:spMkLst>
            <pc:docMk/>
            <pc:sldMk cId="3688104659" sldId="1815"/>
            <ac:spMk id="7" creationId="{FE029DF0-E9F0-FC3F-E524-4003F51697FE}"/>
          </ac:spMkLst>
        </pc:spChg>
        <pc:spChg chg="mod">
          <ac:chgData name="Daniel Cao" userId="45cbaa2483b5b87c" providerId="LiveId" clId="{92E35CCE-B9D8-445A-867E-0CB885EBC3C4}" dt="2025-06-30T09:38:31.418" v="3325" actId="20577"/>
          <ac:spMkLst>
            <pc:docMk/>
            <pc:sldMk cId="3688104659" sldId="1815"/>
            <ac:spMk id="11" creationId="{A399307B-175F-E165-5D0A-1C5E2BFA1BEC}"/>
          </ac:spMkLst>
        </pc:spChg>
        <pc:picChg chg="add del mod">
          <ac:chgData name="Daniel Cao" userId="45cbaa2483b5b87c" providerId="LiveId" clId="{92E35CCE-B9D8-445A-867E-0CB885EBC3C4}" dt="2025-06-30T09:48:29.436" v="3864" actId="478"/>
          <ac:picMkLst>
            <pc:docMk/>
            <pc:sldMk cId="3688104659" sldId="1815"/>
            <ac:picMk id="4" creationId="{2494B724-A0B1-5D5A-D209-A8AF187994B2}"/>
          </ac:picMkLst>
        </pc:picChg>
        <pc:picChg chg="del">
          <ac:chgData name="Daniel Cao" userId="45cbaa2483b5b87c" providerId="LiveId" clId="{92E35CCE-B9D8-445A-867E-0CB885EBC3C4}" dt="2025-06-30T09:38:35.195" v="3326" actId="478"/>
          <ac:picMkLst>
            <pc:docMk/>
            <pc:sldMk cId="3688104659" sldId="1815"/>
            <ac:picMk id="6" creationId="{FF657A43-4A87-315A-028E-15C69FC61436}"/>
          </ac:picMkLst>
        </pc:picChg>
        <pc:picChg chg="add mod">
          <ac:chgData name="Daniel Cao" userId="45cbaa2483b5b87c" providerId="LiveId" clId="{92E35CCE-B9D8-445A-867E-0CB885EBC3C4}" dt="2025-06-30T09:48:28.869" v="3863" actId="14100"/>
          <ac:picMkLst>
            <pc:docMk/>
            <pc:sldMk cId="3688104659" sldId="1815"/>
            <ac:picMk id="9" creationId="{70621CCA-82CB-CB53-002F-D3431849B0FB}"/>
          </ac:picMkLst>
        </pc:picChg>
      </pc:sldChg>
      <pc:sldChg chg="add del">
        <pc:chgData name="Daniel Cao" userId="45cbaa2483b5b87c" providerId="LiveId" clId="{92E35CCE-B9D8-445A-867E-0CB885EBC3C4}" dt="2025-06-30T09:44:51.031" v="3750"/>
        <pc:sldMkLst>
          <pc:docMk/>
          <pc:sldMk cId="349193413" sldId="1816"/>
        </pc:sldMkLst>
      </pc:sldChg>
      <pc:sldChg chg="addSp delSp modSp add mod">
        <pc:chgData name="Daniel Cao" userId="45cbaa2483b5b87c" providerId="LiveId" clId="{92E35CCE-B9D8-445A-867E-0CB885EBC3C4}" dt="2025-06-30T09:49:21.468" v="3925" actId="1076"/>
        <pc:sldMkLst>
          <pc:docMk/>
          <pc:sldMk cId="4027911352" sldId="1816"/>
        </pc:sldMkLst>
        <pc:spChg chg="mod">
          <ac:chgData name="Daniel Cao" userId="45cbaa2483b5b87c" providerId="LiveId" clId="{92E35CCE-B9D8-445A-867E-0CB885EBC3C4}" dt="2025-06-30T09:46:36.465" v="3831" actId="20577"/>
          <ac:spMkLst>
            <pc:docMk/>
            <pc:sldMk cId="4027911352" sldId="1816"/>
            <ac:spMk id="2" creationId="{2619A42C-18A7-AC71-89C1-4334B5FE8120}"/>
          </ac:spMkLst>
        </pc:spChg>
        <pc:spChg chg="mod">
          <ac:chgData name="Daniel Cao" userId="45cbaa2483b5b87c" providerId="LiveId" clId="{92E35CCE-B9D8-445A-867E-0CB885EBC3C4}" dt="2025-06-30T09:49:16.751" v="3923" actId="1076"/>
          <ac:spMkLst>
            <pc:docMk/>
            <pc:sldMk cId="4027911352" sldId="1816"/>
            <ac:spMk id="5" creationId="{14C07803-E6A2-697E-AA2B-BE9776E4BBEF}"/>
          </ac:spMkLst>
        </pc:spChg>
        <pc:spChg chg="del">
          <ac:chgData name="Daniel Cao" userId="45cbaa2483b5b87c" providerId="LiveId" clId="{92E35CCE-B9D8-445A-867E-0CB885EBC3C4}" dt="2025-06-30T09:46:49.410" v="3832" actId="478"/>
          <ac:spMkLst>
            <pc:docMk/>
            <pc:sldMk cId="4027911352" sldId="1816"/>
            <ac:spMk id="7" creationId="{1B4DD201-58B5-26BB-450E-4BC88DD27DA7}"/>
          </ac:spMkLst>
        </pc:spChg>
        <pc:spChg chg="mod">
          <ac:chgData name="Daniel Cao" userId="45cbaa2483b5b87c" providerId="LiveId" clId="{92E35CCE-B9D8-445A-867E-0CB885EBC3C4}" dt="2025-06-30T09:47:34.462" v="3854" actId="14100"/>
          <ac:spMkLst>
            <pc:docMk/>
            <pc:sldMk cId="4027911352" sldId="1816"/>
            <ac:spMk id="11" creationId="{BAA6AB83-4E02-2970-EBCB-585A21AD33B2}"/>
          </ac:spMkLst>
        </pc:spChg>
        <pc:picChg chg="add del">
          <ac:chgData name="Daniel Cao" userId="45cbaa2483b5b87c" providerId="LiveId" clId="{92E35CCE-B9D8-445A-867E-0CB885EBC3C4}" dt="2025-06-30T09:48:36.384" v="3866" actId="478"/>
          <ac:picMkLst>
            <pc:docMk/>
            <pc:sldMk cId="4027911352" sldId="1816"/>
            <ac:picMk id="4" creationId="{FA739DE6-FFDD-F65D-0F37-91EA52129A98}"/>
          </ac:picMkLst>
        </pc:picChg>
        <pc:picChg chg="add mod">
          <ac:chgData name="Daniel Cao" userId="45cbaa2483b5b87c" providerId="LiveId" clId="{92E35CCE-B9D8-445A-867E-0CB885EBC3C4}" dt="2025-06-30T09:49:21.468" v="3925" actId="1076"/>
          <ac:picMkLst>
            <pc:docMk/>
            <pc:sldMk cId="4027911352" sldId="1816"/>
            <ac:picMk id="6" creationId="{9DFCA94B-94F8-9F62-38A0-B901FF74C1B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82CDD52-2B46-7B49-842A-AA53AB730B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4" name="页脚占位符 3">
            <a:extLst>
              <a:ext uri="{FF2B5EF4-FFF2-40B4-BE49-F238E27FC236}">
                <a16:creationId xmlns:a16="http://schemas.microsoft.com/office/drawing/2014/main" id="{0E623352-C90C-D24C-B8BE-556D56966B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9DE3F03F-04C0-3B4C-98EF-4B591385F5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8CBB3D-2EBA-9D4F-8423-81DDA5C260D2}" type="slidenum">
              <a:rPr kumimoji="1" lang="zh-CN" altLang="en-US" smtClean="0"/>
              <a:t>‹#›</a:t>
            </a:fld>
            <a:endParaRPr kumimoji="1" lang="zh-CN" altLang="en-US"/>
          </a:p>
        </p:txBody>
      </p:sp>
    </p:spTree>
    <p:extLst>
      <p:ext uri="{BB962C8B-B14F-4D97-AF65-F5344CB8AC3E}">
        <p14:creationId xmlns:p14="http://schemas.microsoft.com/office/powerpoint/2010/main" val="152699418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A2A66C-1DB6-E44E-9EB9-C3C62BDEBC05}" type="datetimeFigureOut">
              <a:rPr kumimoji="1" lang="zh-CN" altLang="en-US" smtClean="0"/>
              <a:t>2025/6/30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7D336-4BC6-EE4C-BD27-9292C4CE84DB}" type="slidenum">
              <a:rPr kumimoji="1" lang="zh-CN" altLang="en-US" smtClean="0"/>
              <a:t>‹#›</a:t>
            </a:fld>
            <a:endParaRPr kumimoji="1" lang="zh-CN" altLang="en-US"/>
          </a:p>
        </p:txBody>
      </p:sp>
    </p:spTree>
    <p:extLst>
      <p:ext uri="{BB962C8B-B14F-4D97-AF65-F5344CB8AC3E}">
        <p14:creationId xmlns:p14="http://schemas.microsoft.com/office/powerpoint/2010/main" val="182075102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71665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34723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6614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211D-0325-69BA-D919-93CB87790C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DF2DA7-1B41-200C-04CA-79F5ED6E10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061831-8F3E-3E47-4DCB-9D7071F9CDC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77706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515D3-7335-59A2-9B73-E0ACDA800F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7657BE-060A-BB98-AE35-980EABFE0F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2005EC-725F-BD78-1469-92B6A08A24A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33000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6CE9D-EB26-355E-0E62-2B4AFB0159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B588E1-0F68-8BA3-46E6-2834EA6569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19C34F-0E2B-1D28-165D-8FB1DF3E663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22883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09562-53BD-1490-F9FC-A3AB69BA4F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A6D9E4-9A13-B600-56B3-6C9441752F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622347-2138-CA89-BBBF-3214D05E696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71551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7F5D2-AFF0-BE4C-B2B5-CA1E884C39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FD9403-426B-8FB4-66F6-E128130369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795E3D-FFF3-04CE-3AC0-C605882E15D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58789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B2723-CB86-E593-0120-F03E261898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A954FA-259C-10EF-8667-77514C2DF3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7A523C-B4C5-49E3-B5BE-0998E8279F3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62782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6D24-B1E2-D95C-808D-641A6106A1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599805-94A3-CF04-CAA9-13AE98B94E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5B2847-DF17-9AD8-1EB7-DA7EC8F4C8E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61200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253E7-588A-6BEF-1932-2E085E5995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BD468E-A163-E2E7-D932-602C744C70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445B22D-F17B-97CA-B0FB-E4A451F4AD6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75040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A19C7-8AA4-2A59-DA36-4674BB690E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DA641D-0B75-9489-82E4-96C0F4E2EF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E08FD0-DE74-2D90-3FB4-A1C3154D091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06340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545C4-2CEE-7386-484D-31F28EEFF5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F67D21-951B-6FD7-6156-47E1DE7F5E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7E834BB-AFDE-73D6-AF51-B6A1B3E6689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73308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F5780-E9FA-DEC6-9AA4-B7F8055A3E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EB9B98-7E53-B905-8575-101146E589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148E1C-018C-A30C-88EB-092CF13FE5A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5641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4E1A7-337F-3CAE-49DA-C962060542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290219-507C-8296-7FE4-5052896C0F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6B15EA6-469E-26BF-F2FE-2263AB7C793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06533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044F2-14D7-ECA3-EE06-B4C0A7BC7E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F72137-B459-C57A-86B2-C6501BA594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CB6953-A083-2FD3-6AB0-76C508B45D2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568211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B54EB-ED1D-2F5F-F4EF-6726B37EDE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638FC4-1C4E-F30E-5530-C88B14F021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A75827-73FD-3A7F-FEE4-87A3C298C26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33341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81229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页1">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F0BFE3-E035-4DB9-A3D2-B8F99D35F027}"/>
              </a:ext>
            </a:extLst>
          </p:cNvPr>
          <p:cNvSpPr>
            <a:spLocks noGrp="1"/>
          </p:cNvSpPr>
          <p:nvPr>
            <p:ph type="ctrTitle"/>
          </p:nvPr>
        </p:nvSpPr>
        <p:spPr>
          <a:xfrm>
            <a:off x="817123" y="1130301"/>
            <a:ext cx="7112161" cy="2177314"/>
          </a:xfrm>
          <a:prstGeom prst="rect">
            <a:avLst/>
          </a:prstGeom>
        </p:spPr>
        <p:txBody>
          <a:bodyPr lIns="0" anchor="b">
            <a:normAutofit/>
          </a:bodyPr>
          <a:lstStyle>
            <a:lvl1pPr algn="l">
              <a:lnSpc>
                <a:spcPct val="120000"/>
              </a:lnSpc>
              <a:defRPr sz="4400" b="1">
                <a:solidFill>
                  <a:schemeClr val="accent2"/>
                </a:solidFill>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3BF0F1B1-16C1-47F5-83C1-E23FF7DB07E5}"/>
              </a:ext>
            </a:extLst>
          </p:cNvPr>
          <p:cNvSpPr>
            <a:spLocks noGrp="1"/>
          </p:cNvSpPr>
          <p:nvPr>
            <p:ph type="subTitle" idx="1"/>
          </p:nvPr>
        </p:nvSpPr>
        <p:spPr>
          <a:xfrm>
            <a:off x="803275" y="3307615"/>
            <a:ext cx="7126010" cy="508452"/>
          </a:xfrm>
          <a:prstGeom prst="rect">
            <a:avLst/>
          </a:prstGeom>
        </p:spPr>
        <p:txBody>
          <a:bodyPr lIns="0">
            <a:normAutofit/>
          </a:bodyPr>
          <a:lstStyle>
            <a:lvl1pPr marL="0" indent="0" algn="l">
              <a:lnSpc>
                <a:spcPct val="120000"/>
              </a:lnSpc>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14" name="文本占位符 113">
            <a:extLst>
              <a:ext uri="{FF2B5EF4-FFF2-40B4-BE49-F238E27FC236}">
                <a16:creationId xmlns:a16="http://schemas.microsoft.com/office/drawing/2014/main" id="{1D042017-EA01-0746-A58F-259DD19AD35E}"/>
              </a:ext>
            </a:extLst>
          </p:cNvPr>
          <p:cNvSpPr>
            <a:spLocks noGrp="1"/>
          </p:cNvSpPr>
          <p:nvPr>
            <p:ph type="body" sz="quarter" idx="14"/>
          </p:nvPr>
        </p:nvSpPr>
        <p:spPr>
          <a:xfrm>
            <a:off x="803275" y="4102632"/>
            <a:ext cx="7092950" cy="2031468"/>
          </a:xfrm>
          <a:prstGeom prst="rect">
            <a:avLst/>
          </a:prstGeom>
        </p:spPr>
        <p:txBody>
          <a:bodyPr lIns="0">
            <a:normAutofit/>
          </a:bodyPr>
          <a:lstStyle>
            <a:lvl1pPr marL="0" indent="0">
              <a:buNone/>
              <a:defRPr sz="1800">
                <a:solidFill>
                  <a:schemeClr val="tx1">
                    <a:lumMod val="75000"/>
                    <a:lumOff val="25000"/>
                  </a:schemeClr>
                </a:solidFill>
              </a:defRPr>
            </a:lvl1pPr>
          </a:lstStyle>
          <a:p>
            <a:pPr lvl="0"/>
            <a:r>
              <a:rPr kumimoji="1" lang="zh-CN" altLang="en-US" dirty="0"/>
              <a:t>单击此处编辑母版文本样式</a:t>
            </a:r>
          </a:p>
        </p:txBody>
      </p:sp>
      <p:sp>
        <p:nvSpPr>
          <p:cNvPr id="117" name="矩形 116">
            <a:extLst>
              <a:ext uri="{FF2B5EF4-FFF2-40B4-BE49-F238E27FC236}">
                <a16:creationId xmlns:a16="http://schemas.microsoft.com/office/drawing/2014/main" id="{B266384C-2791-0F43-9817-F81B103A739A}"/>
              </a:ext>
            </a:extLst>
          </p:cNvPr>
          <p:cNvSpPr/>
          <p:nvPr userDrawn="1"/>
        </p:nvSpPr>
        <p:spPr>
          <a:xfrm>
            <a:off x="12014027" y="0"/>
            <a:ext cx="17797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0" name="日期占位符 3">
            <a:extLst>
              <a:ext uri="{FF2B5EF4-FFF2-40B4-BE49-F238E27FC236}">
                <a16:creationId xmlns:a16="http://schemas.microsoft.com/office/drawing/2014/main" id="{69F5AB5E-E261-2045-8422-B183CAFE639E}"/>
              </a:ext>
            </a:extLst>
          </p:cNvPr>
          <p:cNvSpPr txBox="1">
            <a:spLocks/>
          </p:cNvSpPr>
          <p:nvPr userDrawn="1"/>
        </p:nvSpPr>
        <p:spPr>
          <a:xfrm>
            <a:off x="802095" y="6250105"/>
            <a:ext cx="2921000" cy="365125"/>
          </a:xfrm>
          <a:prstGeom prst="rect">
            <a:avLst/>
          </a:prstGeom>
        </p:spPr>
        <p:txBody>
          <a:bodyPr vert="horz" lIns="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自强、弘毅、求是、拓新</a:t>
            </a:r>
          </a:p>
        </p:txBody>
      </p:sp>
      <p:grpSp>
        <p:nvGrpSpPr>
          <p:cNvPr id="121" name="组合 120">
            <a:extLst>
              <a:ext uri="{FF2B5EF4-FFF2-40B4-BE49-F238E27FC236}">
                <a16:creationId xmlns:a16="http://schemas.microsoft.com/office/drawing/2014/main" id="{3E27D682-4017-AE4A-8F9B-A5D5D0AB26BB}"/>
              </a:ext>
            </a:extLst>
          </p:cNvPr>
          <p:cNvGrpSpPr/>
          <p:nvPr userDrawn="1"/>
        </p:nvGrpSpPr>
        <p:grpSpPr>
          <a:xfrm>
            <a:off x="817123" y="468793"/>
            <a:ext cx="1480571" cy="458860"/>
            <a:chOff x="2558030" y="228446"/>
            <a:chExt cx="6774643" cy="2099603"/>
          </a:xfrm>
        </p:grpSpPr>
        <p:grpSp>
          <p:nvGrpSpPr>
            <p:cNvPr id="122" name="íšḻîďê">
              <a:extLst>
                <a:ext uri="{FF2B5EF4-FFF2-40B4-BE49-F238E27FC236}">
                  <a16:creationId xmlns:a16="http://schemas.microsoft.com/office/drawing/2014/main" id="{F0947CF4-C383-CF43-9037-793FEDA5B6FC}"/>
                </a:ext>
              </a:extLst>
            </p:cNvPr>
            <p:cNvGrpSpPr/>
            <p:nvPr userDrawn="1"/>
          </p:nvGrpSpPr>
          <p:grpSpPr>
            <a:xfrm>
              <a:off x="2558030" y="228446"/>
              <a:ext cx="2085857" cy="2099603"/>
              <a:chOff x="3551238" y="3067050"/>
              <a:chExt cx="722313" cy="727075"/>
            </a:xfrm>
          </p:grpSpPr>
          <p:sp>
            <p:nvSpPr>
              <p:cNvPr id="152" name="ïş1íḍê">
                <a:extLst>
                  <a:ext uri="{FF2B5EF4-FFF2-40B4-BE49-F238E27FC236}">
                    <a16:creationId xmlns:a16="http://schemas.microsoft.com/office/drawing/2014/main" id="{13395F7A-4F18-9049-98E2-838027EA7D9F}"/>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íšḻïḍè">
                <a:extLst>
                  <a:ext uri="{FF2B5EF4-FFF2-40B4-BE49-F238E27FC236}">
                    <a16:creationId xmlns:a16="http://schemas.microsoft.com/office/drawing/2014/main" id="{C5600BE4-5F9C-DF46-AF1A-F6240DAF6F1E}"/>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headEnd/>
                <a:tailEnd/>
              </a:ln>
            </p:spPr>
            <p:txBody>
              <a:bodyPr anchor="ctr"/>
              <a:lstStyle/>
              <a:p>
                <a:pPr algn="ctr"/>
                <a:endParaRPr/>
              </a:p>
            </p:txBody>
          </p:sp>
          <p:sp>
            <p:nvSpPr>
              <p:cNvPr id="154" name="ïśľíḓé">
                <a:extLst>
                  <a:ext uri="{FF2B5EF4-FFF2-40B4-BE49-F238E27FC236}">
                    <a16:creationId xmlns:a16="http://schemas.microsoft.com/office/drawing/2014/main" id="{5905C3C4-C22A-1D48-BD0C-C09B8A951334}"/>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5" name="ïslíḍê">
                <a:extLst>
                  <a:ext uri="{FF2B5EF4-FFF2-40B4-BE49-F238E27FC236}">
                    <a16:creationId xmlns:a16="http://schemas.microsoft.com/office/drawing/2014/main" id="{11894E43-F321-EA4F-9E1A-3B0429F5248D}"/>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6" name="íṡļïdê">
                <a:extLst>
                  <a:ext uri="{FF2B5EF4-FFF2-40B4-BE49-F238E27FC236}">
                    <a16:creationId xmlns:a16="http://schemas.microsoft.com/office/drawing/2014/main" id="{B5373C45-DB24-8E45-8884-A07FF1607902}"/>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7" name="iş1ïďe">
                <a:extLst>
                  <a:ext uri="{FF2B5EF4-FFF2-40B4-BE49-F238E27FC236}">
                    <a16:creationId xmlns:a16="http://schemas.microsoft.com/office/drawing/2014/main" id="{C7C1FA42-7D7C-0E42-B3B2-EC6C32536F5E}"/>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8" name="ïṩḷíḍé">
                <a:extLst>
                  <a:ext uri="{FF2B5EF4-FFF2-40B4-BE49-F238E27FC236}">
                    <a16:creationId xmlns:a16="http://schemas.microsoft.com/office/drawing/2014/main" id="{E40D421C-1866-894F-A203-3BD15F991CCC}"/>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9" name="ïśľíḍè">
                <a:extLst>
                  <a:ext uri="{FF2B5EF4-FFF2-40B4-BE49-F238E27FC236}">
                    <a16:creationId xmlns:a16="http://schemas.microsoft.com/office/drawing/2014/main" id="{A9BE17CB-8999-A94A-AC39-B1E191978BA5}"/>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0" name="í$ḻîḋè">
                <a:extLst>
                  <a:ext uri="{FF2B5EF4-FFF2-40B4-BE49-F238E27FC236}">
                    <a16:creationId xmlns:a16="http://schemas.microsoft.com/office/drawing/2014/main" id="{FC56259C-8962-034B-93F6-4D7AAC7466DD}"/>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1" name="iṣļíḋe">
                <a:extLst>
                  <a:ext uri="{FF2B5EF4-FFF2-40B4-BE49-F238E27FC236}">
                    <a16:creationId xmlns:a16="http://schemas.microsoft.com/office/drawing/2014/main" id="{D7D226E2-819B-F442-ADE3-AC62D412A581}"/>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2" name="iṩḷiḓé">
                <a:extLst>
                  <a:ext uri="{FF2B5EF4-FFF2-40B4-BE49-F238E27FC236}">
                    <a16:creationId xmlns:a16="http://schemas.microsoft.com/office/drawing/2014/main" id="{F04ABCC5-62A9-CA4E-ADD7-1F6A6FDB36B2}"/>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3" name="iSľiḍè">
                <a:extLst>
                  <a:ext uri="{FF2B5EF4-FFF2-40B4-BE49-F238E27FC236}">
                    <a16:creationId xmlns:a16="http://schemas.microsoft.com/office/drawing/2014/main" id="{9AF3CAA2-8DD8-3D46-9091-E2DB26627FFE}"/>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4" name="ïṩḷîḍe">
                <a:extLst>
                  <a:ext uri="{FF2B5EF4-FFF2-40B4-BE49-F238E27FC236}">
                    <a16:creationId xmlns:a16="http://schemas.microsoft.com/office/drawing/2014/main" id="{55180C9A-01BF-AB45-8C71-81F4496F9C5B}"/>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5" name="íšḻiḑê">
                <a:extLst>
                  <a:ext uri="{FF2B5EF4-FFF2-40B4-BE49-F238E27FC236}">
                    <a16:creationId xmlns:a16="http://schemas.microsoft.com/office/drawing/2014/main" id="{3CA795E9-7734-3B4D-9847-A4A286F5DAD5}"/>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6" name="ïṩļïďè">
                <a:extLst>
                  <a:ext uri="{FF2B5EF4-FFF2-40B4-BE49-F238E27FC236}">
                    <a16:creationId xmlns:a16="http://schemas.microsoft.com/office/drawing/2014/main" id="{9AF8921E-9661-494F-8226-53C11F997B23}"/>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7" name="îṥlïḋê">
                <a:extLst>
                  <a:ext uri="{FF2B5EF4-FFF2-40B4-BE49-F238E27FC236}">
                    <a16:creationId xmlns:a16="http://schemas.microsoft.com/office/drawing/2014/main" id="{CA0C9E01-81E4-0C4C-99A4-71F0588E1064}"/>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8" name="îṧľïdè">
                <a:extLst>
                  <a:ext uri="{FF2B5EF4-FFF2-40B4-BE49-F238E27FC236}">
                    <a16:creationId xmlns:a16="http://schemas.microsoft.com/office/drawing/2014/main" id="{D6972447-3BAF-334D-B517-06DA73F11883}"/>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9" name="iSḷîḓê">
                <a:extLst>
                  <a:ext uri="{FF2B5EF4-FFF2-40B4-BE49-F238E27FC236}">
                    <a16:creationId xmlns:a16="http://schemas.microsoft.com/office/drawing/2014/main" id="{EC6058A9-7480-6D4F-805E-477D80DB64C0}"/>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0" name="îślíďè">
                <a:extLst>
                  <a:ext uri="{FF2B5EF4-FFF2-40B4-BE49-F238E27FC236}">
                    <a16:creationId xmlns:a16="http://schemas.microsoft.com/office/drawing/2014/main" id="{810027C1-A7B7-2B49-B1D4-F43A2FC35936}"/>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1" name="iSḻïḍè">
                <a:extLst>
                  <a:ext uri="{FF2B5EF4-FFF2-40B4-BE49-F238E27FC236}">
                    <a16:creationId xmlns:a16="http://schemas.microsoft.com/office/drawing/2014/main" id="{6D287F1B-7E5F-DB40-A7BD-2BC913C83521}"/>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2" name="ïṡliḑê">
                <a:extLst>
                  <a:ext uri="{FF2B5EF4-FFF2-40B4-BE49-F238E27FC236}">
                    <a16:creationId xmlns:a16="http://schemas.microsoft.com/office/drawing/2014/main" id="{744C17B0-ECE1-9F4E-B7B4-C50469F78626}"/>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3" name="islïďé">
                <a:extLst>
                  <a:ext uri="{FF2B5EF4-FFF2-40B4-BE49-F238E27FC236}">
                    <a16:creationId xmlns:a16="http://schemas.microsoft.com/office/drawing/2014/main" id="{FDE23F54-7FFD-184F-AC6C-D8BFA645F974}"/>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4" name="îṥḷîdé">
                <a:extLst>
                  <a:ext uri="{FF2B5EF4-FFF2-40B4-BE49-F238E27FC236}">
                    <a16:creationId xmlns:a16="http://schemas.microsoft.com/office/drawing/2014/main" id="{FF762995-1135-5B41-887B-2AAE34F9C1B0}"/>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5" name="isḷîḋé">
                <a:extLst>
                  <a:ext uri="{FF2B5EF4-FFF2-40B4-BE49-F238E27FC236}">
                    <a16:creationId xmlns:a16="http://schemas.microsoft.com/office/drawing/2014/main" id="{EC9A057B-4131-3D4C-8362-FA9D874AE0D5}"/>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6" name="iśḷïḑè">
                <a:extLst>
                  <a:ext uri="{FF2B5EF4-FFF2-40B4-BE49-F238E27FC236}">
                    <a16:creationId xmlns:a16="http://schemas.microsoft.com/office/drawing/2014/main" id="{CFF6C213-B2EE-F54C-B00D-DED3A14E5B15}"/>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7" name="iṧľiďé">
                <a:extLst>
                  <a:ext uri="{FF2B5EF4-FFF2-40B4-BE49-F238E27FC236}">
                    <a16:creationId xmlns:a16="http://schemas.microsoft.com/office/drawing/2014/main" id="{ECE40E4A-086B-0A4B-9495-C0941C5D2F7E}"/>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8" name="išľïḍé">
                <a:extLst>
                  <a:ext uri="{FF2B5EF4-FFF2-40B4-BE49-F238E27FC236}">
                    <a16:creationId xmlns:a16="http://schemas.microsoft.com/office/drawing/2014/main" id="{76C229E1-8BA1-BA42-BCFE-498CD8E2849D}"/>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179" name="îŝlîḑè">
                <a:extLst>
                  <a:ext uri="{FF2B5EF4-FFF2-40B4-BE49-F238E27FC236}">
                    <a16:creationId xmlns:a16="http://schemas.microsoft.com/office/drawing/2014/main" id="{C3422A30-9811-4443-9451-78B467160DB4}"/>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0" name="îṩḻíḓe">
                <a:extLst>
                  <a:ext uri="{FF2B5EF4-FFF2-40B4-BE49-F238E27FC236}">
                    <a16:creationId xmlns:a16="http://schemas.microsoft.com/office/drawing/2014/main" id="{3A8D697A-F180-BA4C-982C-549C1BCCBA1F}"/>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1" name="î$1îdè">
                <a:extLst>
                  <a:ext uri="{FF2B5EF4-FFF2-40B4-BE49-F238E27FC236}">
                    <a16:creationId xmlns:a16="http://schemas.microsoft.com/office/drawing/2014/main" id="{C02C9F9C-C4FF-3C4C-B58B-27D29DE1678A}"/>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2" name="iśľïḓe">
                <a:extLst>
                  <a:ext uri="{FF2B5EF4-FFF2-40B4-BE49-F238E27FC236}">
                    <a16:creationId xmlns:a16="http://schemas.microsoft.com/office/drawing/2014/main" id="{CD53EE41-A9BE-A843-A435-979E4EE3FA5C}"/>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183" name="iṣļïḑè">
                <a:extLst>
                  <a:ext uri="{FF2B5EF4-FFF2-40B4-BE49-F238E27FC236}">
                    <a16:creationId xmlns:a16="http://schemas.microsoft.com/office/drawing/2014/main" id="{3D130AA7-5C25-8349-8A91-83D9614B30C4}"/>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184" name="iṡḷidé">
                <a:extLst>
                  <a:ext uri="{FF2B5EF4-FFF2-40B4-BE49-F238E27FC236}">
                    <a16:creationId xmlns:a16="http://schemas.microsoft.com/office/drawing/2014/main" id="{1D306F47-7748-A140-819E-7F67F5DD5007}"/>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185" name="íṡḷíḋe">
                <a:extLst>
                  <a:ext uri="{FF2B5EF4-FFF2-40B4-BE49-F238E27FC236}">
                    <a16:creationId xmlns:a16="http://schemas.microsoft.com/office/drawing/2014/main" id="{AA654808-32EC-2B4D-B37E-C1EF34040DEA}"/>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6" name="íŝ1iḑê">
                <a:extLst>
                  <a:ext uri="{FF2B5EF4-FFF2-40B4-BE49-F238E27FC236}">
                    <a16:creationId xmlns:a16="http://schemas.microsoft.com/office/drawing/2014/main" id="{81EC6067-69CE-9D44-9A9E-C32BDBCFADF8}"/>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7" name="îṩḷiḑe">
                <a:extLst>
                  <a:ext uri="{FF2B5EF4-FFF2-40B4-BE49-F238E27FC236}">
                    <a16:creationId xmlns:a16="http://schemas.microsoft.com/office/drawing/2014/main" id="{F8DAB94C-8617-9640-869D-044A529F7C96}"/>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8" name="iṧḻiḑê">
                <a:extLst>
                  <a:ext uri="{FF2B5EF4-FFF2-40B4-BE49-F238E27FC236}">
                    <a16:creationId xmlns:a16="http://schemas.microsoft.com/office/drawing/2014/main" id="{63DA88EE-C4A6-2E47-A78B-D4BDC57DDC26}"/>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9" name="ïṣḻîḋè">
                <a:extLst>
                  <a:ext uri="{FF2B5EF4-FFF2-40B4-BE49-F238E27FC236}">
                    <a16:creationId xmlns:a16="http://schemas.microsoft.com/office/drawing/2014/main" id="{3E9356F2-0090-344E-AD3B-3E51B4AB738C}"/>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0" name="îṡ1îḍé">
                <a:extLst>
                  <a:ext uri="{FF2B5EF4-FFF2-40B4-BE49-F238E27FC236}">
                    <a16:creationId xmlns:a16="http://schemas.microsoft.com/office/drawing/2014/main" id="{09E76D14-E4E9-D041-A387-BC3A9B953430}"/>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1" name="îš1íḑe">
                <a:extLst>
                  <a:ext uri="{FF2B5EF4-FFF2-40B4-BE49-F238E27FC236}">
                    <a16:creationId xmlns:a16="http://schemas.microsoft.com/office/drawing/2014/main" id="{65C32A33-F85D-8648-8740-3B3512453255}"/>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2" name="iš1ïḍe">
                <a:extLst>
                  <a:ext uri="{FF2B5EF4-FFF2-40B4-BE49-F238E27FC236}">
                    <a16:creationId xmlns:a16="http://schemas.microsoft.com/office/drawing/2014/main" id="{699CAFB0-41EB-164E-9DB9-D093F6BF30D0}"/>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3" name="îSḻîde">
                <a:extLst>
                  <a:ext uri="{FF2B5EF4-FFF2-40B4-BE49-F238E27FC236}">
                    <a16:creationId xmlns:a16="http://schemas.microsoft.com/office/drawing/2014/main" id="{02196DA9-84A2-2849-AD8C-D2EB81DEF6C6}"/>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4" name="î$ḻîḑé">
                <a:extLst>
                  <a:ext uri="{FF2B5EF4-FFF2-40B4-BE49-F238E27FC236}">
                    <a16:creationId xmlns:a16="http://schemas.microsoft.com/office/drawing/2014/main" id="{2061294A-8407-FE47-A00F-236E25C04E8F}"/>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5" name="íŝļïḓe">
                <a:extLst>
                  <a:ext uri="{FF2B5EF4-FFF2-40B4-BE49-F238E27FC236}">
                    <a16:creationId xmlns:a16="http://schemas.microsoft.com/office/drawing/2014/main" id="{127CEA04-EC66-7049-8B16-499592F94EC6}"/>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6" name="îS1iḍé">
                <a:extLst>
                  <a:ext uri="{FF2B5EF4-FFF2-40B4-BE49-F238E27FC236}">
                    <a16:creationId xmlns:a16="http://schemas.microsoft.com/office/drawing/2014/main" id="{736DBE5D-DF59-E84F-9A28-DA7BFA792A24}"/>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7" name="išlïdé">
                <a:extLst>
                  <a:ext uri="{FF2B5EF4-FFF2-40B4-BE49-F238E27FC236}">
                    <a16:creationId xmlns:a16="http://schemas.microsoft.com/office/drawing/2014/main" id="{D6298FDA-A656-1C49-B40B-17029E77EEA7}"/>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8" name="ïSlïde">
                <a:extLst>
                  <a:ext uri="{FF2B5EF4-FFF2-40B4-BE49-F238E27FC236}">
                    <a16:creationId xmlns:a16="http://schemas.microsoft.com/office/drawing/2014/main" id="{02B36DF3-54AD-594E-A345-07755A1630ED}"/>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9" name="îşľïďe">
                <a:extLst>
                  <a:ext uri="{FF2B5EF4-FFF2-40B4-BE49-F238E27FC236}">
                    <a16:creationId xmlns:a16="http://schemas.microsoft.com/office/drawing/2014/main" id="{F3A683D4-F0E0-E344-B4D6-19FE128D200C}"/>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0" name="ïşľíďê">
                <a:extLst>
                  <a:ext uri="{FF2B5EF4-FFF2-40B4-BE49-F238E27FC236}">
                    <a16:creationId xmlns:a16="http://schemas.microsoft.com/office/drawing/2014/main" id="{D62AD723-C7AE-1442-BE81-7A38933322E2}"/>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1" name="íś1ïdè">
                <a:extLst>
                  <a:ext uri="{FF2B5EF4-FFF2-40B4-BE49-F238E27FC236}">
                    <a16:creationId xmlns:a16="http://schemas.microsoft.com/office/drawing/2014/main" id="{F92FD58F-257D-6547-B6DD-479FD3891E0E}"/>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2" name="iṩḷiḍe">
                <a:extLst>
                  <a:ext uri="{FF2B5EF4-FFF2-40B4-BE49-F238E27FC236}">
                    <a16:creationId xmlns:a16="http://schemas.microsoft.com/office/drawing/2014/main" id="{ED5DB668-15BB-0741-B0F5-CD14D9CBA096}"/>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3" name="ïŝ1iďè">
                <a:extLst>
                  <a:ext uri="{FF2B5EF4-FFF2-40B4-BE49-F238E27FC236}">
                    <a16:creationId xmlns:a16="http://schemas.microsoft.com/office/drawing/2014/main" id="{026ED369-0488-A142-A6B6-BB4A6BBAB7E9}"/>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4" name="íṩļíḋê">
                <a:extLst>
                  <a:ext uri="{FF2B5EF4-FFF2-40B4-BE49-F238E27FC236}">
                    <a16:creationId xmlns:a16="http://schemas.microsoft.com/office/drawing/2014/main" id="{A7EB12A6-134D-974F-A372-3AE20AE51FE0}"/>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5" name="ïṧ1ïdè">
                <a:extLst>
                  <a:ext uri="{FF2B5EF4-FFF2-40B4-BE49-F238E27FC236}">
                    <a16:creationId xmlns:a16="http://schemas.microsoft.com/office/drawing/2014/main" id="{6C92D43E-5C2F-F241-8DB4-3DDE58D0539D}"/>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6" name="íŝḻîḍé">
                <a:extLst>
                  <a:ext uri="{FF2B5EF4-FFF2-40B4-BE49-F238E27FC236}">
                    <a16:creationId xmlns:a16="http://schemas.microsoft.com/office/drawing/2014/main" id="{7BE9A0D4-4C35-084D-B6E8-C8B2D17D7AC0}"/>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7" name="îşḻïḓé">
                <a:extLst>
                  <a:ext uri="{FF2B5EF4-FFF2-40B4-BE49-F238E27FC236}">
                    <a16:creationId xmlns:a16="http://schemas.microsoft.com/office/drawing/2014/main" id="{57A033DA-64D7-8D49-8C49-07C5E0EEC481}"/>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8" name="íśļíďè">
                <a:extLst>
                  <a:ext uri="{FF2B5EF4-FFF2-40B4-BE49-F238E27FC236}">
                    <a16:creationId xmlns:a16="http://schemas.microsoft.com/office/drawing/2014/main" id="{655CDBFD-0737-F54F-AA83-C9B7DA6BA69B}"/>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9" name="iŝ1ïdé">
                <a:extLst>
                  <a:ext uri="{FF2B5EF4-FFF2-40B4-BE49-F238E27FC236}">
                    <a16:creationId xmlns:a16="http://schemas.microsoft.com/office/drawing/2014/main" id="{680F5344-89B7-ED4C-9F79-5786F7062293}"/>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0" name="is1ídè">
                <a:extLst>
                  <a:ext uri="{FF2B5EF4-FFF2-40B4-BE49-F238E27FC236}">
                    <a16:creationId xmlns:a16="http://schemas.microsoft.com/office/drawing/2014/main" id="{EC314BE3-B5A0-0943-8B80-3A6A444CE9AA}"/>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1" name="islíďê">
                <a:extLst>
                  <a:ext uri="{FF2B5EF4-FFF2-40B4-BE49-F238E27FC236}">
                    <a16:creationId xmlns:a16="http://schemas.microsoft.com/office/drawing/2014/main" id="{1B1C2BFD-B816-F448-BE1A-BF6E52969AA8}"/>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2" name="iṩlíḑê">
                <a:extLst>
                  <a:ext uri="{FF2B5EF4-FFF2-40B4-BE49-F238E27FC236}">
                    <a16:creationId xmlns:a16="http://schemas.microsoft.com/office/drawing/2014/main" id="{133B9814-BD05-D84F-923D-E64B0E78C5BF}"/>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3" name="îṥḷïďê">
                <a:extLst>
                  <a:ext uri="{FF2B5EF4-FFF2-40B4-BE49-F238E27FC236}">
                    <a16:creationId xmlns:a16="http://schemas.microsoft.com/office/drawing/2014/main" id="{26DFB878-8888-384E-8E5E-EB160C135EF0}"/>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4" name="íṥḻïďè">
                <a:extLst>
                  <a:ext uri="{FF2B5EF4-FFF2-40B4-BE49-F238E27FC236}">
                    <a16:creationId xmlns:a16="http://schemas.microsoft.com/office/drawing/2014/main" id="{7FAD92CC-5B75-9048-A3A8-4996C074E6C2}"/>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5" name="íṡḷíḍè">
                <a:extLst>
                  <a:ext uri="{FF2B5EF4-FFF2-40B4-BE49-F238E27FC236}">
                    <a16:creationId xmlns:a16="http://schemas.microsoft.com/office/drawing/2014/main" id="{3409A734-433A-1B44-AF5C-7A5972ECBE3A}"/>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6" name="î$ḷîḑé">
                <a:extLst>
                  <a:ext uri="{FF2B5EF4-FFF2-40B4-BE49-F238E27FC236}">
                    <a16:creationId xmlns:a16="http://schemas.microsoft.com/office/drawing/2014/main" id="{8EB2B91A-EDFF-B74B-B330-8D3A21D8A0AB}"/>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7" name="í$ľîdè">
                <a:extLst>
                  <a:ext uri="{FF2B5EF4-FFF2-40B4-BE49-F238E27FC236}">
                    <a16:creationId xmlns:a16="http://schemas.microsoft.com/office/drawing/2014/main" id="{B7FE82D4-ADD2-D14B-A7C4-AE33E708C780}"/>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8" name="iṥ1iḍè">
                <a:extLst>
                  <a:ext uri="{FF2B5EF4-FFF2-40B4-BE49-F238E27FC236}">
                    <a16:creationId xmlns:a16="http://schemas.microsoft.com/office/drawing/2014/main" id="{7503BFB6-218B-DE46-A4A0-6577DE97DD66}"/>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9" name="ïslidé">
                <a:extLst>
                  <a:ext uri="{FF2B5EF4-FFF2-40B4-BE49-F238E27FC236}">
                    <a16:creationId xmlns:a16="http://schemas.microsoft.com/office/drawing/2014/main" id="{FFE6E1CB-CA8A-4D4A-9870-68C4264C4D89}"/>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0" name="íṡlïďè">
                <a:extLst>
                  <a:ext uri="{FF2B5EF4-FFF2-40B4-BE49-F238E27FC236}">
                    <a16:creationId xmlns:a16="http://schemas.microsoft.com/office/drawing/2014/main" id="{295893E3-9932-5E4B-8B3F-A63C8A7815E9}"/>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1" name="iṧ1ïḓè">
                <a:extLst>
                  <a:ext uri="{FF2B5EF4-FFF2-40B4-BE49-F238E27FC236}">
                    <a16:creationId xmlns:a16="http://schemas.microsoft.com/office/drawing/2014/main" id="{2A64CA48-5784-AD4F-85EE-43A808D11F88}"/>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123" name="íşḷïḑe">
              <a:extLst>
                <a:ext uri="{FF2B5EF4-FFF2-40B4-BE49-F238E27FC236}">
                  <a16:creationId xmlns:a16="http://schemas.microsoft.com/office/drawing/2014/main" id="{FFC4030E-B8C8-E247-A984-DDE3D01CB791}"/>
                </a:ext>
              </a:extLst>
            </p:cNvPr>
            <p:cNvGrpSpPr/>
            <p:nvPr userDrawn="1"/>
          </p:nvGrpSpPr>
          <p:grpSpPr>
            <a:xfrm>
              <a:off x="4894762" y="471192"/>
              <a:ext cx="4437911" cy="1614111"/>
              <a:chOff x="4412452" y="3106738"/>
              <a:chExt cx="2312689" cy="841148"/>
            </a:xfrm>
          </p:grpSpPr>
          <p:grpSp>
            <p:nvGrpSpPr>
              <p:cNvPr id="124" name="îṥľíḑé">
                <a:extLst>
                  <a:ext uri="{FF2B5EF4-FFF2-40B4-BE49-F238E27FC236}">
                    <a16:creationId xmlns:a16="http://schemas.microsoft.com/office/drawing/2014/main" id="{4791F207-EF6E-244C-9EED-628D6E03DE11}"/>
                  </a:ext>
                </a:extLst>
              </p:cNvPr>
              <p:cNvGrpSpPr/>
              <p:nvPr/>
            </p:nvGrpSpPr>
            <p:grpSpPr>
              <a:xfrm>
                <a:off x="4422776" y="3106738"/>
                <a:ext cx="2293937" cy="617538"/>
                <a:chOff x="4422776" y="3106738"/>
                <a:chExt cx="2293937" cy="617538"/>
              </a:xfrm>
            </p:grpSpPr>
            <p:sp>
              <p:nvSpPr>
                <p:cNvPr id="141" name="išḻiḑé">
                  <a:extLst>
                    <a:ext uri="{FF2B5EF4-FFF2-40B4-BE49-F238E27FC236}">
                      <a16:creationId xmlns:a16="http://schemas.microsoft.com/office/drawing/2014/main" id="{71280E3B-334C-9544-8BBC-EB5046C62A01}"/>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2" name="íṥľíďè">
                  <a:extLst>
                    <a:ext uri="{FF2B5EF4-FFF2-40B4-BE49-F238E27FC236}">
                      <a16:creationId xmlns:a16="http://schemas.microsoft.com/office/drawing/2014/main" id="{5DE51850-73D8-7040-8D55-93CE595FA40B}"/>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3" name="íś1iḑe">
                  <a:extLst>
                    <a:ext uri="{FF2B5EF4-FFF2-40B4-BE49-F238E27FC236}">
                      <a16:creationId xmlns:a16="http://schemas.microsoft.com/office/drawing/2014/main" id="{E173D89D-8A0A-D147-825A-3C9F211274CA}"/>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4" name="iṩ1iḋè">
                  <a:extLst>
                    <a:ext uri="{FF2B5EF4-FFF2-40B4-BE49-F238E27FC236}">
                      <a16:creationId xmlns:a16="http://schemas.microsoft.com/office/drawing/2014/main" id="{F268A2C2-03D5-0146-BE27-519DFC04E1A3}"/>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íṩlïḓè">
                  <a:extLst>
                    <a:ext uri="{FF2B5EF4-FFF2-40B4-BE49-F238E27FC236}">
                      <a16:creationId xmlns:a16="http://schemas.microsoft.com/office/drawing/2014/main" id="{C059922B-8DBA-3C4A-BD0B-3DC0B59AA686}"/>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6" name="ísḷïďè">
                  <a:extLst>
                    <a:ext uri="{FF2B5EF4-FFF2-40B4-BE49-F238E27FC236}">
                      <a16:creationId xmlns:a16="http://schemas.microsoft.com/office/drawing/2014/main" id="{52969AA8-FC8B-ED48-BE06-D444A16AFB7C}"/>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7" name="îṧļîḓé">
                  <a:extLst>
                    <a:ext uri="{FF2B5EF4-FFF2-40B4-BE49-F238E27FC236}">
                      <a16:creationId xmlns:a16="http://schemas.microsoft.com/office/drawing/2014/main" id="{4AA9E3C6-8050-B346-BC21-DF087B757E7D}"/>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8" name="iSļïḑé">
                  <a:extLst>
                    <a:ext uri="{FF2B5EF4-FFF2-40B4-BE49-F238E27FC236}">
                      <a16:creationId xmlns:a16="http://schemas.microsoft.com/office/drawing/2014/main" id="{82B96909-0408-B241-8E78-004C245EFD4A}"/>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9" name="íšlïďè">
                  <a:extLst>
                    <a:ext uri="{FF2B5EF4-FFF2-40B4-BE49-F238E27FC236}">
                      <a16:creationId xmlns:a16="http://schemas.microsoft.com/office/drawing/2014/main" id="{8CF3E63A-1C0D-C942-8C4A-FDBC6D18D93B}"/>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0" name="işḷîḑe">
                  <a:extLst>
                    <a:ext uri="{FF2B5EF4-FFF2-40B4-BE49-F238E27FC236}">
                      <a16:creationId xmlns:a16="http://schemas.microsoft.com/office/drawing/2014/main" id="{9DA22AF7-FC30-454C-B132-CFD4DCA20352}"/>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1" name="íṥḻiďê">
                  <a:extLst>
                    <a:ext uri="{FF2B5EF4-FFF2-40B4-BE49-F238E27FC236}">
                      <a16:creationId xmlns:a16="http://schemas.microsoft.com/office/drawing/2014/main" id="{1A04C954-0520-EA48-8F6B-14C388D681E9}"/>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125" name="ïšľîḍê">
                <a:extLst>
                  <a:ext uri="{FF2B5EF4-FFF2-40B4-BE49-F238E27FC236}">
                    <a16:creationId xmlns:a16="http://schemas.microsoft.com/office/drawing/2014/main" id="{037B3210-F044-784A-B722-B0A30F2DF0E7}"/>
                  </a:ext>
                </a:extLst>
              </p:cNvPr>
              <p:cNvGrpSpPr/>
              <p:nvPr/>
            </p:nvGrpSpPr>
            <p:grpSpPr>
              <a:xfrm>
                <a:off x="4412452" y="3781425"/>
                <a:ext cx="2312689" cy="166461"/>
                <a:chOff x="6986588" y="3521075"/>
                <a:chExt cx="1654176" cy="119063"/>
              </a:xfrm>
            </p:grpSpPr>
            <p:sp>
              <p:nvSpPr>
                <p:cNvPr id="126" name="îṩľîḑê">
                  <a:extLst>
                    <a:ext uri="{FF2B5EF4-FFF2-40B4-BE49-F238E27FC236}">
                      <a16:creationId xmlns:a16="http://schemas.microsoft.com/office/drawing/2014/main" id="{B62B81E7-A5D3-5343-8421-C09937D3A5F5}"/>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îṩḷîde">
                  <a:extLst>
                    <a:ext uri="{FF2B5EF4-FFF2-40B4-BE49-F238E27FC236}">
                      <a16:creationId xmlns:a16="http://schemas.microsoft.com/office/drawing/2014/main" id="{7CC67F19-C36D-6848-ACD9-3D21B5BC54DA}"/>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8" name="îṣḻîḑê">
                  <a:extLst>
                    <a:ext uri="{FF2B5EF4-FFF2-40B4-BE49-F238E27FC236}">
                      <a16:creationId xmlns:a16="http://schemas.microsoft.com/office/drawing/2014/main" id="{6C0440AC-7023-F443-A046-7A0921AF2F8B}"/>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9" name="ïṥlíḑê">
                  <a:extLst>
                    <a:ext uri="{FF2B5EF4-FFF2-40B4-BE49-F238E27FC236}">
                      <a16:creationId xmlns:a16="http://schemas.microsoft.com/office/drawing/2014/main" id="{E6EDBD9C-B826-6546-96A8-A8E5ABF88453}"/>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0" name="îş1íḋe">
                  <a:extLst>
                    <a:ext uri="{FF2B5EF4-FFF2-40B4-BE49-F238E27FC236}">
                      <a16:creationId xmlns:a16="http://schemas.microsoft.com/office/drawing/2014/main" id="{8CE176B1-EF06-CF49-9752-7C4A36C77236}"/>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1" name="îş1ïḋe">
                  <a:extLst>
                    <a:ext uri="{FF2B5EF4-FFF2-40B4-BE49-F238E27FC236}">
                      <a16:creationId xmlns:a16="http://schemas.microsoft.com/office/drawing/2014/main" id="{2ED36C1A-18ED-A34D-B51F-ACB55B40D2D7}"/>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2" name="íšlídè">
                  <a:extLst>
                    <a:ext uri="{FF2B5EF4-FFF2-40B4-BE49-F238E27FC236}">
                      <a16:creationId xmlns:a16="http://schemas.microsoft.com/office/drawing/2014/main" id="{05D5D485-CF10-DE46-B72B-F5F85D69B6BF}"/>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3" name="îṣḻîďe">
                  <a:extLst>
                    <a:ext uri="{FF2B5EF4-FFF2-40B4-BE49-F238E27FC236}">
                      <a16:creationId xmlns:a16="http://schemas.microsoft.com/office/drawing/2014/main" id="{A6BF9DCA-0496-1246-AAFB-C2029EE5317A}"/>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4" name="íŝḻiḋè">
                  <a:extLst>
                    <a:ext uri="{FF2B5EF4-FFF2-40B4-BE49-F238E27FC236}">
                      <a16:creationId xmlns:a16="http://schemas.microsoft.com/office/drawing/2014/main" id="{BE52BC29-2C53-254E-B634-57300CC66001}"/>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5" name="î$ḷíďé">
                  <a:extLst>
                    <a:ext uri="{FF2B5EF4-FFF2-40B4-BE49-F238E27FC236}">
                      <a16:creationId xmlns:a16="http://schemas.microsoft.com/office/drawing/2014/main" id="{64769DED-BC99-8044-803A-135ADDEF717F}"/>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îṡlîďe">
                  <a:extLst>
                    <a:ext uri="{FF2B5EF4-FFF2-40B4-BE49-F238E27FC236}">
                      <a16:creationId xmlns:a16="http://schemas.microsoft.com/office/drawing/2014/main" id="{E0B663C1-5E03-5A41-A118-753F19AC5223}"/>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7" name="ïşľîḍé">
                  <a:extLst>
                    <a:ext uri="{FF2B5EF4-FFF2-40B4-BE49-F238E27FC236}">
                      <a16:creationId xmlns:a16="http://schemas.microsoft.com/office/drawing/2014/main" id="{93207B28-F8B2-F046-920A-66825EFC587C}"/>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8" name="îṩľîďe">
                  <a:extLst>
                    <a:ext uri="{FF2B5EF4-FFF2-40B4-BE49-F238E27FC236}">
                      <a16:creationId xmlns:a16="http://schemas.microsoft.com/office/drawing/2014/main" id="{35E3E79F-DB13-7A45-AC29-9C16ECB3EFC0}"/>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9" name="iS1idè">
                  <a:extLst>
                    <a:ext uri="{FF2B5EF4-FFF2-40B4-BE49-F238E27FC236}">
                      <a16:creationId xmlns:a16="http://schemas.microsoft.com/office/drawing/2014/main" id="{F20D2947-526D-5446-B8A1-65EECA5C33C9}"/>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0" name="iṣḷîḋe">
                  <a:extLst>
                    <a:ext uri="{FF2B5EF4-FFF2-40B4-BE49-F238E27FC236}">
                      <a16:creationId xmlns:a16="http://schemas.microsoft.com/office/drawing/2014/main" id="{AC9276F1-8C2D-D241-9208-AD3972DB81CF}"/>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grpSp>
      <p:sp>
        <p:nvSpPr>
          <p:cNvPr id="116" name="图片占位符 115">
            <a:extLst>
              <a:ext uri="{FF2B5EF4-FFF2-40B4-BE49-F238E27FC236}">
                <a16:creationId xmlns:a16="http://schemas.microsoft.com/office/drawing/2014/main" id="{D2CC4584-6629-8047-B3CE-0C9B73D86919}"/>
              </a:ext>
            </a:extLst>
          </p:cNvPr>
          <p:cNvSpPr>
            <a:spLocks noGrp="1"/>
          </p:cNvSpPr>
          <p:nvPr>
            <p:ph type="pic" sz="quarter" idx="15"/>
          </p:nvPr>
        </p:nvSpPr>
        <p:spPr>
          <a:xfrm>
            <a:off x="7916864" y="0"/>
            <a:ext cx="409716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a:p>
        </p:txBody>
      </p:sp>
      <p:sp>
        <p:nvSpPr>
          <p:cNvPr id="230" name="任意形状 229">
            <a:extLst>
              <a:ext uri="{FF2B5EF4-FFF2-40B4-BE49-F238E27FC236}">
                <a16:creationId xmlns:a16="http://schemas.microsoft.com/office/drawing/2014/main" id="{871B02A7-EF6F-134C-B920-6B76573B7D8C}"/>
              </a:ext>
            </a:extLst>
          </p:cNvPr>
          <p:cNvSpPr/>
          <p:nvPr userDrawn="1"/>
        </p:nvSpPr>
        <p:spPr>
          <a:xfrm>
            <a:off x="7812540" y="-86497"/>
            <a:ext cx="4270127" cy="7027086"/>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algn="l">
              <a:lnSpc>
                <a:spcPct val="130000"/>
              </a:lnSpc>
            </a:pPr>
            <a:endParaRPr kumimoji="1" lang="zh-CN" altLang="en-US" sz="2000" dirty="0">
              <a:solidFill>
                <a:schemeClr val="tx1">
                  <a:lumMod val="75000"/>
                  <a:lumOff val="25000"/>
                </a:schemeClr>
              </a:solidFill>
            </a:endParaRPr>
          </a:p>
        </p:txBody>
      </p:sp>
    </p:spTree>
    <p:extLst>
      <p:ext uri="{BB962C8B-B14F-4D97-AF65-F5344CB8AC3E}">
        <p14:creationId xmlns:p14="http://schemas.microsoft.com/office/powerpoint/2010/main" val="3192977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8A44772A-1C3A-5244-9E28-70E2DAD130CD}"/>
              </a:ext>
            </a:extLst>
          </p:cNvPr>
          <p:cNvPicPr>
            <a:picLocks noChangeAspect="1"/>
          </p:cNvPicPr>
          <p:nvPr userDrawn="1"/>
        </p:nvPicPr>
        <p:blipFill>
          <a:blip r:embed="rId2">
            <a:lum contrast="100000"/>
            <a:alphaModFix amt="3000"/>
          </a:blip>
          <a:stretch>
            <a:fillRect/>
          </a:stretch>
        </p:blipFill>
        <p:spPr>
          <a:xfrm>
            <a:off x="6782813" y="-271201"/>
            <a:ext cx="7356956" cy="7400402"/>
          </a:xfrm>
          <a:prstGeom prst="rect">
            <a:avLst/>
          </a:prstGeom>
        </p:spPr>
      </p:pic>
      <p:sp>
        <p:nvSpPr>
          <p:cNvPr id="8" name="矩形 7">
            <a:extLst>
              <a:ext uri="{FF2B5EF4-FFF2-40B4-BE49-F238E27FC236}">
                <a16:creationId xmlns:a16="http://schemas.microsoft.com/office/drawing/2014/main" id="{BD0AF157-135E-5B48-83D7-67D478F83CDC}"/>
              </a:ext>
            </a:extLst>
          </p:cNvPr>
          <p:cNvSpPr/>
          <p:nvPr userDrawn="1"/>
        </p:nvSpPr>
        <p:spPr>
          <a:xfrm>
            <a:off x="-12646" y="0"/>
            <a:ext cx="17797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图片占位符 8">
            <a:extLst>
              <a:ext uri="{FF2B5EF4-FFF2-40B4-BE49-F238E27FC236}">
                <a16:creationId xmlns:a16="http://schemas.microsoft.com/office/drawing/2014/main" id="{B99CD373-9A19-B145-9F82-758C4568C29A}"/>
              </a:ext>
            </a:extLst>
          </p:cNvPr>
          <p:cNvSpPr>
            <a:spLocks noGrp="1"/>
          </p:cNvSpPr>
          <p:nvPr>
            <p:ph type="pic" sz="quarter" idx="15"/>
          </p:nvPr>
        </p:nvSpPr>
        <p:spPr>
          <a:xfrm flipH="1">
            <a:off x="170624" y="0"/>
            <a:ext cx="409716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a:p>
        </p:txBody>
      </p:sp>
      <p:sp>
        <p:nvSpPr>
          <p:cNvPr id="10" name="任意形状 9">
            <a:extLst>
              <a:ext uri="{FF2B5EF4-FFF2-40B4-BE49-F238E27FC236}">
                <a16:creationId xmlns:a16="http://schemas.microsoft.com/office/drawing/2014/main" id="{9CD7EF8E-C973-F549-8D89-2BDFF14D89D4}"/>
              </a:ext>
            </a:extLst>
          </p:cNvPr>
          <p:cNvSpPr/>
          <p:nvPr userDrawn="1"/>
        </p:nvSpPr>
        <p:spPr>
          <a:xfrm flipH="1">
            <a:off x="33862" y="-98854"/>
            <a:ext cx="4332705" cy="7039443"/>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algn="l">
              <a:lnSpc>
                <a:spcPct val="130000"/>
              </a:lnSpc>
            </a:pPr>
            <a:endParaRPr kumimoji="1" lang="zh-CN" altLang="en-US" sz="2000" dirty="0">
              <a:solidFill>
                <a:schemeClr val="tx1">
                  <a:lumMod val="75000"/>
                  <a:lumOff val="25000"/>
                </a:schemeClr>
              </a:solidFill>
            </a:endParaRPr>
          </a:p>
        </p:txBody>
      </p:sp>
    </p:spTree>
    <p:extLst>
      <p:ext uri="{BB962C8B-B14F-4D97-AF65-F5344CB8AC3E}">
        <p14:creationId xmlns:p14="http://schemas.microsoft.com/office/powerpoint/2010/main" val="1246568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转场页">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CBAEDAF-C4FC-B148-8EFE-377D1AA312FB}"/>
              </a:ext>
            </a:extLst>
          </p:cNvPr>
          <p:cNvPicPr>
            <a:picLocks noChangeAspect="1"/>
          </p:cNvPicPr>
          <p:nvPr userDrawn="1"/>
        </p:nvPicPr>
        <p:blipFill>
          <a:blip r:embed="rId2">
            <a:lum contrast="100000"/>
            <a:alphaModFix amt="3000"/>
          </a:blip>
          <a:stretch>
            <a:fillRect/>
          </a:stretch>
        </p:blipFill>
        <p:spPr>
          <a:xfrm>
            <a:off x="8505934" y="-278834"/>
            <a:ext cx="7372131" cy="7415667"/>
          </a:xfrm>
          <a:prstGeom prst="rect">
            <a:avLst/>
          </a:prstGeom>
        </p:spPr>
      </p:pic>
      <p:pic>
        <p:nvPicPr>
          <p:cNvPr id="6" name="图片 5">
            <a:extLst>
              <a:ext uri="{FF2B5EF4-FFF2-40B4-BE49-F238E27FC236}">
                <a16:creationId xmlns:a16="http://schemas.microsoft.com/office/drawing/2014/main" id="{B8DEE18C-2B27-9445-8B33-529B3895C193}"/>
              </a:ext>
            </a:extLst>
          </p:cNvPr>
          <p:cNvPicPr>
            <a:picLocks noChangeAspect="1"/>
          </p:cNvPicPr>
          <p:nvPr userDrawn="1"/>
        </p:nvPicPr>
        <p:blipFill>
          <a:blip r:embed="rId2">
            <a:lum contrast="100000"/>
            <a:alphaModFix amt="3000"/>
          </a:blip>
          <a:stretch>
            <a:fillRect/>
          </a:stretch>
        </p:blipFill>
        <p:spPr>
          <a:xfrm>
            <a:off x="-3686066" y="-278834"/>
            <a:ext cx="7372131" cy="7415667"/>
          </a:xfrm>
          <a:prstGeom prst="rect">
            <a:avLst/>
          </a:prstGeom>
        </p:spPr>
      </p:pic>
      <p:grpSp>
        <p:nvGrpSpPr>
          <p:cNvPr id="7" name="íşḷïḑe">
            <a:extLst>
              <a:ext uri="{FF2B5EF4-FFF2-40B4-BE49-F238E27FC236}">
                <a16:creationId xmlns:a16="http://schemas.microsoft.com/office/drawing/2014/main" id="{F5818749-CDD0-9954-7C69-4345A7C44534}"/>
              </a:ext>
            </a:extLst>
          </p:cNvPr>
          <p:cNvGrpSpPr/>
          <p:nvPr userDrawn="1"/>
        </p:nvGrpSpPr>
        <p:grpSpPr>
          <a:xfrm>
            <a:off x="10318826" y="6251198"/>
            <a:ext cx="1054401" cy="383497"/>
            <a:chOff x="4412452" y="3106738"/>
            <a:chExt cx="2312689" cy="841148"/>
          </a:xfrm>
        </p:grpSpPr>
        <p:grpSp>
          <p:nvGrpSpPr>
            <p:cNvPr id="8" name="îṥľíḑé">
              <a:extLst>
                <a:ext uri="{FF2B5EF4-FFF2-40B4-BE49-F238E27FC236}">
                  <a16:creationId xmlns:a16="http://schemas.microsoft.com/office/drawing/2014/main" id="{FAC871EE-EE59-05AC-299E-1691C47FB2DD}"/>
                </a:ext>
              </a:extLst>
            </p:cNvPr>
            <p:cNvGrpSpPr/>
            <p:nvPr/>
          </p:nvGrpSpPr>
          <p:grpSpPr>
            <a:xfrm>
              <a:off x="4422776" y="3106738"/>
              <a:ext cx="2293937" cy="617538"/>
              <a:chOff x="4422776" y="3106738"/>
              <a:chExt cx="2293937" cy="617538"/>
            </a:xfrm>
          </p:grpSpPr>
          <p:sp>
            <p:nvSpPr>
              <p:cNvPr id="25" name="išḻiḑé">
                <a:extLst>
                  <a:ext uri="{FF2B5EF4-FFF2-40B4-BE49-F238E27FC236}">
                    <a16:creationId xmlns:a16="http://schemas.microsoft.com/office/drawing/2014/main" id="{884994BE-0B21-2753-1BF0-322071DD0148}"/>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íṥľíďè">
                <a:extLst>
                  <a:ext uri="{FF2B5EF4-FFF2-40B4-BE49-F238E27FC236}">
                    <a16:creationId xmlns:a16="http://schemas.microsoft.com/office/drawing/2014/main" id="{A420A80E-040E-9FE2-90F0-FF50FD6DFA04}"/>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íś1iḑe">
                <a:extLst>
                  <a:ext uri="{FF2B5EF4-FFF2-40B4-BE49-F238E27FC236}">
                    <a16:creationId xmlns:a16="http://schemas.microsoft.com/office/drawing/2014/main" id="{11542721-0CB8-1691-6363-CC51AE543216}"/>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 name="iṩ1iḋè">
                <a:extLst>
                  <a:ext uri="{FF2B5EF4-FFF2-40B4-BE49-F238E27FC236}">
                    <a16:creationId xmlns:a16="http://schemas.microsoft.com/office/drawing/2014/main" id="{D3591891-7E12-9EA6-1E27-8239272819DC}"/>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íṩlïḓè">
                <a:extLst>
                  <a:ext uri="{FF2B5EF4-FFF2-40B4-BE49-F238E27FC236}">
                    <a16:creationId xmlns:a16="http://schemas.microsoft.com/office/drawing/2014/main" id="{945310EC-267C-70FA-5236-24FD12867401}"/>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ísḷïďè">
                <a:extLst>
                  <a:ext uri="{FF2B5EF4-FFF2-40B4-BE49-F238E27FC236}">
                    <a16:creationId xmlns:a16="http://schemas.microsoft.com/office/drawing/2014/main" id="{5DDC9D50-4442-6D42-4CF0-1175F5079FCA}"/>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 name="îṧļîḓé">
                <a:extLst>
                  <a:ext uri="{FF2B5EF4-FFF2-40B4-BE49-F238E27FC236}">
                    <a16:creationId xmlns:a16="http://schemas.microsoft.com/office/drawing/2014/main" id="{D4525E56-5143-DD11-A80B-004E46DBCD9F}"/>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 name="iSļïḑé">
                <a:extLst>
                  <a:ext uri="{FF2B5EF4-FFF2-40B4-BE49-F238E27FC236}">
                    <a16:creationId xmlns:a16="http://schemas.microsoft.com/office/drawing/2014/main" id="{99FF177B-012B-E722-BD74-EBF69C9342B3}"/>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íšlïďè">
                <a:extLst>
                  <a:ext uri="{FF2B5EF4-FFF2-40B4-BE49-F238E27FC236}">
                    <a16:creationId xmlns:a16="http://schemas.microsoft.com/office/drawing/2014/main" id="{D8CF2FB5-5D08-9D28-3B2C-99945403EE33}"/>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 name="işḷîḑe">
                <a:extLst>
                  <a:ext uri="{FF2B5EF4-FFF2-40B4-BE49-F238E27FC236}">
                    <a16:creationId xmlns:a16="http://schemas.microsoft.com/office/drawing/2014/main" id="{17AE5243-0ECF-4690-BC67-00DDF630513C}"/>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5" name="íṥḻiďê">
                <a:extLst>
                  <a:ext uri="{FF2B5EF4-FFF2-40B4-BE49-F238E27FC236}">
                    <a16:creationId xmlns:a16="http://schemas.microsoft.com/office/drawing/2014/main" id="{E6130254-3541-37E6-9F55-950B17EAF350}"/>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9" name="ïšľîḍê">
              <a:extLst>
                <a:ext uri="{FF2B5EF4-FFF2-40B4-BE49-F238E27FC236}">
                  <a16:creationId xmlns:a16="http://schemas.microsoft.com/office/drawing/2014/main" id="{59B37B5B-63D9-3DFC-E2E1-15B296342D3E}"/>
                </a:ext>
              </a:extLst>
            </p:cNvPr>
            <p:cNvGrpSpPr/>
            <p:nvPr/>
          </p:nvGrpSpPr>
          <p:grpSpPr>
            <a:xfrm>
              <a:off x="4412452" y="3781425"/>
              <a:ext cx="2312689" cy="166461"/>
              <a:chOff x="6986588" y="3521075"/>
              <a:chExt cx="1654176" cy="119063"/>
            </a:xfrm>
          </p:grpSpPr>
          <p:sp>
            <p:nvSpPr>
              <p:cNvPr id="10" name="îṩľîḑê">
                <a:extLst>
                  <a:ext uri="{FF2B5EF4-FFF2-40B4-BE49-F238E27FC236}">
                    <a16:creationId xmlns:a16="http://schemas.microsoft.com/office/drawing/2014/main" id="{A26FE6FB-7B9B-866D-C0F5-E27555112AB0}"/>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 name="îṩḷîde">
                <a:extLst>
                  <a:ext uri="{FF2B5EF4-FFF2-40B4-BE49-F238E27FC236}">
                    <a16:creationId xmlns:a16="http://schemas.microsoft.com/office/drawing/2014/main" id="{C49AE895-BF38-11CF-95C0-5E88E552A151}"/>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 name="îṣḻîḑê">
                <a:extLst>
                  <a:ext uri="{FF2B5EF4-FFF2-40B4-BE49-F238E27FC236}">
                    <a16:creationId xmlns:a16="http://schemas.microsoft.com/office/drawing/2014/main" id="{6AA0058A-8067-46BC-DE4D-BEEE3E421097}"/>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 name="ïṥlíḑê">
                <a:extLst>
                  <a:ext uri="{FF2B5EF4-FFF2-40B4-BE49-F238E27FC236}">
                    <a16:creationId xmlns:a16="http://schemas.microsoft.com/office/drawing/2014/main" id="{9F9BDA45-CB82-120B-2C39-1A72644EA794}"/>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 name="îş1íḋe">
                <a:extLst>
                  <a:ext uri="{FF2B5EF4-FFF2-40B4-BE49-F238E27FC236}">
                    <a16:creationId xmlns:a16="http://schemas.microsoft.com/office/drawing/2014/main" id="{DAACEA5E-6B69-671E-63FF-DE83E2F92848}"/>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 name="îş1ïḋe">
                <a:extLst>
                  <a:ext uri="{FF2B5EF4-FFF2-40B4-BE49-F238E27FC236}">
                    <a16:creationId xmlns:a16="http://schemas.microsoft.com/office/drawing/2014/main" id="{01E18D5A-044B-E75D-FC27-8C37FD4DE152}"/>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 name="íšlídè">
                <a:extLst>
                  <a:ext uri="{FF2B5EF4-FFF2-40B4-BE49-F238E27FC236}">
                    <a16:creationId xmlns:a16="http://schemas.microsoft.com/office/drawing/2014/main" id="{F233CABD-22A9-CF0C-7F64-100C06FCAD56}"/>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 name="îṣḻîďe">
                <a:extLst>
                  <a:ext uri="{FF2B5EF4-FFF2-40B4-BE49-F238E27FC236}">
                    <a16:creationId xmlns:a16="http://schemas.microsoft.com/office/drawing/2014/main" id="{67A26BD2-E357-2C69-4036-3C2B7312B2BE}"/>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 name="íŝḻiḋè">
                <a:extLst>
                  <a:ext uri="{FF2B5EF4-FFF2-40B4-BE49-F238E27FC236}">
                    <a16:creationId xmlns:a16="http://schemas.microsoft.com/office/drawing/2014/main" id="{36447A5A-CC34-D562-4F57-61FADDDBE749}"/>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 name="î$ḷíďé">
                <a:extLst>
                  <a:ext uri="{FF2B5EF4-FFF2-40B4-BE49-F238E27FC236}">
                    <a16:creationId xmlns:a16="http://schemas.microsoft.com/office/drawing/2014/main" id="{C449D96B-4FF2-80CB-7F91-7C539A964DB9}"/>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 name="îṡlîďe">
                <a:extLst>
                  <a:ext uri="{FF2B5EF4-FFF2-40B4-BE49-F238E27FC236}">
                    <a16:creationId xmlns:a16="http://schemas.microsoft.com/office/drawing/2014/main" id="{52AFE913-C976-1DA7-957A-E125E016E4E3}"/>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ïşľîḍé">
                <a:extLst>
                  <a:ext uri="{FF2B5EF4-FFF2-40B4-BE49-F238E27FC236}">
                    <a16:creationId xmlns:a16="http://schemas.microsoft.com/office/drawing/2014/main" id="{4B2A89CD-9E41-FD4A-9FC8-C3F152C97B1F}"/>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îṩľîďe">
                <a:extLst>
                  <a:ext uri="{FF2B5EF4-FFF2-40B4-BE49-F238E27FC236}">
                    <a16:creationId xmlns:a16="http://schemas.microsoft.com/office/drawing/2014/main" id="{810537DB-F532-5CB8-D60D-F2BB3B6040A9}"/>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 name="iS1idè">
                <a:extLst>
                  <a:ext uri="{FF2B5EF4-FFF2-40B4-BE49-F238E27FC236}">
                    <a16:creationId xmlns:a16="http://schemas.microsoft.com/office/drawing/2014/main" id="{780352FC-DCE1-A7B6-1FF2-EC79A26B3F06}"/>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 name="iṣḷîḋe">
                <a:extLst>
                  <a:ext uri="{FF2B5EF4-FFF2-40B4-BE49-F238E27FC236}">
                    <a16:creationId xmlns:a16="http://schemas.microsoft.com/office/drawing/2014/main" id="{602A6D24-C5C7-6611-31F0-441644DD537B}"/>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spTree>
    <p:extLst>
      <p:ext uri="{BB962C8B-B14F-4D97-AF65-F5344CB8AC3E}">
        <p14:creationId xmlns:p14="http://schemas.microsoft.com/office/powerpoint/2010/main" val="2259145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结尾版式1">
    <p:spTree>
      <p:nvGrpSpPr>
        <p:cNvPr id="1" name=""/>
        <p:cNvGrpSpPr/>
        <p:nvPr/>
      </p:nvGrpSpPr>
      <p:grpSpPr>
        <a:xfrm>
          <a:off x="0" y="0"/>
          <a:ext cx="0" cy="0"/>
          <a:chOff x="0" y="0"/>
          <a:chExt cx="0" cy="0"/>
        </a:xfrm>
      </p:grpSpPr>
      <p:sp>
        <p:nvSpPr>
          <p:cNvPr id="6" name="副标题 2">
            <a:extLst>
              <a:ext uri="{FF2B5EF4-FFF2-40B4-BE49-F238E27FC236}">
                <a16:creationId xmlns:a16="http://schemas.microsoft.com/office/drawing/2014/main" id="{BE8003EA-96A0-3644-9A10-76DAC884F4D5}"/>
              </a:ext>
            </a:extLst>
          </p:cNvPr>
          <p:cNvSpPr>
            <a:spLocks noGrp="1"/>
          </p:cNvSpPr>
          <p:nvPr>
            <p:ph type="subTitle" idx="1"/>
          </p:nvPr>
        </p:nvSpPr>
        <p:spPr>
          <a:xfrm>
            <a:off x="803275" y="3658405"/>
            <a:ext cx="5292725" cy="508452"/>
          </a:xfrm>
          <a:prstGeom prst="rect">
            <a:avLst/>
          </a:prstGeom>
        </p:spPr>
        <p:txBody>
          <a:bodyPr lIns="0">
            <a:normAutofit/>
          </a:bodyPr>
          <a:lstStyle>
            <a:lvl1pPr marL="0" indent="0" algn="dist">
              <a:lnSpc>
                <a:spcPct val="120000"/>
              </a:lnSpc>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12" name="文本占位符 111">
            <a:extLst>
              <a:ext uri="{FF2B5EF4-FFF2-40B4-BE49-F238E27FC236}">
                <a16:creationId xmlns:a16="http://schemas.microsoft.com/office/drawing/2014/main" id="{0731B98D-735C-7E4E-913B-3B4EE1158F2F}"/>
              </a:ext>
            </a:extLst>
          </p:cNvPr>
          <p:cNvSpPr>
            <a:spLocks noGrp="1"/>
          </p:cNvSpPr>
          <p:nvPr>
            <p:ph type="body" sz="quarter" idx="14"/>
          </p:nvPr>
        </p:nvSpPr>
        <p:spPr>
          <a:xfrm>
            <a:off x="803275" y="1130300"/>
            <a:ext cx="5292726" cy="2501900"/>
          </a:xfrm>
          <a:prstGeom prst="rect">
            <a:avLst/>
          </a:prstGeom>
        </p:spPr>
        <p:txBody>
          <a:bodyPr anchor="b" anchorCtr="0">
            <a:normAutofit/>
          </a:bodyPr>
          <a:lstStyle>
            <a:lvl1pPr marL="0" indent="0" algn="dist">
              <a:buNone/>
              <a:defRPr sz="4400" b="1">
                <a:solidFill>
                  <a:schemeClr val="accent2"/>
                </a:solidFill>
              </a:defRPr>
            </a:lvl1pPr>
          </a:lstStyle>
          <a:p>
            <a:pPr lvl="0"/>
            <a:r>
              <a:rPr kumimoji="1" lang="zh-CN" altLang="en-US" dirty="0"/>
              <a:t>单击此处编辑母版文本样式</a:t>
            </a:r>
          </a:p>
        </p:txBody>
      </p:sp>
      <p:sp>
        <p:nvSpPr>
          <p:cNvPr id="113" name="日期占位符 3">
            <a:extLst>
              <a:ext uri="{FF2B5EF4-FFF2-40B4-BE49-F238E27FC236}">
                <a16:creationId xmlns:a16="http://schemas.microsoft.com/office/drawing/2014/main" id="{7668A64A-6352-BF40-9190-08C653062FA3}"/>
              </a:ext>
            </a:extLst>
          </p:cNvPr>
          <p:cNvSpPr txBox="1">
            <a:spLocks/>
          </p:cNvSpPr>
          <p:nvPr userDrawn="1"/>
        </p:nvSpPr>
        <p:spPr>
          <a:xfrm>
            <a:off x="803274" y="6235699"/>
            <a:ext cx="2921000" cy="365125"/>
          </a:xfrm>
          <a:prstGeom prst="rect">
            <a:avLst/>
          </a:prstGeom>
        </p:spPr>
        <p:txBody>
          <a:bodyPr vert="horz" lIns="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自强、弘毅、求是、拓新</a:t>
            </a:r>
          </a:p>
        </p:txBody>
      </p:sp>
      <p:grpSp>
        <p:nvGrpSpPr>
          <p:cNvPr id="115" name="组合 114">
            <a:extLst>
              <a:ext uri="{FF2B5EF4-FFF2-40B4-BE49-F238E27FC236}">
                <a16:creationId xmlns:a16="http://schemas.microsoft.com/office/drawing/2014/main" id="{552831D3-FFE2-544D-8403-75A2FDF1193E}"/>
              </a:ext>
            </a:extLst>
          </p:cNvPr>
          <p:cNvGrpSpPr/>
          <p:nvPr userDrawn="1"/>
        </p:nvGrpSpPr>
        <p:grpSpPr>
          <a:xfrm>
            <a:off x="817123" y="468793"/>
            <a:ext cx="1480571" cy="458860"/>
            <a:chOff x="2558030" y="228446"/>
            <a:chExt cx="6774643" cy="2099603"/>
          </a:xfrm>
        </p:grpSpPr>
        <p:grpSp>
          <p:nvGrpSpPr>
            <p:cNvPr id="116" name="íšḻîďê">
              <a:extLst>
                <a:ext uri="{FF2B5EF4-FFF2-40B4-BE49-F238E27FC236}">
                  <a16:creationId xmlns:a16="http://schemas.microsoft.com/office/drawing/2014/main" id="{BC81D60F-EBB5-6347-9F2D-FB533D7B1482}"/>
                </a:ext>
              </a:extLst>
            </p:cNvPr>
            <p:cNvGrpSpPr/>
            <p:nvPr userDrawn="1"/>
          </p:nvGrpSpPr>
          <p:grpSpPr>
            <a:xfrm>
              <a:off x="2558030" y="228446"/>
              <a:ext cx="2085857" cy="2099603"/>
              <a:chOff x="3551238" y="3067050"/>
              <a:chExt cx="722313" cy="727075"/>
            </a:xfrm>
          </p:grpSpPr>
          <p:sp>
            <p:nvSpPr>
              <p:cNvPr id="146" name="ïş1íḍê">
                <a:extLst>
                  <a:ext uri="{FF2B5EF4-FFF2-40B4-BE49-F238E27FC236}">
                    <a16:creationId xmlns:a16="http://schemas.microsoft.com/office/drawing/2014/main" id="{FE902674-8374-3D44-805A-80D739C1112B}"/>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7" name="íšḻïḍè">
                <a:extLst>
                  <a:ext uri="{FF2B5EF4-FFF2-40B4-BE49-F238E27FC236}">
                    <a16:creationId xmlns:a16="http://schemas.microsoft.com/office/drawing/2014/main" id="{E13064F2-1503-6941-B90A-D387BA1009D8}"/>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headEnd/>
                <a:tailEnd/>
              </a:ln>
            </p:spPr>
            <p:txBody>
              <a:bodyPr anchor="ctr"/>
              <a:lstStyle/>
              <a:p>
                <a:pPr algn="ctr"/>
                <a:endParaRPr/>
              </a:p>
            </p:txBody>
          </p:sp>
          <p:sp>
            <p:nvSpPr>
              <p:cNvPr id="148" name="ïśľíḓé">
                <a:extLst>
                  <a:ext uri="{FF2B5EF4-FFF2-40B4-BE49-F238E27FC236}">
                    <a16:creationId xmlns:a16="http://schemas.microsoft.com/office/drawing/2014/main" id="{0BA35738-52AC-DA4E-95C5-7ECA28AB764B}"/>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9" name="ïslíḍê">
                <a:extLst>
                  <a:ext uri="{FF2B5EF4-FFF2-40B4-BE49-F238E27FC236}">
                    <a16:creationId xmlns:a16="http://schemas.microsoft.com/office/drawing/2014/main" id="{390A9C2A-40C9-B847-811E-D43972D1289E}"/>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0" name="íṡļïdê">
                <a:extLst>
                  <a:ext uri="{FF2B5EF4-FFF2-40B4-BE49-F238E27FC236}">
                    <a16:creationId xmlns:a16="http://schemas.microsoft.com/office/drawing/2014/main" id="{7AE4A8F0-7AB7-004E-9D45-B583B1934B19}"/>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1" name="iş1ïďe">
                <a:extLst>
                  <a:ext uri="{FF2B5EF4-FFF2-40B4-BE49-F238E27FC236}">
                    <a16:creationId xmlns:a16="http://schemas.microsoft.com/office/drawing/2014/main" id="{36999E66-ED16-0B46-9DA0-E11D04AB79E7}"/>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2" name="ïṩḷíḍé">
                <a:extLst>
                  <a:ext uri="{FF2B5EF4-FFF2-40B4-BE49-F238E27FC236}">
                    <a16:creationId xmlns:a16="http://schemas.microsoft.com/office/drawing/2014/main" id="{98588B65-36F9-1543-B03E-2315B1BCF6B7}"/>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3" name="ïśľíḍè">
                <a:extLst>
                  <a:ext uri="{FF2B5EF4-FFF2-40B4-BE49-F238E27FC236}">
                    <a16:creationId xmlns:a16="http://schemas.microsoft.com/office/drawing/2014/main" id="{5026200F-A6CD-2245-9D88-F4A06F760698}"/>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4" name="í$ḻîḋè">
                <a:extLst>
                  <a:ext uri="{FF2B5EF4-FFF2-40B4-BE49-F238E27FC236}">
                    <a16:creationId xmlns:a16="http://schemas.microsoft.com/office/drawing/2014/main" id="{1FDBE169-D721-4741-A721-62BFED5C6E4C}"/>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5" name="iṣļíḋe">
                <a:extLst>
                  <a:ext uri="{FF2B5EF4-FFF2-40B4-BE49-F238E27FC236}">
                    <a16:creationId xmlns:a16="http://schemas.microsoft.com/office/drawing/2014/main" id="{538A9C7D-C6AF-7F49-9DEB-4C047F1421B5}"/>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6" name="iṩḷiḓé">
                <a:extLst>
                  <a:ext uri="{FF2B5EF4-FFF2-40B4-BE49-F238E27FC236}">
                    <a16:creationId xmlns:a16="http://schemas.microsoft.com/office/drawing/2014/main" id="{DCE3A393-5695-B345-AA18-BC340F6E207E}"/>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7" name="iSľiḍè">
                <a:extLst>
                  <a:ext uri="{FF2B5EF4-FFF2-40B4-BE49-F238E27FC236}">
                    <a16:creationId xmlns:a16="http://schemas.microsoft.com/office/drawing/2014/main" id="{4E59CCBA-E72E-1341-9F28-0CBD9A4E7978}"/>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8" name="ïṩḷîḍe">
                <a:extLst>
                  <a:ext uri="{FF2B5EF4-FFF2-40B4-BE49-F238E27FC236}">
                    <a16:creationId xmlns:a16="http://schemas.microsoft.com/office/drawing/2014/main" id="{7B8842AD-798F-A249-A6FF-1C16B684CE95}"/>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9" name="íšḻiḑê">
                <a:extLst>
                  <a:ext uri="{FF2B5EF4-FFF2-40B4-BE49-F238E27FC236}">
                    <a16:creationId xmlns:a16="http://schemas.microsoft.com/office/drawing/2014/main" id="{EC31F0E7-BBF7-5B41-ACC6-29DE259F158C}"/>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0" name="ïṩļïďè">
                <a:extLst>
                  <a:ext uri="{FF2B5EF4-FFF2-40B4-BE49-F238E27FC236}">
                    <a16:creationId xmlns:a16="http://schemas.microsoft.com/office/drawing/2014/main" id="{7AF3CC8E-97F7-564B-BF97-C36A465CAEA2}"/>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1" name="îṥlïḋê">
                <a:extLst>
                  <a:ext uri="{FF2B5EF4-FFF2-40B4-BE49-F238E27FC236}">
                    <a16:creationId xmlns:a16="http://schemas.microsoft.com/office/drawing/2014/main" id="{0C90F2F1-C3D1-5E48-A431-225DB8C7207F}"/>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2" name="îṧľïdè">
                <a:extLst>
                  <a:ext uri="{FF2B5EF4-FFF2-40B4-BE49-F238E27FC236}">
                    <a16:creationId xmlns:a16="http://schemas.microsoft.com/office/drawing/2014/main" id="{96B16D5B-7C2D-F744-9594-F2B326CDCA89}"/>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3" name="iSḷîḓê">
                <a:extLst>
                  <a:ext uri="{FF2B5EF4-FFF2-40B4-BE49-F238E27FC236}">
                    <a16:creationId xmlns:a16="http://schemas.microsoft.com/office/drawing/2014/main" id="{90620E4E-DEDB-E048-80E9-419AF240161A}"/>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4" name="îślíďè">
                <a:extLst>
                  <a:ext uri="{FF2B5EF4-FFF2-40B4-BE49-F238E27FC236}">
                    <a16:creationId xmlns:a16="http://schemas.microsoft.com/office/drawing/2014/main" id="{2C636DFC-A428-AD48-BD75-89295831B4D7}"/>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5" name="iSḻïḍè">
                <a:extLst>
                  <a:ext uri="{FF2B5EF4-FFF2-40B4-BE49-F238E27FC236}">
                    <a16:creationId xmlns:a16="http://schemas.microsoft.com/office/drawing/2014/main" id="{31934566-3C60-1A40-8D31-51E1D2331721}"/>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6" name="ïṡliḑê">
                <a:extLst>
                  <a:ext uri="{FF2B5EF4-FFF2-40B4-BE49-F238E27FC236}">
                    <a16:creationId xmlns:a16="http://schemas.microsoft.com/office/drawing/2014/main" id="{B57E4A41-0CA7-FB4A-90A5-62F1EA9A757E}"/>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7" name="islïďé">
                <a:extLst>
                  <a:ext uri="{FF2B5EF4-FFF2-40B4-BE49-F238E27FC236}">
                    <a16:creationId xmlns:a16="http://schemas.microsoft.com/office/drawing/2014/main" id="{7B8AEEDC-2180-2440-90AC-8C02516C9C0C}"/>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8" name="îṥḷîdé">
                <a:extLst>
                  <a:ext uri="{FF2B5EF4-FFF2-40B4-BE49-F238E27FC236}">
                    <a16:creationId xmlns:a16="http://schemas.microsoft.com/office/drawing/2014/main" id="{A8A7E240-A72C-7B4C-B56C-FFC3A623BA2F}"/>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9" name="isḷîḋé">
                <a:extLst>
                  <a:ext uri="{FF2B5EF4-FFF2-40B4-BE49-F238E27FC236}">
                    <a16:creationId xmlns:a16="http://schemas.microsoft.com/office/drawing/2014/main" id="{26288CCB-E7AC-0E41-80A1-CC491097C57B}"/>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0" name="iśḷïḑè">
                <a:extLst>
                  <a:ext uri="{FF2B5EF4-FFF2-40B4-BE49-F238E27FC236}">
                    <a16:creationId xmlns:a16="http://schemas.microsoft.com/office/drawing/2014/main" id="{7D5A4E32-E45D-A649-995A-C829DD8214EA}"/>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1" name="iṧľiďé">
                <a:extLst>
                  <a:ext uri="{FF2B5EF4-FFF2-40B4-BE49-F238E27FC236}">
                    <a16:creationId xmlns:a16="http://schemas.microsoft.com/office/drawing/2014/main" id="{C019E90E-AE69-654A-B34C-4C79F9344B84}"/>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2" name="išľïḍé">
                <a:extLst>
                  <a:ext uri="{FF2B5EF4-FFF2-40B4-BE49-F238E27FC236}">
                    <a16:creationId xmlns:a16="http://schemas.microsoft.com/office/drawing/2014/main" id="{AB722F0C-174B-3442-9FC6-F071C86DB0F6}"/>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173" name="îŝlîḑè">
                <a:extLst>
                  <a:ext uri="{FF2B5EF4-FFF2-40B4-BE49-F238E27FC236}">
                    <a16:creationId xmlns:a16="http://schemas.microsoft.com/office/drawing/2014/main" id="{04188909-95EF-244A-91DC-3D5EBF040D01}"/>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4" name="îṩḻíḓe">
                <a:extLst>
                  <a:ext uri="{FF2B5EF4-FFF2-40B4-BE49-F238E27FC236}">
                    <a16:creationId xmlns:a16="http://schemas.microsoft.com/office/drawing/2014/main" id="{8C5B0118-0793-514F-8DEE-01842AD0CE0D}"/>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5" name="î$1îdè">
                <a:extLst>
                  <a:ext uri="{FF2B5EF4-FFF2-40B4-BE49-F238E27FC236}">
                    <a16:creationId xmlns:a16="http://schemas.microsoft.com/office/drawing/2014/main" id="{98758C9A-6084-1D47-8835-356B611F87CB}"/>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6" name="iśľïḓe">
                <a:extLst>
                  <a:ext uri="{FF2B5EF4-FFF2-40B4-BE49-F238E27FC236}">
                    <a16:creationId xmlns:a16="http://schemas.microsoft.com/office/drawing/2014/main" id="{DE28A916-B7A1-E144-AA8A-F86A60C3FBD7}"/>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177" name="iṣļïḑè">
                <a:extLst>
                  <a:ext uri="{FF2B5EF4-FFF2-40B4-BE49-F238E27FC236}">
                    <a16:creationId xmlns:a16="http://schemas.microsoft.com/office/drawing/2014/main" id="{C1EF80B6-B18F-1046-AB90-4D329CCF5880}"/>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178" name="iṡḷidé">
                <a:extLst>
                  <a:ext uri="{FF2B5EF4-FFF2-40B4-BE49-F238E27FC236}">
                    <a16:creationId xmlns:a16="http://schemas.microsoft.com/office/drawing/2014/main" id="{A07FD23C-CC2F-8141-8844-170A8B614A93}"/>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179" name="íṡḷíḋe">
                <a:extLst>
                  <a:ext uri="{FF2B5EF4-FFF2-40B4-BE49-F238E27FC236}">
                    <a16:creationId xmlns:a16="http://schemas.microsoft.com/office/drawing/2014/main" id="{517D6059-7C99-B043-B0A4-8F199F6BE498}"/>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0" name="íŝ1iḑê">
                <a:extLst>
                  <a:ext uri="{FF2B5EF4-FFF2-40B4-BE49-F238E27FC236}">
                    <a16:creationId xmlns:a16="http://schemas.microsoft.com/office/drawing/2014/main" id="{E6A41B70-745B-0347-B397-3763E3CFED30}"/>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1" name="îṩḷiḑe">
                <a:extLst>
                  <a:ext uri="{FF2B5EF4-FFF2-40B4-BE49-F238E27FC236}">
                    <a16:creationId xmlns:a16="http://schemas.microsoft.com/office/drawing/2014/main" id="{76DE9EF5-5A18-AA45-8A44-557966465AAA}"/>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2" name="iṧḻiḑê">
                <a:extLst>
                  <a:ext uri="{FF2B5EF4-FFF2-40B4-BE49-F238E27FC236}">
                    <a16:creationId xmlns:a16="http://schemas.microsoft.com/office/drawing/2014/main" id="{084F9965-27AB-854A-8AAA-3B3A4242CF56}"/>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3" name="ïṣḻîḋè">
                <a:extLst>
                  <a:ext uri="{FF2B5EF4-FFF2-40B4-BE49-F238E27FC236}">
                    <a16:creationId xmlns:a16="http://schemas.microsoft.com/office/drawing/2014/main" id="{60E0D26A-7BD1-2A42-88B6-770CAD3BAA80}"/>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4" name="îṡ1îḍé">
                <a:extLst>
                  <a:ext uri="{FF2B5EF4-FFF2-40B4-BE49-F238E27FC236}">
                    <a16:creationId xmlns:a16="http://schemas.microsoft.com/office/drawing/2014/main" id="{C4904E65-CB20-C148-8A36-97356D06F7A4}"/>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5" name="îš1íḑe">
                <a:extLst>
                  <a:ext uri="{FF2B5EF4-FFF2-40B4-BE49-F238E27FC236}">
                    <a16:creationId xmlns:a16="http://schemas.microsoft.com/office/drawing/2014/main" id="{3E79D74E-307D-344D-8315-C7A406210D4C}"/>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6" name="iš1ïḍe">
                <a:extLst>
                  <a:ext uri="{FF2B5EF4-FFF2-40B4-BE49-F238E27FC236}">
                    <a16:creationId xmlns:a16="http://schemas.microsoft.com/office/drawing/2014/main" id="{F1F4CF70-EB91-8B4B-A6D3-F4157E7F6DED}"/>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7" name="îSḻîde">
                <a:extLst>
                  <a:ext uri="{FF2B5EF4-FFF2-40B4-BE49-F238E27FC236}">
                    <a16:creationId xmlns:a16="http://schemas.microsoft.com/office/drawing/2014/main" id="{8991230B-D2F9-0F47-83DF-C8E1FB122B08}"/>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8" name="î$ḻîḑé">
                <a:extLst>
                  <a:ext uri="{FF2B5EF4-FFF2-40B4-BE49-F238E27FC236}">
                    <a16:creationId xmlns:a16="http://schemas.microsoft.com/office/drawing/2014/main" id="{206AD272-8825-C647-A3A6-FC3535804257}"/>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9" name="íŝļïḓe">
                <a:extLst>
                  <a:ext uri="{FF2B5EF4-FFF2-40B4-BE49-F238E27FC236}">
                    <a16:creationId xmlns:a16="http://schemas.microsoft.com/office/drawing/2014/main" id="{D4F4DF95-35D6-DA49-997A-895282964A84}"/>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0" name="îS1iḍé">
                <a:extLst>
                  <a:ext uri="{FF2B5EF4-FFF2-40B4-BE49-F238E27FC236}">
                    <a16:creationId xmlns:a16="http://schemas.microsoft.com/office/drawing/2014/main" id="{64A97D78-F073-9F4C-9EAB-72C0591933B9}"/>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1" name="išlïdé">
                <a:extLst>
                  <a:ext uri="{FF2B5EF4-FFF2-40B4-BE49-F238E27FC236}">
                    <a16:creationId xmlns:a16="http://schemas.microsoft.com/office/drawing/2014/main" id="{3BFE7A5F-64F2-8243-8732-82CF88245B3B}"/>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2" name="ïSlïde">
                <a:extLst>
                  <a:ext uri="{FF2B5EF4-FFF2-40B4-BE49-F238E27FC236}">
                    <a16:creationId xmlns:a16="http://schemas.microsoft.com/office/drawing/2014/main" id="{26A56686-8B53-FE4D-80B1-1D2A94E0DF49}"/>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3" name="îşľïďe">
                <a:extLst>
                  <a:ext uri="{FF2B5EF4-FFF2-40B4-BE49-F238E27FC236}">
                    <a16:creationId xmlns:a16="http://schemas.microsoft.com/office/drawing/2014/main" id="{AF0A03DA-8FDA-2C4A-B4C0-6EF66A8834F9}"/>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4" name="ïşľíďê">
                <a:extLst>
                  <a:ext uri="{FF2B5EF4-FFF2-40B4-BE49-F238E27FC236}">
                    <a16:creationId xmlns:a16="http://schemas.microsoft.com/office/drawing/2014/main" id="{903DA3BB-E3CE-5C43-8FD8-F7373CC53BA8}"/>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5" name="íś1ïdè">
                <a:extLst>
                  <a:ext uri="{FF2B5EF4-FFF2-40B4-BE49-F238E27FC236}">
                    <a16:creationId xmlns:a16="http://schemas.microsoft.com/office/drawing/2014/main" id="{64D598C0-C238-D74A-853C-53E3D5B11010}"/>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6" name="iṩḷiḍe">
                <a:extLst>
                  <a:ext uri="{FF2B5EF4-FFF2-40B4-BE49-F238E27FC236}">
                    <a16:creationId xmlns:a16="http://schemas.microsoft.com/office/drawing/2014/main" id="{1EF1ABF9-3371-8B43-9025-749B2241D3B3}"/>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7" name="ïŝ1iďè">
                <a:extLst>
                  <a:ext uri="{FF2B5EF4-FFF2-40B4-BE49-F238E27FC236}">
                    <a16:creationId xmlns:a16="http://schemas.microsoft.com/office/drawing/2014/main" id="{E60221A4-90BB-C642-8EE2-A60B091BBD09}"/>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8" name="íṩļíḋê">
                <a:extLst>
                  <a:ext uri="{FF2B5EF4-FFF2-40B4-BE49-F238E27FC236}">
                    <a16:creationId xmlns:a16="http://schemas.microsoft.com/office/drawing/2014/main" id="{A5EE646E-9E6B-5D46-BECC-A17DBE4BC488}"/>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9" name="ïṧ1ïdè">
                <a:extLst>
                  <a:ext uri="{FF2B5EF4-FFF2-40B4-BE49-F238E27FC236}">
                    <a16:creationId xmlns:a16="http://schemas.microsoft.com/office/drawing/2014/main" id="{0AF0249E-D7A3-434F-99DE-D255583C4D20}"/>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0" name="íŝḻîḍé">
                <a:extLst>
                  <a:ext uri="{FF2B5EF4-FFF2-40B4-BE49-F238E27FC236}">
                    <a16:creationId xmlns:a16="http://schemas.microsoft.com/office/drawing/2014/main" id="{E9BBA015-92FC-764F-8F47-D0AE37D3A1AF}"/>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1" name="îşḻïḓé">
                <a:extLst>
                  <a:ext uri="{FF2B5EF4-FFF2-40B4-BE49-F238E27FC236}">
                    <a16:creationId xmlns:a16="http://schemas.microsoft.com/office/drawing/2014/main" id="{61527C58-F726-EF40-BC38-E74367EC6E1D}"/>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2" name="íśļíďè">
                <a:extLst>
                  <a:ext uri="{FF2B5EF4-FFF2-40B4-BE49-F238E27FC236}">
                    <a16:creationId xmlns:a16="http://schemas.microsoft.com/office/drawing/2014/main" id="{06E0327C-BF7F-3B4D-BFFD-F8BC2D29FD85}"/>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3" name="iŝ1ïdé">
                <a:extLst>
                  <a:ext uri="{FF2B5EF4-FFF2-40B4-BE49-F238E27FC236}">
                    <a16:creationId xmlns:a16="http://schemas.microsoft.com/office/drawing/2014/main" id="{28744427-A305-F145-B75D-65CF8046BCF5}"/>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4" name="is1ídè">
                <a:extLst>
                  <a:ext uri="{FF2B5EF4-FFF2-40B4-BE49-F238E27FC236}">
                    <a16:creationId xmlns:a16="http://schemas.microsoft.com/office/drawing/2014/main" id="{1430892E-81B5-4143-BF7A-C7C47BB59F6F}"/>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5" name="islíďê">
                <a:extLst>
                  <a:ext uri="{FF2B5EF4-FFF2-40B4-BE49-F238E27FC236}">
                    <a16:creationId xmlns:a16="http://schemas.microsoft.com/office/drawing/2014/main" id="{83B92A25-059C-6F41-88A1-CA5797CE34FE}"/>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6" name="iṩlíḑê">
                <a:extLst>
                  <a:ext uri="{FF2B5EF4-FFF2-40B4-BE49-F238E27FC236}">
                    <a16:creationId xmlns:a16="http://schemas.microsoft.com/office/drawing/2014/main" id="{2199BD5F-DE66-F14D-83D6-8B821F8F19EA}"/>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7" name="îṥḷïďê">
                <a:extLst>
                  <a:ext uri="{FF2B5EF4-FFF2-40B4-BE49-F238E27FC236}">
                    <a16:creationId xmlns:a16="http://schemas.microsoft.com/office/drawing/2014/main" id="{C3BDFBCC-6D4B-3840-A561-61C3EEAC22D0}"/>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8" name="íṥḻïďè">
                <a:extLst>
                  <a:ext uri="{FF2B5EF4-FFF2-40B4-BE49-F238E27FC236}">
                    <a16:creationId xmlns:a16="http://schemas.microsoft.com/office/drawing/2014/main" id="{309537EB-01A6-194E-B890-144A62F8342D}"/>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9" name="íṡḷíḍè">
                <a:extLst>
                  <a:ext uri="{FF2B5EF4-FFF2-40B4-BE49-F238E27FC236}">
                    <a16:creationId xmlns:a16="http://schemas.microsoft.com/office/drawing/2014/main" id="{F73C8297-CDDC-4446-BAF7-13F6ED7F076B}"/>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0" name="î$ḷîḑé">
                <a:extLst>
                  <a:ext uri="{FF2B5EF4-FFF2-40B4-BE49-F238E27FC236}">
                    <a16:creationId xmlns:a16="http://schemas.microsoft.com/office/drawing/2014/main" id="{A4E9E523-742A-A549-B881-8480F3A21ABD}"/>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1" name="í$ľîdè">
                <a:extLst>
                  <a:ext uri="{FF2B5EF4-FFF2-40B4-BE49-F238E27FC236}">
                    <a16:creationId xmlns:a16="http://schemas.microsoft.com/office/drawing/2014/main" id="{F6FB6553-70A4-AF4C-A490-35C79209AE27}"/>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2" name="iṥ1iḍè">
                <a:extLst>
                  <a:ext uri="{FF2B5EF4-FFF2-40B4-BE49-F238E27FC236}">
                    <a16:creationId xmlns:a16="http://schemas.microsoft.com/office/drawing/2014/main" id="{4983DE0E-D487-014E-A25B-1E89652FFFD1}"/>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3" name="ïslidé">
                <a:extLst>
                  <a:ext uri="{FF2B5EF4-FFF2-40B4-BE49-F238E27FC236}">
                    <a16:creationId xmlns:a16="http://schemas.microsoft.com/office/drawing/2014/main" id="{92E1DB1C-9EF2-6241-82E2-EB9D73779015}"/>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4" name="íṡlïďè">
                <a:extLst>
                  <a:ext uri="{FF2B5EF4-FFF2-40B4-BE49-F238E27FC236}">
                    <a16:creationId xmlns:a16="http://schemas.microsoft.com/office/drawing/2014/main" id="{7B823CBF-D6F6-B446-8CBB-1FA954A7B9BD}"/>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5" name="iṧ1ïḓè">
                <a:extLst>
                  <a:ext uri="{FF2B5EF4-FFF2-40B4-BE49-F238E27FC236}">
                    <a16:creationId xmlns:a16="http://schemas.microsoft.com/office/drawing/2014/main" id="{1C14A770-F02E-7C41-80BD-E5F369C18E81}"/>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117" name="íşḷïḑe">
              <a:extLst>
                <a:ext uri="{FF2B5EF4-FFF2-40B4-BE49-F238E27FC236}">
                  <a16:creationId xmlns:a16="http://schemas.microsoft.com/office/drawing/2014/main" id="{93821863-C695-354C-BE47-16F21FABB013}"/>
                </a:ext>
              </a:extLst>
            </p:cNvPr>
            <p:cNvGrpSpPr/>
            <p:nvPr userDrawn="1"/>
          </p:nvGrpSpPr>
          <p:grpSpPr>
            <a:xfrm>
              <a:off x="4894762" y="471192"/>
              <a:ext cx="4437911" cy="1614111"/>
              <a:chOff x="4412452" y="3106738"/>
              <a:chExt cx="2312689" cy="841148"/>
            </a:xfrm>
          </p:grpSpPr>
          <p:grpSp>
            <p:nvGrpSpPr>
              <p:cNvPr id="118" name="îṥľíḑé">
                <a:extLst>
                  <a:ext uri="{FF2B5EF4-FFF2-40B4-BE49-F238E27FC236}">
                    <a16:creationId xmlns:a16="http://schemas.microsoft.com/office/drawing/2014/main" id="{236331FA-1079-8842-917F-34EFE88A3780}"/>
                  </a:ext>
                </a:extLst>
              </p:cNvPr>
              <p:cNvGrpSpPr/>
              <p:nvPr/>
            </p:nvGrpSpPr>
            <p:grpSpPr>
              <a:xfrm>
                <a:off x="4422776" y="3106738"/>
                <a:ext cx="2293937" cy="617538"/>
                <a:chOff x="4422776" y="3106738"/>
                <a:chExt cx="2293937" cy="617538"/>
              </a:xfrm>
            </p:grpSpPr>
            <p:sp>
              <p:nvSpPr>
                <p:cNvPr id="135" name="išḻiḑé">
                  <a:extLst>
                    <a:ext uri="{FF2B5EF4-FFF2-40B4-BE49-F238E27FC236}">
                      <a16:creationId xmlns:a16="http://schemas.microsoft.com/office/drawing/2014/main" id="{0BE3FCFF-062C-AC46-82BB-D4A021CF053E}"/>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íṥľíďè">
                  <a:extLst>
                    <a:ext uri="{FF2B5EF4-FFF2-40B4-BE49-F238E27FC236}">
                      <a16:creationId xmlns:a16="http://schemas.microsoft.com/office/drawing/2014/main" id="{EF9B427B-389A-1646-816A-D446ECD6D57B}"/>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7" name="íś1iḑe">
                  <a:extLst>
                    <a:ext uri="{FF2B5EF4-FFF2-40B4-BE49-F238E27FC236}">
                      <a16:creationId xmlns:a16="http://schemas.microsoft.com/office/drawing/2014/main" id="{7EFA3BCE-A742-F34F-BF25-D78A0F9E4EBA}"/>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8" name="iṩ1iḋè">
                  <a:extLst>
                    <a:ext uri="{FF2B5EF4-FFF2-40B4-BE49-F238E27FC236}">
                      <a16:creationId xmlns:a16="http://schemas.microsoft.com/office/drawing/2014/main" id="{B46B090F-0F8B-CA48-B053-78EB2F3A7BBC}"/>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9" name="íṩlïḓè">
                  <a:extLst>
                    <a:ext uri="{FF2B5EF4-FFF2-40B4-BE49-F238E27FC236}">
                      <a16:creationId xmlns:a16="http://schemas.microsoft.com/office/drawing/2014/main" id="{49F56233-30C4-0F46-9168-D57271E43D18}"/>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0" name="ísḷïďè">
                  <a:extLst>
                    <a:ext uri="{FF2B5EF4-FFF2-40B4-BE49-F238E27FC236}">
                      <a16:creationId xmlns:a16="http://schemas.microsoft.com/office/drawing/2014/main" id="{6638C687-B70C-AA41-9638-1415A9AD62F2}"/>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1" name="îṧļîḓé">
                  <a:extLst>
                    <a:ext uri="{FF2B5EF4-FFF2-40B4-BE49-F238E27FC236}">
                      <a16:creationId xmlns:a16="http://schemas.microsoft.com/office/drawing/2014/main" id="{CB7F3F4F-FF7E-6D41-98A9-583985533E49}"/>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2" name="iSļïḑé">
                  <a:extLst>
                    <a:ext uri="{FF2B5EF4-FFF2-40B4-BE49-F238E27FC236}">
                      <a16:creationId xmlns:a16="http://schemas.microsoft.com/office/drawing/2014/main" id="{ED85EC8D-64A6-444E-803E-432FF9B95291}"/>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3" name="íšlïďè">
                  <a:extLst>
                    <a:ext uri="{FF2B5EF4-FFF2-40B4-BE49-F238E27FC236}">
                      <a16:creationId xmlns:a16="http://schemas.microsoft.com/office/drawing/2014/main" id="{8032418B-2DA6-5447-AE64-7EC7DEC3AF6B}"/>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4" name="işḷîḑe">
                  <a:extLst>
                    <a:ext uri="{FF2B5EF4-FFF2-40B4-BE49-F238E27FC236}">
                      <a16:creationId xmlns:a16="http://schemas.microsoft.com/office/drawing/2014/main" id="{2C05E190-E18D-414C-9478-C959185F35F0}"/>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íṥḻiďê">
                  <a:extLst>
                    <a:ext uri="{FF2B5EF4-FFF2-40B4-BE49-F238E27FC236}">
                      <a16:creationId xmlns:a16="http://schemas.microsoft.com/office/drawing/2014/main" id="{0EE4CB63-382B-634A-9811-19A948EF7B3E}"/>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119" name="ïšľîḍê">
                <a:extLst>
                  <a:ext uri="{FF2B5EF4-FFF2-40B4-BE49-F238E27FC236}">
                    <a16:creationId xmlns:a16="http://schemas.microsoft.com/office/drawing/2014/main" id="{22F2DC19-2069-5346-915C-BE1A926D416C}"/>
                  </a:ext>
                </a:extLst>
              </p:cNvPr>
              <p:cNvGrpSpPr/>
              <p:nvPr/>
            </p:nvGrpSpPr>
            <p:grpSpPr>
              <a:xfrm>
                <a:off x="4412452" y="3781425"/>
                <a:ext cx="2312689" cy="166461"/>
                <a:chOff x="6986588" y="3521075"/>
                <a:chExt cx="1654176" cy="119063"/>
              </a:xfrm>
            </p:grpSpPr>
            <p:sp>
              <p:nvSpPr>
                <p:cNvPr id="120" name="îṩľîḑê">
                  <a:extLst>
                    <a:ext uri="{FF2B5EF4-FFF2-40B4-BE49-F238E27FC236}">
                      <a16:creationId xmlns:a16="http://schemas.microsoft.com/office/drawing/2014/main" id="{FE3DB936-91B2-2141-828C-E229799567BD}"/>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1" name="îṩḷîde">
                  <a:extLst>
                    <a:ext uri="{FF2B5EF4-FFF2-40B4-BE49-F238E27FC236}">
                      <a16:creationId xmlns:a16="http://schemas.microsoft.com/office/drawing/2014/main" id="{28E78463-2413-8041-96B6-80CE0C04FA0F}"/>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2" name="îṣḻîḑê">
                  <a:extLst>
                    <a:ext uri="{FF2B5EF4-FFF2-40B4-BE49-F238E27FC236}">
                      <a16:creationId xmlns:a16="http://schemas.microsoft.com/office/drawing/2014/main" id="{4C2BBE73-6AE9-9242-87EA-A93638EC119C}"/>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3" name="ïṥlíḑê">
                  <a:extLst>
                    <a:ext uri="{FF2B5EF4-FFF2-40B4-BE49-F238E27FC236}">
                      <a16:creationId xmlns:a16="http://schemas.microsoft.com/office/drawing/2014/main" id="{0A52D05C-BBF6-FF4C-9BF9-75476B98E0A1}"/>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4" name="îş1íḋe">
                  <a:extLst>
                    <a:ext uri="{FF2B5EF4-FFF2-40B4-BE49-F238E27FC236}">
                      <a16:creationId xmlns:a16="http://schemas.microsoft.com/office/drawing/2014/main" id="{3EEB9FE5-50DA-DE46-AF80-0A6B9B968480}"/>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5" name="îş1ïḋe">
                  <a:extLst>
                    <a:ext uri="{FF2B5EF4-FFF2-40B4-BE49-F238E27FC236}">
                      <a16:creationId xmlns:a16="http://schemas.microsoft.com/office/drawing/2014/main" id="{087A541E-3726-A646-ADEF-23D360B6D60B}"/>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6" name="íšlídè">
                  <a:extLst>
                    <a:ext uri="{FF2B5EF4-FFF2-40B4-BE49-F238E27FC236}">
                      <a16:creationId xmlns:a16="http://schemas.microsoft.com/office/drawing/2014/main" id="{73B30903-C873-4B4F-83AB-889689A45C0E}"/>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îṣḻîďe">
                  <a:extLst>
                    <a:ext uri="{FF2B5EF4-FFF2-40B4-BE49-F238E27FC236}">
                      <a16:creationId xmlns:a16="http://schemas.microsoft.com/office/drawing/2014/main" id="{B68610B5-384A-5444-B88F-376C4FA8D0CF}"/>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8" name="íŝḻiḋè">
                  <a:extLst>
                    <a:ext uri="{FF2B5EF4-FFF2-40B4-BE49-F238E27FC236}">
                      <a16:creationId xmlns:a16="http://schemas.microsoft.com/office/drawing/2014/main" id="{3A82AD56-1966-EA4B-B3F8-EB7D1DEA3749}"/>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9" name="î$ḷíďé">
                  <a:extLst>
                    <a:ext uri="{FF2B5EF4-FFF2-40B4-BE49-F238E27FC236}">
                      <a16:creationId xmlns:a16="http://schemas.microsoft.com/office/drawing/2014/main" id="{54933003-85C3-2C47-A9C4-65A81F207613}"/>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0" name="îṡlîďe">
                  <a:extLst>
                    <a:ext uri="{FF2B5EF4-FFF2-40B4-BE49-F238E27FC236}">
                      <a16:creationId xmlns:a16="http://schemas.microsoft.com/office/drawing/2014/main" id="{1BECEAB7-248B-AA42-8908-DD607D3714D2}"/>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1" name="ïşľîḍé">
                  <a:extLst>
                    <a:ext uri="{FF2B5EF4-FFF2-40B4-BE49-F238E27FC236}">
                      <a16:creationId xmlns:a16="http://schemas.microsoft.com/office/drawing/2014/main" id="{98AA2EBD-24E5-A04C-9C30-DEBA2868347A}"/>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2" name="îṩľîďe">
                  <a:extLst>
                    <a:ext uri="{FF2B5EF4-FFF2-40B4-BE49-F238E27FC236}">
                      <a16:creationId xmlns:a16="http://schemas.microsoft.com/office/drawing/2014/main" id="{BEF1C259-B328-A949-B6F6-33D71AD47955}"/>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3" name="iS1idè">
                  <a:extLst>
                    <a:ext uri="{FF2B5EF4-FFF2-40B4-BE49-F238E27FC236}">
                      <a16:creationId xmlns:a16="http://schemas.microsoft.com/office/drawing/2014/main" id="{DAD97B4D-4863-4840-A6AA-02D65D81444F}"/>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4" name="iṣḷîḋe">
                  <a:extLst>
                    <a:ext uri="{FF2B5EF4-FFF2-40B4-BE49-F238E27FC236}">
                      <a16:creationId xmlns:a16="http://schemas.microsoft.com/office/drawing/2014/main" id="{0D072254-4A39-7448-89AB-C9BE271F54F5}"/>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grpSp>
      <p:sp>
        <p:nvSpPr>
          <p:cNvPr id="216" name="矩形 215">
            <a:extLst>
              <a:ext uri="{FF2B5EF4-FFF2-40B4-BE49-F238E27FC236}">
                <a16:creationId xmlns:a16="http://schemas.microsoft.com/office/drawing/2014/main" id="{0CFD86C3-D3BD-5A45-AFAA-B017729B5CCB}"/>
              </a:ext>
            </a:extLst>
          </p:cNvPr>
          <p:cNvSpPr/>
          <p:nvPr userDrawn="1"/>
        </p:nvSpPr>
        <p:spPr>
          <a:xfrm>
            <a:off x="12014027" y="0"/>
            <a:ext cx="17797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7" name="图片占位符 216">
            <a:extLst>
              <a:ext uri="{FF2B5EF4-FFF2-40B4-BE49-F238E27FC236}">
                <a16:creationId xmlns:a16="http://schemas.microsoft.com/office/drawing/2014/main" id="{FC1A53E1-F500-2A47-9693-5E1D08EA658B}"/>
              </a:ext>
            </a:extLst>
          </p:cNvPr>
          <p:cNvSpPr>
            <a:spLocks noGrp="1"/>
          </p:cNvSpPr>
          <p:nvPr>
            <p:ph type="pic" sz="quarter" idx="15"/>
          </p:nvPr>
        </p:nvSpPr>
        <p:spPr>
          <a:xfrm>
            <a:off x="7916864" y="0"/>
            <a:ext cx="409716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a:p>
        </p:txBody>
      </p:sp>
      <p:sp>
        <p:nvSpPr>
          <p:cNvPr id="218" name="任意形状 217">
            <a:extLst>
              <a:ext uri="{FF2B5EF4-FFF2-40B4-BE49-F238E27FC236}">
                <a16:creationId xmlns:a16="http://schemas.microsoft.com/office/drawing/2014/main" id="{DB9E50D0-EECC-9D4D-A33E-D6F4CDB03DBB}"/>
              </a:ext>
            </a:extLst>
          </p:cNvPr>
          <p:cNvSpPr/>
          <p:nvPr userDrawn="1"/>
        </p:nvSpPr>
        <p:spPr>
          <a:xfrm>
            <a:off x="7812540" y="-86497"/>
            <a:ext cx="4270127" cy="7027086"/>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algn="l">
              <a:lnSpc>
                <a:spcPct val="130000"/>
              </a:lnSpc>
            </a:pPr>
            <a:endParaRPr kumimoji="1" lang="zh-CN" altLang="en-US" sz="2000" dirty="0">
              <a:solidFill>
                <a:schemeClr val="tx1">
                  <a:lumMod val="75000"/>
                  <a:lumOff val="25000"/>
                </a:schemeClr>
              </a:solidFill>
            </a:endParaRPr>
          </a:p>
        </p:txBody>
      </p:sp>
    </p:spTree>
    <p:extLst>
      <p:ext uri="{BB962C8B-B14F-4D97-AF65-F5344CB8AC3E}">
        <p14:creationId xmlns:p14="http://schemas.microsoft.com/office/powerpoint/2010/main" val="750041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结尾版式2">
    <p:spTree>
      <p:nvGrpSpPr>
        <p:cNvPr id="1" name=""/>
        <p:cNvGrpSpPr/>
        <p:nvPr/>
      </p:nvGrpSpPr>
      <p:grpSpPr>
        <a:xfrm>
          <a:off x="0" y="0"/>
          <a:ext cx="0" cy="0"/>
          <a:chOff x="0" y="0"/>
          <a:chExt cx="0" cy="0"/>
        </a:xfrm>
      </p:grpSpPr>
      <p:sp>
        <p:nvSpPr>
          <p:cNvPr id="37" name="任意形状 36">
            <a:extLst>
              <a:ext uri="{FF2B5EF4-FFF2-40B4-BE49-F238E27FC236}">
                <a16:creationId xmlns:a16="http://schemas.microsoft.com/office/drawing/2014/main" id="{094E4669-55C5-874C-A68C-6E431CC09A50}"/>
              </a:ext>
            </a:extLst>
          </p:cNvPr>
          <p:cNvSpPr/>
          <p:nvPr userDrawn="1"/>
        </p:nvSpPr>
        <p:spPr>
          <a:xfrm>
            <a:off x="-134112" y="-106934"/>
            <a:ext cx="12468264" cy="3829332"/>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algn="l">
              <a:lnSpc>
                <a:spcPct val="130000"/>
              </a:lnSpc>
            </a:pPr>
            <a:endParaRPr kumimoji="1" lang="zh-CN" altLang="en-US" sz="2000" dirty="0">
              <a:solidFill>
                <a:schemeClr val="tx1">
                  <a:lumMod val="75000"/>
                  <a:lumOff val="25000"/>
                </a:schemeClr>
              </a:solidFill>
            </a:endParaRPr>
          </a:p>
        </p:txBody>
      </p:sp>
      <p:sp>
        <p:nvSpPr>
          <p:cNvPr id="9" name="图片占位符 8">
            <a:extLst>
              <a:ext uri="{FF2B5EF4-FFF2-40B4-BE49-F238E27FC236}">
                <a16:creationId xmlns:a16="http://schemas.microsoft.com/office/drawing/2014/main" id="{5604C697-5F9B-7147-A35C-C3337DB17A32}"/>
              </a:ext>
            </a:extLst>
          </p:cNvPr>
          <p:cNvSpPr>
            <a:spLocks noGrp="1"/>
          </p:cNvSpPr>
          <p:nvPr>
            <p:ph type="pic" sz="quarter" idx="15"/>
          </p:nvPr>
        </p:nvSpPr>
        <p:spPr>
          <a:xfrm>
            <a:off x="0" y="0"/>
            <a:ext cx="12192000" cy="3632200"/>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p:spPr>
        <p:txBody>
          <a:bodyPr wrap="square">
            <a:noAutofit/>
          </a:bodyPr>
          <a:lstStyle/>
          <a:p>
            <a:endParaRPr kumimoji="1" lang="zh-CN" altLang="en-US" dirty="0"/>
          </a:p>
        </p:txBody>
      </p:sp>
      <p:grpSp>
        <p:nvGrpSpPr>
          <p:cNvPr id="2" name="íşḷïḑe">
            <a:extLst>
              <a:ext uri="{FF2B5EF4-FFF2-40B4-BE49-F238E27FC236}">
                <a16:creationId xmlns:a16="http://schemas.microsoft.com/office/drawing/2014/main" id="{E45ABB50-9A36-8BB8-4EE5-AA66622CA800}"/>
              </a:ext>
            </a:extLst>
          </p:cNvPr>
          <p:cNvGrpSpPr/>
          <p:nvPr userDrawn="1"/>
        </p:nvGrpSpPr>
        <p:grpSpPr>
          <a:xfrm>
            <a:off x="10318826" y="6251198"/>
            <a:ext cx="1054401" cy="383497"/>
            <a:chOff x="4412452" y="3106738"/>
            <a:chExt cx="2312689" cy="841148"/>
          </a:xfrm>
        </p:grpSpPr>
        <p:grpSp>
          <p:nvGrpSpPr>
            <p:cNvPr id="5" name="îṥľíḑé">
              <a:extLst>
                <a:ext uri="{FF2B5EF4-FFF2-40B4-BE49-F238E27FC236}">
                  <a16:creationId xmlns:a16="http://schemas.microsoft.com/office/drawing/2014/main" id="{E374F294-1F1F-74C3-502E-65287A868A93}"/>
                </a:ext>
              </a:extLst>
            </p:cNvPr>
            <p:cNvGrpSpPr/>
            <p:nvPr/>
          </p:nvGrpSpPr>
          <p:grpSpPr>
            <a:xfrm>
              <a:off x="4422776" y="3106738"/>
              <a:ext cx="2293937" cy="617538"/>
              <a:chOff x="4422776" y="3106738"/>
              <a:chExt cx="2293937" cy="617538"/>
            </a:xfrm>
          </p:grpSpPr>
          <p:sp>
            <p:nvSpPr>
              <p:cNvPr id="53" name="išḻiḑé">
                <a:extLst>
                  <a:ext uri="{FF2B5EF4-FFF2-40B4-BE49-F238E27FC236}">
                    <a16:creationId xmlns:a16="http://schemas.microsoft.com/office/drawing/2014/main" id="{60B6D8AD-5D84-5E09-70C9-0B73901E3BC5}"/>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íṥľíďè">
                <a:extLst>
                  <a:ext uri="{FF2B5EF4-FFF2-40B4-BE49-F238E27FC236}">
                    <a16:creationId xmlns:a16="http://schemas.microsoft.com/office/drawing/2014/main" id="{DE1E943E-6ED4-DBF5-B9C8-A8C5CFBFD2AD}"/>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5" name="íś1iḑe">
                <a:extLst>
                  <a:ext uri="{FF2B5EF4-FFF2-40B4-BE49-F238E27FC236}">
                    <a16:creationId xmlns:a16="http://schemas.microsoft.com/office/drawing/2014/main" id="{84C80FED-4C32-034C-AE9D-F82941252E06}"/>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6" name="iṩ1iḋè">
                <a:extLst>
                  <a:ext uri="{FF2B5EF4-FFF2-40B4-BE49-F238E27FC236}">
                    <a16:creationId xmlns:a16="http://schemas.microsoft.com/office/drawing/2014/main" id="{B2F71D19-5CC2-C0A2-B673-496C32B9E74B}"/>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7" name="íṩlïḓè">
                <a:extLst>
                  <a:ext uri="{FF2B5EF4-FFF2-40B4-BE49-F238E27FC236}">
                    <a16:creationId xmlns:a16="http://schemas.microsoft.com/office/drawing/2014/main" id="{9B2F1749-05FC-01B4-9AE1-9D2CD9E746D5}"/>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8" name="ísḷïďè">
                <a:extLst>
                  <a:ext uri="{FF2B5EF4-FFF2-40B4-BE49-F238E27FC236}">
                    <a16:creationId xmlns:a16="http://schemas.microsoft.com/office/drawing/2014/main" id="{9CB71D71-702E-D95E-5248-DF85428CAD05}"/>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îṧļîḓé">
                <a:extLst>
                  <a:ext uri="{FF2B5EF4-FFF2-40B4-BE49-F238E27FC236}">
                    <a16:creationId xmlns:a16="http://schemas.microsoft.com/office/drawing/2014/main" id="{E3109071-2C98-B65E-0C25-7DF642CAF966}"/>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0" name="iSļïḑé">
                <a:extLst>
                  <a:ext uri="{FF2B5EF4-FFF2-40B4-BE49-F238E27FC236}">
                    <a16:creationId xmlns:a16="http://schemas.microsoft.com/office/drawing/2014/main" id="{246F350F-1228-F08F-7385-C241996471BD}"/>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1" name="íšlïďè">
                <a:extLst>
                  <a:ext uri="{FF2B5EF4-FFF2-40B4-BE49-F238E27FC236}">
                    <a16:creationId xmlns:a16="http://schemas.microsoft.com/office/drawing/2014/main" id="{83A84705-5395-8CCE-0E0B-9F394EF6ADE4}"/>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işḷîḑe">
                <a:extLst>
                  <a:ext uri="{FF2B5EF4-FFF2-40B4-BE49-F238E27FC236}">
                    <a16:creationId xmlns:a16="http://schemas.microsoft.com/office/drawing/2014/main" id="{9F30EE12-EB9E-B9E4-C6F9-47A82A197957}"/>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3" name="íṥḻiďê">
                <a:extLst>
                  <a:ext uri="{FF2B5EF4-FFF2-40B4-BE49-F238E27FC236}">
                    <a16:creationId xmlns:a16="http://schemas.microsoft.com/office/drawing/2014/main" id="{68D396FD-80F0-DD03-E369-3241B6C40576}"/>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6" name="ïšľîḍê">
              <a:extLst>
                <a:ext uri="{FF2B5EF4-FFF2-40B4-BE49-F238E27FC236}">
                  <a16:creationId xmlns:a16="http://schemas.microsoft.com/office/drawing/2014/main" id="{ABA323CA-FD99-1159-6E6C-9340A6E1800B}"/>
                </a:ext>
              </a:extLst>
            </p:cNvPr>
            <p:cNvGrpSpPr/>
            <p:nvPr/>
          </p:nvGrpSpPr>
          <p:grpSpPr>
            <a:xfrm>
              <a:off x="4412452" y="3781425"/>
              <a:ext cx="2312689" cy="166461"/>
              <a:chOff x="6986588" y="3521075"/>
              <a:chExt cx="1654176" cy="119063"/>
            </a:xfrm>
          </p:grpSpPr>
          <p:sp>
            <p:nvSpPr>
              <p:cNvPr id="38" name="îṩľîḑê">
                <a:extLst>
                  <a:ext uri="{FF2B5EF4-FFF2-40B4-BE49-F238E27FC236}">
                    <a16:creationId xmlns:a16="http://schemas.microsoft.com/office/drawing/2014/main" id="{A8B58B66-9AF1-3CD9-FCD8-5AB9FA1B2EDD}"/>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9" name="îṩḷîde">
                <a:extLst>
                  <a:ext uri="{FF2B5EF4-FFF2-40B4-BE49-F238E27FC236}">
                    <a16:creationId xmlns:a16="http://schemas.microsoft.com/office/drawing/2014/main" id="{6FCF8999-42C6-3980-AB32-E97C9471EC30}"/>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0" name="îṣḻîḑê">
                <a:extLst>
                  <a:ext uri="{FF2B5EF4-FFF2-40B4-BE49-F238E27FC236}">
                    <a16:creationId xmlns:a16="http://schemas.microsoft.com/office/drawing/2014/main" id="{BF9936AE-8BA9-69EC-1C18-6721EBE16F59}"/>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1" name="ïṥlíḑê">
                <a:extLst>
                  <a:ext uri="{FF2B5EF4-FFF2-40B4-BE49-F238E27FC236}">
                    <a16:creationId xmlns:a16="http://schemas.microsoft.com/office/drawing/2014/main" id="{62800E99-EFC7-2F2D-9693-836945518799}"/>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2" name="îş1íḋe">
                <a:extLst>
                  <a:ext uri="{FF2B5EF4-FFF2-40B4-BE49-F238E27FC236}">
                    <a16:creationId xmlns:a16="http://schemas.microsoft.com/office/drawing/2014/main" id="{5A136715-0A79-2A41-BC50-7CE7B383D6A7}"/>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3" name="îş1ïḋe">
                <a:extLst>
                  <a:ext uri="{FF2B5EF4-FFF2-40B4-BE49-F238E27FC236}">
                    <a16:creationId xmlns:a16="http://schemas.microsoft.com/office/drawing/2014/main" id="{94E045B6-5934-167A-AF3D-D93AB696B965}"/>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4" name="íšlídè">
                <a:extLst>
                  <a:ext uri="{FF2B5EF4-FFF2-40B4-BE49-F238E27FC236}">
                    <a16:creationId xmlns:a16="http://schemas.microsoft.com/office/drawing/2014/main" id="{2CDF37D2-F9F9-2AEB-C58B-B0CFEDCC0175}"/>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îṣḻîďe">
                <a:extLst>
                  <a:ext uri="{FF2B5EF4-FFF2-40B4-BE49-F238E27FC236}">
                    <a16:creationId xmlns:a16="http://schemas.microsoft.com/office/drawing/2014/main" id="{8116E933-ED83-32CF-71E8-7792DD00E570}"/>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6" name="íŝḻiḋè">
                <a:extLst>
                  <a:ext uri="{FF2B5EF4-FFF2-40B4-BE49-F238E27FC236}">
                    <a16:creationId xmlns:a16="http://schemas.microsoft.com/office/drawing/2014/main" id="{C8E86DA8-455F-A242-C95F-4A6252155815}"/>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7" name="î$ḷíďé">
                <a:extLst>
                  <a:ext uri="{FF2B5EF4-FFF2-40B4-BE49-F238E27FC236}">
                    <a16:creationId xmlns:a16="http://schemas.microsoft.com/office/drawing/2014/main" id="{C089105F-763B-7890-9177-3B8CB650445D}"/>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8" name="îṡlîďe">
                <a:extLst>
                  <a:ext uri="{FF2B5EF4-FFF2-40B4-BE49-F238E27FC236}">
                    <a16:creationId xmlns:a16="http://schemas.microsoft.com/office/drawing/2014/main" id="{15F043DC-98F6-F4C3-42E6-4354D5938C87}"/>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9" name="ïşľîḍé">
                <a:extLst>
                  <a:ext uri="{FF2B5EF4-FFF2-40B4-BE49-F238E27FC236}">
                    <a16:creationId xmlns:a16="http://schemas.microsoft.com/office/drawing/2014/main" id="{C58689E9-AF4F-D0B4-B45F-A1108E730CCD}"/>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îṩľîďe">
                <a:extLst>
                  <a:ext uri="{FF2B5EF4-FFF2-40B4-BE49-F238E27FC236}">
                    <a16:creationId xmlns:a16="http://schemas.microsoft.com/office/drawing/2014/main" id="{33B7EF8D-DBAC-3F0D-FCFD-2812E056A197}"/>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1" name="iS1idè">
                <a:extLst>
                  <a:ext uri="{FF2B5EF4-FFF2-40B4-BE49-F238E27FC236}">
                    <a16:creationId xmlns:a16="http://schemas.microsoft.com/office/drawing/2014/main" id="{51C0C847-BDDC-E4B3-48E2-0BBFCD6BC021}"/>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2" name="iṣḷîḋe">
                <a:extLst>
                  <a:ext uri="{FF2B5EF4-FFF2-40B4-BE49-F238E27FC236}">
                    <a16:creationId xmlns:a16="http://schemas.microsoft.com/office/drawing/2014/main" id="{8862D49B-E083-B4BF-0463-E4A41080CB46}"/>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spTree>
    <p:extLst>
      <p:ext uri="{BB962C8B-B14F-4D97-AF65-F5344CB8AC3E}">
        <p14:creationId xmlns:p14="http://schemas.microsoft.com/office/powerpoint/2010/main" val="1670904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E400B-D16B-4A3A-AC95-3E3276FD3F1A}"/>
              </a:ext>
            </a:extLst>
          </p:cNvPr>
          <p:cNvSpPr>
            <a:spLocks noGrp="1"/>
          </p:cNvSpPr>
          <p:nvPr>
            <p:ph type="title"/>
          </p:nvPr>
        </p:nvSpPr>
        <p:spPr>
          <a:xfrm>
            <a:off x="803275" y="393486"/>
            <a:ext cx="8970989" cy="663575"/>
          </a:xfrm>
          <a:prstGeom prst="rect">
            <a:avLst/>
          </a:prstGeom>
        </p:spPr>
        <p:txBody>
          <a:bodyPr lIns="0"/>
          <a:lstStyle>
            <a:lvl1pPr>
              <a:defRPr sz="3600" b="1">
                <a:solidFill>
                  <a:schemeClr val="accent2"/>
                </a:solidFill>
                <a:latin typeface="方正小标宋简体" panose="02010601030101010101" pitchFamily="2" charset="-122"/>
                <a:ea typeface="方正小标宋简体" panose="02010601030101010101" pitchFamily="2" charset="-122"/>
              </a:defRPr>
            </a:lvl1pPr>
          </a:lstStyle>
          <a:p>
            <a:r>
              <a:rPr lang="zh-CN" altLang="en-US" dirty="0"/>
              <a:t>单击此处编辑母版标题样式</a:t>
            </a:r>
          </a:p>
        </p:txBody>
      </p:sp>
      <p:grpSp>
        <p:nvGrpSpPr>
          <p:cNvPr id="245" name="组合 244">
            <a:extLst>
              <a:ext uri="{FF2B5EF4-FFF2-40B4-BE49-F238E27FC236}">
                <a16:creationId xmlns:a16="http://schemas.microsoft.com/office/drawing/2014/main" id="{C2642FC6-A069-EB4A-AE09-AEAF3C0FF9D3}"/>
              </a:ext>
            </a:extLst>
          </p:cNvPr>
          <p:cNvGrpSpPr/>
          <p:nvPr userDrawn="1"/>
        </p:nvGrpSpPr>
        <p:grpSpPr>
          <a:xfrm>
            <a:off x="9895088" y="468793"/>
            <a:ext cx="1480571" cy="458860"/>
            <a:chOff x="2558030" y="228446"/>
            <a:chExt cx="6774643" cy="2099603"/>
          </a:xfrm>
        </p:grpSpPr>
        <p:grpSp>
          <p:nvGrpSpPr>
            <p:cNvPr id="246" name="íšḻîďê">
              <a:extLst>
                <a:ext uri="{FF2B5EF4-FFF2-40B4-BE49-F238E27FC236}">
                  <a16:creationId xmlns:a16="http://schemas.microsoft.com/office/drawing/2014/main" id="{49171AB3-8591-5348-9C61-F17D0F929EB0}"/>
                </a:ext>
              </a:extLst>
            </p:cNvPr>
            <p:cNvGrpSpPr/>
            <p:nvPr userDrawn="1"/>
          </p:nvGrpSpPr>
          <p:grpSpPr>
            <a:xfrm>
              <a:off x="2558030" y="228446"/>
              <a:ext cx="2085857" cy="2099603"/>
              <a:chOff x="3551238" y="3067050"/>
              <a:chExt cx="722313" cy="727075"/>
            </a:xfrm>
          </p:grpSpPr>
          <p:sp>
            <p:nvSpPr>
              <p:cNvPr id="276" name="ïş1íḍê">
                <a:extLst>
                  <a:ext uri="{FF2B5EF4-FFF2-40B4-BE49-F238E27FC236}">
                    <a16:creationId xmlns:a16="http://schemas.microsoft.com/office/drawing/2014/main" id="{331EE849-D4A4-DC42-B184-E5D68CE3C507}"/>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7" name="íšḻïḍè">
                <a:extLst>
                  <a:ext uri="{FF2B5EF4-FFF2-40B4-BE49-F238E27FC236}">
                    <a16:creationId xmlns:a16="http://schemas.microsoft.com/office/drawing/2014/main" id="{DF8A2D4E-E7AE-764C-B284-1B5B99A5E272}"/>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headEnd/>
                <a:tailEnd/>
              </a:ln>
            </p:spPr>
            <p:txBody>
              <a:bodyPr anchor="ctr"/>
              <a:lstStyle/>
              <a:p>
                <a:pPr algn="ctr"/>
                <a:endParaRPr/>
              </a:p>
            </p:txBody>
          </p:sp>
          <p:sp>
            <p:nvSpPr>
              <p:cNvPr id="278" name="ïśľíḓé">
                <a:extLst>
                  <a:ext uri="{FF2B5EF4-FFF2-40B4-BE49-F238E27FC236}">
                    <a16:creationId xmlns:a16="http://schemas.microsoft.com/office/drawing/2014/main" id="{AE06900F-E8EC-644A-B307-9976F21A9C04}"/>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9" name="ïslíḍê">
                <a:extLst>
                  <a:ext uri="{FF2B5EF4-FFF2-40B4-BE49-F238E27FC236}">
                    <a16:creationId xmlns:a16="http://schemas.microsoft.com/office/drawing/2014/main" id="{52C5D888-08A1-5F44-B94A-1B39D2B56326}"/>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0" name="íṡļïdê">
                <a:extLst>
                  <a:ext uri="{FF2B5EF4-FFF2-40B4-BE49-F238E27FC236}">
                    <a16:creationId xmlns:a16="http://schemas.microsoft.com/office/drawing/2014/main" id="{9C2A8FB3-E6B7-5342-9F1A-E66018C224B8}"/>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1" name="iş1ïďe">
                <a:extLst>
                  <a:ext uri="{FF2B5EF4-FFF2-40B4-BE49-F238E27FC236}">
                    <a16:creationId xmlns:a16="http://schemas.microsoft.com/office/drawing/2014/main" id="{AB71DB15-AC89-EF4D-9581-A712A3F5D911}"/>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2" name="ïṩḷíḍé">
                <a:extLst>
                  <a:ext uri="{FF2B5EF4-FFF2-40B4-BE49-F238E27FC236}">
                    <a16:creationId xmlns:a16="http://schemas.microsoft.com/office/drawing/2014/main" id="{FE48DBAC-D137-5E4A-AE2A-58A5E5D92FEF}"/>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a:extLst>
                  <a:ext uri="{FF2B5EF4-FFF2-40B4-BE49-F238E27FC236}">
                    <a16:creationId xmlns:a16="http://schemas.microsoft.com/office/drawing/2014/main" id="{64C522BC-A5D8-6E4A-8E2E-8A7E334324FA}"/>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a:extLst>
                  <a:ext uri="{FF2B5EF4-FFF2-40B4-BE49-F238E27FC236}">
                    <a16:creationId xmlns:a16="http://schemas.microsoft.com/office/drawing/2014/main" id="{B2A17ADB-C350-6C47-A9E7-9353F379FA7E}"/>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a:extLst>
                  <a:ext uri="{FF2B5EF4-FFF2-40B4-BE49-F238E27FC236}">
                    <a16:creationId xmlns:a16="http://schemas.microsoft.com/office/drawing/2014/main" id="{19342845-CB0B-7842-A750-3CC457D90077}"/>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a:extLst>
                  <a:ext uri="{FF2B5EF4-FFF2-40B4-BE49-F238E27FC236}">
                    <a16:creationId xmlns:a16="http://schemas.microsoft.com/office/drawing/2014/main" id="{3DC316BC-A0F4-B749-9D82-3E06B5258988}"/>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a:extLst>
                  <a:ext uri="{FF2B5EF4-FFF2-40B4-BE49-F238E27FC236}">
                    <a16:creationId xmlns:a16="http://schemas.microsoft.com/office/drawing/2014/main" id="{079333E7-B194-C744-AFEB-1559449C15B0}"/>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a:extLst>
                  <a:ext uri="{FF2B5EF4-FFF2-40B4-BE49-F238E27FC236}">
                    <a16:creationId xmlns:a16="http://schemas.microsoft.com/office/drawing/2014/main" id="{008C6E34-7D64-E34A-9328-DF7C7638B8EA}"/>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a:extLst>
                  <a:ext uri="{FF2B5EF4-FFF2-40B4-BE49-F238E27FC236}">
                    <a16:creationId xmlns:a16="http://schemas.microsoft.com/office/drawing/2014/main" id="{AAABCA0A-9410-EA4D-8278-D2197B42AFF2}"/>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a:extLst>
                  <a:ext uri="{FF2B5EF4-FFF2-40B4-BE49-F238E27FC236}">
                    <a16:creationId xmlns:a16="http://schemas.microsoft.com/office/drawing/2014/main" id="{25E701C1-E0D7-8D42-A8D9-16C4F4697949}"/>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a:extLst>
                  <a:ext uri="{FF2B5EF4-FFF2-40B4-BE49-F238E27FC236}">
                    <a16:creationId xmlns:a16="http://schemas.microsoft.com/office/drawing/2014/main" id="{6481D560-8D59-3348-814B-8E2ED3F62DAE}"/>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a:extLst>
                  <a:ext uri="{FF2B5EF4-FFF2-40B4-BE49-F238E27FC236}">
                    <a16:creationId xmlns:a16="http://schemas.microsoft.com/office/drawing/2014/main" id="{0F34FCCA-894E-A749-B1A9-98BDCE801EE3}"/>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a:extLst>
                  <a:ext uri="{FF2B5EF4-FFF2-40B4-BE49-F238E27FC236}">
                    <a16:creationId xmlns:a16="http://schemas.microsoft.com/office/drawing/2014/main" id="{A3E75E0C-D4F2-9547-BE26-5F24FA75CAB7}"/>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a:extLst>
                  <a:ext uri="{FF2B5EF4-FFF2-40B4-BE49-F238E27FC236}">
                    <a16:creationId xmlns:a16="http://schemas.microsoft.com/office/drawing/2014/main" id="{0A289880-B5F4-0D44-AA71-D31B27BF5F0F}"/>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a:extLst>
                  <a:ext uri="{FF2B5EF4-FFF2-40B4-BE49-F238E27FC236}">
                    <a16:creationId xmlns:a16="http://schemas.microsoft.com/office/drawing/2014/main" id="{559C6F73-3756-4D4C-A745-5C39000DE67E}"/>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a:extLst>
                  <a:ext uri="{FF2B5EF4-FFF2-40B4-BE49-F238E27FC236}">
                    <a16:creationId xmlns:a16="http://schemas.microsoft.com/office/drawing/2014/main" id="{B94A9EAC-5077-9C43-A07C-D8647900EC8A}"/>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7" name="islïďé">
                <a:extLst>
                  <a:ext uri="{FF2B5EF4-FFF2-40B4-BE49-F238E27FC236}">
                    <a16:creationId xmlns:a16="http://schemas.microsoft.com/office/drawing/2014/main" id="{B54980F5-D4DB-3149-88E2-FC1B906C713D}"/>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8" name="îṥḷîdé">
                <a:extLst>
                  <a:ext uri="{FF2B5EF4-FFF2-40B4-BE49-F238E27FC236}">
                    <a16:creationId xmlns:a16="http://schemas.microsoft.com/office/drawing/2014/main" id="{8D26488D-9702-5B42-B3A8-2FE08043FC68}"/>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9" name="isḷîḋé">
                <a:extLst>
                  <a:ext uri="{FF2B5EF4-FFF2-40B4-BE49-F238E27FC236}">
                    <a16:creationId xmlns:a16="http://schemas.microsoft.com/office/drawing/2014/main" id="{3328F539-E168-2444-AA27-A21E0FB88C68}"/>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0" name="iśḷïḑè">
                <a:extLst>
                  <a:ext uri="{FF2B5EF4-FFF2-40B4-BE49-F238E27FC236}">
                    <a16:creationId xmlns:a16="http://schemas.microsoft.com/office/drawing/2014/main" id="{CCD927C5-139A-7A4D-9593-5E38A4BCD7EE}"/>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1" name="iṧľiďé">
                <a:extLst>
                  <a:ext uri="{FF2B5EF4-FFF2-40B4-BE49-F238E27FC236}">
                    <a16:creationId xmlns:a16="http://schemas.microsoft.com/office/drawing/2014/main" id="{BBA4E80F-3918-1441-9422-4EF3F739AFD7}"/>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2" name="išľïḍé">
                <a:extLst>
                  <a:ext uri="{FF2B5EF4-FFF2-40B4-BE49-F238E27FC236}">
                    <a16:creationId xmlns:a16="http://schemas.microsoft.com/office/drawing/2014/main" id="{867B0927-8F2F-8842-8404-E9F92F9F8FF1}"/>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3" name="îŝlîḑè">
                <a:extLst>
                  <a:ext uri="{FF2B5EF4-FFF2-40B4-BE49-F238E27FC236}">
                    <a16:creationId xmlns:a16="http://schemas.microsoft.com/office/drawing/2014/main" id="{A301A8F9-6F9B-3943-99D1-65E7088742D4}"/>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4" name="îṩḻíḓe">
                <a:extLst>
                  <a:ext uri="{FF2B5EF4-FFF2-40B4-BE49-F238E27FC236}">
                    <a16:creationId xmlns:a16="http://schemas.microsoft.com/office/drawing/2014/main" id="{4ADC4919-2595-EC42-93F1-AC81598C38DC}"/>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5" name="î$1îdè">
                <a:extLst>
                  <a:ext uri="{FF2B5EF4-FFF2-40B4-BE49-F238E27FC236}">
                    <a16:creationId xmlns:a16="http://schemas.microsoft.com/office/drawing/2014/main" id="{8F303413-D569-1F4D-8298-78E4F97EF2C0}"/>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6" name="iśľïḓe">
                <a:extLst>
                  <a:ext uri="{FF2B5EF4-FFF2-40B4-BE49-F238E27FC236}">
                    <a16:creationId xmlns:a16="http://schemas.microsoft.com/office/drawing/2014/main" id="{38842937-FDCA-6941-8B67-F867A925FDCF}"/>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7" name="iṣļïḑè">
                <a:extLst>
                  <a:ext uri="{FF2B5EF4-FFF2-40B4-BE49-F238E27FC236}">
                    <a16:creationId xmlns:a16="http://schemas.microsoft.com/office/drawing/2014/main" id="{36A50748-F007-3D44-9188-9CCCF4A7E025}"/>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8" name="iṡḷidé">
                <a:extLst>
                  <a:ext uri="{FF2B5EF4-FFF2-40B4-BE49-F238E27FC236}">
                    <a16:creationId xmlns:a16="http://schemas.microsoft.com/office/drawing/2014/main" id="{19522ED5-C7BF-5F4D-8194-F7E1A8DEDD46}"/>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9" name="íṡḷíḋe">
                <a:extLst>
                  <a:ext uri="{FF2B5EF4-FFF2-40B4-BE49-F238E27FC236}">
                    <a16:creationId xmlns:a16="http://schemas.microsoft.com/office/drawing/2014/main" id="{8672B506-ECAD-3448-AC68-460729E69835}"/>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a:extLst>
                  <a:ext uri="{FF2B5EF4-FFF2-40B4-BE49-F238E27FC236}">
                    <a16:creationId xmlns:a16="http://schemas.microsoft.com/office/drawing/2014/main" id="{C255849B-0750-7041-A670-223C3279E97C}"/>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a:extLst>
                  <a:ext uri="{FF2B5EF4-FFF2-40B4-BE49-F238E27FC236}">
                    <a16:creationId xmlns:a16="http://schemas.microsoft.com/office/drawing/2014/main" id="{16232912-DBF7-B840-A4AA-6D053116C766}"/>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a:extLst>
                  <a:ext uri="{FF2B5EF4-FFF2-40B4-BE49-F238E27FC236}">
                    <a16:creationId xmlns:a16="http://schemas.microsoft.com/office/drawing/2014/main" id="{4AE4FD53-FAA2-2444-899C-23EFB14213B4}"/>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a:extLst>
                  <a:ext uri="{FF2B5EF4-FFF2-40B4-BE49-F238E27FC236}">
                    <a16:creationId xmlns:a16="http://schemas.microsoft.com/office/drawing/2014/main" id="{7028FD26-0F3F-C344-9DDF-1A48692668BE}"/>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a:extLst>
                  <a:ext uri="{FF2B5EF4-FFF2-40B4-BE49-F238E27FC236}">
                    <a16:creationId xmlns:a16="http://schemas.microsoft.com/office/drawing/2014/main" id="{46B44F2F-838F-5647-B04D-1182BEFAA08C}"/>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5" name="îš1íḑe">
                <a:extLst>
                  <a:ext uri="{FF2B5EF4-FFF2-40B4-BE49-F238E27FC236}">
                    <a16:creationId xmlns:a16="http://schemas.microsoft.com/office/drawing/2014/main" id="{941EA2D9-B725-B542-A3F7-A3E23DDBEC40}"/>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6" name="iš1ïḍe">
                <a:extLst>
                  <a:ext uri="{FF2B5EF4-FFF2-40B4-BE49-F238E27FC236}">
                    <a16:creationId xmlns:a16="http://schemas.microsoft.com/office/drawing/2014/main" id="{48E883DC-7FA2-5045-B010-995FAA503D47}"/>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a:extLst>
                  <a:ext uri="{FF2B5EF4-FFF2-40B4-BE49-F238E27FC236}">
                    <a16:creationId xmlns:a16="http://schemas.microsoft.com/office/drawing/2014/main" id="{8DF837D3-E0F5-E544-B0DC-A65DE0C91AD3}"/>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a:extLst>
                  <a:ext uri="{FF2B5EF4-FFF2-40B4-BE49-F238E27FC236}">
                    <a16:creationId xmlns:a16="http://schemas.microsoft.com/office/drawing/2014/main" id="{E5280F75-1ED2-5546-8326-8CE5FB49F7BC}"/>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a:extLst>
                  <a:ext uri="{FF2B5EF4-FFF2-40B4-BE49-F238E27FC236}">
                    <a16:creationId xmlns:a16="http://schemas.microsoft.com/office/drawing/2014/main" id="{563298BF-D12F-D547-A9EB-A2FD0E7644E9}"/>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a:extLst>
                  <a:ext uri="{FF2B5EF4-FFF2-40B4-BE49-F238E27FC236}">
                    <a16:creationId xmlns:a16="http://schemas.microsoft.com/office/drawing/2014/main" id="{5C471C22-4F9F-5645-B7B9-5808162B9B40}"/>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a:extLst>
                  <a:ext uri="{FF2B5EF4-FFF2-40B4-BE49-F238E27FC236}">
                    <a16:creationId xmlns:a16="http://schemas.microsoft.com/office/drawing/2014/main" id="{4908E9FF-6973-284E-A16B-584A73C9AB48}"/>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a:extLst>
                  <a:ext uri="{FF2B5EF4-FFF2-40B4-BE49-F238E27FC236}">
                    <a16:creationId xmlns:a16="http://schemas.microsoft.com/office/drawing/2014/main" id="{4CA791D0-30E7-704B-ACD4-B15DA1C0F1EC}"/>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3" name="îşľïďe">
                <a:extLst>
                  <a:ext uri="{FF2B5EF4-FFF2-40B4-BE49-F238E27FC236}">
                    <a16:creationId xmlns:a16="http://schemas.microsoft.com/office/drawing/2014/main" id="{4EFC80CE-CF61-B045-B80A-02E394E45BAB}"/>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4" name="ïşľíďê">
                <a:extLst>
                  <a:ext uri="{FF2B5EF4-FFF2-40B4-BE49-F238E27FC236}">
                    <a16:creationId xmlns:a16="http://schemas.microsoft.com/office/drawing/2014/main" id="{E0C02EF5-B61D-A34B-AB84-3A92A3E948AC}"/>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5" name="íś1ïdè">
                <a:extLst>
                  <a:ext uri="{FF2B5EF4-FFF2-40B4-BE49-F238E27FC236}">
                    <a16:creationId xmlns:a16="http://schemas.microsoft.com/office/drawing/2014/main" id="{89D8E1E0-4C7F-7840-9EF4-3ED33002F3BB}"/>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6" name="iṩḷiḍe">
                <a:extLst>
                  <a:ext uri="{FF2B5EF4-FFF2-40B4-BE49-F238E27FC236}">
                    <a16:creationId xmlns:a16="http://schemas.microsoft.com/office/drawing/2014/main" id="{AD9C48EA-F581-9946-8DC9-4BDF21F3D287}"/>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7" name="ïŝ1iďè">
                <a:extLst>
                  <a:ext uri="{FF2B5EF4-FFF2-40B4-BE49-F238E27FC236}">
                    <a16:creationId xmlns:a16="http://schemas.microsoft.com/office/drawing/2014/main" id="{345025D0-8B67-9C40-8728-02649DA348C1}"/>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8" name="íṩļíḋê">
                <a:extLst>
                  <a:ext uri="{FF2B5EF4-FFF2-40B4-BE49-F238E27FC236}">
                    <a16:creationId xmlns:a16="http://schemas.microsoft.com/office/drawing/2014/main" id="{9FA9D742-9195-6642-B445-99B24C17BC0C}"/>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9" name="ïṧ1ïdè">
                <a:extLst>
                  <a:ext uri="{FF2B5EF4-FFF2-40B4-BE49-F238E27FC236}">
                    <a16:creationId xmlns:a16="http://schemas.microsoft.com/office/drawing/2014/main" id="{B4D185C7-1AF5-8342-9191-D8FAB89F145D}"/>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0" name="íŝḻîḍé">
                <a:extLst>
                  <a:ext uri="{FF2B5EF4-FFF2-40B4-BE49-F238E27FC236}">
                    <a16:creationId xmlns:a16="http://schemas.microsoft.com/office/drawing/2014/main" id="{C2733F06-2680-A741-BFBA-70A185222B1F}"/>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1" name="îşḻïḓé">
                <a:extLst>
                  <a:ext uri="{FF2B5EF4-FFF2-40B4-BE49-F238E27FC236}">
                    <a16:creationId xmlns:a16="http://schemas.microsoft.com/office/drawing/2014/main" id="{014B01FB-BE4B-3B4E-B997-C94B4B8DC4FC}"/>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2" name="íśļíďè">
                <a:extLst>
                  <a:ext uri="{FF2B5EF4-FFF2-40B4-BE49-F238E27FC236}">
                    <a16:creationId xmlns:a16="http://schemas.microsoft.com/office/drawing/2014/main" id="{D2C86E61-AEF7-8D44-A72A-CCBD093CD264}"/>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3" name="iŝ1ïdé">
                <a:extLst>
                  <a:ext uri="{FF2B5EF4-FFF2-40B4-BE49-F238E27FC236}">
                    <a16:creationId xmlns:a16="http://schemas.microsoft.com/office/drawing/2014/main" id="{E52432BC-DDB5-5445-B39A-4782F514F2DC}"/>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4" name="is1ídè">
                <a:extLst>
                  <a:ext uri="{FF2B5EF4-FFF2-40B4-BE49-F238E27FC236}">
                    <a16:creationId xmlns:a16="http://schemas.microsoft.com/office/drawing/2014/main" id="{834925A1-ED87-FD42-A0C4-CC7C8CCD712C}"/>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5" name="islíďê">
                <a:extLst>
                  <a:ext uri="{FF2B5EF4-FFF2-40B4-BE49-F238E27FC236}">
                    <a16:creationId xmlns:a16="http://schemas.microsoft.com/office/drawing/2014/main" id="{16CCF2FF-21DC-FC49-97DF-2DAC2C1CD64F}"/>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6" name="iṩlíḑê">
                <a:extLst>
                  <a:ext uri="{FF2B5EF4-FFF2-40B4-BE49-F238E27FC236}">
                    <a16:creationId xmlns:a16="http://schemas.microsoft.com/office/drawing/2014/main" id="{DD7C5A19-55D8-DC48-B1AF-2FAC8609E167}"/>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7" name="îṥḷïďê">
                <a:extLst>
                  <a:ext uri="{FF2B5EF4-FFF2-40B4-BE49-F238E27FC236}">
                    <a16:creationId xmlns:a16="http://schemas.microsoft.com/office/drawing/2014/main" id="{A2A1B4CA-64B0-C54E-95D2-B8273AFA915A}"/>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8" name="íṥḻïďè">
                <a:extLst>
                  <a:ext uri="{FF2B5EF4-FFF2-40B4-BE49-F238E27FC236}">
                    <a16:creationId xmlns:a16="http://schemas.microsoft.com/office/drawing/2014/main" id="{4F81F73E-836F-D742-820C-740E05DED8A0}"/>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9" name="íṡḷíḍè">
                <a:extLst>
                  <a:ext uri="{FF2B5EF4-FFF2-40B4-BE49-F238E27FC236}">
                    <a16:creationId xmlns:a16="http://schemas.microsoft.com/office/drawing/2014/main" id="{C5170157-A63E-F640-A382-23D591FD4A16}"/>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a:extLst>
                  <a:ext uri="{FF2B5EF4-FFF2-40B4-BE49-F238E27FC236}">
                    <a16:creationId xmlns:a16="http://schemas.microsoft.com/office/drawing/2014/main" id="{6C511E9B-6950-0E44-A7C2-9E63E1B7276F}"/>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a:extLst>
                  <a:ext uri="{FF2B5EF4-FFF2-40B4-BE49-F238E27FC236}">
                    <a16:creationId xmlns:a16="http://schemas.microsoft.com/office/drawing/2014/main" id="{C6900325-308B-E749-BF24-835453E473DC}"/>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a:extLst>
                  <a:ext uri="{FF2B5EF4-FFF2-40B4-BE49-F238E27FC236}">
                    <a16:creationId xmlns:a16="http://schemas.microsoft.com/office/drawing/2014/main" id="{D0AE4C74-5652-854A-818C-DEB1D55A1615}"/>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a:extLst>
                  <a:ext uri="{FF2B5EF4-FFF2-40B4-BE49-F238E27FC236}">
                    <a16:creationId xmlns:a16="http://schemas.microsoft.com/office/drawing/2014/main" id="{6FEF2DB5-1375-884B-BFC4-89B428E9752A}"/>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a:extLst>
                  <a:ext uri="{FF2B5EF4-FFF2-40B4-BE49-F238E27FC236}">
                    <a16:creationId xmlns:a16="http://schemas.microsoft.com/office/drawing/2014/main" id="{69F1BA50-AEBC-9244-A454-75C05BC0E5DD}"/>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5" name="iṧ1ïḓè">
                <a:extLst>
                  <a:ext uri="{FF2B5EF4-FFF2-40B4-BE49-F238E27FC236}">
                    <a16:creationId xmlns:a16="http://schemas.microsoft.com/office/drawing/2014/main" id="{50950010-F52C-6841-A9E4-812673F9BCE8}"/>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7" name="íşḷïḑe">
              <a:extLst>
                <a:ext uri="{FF2B5EF4-FFF2-40B4-BE49-F238E27FC236}">
                  <a16:creationId xmlns:a16="http://schemas.microsoft.com/office/drawing/2014/main" id="{1EA826F0-AE07-504D-9C6E-4A6302BDCA69}"/>
                </a:ext>
              </a:extLst>
            </p:cNvPr>
            <p:cNvGrpSpPr/>
            <p:nvPr userDrawn="1"/>
          </p:nvGrpSpPr>
          <p:grpSpPr>
            <a:xfrm>
              <a:off x="4894762" y="471192"/>
              <a:ext cx="4437911" cy="1614111"/>
              <a:chOff x="4412452" y="3106738"/>
              <a:chExt cx="2312689" cy="841148"/>
            </a:xfrm>
          </p:grpSpPr>
          <p:grpSp>
            <p:nvGrpSpPr>
              <p:cNvPr id="248" name="îṥľíḑé">
                <a:extLst>
                  <a:ext uri="{FF2B5EF4-FFF2-40B4-BE49-F238E27FC236}">
                    <a16:creationId xmlns:a16="http://schemas.microsoft.com/office/drawing/2014/main" id="{39D64547-5156-9A46-BECB-158A08F4DD51}"/>
                  </a:ext>
                </a:extLst>
              </p:cNvPr>
              <p:cNvGrpSpPr/>
              <p:nvPr/>
            </p:nvGrpSpPr>
            <p:grpSpPr>
              <a:xfrm>
                <a:off x="4422776" y="3106738"/>
                <a:ext cx="2293937" cy="617538"/>
                <a:chOff x="4422776" y="3106738"/>
                <a:chExt cx="2293937" cy="617538"/>
              </a:xfrm>
            </p:grpSpPr>
            <p:sp>
              <p:nvSpPr>
                <p:cNvPr id="265" name="išḻiḑé">
                  <a:extLst>
                    <a:ext uri="{FF2B5EF4-FFF2-40B4-BE49-F238E27FC236}">
                      <a16:creationId xmlns:a16="http://schemas.microsoft.com/office/drawing/2014/main" id="{E9E95CFA-B471-D346-88CE-BF00280196C0}"/>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6" name="íṥľíďè">
                  <a:extLst>
                    <a:ext uri="{FF2B5EF4-FFF2-40B4-BE49-F238E27FC236}">
                      <a16:creationId xmlns:a16="http://schemas.microsoft.com/office/drawing/2014/main" id="{EB890018-20C4-6246-8A3C-F7FD68602FDA}"/>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7" name="íś1iḑe">
                  <a:extLst>
                    <a:ext uri="{FF2B5EF4-FFF2-40B4-BE49-F238E27FC236}">
                      <a16:creationId xmlns:a16="http://schemas.microsoft.com/office/drawing/2014/main" id="{01179C9D-6713-BF47-AA0F-281ED877EEEE}"/>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8" name="iṩ1iḋè">
                  <a:extLst>
                    <a:ext uri="{FF2B5EF4-FFF2-40B4-BE49-F238E27FC236}">
                      <a16:creationId xmlns:a16="http://schemas.microsoft.com/office/drawing/2014/main" id="{621A8462-AF81-F546-A24F-AB4367F2710C}"/>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9" name="íṩlïḓè">
                  <a:extLst>
                    <a:ext uri="{FF2B5EF4-FFF2-40B4-BE49-F238E27FC236}">
                      <a16:creationId xmlns:a16="http://schemas.microsoft.com/office/drawing/2014/main" id="{57F3DDF2-34D4-7543-9418-964C5B630599}"/>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0" name="ísḷïďè">
                  <a:extLst>
                    <a:ext uri="{FF2B5EF4-FFF2-40B4-BE49-F238E27FC236}">
                      <a16:creationId xmlns:a16="http://schemas.microsoft.com/office/drawing/2014/main" id="{C5186C17-1E83-714A-8B14-0163667BC9E4}"/>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1" name="îṧļîḓé">
                  <a:extLst>
                    <a:ext uri="{FF2B5EF4-FFF2-40B4-BE49-F238E27FC236}">
                      <a16:creationId xmlns:a16="http://schemas.microsoft.com/office/drawing/2014/main" id="{799F2DE9-5612-5C49-ACB0-FF33A8D94B31}"/>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2" name="iSļïḑé">
                  <a:extLst>
                    <a:ext uri="{FF2B5EF4-FFF2-40B4-BE49-F238E27FC236}">
                      <a16:creationId xmlns:a16="http://schemas.microsoft.com/office/drawing/2014/main" id="{9CE9B73C-A77B-CA4F-9CD9-1B7561A61257}"/>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3" name="íšlïďè">
                  <a:extLst>
                    <a:ext uri="{FF2B5EF4-FFF2-40B4-BE49-F238E27FC236}">
                      <a16:creationId xmlns:a16="http://schemas.microsoft.com/office/drawing/2014/main" id="{1E9C718C-CB3C-BC48-BB64-22E4D8039279}"/>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4" name="işḷîḑe">
                  <a:extLst>
                    <a:ext uri="{FF2B5EF4-FFF2-40B4-BE49-F238E27FC236}">
                      <a16:creationId xmlns:a16="http://schemas.microsoft.com/office/drawing/2014/main" id="{88E40FB8-5CA6-9E40-962B-D214B5F662CB}"/>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5" name="íṥḻiďê">
                  <a:extLst>
                    <a:ext uri="{FF2B5EF4-FFF2-40B4-BE49-F238E27FC236}">
                      <a16:creationId xmlns:a16="http://schemas.microsoft.com/office/drawing/2014/main" id="{844B0D86-9046-2141-A874-61F3E25E14CA}"/>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9" name="ïšľîḍê">
                <a:extLst>
                  <a:ext uri="{FF2B5EF4-FFF2-40B4-BE49-F238E27FC236}">
                    <a16:creationId xmlns:a16="http://schemas.microsoft.com/office/drawing/2014/main" id="{1C609813-1774-8E4D-9F8C-E1E3661FF14A}"/>
                  </a:ext>
                </a:extLst>
              </p:cNvPr>
              <p:cNvGrpSpPr/>
              <p:nvPr/>
            </p:nvGrpSpPr>
            <p:grpSpPr>
              <a:xfrm>
                <a:off x="4412452" y="3781425"/>
                <a:ext cx="2312689" cy="166461"/>
                <a:chOff x="6986588" y="3521075"/>
                <a:chExt cx="1654176" cy="119063"/>
              </a:xfrm>
            </p:grpSpPr>
            <p:sp>
              <p:nvSpPr>
                <p:cNvPr id="250" name="îṩľîḑê">
                  <a:extLst>
                    <a:ext uri="{FF2B5EF4-FFF2-40B4-BE49-F238E27FC236}">
                      <a16:creationId xmlns:a16="http://schemas.microsoft.com/office/drawing/2014/main" id="{C89BCD88-9FA4-BD44-982F-9844236EA45A}"/>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1" name="îṩḷîde">
                  <a:extLst>
                    <a:ext uri="{FF2B5EF4-FFF2-40B4-BE49-F238E27FC236}">
                      <a16:creationId xmlns:a16="http://schemas.microsoft.com/office/drawing/2014/main" id="{CCB337B7-50AE-2F4E-A6E5-61392C25DFC7}"/>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2" name="îṣḻîḑê">
                  <a:extLst>
                    <a:ext uri="{FF2B5EF4-FFF2-40B4-BE49-F238E27FC236}">
                      <a16:creationId xmlns:a16="http://schemas.microsoft.com/office/drawing/2014/main" id="{45143715-8506-694C-B7D2-4989C8FFBCAA}"/>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3" name="ïṥlíḑê">
                  <a:extLst>
                    <a:ext uri="{FF2B5EF4-FFF2-40B4-BE49-F238E27FC236}">
                      <a16:creationId xmlns:a16="http://schemas.microsoft.com/office/drawing/2014/main" id="{404C92B2-6E6C-6044-9EF8-14F1D8D61BFB}"/>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4" name="îş1íḋe">
                  <a:extLst>
                    <a:ext uri="{FF2B5EF4-FFF2-40B4-BE49-F238E27FC236}">
                      <a16:creationId xmlns:a16="http://schemas.microsoft.com/office/drawing/2014/main" id="{7C5F190C-6F8A-8743-B665-77D7BA9B99B1}"/>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5" name="îş1ïḋe">
                  <a:extLst>
                    <a:ext uri="{FF2B5EF4-FFF2-40B4-BE49-F238E27FC236}">
                      <a16:creationId xmlns:a16="http://schemas.microsoft.com/office/drawing/2014/main" id="{AACAEFC6-00DB-624B-96E5-55D1153283DA}"/>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6" name="íšlídè">
                  <a:extLst>
                    <a:ext uri="{FF2B5EF4-FFF2-40B4-BE49-F238E27FC236}">
                      <a16:creationId xmlns:a16="http://schemas.microsoft.com/office/drawing/2014/main" id="{6B91F165-2F01-9D4C-950F-9CEF67F7AEAE}"/>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7" name="îṣḻîďe">
                  <a:extLst>
                    <a:ext uri="{FF2B5EF4-FFF2-40B4-BE49-F238E27FC236}">
                      <a16:creationId xmlns:a16="http://schemas.microsoft.com/office/drawing/2014/main" id="{A86EADCA-D694-E449-8EE6-CDCDF22A34C4}"/>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8" name="íŝḻiḋè">
                  <a:extLst>
                    <a:ext uri="{FF2B5EF4-FFF2-40B4-BE49-F238E27FC236}">
                      <a16:creationId xmlns:a16="http://schemas.microsoft.com/office/drawing/2014/main" id="{8F478696-931D-F84B-8764-BEAA02862463}"/>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9" name="î$ḷíďé">
                  <a:extLst>
                    <a:ext uri="{FF2B5EF4-FFF2-40B4-BE49-F238E27FC236}">
                      <a16:creationId xmlns:a16="http://schemas.microsoft.com/office/drawing/2014/main" id="{8037E45B-B559-4446-9B46-4A200B187521}"/>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0" name="îṡlîďe">
                  <a:extLst>
                    <a:ext uri="{FF2B5EF4-FFF2-40B4-BE49-F238E27FC236}">
                      <a16:creationId xmlns:a16="http://schemas.microsoft.com/office/drawing/2014/main" id="{966194C0-DA5C-164F-84D3-187CDBEFED3E}"/>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1" name="ïşľîḍé">
                  <a:extLst>
                    <a:ext uri="{FF2B5EF4-FFF2-40B4-BE49-F238E27FC236}">
                      <a16:creationId xmlns:a16="http://schemas.microsoft.com/office/drawing/2014/main" id="{35AF3130-2C15-5842-AFD1-576DBB732B53}"/>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2" name="îṩľîďe">
                  <a:extLst>
                    <a:ext uri="{FF2B5EF4-FFF2-40B4-BE49-F238E27FC236}">
                      <a16:creationId xmlns:a16="http://schemas.microsoft.com/office/drawing/2014/main" id="{BDD7DDCD-E30F-764D-80CF-830A60436831}"/>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3" name="iS1idè">
                  <a:extLst>
                    <a:ext uri="{FF2B5EF4-FFF2-40B4-BE49-F238E27FC236}">
                      <a16:creationId xmlns:a16="http://schemas.microsoft.com/office/drawing/2014/main" id="{E921EDEF-EBCF-6044-9628-02C1420BEAC6}"/>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4" name="iṣḷîḋe">
                  <a:extLst>
                    <a:ext uri="{FF2B5EF4-FFF2-40B4-BE49-F238E27FC236}">
                      <a16:creationId xmlns:a16="http://schemas.microsoft.com/office/drawing/2014/main" id="{B4BF50DA-B9DA-1444-89A0-381C75023C90}"/>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grpSp>
      <p:cxnSp>
        <p:nvCxnSpPr>
          <p:cNvPr id="4" name="直线连接符 3">
            <a:extLst>
              <a:ext uri="{FF2B5EF4-FFF2-40B4-BE49-F238E27FC236}">
                <a16:creationId xmlns:a16="http://schemas.microsoft.com/office/drawing/2014/main" id="{959D5530-A0A5-934E-AAE7-E3140A5C1BA3}"/>
              </a:ext>
            </a:extLst>
          </p:cNvPr>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a:extLst>
              <a:ext uri="{FF2B5EF4-FFF2-40B4-BE49-F238E27FC236}">
                <a16:creationId xmlns:a16="http://schemas.microsoft.com/office/drawing/2014/main" id="{F8B9A523-AD8C-9140-B30D-DCF5D7DFB66B}"/>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colorTemperature colorTemp="9660"/>
                    </a14:imgEffect>
                    <a14:imgEffect>
                      <a14:saturation sat="111000"/>
                    </a14:imgEffect>
                    <a14:imgEffect>
                      <a14:brightnessContrast bright="72000"/>
                    </a14:imgEffect>
                  </a14:imgLayer>
                </a14:imgProps>
              </a:ext>
              <a:ext uri="{28A0092B-C50C-407E-A947-70E740481C1C}">
                <a14:useLocalDpi xmlns:a14="http://schemas.microsoft.com/office/drawing/2010/main" val="0"/>
              </a:ext>
            </a:extLst>
          </a:blip>
          <a:srcRect l="38743" t="8413"/>
          <a:stretch/>
        </p:blipFill>
        <p:spPr>
          <a:xfrm flipH="1">
            <a:off x="-1" y="60500"/>
            <a:ext cx="958611" cy="955500"/>
          </a:xfrm>
          <a:prstGeom prst="rect">
            <a:avLst/>
          </a:prstGeom>
        </p:spPr>
      </p:pic>
    </p:spTree>
    <p:extLst>
      <p:ext uri="{BB962C8B-B14F-4D97-AF65-F5344CB8AC3E}">
        <p14:creationId xmlns:p14="http://schemas.microsoft.com/office/powerpoint/2010/main" val="286258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引用">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E400B-D16B-4A3A-AC95-3E3276FD3F1A}"/>
              </a:ext>
            </a:extLst>
          </p:cNvPr>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a:extLst>
              <a:ext uri="{FF2B5EF4-FFF2-40B4-BE49-F238E27FC236}">
                <a16:creationId xmlns:a16="http://schemas.microsoft.com/office/drawing/2014/main" id="{C2642FC6-A069-EB4A-AE09-AEAF3C0FF9D3}"/>
              </a:ext>
            </a:extLst>
          </p:cNvPr>
          <p:cNvGrpSpPr/>
          <p:nvPr userDrawn="1"/>
        </p:nvGrpSpPr>
        <p:grpSpPr>
          <a:xfrm>
            <a:off x="9895088" y="468793"/>
            <a:ext cx="1480571" cy="458860"/>
            <a:chOff x="2558030" y="228446"/>
            <a:chExt cx="6774643" cy="2099603"/>
          </a:xfrm>
        </p:grpSpPr>
        <p:grpSp>
          <p:nvGrpSpPr>
            <p:cNvPr id="246" name="íšḻîďê">
              <a:extLst>
                <a:ext uri="{FF2B5EF4-FFF2-40B4-BE49-F238E27FC236}">
                  <a16:creationId xmlns:a16="http://schemas.microsoft.com/office/drawing/2014/main" id="{49171AB3-8591-5348-9C61-F17D0F929EB0}"/>
                </a:ext>
              </a:extLst>
            </p:cNvPr>
            <p:cNvGrpSpPr/>
            <p:nvPr userDrawn="1"/>
          </p:nvGrpSpPr>
          <p:grpSpPr>
            <a:xfrm>
              <a:off x="2558030" y="228446"/>
              <a:ext cx="2085857" cy="2099603"/>
              <a:chOff x="3551238" y="3067050"/>
              <a:chExt cx="722313" cy="727075"/>
            </a:xfrm>
          </p:grpSpPr>
          <p:sp>
            <p:nvSpPr>
              <p:cNvPr id="276" name="ïş1íḍê">
                <a:extLst>
                  <a:ext uri="{FF2B5EF4-FFF2-40B4-BE49-F238E27FC236}">
                    <a16:creationId xmlns:a16="http://schemas.microsoft.com/office/drawing/2014/main" id="{331EE849-D4A4-DC42-B184-E5D68CE3C507}"/>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7" name="íšḻïḍè">
                <a:extLst>
                  <a:ext uri="{FF2B5EF4-FFF2-40B4-BE49-F238E27FC236}">
                    <a16:creationId xmlns:a16="http://schemas.microsoft.com/office/drawing/2014/main" id="{DF8A2D4E-E7AE-764C-B284-1B5B99A5E272}"/>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headEnd/>
                <a:tailEnd/>
              </a:ln>
            </p:spPr>
            <p:txBody>
              <a:bodyPr anchor="ctr"/>
              <a:lstStyle/>
              <a:p>
                <a:pPr algn="ctr"/>
                <a:endParaRPr/>
              </a:p>
            </p:txBody>
          </p:sp>
          <p:sp>
            <p:nvSpPr>
              <p:cNvPr id="278" name="ïśľíḓé">
                <a:extLst>
                  <a:ext uri="{FF2B5EF4-FFF2-40B4-BE49-F238E27FC236}">
                    <a16:creationId xmlns:a16="http://schemas.microsoft.com/office/drawing/2014/main" id="{AE06900F-E8EC-644A-B307-9976F21A9C04}"/>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9" name="ïslíḍê">
                <a:extLst>
                  <a:ext uri="{FF2B5EF4-FFF2-40B4-BE49-F238E27FC236}">
                    <a16:creationId xmlns:a16="http://schemas.microsoft.com/office/drawing/2014/main" id="{52C5D888-08A1-5F44-B94A-1B39D2B56326}"/>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0" name="íṡļïdê">
                <a:extLst>
                  <a:ext uri="{FF2B5EF4-FFF2-40B4-BE49-F238E27FC236}">
                    <a16:creationId xmlns:a16="http://schemas.microsoft.com/office/drawing/2014/main" id="{9C2A8FB3-E6B7-5342-9F1A-E66018C224B8}"/>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1" name="iş1ïďe">
                <a:extLst>
                  <a:ext uri="{FF2B5EF4-FFF2-40B4-BE49-F238E27FC236}">
                    <a16:creationId xmlns:a16="http://schemas.microsoft.com/office/drawing/2014/main" id="{AB71DB15-AC89-EF4D-9581-A712A3F5D911}"/>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2" name="ïṩḷíḍé">
                <a:extLst>
                  <a:ext uri="{FF2B5EF4-FFF2-40B4-BE49-F238E27FC236}">
                    <a16:creationId xmlns:a16="http://schemas.microsoft.com/office/drawing/2014/main" id="{FE48DBAC-D137-5E4A-AE2A-58A5E5D92FEF}"/>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a:extLst>
                  <a:ext uri="{FF2B5EF4-FFF2-40B4-BE49-F238E27FC236}">
                    <a16:creationId xmlns:a16="http://schemas.microsoft.com/office/drawing/2014/main" id="{64C522BC-A5D8-6E4A-8E2E-8A7E334324FA}"/>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a:extLst>
                  <a:ext uri="{FF2B5EF4-FFF2-40B4-BE49-F238E27FC236}">
                    <a16:creationId xmlns:a16="http://schemas.microsoft.com/office/drawing/2014/main" id="{B2A17ADB-C350-6C47-A9E7-9353F379FA7E}"/>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a:extLst>
                  <a:ext uri="{FF2B5EF4-FFF2-40B4-BE49-F238E27FC236}">
                    <a16:creationId xmlns:a16="http://schemas.microsoft.com/office/drawing/2014/main" id="{19342845-CB0B-7842-A750-3CC457D90077}"/>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a:extLst>
                  <a:ext uri="{FF2B5EF4-FFF2-40B4-BE49-F238E27FC236}">
                    <a16:creationId xmlns:a16="http://schemas.microsoft.com/office/drawing/2014/main" id="{3DC316BC-A0F4-B749-9D82-3E06B5258988}"/>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a:extLst>
                  <a:ext uri="{FF2B5EF4-FFF2-40B4-BE49-F238E27FC236}">
                    <a16:creationId xmlns:a16="http://schemas.microsoft.com/office/drawing/2014/main" id="{079333E7-B194-C744-AFEB-1559449C15B0}"/>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a:extLst>
                  <a:ext uri="{FF2B5EF4-FFF2-40B4-BE49-F238E27FC236}">
                    <a16:creationId xmlns:a16="http://schemas.microsoft.com/office/drawing/2014/main" id="{008C6E34-7D64-E34A-9328-DF7C7638B8EA}"/>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a:extLst>
                  <a:ext uri="{FF2B5EF4-FFF2-40B4-BE49-F238E27FC236}">
                    <a16:creationId xmlns:a16="http://schemas.microsoft.com/office/drawing/2014/main" id="{AAABCA0A-9410-EA4D-8278-D2197B42AFF2}"/>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a:extLst>
                  <a:ext uri="{FF2B5EF4-FFF2-40B4-BE49-F238E27FC236}">
                    <a16:creationId xmlns:a16="http://schemas.microsoft.com/office/drawing/2014/main" id="{25E701C1-E0D7-8D42-A8D9-16C4F4697949}"/>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a:extLst>
                  <a:ext uri="{FF2B5EF4-FFF2-40B4-BE49-F238E27FC236}">
                    <a16:creationId xmlns:a16="http://schemas.microsoft.com/office/drawing/2014/main" id="{6481D560-8D59-3348-814B-8E2ED3F62DAE}"/>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a:extLst>
                  <a:ext uri="{FF2B5EF4-FFF2-40B4-BE49-F238E27FC236}">
                    <a16:creationId xmlns:a16="http://schemas.microsoft.com/office/drawing/2014/main" id="{0F34FCCA-894E-A749-B1A9-98BDCE801EE3}"/>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a:extLst>
                  <a:ext uri="{FF2B5EF4-FFF2-40B4-BE49-F238E27FC236}">
                    <a16:creationId xmlns:a16="http://schemas.microsoft.com/office/drawing/2014/main" id="{A3E75E0C-D4F2-9547-BE26-5F24FA75CAB7}"/>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a:extLst>
                  <a:ext uri="{FF2B5EF4-FFF2-40B4-BE49-F238E27FC236}">
                    <a16:creationId xmlns:a16="http://schemas.microsoft.com/office/drawing/2014/main" id="{0A289880-B5F4-0D44-AA71-D31B27BF5F0F}"/>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a:extLst>
                  <a:ext uri="{FF2B5EF4-FFF2-40B4-BE49-F238E27FC236}">
                    <a16:creationId xmlns:a16="http://schemas.microsoft.com/office/drawing/2014/main" id="{559C6F73-3756-4D4C-A745-5C39000DE67E}"/>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a:extLst>
                  <a:ext uri="{FF2B5EF4-FFF2-40B4-BE49-F238E27FC236}">
                    <a16:creationId xmlns:a16="http://schemas.microsoft.com/office/drawing/2014/main" id="{B94A9EAC-5077-9C43-A07C-D8647900EC8A}"/>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7" name="islïďé">
                <a:extLst>
                  <a:ext uri="{FF2B5EF4-FFF2-40B4-BE49-F238E27FC236}">
                    <a16:creationId xmlns:a16="http://schemas.microsoft.com/office/drawing/2014/main" id="{B54980F5-D4DB-3149-88E2-FC1B906C713D}"/>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8" name="îṥḷîdé">
                <a:extLst>
                  <a:ext uri="{FF2B5EF4-FFF2-40B4-BE49-F238E27FC236}">
                    <a16:creationId xmlns:a16="http://schemas.microsoft.com/office/drawing/2014/main" id="{8D26488D-9702-5B42-B3A8-2FE08043FC68}"/>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9" name="isḷîḋé">
                <a:extLst>
                  <a:ext uri="{FF2B5EF4-FFF2-40B4-BE49-F238E27FC236}">
                    <a16:creationId xmlns:a16="http://schemas.microsoft.com/office/drawing/2014/main" id="{3328F539-E168-2444-AA27-A21E0FB88C68}"/>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0" name="iśḷïḑè">
                <a:extLst>
                  <a:ext uri="{FF2B5EF4-FFF2-40B4-BE49-F238E27FC236}">
                    <a16:creationId xmlns:a16="http://schemas.microsoft.com/office/drawing/2014/main" id="{CCD927C5-139A-7A4D-9593-5E38A4BCD7EE}"/>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1" name="iṧľiďé">
                <a:extLst>
                  <a:ext uri="{FF2B5EF4-FFF2-40B4-BE49-F238E27FC236}">
                    <a16:creationId xmlns:a16="http://schemas.microsoft.com/office/drawing/2014/main" id="{BBA4E80F-3918-1441-9422-4EF3F739AFD7}"/>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2" name="išľïḍé">
                <a:extLst>
                  <a:ext uri="{FF2B5EF4-FFF2-40B4-BE49-F238E27FC236}">
                    <a16:creationId xmlns:a16="http://schemas.microsoft.com/office/drawing/2014/main" id="{867B0927-8F2F-8842-8404-E9F92F9F8FF1}"/>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3" name="îŝlîḑè">
                <a:extLst>
                  <a:ext uri="{FF2B5EF4-FFF2-40B4-BE49-F238E27FC236}">
                    <a16:creationId xmlns:a16="http://schemas.microsoft.com/office/drawing/2014/main" id="{A301A8F9-6F9B-3943-99D1-65E7088742D4}"/>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4" name="îṩḻíḓe">
                <a:extLst>
                  <a:ext uri="{FF2B5EF4-FFF2-40B4-BE49-F238E27FC236}">
                    <a16:creationId xmlns:a16="http://schemas.microsoft.com/office/drawing/2014/main" id="{4ADC4919-2595-EC42-93F1-AC81598C38DC}"/>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5" name="î$1îdè">
                <a:extLst>
                  <a:ext uri="{FF2B5EF4-FFF2-40B4-BE49-F238E27FC236}">
                    <a16:creationId xmlns:a16="http://schemas.microsoft.com/office/drawing/2014/main" id="{8F303413-D569-1F4D-8298-78E4F97EF2C0}"/>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6" name="iśľïḓe">
                <a:extLst>
                  <a:ext uri="{FF2B5EF4-FFF2-40B4-BE49-F238E27FC236}">
                    <a16:creationId xmlns:a16="http://schemas.microsoft.com/office/drawing/2014/main" id="{38842937-FDCA-6941-8B67-F867A925FDCF}"/>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7" name="iṣļïḑè">
                <a:extLst>
                  <a:ext uri="{FF2B5EF4-FFF2-40B4-BE49-F238E27FC236}">
                    <a16:creationId xmlns:a16="http://schemas.microsoft.com/office/drawing/2014/main" id="{36A50748-F007-3D44-9188-9CCCF4A7E025}"/>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8" name="iṡḷidé">
                <a:extLst>
                  <a:ext uri="{FF2B5EF4-FFF2-40B4-BE49-F238E27FC236}">
                    <a16:creationId xmlns:a16="http://schemas.microsoft.com/office/drawing/2014/main" id="{19522ED5-C7BF-5F4D-8194-F7E1A8DEDD46}"/>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9" name="íṡḷíḋe">
                <a:extLst>
                  <a:ext uri="{FF2B5EF4-FFF2-40B4-BE49-F238E27FC236}">
                    <a16:creationId xmlns:a16="http://schemas.microsoft.com/office/drawing/2014/main" id="{8672B506-ECAD-3448-AC68-460729E69835}"/>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a:extLst>
                  <a:ext uri="{FF2B5EF4-FFF2-40B4-BE49-F238E27FC236}">
                    <a16:creationId xmlns:a16="http://schemas.microsoft.com/office/drawing/2014/main" id="{C255849B-0750-7041-A670-223C3279E97C}"/>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a:extLst>
                  <a:ext uri="{FF2B5EF4-FFF2-40B4-BE49-F238E27FC236}">
                    <a16:creationId xmlns:a16="http://schemas.microsoft.com/office/drawing/2014/main" id="{16232912-DBF7-B840-A4AA-6D053116C766}"/>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a:extLst>
                  <a:ext uri="{FF2B5EF4-FFF2-40B4-BE49-F238E27FC236}">
                    <a16:creationId xmlns:a16="http://schemas.microsoft.com/office/drawing/2014/main" id="{4AE4FD53-FAA2-2444-899C-23EFB14213B4}"/>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a:extLst>
                  <a:ext uri="{FF2B5EF4-FFF2-40B4-BE49-F238E27FC236}">
                    <a16:creationId xmlns:a16="http://schemas.microsoft.com/office/drawing/2014/main" id="{7028FD26-0F3F-C344-9DDF-1A48692668BE}"/>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a:extLst>
                  <a:ext uri="{FF2B5EF4-FFF2-40B4-BE49-F238E27FC236}">
                    <a16:creationId xmlns:a16="http://schemas.microsoft.com/office/drawing/2014/main" id="{46B44F2F-838F-5647-B04D-1182BEFAA08C}"/>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5" name="îš1íḑe">
                <a:extLst>
                  <a:ext uri="{FF2B5EF4-FFF2-40B4-BE49-F238E27FC236}">
                    <a16:creationId xmlns:a16="http://schemas.microsoft.com/office/drawing/2014/main" id="{941EA2D9-B725-B542-A3F7-A3E23DDBEC40}"/>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6" name="iš1ïḍe">
                <a:extLst>
                  <a:ext uri="{FF2B5EF4-FFF2-40B4-BE49-F238E27FC236}">
                    <a16:creationId xmlns:a16="http://schemas.microsoft.com/office/drawing/2014/main" id="{48E883DC-7FA2-5045-B010-995FAA503D47}"/>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a:extLst>
                  <a:ext uri="{FF2B5EF4-FFF2-40B4-BE49-F238E27FC236}">
                    <a16:creationId xmlns:a16="http://schemas.microsoft.com/office/drawing/2014/main" id="{8DF837D3-E0F5-E544-B0DC-A65DE0C91AD3}"/>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a:extLst>
                  <a:ext uri="{FF2B5EF4-FFF2-40B4-BE49-F238E27FC236}">
                    <a16:creationId xmlns:a16="http://schemas.microsoft.com/office/drawing/2014/main" id="{E5280F75-1ED2-5546-8326-8CE5FB49F7BC}"/>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a:extLst>
                  <a:ext uri="{FF2B5EF4-FFF2-40B4-BE49-F238E27FC236}">
                    <a16:creationId xmlns:a16="http://schemas.microsoft.com/office/drawing/2014/main" id="{563298BF-D12F-D547-A9EB-A2FD0E7644E9}"/>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a:extLst>
                  <a:ext uri="{FF2B5EF4-FFF2-40B4-BE49-F238E27FC236}">
                    <a16:creationId xmlns:a16="http://schemas.microsoft.com/office/drawing/2014/main" id="{5C471C22-4F9F-5645-B7B9-5808162B9B40}"/>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a:extLst>
                  <a:ext uri="{FF2B5EF4-FFF2-40B4-BE49-F238E27FC236}">
                    <a16:creationId xmlns:a16="http://schemas.microsoft.com/office/drawing/2014/main" id="{4908E9FF-6973-284E-A16B-584A73C9AB48}"/>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a:extLst>
                  <a:ext uri="{FF2B5EF4-FFF2-40B4-BE49-F238E27FC236}">
                    <a16:creationId xmlns:a16="http://schemas.microsoft.com/office/drawing/2014/main" id="{4CA791D0-30E7-704B-ACD4-B15DA1C0F1EC}"/>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3" name="îşľïďe">
                <a:extLst>
                  <a:ext uri="{FF2B5EF4-FFF2-40B4-BE49-F238E27FC236}">
                    <a16:creationId xmlns:a16="http://schemas.microsoft.com/office/drawing/2014/main" id="{4EFC80CE-CF61-B045-B80A-02E394E45BAB}"/>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4" name="ïşľíďê">
                <a:extLst>
                  <a:ext uri="{FF2B5EF4-FFF2-40B4-BE49-F238E27FC236}">
                    <a16:creationId xmlns:a16="http://schemas.microsoft.com/office/drawing/2014/main" id="{E0C02EF5-B61D-A34B-AB84-3A92A3E948AC}"/>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5" name="íś1ïdè">
                <a:extLst>
                  <a:ext uri="{FF2B5EF4-FFF2-40B4-BE49-F238E27FC236}">
                    <a16:creationId xmlns:a16="http://schemas.microsoft.com/office/drawing/2014/main" id="{89D8E1E0-4C7F-7840-9EF4-3ED33002F3BB}"/>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6" name="iṩḷiḍe">
                <a:extLst>
                  <a:ext uri="{FF2B5EF4-FFF2-40B4-BE49-F238E27FC236}">
                    <a16:creationId xmlns:a16="http://schemas.microsoft.com/office/drawing/2014/main" id="{AD9C48EA-F581-9946-8DC9-4BDF21F3D287}"/>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7" name="ïŝ1iďè">
                <a:extLst>
                  <a:ext uri="{FF2B5EF4-FFF2-40B4-BE49-F238E27FC236}">
                    <a16:creationId xmlns:a16="http://schemas.microsoft.com/office/drawing/2014/main" id="{345025D0-8B67-9C40-8728-02649DA348C1}"/>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8" name="íṩļíḋê">
                <a:extLst>
                  <a:ext uri="{FF2B5EF4-FFF2-40B4-BE49-F238E27FC236}">
                    <a16:creationId xmlns:a16="http://schemas.microsoft.com/office/drawing/2014/main" id="{9FA9D742-9195-6642-B445-99B24C17BC0C}"/>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9" name="ïṧ1ïdè">
                <a:extLst>
                  <a:ext uri="{FF2B5EF4-FFF2-40B4-BE49-F238E27FC236}">
                    <a16:creationId xmlns:a16="http://schemas.microsoft.com/office/drawing/2014/main" id="{B4D185C7-1AF5-8342-9191-D8FAB89F145D}"/>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0" name="íŝḻîḍé">
                <a:extLst>
                  <a:ext uri="{FF2B5EF4-FFF2-40B4-BE49-F238E27FC236}">
                    <a16:creationId xmlns:a16="http://schemas.microsoft.com/office/drawing/2014/main" id="{C2733F06-2680-A741-BFBA-70A185222B1F}"/>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1" name="îşḻïḓé">
                <a:extLst>
                  <a:ext uri="{FF2B5EF4-FFF2-40B4-BE49-F238E27FC236}">
                    <a16:creationId xmlns:a16="http://schemas.microsoft.com/office/drawing/2014/main" id="{014B01FB-BE4B-3B4E-B997-C94B4B8DC4FC}"/>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2" name="íśļíďè">
                <a:extLst>
                  <a:ext uri="{FF2B5EF4-FFF2-40B4-BE49-F238E27FC236}">
                    <a16:creationId xmlns:a16="http://schemas.microsoft.com/office/drawing/2014/main" id="{D2C86E61-AEF7-8D44-A72A-CCBD093CD264}"/>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3" name="iŝ1ïdé">
                <a:extLst>
                  <a:ext uri="{FF2B5EF4-FFF2-40B4-BE49-F238E27FC236}">
                    <a16:creationId xmlns:a16="http://schemas.microsoft.com/office/drawing/2014/main" id="{E52432BC-DDB5-5445-B39A-4782F514F2DC}"/>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4" name="is1ídè">
                <a:extLst>
                  <a:ext uri="{FF2B5EF4-FFF2-40B4-BE49-F238E27FC236}">
                    <a16:creationId xmlns:a16="http://schemas.microsoft.com/office/drawing/2014/main" id="{834925A1-ED87-FD42-A0C4-CC7C8CCD712C}"/>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5" name="islíďê">
                <a:extLst>
                  <a:ext uri="{FF2B5EF4-FFF2-40B4-BE49-F238E27FC236}">
                    <a16:creationId xmlns:a16="http://schemas.microsoft.com/office/drawing/2014/main" id="{16CCF2FF-21DC-FC49-97DF-2DAC2C1CD64F}"/>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6" name="iṩlíḑê">
                <a:extLst>
                  <a:ext uri="{FF2B5EF4-FFF2-40B4-BE49-F238E27FC236}">
                    <a16:creationId xmlns:a16="http://schemas.microsoft.com/office/drawing/2014/main" id="{DD7C5A19-55D8-DC48-B1AF-2FAC8609E167}"/>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7" name="îṥḷïďê">
                <a:extLst>
                  <a:ext uri="{FF2B5EF4-FFF2-40B4-BE49-F238E27FC236}">
                    <a16:creationId xmlns:a16="http://schemas.microsoft.com/office/drawing/2014/main" id="{A2A1B4CA-64B0-C54E-95D2-B8273AFA915A}"/>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8" name="íṥḻïďè">
                <a:extLst>
                  <a:ext uri="{FF2B5EF4-FFF2-40B4-BE49-F238E27FC236}">
                    <a16:creationId xmlns:a16="http://schemas.microsoft.com/office/drawing/2014/main" id="{4F81F73E-836F-D742-820C-740E05DED8A0}"/>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9" name="íṡḷíḍè">
                <a:extLst>
                  <a:ext uri="{FF2B5EF4-FFF2-40B4-BE49-F238E27FC236}">
                    <a16:creationId xmlns:a16="http://schemas.microsoft.com/office/drawing/2014/main" id="{C5170157-A63E-F640-A382-23D591FD4A16}"/>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a:extLst>
                  <a:ext uri="{FF2B5EF4-FFF2-40B4-BE49-F238E27FC236}">
                    <a16:creationId xmlns:a16="http://schemas.microsoft.com/office/drawing/2014/main" id="{6C511E9B-6950-0E44-A7C2-9E63E1B7276F}"/>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a:extLst>
                  <a:ext uri="{FF2B5EF4-FFF2-40B4-BE49-F238E27FC236}">
                    <a16:creationId xmlns:a16="http://schemas.microsoft.com/office/drawing/2014/main" id="{C6900325-308B-E749-BF24-835453E473DC}"/>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a:extLst>
                  <a:ext uri="{FF2B5EF4-FFF2-40B4-BE49-F238E27FC236}">
                    <a16:creationId xmlns:a16="http://schemas.microsoft.com/office/drawing/2014/main" id="{D0AE4C74-5652-854A-818C-DEB1D55A1615}"/>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a:extLst>
                  <a:ext uri="{FF2B5EF4-FFF2-40B4-BE49-F238E27FC236}">
                    <a16:creationId xmlns:a16="http://schemas.microsoft.com/office/drawing/2014/main" id="{6FEF2DB5-1375-884B-BFC4-89B428E9752A}"/>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a:extLst>
                  <a:ext uri="{FF2B5EF4-FFF2-40B4-BE49-F238E27FC236}">
                    <a16:creationId xmlns:a16="http://schemas.microsoft.com/office/drawing/2014/main" id="{69F1BA50-AEBC-9244-A454-75C05BC0E5DD}"/>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5" name="iṧ1ïḓè">
                <a:extLst>
                  <a:ext uri="{FF2B5EF4-FFF2-40B4-BE49-F238E27FC236}">
                    <a16:creationId xmlns:a16="http://schemas.microsoft.com/office/drawing/2014/main" id="{50950010-F52C-6841-A9E4-812673F9BCE8}"/>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7" name="íşḷïḑe">
              <a:extLst>
                <a:ext uri="{FF2B5EF4-FFF2-40B4-BE49-F238E27FC236}">
                  <a16:creationId xmlns:a16="http://schemas.microsoft.com/office/drawing/2014/main" id="{1EA826F0-AE07-504D-9C6E-4A6302BDCA69}"/>
                </a:ext>
              </a:extLst>
            </p:cNvPr>
            <p:cNvGrpSpPr/>
            <p:nvPr userDrawn="1"/>
          </p:nvGrpSpPr>
          <p:grpSpPr>
            <a:xfrm>
              <a:off x="4894762" y="471192"/>
              <a:ext cx="4437911" cy="1614111"/>
              <a:chOff x="4412452" y="3106738"/>
              <a:chExt cx="2312689" cy="841148"/>
            </a:xfrm>
          </p:grpSpPr>
          <p:grpSp>
            <p:nvGrpSpPr>
              <p:cNvPr id="248" name="îṥľíḑé">
                <a:extLst>
                  <a:ext uri="{FF2B5EF4-FFF2-40B4-BE49-F238E27FC236}">
                    <a16:creationId xmlns:a16="http://schemas.microsoft.com/office/drawing/2014/main" id="{39D64547-5156-9A46-BECB-158A08F4DD51}"/>
                  </a:ext>
                </a:extLst>
              </p:cNvPr>
              <p:cNvGrpSpPr/>
              <p:nvPr/>
            </p:nvGrpSpPr>
            <p:grpSpPr>
              <a:xfrm>
                <a:off x="4422776" y="3106738"/>
                <a:ext cx="2293937" cy="617538"/>
                <a:chOff x="4422776" y="3106738"/>
                <a:chExt cx="2293937" cy="617538"/>
              </a:xfrm>
            </p:grpSpPr>
            <p:sp>
              <p:nvSpPr>
                <p:cNvPr id="265" name="išḻiḑé">
                  <a:extLst>
                    <a:ext uri="{FF2B5EF4-FFF2-40B4-BE49-F238E27FC236}">
                      <a16:creationId xmlns:a16="http://schemas.microsoft.com/office/drawing/2014/main" id="{E9E95CFA-B471-D346-88CE-BF00280196C0}"/>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6" name="íṥľíďè">
                  <a:extLst>
                    <a:ext uri="{FF2B5EF4-FFF2-40B4-BE49-F238E27FC236}">
                      <a16:creationId xmlns:a16="http://schemas.microsoft.com/office/drawing/2014/main" id="{EB890018-20C4-6246-8A3C-F7FD68602FDA}"/>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7" name="íś1iḑe">
                  <a:extLst>
                    <a:ext uri="{FF2B5EF4-FFF2-40B4-BE49-F238E27FC236}">
                      <a16:creationId xmlns:a16="http://schemas.microsoft.com/office/drawing/2014/main" id="{01179C9D-6713-BF47-AA0F-281ED877EEEE}"/>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8" name="iṩ1iḋè">
                  <a:extLst>
                    <a:ext uri="{FF2B5EF4-FFF2-40B4-BE49-F238E27FC236}">
                      <a16:creationId xmlns:a16="http://schemas.microsoft.com/office/drawing/2014/main" id="{621A8462-AF81-F546-A24F-AB4367F2710C}"/>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9" name="íṩlïḓè">
                  <a:extLst>
                    <a:ext uri="{FF2B5EF4-FFF2-40B4-BE49-F238E27FC236}">
                      <a16:creationId xmlns:a16="http://schemas.microsoft.com/office/drawing/2014/main" id="{57F3DDF2-34D4-7543-9418-964C5B630599}"/>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0" name="ísḷïďè">
                  <a:extLst>
                    <a:ext uri="{FF2B5EF4-FFF2-40B4-BE49-F238E27FC236}">
                      <a16:creationId xmlns:a16="http://schemas.microsoft.com/office/drawing/2014/main" id="{C5186C17-1E83-714A-8B14-0163667BC9E4}"/>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1" name="îṧļîḓé">
                  <a:extLst>
                    <a:ext uri="{FF2B5EF4-FFF2-40B4-BE49-F238E27FC236}">
                      <a16:creationId xmlns:a16="http://schemas.microsoft.com/office/drawing/2014/main" id="{799F2DE9-5612-5C49-ACB0-FF33A8D94B31}"/>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2" name="iSļïḑé">
                  <a:extLst>
                    <a:ext uri="{FF2B5EF4-FFF2-40B4-BE49-F238E27FC236}">
                      <a16:creationId xmlns:a16="http://schemas.microsoft.com/office/drawing/2014/main" id="{9CE9B73C-A77B-CA4F-9CD9-1B7561A61257}"/>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3" name="íšlïďè">
                  <a:extLst>
                    <a:ext uri="{FF2B5EF4-FFF2-40B4-BE49-F238E27FC236}">
                      <a16:creationId xmlns:a16="http://schemas.microsoft.com/office/drawing/2014/main" id="{1E9C718C-CB3C-BC48-BB64-22E4D8039279}"/>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4" name="işḷîḑe">
                  <a:extLst>
                    <a:ext uri="{FF2B5EF4-FFF2-40B4-BE49-F238E27FC236}">
                      <a16:creationId xmlns:a16="http://schemas.microsoft.com/office/drawing/2014/main" id="{88E40FB8-5CA6-9E40-962B-D214B5F662CB}"/>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5" name="íṥḻiďê">
                  <a:extLst>
                    <a:ext uri="{FF2B5EF4-FFF2-40B4-BE49-F238E27FC236}">
                      <a16:creationId xmlns:a16="http://schemas.microsoft.com/office/drawing/2014/main" id="{844B0D86-9046-2141-A874-61F3E25E14CA}"/>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9" name="ïšľîḍê">
                <a:extLst>
                  <a:ext uri="{FF2B5EF4-FFF2-40B4-BE49-F238E27FC236}">
                    <a16:creationId xmlns:a16="http://schemas.microsoft.com/office/drawing/2014/main" id="{1C609813-1774-8E4D-9F8C-E1E3661FF14A}"/>
                  </a:ext>
                </a:extLst>
              </p:cNvPr>
              <p:cNvGrpSpPr/>
              <p:nvPr/>
            </p:nvGrpSpPr>
            <p:grpSpPr>
              <a:xfrm>
                <a:off x="4412452" y="3781425"/>
                <a:ext cx="2312689" cy="166461"/>
                <a:chOff x="6986588" y="3521075"/>
                <a:chExt cx="1654176" cy="119063"/>
              </a:xfrm>
            </p:grpSpPr>
            <p:sp>
              <p:nvSpPr>
                <p:cNvPr id="250" name="îṩľîḑê">
                  <a:extLst>
                    <a:ext uri="{FF2B5EF4-FFF2-40B4-BE49-F238E27FC236}">
                      <a16:creationId xmlns:a16="http://schemas.microsoft.com/office/drawing/2014/main" id="{C89BCD88-9FA4-BD44-982F-9844236EA45A}"/>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1" name="îṩḷîde">
                  <a:extLst>
                    <a:ext uri="{FF2B5EF4-FFF2-40B4-BE49-F238E27FC236}">
                      <a16:creationId xmlns:a16="http://schemas.microsoft.com/office/drawing/2014/main" id="{CCB337B7-50AE-2F4E-A6E5-61392C25DFC7}"/>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2" name="îṣḻîḑê">
                  <a:extLst>
                    <a:ext uri="{FF2B5EF4-FFF2-40B4-BE49-F238E27FC236}">
                      <a16:creationId xmlns:a16="http://schemas.microsoft.com/office/drawing/2014/main" id="{45143715-8506-694C-B7D2-4989C8FFBCAA}"/>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3" name="ïṥlíḑê">
                  <a:extLst>
                    <a:ext uri="{FF2B5EF4-FFF2-40B4-BE49-F238E27FC236}">
                      <a16:creationId xmlns:a16="http://schemas.microsoft.com/office/drawing/2014/main" id="{404C92B2-6E6C-6044-9EF8-14F1D8D61BFB}"/>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4" name="îş1íḋe">
                  <a:extLst>
                    <a:ext uri="{FF2B5EF4-FFF2-40B4-BE49-F238E27FC236}">
                      <a16:creationId xmlns:a16="http://schemas.microsoft.com/office/drawing/2014/main" id="{7C5F190C-6F8A-8743-B665-77D7BA9B99B1}"/>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5" name="îş1ïḋe">
                  <a:extLst>
                    <a:ext uri="{FF2B5EF4-FFF2-40B4-BE49-F238E27FC236}">
                      <a16:creationId xmlns:a16="http://schemas.microsoft.com/office/drawing/2014/main" id="{AACAEFC6-00DB-624B-96E5-55D1153283DA}"/>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6" name="íšlídè">
                  <a:extLst>
                    <a:ext uri="{FF2B5EF4-FFF2-40B4-BE49-F238E27FC236}">
                      <a16:creationId xmlns:a16="http://schemas.microsoft.com/office/drawing/2014/main" id="{6B91F165-2F01-9D4C-950F-9CEF67F7AEAE}"/>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7" name="îṣḻîďe">
                  <a:extLst>
                    <a:ext uri="{FF2B5EF4-FFF2-40B4-BE49-F238E27FC236}">
                      <a16:creationId xmlns:a16="http://schemas.microsoft.com/office/drawing/2014/main" id="{A86EADCA-D694-E449-8EE6-CDCDF22A34C4}"/>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8" name="íŝḻiḋè">
                  <a:extLst>
                    <a:ext uri="{FF2B5EF4-FFF2-40B4-BE49-F238E27FC236}">
                      <a16:creationId xmlns:a16="http://schemas.microsoft.com/office/drawing/2014/main" id="{8F478696-931D-F84B-8764-BEAA02862463}"/>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9" name="î$ḷíďé">
                  <a:extLst>
                    <a:ext uri="{FF2B5EF4-FFF2-40B4-BE49-F238E27FC236}">
                      <a16:creationId xmlns:a16="http://schemas.microsoft.com/office/drawing/2014/main" id="{8037E45B-B559-4446-9B46-4A200B187521}"/>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0" name="îṡlîďe">
                  <a:extLst>
                    <a:ext uri="{FF2B5EF4-FFF2-40B4-BE49-F238E27FC236}">
                      <a16:creationId xmlns:a16="http://schemas.microsoft.com/office/drawing/2014/main" id="{966194C0-DA5C-164F-84D3-187CDBEFED3E}"/>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1" name="ïşľîḍé">
                  <a:extLst>
                    <a:ext uri="{FF2B5EF4-FFF2-40B4-BE49-F238E27FC236}">
                      <a16:creationId xmlns:a16="http://schemas.microsoft.com/office/drawing/2014/main" id="{35AF3130-2C15-5842-AFD1-576DBB732B53}"/>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2" name="îṩľîďe">
                  <a:extLst>
                    <a:ext uri="{FF2B5EF4-FFF2-40B4-BE49-F238E27FC236}">
                      <a16:creationId xmlns:a16="http://schemas.microsoft.com/office/drawing/2014/main" id="{BDD7DDCD-E30F-764D-80CF-830A60436831}"/>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3" name="iS1idè">
                  <a:extLst>
                    <a:ext uri="{FF2B5EF4-FFF2-40B4-BE49-F238E27FC236}">
                      <a16:creationId xmlns:a16="http://schemas.microsoft.com/office/drawing/2014/main" id="{E921EDEF-EBCF-6044-9628-02C1420BEAC6}"/>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4" name="iṣḷîḋe">
                  <a:extLst>
                    <a:ext uri="{FF2B5EF4-FFF2-40B4-BE49-F238E27FC236}">
                      <a16:creationId xmlns:a16="http://schemas.microsoft.com/office/drawing/2014/main" id="{B4BF50DA-B9DA-1444-89A0-381C75023C90}"/>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grpSp>
      <p:cxnSp>
        <p:nvCxnSpPr>
          <p:cNvPr id="4" name="直线连接符 3">
            <a:extLst>
              <a:ext uri="{FF2B5EF4-FFF2-40B4-BE49-F238E27FC236}">
                <a16:creationId xmlns:a16="http://schemas.microsoft.com/office/drawing/2014/main" id="{959D5530-A0A5-934E-AAE7-E3140A5C1BA3}"/>
              </a:ext>
            </a:extLst>
          </p:cNvPr>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a:extLst>
              <a:ext uri="{FF2B5EF4-FFF2-40B4-BE49-F238E27FC236}">
                <a16:creationId xmlns:a16="http://schemas.microsoft.com/office/drawing/2014/main" id="{F8B9A523-AD8C-9140-B30D-DCF5D7DFB66B}"/>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colorTemperature colorTemp="9660"/>
                    </a14:imgEffect>
                    <a14:imgEffect>
                      <a14:saturation sat="111000"/>
                    </a14:imgEffect>
                    <a14:imgEffect>
                      <a14:brightnessContrast bright="72000"/>
                    </a14:imgEffect>
                  </a14:imgLayer>
                </a14:imgProps>
              </a:ext>
              <a:ext uri="{28A0092B-C50C-407E-A947-70E740481C1C}">
                <a14:useLocalDpi xmlns:a14="http://schemas.microsoft.com/office/drawing/2010/main" val="0"/>
              </a:ext>
            </a:extLst>
          </a:blip>
          <a:srcRect l="38743" t="8413"/>
          <a:stretch/>
        </p:blipFill>
        <p:spPr>
          <a:xfrm flipH="1">
            <a:off x="-1" y="60500"/>
            <a:ext cx="958611" cy="955500"/>
          </a:xfrm>
          <a:prstGeom prst="rect">
            <a:avLst/>
          </a:prstGeom>
        </p:spPr>
      </p:pic>
      <p:grpSp>
        <p:nvGrpSpPr>
          <p:cNvPr id="108" name="组合 107">
            <a:extLst>
              <a:ext uri="{FF2B5EF4-FFF2-40B4-BE49-F238E27FC236}">
                <a16:creationId xmlns:a16="http://schemas.microsoft.com/office/drawing/2014/main" id="{800D2A5F-D418-9540-BE94-515C5E0BFD6F}"/>
              </a:ext>
            </a:extLst>
          </p:cNvPr>
          <p:cNvGrpSpPr/>
          <p:nvPr userDrawn="1"/>
        </p:nvGrpSpPr>
        <p:grpSpPr>
          <a:xfrm flipH="1">
            <a:off x="7081926" y="1542464"/>
            <a:ext cx="3346546" cy="2744651"/>
            <a:chOff x="5391486" y="1250127"/>
            <a:chExt cx="1521247" cy="1247642"/>
          </a:xfrm>
        </p:grpSpPr>
        <p:sp>
          <p:nvSpPr>
            <p:cNvPr id="109" name="任意形状 108">
              <a:extLst>
                <a:ext uri="{FF2B5EF4-FFF2-40B4-BE49-F238E27FC236}">
                  <a16:creationId xmlns:a16="http://schemas.microsoft.com/office/drawing/2014/main" id="{0687A1B3-222F-1444-8F62-1D4AD90DEDB7}"/>
                </a:ext>
              </a:extLst>
            </p:cNvPr>
            <p:cNvSpPr/>
            <p:nvPr/>
          </p:nvSpPr>
          <p:spPr>
            <a:xfrm>
              <a:off x="5391486" y="1250127"/>
              <a:ext cx="634765" cy="1247642"/>
            </a:xfrm>
            <a:custGeom>
              <a:avLst/>
              <a:gdLst/>
              <a:ahLst/>
              <a:cxnLst/>
              <a:rect l="l" t="t" r="r" b="b"/>
              <a:pathLst>
                <a:path w="634765" h="1247642">
                  <a:moveTo>
                    <a:pt x="353863" y="0"/>
                  </a:moveTo>
                  <a:lnTo>
                    <a:pt x="598284" y="0"/>
                  </a:lnTo>
                  <a:lnTo>
                    <a:pt x="324678" y="612877"/>
                  </a:lnTo>
                  <a:lnTo>
                    <a:pt x="634765" y="612877"/>
                  </a:lnTo>
                  <a:lnTo>
                    <a:pt x="634765" y="1247642"/>
                  </a:lnTo>
                  <a:lnTo>
                    <a:pt x="0" y="1247642"/>
                  </a:lnTo>
                  <a:lnTo>
                    <a:pt x="0" y="609229"/>
                  </a:lnTo>
                  <a:lnTo>
                    <a:pt x="353863" y="0"/>
                  </a:lnTo>
                  <a:close/>
                </a:path>
              </a:pathLst>
            </a:custGeom>
            <a:solidFill>
              <a:schemeClr val="tx2">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
          <p:nvSpPr>
            <p:cNvPr id="111" name="任意形状 110">
              <a:extLst>
                <a:ext uri="{FF2B5EF4-FFF2-40B4-BE49-F238E27FC236}">
                  <a16:creationId xmlns:a16="http://schemas.microsoft.com/office/drawing/2014/main" id="{9CE7ECBC-1D33-D24E-A705-B7E30A874744}"/>
                </a:ext>
              </a:extLst>
            </p:cNvPr>
            <p:cNvSpPr/>
            <p:nvPr/>
          </p:nvSpPr>
          <p:spPr>
            <a:xfrm>
              <a:off x="6277968" y="1250127"/>
              <a:ext cx="634765" cy="1247642"/>
            </a:xfrm>
            <a:custGeom>
              <a:avLst/>
              <a:gdLst/>
              <a:ahLst/>
              <a:cxnLst/>
              <a:rect l="l" t="t" r="r" b="b"/>
              <a:pathLst>
                <a:path w="634765" h="1247642">
                  <a:moveTo>
                    <a:pt x="353863" y="0"/>
                  </a:moveTo>
                  <a:lnTo>
                    <a:pt x="598284" y="0"/>
                  </a:lnTo>
                  <a:lnTo>
                    <a:pt x="324678" y="612877"/>
                  </a:lnTo>
                  <a:lnTo>
                    <a:pt x="634765" y="612877"/>
                  </a:lnTo>
                  <a:lnTo>
                    <a:pt x="634765" y="1247642"/>
                  </a:lnTo>
                  <a:lnTo>
                    <a:pt x="0" y="1247642"/>
                  </a:lnTo>
                  <a:lnTo>
                    <a:pt x="0" y="609229"/>
                  </a:lnTo>
                  <a:lnTo>
                    <a:pt x="353863" y="0"/>
                  </a:lnTo>
                  <a:close/>
                </a:path>
              </a:pathLst>
            </a:custGeom>
            <a:solidFill>
              <a:schemeClr val="tx2">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grpSp>
      <p:sp>
        <p:nvSpPr>
          <p:cNvPr id="113" name="矩形标注 112">
            <a:extLst>
              <a:ext uri="{FF2B5EF4-FFF2-40B4-BE49-F238E27FC236}">
                <a16:creationId xmlns:a16="http://schemas.microsoft.com/office/drawing/2014/main" id="{C051AE12-55DB-F74E-B1DF-61E3379EFEBF}"/>
              </a:ext>
            </a:extLst>
          </p:cNvPr>
          <p:cNvSpPr/>
          <p:nvPr userDrawn="1"/>
        </p:nvSpPr>
        <p:spPr>
          <a:xfrm>
            <a:off x="4295775" y="1792186"/>
            <a:ext cx="7092949" cy="3985468"/>
          </a:xfrm>
          <a:prstGeom prst="wedgeRectCallout">
            <a:avLst>
              <a:gd name="adj1" fmla="val -57128"/>
              <a:gd name="adj2" fmla="val -8009"/>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nSpc>
                <a:spcPct val="130000"/>
              </a:lnSpc>
            </a:pPr>
            <a:endParaRPr kumimoji="1" lang="en-US" altLang="zh-CN" sz="2000" dirty="0">
              <a:solidFill>
                <a:schemeClr val="tx1">
                  <a:lumMod val="75000"/>
                  <a:lumOff val="25000"/>
                </a:schemeClr>
              </a:solidFill>
            </a:endParaRPr>
          </a:p>
          <a:p>
            <a:pPr>
              <a:lnSpc>
                <a:spcPct val="130000"/>
              </a:lnSpc>
            </a:pPr>
            <a:endParaRPr kumimoji="1" lang="en-US" altLang="zh-CN" sz="2000" dirty="0">
              <a:solidFill>
                <a:schemeClr val="tx1">
                  <a:lumMod val="75000"/>
                  <a:lumOff val="25000"/>
                </a:schemeClr>
              </a:solidFill>
            </a:endParaRPr>
          </a:p>
          <a:p>
            <a:pPr>
              <a:lnSpc>
                <a:spcPct val="130000"/>
              </a:lnSpc>
            </a:pPr>
            <a:endParaRPr kumimoji="1" lang="en-US" altLang="zh-CN" sz="2000" dirty="0">
              <a:solidFill>
                <a:schemeClr val="tx1">
                  <a:lumMod val="75000"/>
                  <a:lumOff val="25000"/>
                </a:schemeClr>
              </a:solidFill>
            </a:endParaRPr>
          </a:p>
        </p:txBody>
      </p:sp>
      <p:sp>
        <p:nvSpPr>
          <p:cNvPr id="114" name="椭圆 113">
            <a:extLst>
              <a:ext uri="{FF2B5EF4-FFF2-40B4-BE49-F238E27FC236}">
                <a16:creationId xmlns:a16="http://schemas.microsoft.com/office/drawing/2014/main" id="{C9A17E54-0F0D-6D4C-AA24-3BE97F9C2995}"/>
              </a:ext>
            </a:extLst>
          </p:cNvPr>
          <p:cNvSpPr/>
          <p:nvPr userDrawn="1"/>
        </p:nvSpPr>
        <p:spPr>
          <a:xfrm>
            <a:off x="994874" y="1801406"/>
            <a:ext cx="2586526" cy="2586526"/>
          </a:xfrm>
          <a:prstGeom prst="ellipse">
            <a:avLst/>
          </a:prstGeom>
          <a:noFill/>
          <a:ln cmpd="thickThin">
            <a:solidFill>
              <a:schemeClr val="accent2"/>
            </a:solidFill>
            <a:prstDash val="dash"/>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
        <p:nvSpPr>
          <p:cNvPr id="117" name="图片占位符 116">
            <a:extLst>
              <a:ext uri="{FF2B5EF4-FFF2-40B4-BE49-F238E27FC236}">
                <a16:creationId xmlns:a16="http://schemas.microsoft.com/office/drawing/2014/main" id="{FA2D7BE4-379A-4340-9DA9-D43E5F7B4335}"/>
              </a:ext>
            </a:extLst>
          </p:cNvPr>
          <p:cNvSpPr>
            <a:spLocks noGrp="1"/>
          </p:cNvSpPr>
          <p:nvPr>
            <p:ph type="pic" sz="quarter" idx="10"/>
          </p:nvPr>
        </p:nvSpPr>
        <p:spPr>
          <a:xfrm>
            <a:off x="1139471" y="1946004"/>
            <a:ext cx="2297332" cy="2297332"/>
          </a:xfrm>
          <a:custGeom>
            <a:avLst/>
            <a:gdLst>
              <a:gd name="connsiteX0" fmla="*/ 1148666 w 2297332"/>
              <a:gd name="connsiteY0" fmla="*/ 0 h 2297332"/>
              <a:gd name="connsiteX1" fmla="*/ 2297332 w 2297332"/>
              <a:gd name="connsiteY1" fmla="*/ 1148666 h 2297332"/>
              <a:gd name="connsiteX2" fmla="*/ 1148666 w 2297332"/>
              <a:gd name="connsiteY2" fmla="*/ 2297332 h 2297332"/>
              <a:gd name="connsiteX3" fmla="*/ 0 w 2297332"/>
              <a:gd name="connsiteY3" fmla="*/ 1148666 h 2297332"/>
              <a:gd name="connsiteX4" fmla="*/ 1148666 w 2297332"/>
              <a:gd name="connsiteY4" fmla="*/ 0 h 2297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332" h="2297332">
                <a:moveTo>
                  <a:pt x="1148666" y="0"/>
                </a:moveTo>
                <a:cubicBezTo>
                  <a:pt x="1783057" y="0"/>
                  <a:pt x="2297332" y="514275"/>
                  <a:pt x="2297332" y="1148666"/>
                </a:cubicBezTo>
                <a:cubicBezTo>
                  <a:pt x="2297332" y="1783057"/>
                  <a:pt x="1783057" y="2297332"/>
                  <a:pt x="1148666" y="2297332"/>
                </a:cubicBezTo>
                <a:cubicBezTo>
                  <a:pt x="514275" y="2297332"/>
                  <a:pt x="0" y="1783057"/>
                  <a:pt x="0" y="1148666"/>
                </a:cubicBezTo>
                <a:cubicBezTo>
                  <a:pt x="0" y="514275"/>
                  <a:pt x="514275" y="0"/>
                  <a:pt x="1148666" y="0"/>
                </a:cubicBezTo>
                <a:close/>
              </a:path>
            </a:pathLst>
          </a:custGeom>
          <a:ln w="12700">
            <a:solidFill>
              <a:schemeClr val="accent2"/>
            </a:solidFill>
          </a:ln>
        </p:spPr>
        <p:txBody>
          <a:bodyPr wrap="square">
            <a:noAutofit/>
          </a:bodyPr>
          <a:lstStyle/>
          <a:p>
            <a:endParaRPr kumimoji="1" lang="zh-CN" altLang="en-US"/>
          </a:p>
        </p:txBody>
      </p:sp>
    </p:spTree>
    <p:extLst>
      <p:ext uri="{BB962C8B-B14F-4D97-AF65-F5344CB8AC3E}">
        <p14:creationId xmlns:p14="http://schemas.microsoft.com/office/powerpoint/2010/main" val="2457311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单张图片1">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E400B-D16B-4A3A-AC95-3E3276FD3F1A}"/>
              </a:ext>
            </a:extLst>
          </p:cNvPr>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a:extLst>
              <a:ext uri="{FF2B5EF4-FFF2-40B4-BE49-F238E27FC236}">
                <a16:creationId xmlns:a16="http://schemas.microsoft.com/office/drawing/2014/main" id="{C2642FC6-A069-EB4A-AE09-AEAF3C0FF9D3}"/>
              </a:ext>
            </a:extLst>
          </p:cNvPr>
          <p:cNvGrpSpPr/>
          <p:nvPr userDrawn="1"/>
        </p:nvGrpSpPr>
        <p:grpSpPr>
          <a:xfrm>
            <a:off x="9895088" y="468793"/>
            <a:ext cx="1480571" cy="458860"/>
            <a:chOff x="2558030" y="228446"/>
            <a:chExt cx="6774643" cy="2099603"/>
          </a:xfrm>
        </p:grpSpPr>
        <p:grpSp>
          <p:nvGrpSpPr>
            <p:cNvPr id="246" name="íšḻîďê">
              <a:extLst>
                <a:ext uri="{FF2B5EF4-FFF2-40B4-BE49-F238E27FC236}">
                  <a16:creationId xmlns:a16="http://schemas.microsoft.com/office/drawing/2014/main" id="{49171AB3-8591-5348-9C61-F17D0F929EB0}"/>
                </a:ext>
              </a:extLst>
            </p:cNvPr>
            <p:cNvGrpSpPr/>
            <p:nvPr userDrawn="1"/>
          </p:nvGrpSpPr>
          <p:grpSpPr>
            <a:xfrm>
              <a:off x="2558030" y="228446"/>
              <a:ext cx="2085857" cy="2099603"/>
              <a:chOff x="3551238" y="3067050"/>
              <a:chExt cx="722313" cy="727075"/>
            </a:xfrm>
          </p:grpSpPr>
          <p:sp>
            <p:nvSpPr>
              <p:cNvPr id="276" name="ïş1íḍê">
                <a:extLst>
                  <a:ext uri="{FF2B5EF4-FFF2-40B4-BE49-F238E27FC236}">
                    <a16:creationId xmlns:a16="http://schemas.microsoft.com/office/drawing/2014/main" id="{331EE849-D4A4-DC42-B184-E5D68CE3C507}"/>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7" name="íšḻïḍè">
                <a:extLst>
                  <a:ext uri="{FF2B5EF4-FFF2-40B4-BE49-F238E27FC236}">
                    <a16:creationId xmlns:a16="http://schemas.microsoft.com/office/drawing/2014/main" id="{DF8A2D4E-E7AE-764C-B284-1B5B99A5E272}"/>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headEnd/>
                <a:tailEnd/>
              </a:ln>
            </p:spPr>
            <p:txBody>
              <a:bodyPr anchor="ctr"/>
              <a:lstStyle/>
              <a:p>
                <a:pPr algn="ctr"/>
                <a:endParaRPr/>
              </a:p>
            </p:txBody>
          </p:sp>
          <p:sp>
            <p:nvSpPr>
              <p:cNvPr id="278" name="ïśľíḓé">
                <a:extLst>
                  <a:ext uri="{FF2B5EF4-FFF2-40B4-BE49-F238E27FC236}">
                    <a16:creationId xmlns:a16="http://schemas.microsoft.com/office/drawing/2014/main" id="{AE06900F-E8EC-644A-B307-9976F21A9C04}"/>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9" name="ïslíḍê">
                <a:extLst>
                  <a:ext uri="{FF2B5EF4-FFF2-40B4-BE49-F238E27FC236}">
                    <a16:creationId xmlns:a16="http://schemas.microsoft.com/office/drawing/2014/main" id="{52C5D888-08A1-5F44-B94A-1B39D2B56326}"/>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0" name="íṡļïdê">
                <a:extLst>
                  <a:ext uri="{FF2B5EF4-FFF2-40B4-BE49-F238E27FC236}">
                    <a16:creationId xmlns:a16="http://schemas.microsoft.com/office/drawing/2014/main" id="{9C2A8FB3-E6B7-5342-9F1A-E66018C224B8}"/>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1" name="iş1ïďe">
                <a:extLst>
                  <a:ext uri="{FF2B5EF4-FFF2-40B4-BE49-F238E27FC236}">
                    <a16:creationId xmlns:a16="http://schemas.microsoft.com/office/drawing/2014/main" id="{AB71DB15-AC89-EF4D-9581-A712A3F5D911}"/>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2" name="ïṩḷíḍé">
                <a:extLst>
                  <a:ext uri="{FF2B5EF4-FFF2-40B4-BE49-F238E27FC236}">
                    <a16:creationId xmlns:a16="http://schemas.microsoft.com/office/drawing/2014/main" id="{FE48DBAC-D137-5E4A-AE2A-58A5E5D92FEF}"/>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a:extLst>
                  <a:ext uri="{FF2B5EF4-FFF2-40B4-BE49-F238E27FC236}">
                    <a16:creationId xmlns:a16="http://schemas.microsoft.com/office/drawing/2014/main" id="{64C522BC-A5D8-6E4A-8E2E-8A7E334324FA}"/>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a:extLst>
                  <a:ext uri="{FF2B5EF4-FFF2-40B4-BE49-F238E27FC236}">
                    <a16:creationId xmlns:a16="http://schemas.microsoft.com/office/drawing/2014/main" id="{B2A17ADB-C350-6C47-A9E7-9353F379FA7E}"/>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a:extLst>
                  <a:ext uri="{FF2B5EF4-FFF2-40B4-BE49-F238E27FC236}">
                    <a16:creationId xmlns:a16="http://schemas.microsoft.com/office/drawing/2014/main" id="{19342845-CB0B-7842-A750-3CC457D90077}"/>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a:extLst>
                  <a:ext uri="{FF2B5EF4-FFF2-40B4-BE49-F238E27FC236}">
                    <a16:creationId xmlns:a16="http://schemas.microsoft.com/office/drawing/2014/main" id="{3DC316BC-A0F4-B749-9D82-3E06B5258988}"/>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a:extLst>
                  <a:ext uri="{FF2B5EF4-FFF2-40B4-BE49-F238E27FC236}">
                    <a16:creationId xmlns:a16="http://schemas.microsoft.com/office/drawing/2014/main" id="{079333E7-B194-C744-AFEB-1559449C15B0}"/>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a:extLst>
                  <a:ext uri="{FF2B5EF4-FFF2-40B4-BE49-F238E27FC236}">
                    <a16:creationId xmlns:a16="http://schemas.microsoft.com/office/drawing/2014/main" id="{008C6E34-7D64-E34A-9328-DF7C7638B8EA}"/>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a:extLst>
                  <a:ext uri="{FF2B5EF4-FFF2-40B4-BE49-F238E27FC236}">
                    <a16:creationId xmlns:a16="http://schemas.microsoft.com/office/drawing/2014/main" id="{AAABCA0A-9410-EA4D-8278-D2197B42AFF2}"/>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a:extLst>
                  <a:ext uri="{FF2B5EF4-FFF2-40B4-BE49-F238E27FC236}">
                    <a16:creationId xmlns:a16="http://schemas.microsoft.com/office/drawing/2014/main" id="{25E701C1-E0D7-8D42-A8D9-16C4F4697949}"/>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a:extLst>
                  <a:ext uri="{FF2B5EF4-FFF2-40B4-BE49-F238E27FC236}">
                    <a16:creationId xmlns:a16="http://schemas.microsoft.com/office/drawing/2014/main" id="{6481D560-8D59-3348-814B-8E2ED3F62DAE}"/>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a:extLst>
                  <a:ext uri="{FF2B5EF4-FFF2-40B4-BE49-F238E27FC236}">
                    <a16:creationId xmlns:a16="http://schemas.microsoft.com/office/drawing/2014/main" id="{0F34FCCA-894E-A749-B1A9-98BDCE801EE3}"/>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a:extLst>
                  <a:ext uri="{FF2B5EF4-FFF2-40B4-BE49-F238E27FC236}">
                    <a16:creationId xmlns:a16="http://schemas.microsoft.com/office/drawing/2014/main" id="{A3E75E0C-D4F2-9547-BE26-5F24FA75CAB7}"/>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a:extLst>
                  <a:ext uri="{FF2B5EF4-FFF2-40B4-BE49-F238E27FC236}">
                    <a16:creationId xmlns:a16="http://schemas.microsoft.com/office/drawing/2014/main" id="{0A289880-B5F4-0D44-AA71-D31B27BF5F0F}"/>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a:extLst>
                  <a:ext uri="{FF2B5EF4-FFF2-40B4-BE49-F238E27FC236}">
                    <a16:creationId xmlns:a16="http://schemas.microsoft.com/office/drawing/2014/main" id="{559C6F73-3756-4D4C-A745-5C39000DE67E}"/>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a:extLst>
                  <a:ext uri="{FF2B5EF4-FFF2-40B4-BE49-F238E27FC236}">
                    <a16:creationId xmlns:a16="http://schemas.microsoft.com/office/drawing/2014/main" id="{B94A9EAC-5077-9C43-A07C-D8647900EC8A}"/>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7" name="islïďé">
                <a:extLst>
                  <a:ext uri="{FF2B5EF4-FFF2-40B4-BE49-F238E27FC236}">
                    <a16:creationId xmlns:a16="http://schemas.microsoft.com/office/drawing/2014/main" id="{B54980F5-D4DB-3149-88E2-FC1B906C713D}"/>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8" name="îṥḷîdé">
                <a:extLst>
                  <a:ext uri="{FF2B5EF4-FFF2-40B4-BE49-F238E27FC236}">
                    <a16:creationId xmlns:a16="http://schemas.microsoft.com/office/drawing/2014/main" id="{8D26488D-9702-5B42-B3A8-2FE08043FC68}"/>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9" name="isḷîḋé">
                <a:extLst>
                  <a:ext uri="{FF2B5EF4-FFF2-40B4-BE49-F238E27FC236}">
                    <a16:creationId xmlns:a16="http://schemas.microsoft.com/office/drawing/2014/main" id="{3328F539-E168-2444-AA27-A21E0FB88C68}"/>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0" name="iśḷïḑè">
                <a:extLst>
                  <a:ext uri="{FF2B5EF4-FFF2-40B4-BE49-F238E27FC236}">
                    <a16:creationId xmlns:a16="http://schemas.microsoft.com/office/drawing/2014/main" id="{CCD927C5-139A-7A4D-9593-5E38A4BCD7EE}"/>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1" name="iṧľiďé">
                <a:extLst>
                  <a:ext uri="{FF2B5EF4-FFF2-40B4-BE49-F238E27FC236}">
                    <a16:creationId xmlns:a16="http://schemas.microsoft.com/office/drawing/2014/main" id="{BBA4E80F-3918-1441-9422-4EF3F739AFD7}"/>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2" name="išľïḍé">
                <a:extLst>
                  <a:ext uri="{FF2B5EF4-FFF2-40B4-BE49-F238E27FC236}">
                    <a16:creationId xmlns:a16="http://schemas.microsoft.com/office/drawing/2014/main" id="{867B0927-8F2F-8842-8404-E9F92F9F8FF1}"/>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3" name="îŝlîḑè">
                <a:extLst>
                  <a:ext uri="{FF2B5EF4-FFF2-40B4-BE49-F238E27FC236}">
                    <a16:creationId xmlns:a16="http://schemas.microsoft.com/office/drawing/2014/main" id="{A301A8F9-6F9B-3943-99D1-65E7088742D4}"/>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4" name="îṩḻíḓe">
                <a:extLst>
                  <a:ext uri="{FF2B5EF4-FFF2-40B4-BE49-F238E27FC236}">
                    <a16:creationId xmlns:a16="http://schemas.microsoft.com/office/drawing/2014/main" id="{4ADC4919-2595-EC42-93F1-AC81598C38DC}"/>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5" name="î$1îdè">
                <a:extLst>
                  <a:ext uri="{FF2B5EF4-FFF2-40B4-BE49-F238E27FC236}">
                    <a16:creationId xmlns:a16="http://schemas.microsoft.com/office/drawing/2014/main" id="{8F303413-D569-1F4D-8298-78E4F97EF2C0}"/>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6" name="iśľïḓe">
                <a:extLst>
                  <a:ext uri="{FF2B5EF4-FFF2-40B4-BE49-F238E27FC236}">
                    <a16:creationId xmlns:a16="http://schemas.microsoft.com/office/drawing/2014/main" id="{38842937-FDCA-6941-8B67-F867A925FDCF}"/>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7" name="iṣļïḑè">
                <a:extLst>
                  <a:ext uri="{FF2B5EF4-FFF2-40B4-BE49-F238E27FC236}">
                    <a16:creationId xmlns:a16="http://schemas.microsoft.com/office/drawing/2014/main" id="{36A50748-F007-3D44-9188-9CCCF4A7E025}"/>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8" name="iṡḷidé">
                <a:extLst>
                  <a:ext uri="{FF2B5EF4-FFF2-40B4-BE49-F238E27FC236}">
                    <a16:creationId xmlns:a16="http://schemas.microsoft.com/office/drawing/2014/main" id="{19522ED5-C7BF-5F4D-8194-F7E1A8DEDD46}"/>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9" name="íṡḷíḋe">
                <a:extLst>
                  <a:ext uri="{FF2B5EF4-FFF2-40B4-BE49-F238E27FC236}">
                    <a16:creationId xmlns:a16="http://schemas.microsoft.com/office/drawing/2014/main" id="{8672B506-ECAD-3448-AC68-460729E69835}"/>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a:extLst>
                  <a:ext uri="{FF2B5EF4-FFF2-40B4-BE49-F238E27FC236}">
                    <a16:creationId xmlns:a16="http://schemas.microsoft.com/office/drawing/2014/main" id="{C255849B-0750-7041-A670-223C3279E97C}"/>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a:extLst>
                  <a:ext uri="{FF2B5EF4-FFF2-40B4-BE49-F238E27FC236}">
                    <a16:creationId xmlns:a16="http://schemas.microsoft.com/office/drawing/2014/main" id="{16232912-DBF7-B840-A4AA-6D053116C766}"/>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a:extLst>
                  <a:ext uri="{FF2B5EF4-FFF2-40B4-BE49-F238E27FC236}">
                    <a16:creationId xmlns:a16="http://schemas.microsoft.com/office/drawing/2014/main" id="{4AE4FD53-FAA2-2444-899C-23EFB14213B4}"/>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a:extLst>
                  <a:ext uri="{FF2B5EF4-FFF2-40B4-BE49-F238E27FC236}">
                    <a16:creationId xmlns:a16="http://schemas.microsoft.com/office/drawing/2014/main" id="{7028FD26-0F3F-C344-9DDF-1A48692668BE}"/>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a:extLst>
                  <a:ext uri="{FF2B5EF4-FFF2-40B4-BE49-F238E27FC236}">
                    <a16:creationId xmlns:a16="http://schemas.microsoft.com/office/drawing/2014/main" id="{46B44F2F-838F-5647-B04D-1182BEFAA08C}"/>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5" name="îš1íḑe">
                <a:extLst>
                  <a:ext uri="{FF2B5EF4-FFF2-40B4-BE49-F238E27FC236}">
                    <a16:creationId xmlns:a16="http://schemas.microsoft.com/office/drawing/2014/main" id="{941EA2D9-B725-B542-A3F7-A3E23DDBEC40}"/>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6" name="iš1ïḍe">
                <a:extLst>
                  <a:ext uri="{FF2B5EF4-FFF2-40B4-BE49-F238E27FC236}">
                    <a16:creationId xmlns:a16="http://schemas.microsoft.com/office/drawing/2014/main" id="{48E883DC-7FA2-5045-B010-995FAA503D47}"/>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a:extLst>
                  <a:ext uri="{FF2B5EF4-FFF2-40B4-BE49-F238E27FC236}">
                    <a16:creationId xmlns:a16="http://schemas.microsoft.com/office/drawing/2014/main" id="{8DF837D3-E0F5-E544-B0DC-A65DE0C91AD3}"/>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a:extLst>
                  <a:ext uri="{FF2B5EF4-FFF2-40B4-BE49-F238E27FC236}">
                    <a16:creationId xmlns:a16="http://schemas.microsoft.com/office/drawing/2014/main" id="{E5280F75-1ED2-5546-8326-8CE5FB49F7BC}"/>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a:extLst>
                  <a:ext uri="{FF2B5EF4-FFF2-40B4-BE49-F238E27FC236}">
                    <a16:creationId xmlns:a16="http://schemas.microsoft.com/office/drawing/2014/main" id="{563298BF-D12F-D547-A9EB-A2FD0E7644E9}"/>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a:extLst>
                  <a:ext uri="{FF2B5EF4-FFF2-40B4-BE49-F238E27FC236}">
                    <a16:creationId xmlns:a16="http://schemas.microsoft.com/office/drawing/2014/main" id="{5C471C22-4F9F-5645-B7B9-5808162B9B40}"/>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a:extLst>
                  <a:ext uri="{FF2B5EF4-FFF2-40B4-BE49-F238E27FC236}">
                    <a16:creationId xmlns:a16="http://schemas.microsoft.com/office/drawing/2014/main" id="{4908E9FF-6973-284E-A16B-584A73C9AB48}"/>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a:extLst>
                  <a:ext uri="{FF2B5EF4-FFF2-40B4-BE49-F238E27FC236}">
                    <a16:creationId xmlns:a16="http://schemas.microsoft.com/office/drawing/2014/main" id="{4CA791D0-30E7-704B-ACD4-B15DA1C0F1EC}"/>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3" name="îşľïďe">
                <a:extLst>
                  <a:ext uri="{FF2B5EF4-FFF2-40B4-BE49-F238E27FC236}">
                    <a16:creationId xmlns:a16="http://schemas.microsoft.com/office/drawing/2014/main" id="{4EFC80CE-CF61-B045-B80A-02E394E45BAB}"/>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4" name="ïşľíďê">
                <a:extLst>
                  <a:ext uri="{FF2B5EF4-FFF2-40B4-BE49-F238E27FC236}">
                    <a16:creationId xmlns:a16="http://schemas.microsoft.com/office/drawing/2014/main" id="{E0C02EF5-B61D-A34B-AB84-3A92A3E948AC}"/>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5" name="íś1ïdè">
                <a:extLst>
                  <a:ext uri="{FF2B5EF4-FFF2-40B4-BE49-F238E27FC236}">
                    <a16:creationId xmlns:a16="http://schemas.microsoft.com/office/drawing/2014/main" id="{89D8E1E0-4C7F-7840-9EF4-3ED33002F3BB}"/>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6" name="iṩḷiḍe">
                <a:extLst>
                  <a:ext uri="{FF2B5EF4-FFF2-40B4-BE49-F238E27FC236}">
                    <a16:creationId xmlns:a16="http://schemas.microsoft.com/office/drawing/2014/main" id="{AD9C48EA-F581-9946-8DC9-4BDF21F3D287}"/>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7" name="ïŝ1iďè">
                <a:extLst>
                  <a:ext uri="{FF2B5EF4-FFF2-40B4-BE49-F238E27FC236}">
                    <a16:creationId xmlns:a16="http://schemas.microsoft.com/office/drawing/2014/main" id="{345025D0-8B67-9C40-8728-02649DA348C1}"/>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8" name="íṩļíḋê">
                <a:extLst>
                  <a:ext uri="{FF2B5EF4-FFF2-40B4-BE49-F238E27FC236}">
                    <a16:creationId xmlns:a16="http://schemas.microsoft.com/office/drawing/2014/main" id="{9FA9D742-9195-6642-B445-99B24C17BC0C}"/>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9" name="ïṧ1ïdè">
                <a:extLst>
                  <a:ext uri="{FF2B5EF4-FFF2-40B4-BE49-F238E27FC236}">
                    <a16:creationId xmlns:a16="http://schemas.microsoft.com/office/drawing/2014/main" id="{B4D185C7-1AF5-8342-9191-D8FAB89F145D}"/>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0" name="íŝḻîḍé">
                <a:extLst>
                  <a:ext uri="{FF2B5EF4-FFF2-40B4-BE49-F238E27FC236}">
                    <a16:creationId xmlns:a16="http://schemas.microsoft.com/office/drawing/2014/main" id="{C2733F06-2680-A741-BFBA-70A185222B1F}"/>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1" name="îşḻïḓé">
                <a:extLst>
                  <a:ext uri="{FF2B5EF4-FFF2-40B4-BE49-F238E27FC236}">
                    <a16:creationId xmlns:a16="http://schemas.microsoft.com/office/drawing/2014/main" id="{014B01FB-BE4B-3B4E-B997-C94B4B8DC4FC}"/>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2" name="íśļíďè">
                <a:extLst>
                  <a:ext uri="{FF2B5EF4-FFF2-40B4-BE49-F238E27FC236}">
                    <a16:creationId xmlns:a16="http://schemas.microsoft.com/office/drawing/2014/main" id="{D2C86E61-AEF7-8D44-A72A-CCBD093CD264}"/>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3" name="iŝ1ïdé">
                <a:extLst>
                  <a:ext uri="{FF2B5EF4-FFF2-40B4-BE49-F238E27FC236}">
                    <a16:creationId xmlns:a16="http://schemas.microsoft.com/office/drawing/2014/main" id="{E52432BC-DDB5-5445-B39A-4782F514F2DC}"/>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4" name="is1ídè">
                <a:extLst>
                  <a:ext uri="{FF2B5EF4-FFF2-40B4-BE49-F238E27FC236}">
                    <a16:creationId xmlns:a16="http://schemas.microsoft.com/office/drawing/2014/main" id="{834925A1-ED87-FD42-A0C4-CC7C8CCD712C}"/>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5" name="islíďê">
                <a:extLst>
                  <a:ext uri="{FF2B5EF4-FFF2-40B4-BE49-F238E27FC236}">
                    <a16:creationId xmlns:a16="http://schemas.microsoft.com/office/drawing/2014/main" id="{16CCF2FF-21DC-FC49-97DF-2DAC2C1CD64F}"/>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6" name="iṩlíḑê">
                <a:extLst>
                  <a:ext uri="{FF2B5EF4-FFF2-40B4-BE49-F238E27FC236}">
                    <a16:creationId xmlns:a16="http://schemas.microsoft.com/office/drawing/2014/main" id="{DD7C5A19-55D8-DC48-B1AF-2FAC8609E167}"/>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7" name="îṥḷïďê">
                <a:extLst>
                  <a:ext uri="{FF2B5EF4-FFF2-40B4-BE49-F238E27FC236}">
                    <a16:creationId xmlns:a16="http://schemas.microsoft.com/office/drawing/2014/main" id="{A2A1B4CA-64B0-C54E-95D2-B8273AFA915A}"/>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8" name="íṥḻïďè">
                <a:extLst>
                  <a:ext uri="{FF2B5EF4-FFF2-40B4-BE49-F238E27FC236}">
                    <a16:creationId xmlns:a16="http://schemas.microsoft.com/office/drawing/2014/main" id="{4F81F73E-836F-D742-820C-740E05DED8A0}"/>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9" name="íṡḷíḍè">
                <a:extLst>
                  <a:ext uri="{FF2B5EF4-FFF2-40B4-BE49-F238E27FC236}">
                    <a16:creationId xmlns:a16="http://schemas.microsoft.com/office/drawing/2014/main" id="{C5170157-A63E-F640-A382-23D591FD4A16}"/>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a:extLst>
                  <a:ext uri="{FF2B5EF4-FFF2-40B4-BE49-F238E27FC236}">
                    <a16:creationId xmlns:a16="http://schemas.microsoft.com/office/drawing/2014/main" id="{6C511E9B-6950-0E44-A7C2-9E63E1B7276F}"/>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a:extLst>
                  <a:ext uri="{FF2B5EF4-FFF2-40B4-BE49-F238E27FC236}">
                    <a16:creationId xmlns:a16="http://schemas.microsoft.com/office/drawing/2014/main" id="{C6900325-308B-E749-BF24-835453E473DC}"/>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a:extLst>
                  <a:ext uri="{FF2B5EF4-FFF2-40B4-BE49-F238E27FC236}">
                    <a16:creationId xmlns:a16="http://schemas.microsoft.com/office/drawing/2014/main" id="{D0AE4C74-5652-854A-818C-DEB1D55A1615}"/>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a:extLst>
                  <a:ext uri="{FF2B5EF4-FFF2-40B4-BE49-F238E27FC236}">
                    <a16:creationId xmlns:a16="http://schemas.microsoft.com/office/drawing/2014/main" id="{6FEF2DB5-1375-884B-BFC4-89B428E9752A}"/>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a:extLst>
                  <a:ext uri="{FF2B5EF4-FFF2-40B4-BE49-F238E27FC236}">
                    <a16:creationId xmlns:a16="http://schemas.microsoft.com/office/drawing/2014/main" id="{69F1BA50-AEBC-9244-A454-75C05BC0E5DD}"/>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5" name="iṧ1ïḓè">
                <a:extLst>
                  <a:ext uri="{FF2B5EF4-FFF2-40B4-BE49-F238E27FC236}">
                    <a16:creationId xmlns:a16="http://schemas.microsoft.com/office/drawing/2014/main" id="{50950010-F52C-6841-A9E4-812673F9BCE8}"/>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7" name="íşḷïḑe">
              <a:extLst>
                <a:ext uri="{FF2B5EF4-FFF2-40B4-BE49-F238E27FC236}">
                  <a16:creationId xmlns:a16="http://schemas.microsoft.com/office/drawing/2014/main" id="{1EA826F0-AE07-504D-9C6E-4A6302BDCA69}"/>
                </a:ext>
              </a:extLst>
            </p:cNvPr>
            <p:cNvGrpSpPr/>
            <p:nvPr userDrawn="1"/>
          </p:nvGrpSpPr>
          <p:grpSpPr>
            <a:xfrm>
              <a:off x="4894762" y="471192"/>
              <a:ext cx="4437911" cy="1614111"/>
              <a:chOff x="4412452" y="3106738"/>
              <a:chExt cx="2312689" cy="841148"/>
            </a:xfrm>
          </p:grpSpPr>
          <p:grpSp>
            <p:nvGrpSpPr>
              <p:cNvPr id="248" name="îṥľíḑé">
                <a:extLst>
                  <a:ext uri="{FF2B5EF4-FFF2-40B4-BE49-F238E27FC236}">
                    <a16:creationId xmlns:a16="http://schemas.microsoft.com/office/drawing/2014/main" id="{39D64547-5156-9A46-BECB-158A08F4DD51}"/>
                  </a:ext>
                </a:extLst>
              </p:cNvPr>
              <p:cNvGrpSpPr/>
              <p:nvPr/>
            </p:nvGrpSpPr>
            <p:grpSpPr>
              <a:xfrm>
                <a:off x="4422776" y="3106738"/>
                <a:ext cx="2293937" cy="617538"/>
                <a:chOff x="4422776" y="3106738"/>
                <a:chExt cx="2293937" cy="617538"/>
              </a:xfrm>
            </p:grpSpPr>
            <p:sp>
              <p:nvSpPr>
                <p:cNvPr id="265" name="išḻiḑé">
                  <a:extLst>
                    <a:ext uri="{FF2B5EF4-FFF2-40B4-BE49-F238E27FC236}">
                      <a16:creationId xmlns:a16="http://schemas.microsoft.com/office/drawing/2014/main" id="{E9E95CFA-B471-D346-88CE-BF00280196C0}"/>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6" name="íṥľíďè">
                  <a:extLst>
                    <a:ext uri="{FF2B5EF4-FFF2-40B4-BE49-F238E27FC236}">
                      <a16:creationId xmlns:a16="http://schemas.microsoft.com/office/drawing/2014/main" id="{EB890018-20C4-6246-8A3C-F7FD68602FDA}"/>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7" name="íś1iḑe">
                  <a:extLst>
                    <a:ext uri="{FF2B5EF4-FFF2-40B4-BE49-F238E27FC236}">
                      <a16:creationId xmlns:a16="http://schemas.microsoft.com/office/drawing/2014/main" id="{01179C9D-6713-BF47-AA0F-281ED877EEEE}"/>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8" name="iṩ1iḋè">
                  <a:extLst>
                    <a:ext uri="{FF2B5EF4-FFF2-40B4-BE49-F238E27FC236}">
                      <a16:creationId xmlns:a16="http://schemas.microsoft.com/office/drawing/2014/main" id="{621A8462-AF81-F546-A24F-AB4367F2710C}"/>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9" name="íṩlïḓè">
                  <a:extLst>
                    <a:ext uri="{FF2B5EF4-FFF2-40B4-BE49-F238E27FC236}">
                      <a16:creationId xmlns:a16="http://schemas.microsoft.com/office/drawing/2014/main" id="{57F3DDF2-34D4-7543-9418-964C5B630599}"/>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0" name="ísḷïďè">
                  <a:extLst>
                    <a:ext uri="{FF2B5EF4-FFF2-40B4-BE49-F238E27FC236}">
                      <a16:creationId xmlns:a16="http://schemas.microsoft.com/office/drawing/2014/main" id="{C5186C17-1E83-714A-8B14-0163667BC9E4}"/>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1" name="îṧļîḓé">
                  <a:extLst>
                    <a:ext uri="{FF2B5EF4-FFF2-40B4-BE49-F238E27FC236}">
                      <a16:creationId xmlns:a16="http://schemas.microsoft.com/office/drawing/2014/main" id="{799F2DE9-5612-5C49-ACB0-FF33A8D94B31}"/>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2" name="iSļïḑé">
                  <a:extLst>
                    <a:ext uri="{FF2B5EF4-FFF2-40B4-BE49-F238E27FC236}">
                      <a16:creationId xmlns:a16="http://schemas.microsoft.com/office/drawing/2014/main" id="{9CE9B73C-A77B-CA4F-9CD9-1B7561A61257}"/>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3" name="íšlïďè">
                  <a:extLst>
                    <a:ext uri="{FF2B5EF4-FFF2-40B4-BE49-F238E27FC236}">
                      <a16:creationId xmlns:a16="http://schemas.microsoft.com/office/drawing/2014/main" id="{1E9C718C-CB3C-BC48-BB64-22E4D8039279}"/>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4" name="işḷîḑe">
                  <a:extLst>
                    <a:ext uri="{FF2B5EF4-FFF2-40B4-BE49-F238E27FC236}">
                      <a16:creationId xmlns:a16="http://schemas.microsoft.com/office/drawing/2014/main" id="{88E40FB8-5CA6-9E40-962B-D214B5F662CB}"/>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5" name="íṥḻiďê">
                  <a:extLst>
                    <a:ext uri="{FF2B5EF4-FFF2-40B4-BE49-F238E27FC236}">
                      <a16:creationId xmlns:a16="http://schemas.microsoft.com/office/drawing/2014/main" id="{844B0D86-9046-2141-A874-61F3E25E14CA}"/>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9" name="ïšľîḍê">
                <a:extLst>
                  <a:ext uri="{FF2B5EF4-FFF2-40B4-BE49-F238E27FC236}">
                    <a16:creationId xmlns:a16="http://schemas.microsoft.com/office/drawing/2014/main" id="{1C609813-1774-8E4D-9F8C-E1E3661FF14A}"/>
                  </a:ext>
                </a:extLst>
              </p:cNvPr>
              <p:cNvGrpSpPr/>
              <p:nvPr/>
            </p:nvGrpSpPr>
            <p:grpSpPr>
              <a:xfrm>
                <a:off x="4412452" y="3781425"/>
                <a:ext cx="2312689" cy="166461"/>
                <a:chOff x="6986588" y="3521075"/>
                <a:chExt cx="1654176" cy="119063"/>
              </a:xfrm>
            </p:grpSpPr>
            <p:sp>
              <p:nvSpPr>
                <p:cNvPr id="250" name="îṩľîḑê">
                  <a:extLst>
                    <a:ext uri="{FF2B5EF4-FFF2-40B4-BE49-F238E27FC236}">
                      <a16:creationId xmlns:a16="http://schemas.microsoft.com/office/drawing/2014/main" id="{C89BCD88-9FA4-BD44-982F-9844236EA45A}"/>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1" name="îṩḷîde">
                  <a:extLst>
                    <a:ext uri="{FF2B5EF4-FFF2-40B4-BE49-F238E27FC236}">
                      <a16:creationId xmlns:a16="http://schemas.microsoft.com/office/drawing/2014/main" id="{CCB337B7-50AE-2F4E-A6E5-61392C25DFC7}"/>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2" name="îṣḻîḑê">
                  <a:extLst>
                    <a:ext uri="{FF2B5EF4-FFF2-40B4-BE49-F238E27FC236}">
                      <a16:creationId xmlns:a16="http://schemas.microsoft.com/office/drawing/2014/main" id="{45143715-8506-694C-B7D2-4989C8FFBCAA}"/>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3" name="ïṥlíḑê">
                  <a:extLst>
                    <a:ext uri="{FF2B5EF4-FFF2-40B4-BE49-F238E27FC236}">
                      <a16:creationId xmlns:a16="http://schemas.microsoft.com/office/drawing/2014/main" id="{404C92B2-6E6C-6044-9EF8-14F1D8D61BFB}"/>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4" name="îş1íḋe">
                  <a:extLst>
                    <a:ext uri="{FF2B5EF4-FFF2-40B4-BE49-F238E27FC236}">
                      <a16:creationId xmlns:a16="http://schemas.microsoft.com/office/drawing/2014/main" id="{7C5F190C-6F8A-8743-B665-77D7BA9B99B1}"/>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5" name="îş1ïḋe">
                  <a:extLst>
                    <a:ext uri="{FF2B5EF4-FFF2-40B4-BE49-F238E27FC236}">
                      <a16:creationId xmlns:a16="http://schemas.microsoft.com/office/drawing/2014/main" id="{AACAEFC6-00DB-624B-96E5-55D1153283DA}"/>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6" name="íšlídè">
                  <a:extLst>
                    <a:ext uri="{FF2B5EF4-FFF2-40B4-BE49-F238E27FC236}">
                      <a16:creationId xmlns:a16="http://schemas.microsoft.com/office/drawing/2014/main" id="{6B91F165-2F01-9D4C-950F-9CEF67F7AEAE}"/>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7" name="îṣḻîďe">
                  <a:extLst>
                    <a:ext uri="{FF2B5EF4-FFF2-40B4-BE49-F238E27FC236}">
                      <a16:creationId xmlns:a16="http://schemas.microsoft.com/office/drawing/2014/main" id="{A86EADCA-D694-E449-8EE6-CDCDF22A34C4}"/>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8" name="íŝḻiḋè">
                  <a:extLst>
                    <a:ext uri="{FF2B5EF4-FFF2-40B4-BE49-F238E27FC236}">
                      <a16:creationId xmlns:a16="http://schemas.microsoft.com/office/drawing/2014/main" id="{8F478696-931D-F84B-8764-BEAA02862463}"/>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9" name="î$ḷíďé">
                  <a:extLst>
                    <a:ext uri="{FF2B5EF4-FFF2-40B4-BE49-F238E27FC236}">
                      <a16:creationId xmlns:a16="http://schemas.microsoft.com/office/drawing/2014/main" id="{8037E45B-B559-4446-9B46-4A200B187521}"/>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0" name="îṡlîďe">
                  <a:extLst>
                    <a:ext uri="{FF2B5EF4-FFF2-40B4-BE49-F238E27FC236}">
                      <a16:creationId xmlns:a16="http://schemas.microsoft.com/office/drawing/2014/main" id="{966194C0-DA5C-164F-84D3-187CDBEFED3E}"/>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1" name="ïşľîḍé">
                  <a:extLst>
                    <a:ext uri="{FF2B5EF4-FFF2-40B4-BE49-F238E27FC236}">
                      <a16:creationId xmlns:a16="http://schemas.microsoft.com/office/drawing/2014/main" id="{35AF3130-2C15-5842-AFD1-576DBB732B53}"/>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2" name="îṩľîďe">
                  <a:extLst>
                    <a:ext uri="{FF2B5EF4-FFF2-40B4-BE49-F238E27FC236}">
                      <a16:creationId xmlns:a16="http://schemas.microsoft.com/office/drawing/2014/main" id="{BDD7DDCD-E30F-764D-80CF-830A60436831}"/>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3" name="iS1idè">
                  <a:extLst>
                    <a:ext uri="{FF2B5EF4-FFF2-40B4-BE49-F238E27FC236}">
                      <a16:creationId xmlns:a16="http://schemas.microsoft.com/office/drawing/2014/main" id="{E921EDEF-EBCF-6044-9628-02C1420BEAC6}"/>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4" name="iṣḷîḋe">
                  <a:extLst>
                    <a:ext uri="{FF2B5EF4-FFF2-40B4-BE49-F238E27FC236}">
                      <a16:creationId xmlns:a16="http://schemas.microsoft.com/office/drawing/2014/main" id="{B4BF50DA-B9DA-1444-89A0-381C75023C90}"/>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grpSp>
      <p:cxnSp>
        <p:nvCxnSpPr>
          <p:cNvPr id="4" name="直线连接符 3">
            <a:extLst>
              <a:ext uri="{FF2B5EF4-FFF2-40B4-BE49-F238E27FC236}">
                <a16:creationId xmlns:a16="http://schemas.microsoft.com/office/drawing/2014/main" id="{959D5530-A0A5-934E-AAE7-E3140A5C1BA3}"/>
              </a:ext>
            </a:extLst>
          </p:cNvPr>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a:extLst>
              <a:ext uri="{FF2B5EF4-FFF2-40B4-BE49-F238E27FC236}">
                <a16:creationId xmlns:a16="http://schemas.microsoft.com/office/drawing/2014/main" id="{F8B9A523-AD8C-9140-B30D-DCF5D7DFB66B}"/>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colorTemperature colorTemp="9660"/>
                    </a14:imgEffect>
                    <a14:imgEffect>
                      <a14:saturation sat="111000"/>
                    </a14:imgEffect>
                    <a14:imgEffect>
                      <a14:brightnessContrast bright="72000"/>
                    </a14:imgEffect>
                  </a14:imgLayer>
                </a14:imgProps>
              </a:ext>
              <a:ext uri="{28A0092B-C50C-407E-A947-70E740481C1C}">
                <a14:useLocalDpi xmlns:a14="http://schemas.microsoft.com/office/drawing/2010/main" val="0"/>
              </a:ext>
            </a:extLst>
          </a:blip>
          <a:srcRect l="38743" t="8413"/>
          <a:stretch/>
        </p:blipFill>
        <p:spPr>
          <a:xfrm flipH="1">
            <a:off x="-1" y="60500"/>
            <a:ext cx="958611" cy="955500"/>
          </a:xfrm>
          <a:prstGeom prst="rect">
            <a:avLst/>
          </a:prstGeom>
        </p:spPr>
      </p:pic>
      <p:grpSp>
        <p:nvGrpSpPr>
          <p:cNvPr id="107" name="组合 106">
            <a:extLst>
              <a:ext uri="{FF2B5EF4-FFF2-40B4-BE49-F238E27FC236}">
                <a16:creationId xmlns:a16="http://schemas.microsoft.com/office/drawing/2014/main" id="{3FDD86D2-DF87-3E4E-893D-4CF1CE8430ED}"/>
              </a:ext>
            </a:extLst>
          </p:cNvPr>
          <p:cNvGrpSpPr/>
          <p:nvPr userDrawn="1"/>
        </p:nvGrpSpPr>
        <p:grpSpPr>
          <a:xfrm>
            <a:off x="803275" y="1402933"/>
            <a:ext cx="5296364" cy="4835897"/>
            <a:chOff x="803275" y="1402933"/>
            <a:chExt cx="5296364" cy="4835897"/>
          </a:xfrm>
        </p:grpSpPr>
        <p:sp>
          <p:nvSpPr>
            <p:cNvPr id="108" name="矩形 107">
              <a:extLst>
                <a:ext uri="{FF2B5EF4-FFF2-40B4-BE49-F238E27FC236}">
                  <a16:creationId xmlns:a16="http://schemas.microsoft.com/office/drawing/2014/main" id="{5EA2FCC1-496F-3042-A298-BBE7F6062B87}"/>
                </a:ext>
              </a:extLst>
            </p:cNvPr>
            <p:cNvSpPr/>
            <p:nvPr/>
          </p:nvSpPr>
          <p:spPr>
            <a:xfrm>
              <a:off x="806914" y="1402933"/>
              <a:ext cx="5292725" cy="483276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sp>
          <p:nvSpPr>
            <p:cNvPr id="109" name="矩形 108">
              <a:extLst>
                <a:ext uri="{FF2B5EF4-FFF2-40B4-BE49-F238E27FC236}">
                  <a16:creationId xmlns:a16="http://schemas.microsoft.com/office/drawing/2014/main" id="{D51CC761-D2F2-C144-B91B-830F18F3D1CB}"/>
                </a:ext>
              </a:extLst>
            </p:cNvPr>
            <p:cNvSpPr/>
            <p:nvPr/>
          </p:nvSpPr>
          <p:spPr>
            <a:xfrm>
              <a:off x="803275" y="1402933"/>
              <a:ext cx="136003" cy="110206"/>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11" name="矩形 110">
              <a:extLst>
                <a:ext uri="{FF2B5EF4-FFF2-40B4-BE49-F238E27FC236}">
                  <a16:creationId xmlns:a16="http://schemas.microsoft.com/office/drawing/2014/main" id="{DB59CDC8-8484-474C-B338-22A3B1CCB3A4}"/>
                </a:ext>
              </a:extLst>
            </p:cNvPr>
            <p:cNvSpPr/>
            <p:nvPr/>
          </p:nvSpPr>
          <p:spPr>
            <a:xfrm>
              <a:off x="5959997" y="1402933"/>
              <a:ext cx="136003" cy="110206"/>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12" name="矩形 111">
              <a:extLst>
                <a:ext uri="{FF2B5EF4-FFF2-40B4-BE49-F238E27FC236}">
                  <a16:creationId xmlns:a16="http://schemas.microsoft.com/office/drawing/2014/main" id="{91BF4771-AF66-F94A-959C-A2AD132560A9}"/>
                </a:ext>
              </a:extLst>
            </p:cNvPr>
            <p:cNvSpPr/>
            <p:nvPr/>
          </p:nvSpPr>
          <p:spPr>
            <a:xfrm>
              <a:off x="808355" y="6111435"/>
              <a:ext cx="136003" cy="127395"/>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13" name="矩形 112">
              <a:extLst>
                <a:ext uri="{FF2B5EF4-FFF2-40B4-BE49-F238E27FC236}">
                  <a16:creationId xmlns:a16="http://schemas.microsoft.com/office/drawing/2014/main" id="{D1C6B883-0868-BA4F-A1F3-305900A51EDE}"/>
                </a:ext>
              </a:extLst>
            </p:cNvPr>
            <p:cNvSpPr/>
            <p:nvPr/>
          </p:nvSpPr>
          <p:spPr>
            <a:xfrm>
              <a:off x="5959997" y="6111435"/>
              <a:ext cx="136003" cy="127395"/>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sp>
        <p:nvSpPr>
          <p:cNvPr id="5" name="图片占位符 4">
            <a:extLst>
              <a:ext uri="{FF2B5EF4-FFF2-40B4-BE49-F238E27FC236}">
                <a16:creationId xmlns:a16="http://schemas.microsoft.com/office/drawing/2014/main" id="{A1B7EBCF-458B-D941-BD77-CD52A3179BD4}"/>
              </a:ext>
            </a:extLst>
          </p:cNvPr>
          <p:cNvSpPr>
            <a:spLocks noGrp="1"/>
          </p:cNvSpPr>
          <p:nvPr>
            <p:ph type="pic" sz="quarter" idx="11"/>
          </p:nvPr>
        </p:nvSpPr>
        <p:spPr>
          <a:xfrm>
            <a:off x="939278" y="1513139"/>
            <a:ext cx="5031536" cy="4598296"/>
          </a:xfrm>
          <a:prstGeom prst="rect">
            <a:avLst/>
          </a:prstGeom>
        </p:spPr>
        <p:txBody>
          <a:bodyPr/>
          <a:lstStyle/>
          <a:p>
            <a:endParaRPr kumimoji="1" lang="zh-CN" altLang="en-US"/>
          </a:p>
        </p:txBody>
      </p:sp>
    </p:spTree>
    <p:extLst>
      <p:ext uri="{BB962C8B-B14F-4D97-AF65-F5344CB8AC3E}">
        <p14:creationId xmlns:p14="http://schemas.microsoft.com/office/powerpoint/2010/main" val="3197162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单张图片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E400B-D16B-4A3A-AC95-3E3276FD3F1A}"/>
              </a:ext>
            </a:extLst>
          </p:cNvPr>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a:extLst>
              <a:ext uri="{FF2B5EF4-FFF2-40B4-BE49-F238E27FC236}">
                <a16:creationId xmlns:a16="http://schemas.microsoft.com/office/drawing/2014/main" id="{C2642FC6-A069-EB4A-AE09-AEAF3C0FF9D3}"/>
              </a:ext>
            </a:extLst>
          </p:cNvPr>
          <p:cNvGrpSpPr/>
          <p:nvPr userDrawn="1"/>
        </p:nvGrpSpPr>
        <p:grpSpPr>
          <a:xfrm>
            <a:off x="9895088" y="468793"/>
            <a:ext cx="1480571" cy="458860"/>
            <a:chOff x="2558030" y="228446"/>
            <a:chExt cx="6774643" cy="2099603"/>
          </a:xfrm>
        </p:grpSpPr>
        <p:grpSp>
          <p:nvGrpSpPr>
            <p:cNvPr id="246" name="íšḻîďê">
              <a:extLst>
                <a:ext uri="{FF2B5EF4-FFF2-40B4-BE49-F238E27FC236}">
                  <a16:creationId xmlns:a16="http://schemas.microsoft.com/office/drawing/2014/main" id="{49171AB3-8591-5348-9C61-F17D0F929EB0}"/>
                </a:ext>
              </a:extLst>
            </p:cNvPr>
            <p:cNvGrpSpPr/>
            <p:nvPr userDrawn="1"/>
          </p:nvGrpSpPr>
          <p:grpSpPr>
            <a:xfrm>
              <a:off x="2558030" y="228446"/>
              <a:ext cx="2085857" cy="2099603"/>
              <a:chOff x="3551238" y="3067050"/>
              <a:chExt cx="722313" cy="727075"/>
            </a:xfrm>
          </p:grpSpPr>
          <p:sp>
            <p:nvSpPr>
              <p:cNvPr id="276" name="ïş1íḍê">
                <a:extLst>
                  <a:ext uri="{FF2B5EF4-FFF2-40B4-BE49-F238E27FC236}">
                    <a16:creationId xmlns:a16="http://schemas.microsoft.com/office/drawing/2014/main" id="{331EE849-D4A4-DC42-B184-E5D68CE3C507}"/>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7" name="íšḻïḍè">
                <a:extLst>
                  <a:ext uri="{FF2B5EF4-FFF2-40B4-BE49-F238E27FC236}">
                    <a16:creationId xmlns:a16="http://schemas.microsoft.com/office/drawing/2014/main" id="{DF8A2D4E-E7AE-764C-B284-1B5B99A5E272}"/>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headEnd/>
                <a:tailEnd/>
              </a:ln>
            </p:spPr>
            <p:txBody>
              <a:bodyPr anchor="ctr"/>
              <a:lstStyle/>
              <a:p>
                <a:pPr algn="ctr"/>
                <a:endParaRPr/>
              </a:p>
            </p:txBody>
          </p:sp>
          <p:sp>
            <p:nvSpPr>
              <p:cNvPr id="278" name="ïśľíḓé">
                <a:extLst>
                  <a:ext uri="{FF2B5EF4-FFF2-40B4-BE49-F238E27FC236}">
                    <a16:creationId xmlns:a16="http://schemas.microsoft.com/office/drawing/2014/main" id="{AE06900F-E8EC-644A-B307-9976F21A9C04}"/>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9" name="ïslíḍê">
                <a:extLst>
                  <a:ext uri="{FF2B5EF4-FFF2-40B4-BE49-F238E27FC236}">
                    <a16:creationId xmlns:a16="http://schemas.microsoft.com/office/drawing/2014/main" id="{52C5D888-08A1-5F44-B94A-1B39D2B56326}"/>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0" name="íṡļïdê">
                <a:extLst>
                  <a:ext uri="{FF2B5EF4-FFF2-40B4-BE49-F238E27FC236}">
                    <a16:creationId xmlns:a16="http://schemas.microsoft.com/office/drawing/2014/main" id="{9C2A8FB3-E6B7-5342-9F1A-E66018C224B8}"/>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1" name="iş1ïďe">
                <a:extLst>
                  <a:ext uri="{FF2B5EF4-FFF2-40B4-BE49-F238E27FC236}">
                    <a16:creationId xmlns:a16="http://schemas.microsoft.com/office/drawing/2014/main" id="{AB71DB15-AC89-EF4D-9581-A712A3F5D911}"/>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2" name="ïṩḷíḍé">
                <a:extLst>
                  <a:ext uri="{FF2B5EF4-FFF2-40B4-BE49-F238E27FC236}">
                    <a16:creationId xmlns:a16="http://schemas.microsoft.com/office/drawing/2014/main" id="{FE48DBAC-D137-5E4A-AE2A-58A5E5D92FEF}"/>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a:extLst>
                  <a:ext uri="{FF2B5EF4-FFF2-40B4-BE49-F238E27FC236}">
                    <a16:creationId xmlns:a16="http://schemas.microsoft.com/office/drawing/2014/main" id="{64C522BC-A5D8-6E4A-8E2E-8A7E334324FA}"/>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a:extLst>
                  <a:ext uri="{FF2B5EF4-FFF2-40B4-BE49-F238E27FC236}">
                    <a16:creationId xmlns:a16="http://schemas.microsoft.com/office/drawing/2014/main" id="{B2A17ADB-C350-6C47-A9E7-9353F379FA7E}"/>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a:extLst>
                  <a:ext uri="{FF2B5EF4-FFF2-40B4-BE49-F238E27FC236}">
                    <a16:creationId xmlns:a16="http://schemas.microsoft.com/office/drawing/2014/main" id="{19342845-CB0B-7842-A750-3CC457D90077}"/>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a:extLst>
                  <a:ext uri="{FF2B5EF4-FFF2-40B4-BE49-F238E27FC236}">
                    <a16:creationId xmlns:a16="http://schemas.microsoft.com/office/drawing/2014/main" id="{3DC316BC-A0F4-B749-9D82-3E06B5258988}"/>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a:extLst>
                  <a:ext uri="{FF2B5EF4-FFF2-40B4-BE49-F238E27FC236}">
                    <a16:creationId xmlns:a16="http://schemas.microsoft.com/office/drawing/2014/main" id="{079333E7-B194-C744-AFEB-1559449C15B0}"/>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a:extLst>
                  <a:ext uri="{FF2B5EF4-FFF2-40B4-BE49-F238E27FC236}">
                    <a16:creationId xmlns:a16="http://schemas.microsoft.com/office/drawing/2014/main" id="{008C6E34-7D64-E34A-9328-DF7C7638B8EA}"/>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a:extLst>
                  <a:ext uri="{FF2B5EF4-FFF2-40B4-BE49-F238E27FC236}">
                    <a16:creationId xmlns:a16="http://schemas.microsoft.com/office/drawing/2014/main" id="{AAABCA0A-9410-EA4D-8278-D2197B42AFF2}"/>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a:extLst>
                  <a:ext uri="{FF2B5EF4-FFF2-40B4-BE49-F238E27FC236}">
                    <a16:creationId xmlns:a16="http://schemas.microsoft.com/office/drawing/2014/main" id="{25E701C1-E0D7-8D42-A8D9-16C4F4697949}"/>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a:extLst>
                  <a:ext uri="{FF2B5EF4-FFF2-40B4-BE49-F238E27FC236}">
                    <a16:creationId xmlns:a16="http://schemas.microsoft.com/office/drawing/2014/main" id="{6481D560-8D59-3348-814B-8E2ED3F62DAE}"/>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a:extLst>
                  <a:ext uri="{FF2B5EF4-FFF2-40B4-BE49-F238E27FC236}">
                    <a16:creationId xmlns:a16="http://schemas.microsoft.com/office/drawing/2014/main" id="{0F34FCCA-894E-A749-B1A9-98BDCE801EE3}"/>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a:extLst>
                  <a:ext uri="{FF2B5EF4-FFF2-40B4-BE49-F238E27FC236}">
                    <a16:creationId xmlns:a16="http://schemas.microsoft.com/office/drawing/2014/main" id="{A3E75E0C-D4F2-9547-BE26-5F24FA75CAB7}"/>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a:extLst>
                  <a:ext uri="{FF2B5EF4-FFF2-40B4-BE49-F238E27FC236}">
                    <a16:creationId xmlns:a16="http://schemas.microsoft.com/office/drawing/2014/main" id="{0A289880-B5F4-0D44-AA71-D31B27BF5F0F}"/>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a:extLst>
                  <a:ext uri="{FF2B5EF4-FFF2-40B4-BE49-F238E27FC236}">
                    <a16:creationId xmlns:a16="http://schemas.microsoft.com/office/drawing/2014/main" id="{559C6F73-3756-4D4C-A745-5C39000DE67E}"/>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a:extLst>
                  <a:ext uri="{FF2B5EF4-FFF2-40B4-BE49-F238E27FC236}">
                    <a16:creationId xmlns:a16="http://schemas.microsoft.com/office/drawing/2014/main" id="{B94A9EAC-5077-9C43-A07C-D8647900EC8A}"/>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7" name="islïďé">
                <a:extLst>
                  <a:ext uri="{FF2B5EF4-FFF2-40B4-BE49-F238E27FC236}">
                    <a16:creationId xmlns:a16="http://schemas.microsoft.com/office/drawing/2014/main" id="{B54980F5-D4DB-3149-88E2-FC1B906C713D}"/>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8" name="îṥḷîdé">
                <a:extLst>
                  <a:ext uri="{FF2B5EF4-FFF2-40B4-BE49-F238E27FC236}">
                    <a16:creationId xmlns:a16="http://schemas.microsoft.com/office/drawing/2014/main" id="{8D26488D-9702-5B42-B3A8-2FE08043FC68}"/>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9" name="isḷîḋé">
                <a:extLst>
                  <a:ext uri="{FF2B5EF4-FFF2-40B4-BE49-F238E27FC236}">
                    <a16:creationId xmlns:a16="http://schemas.microsoft.com/office/drawing/2014/main" id="{3328F539-E168-2444-AA27-A21E0FB88C68}"/>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0" name="iśḷïḑè">
                <a:extLst>
                  <a:ext uri="{FF2B5EF4-FFF2-40B4-BE49-F238E27FC236}">
                    <a16:creationId xmlns:a16="http://schemas.microsoft.com/office/drawing/2014/main" id="{CCD927C5-139A-7A4D-9593-5E38A4BCD7EE}"/>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1" name="iṧľiďé">
                <a:extLst>
                  <a:ext uri="{FF2B5EF4-FFF2-40B4-BE49-F238E27FC236}">
                    <a16:creationId xmlns:a16="http://schemas.microsoft.com/office/drawing/2014/main" id="{BBA4E80F-3918-1441-9422-4EF3F739AFD7}"/>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2" name="išľïḍé">
                <a:extLst>
                  <a:ext uri="{FF2B5EF4-FFF2-40B4-BE49-F238E27FC236}">
                    <a16:creationId xmlns:a16="http://schemas.microsoft.com/office/drawing/2014/main" id="{867B0927-8F2F-8842-8404-E9F92F9F8FF1}"/>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3" name="îŝlîḑè">
                <a:extLst>
                  <a:ext uri="{FF2B5EF4-FFF2-40B4-BE49-F238E27FC236}">
                    <a16:creationId xmlns:a16="http://schemas.microsoft.com/office/drawing/2014/main" id="{A301A8F9-6F9B-3943-99D1-65E7088742D4}"/>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4" name="îṩḻíḓe">
                <a:extLst>
                  <a:ext uri="{FF2B5EF4-FFF2-40B4-BE49-F238E27FC236}">
                    <a16:creationId xmlns:a16="http://schemas.microsoft.com/office/drawing/2014/main" id="{4ADC4919-2595-EC42-93F1-AC81598C38DC}"/>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5" name="î$1îdè">
                <a:extLst>
                  <a:ext uri="{FF2B5EF4-FFF2-40B4-BE49-F238E27FC236}">
                    <a16:creationId xmlns:a16="http://schemas.microsoft.com/office/drawing/2014/main" id="{8F303413-D569-1F4D-8298-78E4F97EF2C0}"/>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6" name="iśľïḓe">
                <a:extLst>
                  <a:ext uri="{FF2B5EF4-FFF2-40B4-BE49-F238E27FC236}">
                    <a16:creationId xmlns:a16="http://schemas.microsoft.com/office/drawing/2014/main" id="{38842937-FDCA-6941-8B67-F867A925FDCF}"/>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7" name="iṣļïḑè">
                <a:extLst>
                  <a:ext uri="{FF2B5EF4-FFF2-40B4-BE49-F238E27FC236}">
                    <a16:creationId xmlns:a16="http://schemas.microsoft.com/office/drawing/2014/main" id="{36A50748-F007-3D44-9188-9CCCF4A7E025}"/>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8" name="iṡḷidé">
                <a:extLst>
                  <a:ext uri="{FF2B5EF4-FFF2-40B4-BE49-F238E27FC236}">
                    <a16:creationId xmlns:a16="http://schemas.microsoft.com/office/drawing/2014/main" id="{19522ED5-C7BF-5F4D-8194-F7E1A8DEDD46}"/>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9" name="íṡḷíḋe">
                <a:extLst>
                  <a:ext uri="{FF2B5EF4-FFF2-40B4-BE49-F238E27FC236}">
                    <a16:creationId xmlns:a16="http://schemas.microsoft.com/office/drawing/2014/main" id="{8672B506-ECAD-3448-AC68-460729E69835}"/>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a:extLst>
                  <a:ext uri="{FF2B5EF4-FFF2-40B4-BE49-F238E27FC236}">
                    <a16:creationId xmlns:a16="http://schemas.microsoft.com/office/drawing/2014/main" id="{C255849B-0750-7041-A670-223C3279E97C}"/>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a:extLst>
                  <a:ext uri="{FF2B5EF4-FFF2-40B4-BE49-F238E27FC236}">
                    <a16:creationId xmlns:a16="http://schemas.microsoft.com/office/drawing/2014/main" id="{16232912-DBF7-B840-A4AA-6D053116C766}"/>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a:extLst>
                  <a:ext uri="{FF2B5EF4-FFF2-40B4-BE49-F238E27FC236}">
                    <a16:creationId xmlns:a16="http://schemas.microsoft.com/office/drawing/2014/main" id="{4AE4FD53-FAA2-2444-899C-23EFB14213B4}"/>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a:extLst>
                  <a:ext uri="{FF2B5EF4-FFF2-40B4-BE49-F238E27FC236}">
                    <a16:creationId xmlns:a16="http://schemas.microsoft.com/office/drawing/2014/main" id="{7028FD26-0F3F-C344-9DDF-1A48692668BE}"/>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a:extLst>
                  <a:ext uri="{FF2B5EF4-FFF2-40B4-BE49-F238E27FC236}">
                    <a16:creationId xmlns:a16="http://schemas.microsoft.com/office/drawing/2014/main" id="{46B44F2F-838F-5647-B04D-1182BEFAA08C}"/>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5" name="îš1íḑe">
                <a:extLst>
                  <a:ext uri="{FF2B5EF4-FFF2-40B4-BE49-F238E27FC236}">
                    <a16:creationId xmlns:a16="http://schemas.microsoft.com/office/drawing/2014/main" id="{941EA2D9-B725-B542-A3F7-A3E23DDBEC40}"/>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6" name="iš1ïḍe">
                <a:extLst>
                  <a:ext uri="{FF2B5EF4-FFF2-40B4-BE49-F238E27FC236}">
                    <a16:creationId xmlns:a16="http://schemas.microsoft.com/office/drawing/2014/main" id="{48E883DC-7FA2-5045-B010-995FAA503D47}"/>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a:extLst>
                  <a:ext uri="{FF2B5EF4-FFF2-40B4-BE49-F238E27FC236}">
                    <a16:creationId xmlns:a16="http://schemas.microsoft.com/office/drawing/2014/main" id="{8DF837D3-E0F5-E544-B0DC-A65DE0C91AD3}"/>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a:extLst>
                  <a:ext uri="{FF2B5EF4-FFF2-40B4-BE49-F238E27FC236}">
                    <a16:creationId xmlns:a16="http://schemas.microsoft.com/office/drawing/2014/main" id="{E5280F75-1ED2-5546-8326-8CE5FB49F7BC}"/>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a:extLst>
                  <a:ext uri="{FF2B5EF4-FFF2-40B4-BE49-F238E27FC236}">
                    <a16:creationId xmlns:a16="http://schemas.microsoft.com/office/drawing/2014/main" id="{563298BF-D12F-D547-A9EB-A2FD0E7644E9}"/>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a:extLst>
                  <a:ext uri="{FF2B5EF4-FFF2-40B4-BE49-F238E27FC236}">
                    <a16:creationId xmlns:a16="http://schemas.microsoft.com/office/drawing/2014/main" id="{5C471C22-4F9F-5645-B7B9-5808162B9B40}"/>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a:extLst>
                  <a:ext uri="{FF2B5EF4-FFF2-40B4-BE49-F238E27FC236}">
                    <a16:creationId xmlns:a16="http://schemas.microsoft.com/office/drawing/2014/main" id="{4908E9FF-6973-284E-A16B-584A73C9AB48}"/>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a:extLst>
                  <a:ext uri="{FF2B5EF4-FFF2-40B4-BE49-F238E27FC236}">
                    <a16:creationId xmlns:a16="http://schemas.microsoft.com/office/drawing/2014/main" id="{4CA791D0-30E7-704B-ACD4-B15DA1C0F1EC}"/>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3" name="îşľïďe">
                <a:extLst>
                  <a:ext uri="{FF2B5EF4-FFF2-40B4-BE49-F238E27FC236}">
                    <a16:creationId xmlns:a16="http://schemas.microsoft.com/office/drawing/2014/main" id="{4EFC80CE-CF61-B045-B80A-02E394E45BAB}"/>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4" name="ïşľíďê">
                <a:extLst>
                  <a:ext uri="{FF2B5EF4-FFF2-40B4-BE49-F238E27FC236}">
                    <a16:creationId xmlns:a16="http://schemas.microsoft.com/office/drawing/2014/main" id="{E0C02EF5-B61D-A34B-AB84-3A92A3E948AC}"/>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5" name="íś1ïdè">
                <a:extLst>
                  <a:ext uri="{FF2B5EF4-FFF2-40B4-BE49-F238E27FC236}">
                    <a16:creationId xmlns:a16="http://schemas.microsoft.com/office/drawing/2014/main" id="{89D8E1E0-4C7F-7840-9EF4-3ED33002F3BB}"/>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6" name="iṩḷiḍe">
                <a:extLst>
                  <a:ext uri="{FF2B5EF4-FFF2-40B4-BE49-F238E27FC236}">
                    <a16:creationId xmlns:a16="http://schemas.microsoft.com/office/drawing/2014/main" id="{AD9C48EA-F581-9946-8DC9-4BDF21F3D287}"/>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7" name="ïŝ1iďè">
                <a:extLst>
                  <a:ext uri="{FF2B5EF4-FFF2-40B4-BE49-F238E27FC236}">
                    <a16:creationId xmlns:a16="http://schemas.microsoft.com/office/drawing/2014/main" id="{345025D0-8B67-9C40-8728-02649DA348C1}"/>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8" name="íṩļíḋê">
                <a:extLst>
                  <a:ext uri="{FF2B5EF4-FFF2-40B4-BE49-F238E27FC236}">
                    <a16:creationId xmlns:a16="http://schemas.microsoft.com/office/drawing/2014/main" id="{9FA9D742-9195-6642-B445-99B24C17BC0C}"/>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9" name="ïṧ1ïdè">
                <a:extLst>
                  <a:ext uri="{FF2B5EF4-FFF2-40B4-BE49-F238E27FC236}">
                    <a16:creationId xmlns:a16="http://schemas.microsoft.com/office/drawing/2014/main" id="{B4D185C7-1AF5-8342-9191-D8FAB89F145D}"/>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0" name="íŝḻîḍé">
                <a:extLst>
                  <a:ext uri="{FF2B5EF4-FFF2-40B4-BE49-F238E27FC236}">
                    <a16:creationId xmlns:a16="http://schemas.microsoft.com/office/drawing/2014/main" id="{C2733F06-2680-A741-BFBA-70A185222B1F}"/>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1" name="îşḻïḓé">
                <a:extLst>
                  <a:ext uri="{FF2B5EF4-FFF2-40B4-BE49-F238E27FC236}">
                    <a16:creationId xmlns:a16="http://schemas.microsoft.com/office/drawing/2014/main" id="{014B01FB-BE4B-3B4E-B997-C94B4B8DC4FC}"/>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2" name="íśļíďè">
                <a:extLst>
                  <a:ext uri="{FF2B5EF4-FFF2-40B4-BE49-F238E27FC236}">
                    <a16:creationId xmlns:a16="http://schemas.microsoft.com/office/drawing/2014/main" id="{D2C86E61-AEF7-8D44-A72A-CCBD093CD264}"/>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3" name="iŝ1ïdé">
                <a:extLst>
                  <a:ext uri="{FF2B5EF4-FFF2-40B4-BE49-F238E27FC236}">
                    <a16:creationId xmlns:a16="http://schemas.microsoft.com/office/drawing/2014/main" id="{E52432BC-DDB5-5445-B39A-4782F514F2DC}"/>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4" name="is1ídè">
                <a:extLst>
                  <a:ext uri="{FF2B5EF4-FFF2-40B4-BE49-F238E27FC236}">
                    <a16:creationId xmlns:a16="http://schemas.microsoft.com/office/drawing/2014/main" id="{834925A1-ED87-FD42-A0C4-CC7C8CCD712C}"/>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5" name="islíďê">
                <a:extLst>
                  <a:ext uri="{FF2B5EF4-FFF2-40B4-BE49-F238E27FC236}">
                    <a16:creationId xmlns:a16="http://schemas.microsoft.com/office/drawing/2014/main" id="{16CCF2FF-21DC-FC49-97DF-2DAC2C1CD64F}"/>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6" name="iṩlíḑê">
                <a:extLst>
                  <a:ext uri="{FF2B5EF4-FFF2-40B4-BE49-F238E27FC236}">
                    <a16:creationId xmlns:a16="http://schemas.microsoft.com/office/drawing/2014/main" id="{DD7C5A19-55D8-DC48-B1AF-2FAC8609E167}"/>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7" name="îṥḷïďê">
                <a:extLst>
                  <a:ext uri="{FF2B5EF4-FFF2-40B4-BE49-F238E27FC236}">
                    <a16:creationId xmlns:a16="http://schemas.microsoft.com/office/drawing/2014/main" id="{A2A1B4CA-64B0-C54E-95D2-B8273AFA915A}"/>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8" name="íṥḻïďè">
                <a:extLst>
                  <a:ext uri="{FF2B5EF4-FFF2-40B4-BE49-F238E27FC236}">
                    <a16:creationId xmlns:a16="http://schemas.microsoft.com/office/drawing/2014/main" id="{4F81F73E-836F-D742-820C-740E05DED8A0}"/>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9" name="íṡḷíḍè">
                <a:extLst>
                  <a:ext uri="{FF2B5EF4-FFF2-40B4-BE49-F238E27FC236}">
                    <a16:creationId xmlns:a16="http://schemas.microsoft.com/office/drawing/2014/main" id="{C5170157-A63E-F640-A382-23D591FD4A16}"/>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a:extLst>
                  <a:ext uri="{FF2B5EF4-FFF2-40B4-BE49-F238E27FC236}">
                    <a16:creationId xmlns:a16="http://schemas.microsoft.com/office/drawing/2014/main" id="{6C511E9B-6950-0E44-A7C2-9E63E1B7276F}"/>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a:extLst>
                  <a:ext uri="{FF2B5EF4-FFF2-40B4-BE49-F238E27FC236}">
                    <a16:creationId xmlns:a16="http://schemas.microsoft.com/office/drawing/2014/main" id="{C6900325-308B-E749-BF24-835453E473DC}"/>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a:extLst>
                  <a:ext uri="{FF2B5EF4-FFF2-40B4-BE49-F238E27FC236}">
                    <a16:creationId xmlns:a16="http://schemas.microsoft.com/office/drawing/2014/main" id="{D0AE4C74-5652-854A-818C-DEB1D55A1615}"/>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a:extLst>
                  <a:ext uri="{FF2B5EF4-FFF2-40B4-BE49-F238E27FC236}">
                    <a16:creationId xmlns:a16="http://schemas.microsoft.com/office/drawing/2014/main" id="{6FEF2DB5-1375-884B-BFC4-89B428E9752A}"/>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a:extLst>
                  <a:ext uri="{FF2B5EF4-FFF2-40B4-BE49-F238E27FC236}">
                    <a16:creationId xmlns:a16="http://schemas.microsoft.com/office/drawing/2014/main" id="{69F1BA50-AEBC-9244-A454-75C05BC0E5DD}"/>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5" name="iṧ1ïḓè">
                <a:extLst>
                  <a:ext uri="{FF2B5EF4-FFF2-40B4-BE49-F238E27FC236}">
                    <a16:creationId xmlns:a16="http://schemas.microsoft.com/office/drawing/2014/main" id="{50950010-F52C-6841-A9E4-812673F9BCE8}"/>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7" name="íşḷïḑe">
              <a:extLst>
                <a:ext uri="{FF2B5EF4-FFF2-40B4-BE49-F238E27FC236}">
                  <a16:creationId xmlns:a16="http://schemas.microsoft.com/office/drawing/2014/main" id="{1EA826F0-AE07-504D-9C6E-4A6302BDCA69}"/>
                </a:ext>
              </a:extLst>
            </p:cNvPr>
            <p:cNvGrpSpPr/>
            <p:nvPr userDrawn="1"/>
          </p:nvGrpSpPr>
          <p:grpSpPr>
            <a:xfrm>
              <a:off x="4894762" y="471192"/>
              <a:ext cx="4437911" cy="1614111"/>
              <a:chOff x="4412452" y="3106738"/>
              <a:chExt cx="2312689" cy="841148"/>
            </a:xfrm>
          </p:grpSpPr>
          <p:grpSp>
            <p:nvGrpSpPr>
              <p:cNvPr id="248" name="îṥľíḑé">
                <a:extLst>
                  <a:ext uri="{FF2B5EF4-FFF2-40B4-BE49-F238E27FC236}">
                    <a16:creationId xmlns:a16="http://schemas.microsoft.com/office/drawing/2014/main" id="{39D64547-5156-9A46-BECB-158A08F4DD51}"/>
                  </a:ext>
                </a:extLst>
              </p:cNvPr>
              <p:cNvGrpSpPr/>
              <p:nvPr/>
            </p:nvGrpSpPr>
            <p:grpSpPr>
              <a:xfrm>
                <a:off x="4422776" y="3106738"/>
                <a:ext cx="2293937" cy="617538"/>
                <a:chOff x="4422776" y="3106738"/>
                <a:chExt cx="2293937" cy="617538"/>
              </a:xfrm>
            </p:grpSpPr>
            <p:sp>
              <p:nvSpPr>
                <p:cNvPr id="265" name="išḻiḑé">
                  <a:extLst>
                    <a:ext uri="{FF2B5EF4-FFF2-40B4-BE49-F238E27FC236}">
                      <a16:creationId xmlns:a16="http://schemas.microsoft.com/office/drawing/2014/main" id="{E9E95CFA-B471-D346-88CE-BF00280196C0}"/>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6" name="íṥľíďè">
                  <a:extLst>
                    <a:ext uri="{FF2B5EF4-FFF2-40B4-BE49-F238E27FC236}">
                      <a16:creationId xmlns:a16="http://schemas.microsoft.com/office/drawing/2014/main" id="{EB890018-20C4-6246-8A3C-F7FD68602FDA}"/>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7" name="íś1iḑe">
                  <a:extLst>
                    <a:ext uri="{FF2B5EF4-FFF2-40B4-BE49-F238E27FC236}">
                      <a16:creationId xmlns:a16="http://schemas.microsoft.com/office/drawing/2014/main" id="{01179C9D-6713-BF47-AA0F-281ED877EEEE}"/>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8" name="iṩ1iḋè">
                  <a:extLst>
                    <a:ext uri="{FF2B5EF4-FFF2-40B4-BE49-F238E27FC236}">
                      <a16:creationId xmlns:a16="http://schemas.microsoft.com/office/drawing/2014/main" id="{621A8462-AF81-F546-A24F-AB4367F2710C}"/>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9" name="íṩlïḓè">
                  <a:extLst>
                    <a:ext uri="{FF2B5EF4-FFF2-40B4-BE49-F238E27FC236}">
                      <a16:creationId xmlns:a16="http://schemas.microsoft.com/office/drawing/2014/main" id="{57F3DDF2-34D4-7543-9418-964C5B630599}"/>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0" name="ísḷïďè">
                  <a:extLst>
                    <a:ext uri="{FF2B5EF4-FFF2-40B4-BE49-F238E27FC236}">
                      <a16:creationId xmlns:a16="http://schemas.microsoft.com/office/drawing/2014/main" id="{C5186C17-1E83-714A-8B14-0163667BC9E4}"/>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1" name="îṧļîḓé">
                  <a:extLst>
                    <a:ext uri="{FF2B5EF4-FFF2-40B4-BE49-F238E27FC236}">
                      <a16:creationId xmlns:a16="http://schemas.microsoft.com/office/drawing/2014/main" id="{799F2DE9-5612-5C49-ACB0-FF33A8D94B31}"/>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2" name="iSļïḑé">
                  <a:extLst>
                    <a:ext uri="{FF2B5EF4-FFF2-40B4-BE49-F238E27FC236}">
                      <a16:creationId xmlns:a16="http://schemas.microsoft.com/office/drawing/2014/main" id="{9CE9B73C-A77B-CA4F-9CD9-1B7561A61257}"/>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3" name="íšlïďè">
                  <a:extLst>
                    <a:ext uri="{FF2B5EF4-FFF2-40B4-BE49-F238E27FC236}">
                      <a16:creationId xmlns:a16="http://schemas.microsoft.com/office/drawing/2014/main" id="{1E9C718C-CB3C-BC48-BB64-22E4D8039279}"/>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4" name="işḷîḑe">
                  <a:extLst>
                    <a:ext uri="{FF2B5EF4-FFF2-40B4-BE49-F238E27FC236}">
                      <a16:creationId xmlns:a16="http://schemas.microsoft.com/office/drawing/2014/main" id="{88E40FB8-5CA6-9E40-962B-D214B5F662CB}"/>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5" name="íṥḻiďê">
                  <a:extLst>
                    <a:ext uri="{FF2B5EF4-FFF2-40B4-BE49-F238E27FC236}">
                      <a16:creationId xmlns:a16="http://schemas.microsoft.com/office/drawing/2014/main" id="{844B0D86-9046-2141-A874-61F3E25E14CA}"/>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9" name="ïšľîḍê">
                <a:extLst>
                  <a:ext uri="{FF2B5EF4-FFF2-40B4-BE49-F238E27FC236}">
                    <a16:creationId xmlns:a16="http://schemas.microsoft.com/office/drawing/2014/main" id="{1C609813-1774-8E4D-9F8C-E1E3661FF14A}"/>
                  </a:ext>
                </a:extLst>
              </p:cNvPr>
              <p:cNvGrpSpPr/>
              <p:nvPr/>
            </p:nvGrpSpPr>
            <p:grpSpPr>
              <a:xfrm>
                <a:off x="4412452" y="3781425"/>
                <a:ext cx="2312689" cy="166461"/>
                <a:chOff x="6986588" y="3521075"/>
                <a:chExt cx="1654176" cy="119063"/>
              </a:xfrm>
            </p:grpSpPr>
            <p:sp>
              <p:nvSpPr>
                <p:cNvPr id="250" name="îṩľîḑê">
                  <a:extLst>
                    <a:ext uri="{FF2B5EF4-FFF2-40B4-BE49-F238E27FC236}">
                      <a16:creationId xmlns:a16="http://schemas.microsoft.com/office/drawing/2014/main" id="{C89BCD88-9FA4-BD44-982F-9844236EA45A}"/>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1" name="îṩḷîde">
                  <a:extLst>
                    <a:ext uri="{FF2B5EF4-FFF2-40B4-BE49-F238E27FC236}">
                      <a16:creationId xmlns:a16="http://schemas.microsoft.com/office/drawing/2014/main" id="{CCB337B7-50AE-2F4E-A6E5-61392C25DFC7}"/>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2" name="îṣḻîḑê">
                  <a:extLst>
                    <a:ext uri="{FF2B5EF4-FFF2-40B4-BE49-F238E27FC236}">
                      <a16:creationId xmlns:a16="http://schemas.microsoft.com/office/drawing/2014/main" id="{45143715-8506-694C-B7D2-4989C8FFBCAA}"/>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3" name="ïṥlíḑê">
                  <a:extLst>
                    <a:ext uri="{FF2B5EF4-FFF2-40B4-BE49-F238E27FC236}">
                      <a16:creationId xmlns:a16="http://schemas.microsoft.com/office/drawing/2014/main" id="{404C92B2-6E6C-6044-9EF8-14F1D8D61BFB}"/>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4" name="îş1íḋe">
                  <a:extLst>
                    <a:ext uri="{FF2B5EF4-FFF2-40B4-BE49-F238E27FC236}">
                      <a16:creationId xmlns:a16="http://schemas.microsoft.com/office/drawing/2014/main" id="{7C5F190C-6F8A-8743-B665-77D7BA9B99B1}"/>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5" name="îş1ïḋe">
                  <a:extLst>
                    <a:ext uri="{FF2B5EF4-FFF2-40B4-BE49-F238E27FC236}">
                      <a16:creationId xmlns:a16="http://schemas.microsoft.com/office/drawing/2014/main" id="{AACAEFC6-00DB-624B-96E5-55D1153283DA}"/>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6" name="íšlídè">
                  <a:extLst>
                    <a:ext uri="{FF2B5EF4-FFF2-40B4-BE49-F238E27FC236}">
                      <a16:creationId xmlns:a16="http://schemas.microsoft.com/office/drawing/2014/main" id="{6B91F165-2F01-9D4C-950F-9CEF67F7AEAE}"/>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7" name="îṣḻîďe">
                  <a:extLst>
                    <a:ext uri="{FF2B5EF4-FFF2-40B4-BE49-F238E27FC236}">
                      <a16:creationId xmlns:a16="http://schemas.microsoft.com/office/drawing/2014/main" id="{A86EADCA-D694-E449-8EE6-CDCDF22A34C4}"/>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8" name="íŝḻiḋè">
                  <a:extLst>
                    <a:ext uri="{FF2B5EF4-FFF2-40B4-BE49-F238E27FC236}">
                      <a16:creationId xmlns:a16="http://schemas.microsoft.com/office/drawing/2014/main" id="{8F478696-931D-F84B-8764-BEAA02862463}"/>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9" name="î$ḷíďé">
                  <a:extLst>
                    <a:ext uri="{FF2B5EF4-FFF2-40B4-BE49-F238E27FC236}">
                      <a16:creationId xmlns:a16="http://schemas.microsoft.com/office/drawing/2014/main" id="{8037E45B-B559-4446-9B46-4A200B187521}"/>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0" name="îṡlîďe">
                  <a:extLst>
                    <a:ext uri="{FF2B5EF4-FFF2-40B4-BE49-F238E27FC236}">
                      <a16:creationId xmlns:a16="http://schemas.microsoft.com/office/drawing/2014/main" id="{966194C0-DA5C-164F-84D3-187CDBEFED3E}"/>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1" name="ïşľîḍé">
                  <a:extLst>
                    <a:ext uri="{FF2B5EF4-FFF2-40B4-BE49-F238E27FC236}">
                      <a16:creationId xmlns:a16="http://schemas.microsoft.com/office/drawing/2014/main" id="{35AF3130-2C15-5842-AFD1-576DBB732B53}"/>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2" name="îṩľîďe">
                  <a:extLst>
                    <a:ext uri="{FF2B5EF4-FFF2-40B4-BE49-F238E27FC236}">
                      <a16:creationId xmlns:a16="http://schemas.microsoft.com/office/drawing/2014/main" id="{BDD7DDCD-E30F-764D-80CF-830A60436831}"/>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3" name="iS1idè">
                  <a:extLst>
                    <a:ext uri="{FF2B5EF4-FFF2-40B4-BE49-F238E27FC236}">
                      <a16:creationId xmlns:a16="http://schemas.microsoft.com/office/drawing/2014/main" id="{E921EDEF-EBCF-6044-9628-02C1420BEAC6}"/>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4" name="iṣḷîḋe">
                  <a:extLst>
                    <a:ext uri="{FF2B5EF4-FFF2-40B4-BE49-F238E27FC236}">
                      <a16:creationId xmlns:a16="http://schemas.microsoft.com/office/drawing/2014/main" id="{B4BF50DA-B9DA-1444-89A0-381C75023C90}"/>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grpSp>
      <p:cxnSp>
        <p:nvCxnSpPr>
          <p:cNvPr id="4" name="直线连接符 3">
            <a:extLst>
              <a:ext uri="{FF2B5EF4-FFF2-40B4-BE49-F238E27FC236}">
                <a16:creationId xmlns:a16="http://schemas.microsoft.com/office/drawing/2014/main" id="{959D5530-A0A5-934E-AAE7-E3140A5C1BA3}"/>
              </a:ext>
            </a:extLst>
          </p:cNvPr>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a:extLst>
              <a:ext uri="{FF2B5EF4-FFF2-40B4-BE49-F238E27FC236}">
                <a16:creationId xmlns:a16="http://schemas.microsoft.com/office/drawing/2014/main" id="{F8B9A523-AD8C-9140-B30D-DCF5D7DFB66B}"/>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colorTemperature colorTemp="9660"/>
                    </a14:imgEffect>
                    <a14:imgEffect>
                      <a14:saturation sat="111000"/>
                    </a14:imgEffect>
                    <a14:imgEffect>
                      <a14:brightnessContrast bright="72000"/>
                    </a14:imgEffect>
                  </a14:imgLayer>
                </a14:imgProps>
              </a:ext>
              <a:ext uri="{28A0092B-C50C-407E-A947-70E740481C1C}">
                <a14:useLocalDpi xmlns:a14="http://schemas.microsoft.com/office/drawing/2010/main" val="0"/>
              </a:ext>
            </a:extLst>
          </a:blip>
          <a:srcRect l="38743" t="8413"/>
          <a:stretch/>
        </p:blipFill>
        <p:spPr>
          <a:xfrm flipH="1">
            <a:off x="-1" y="60500"/>
            <a:ext cx="958611" cy="955500"/>
          </a:xfrm>
          <a:prstGeom prst="rect">
            <a:avLst/>
          </a:prstGeom>
        </p:spPr>
      </p:pic>
      <p:sp>
        <p:nvSpPr>
          <p:cNvPr id="5" name="图片占位符 4">
            <a:extLst>
              <a:ext uri="{FF2B5EF4-FFF2-40B4-BE49-F238E27FC236}">
                <a16:creationId xmlns:a16="http://schemas.microsoft.com/office/drawing/2014/main" id="{A1B7EBCF-458B-D941-BD77-CD52A3179BD4}"/>
              </a:ext>
            </a:extLst>
          </p:cNvPr>
          <p:cNvSpPr>
            <a:spLocks noGrp="1"/>
          </p:cNvSpPr>
          <p:nvPr>
            <p:ph type="pic" sz="quarter" idx="11"/>
          </p:nvPr>
        </p:nvSpPr>
        <p:spPr>
          <a:xfrm>
            <a:off x="803275" y="1160464"/>
            <a:ext cx="10585450" cy="2344526"/>
          </a:xfrm>
          <a:prstGeom prst="rect">
            <a:avLst/>
          </a:prstGeom>
        </p:spPr>
        <p:txBody>
          <a:bodyPr/>
          <a:lstStyle/>
          <a:p>
            <a:endParaRPr kumimoji="1" lang="zh-CN" altLang="en-US"/>
          </a:p>
        </p:txBody>
      </p:sp>
    </p:spTree>
    <p:extLst>
      <p:ext uri="{BB962C8B-B14F-4D97-AF65-F5344CB8AC3E}">
        <p14:creationId xmlns:p14="http://schemas.microsoft.com/office/powerpoint/2010/main" val="3602677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两张图片">
    <p:spTree>
      <p:nvGrpSpPr>
        <p:cNvPr id="1" name=""/>
        <p:cNvGrpSpPr/>
        <p:nvPr/>
      </p:nvGrpSpPr>
      <p:grpSpPr>
        <a:xfrm>
          <a:off x="0" y="0"/>
          <a:ext cx="0" cy="0"/>
          <a:chOff x="0" y="0"/>
          <a:chExt cx="0" cy="0"/>
        </a:xfrm>
      </p:grpSpPr>
      <p:grpSp>
        <p:nvGrpSpPr>
          <p:cNvPr id="118" name="组合 117">
            <a:extLst>
              <a:ext uri="{FF2B5EF4-FFF2-40B4-BE49-F238E27FC236}">
                <a16:creationId xmlns:a16="http://schemas.microsoft.com/office/drawing/2014/main" id="{ECF749B9-F8D9-1C4A-8D96-0773E692B9D0}"/>
              </a:ext>
            </a:extLst>
          </p:cNvPr>
          <p:cNvGrpSpPr/>
          <p:nvPr userDrawn="1"/>
        </p:nvGrpSpPr>
        <p:grpSpPr>
          <a:xfrm>
            <a:off x="6095853" y="1316255"/>
            <a:ext cx="5292872" cy="2471738"/>
            <a:chOff x="6095853" y="1170205"/>
            <a:chExt cx="5292872" cy="2471738"/>
          </a:xfrm>
        </p:grpSpPr>
        <p:sp>
          <p:nvSpPr>
            <p:cNvPr id="119" name="矩形 118">
              <a:extLst>
                <a:ext uri="{FF2B5EF4-FFF2-40B4-BE49-F238E27FC236}">
                  <a16:creationId xmlns:a16="http://schemas.microsoft.com/office/drawing/2014/main" id="{3A0B30CA-B0A2-2D42-A3DC-7F3D5D0CAE9E}"/>
                </a:ext>
              </a:extLst>
            </p:cNvPr>
            <p:cNvSpPr/>
            <p:nvPr/>
          </p:nvSpPr>
          <p:spPr>
            <a:xfrm>
              <a:off x="6096000" y="1170205"/>
              <a:ext cx="5292725" cy="247173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sp>
          <p:nvSpPr>
            <p:cNvPr id="120" name="矩形 119">
              <a:extLst>
                <a:ext uri="{FF2B5EF4-FFF2-40B4-BE49-F238E27FC236}">
                  <a16:creationId xmlns:a16="http://schemas.microsoft.com/office/drawing/2014/main" id="{8D36C105-2D1B-384C-86AB-EC4225061A72}"/>
                </a:ext>
              </a:extLst>
            </p:cNvPr>
            <p:cNvSpPr/>
            <p:nvPr/>
          </p:nvSpPr>
          <p:spPr>
            <a:xfrm>
              <a:off x="11273206" y="1170205"/>
              <a:ext cx="115519"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1" name="矩形 120">
              <a:extLst>
                <a:ext uri="{FF2B5EF4-FFF2-40B4-BE49-F238E27FC236}">
                  <a16:creationId xmlns:a16="http://schemas.microsoft.com/office/drawing/2014/main" id="{F637EFA4-7B7A-3745-A910-647430A2E8D5}"/>
                </a:ext>
              </a:extLst>
            </p:cNvPr>
            <p:cNvSpPr/>
            <p:nvPr/>
          </p:nvSpPr>
          <p:spPr>
            <a:xfrm>
              <a:off x="11273206" y="3531894"/>
              <a:ext cx="115519"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2" name="矩形 121">
              <a:extLst>
                <a:ext uri="{FF2B5EF4-FFF2-40B4-BE49-F238E27FC236}">
                  <a16:creationId xmlns:a16="http://schemas.microsoft.com/office/drawing/2014/main" id="{2342750C-BAD4-ED4F-9442-478A623CD595}"/>
                </a:ext>
              </a:extLst>
            </p:cNvPr>
            <p:cNvSpPr/>
            <p:nvPr/>
          </p:nvSpPr>
          <p:spPr>
            <a:xfrm>
              <a:off x="6095853" y="1170205"/>
              <a:ext cx="127147"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3" name="矩形 122">
              <a:extLst>
                <a:ext uri="{FF2B5EF4-FFF2-40B4-BE49-F238E27FC236}">
                  <a16:creationId xmlns:a16="http://schemas.microsoft.com/office/drawing/2014/main" id="{66D78101-28A7-4740-8478-A0E0327BDA65}"/>
                </a:ext>
              </a:extLst>
            </p:cNvPr>
            <p:cNvSpPr/>
            <p:nvPr/>
          </p:nvSpPr>
          <p:spPr>
            <a:xfrm>
              <a:off x="6095853" y="3531894"/>
              <a:ext cx="130321"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grpSp>
        <p:nvGrpSpPr>
          <p:cNvPr id="124" name="组合 123">
            <a:extLst>
              <a:ext uri="{FF2B5EF4-FFF2-40B4-BE49-F238E27FC236}">
                <a16:creationId xmlns:a16="http://schemas.microsoft.com/office/drawing/2014/main" id="{DDCDEF17-5111-D14F-A3E8-E9BC5D545CA5}"/>
              </a:ext>
            </a:extLst>
          </p:cNvPr>
          <p:cNvGrpSpPr/>
          <p:nvPr userDrawn="1"/>
        </p:nvGrpSpPr>
        <p:grpSpPr>
          <a:xfrm>
            <a:off x="803128" y="3786298"/>
            <a:ext cx="5292872" cy="2473432"/>
            <a:chOff x="803128" y="3640248"/>
            <a:chExt cx="5292872" cy="2473432"/>
          </a:xfrm>
        </p:grpSpPr>
        <p:sp>
          <p:nvSpPr>
            <p:cNvPr id="125" name="矩形 124">
              <a:extLst>
                <a:ext uri="{FF2B5EF4-FFF2-40B4-BE49-F238E27FC236}">
                  <a16:creationId xmlns:a16="http://schemas.microsoft.com/office/drawing/2014/main" id="{DC002ABA-29BF-874F-8C83-53E7BADE7F21}"/>
                </a:ext>
              </a:extLst>
            </p:cNvPr>
            <p:cNvSpPr/>
            <p:nvPr/>
          </p:nvSpPr>
          <p:spPr>
            <a:xfrm>
              <a:off x="803275" y="3640248"/>
              <a:ext cx="5292725" cy="247173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sp>
          <p:nvSpPr>
            <p:cNvPr id="126" name="矩形 125">
              <a:extLst>
                <a:ext uri="{FF2B5EF4-FFF2-40B4-BE49-F238E27FC236}">
                  <a16:creationId xmlns:a16="http://schemas.microsoft.com/office/drawing/2014/main" id="{9351A3C0-C5C0-104B-AFC6-01801B67EA9F}"/>
                </a:ext>
              </a:extLst>
            </p:cNvPr>
            <p:cNvSpPr/>
            <p:nvPr/>
          </p:nvSpPr>
          <p:spPr>
            <a:xfrm>
              <a:off x="5980481" y="3641942"/>
              <a:ext cx="115519"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7" name="矩形 126">
              <a:extLst>
                <a:ext uri="{FF2B5EF4-FFF2-40B4-BE49-F238E27FC236}">
                  <a16:creationId xmlns:a16="http://schemas.microsoft.com/office/drawing/2014/main" id="{3D8B8EB6-D8E1-0741-92DE-31A6801E2AA0}"/>
                </a:ext>
              </a:extLst>
            </p:cNvPr>
            <p:cNvSpPr/>
            <p:nvPr/>
          </p:nvSpPr>
          <p:spPr>
            <a:xfrm>
              <a:off x="5980481" y="6003631"/>
              <a:ext cx="115519"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8" name="矩形 127">
              <a:extLst>
                <a:ext uri="{FF2B5EF4-FFF2-40B4-BE49-F238E27FC236}">
                  <a16:creationId xmlns:a16="http://schemas.microsoft.com/office/drawing/2014/main" id="{AE0CEFC4-B08B-5B44-890E-E9A41F94C1B1}"/>
                </a:ext>
              </a:extLst>
            </p:cNvPr>
            <p:cNvSpPr/>
            <p:nvPr/>
          </p:nvSpPr>
          <p:spPr>
            <a:xfrm>
              <a:off x="803128" y="3641942"/>
              <a:ext cx="127147"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9" name="矩形 128">
              <a:extLst>
                <a:ext uri="{FF2B5EF4-FFF2-40B4-BE49-F238E27FC236}">
                  <a16:creationId xmlns:a16="http://schemas.microsoft.com/office/drawing/2014/main" id="{B2F065A0-B1B1-194F-B2B7-28B96E19AC1E}"/>
                </a:ext>
              </a:extLst>
            </p:cNvPr>
            <p:cNvSpPr/>
            <p:nvPr/>
          </p:nvSpPr>
          <p:spPr>
            <a:xfrm>
              <a:off x="803128" y="6003631"/>
              <a:ext cx="130321"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sp>
        <p:nvSpPr>
          <p:cNvPr id="2" name="标题 1">
            <a:extLst>
              <a:ext uri="{FF2B5EF4-FFF2-40B4-BE49-F238E27FC236}">
                <a16:creationId xmlns:a16="http://schemas.microsoft.com/office/drawing/2014/main" id="{2F6E400B-D16B-4A3A-AC95-3E3276FD3F1A}"/>
              </a:ext>
            </a:extLst>
          </p:cNvPr>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a:extLst>
              <a:ext uri="{FF2B5EF4-FFF2-40B4-BE49-F238E27FC236}">
                <a16:creationId xmlns:a16="http://schemas.microsoft.com/office/drawing/2014/main" id="{C2642FC6-A069-EB4A-AE09-AEAF3C0FF9D3}"/>
              </a:ext>
            </a:extLst>
          </p:cNvPr>
          <p:cNvGrpSpPr/>
          <p:nvPr userDrawn="1"/>
        </p:nvGrpSpPr>
        <p:grpSpPr>
          <a:xfrm>
            <a:off x="9895088" y="468793"/>
            <a:ext cx="1480571" cy="458860"/>
            <a:chOff x="2558030" y="228446"/>
            <a:chExt cx="6774643" cy="2099603"/>
          </a:xfrm>
        </p:grpSpPr>
        <p:grpSp>
          <p:nvGrpSpPr>
            <p:cNvPr id="246" name="íšḻîďê">
              <a:extLst>
                <a:ext uri="{FF2B5EF4-FFF2-40B4-BE49-F238E27FC236}">
                  <a16:creationId xmlns:a16="http://schemas.microsoft.com/office/drawing/2014/main" id="{49171AB3-8591-5348-9C61-F17D0F929EB0}"/>
                </a:ext>
              </a:extLst>
            </p:cNvPr>
            <p:cNvGrpSpPr/>
            <p:nvPr userDrawn="1"/>
          </p:nvGrpSpPr>
          <p:grpSpPr>
            <a:xfrm>
              <a:off x="2558030" y="228446"/>
              <a:ext cx="2085857" cy="2099603"/>
              <a:chOff x="3551238" y="3067050"/>
              <a:chExt cx="722313" cy="727075"/>
            </a:xfrm>
          </p:grpSpPr>
          <p:sp>
            <p:nvSpPr>
              <p:cNvPr id="276" name="ïş1íḍê">
                <a:extLst>
                  <a:ext uri="{FF2B5EF4-FFF2-40B4-BE49-F238E27FC236}">
                    <a16:creationId xmlns:a16="http://schemas.microsoft.com/office/drawing/2014/main" id="{331EE849-D4A4-DC42-B184-E5D68CE3C507}"/>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7" name="íšḻïḍè">
                <a:extLst>
                  <a:ext uri="{FF2B5EF4-FFF2-40B4-BE49-F238E27FC236}">
                    <a16:creationId xmlns:a16="http://schemas.microsoft.com/office/drawing/2014/main" id="{DF8A2D4E-E7AE-764C-B284-1B5B99A5E272}"/>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headEnd/>
                <a:tailEnd/>
              </a:ln>
            </p:spPr>
            <p:txBody>
              <a:bodyPr anchor="ctr"/>
              <a:lstStyle/>
              <a:p>
                <a:pPr algn="ctr"/>
                <a:endParaRPr/>
              </a:p>
            </p:txBody>
          </p:sp>
          <p:sp>
            <p:nvSpPr>
              <p:cNvPr id="278" name="ïśľíḓé">
                <a:extLst>
                  <a:ext uri="{FF2B5EF4-FFF2-40B4-BE49-F238E27FC236}">
                    <a16:creationId xmlns:a16="http://schemas.microsoft.com/office/drawing/2014/main" id="{AE06900F-E8EC-644A-B307-9976F21A9C04}"/>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9" name="ïslíḍê">
                <a:extLst>
                  <a:ext uri="{FF2B5EF4-FFF2-40B4-BE49-F238E27FC236}">
                    <a16:creationId xmlns:a16="http://schemas.microsoft.com/office/drawing/2014/main" id="{52C5D888-08A1-5F44-B94A-1B39D2B56326}"/>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0" name="íṡļïdê">
                <a:extLst>
                  <a:ext uri="{FF2B5EF4-FFF2-40B4-BE49-F238E27FC236}">
                    <a16:creationId xmlns:a16="http://schemas.microsoft.com/office/drawing/2014/main" id="{9C2A8FB3-E6B7-5342-9F1A-E66018C224B8}"/>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1" name="iş1ïďe">
                <a:extLst>
                  <a:ext uri="{FF2B5EF4-FFF2-40B4-BE49-F238E27FC236}">
                    <a16:creationId xmlns:a16="http://schemas.microsoft.com/office/drawing/2014/main" id="{AB71DB15-AC89-EF4D-9581-A712A3F5D911}"/>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2" name="ïṩḷíḍé">
                <a:extLst>
                  <a:ext uri="{FF2B5EF4-FFF2-40B4-BE49-F238E27FC236}">
                    <a16:creationId xmlns:a16="http://schemas.microsoft.com/office/drawing/2014/main" id="{FE48DBAC-D137-5E4A-AE2A-58A5E5D92FEF}"/>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a:extLst>
                  <a:ext uri="{FF2B5EF4-FFF2-40B4-BE49-F238E27FC236}">
                    <a16:creationId xmlns:a16="http://schemas.microsoft.com/office/drawing/2014/main" id="{64C522BC-A5D8-6E4A-8E2E-8A7E334324FA}"/>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a:extLst>
                  <a:ext uri="{FF2B5EF4-FFF2-40B4-BE49-F238E27FC236}">
                    <a16:creationId xmlns:a16="http://schemas.microsoft.com/office/drawing/2014/main" id="{B2A17ADB-C350-6C47-A9E7-9353F379FA7E}"/>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a:extLst>
                  <a:ext uri="{FF2B5EF4-FFF2-40B4-BE49-F238E27FC236}">
                    <a16:creationId xmlns:a16="http://schemas.microsoft.com/office/drawing/2014/main" id="{19342845-CB0B-7842-A750-3CC457D90077}"/>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a:extLst>
                  <a:ext uri="{FF2B5EF4-FFF2-40B4-BE49-F238E27FC236}">
                    <a16:creationId xmlns:a16="http://schemas.microsoft.com/office/drawing/2014/main" id="{3DC316BC-A0F4-B749-9D82-3E06B5258988}"/>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a:extLst>
                  <a:ext uri="{FF2B5EF4-FFF2-40B4-BE49-F238E27FC236}">
                    <a16:creationId xmlns:a16="http://schemas.microsoft.com/office/drawing/2014/main" id="{079333E7-B194-C744-AFEB-1559449C15B0}"/>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a:extLst>
                  <a:ext uri="{FF2B5EF4-FFF2-40B4-BE49-F238E27FC236}">
                    <a16:creationId xmlns:a16="http://schemas.microsoft.com/office/drawing/2014/main" id="{008C6E34-7D64-E34A-9328-DF7C7638B8EA}"/>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a:extLst>
                  <a:ext uri="{FF2B5EF4-FFF2-40B4-BE49-F238E27FC236}">
                    <a16:creationId xmlns:a16="http://schemas.microsoft.com/office/drawing/2014/main" id="{AAABCA0A-9410-EA4D-8278-D2197B42AFF2}"/>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a:extLst>
                  <a:ext uri="{FF2B5EF4-FFF2-40B4-BE49-F238E27FC236}">
                    <a16:creationId xmlns:a16="http://schemas.microsoft.com/office/drawing/2014/main" id="{25E701C1-E0D7-8D42-A8D9-16C4F4697949}"/>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a:extLst>
                  <a:ext uri="{FF2B5EF4-FFF2-40B4-BE49-F238E27FC236}">
                    <a16:creationId xmlns:a16="http://schemas.microsoft.com/office/drawing/2014/main" id="{6481D560-8D59-3348-814B-8E2ED3F62DAE}"/>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a:extLst>
                  <a:ext uri="{FF2B5EF4-FFF2-40B4-BE49-F238E27FC236}">
                    <a16:creationId xmlns:a16="http://schemas.microsoft.com/office/drawing/2014/main" id="{0F34FCCA-894E-A749-B1A9-98BDCE801EE3}"/>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a:extLst>
                  <a:ext uri="{FF2B5EF4-FFF2-40B4-BE49-F238E27FC236}">
                    <a16:creationId xmlns:a16="http://schemas.microsoft.com/office/drawing/2014/main" id="{A3E75E0C-D4F2-9547-BE26-5F24FA75CAB7}"/>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a:extLst>
                  <a:ext uri="{FF2B5EF4-FFF2-40B4-BE49-F238E27FC236}">
                    <a16:creationId xmlns:a16="http://schemas.microsoft.com/office/drawing/2014/main" id="{0A289880-B5F4-0D44-AA71-D31B27BF5F0F}"/>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a:extLst>
                  <a:ext uri="{FF2B5EF4-FFF2-40B4-BE49-F238E27FC236}">
                    <a16:creationId xmlns:a16="http://schemas.microsoft.com/office/drawing/2014/main" id="{559C6F73-3756-4D4C-A745-5C39000DE67E}"/>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a:extLst>
                  <a:ext uri="{FF2B5EF4-FFF2-40B4-BE49-F238E27FC236}">
                    <a16:creationId xmlns:a16="http://schemas.microsoft.com/office/drawing/2014/main" id="{B94A9EAC-5077-9C43-A07C-D8647900EC8A}"/>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7" name="islïďé">
                <a:extLst>
                  <a:ext uri="{FF2B5EF4-FFF2-40B4-BE49-F238E27FC236}">
                    <a16:creationId xmlns:a16="http://schemas.microsoft.com/office/drawing/2014/main" id="{B54980F5-D4DB-3149-88E2-FC1B906C713D}"/>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8" name="îṥḷîdé">
                <a:extLst>
                  <a:ext uri="{FF2B5EF4-FFF2-40B4-BE49-F238E27FC236}">
                    <a16:creationId xmlns:a16="http://schemas.microsoft.com/office/drawing/2014/main" id="{8D26488D-9702-5B42-B3A8-2FE08043FC68}"/>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9" name="isḷîḋé">
                <a:extLst>
                  <a:ext uri="{FF2B5EF4-FFF2-40B4-BE49-F238E27FC236}">
                    <a16:creationId xmlns:a16="http://schemas.microsoft.com/office/drawing/2014/main" id="{3328F539-E168-2444-AA27-A21E0FB88C68}"/>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0" name="iśḷïḑè">
                <a:extLst>
                  <a:ext uri="{FF2B5EF4-FFF2-40B4-BE49-F238E27FC236}">
                    <a16:creationId xmlns:a16="http://schemas.microsoft.com/office/drawing/2014/main" id="{CCD927C5-139A-7A4D-9593-5E38A4BCD7EE}"/>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1" name="iṧľiďé">
                <a:extLst>
                  <a:ext uri="{FF2B5EF4-FFF2-40B4-BE49-F238E27FC236}">
                    <a16:creationId xmlns:a16="http://schemas.microsoft.com/office/drawing/2014/main" id="{BBA4E80F-3918-1441-9422-4EF3F739AFD7}"/>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2" name="išľïḍé">
                <a:extLst>
                  <a:ext uri="{FF2B5EF4-FFF2-40B4-BE49-F238E27FC236}">
                    <a16:creationId xmlns:a16="http://schemas.microsoft.com/office/drawing/2014/main" id="{867B0927-8F2F-8842-8404-E9F92F9F8FF1}"/>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3" name="îŝlîḑè">
                <a:extLst>
                  <a:ext uri="{FF2B5EF4-FFF2-40B4-BE49-F238E27FC236}">
                    <a16:creationId xmlns:a16="http://schemas.microsoft.com/office/drawing/2014/main" id="{A301A8F9-6F9B-3943-99D1-65E7088742D4}"/>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4" name="îṩḻíḓe">
                <a:extLst>
                  <a:ext uri="{FF2B5EF4-FFF2-40B4-BE49-F238E27FC236}">
                    <a16:creationId xmlns:a16="http://schemas.microsoft.com/office/drawing/2014/main" id="{4ADC4919-2595-EC42-93F1-AC81598C38DC}"/>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5" name="î$1îdè">
                <a:extLst>
                  <a:ext uri="{FF2B5EF4-FFF2-40B4-BE49-F238E27FC236}">
                    <a16:creationId xmlns:a16="http://schemas.microsoft.com/office/drawing/2014/main" id="{8F303413-D569-1F4D-8298-78E4F97EF2C0}"/>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6" name="iśľïḓe">
                <a:extLst>
                  <a:ext uri="{FF2B5EF4-FFF2-40B4-BE49-F238E27FC236}">
                    <a16:creationId xmlns:a16="http://schemas.microsoft.com/office/drawing/2014/main" id="{38842937-FDCA-6941-8B67-F867A925FDCF}"/>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7" name="iṣļïḑè">
                <a:extLst>
                  <a:ext uri="{FF2B5EF4-FFF2-40B4-BE49-F238E27FC236}">
                    <a16:creationId xmlns:a16="http://schemas.microsoft.com/office/drawing/2014/main" id="{36A50748-F007-3D44-9188-9CCCF4A7E025}"/>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8" name="iṡḷidé">
                <a:extLst>
                  <a:ext uri="{FF2B5EF4-FFF2-40B4-BE49-F238E27FC236}">
                    <a16:creationId xmlns:a16="http://schemas.microsoft.com/office/drawing/2014/main" id="{19522ED5-C7BF-5F4D-8194-F7E1A8DEDD46}"/>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9" name="íṡḷíḋe">
                <a:extLst>
                  <a:ext uri="{FF2B5EF4-FFF2-40B4-BE49-F238E27FC236}">
                    <a16:creationId xmlns:a16="http://schemas.microsoft.com/office/drawing/2014/main" id="{8672B506-ECAD-3448-AC68-460729E69835}"/>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a:extLst>
                  <a:ext uri="{FF2B5EF4-FFF2-40B4-BE49-F238E27FC236}">
                    <a16:creationId xmlns:a16="http://schemas.microsoft.com/office/drawing/2014/main" id="{C255849B-0750-7041-A670-223C3279E97C}"/>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a:extLst>
                  <a:ext uri="{FF2B5EF4-FFF2-40B4-BE49-F238E27FC236}">
                    <a16:creationId xmlns:a16="http://schemas.microsoft.com/office/drawing/2014/main" id="{16232912-DBF7-B840-A4AA-6D053116C766}"/>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a:extLst>
                  <a:ext uri="{FF2B5EF4-FFF2-40B4-BE49-F238E27FC236}">
                    <a16:creationId xmlns:a16="http://schemas.microsoft.com/office/drawing/2014/main" id="{4AE4FD53-FAA2-2444-899C-23EFB14213B4}"/>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a:extLst>
                  <a:ext uri="{FF2B5EF4-FFF2-40B4-BE49-F238E27FC236}">
                    <a16:creationId xmlns:a16="http://schemas.microsoft.com/office/drawing/2014/main" id="{7028FD26-0F3F-C344-9DDF-1A48692668BE}"/>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a:extLst>
                  <a:ext uri="{FF2B5EF4-FFF2-40B4-BE49-F238E27FC236}">
                    <a16:creationId xmlns:a16="http://schemas.microsoft.com/office/drawing/2014/main" id="{46B44F2F-838F-5647-B04D-1182BEFAA08C}"/>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5" name="îš1íḑe">
                <a:extLst>
                  <a:ext uri="{FF2B5EF4-FFF2-40B4-BE49-F238E27FC236}">
                    <a16:creationId xmlns:a16="http://schemas.microsoft.com/office/drawing/2014/main" id="{941EA2D9-B725-B542-A3F7-A3E23DDBEC40}"/>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6" name="iš1ïḍe">
                <a:extLst>
                  <a:ext uri="{FF2B5EF4-FFF2-40B4-BE49-F238E27FC236}">
                    <a16:creationId xmlns:a16="http://schemas.microsoft.com/office/drawing/2014/main" id="{48E883DC-7FA2-5045-B010-995FAA503D47}"/>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a:extLst>
                  <a:ext uri="{FF2B5EF4-FFF2-40B4-BE49-F238E27FC236}">
                    <a16:creationId xmlns:a16="http://schemas.microsoft.com/office/drawing/2014/main" id="{8DF837D3-E0F5-E544-B0DC-A65DE0C91AD3}"/>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a:extLst>
                  <a:ext uri="{FF2B5EF4-FFF2-40B4-BE49-F238E27FC236}">
                    <a16:creationId xmlns:a16="http://schemas.microsoft.com/office/drawing/2014/main" id="{E5280F75-1ED2-5546-8326-8CE5FB49F7BC}"/>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a:extLst>
                  <a:ext uri="{FF2B5EF4-FFF2-40B4-BE49-F238E27FC236}">
                    <a16:creationId xmlns:a16="http://schemas.microsoft.com/office/drawing/2014/main" id="{563298BF-D12F-D547-A9EB-A2FD0E7644E9}"/>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a:extLst>
                  <a:ext uri="{FF2B5EF4-FFF2-40B4-BE49-F238E27FC236}">
                    <a16:creationId xmlns:a16="http://schemas.microsoft.com/office/drawing/2014/main" id="{5C471C22-4F9F-5645-B7B9-5808162B9B40}"/>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a:extLst>
                  <a:ext uri="{FF2B5EF4-FFF2-40B4-BE49-F238E27FC236}">
                    <a16:creationId xmlns:a16="http://schemas.microsoft.com/office/drawing/2014/main" id="{4908E9FF-6973-284E-A16B-584A73C9AB48}"/>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a:extLst>
                  <a:ext uri="{FF2B5EF4-FFF2-40B4-BE49-F238E27FC236}">
                    <a16:creationId xmlns:a16="http://schemas.microsoft.com/office/drawing/2014/main" id="{4CA791D0-30E7-704B-ACD4-B15DA1C0F1EC}"/>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3" name="îşľïďe">
                <a:extLst>
                  <a:ext uri="{FF2B5EF4-FFF2-40B4-BE49-F238E27FC236}">
                    <a16:creationId xmlns:a16="http://schemas.microsoft.com/office/drawing/2014/main" id="{4EFC80CE-CF61-B045-B80A-02E394E45BAB}"/>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4" name="ïşľíďê">
                <a:extLst>
                  <a:ext uri="{FF2B5EF4-FFF2-40B4-BE49-F238E27FC236}">
                    <a16:creationId xmlns:a16="http://schemas.microsoft.com/office/drawing/2014/main" id="{E0C02EF5-B61D-A34B-AB84-3A92A3E948AC}"/>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5" name="íś1ïdè">
                <a:extLst>
                  <a:ext uri="{FF2B5EF4-FFF2-40B4-BE49-F238E27FC236}">
                    <a16:creationId xmlns:a16="http://schemas.microsoft.com/office/drawing/2014/main" id="{89D8E1E0-4C7F-7840-9EF4-3ED33002F3BB}"/>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6" name="iṩḷiḍe">
                <a:extLst>
                  <a:ext uri="{FF2B5EF4-FFF2-40B4-BE49-F238E27FC236}">
                    <a16:creationId xmlns:a16="http://schemas.microsoft.com/office/drawing/2014/main" id="{AD9C48EA-F581-9946-8DC9-4BDF21F3D287}"/>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7" name="ïŝ1iďè">
                <a:extLst>
                  <a:ext uri="{FF2B5EF4-FFF2-40B4-BE49-F238E27FC236}">
                    <a16:creationId xmlns:a16="http://schemas.microsoft.com/office/drawing/2014/main" id="{345025D0-8B67-9C40-8728-02649DA348C1}"/>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8" name="íṩļíḋê">
                <a:extLst>
                  <a:ext uri="{FF2B5EF4-FFF2-40B4-BE49-F238E27FC236}">
                    <a16:creationId xmlns:a16="http://schemas.microsoft.com/office/drawing/2014/main" id="{9FA9D742-9195-6642-B445-99B24C17BC0C}"/>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9" name="ïṧ1ïdè">
                <a:extLst>
                  <a:ext uri="{FF2B5EF4-FFF2-40B4-BE49-F238E27FC236}">
                    <a16:creationId xmlns:a16="http://schemas.microsoft.com/office/drawing/2014/main" id="{B4D185C7-1AF5-8342-9191-D8FAB89F145D}"/>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0" name="íŝḻîḍé">
                <a:extLst>
                  <a:ext uri="{FF2B5EF4-FFF2-40B4-BE49-F238E27FC236}">
                    <a16:creationId xmlns:a16="http://schemas.microsoft.com/office/drawing/2014/main" id="{C2733F06-2680-A741-BFBA-70A185222B1F}"/>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1" name="îşḻïḓé">
                <a:extLst>
                  <a:ext uri="{FF2B5EF4-FFF2-40B4-BE49-F238E27FC236}">
                    <a16:creationId xmlns:a16="http://schemas.microsoft.com/office/drawing/2014/main" id="{014B01FB-BE4B-3B4E-B997-C94B4B8DC4FC}"/>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2" name="íśļíďè">
                <a:extLst>
                  <a:ext uri="{FF2B5EF4-FFF2-40B4-BE49-F238E27FC236}">
                    <a16:creationId xmlns:a16="http://schemas.microsoft.com/office/drawing/2014/main" id="{D2C86E61-AEF7-8D44-A72A-CCBD093CD264}"/>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3" name="iŝ1ïdé">
                <a:extLst>
                  <a:ext uri="{FF2B5EF4-FFF2-40B4-BE49-F238E27FC236}">
                    <a16:creationId xmlns:a16="http://schemas.microsoft.com/office/drawing/2014/main" id="{E52432BC-DDB5-5445-B39A-4782F514F2DC}"/>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4" name="is1ídè">
                <a:extLst>
                  <a:ext uri="{FF2B5EF4-FFF2-40B4-BE49-F238E27FC236}">
                    <a16:creationId xmlns:a16="http://schemas.microsoft.com/office/drawing/2014/main" id="{834925A1-ED87-FD42-A0C4-CC7C8CCD712C}"/>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5" name="islíďê">
                <a:extLst>
                  <a:ext uri="{FF2B5EF4-FFF2-40B4-BE49-F238E27FC236}">
                    <a16:creationId xmlns:a16="http://schemas.microsoft.com/office/drawing/2014/main" id="{16CCF2FF-21DC-FC49-97DF-2DAC2C1CD64F}"/>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6" name="iṩlíḑê">
                <a:extLst>
                  <a:ext uri="{FF2B5EF4-FFF2-40B4-BE49-F238E27FC236}">
                    <a16:creationId xmlns:a16="http://schemas.microsoft.com/office/drawing/2014/main" id="{DD7C5A19-55D8-DC48-B1AF-2FAC8609E167}"/>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7" name="îṥḷïďê">
                <a:extLst>
                  <a:ext uri="{FF2B5EF4-FFF2-40B4-BE49-F238E27FC236}">
                    <a16:creationId xmlns:a16="http://schemas.microsoft.com/office/drawing/2014/main" id="{A2A1B4CA-64B0-C54E-95D2-B8273AFA915A}"/>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8" name="íṥḻïďè">
                <a:extLst>
                  <a:ext uri="{FF2B5EF4-FFF2-40B4-BE49-F238E27FC236}">
                    <a16:creationId xmlns:a16="http://schemas.microsoft.com/office/drawing/2014/main" id="{4F81F73E-836F-D742-820C-740E05DED8A0}"/>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9" name="íṡḷíḍè">
                <a:extLst>
                  <a:ext uri="{FF2B5EF4-FFF2-40B4-BE49-F238E27FC236}">
                    <a16:creationId xmlns:a16="http://schemas.microsoft.com/office/drawing/2014/main" id="{C5170157-A63E-F640-A382-23D591FD4A16}"/>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a:extLst>
                  <a:ext uri="{FF2B5EF4-FFF2-40B4-BE49-F238E27FC236}">
                    <a16:creationId xmlns:a16="http://schemas.microsoft.com/office/drawing/2014/main" id="{6C511E9B-6950-0E44-A7C2-9E63E1B7276F}"/>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a:extLst>
                  <a:ext uri="{FF2B5EF4-FFF2-40B4-BE49-F238E27FC236}">
                    <a16:creationId xmlns:a16="http://schemas.microsoft.com/office/drawing/2014/main" id="{C6900325-308B-E749-BF24-835453E473DC}"/>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a:extLst>
                  <a:ext uri="{FF2B5EF4-FFF2-40B4-BE49-F238E27FC236}">
                    <a16:creationId xmlns:a16="http://schemas.microsoft.com/office/drawing/2014/main" id="{D0AE4C74-5652-854A-818C-DEB1D55A1615}"/>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a:extLst>
                  <a:ext uri="{FF2B5EF4-FFF2-40B4-BE49-F238E27FC236}">
                    <a16:creationId xmlns:a16="http://schemas.microsoft.com/office/drawing/2014/main" id="{6FEF2DB5-1375-884B-BFC4-89B428E9752A}"/>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a:extLst>
                  <a:ext uri="{FF2B5EF4-FFF2-40B4-BE49-F238E27FC236}">
                    <a16:creationId xmlns:a16="http://schemas.microsoft.com/office/drawing/2014/main" id="{69F1BA50-AEBC-9244-A454-75C05BC0E5DD}"/>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5" name="iṧ1ïḓè">
                <a:extLst>
                  <a:ext uri="{FF2B5EF4-FFF2-40B4-BE49-F238E27FC236}">
                    <a16:creationId xmlns:a16="http://schemas.microsoft.com/office/drawing/2014/main" id="{50950010-F52C-6841-A9E4-812673F9BCE8}"/>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7" name="íşḷïḑe">
              <a:extLst>
                <a:ext uri="{FF2B5EF4-FFF2-40B4-BE49-F238E27FC236}">
                  <a16:creationId xmlns:a16="http://schemas.microsoft.com/office/drawing/2014/main" id="{1EA826F0-AE07-504D-9C6E-4A6302BDCA69}"/>
                </a:ext>
              </a:extLst>
            </p:cNvPr>
            <p:cNvGrpSpPr/>
            <p:nvPr userDrawn="1"/>
          </p:nvGrpSpPr>
          <p:grpSpPr>
            <a:xfrm>
              <a:off x="4894762" y="471192"/>
              <a:ext cx="4437911" cy="1614111"/>
              <a:chOff x="4412452" y="3106738"/>
              <a:chExt cx="2312689" cy="841148"/>
            </a:xfrm>
          </p:grpSpPr>
          <p:grpSp>
            <p:nvGrpSpPr>
              <p:cNvPr id="248" name="îṥľíḑé">
                <a:extLst>
                  <a:ext uri="{FF2B5EF4-FFF2-40B4-BE49-F238E27FC236}">
                    <a16:creationId xmlns:a16="http://schemas.microsoft.com/office/drawing/2014/main" id="{39D64547-5156-9A46-BECB-158A08F4DD51}"/>
                  </a:ext>
                </a:extLst>
              </p:cNvPr>
              <p:cNvGrpSpPr/>
              <p:nvPr/>
            </p:nvGrpSpPr>
            <p:grpSpPr>
              <a:xfrm>
                <a:off x="4422776" y="3106738"/>
                <a:ext cx="2293937" cy="617538"/>
                <a:chOff x="4422776" y="3106738"/>
                <a:chExt cx="2293937" cy="617538"/>
              </a:xfrm>
            </p:grpSpPr>
            <p:sp>
              <p:nvSpPr>
                <p:cNvPr id="265" name="išḻiḑé">
                  <a:extLst>
                    <a:ext uri="{FF2B5EF4-FFF2-40B4-BE49-F238E27FC236}">
                      <a16:creationId xmlns:a16="http://schemas.microsoft.com/office/drawing/2014/main" id="{E9E95CFA-B471-D346-88CE-BF00280196C0}"/>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6" name="íṥľíďè">
                  <a:extLst>
                    <a:ext uri="{FF2B5EF4-FFF2-40B4-BE49-F238E27FC236}">
                      <a16:creationId xmlns:a16="http://schemas.microsoft.com/office/drawing/2014/main" id="{EB890018-20C4-6246-8A3C-F7FD68602FDA}"/>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7" name="íś1iḑe">
                  <a:extLst>
                    <a:ext uri="{FF2B5EF4-FFF2-40B4-BE49-F238E27FC236}">
                      <a16:creationId xmlns:a16="http://schemas.microsoft.com/office/drawing/2014/main" id="{01179C9D-6713-BF47-AA0F-281ED877EEEE}"/>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8" name="iṩ1iḋè">
                  <a:extLst>
                    <a:ext uri="{FF2B5EF4-FFF2-40B4-BE49-F238E27FC236}">
                      <a16:creationId xmlns:a16="http://schemas.microsoft.com/office/drawing/2014/main" id="{621A8462-AF81-F546-A24F-AB4367F2710C}"/>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9" name="íṩlïḓè">
                  <a:extLst>
                    <a:ext uri="{FF2B5EF4-FFF2-40B4-BE49-F238E27FC236}">
                      <a16:creationId xmlns:a16="http://schemas.microsoft.com/office/drawing/2014/main" id="{57F3DDF2-34D4-7543-9418-964C5B630599}"/>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0" name="ísḷïďè">
                  <a:extLst>
                    <a:ext uri="{FF2B5EF4-FFF2-40B4-BE49-F238E27FC236}">
                      <a16:creationId xmlns:a16="http://schemas.microsoft.com/office/drawing/2014/main" id="{C5186C17-1E83-714A-8B14-0163667BC9E4}"/>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1" name="îṧļîḓé">
                  <a:extLst>
                    <a:ext uri="{FF2B5EF4-FFF2-40B4-BE49-F238E27FC236}">
                      <a16:creationId xmlns:a16="http://schemas.microsoft.com/office/drawing/2014/main" id="{799F2DE9-5612-5C49-ACB0-FF33A8D94B31}"/>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2" name="iSļïḑé">
                  <a:extLst>
                    <a:ext uri="{FF2B5EF4-FFF2-40B4-BE49-F238E27FC236}">
                      <a16:creationId xmlns:a16="http://schemas.microsoft.com/office/drawing/2014/main" id="{9CE9B73C-A77B-CA4F-9CD9-1B7561A61257}"/>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3" name="íšlïďè">
                  <a:extLst>
                    <a:ext uri="{FF2B5EF4-FFF2-40B4-BE49-F238E27FC236}">
                      <a16:creationId xmlns:a16="http://schemas.microsoft.com/office/drawing/2014/main" id="{1E9C718C-CB3C-BC48-BB64-22E4D8039279}"/>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4" name="işḷîḑe">
                  <a:extLst>
                    <a:ext uri="{FF2B5EF4-FFF2-40B4-BE49-F238E27FC236}">
                      <a16:creationId xmlns:a16="http://schemas.microsoft.com/office/drawing/2014/main" id="{88E40FB8-5CA6-9E40-962B-D214B5F662CB}"/>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5" name="íṥḻiďê">
                  <a:extLst>
                    <a:ext uri="{FF2B5EF4-FFF2-40B4-BE49-F238E27FC236}">
                      <a16:creationId xmlns:a16="http://schemas.microsoft.com/office/drawing/2014/main" id="{844B0D86-9046-2141-A874-61F3E25E14CA}"/>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9" name="ïšľîḍê">
                <a:extLst>
                  <a:ext uri="{FF2B5EF4-FFF2-40B4-BE49-F238E27FC236}">
                    <a16:creationId xmlns:a16="http://schemas.microsoft.com/office/drawing/2014/main" id="{1C609813-1774-8E4D-9F8C-E1E3661FF14A}"/>
                  </a:ext>
                </a:extLst>
              </p:cNvPr>
              <p:cNvGrpSpPr/>
              <p:nvPr/>
            </p:nvGrpSpPr>
            <p:grpSpPr>
              <a:xfrm>
                <a:off x="4412452" y="3781425"/>
                <a:ext cx="2312689" cy="166461"/>
                <a:chOff x="6986588" y="3521075"/>
                <a:chExt cx="1654176" cy="119063"/>
              </a:xfrm>
            </p:grpSpPr>
            <p:sp>
              <p:nvSpPr>
                <p:cNvPr id="250" name="îṩľîḑê">
                  <a:extLst>
                    <a:ext uri="{FF2B5EF4-FFF2-40B4-BE49-F238E27FC236}">
                      <a16:creationId xmlns:a16="http://schemas.microsoft.com/office/drawing/2014/main" id="{C89BCD88-9FA4-BD44-982F-9844236EA45A}"/>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1" name="îṩḷîde">
                  <a:extLst>
                    <a:ext uri="{FF2B5EF4-FFF2-40B4-BE49-F238E27FC236}">
                      <a16:creationId xmlns:a16="http://schemas.microsoft.com/office/drawing/2014/main" id="{CCB337B7-50AE-2F4E-A6E5-61392C25DFC7}"/>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2" name="îṣḻîḑê">
                  <a:extLst>
                    <a:ext uri="{FF2B5EF4-FFF2-40B4-BE49-F238E27FC236}">
                      <a16:creationId xmlns:a16="http://schemas.microsoft.com/office/drawing/2014/main" id="{45143715-8506-694C-B7D2-4989C8FFBCAA}"/>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3" name="ïṥlíḑê">
                  <a:extLst>
                    <a:ext uri="{FF2B5EF4-FFF2-40B4-BE49-F238E27FC236}">
                      <a16:creationId xmlns:a16="http://schemas.microsoft.com/office/drawing/2014/main" id="{404C92B2-6E6C-6044-9EF8-14F1D8D61BFB}"/>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4" name="îş1íḋe">
                  <a:extLst>
                    <a:ext uri="{FF2B5EF4-FFF2-40B4-BE49-F238E27FC236}">
                      <a16:creationId xmlns:a16="http://schemas.microsoft.com/office/drawing/2014/main" id="{7C5F190C-6F8A-8743-B665-77D7BA9B99B1}"/>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5" name="îş1ïḋe">
                  <a:extLst>
                    <a:ext uri="{FF2B5EF4-FFF2-40B4-BE49-F238E27FC236}">
                      <a16:creationId xmlns:a16="http://schemas.microsoft.com/office/drawing/2014/main" id="{AACAEFC6-00DB-624B-96E5-55D1153283DA}"/>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6" name="íšlídè">
                  <a:extLst>
                    <a:ext uri="{FF2B5EF4-FFF2-40B4-BE49-F238E27FC236}">
                      <a16:creationId xmlns:a16="http://schemas.microsoft.com/office/drawing/2014/main" id="{6B91F165-2F01-9D4C-950F-9CEF67F7AEAE}"/>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7" name="îṣḻîďe">
                  <a:extLst>
                    <a:ext uri="{FF2B5EF4-FFF2-40B4-BE49-F238E27FC236}">
                      <a16:creationId xmlns:a16="http://schemas.microsoft.com/office/drawing/2014/main" id="{A86EADCA-D694-E449-8EE6-CDCDF22A34C4}"/>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8" name="íŝḻiḋè">
                  <a:extLst>
                    <a:ext uri="{FF2B5EF4-FFF2-40B4-BE49-F238E27FC236}">
                      <a16:creationId xmlns:a16="http://schemas.microsoft.com/office/drawing/2014/main" id="{8F478696-931D-F84B-8764-BEAA02862463}"/>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9" name="î$ḷíďé">
                  <a:extLst>
                    <a:ext uri="{FF2B5EF4-FFF2-40B4-BE49-F238E27FC236}">
                      <a16:creationId xmlns:a16="http://schemas.microsoft.com/office/drawing/2014/main" id="{8037E45B-B559-4446-9B46-4A200B187521}"/>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0" name="îṡlîďe">
                  <a:extLst>
                    <a:ext uri="{FF2B5EF4-FFF2-40B4-BE49-F238E27FC236}">
                      <a16:creationId xmlns:a16="http://schemas.microsoft.com/office/drawing/2014/main" id="{966194C0-DA5C-164F-84D3-187CDBEFED3E}"/>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1" name="ïşľîḍé">
                  <a:extLst>
                    <a:ext uri="{FF2B5EF4-FFF2-40B4-BE49-F238E27FC236}">
                      <a16:creationId xmlns:a16="http://schemas.microsoft.com/office/drawing/2014/main" id="{35AF3130-2C15-5842-AFD1-576DBB732B53}"/>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2" name="îṩľîďe">
                  <a:extLst>
                    <a:ext uri="{FF2B5EF4-FFF2-40B4-BE49-F238E27FC236}">
                      <a16:creationId xmlns:a16="http://schemas.microsoft.com/office/drawing/2014/main" id="{BDD7DDCD-E30F-764D-80CF-830A60436831}"/>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3" name="iS1idè">
                  <a:extLst>
                    <a:ext uri="{FF2B5EF4-FFF2-40B4-BE49-F238E27FC236}">
                      <a16:creationId xmlns:a16="http://schemas.microsoft.com/office/drawing/2014/main" id="{E921EDEF-EBCF-6044-9628-02C1420BEAC6}"/>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4" name="iṣḷîḋe">
                  <a:extLst>
                    <a:ext uri="{FF2B5EF4-FFF2-40B4-BE49-F238E27FC236}">
                      <a16:creationId xmlns:a16="http://schemas.microsoft.com/office/drawing/2014/main" id="{B4BF50DA-B9DA-1444-89A0-381C75023C90}"/>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grpSp>
      <p:cxnSp>
        <p:nvCxnSpPr>
          <p:cNvPr id="4" name="直线连接符 3">
            <a:extLst>
              <a:ext uri="{FF2B5EF4-FFF2-40B4-BE49-F238E27FC236}">
                <a16:creationId xmlns:a16="http://schemas.microsoft.com/office/drawing/2014/main" id="{959D5530-A0A5-934E-AAE7-E3140A5C1BA3}"/>
              </a:ext>
            </a:extLst>
          </p:cNvPr>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a:extLst>
              <a:ext uri="{FF2B5EF4-FFF2-40B4-BE49-F238E27FC236}">
                <a16:creationId xmlns:a16="http://schemas.microsoft.com/office/drawing/2014/main" id="{F8B9A523-AD8C-9140-B30D-DCF5D7DFB66B}"/>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colorTemperature colorTemp="9660"/>
                    </a14:imgEffect>
                    <a14:imgEffect>
                      <a14:saturation sat="111000"/>
                    </a14:imgEffect>
                    <a14:imgEffect>
                      <a14:brightnessContrast bright="72000"/>
                    </a14:imgEffect>
                  </a14:imgLayer>
                </a14:imgProps>
              </a:ext>
              <a:ext uri="{28A0092B-C50C-407E-A947-70E740481C1C}">
                <a14:useLocalDpi xmlns:a14="http://schemas.microsoft.com/office/drawing/2010/main" val="0"/>
              </a:ext>
            </a:extLst>
          </a:blip>
          <a:srcRect l="38743" t="8413"/>
          <a:stretch/>
        </p:blipFill>
        <p:spPr>
          <a:xfrm flipH="1">
            <a:off x="-1" y="60500"/>
            <a:ext cx="958611" cy="955500"/>
          </a:xfrm>
          <a:prstGeom prst="rect">
            <a:avLst/>
          </a:prstGeom>
        </p:spPr>
      </p:pic>
      <p:sp>
        <p:nvSpPr>
          <p:cNvPr id="5" name="图片占位符 4">
            <a:extLst>
              <a:ext uri="{FF2B5EF4-FFF2-40B4-BE49-F238E27FC236}">
                <a16:creationId xmlns:a16="http://schemas.microsoft.com/office/drawing/2014/main" id="{A1B7EBCF-458B-D941-BD77-CD52A3179BD4}"/>
              </a:ext>
            </a:extLst>
          </p:cNvPr>
          <p:cNvSpPr>
            <a:spLocks noGrp="1"/>
          </p:cNvSpPr>
          <p:nvPr>
            <p:ph type="pic" sz="quarter" idx="11"/>
          </p:nvPr>
        </p:nvSpPr>
        <p:spPr>
          <a:xfrm>
            <a:off x="6224588" y="1423851"/>
            <a:ext cx="5045392" cy="2259121"/>
          </a:xfrm>
          <a:prstGeom prst="rect">
            <a:avLst/>
          </a:prstGeom>
        </p:spPr>
        <p:txBody>
          <a:bodyPr/>
          <a:lstStyle/>
          <a:p>
            <a:endParaRPr kumimoji="1" lang="zh-CN" altLang="en-US"/>
          </a:p>
        </p:txBody>
      </p:sp>
      <p:sp>
        <p:nvSpPr>
          <p:cNvPr id="109" name="图片占位符 4">
            <a:extLst>
              <a:ext uri="{FF2B5EF4-FFF2-40B4-BE49-F238E27FC236}">
                <a16:creationId xmlns:a16="http://schemas.microsoft.com/office/drawing/2014/main" id="{646ED865-963F-A84E-9BB0-F69EE074D085}"/>
              </a:ext>
            </a:extLst>
          </p:cNvPr>
          <p:cNvSpPr>
            <a:spLocks noGrp="1"/>
          </p:cNvSpPr>
          <p:nvPr>
            <p:ph type="pic" sz="quarter" idx="12"/>
          </p:nvPr>
        </p:nvSpPr>
        <p:spPr>
          <a:xfrm>
            <a:off x="931863" y="3897796"/>
            <a:ext cx="5045392" cy="2259121"/>
          </a:xfrm>
          <a:prstGeom prst="rect">
            <a:avLst/>
          </a:prstGeom>
        </p:spPr>
        <p:txBody>
          <a:bodyPr/>
          <a:lstStyle/>
          <a:p>
            <a:endParaRPr kumimoji="1" lang="zh-CN" altLang="en-US"/>
          </a:p>
        </p:txBody>
      </p:sp>
      <p:grpSp>
        <p:nvGrpSpPr>
          <p:cNvPr id="112" name="组合 111">
            <a:extLst>
              <a:ext uri="{FF2B5EF4-FFF2-40B4-BE49-F238E27FC236}">
                <a16:creationId xmlns:a16="http://schemas.microsoft.com/office/drawing/2014/main" id="{9DD88724-7C87-894F-93BC-8801B71B6AFF}"/>
              </a:ext>
            </a:extLst>
          </p:cNvPr>
          <p:cNvGrpSpPr/>
          <p:nvPr userDrawn="1"/>
        </p:nvGrpSpPr>
        <p:grpSpPr>
          <a:xfrm>
            <a:off x="2792280" y="1955776"/>
            <a:ext cx="1310061" cy="1186205"/>
            <a:chOff x="5772150" y="157163"/>
            <a:chExt cx="583834" cy="528637"/>
          </a:xfrm>
        </p:grpSpPr>
        <p:sp>
          <p:nvSpPr>
            <p:cNvPr id="113" name="燕尾形 112">
              <a:extLst>
                <a:ext uri="{FF2B5EF4-FFF2-40B4-BE49-F238E27FC236}">
                  <a16:creationId xmlns:a16="http://schemas.microsoft.com/office/drawing/2014/main" id="{F462BA6D-FF79-874B-B20A-DE2975F6A8E2}"/>
                </a:ext>
              </a:extLst>
            </p:cNvPr>
            <p:cNvSpPr/>
            <p:nvPr/>
          </p:nvSpPr>
          <p:spPr>
            <a:xfrm>
              <a:off x="5772150" y="157163"/>
              <a:ext cx="323850" cy="528637"/>
            </a:xfrm>
            <a:prstGeom prst="chevron">
              <a:avLst/>
            </a:prstGeom>
            <a:solidFill>
              <a:schemeClr val="accent3">
                <a:lumMod val="20000"/>
                <a:lumOff val="8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sp>
          <p:nvSpPr>
            <p:cNvPr id="114" name="燕尾形 113">
              <a:extLst>
                <a:ext uri="{FF2B5EF4-FFF2-40B4-BE49-F238E27FC236}">
                  <a16:creationId xmlns:a16="http://schemas.microsoft.com/office/drawing/2014/main" id="{BD9E6903-D1D1-0742-88AA-2A90851B889C}"/>
                </a:ext>
              </a:extLst>
            </p:cNvPr>
            <p:cNvSpPr/>
            <p:nvPr/>
          </p:nvSpPr>
          <p:spPr>
            <a:xfrm>
              <a:off x="6032134" y="157163"/>
              <a:ext cx="323850" cy="528637"/>
            </a:xfrm>
            <a:prstGeom prst="chevron">
              <a:avLst/>
            </a:prstGeom>
            <a:solidFill>
              <a:schemeClr val="accent3">
                <a:lumMod val="20000"/>
                <a:lumOff val="8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grpSp>
      <p:grpSp>
        <p:nvGrpSpPr>
          <p:cNvPr id="115" name="组合 114">
            <a:extLst>
              <a:ext uri="{FF2B5EF4-FFF2-40B4-BE49-F238E27FC236}">
                <a16:creationId xmlns:a16="http://schemas.microsoft.com/office/drawing/2014/main" id="{143F1EA1-65C5-6846-AA2F-C81FCAA6894F}"/>
              </a:ext>
            </a:extLst>
          </p:cNvPr>
          <p:cNvGrpSpPr/>
          <p:nvPr userDrawn="1"/>
        </p:nvGrpSpPr>
        <p:grpSpPr>
          <a:xfrm flipH="1">
            <a:off x="8087334" y="4580124"/>
            <a:ext cx="1310061" cy="1186205"/>
            <a:chOff x="5772150" y="157163"/>
            <a:chExt cx="583834" cy="528637"/>
          </a:xfrm>
        </p:grpSpPr>
        <p:sp>
          <p:nvSpPr>
            <p:cNvPr id="116" name="燕尾形 115">
              <a:extLst>
                <a:ext uri="{FF2B5EF4-FFF2-40B4-BE49-F238E27FC236}">
                  <a16:creationId xmlns:a16="http://schemas.microsoft.com/office/drawing/2014/main" id="{E9A17B18-DD80-4242-8EF3-77B5CE6BB0C8}"/>
                </a:ext>
              </a:extLst>
            </p:cNvPr>
            <p:cNvSpPr/>
            <p:nvPr/>
          </p:nvSpPr>
          <p:spPr>
            <a:xfrm>
              <a:off x="5772150" y="157163"/>
              <a:ext cx="323850" cy="528637"/>
            </a:xfrm>
            <a:prstGeom prst="chevron">
              <a:avLst/>
            </a:prstGeom>
            <a:solidFill>
              <a:schemeClr val="accent3">
                <a:lumMod val="20000"/>
                <a:lumOff val="8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sp>
          <p:nvSpPr>
            <p:cNvPr id="117" name="燕尾形 116">
              <a:extLst>
                <a:ext uri="{FF2B5EF4-FFF2-40B4-BE49-F238E27FC236}">
                  <a16:creationId xmlns:a16="http://schemas.microsoft.com/office/drawing/2014/main" id="{D4DD6A4D-FFEA-2848-8FDE-AB2FAFA18048}"/>
                </a:ext>
              </a:extLst>
            </p:cNvPr>
            <p:cNvSpPr/>
            <p:nvPr/>
          </p:nvSpPr>
          <p:spPr>
            <a:xfrm>
              <a:off x="6032134" y="157163"/>
              <a:ext cx="323850" cy="528637"/>
            </a:xfrm>
            <a:prstGeom prst="chevron">
              <a:avLst/>
            </a:prstGeom>
            <a:solidFill>
              <a:schemeClr val="accent3">
                <a:lumMod val="20000"/>
                <a:lumOff val="8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grpSp>
    </p:spTree>
    <p:extLst>
      <p:ext uri="{BB962C8B-B14F-4D97-AF65-F5344CB8AC3E}">
        <p14:creationId xmlns:p14="http://schemas.microsoft.com/office/powerpoint/2010/main" val="226914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三张图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E400B-D16B-4A3A-AC95-3E3276FD3F1A}"/>
              </a:ext>
            </a:extLst>
          </p:cNvPr>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a:extLst>
              <a:ext uri="{FF2B5EF4-FFF2-40B4-BE49-F238E27FC236}">
                <a16:creationId xmlns:a16="http://schemas.microsoft.com/office/drawing/2014/main" id="{C2642FC6-A069-EB4A-AE09-AEAF3C0FF9D3}"/>
              </a:ext>
            </a:extLst>
          </p:cNvPr>
          <p:cNvGrpSpPr/>
          <p:nvPr userDrawn="1"/>
        </p:nvGrpSpPr>
        <p:grpSpPr>
          <a:xfrm>
            <a:off x="9895088" y="468793"/>
            <a:ext cx="1480571" cy="458860"/>
            <a:chOff x="2558030" y="228446"/>
            <a:chExt cx="6774643" cy="2099603"/>
          </a:xfrm>
        </p:grpSpPr>
        <p:grpSp>
          <p:nvGrpSpPr>
            <p:cNvPr id="246" name="íšḻîďê">
              <a:extLst>
                <a:ext uri="{FF2B5EF4-FFF2-40B4-BE49-F238E27FC236}">
                  <a16:creationId xmlns:a16="http://schemas.microsoft.com/office/drawing/2014/main" id="{49171AB3-8591-5348-9C61-F17D0F929EB0}"/>
                </a:ext>
              </a:extLst>
            </p:cNvPr>
            <p:cNvGrpSpPr/>
            <p:nvPr userDrawn="1"/>
          </p:nvGrpSpPr>
          <p:grpSpPr>
            <a:xfrm>
              <a:off x="2558030" y="228446"/>
              <a:ext cx="2085857" cy="2099603"/>
              <a:chOff x="3551238" y="3067050"/>
              <a:chExt cx="722313" cy="727075"/>
            </a:xfrm>
          </p:grpSpPr>
          <p:sp>
            <p:nvSpPr>
              <p:cNvPr id="276" name="ïş1íḍê">
                <a:extLst>
                  <a:ext uri="{FF2B5EF4-FFF2-40B4-BE49-F238E27FC236}">
                    <a16:creationId xmlns:a16="http://schemas.microsoft.com/office/drawing/2014/main" id="{331EE849-D4A4-DC42-B184-E5D68CE3C507}"/>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7" name="íšḻïḍè">
                <a:extLst>
                  <a:ext uri="{FF2B5EF4-FFF2-40B4-BE49-F238E27FC236}">
                    <a16:creationId xmlns:a16="http://schemas.microsoft.com/office/drawing/2014/main" id="{DF8A2D4E-E7AE-764C-B284-1B5B99A5E272}"/>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headEnd/>
                <a:tailEnd/>
              </a:ln>
            </p:spPr>
            <p:txBody>
              <a:bodyPr anchor="ctr"/>
              <a:lstStyle/>
              <a:p>
                <a:pPr algn="ctr"/>
                <a:endParaRPr/>
              </a:p>
            </p:txBody>
          </p:sp>
          <p:sp>
            <p:nvSpPr>
              <p:cNvPr id="278" name="ïśľíḓé">
                <a:extLst>
                  <a:ext uri="{FF2B5EF4-FFF2-40B4-BE49-F238E27FC236}">
                    <a16:creationId xmlns:a16="http://schemas.microsoft.com/office/drawing/2014/main" id="{AE06900F-E8EC-644A-B307-9976F21A9C04}"/>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9" name="ïslíḍê">
                <a:extLst>
                  <a:ext uri="{FF2B5EF4-FFF2-40B4-BE49-F238E27FC236}">
                    <a16:creationId xmlns:a16="http://schemas.microsoft.com/office/drawing/2014/main" id="{52C5D888-08A1-5F44-B94A-1B39D2B56326}"/>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0" name="íṡļïdê">
                <a:extLst>
                  <a:ext uri="{FF2B5EF4-FFF2-40B4-BE49-F238E27FC236}">
                    <a16:creationId xmlns:a16="http://schemas.microsoft.com/office/drawing/2014/main" id="{9C2A8FB3-E6B7-5342-9F1A-E66018C224B8}"/>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1" name="iş1ïďe">
                <a:extLst>
                  <a:ext uri="{FF2B5EF4-FFF2-40B4-BE49-F238E27FC236}">
                    <a16:creationId xmlns:a16="http://schemas.microsoft.com/office/drawing/2014/main" id="{AB71DB15-AC89-EF4D-9581-A712A3F5D911}"/>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2" name="ïṩḷíḍé">
                <a:extLst>
                  <a:ext uri="{FF2B5EF4-FFF2-40B4-BE49-F238E27FC236}">
                    <a16:creationId xmlns:a16="http://schemas.microsoft.com/office/drawing/2014/main" id="{FE48DBAC-D137-5E4A-AE2A-58A5E5D92FEF}"/>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a:extLst>
                  <a:ext uri="{FF2B5EF4-FFF2-40B4-BE49-F238E27FC236}">
                    <a16:creationId xmlns:a16="http://schemas.microsoft.com/office/drawing/2014/main" id="{64C522BC-A5D8-6E4A-8E2E-8A7E334324FA}"/>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a:extLst>
                  <a:ext uri="{FF2B5EF4-FFF2-40B4-BE49-F238E27FC236}">
                    <a16:creationId xmlns:a16="http://schemas.microsoft.com/office/drawing/2014/main" id="{B2A17ADB-C350-6C47-A9E7-9353F379FA7E}"/>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a:extLst>
                  <a:ext uri="{FF2B5EF4-FFF2-40B4-BE49-F238E27FC236}">
                    <a16:creationId xmlns:a16="http://schemas.microsoft.com/office/drawing/2014/main" id="{19342845-CB0B-7842-A750-3CC457D90077}"/>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a:extLst>
                  <a:ext uri="{FF2B5EF4-FFF2-40B4-BE49-F238E27FC236}">
                    <a16:creationId xmlns:a16="http://schemas.microsoft.com/office/drawing/2014/main" id="{3DC316BC-A0F4-B749-9D82-3E06B5258988}"/>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a:extLst>
                  <a:ext uri="{FF2B5EF4-FFF2-40B4-BE49-F238E27FC236}">
                    <a16:creationId xmlns:a16="http://schemas.microsoft.com/office/drawing/2014/main" id="{079333E7-B194-C744-AFEB-1559449C15B0}"/>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a:extLst>
                  <a:ext uri="{FF2B5EF4-FFF2-40B4-BE49-F238E27FC236}">
                    <a16:creationId xmlns:a16="http://schemas.microsoft.com/office/drawing/2014/main" id="{008C6E34-7D64-E34A-9328-DF7C7638B8EA}"/>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a:extLst>
                  <a:ext uri="{FF2B5EF4-FFF2-40B4-BE49-F238E27FC236}">
                    <a16:creationId xmlns:a16="http://schemas.microsoft.com/office/drawing/2014/main" id="{AAABCA0A-9410-EA4D-8278-D2197B42AFF2}"/>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a:extLst>
                  <a:ext uri="{FF2B5EF4-FFF2-40B4-BE49-F238E27FC236}">
                    <a16:creationId xmlns:a16="http://schemas.microsoft.com/office/drawing/2014/main" id="{25E701C1-E0D7-8D42-A8D9-16C4F4697949}"/>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a:extLst>
                  <a:ext uri="{FF2B5EF4-FFF2-40B4-BE49-F238E27FC236}">
                    <a16:creationId xmlns:a16="http://schemas.microsoft.com/office/drawing/2014/main" id="{6481D560-8D59-3348-814B-8E2ED3F62DAE}"/>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a:extLst>
                  <a:ext uri="{FF2B5EF4-FFF2-40B4-BE49-F238E27FC236}">
                    <a16:creationId xmlns:a16="http://schemas.microsoft.com/office/drawing/2014/main" id="{0F34FCCA-894E-A749-B1A9-98BDCE801EE3}"/>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a:extLst>
                  <a:ext uri="{FF2B5EF4-FFF2-40B4-BE49-F238E27FC236}">
                    <a16:creationId xmlns:a16="http://schemas.microsoft.com/office/drawing/2014/main" id="{A3E75E0C-D4F2-9547-BE26-5F24FA75CAB7}"/>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a:extLst>
                  <a:ext uri="{FF2B5EF4-FFF2-40B4-BE49-F238E27FC236}">
                    <a16:creationId xmlns:a16="http://schemas.microsoft.com/office/drawing/2014/main" id="{0A289880-B5F4-0D44-AA71-D31B27BF5F0F}"/>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a:extLst>
                  <a:ext uri="{FF2B5EF4-FFF2-40B4-BE49-F238E27FC236}">
                    <a16:creationId xmlns:a16="http://schemas.microsoft.com/office/drawing/2014/main" id="{559C6F73-3756-4D4C-A745-5C39000DE67E}"/>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a:extLst>
                  <a:ext uri="{FF2B5EF4-FFF2-40B4-BE49-F238E27FC236}">
                    <a16:creationId xmlns:a16="http://schemas.microsoft.com/office/drawing/2014/main" id="{B94A9EAC-5077-9C43-A07C-D8647900EC8A}"/>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7" name="islïďé">
                <a:extLst>
                  <a:ext uri="{FF2B5EF4-FFF2-40B4-BE49-F238E27FC236}">
                    <a16:creationId xmlns:a16="http://schemas.microsoft.com/office/drawing/2014/main" id="{B54980F5-D4DB-3149-88E2-FC1B906C713D}"/>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8" name="îṥḷîdé">
                <a:extLst>
                  <a:ext uri="{FF2B5EF4-FFF2-40B4-BE49-F238E27FC236}">
                    <a16:creationId xmlns:a16="http://schemas.microsoft.com/office/drawing/2014/main" id="{8D26488D-9702-5B42-B3A8-2FE08043FC68}"/>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9" name="isḷîḋé">
                <a:extLst>
                  <a:ext uri="{FF2B5EF4-FFF2-40B4-BE49-F238E27FC236}">
                    <a16:creationId xmlns:a16="http://schemas.microsoft.com/office/drawing/2014/main" id="{3328F539-E168-2444-AA27-A21E0FB88C68}"/>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0" name="iśḷïḑè">
                <a:extLst>
                  <a:ext uri="{FF2B5EF4-FFF2-40B4-BE49-F238E27FC236}">
                    <a16:creationId xmlns:a16="http://schemas.microsoft.com/office/drawing/2014/main" id="{CCD927C5-139A-7A4D-9593-5E38A4BCD7EE}"/>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1" name="iṧľiďé">
                <a:extLst>
                  <a:ext uri="{FF2B5EF4-FFF2-40B4-BE49-F238E27FC236}">
                    <a16:creationId xmlns:a16="http://schemas.microsoft.com/office/drawing/2014/main" id="{BBA4E80F-3918-1441-9422-4EF3F739AFD7}"/>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2" name="išľïḍé">
                <a:extLst>
                  <a:ext uri="{FF2B5EF4-FFF2-40B4-BE49-F238E27FC236}">
                    <a16:creationId xmlns:a16="http://schemas.microsoft.com/office/drawing/2014/main" id="{867B0927-8F2F-8842-8404-E9F92F9F8FF1}"/>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3" name="îŝlîḑè">
                <a:extLst>
                  <a:ext uri="{FF2B5EF4-FFF2-40B4-BE49-F238E27FC236}">
                    <a16:creationId xmlns:a16="http://schemas.microsoft.com/office/drawing/2014/main" id="{A301A8F9-6F9B-3943-99D1-65E7088742D4}"/>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4" name="îṩḻíḓe">
                <a:extLst>
                  <a:ext uri="{FF2B5EF4-FFF2-40B4-BE49-F238E27FC236}">
                    <a16:creationId xmlns:a16="http://schemas.microsoft.com/office/drawing/2014/main" id="{4ADC4919-2595-EC42-93F1-AC81598C38DC}"/>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5" name="î$1îdè">
                <a:extLst>
                  <a:ext uri="{FF2B5EF4-FFF2-40B4-BE49-F238E27FC236}">
                    <a16:creationId xmlns:a16="http://schemas.microsoft.com/office/drawing/2014/main" id="{8F303413-D569-1F4D-8298-78E4F97EF2C0}"/>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6" name="iśľïḓe">
                <a:extLst>
                  <a:ext uri="{FF2B5EF4-FFF2-40B4-BE49-F238E27FC236}">
                    <a16:creationId xmlns:a16="http://schemas.microsoft.com/office/drawing/2014/main" id="{38842937-FDCA-6941-8B67-F867A925FDCF}"/>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7" name="iṣļïḑè">
                <a:extLst>
                  <a:ext uri="{FF2B5EF4-FFF2-40B4-BE49-F238E27FC236}">
                    <a16:creationId xmlns:a16="http://schemas.microsoft.com/office/drawing/2014/main" id="{36A50748-F007-3D44-9188-9CCCF4A7E025}"/>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8" name="iṡḷidé">
                <a:extLst>
                  <a:ext uri="{FF2B5EF4-FFF2-40B4-BE49-F238E27FC236}">
                    <a16:creationId xmlns:a16="http://schemas.microsoft.com/office/drawing/2014/main" id="{19522ED5-C7BF-5F4D-8194-F7E1A8DEDD46}"/>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9" name="íṡḷíḋe">
                <a:extLst>
                  <a:ext uri="{FF2B5EF4-FFF2-40B4-BE49-F238E27FC236}">
                    <a16:creationId xmlns:a16="http://schemas.microsoft.com/office/drawing/2014/main" id="{8672B506-ECAD-3448-AC68-460729E69835}"/>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a:extLst>
                  <a:ext uri="{FF2B5EF4-FFF2-40B4-BE49-F238E27FC236}">
                    <a16:creationId xmlns:a16="http://schemas.microsoft.com/office/drawing/2014/main" id="{C255849B-0750-7041-A670-223C3279E97C}"/>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a:extLst>
                  <a:ext uri="{FF2B5EF4-FFF2-40B4-BE49-F238E27FC236}">
                    <a16:creationId xmlns:a16="http://schemas.microsoft.com/office/drawing/2014/main" id="{16232912-DBF7-B840-A4AA-6D053116C766}"/>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a:extLst>
                  <a:ext uri="{FF2B5EF4-FFF2-40B4-BE49-F238E27FC236}">
                    <a16:creationId xmlns:a16="http://schemas.microsoft.com/office/drawing/2014/main" id="{4AE4FD53-FAA2-2444-899C-23EFB14213B4}"/>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a:extLst>
                  <a:ext uri="{FF2B5EF4-FFF2-40B4-BE49-F238E27FC236}">
                    <a16:creationId xmlns:a16="http://schemas.microsoft.com/office/drawing/2014/main" id="{7028FD26-0F3F-C344-9DDF-1A48692668BE}"/>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a:extLst>
                  <a:ext uri="{FF2B5EF4-FFF2-40B4-BE49-F238E27FC236}">
                    <a16:creationId xmlns:a16="http://schemas.microsoft.com/office/drawing/2014/main" id="{46B44F2F-838F-5647-B04D-1182BEFAA08C}"/>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5" name="îš1íḑe">
                <a:extLst>
                  <a:ext uri="{FF2B5EF4-FFF2-40B4-BE49-F238E27FC236}">
                    <a16:creationId xmlns:a16="http://schemas.microsoft.com/office/drawing/2014/main" id="{941EA2D9-B725-B542-A3F7-A3E23DDBEC40}"/>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6" name="iš1ïḍe">
                <a:extLst>
                  <a:ext uri="{FF2B5EF4-FFF2-40B4-BE49-F238E27FC236}">
                    <a16:creationId xmlns:a16="http://schemas.microsoft.com/office/drawing/2014/main" id="{48E883DC-7FA2-5045-B010-995FAA503D47}"/>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a:extLst>
                  <a:ext uri="{FF2B5EF4-FFF2-40B4-BE49-F238E27FC236}">
                    <a16:creationId xmlns:a16="http://schemas.microsoft.com/office/drawing/2014/main" id="{8DF837D3-E0F5-E544-B0DC-A65DE0C91AD3}"/>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a:extLst>
                  <a:ext uri="{FF2B5EF4-FFF2-40B4-BE49-F238E27FC236}">
                    <a16:creationId xmlns:a16="http://schemas.microsoft.com/office/drawing/2014/main" id="{E5280F75-1ED2-5546-8326-8CE5FB49F7BC}"/>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a:extLst>
                  <a:ext uri="{FF2B5EF4-FFF2-40B4-BE49-F238E27FC236}">
                    <a16:creationId xmlns:a16="http://schemas.microsoft.com/office/drawing/2014/main" id="{563298BF-D12F-D547-A9EB-A2FD0E7644E9}"/>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a:extLst>
                  <a:ext uri="{FF2B5EF4-FFF2-40B4-BE49-F238E27FC236}">
                    <a16:creationId xmlns:a16="http://schemas.microsoft.com/office/drawing/2014/main" id="{5C471C22-4F9F-5645-B7B9-5808162B9B40}"/>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a:extLst>
                  <a:ext uri="{FF2B5EF4-FFF2-40B4-BE49-F238E27FC236}">
                    <a16:creationId xmlns:a16="http://schemas.microsoft.com/office/drawing/2014/main" id="{4908E9FF-6973-284E-A16B-584A73C9AB48}"/>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a:extLst>
                  <a:ext uri="{FF2B5EF4-FFF2-40B4-BE49-F238E27FC236}">
                    <a16:creationId xmlns:a16="http://schemas.microsoft.com/office/drawing/2014/main" id="{4CA791D0-30E7-704B-ACD4-B15DA1C0F1EC}"/>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3" name="îşľïďe">
                <a:extLst>
                  <a:ext uri="{FF2B5EF4-FFF2-40B4-BE49-F238E27FC236}">
                    <a16:creationId xmlns:a16="http://schemas.microsoft.com/office/drawing/2014/main" id="{4EFC80CE-CF61-B045-B80A-02E394E45BAB}"/>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4" name="ïşľíďê">
                <a:extLst>
                  <a:ext uri="{FF2B5EF4-FFF2-40B4-BE49-F238E27FC236}">
                    <a16:creationId xmlns:a16="http://schemas.microsoft.com/office/drawing/2014/main" id="{E0C02EF5-B61D-A34B-AB84-3A92A3E948AC}"/>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5" name="íś1ïdè">
                <a:extLst>
                  <a:ext uri="{FF2B5EF4-FFF2-40B4-BE49-F238E27FC236}">
                    <a16:creationId xmlns:a16="http://schemas.microsoft.com/office/drawing/2014/main" id="{89D8E1E0-4C7F-7840-9EF4-3ED33002F3BB}"/>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6" name="iṩḷiḍe">
                <a:extLst>
                  <a:ext uri="{FF2B5EF4-FFF2-40B4-BE49-F238E27FC236}">
                    <a16:creationId xmlns:a16="http://schemas.microsoft.com/office/drawing/2014/main" id="{AD9C48EA-F581-9946-8DC9-4BDF21F3D287}"/>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7" name="ïŝ1iďè">
                <a:extLst>
                  <a:ext uri="{FF2B5EF4-FFF2-40B4-BE49-F238E27FC236}">
                    <a16:creationId xmlns:a16="http://schemas.microsoft.com/office/drawing/2014/main" id="{345025D0-8B67-9C40-8728-02649DA348C1}"/>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8" name="íṩļíḋê">
                <a:extLst>
                  <a:ext uri="{FF2B5EF4-FFF2-40B4-BE49-F238E27FC236}">
                    <a16:creationId xmlns:a16="http://schemas.microsoft.com/office/drawing/2014/main" id="{9FA9D742-9195-6642-B445-99B24C17BC0C}"/>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9" name="ïṧ1ïdè">
                <a:extLst>
                  <a:ext uri="{FF2B5EF4-FFF2-40B4-BE49-F238E27FC236}">
                    <a16:creationId xmlns:a16="http://schemas.microsoft.com/office/drawing/2014/main" id="{B4D185C7-1AF5-8342-9191-D8FAB89F145D}"/>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0" name="íŝḻîḍé">
                <a:extLst>
                  <a:ext uri="{FF2B5EF4-FFF2-40B4-BE49-F238E27FC236}">
                    <a16:creationId xmlns:a16="http://schemas.microsoft.com/office/drawing/2014/main" id="{C2733F06-2680-A741-BFBA-70A185222B1F}"/>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1" name="îşḻïḓé">
                <a:extLst>
                  <a:ext uri="{FF2B5EF4-FFF2-40B4-BE49-F238E27FC236}">
                    <a16:creationId xmlns:a16="http://schemas.microsoft.com/office/drawing/2014/main" id="{014B01FB-BE4B-3B4E-B997-C94B4B8DC4FC}"/>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2" name="íśļíďè">
                <a:extLst>
                  <a:ext uri="{FF2B5EF4-FFF2-40B4-BE49-F238E27FC236}">
                    <a16:creationId xmlns:a16="http://schemas.microsoft.com/office/drawing/2014/main" id="{D2C86E61-AEF7-8D44-A72A-CCBD093CD264}"/>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3" name="iŝ1ïdé">
                <a:extLst>
                  <a:ext uri="{FF2B5EF4-FFF2-40B4-BE49-F238E27FC236}">
                    <a16:creationId xmlns:a16="http://schemas.microsoft.com/office/drawing/2014/main" id="{E52432BC-DDB5-5445-B39A-4782F514F2DC}"/>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4" name="is1ídè">
                <a:extLst>
                  <a:ext uri="{FF2B5EF4-FFF2-40B4-BE49-F238E27FC236}">
                    <a16:creationId xmlns:a16="http://schemas.microsoft.com/office/drawing/2014/main" id="{834925A1-ED87-FD42-A0C4-CC7C8CCD712C}"/>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5" name="islíďê">
                <a:extLst>
                  <a:ext uri="{FF2B5EF4-FFF2-40B4-BE49-F238E27FC236}">
                    <a16:creationId xmlns:a16="http://schemas.microsoft.com/office/drawing/2014/main" id="{16CCF2FF-21DC-FC49-97DF-2DAC2C1CD64F}"/>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6" name="iṩlíḑê">
                <a:extLst>
                  <a:ext uri="{FF2B5EF4-FFF2-40B4-BE49-F238E27FC236}">
                    <a16:creationId xmlns:a16="http://schemas.microsoft.com/office/drawing/2014/main" id="{DD7C5A19-55D8-DC48-B1AF-2FAC8609E167}"/>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7" name="îṥḷïďê">
                <a:extLst>
                  <a:ext uri="{FF2B5EF4-FFF2-40B4-BE49-F238E27FC236}">
                    <a16:creationId xmlns:a16="http://schemas.microsoft.com/office/drawing/2014/main" id="{A2A1B4CA-64B0-C54E-95D2-B8273AFA915A}"/>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8" name="íṥḻïďè">
                <a:extLst>
                  <a:ext uri="{FF2B5EF4-FFF2-40B4-BE49-F238E27FC236}">
                    <a16:creationId xmlns:a16="http://schemas.microsoft.com/office/drawing/2014/main" id="{4F81F73E-836F-D742-820C-740E05DED8A0}"/>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9" name="íṡḷíḍè">
                <a:extLst>
                  <a:ext uri="{FF2B5EF4-FFF2-40B4-BE49-F238E27FC236}">
                    <a16:creationId xmlns:a16="http://schemas.microsoft.com/office/drawing/2014/main" id="{C5170157-A63E-F640-A382-23D591FD4A16}"/>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a:extLst>
                  <a:ext uri="{FF2B5EF4-FFF2-40B4-BE49-F238E27FC236}">
                    <a16:creationId xmlns:a16="http://schemas.microsoft.com/office/drawing/2014/main" id="{6C511E9B-6950-0E44-A7C2-9E63E1B7276F}"/>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a:extLst>
                  <a:ext uri="{FF2B5EF4-FFF2-40B4-BE49-F238E27FC236}">
                    <a16:creationId xmlns:a16="http://schemas.microsoft.com/office/drawing/2014/main" id="{C6900325-308B-E749-BF24-835453E473DC}"/>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a:extLst>
                  <a:ext uri="{FF2B5EF4-FFF2-40B4-BE49-F238E27FC236}">
                    <a16:creationId xmlns:a16="http://schemas.microsoft.com/office/drawing/2014/main" id="{D0AE4C74-5652-854A-818C-DEB1D55A1615}"/>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a:extLst>
                  <a:ext uri="{FF2B5EF4-FFF2-40B4-BE49-F238E27FC236}">
                    <a16:creationId xmlns:a16="http://schemas.microsoft.com/office/drawing/2014/main" id="{6FEF2DB5-1375-884B-BFC4-89B428E9752A}"/>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a:extLst>
                  <a:ext uri="{FF2B5EF4-FFF2-40B4-BE49-F238E27FC236}">
                    <a16:creationId xmlns:a16="http://schemas.microsoft.com/office/drawing/2014/main" id="{69F1BA50-AEBC-9244-A454-75C05BC0E5DD}"/>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5" name="iṧ1ïḓè">
                <a:extLst>
                  <a:ext uri="{FF2B5EF4-FFF2-40B4-BE49-F238E27FC236}">
                    <a16:creationId xmlns:a16="http://schemas.microsoft.com/office/drawing/2014/main" id="{50950010-F52C-6841-A9E4-812673F9BCE8}"/>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7" name="íşḷïḑe">
              <a:extLst>
                <a:ext uri="{FF2B5EF4-FFF2-40B4-BE49-F238E27FC236}">
                  <a16:creationId xmlns:a16="http://schemas.microsoft.com/office/drawing/2014/main" id="{1EA826F0-AE07-504D-9C6E-4A6302BDCA69}"/>
                </a:ext>
              </a:extLst>
            </p:cNvPr>
            <p:cNvGrpSpPr/>
            <p:nvPr userDrawn="1"/>
          </p:nvGrpSpPr>
          <p:grpSpPr>
            <a:xfrm>
              <a:off x="4894762" y="471192"/>
              <a:ext cx="4437911" cy="1614111"/>
              <a:chOff x="4412452" y="3106738"/>
              <a:chExt cx="2312689" cy="841148"/>
            </a:xfrm>
          </p:grpSpPr>
          <p:grpSp>
            <p:nvGrpSpPr>
              <p:cNvPr id="248" name="îṥľíḑé">
                <a:extLst>
                  <a:ext uri="{FF2B5EF4-FFF2-40B4-BE49-F238E27FC236}">
                    <a16:creationId xmlns:a16="http://schemas.microsoft.com/office/drawing/2014/main" id="{39D64547-5156-9A46-BECB-158A08F4DD51}"/>
                  </a:ext>
                </a:extLst>
              </p:cNvPr>
              <p:cNvGrpSpPr/>
              <p:nvPr/>
            </p:nvGrpSpPr>
            <p:grpSpPr>
              <a:xfrm>
                <a:off x="4422776" y="3106738"/>
                <a:ext cx="2293937" cy="617538"/>
                <a:chOff x="4422776" y="3106738"/>
                <a:chExt cx="2293937" cy="617538"/>
              </a:xfrm>
            </p:grpSpPr>
            <p:sp>
              <p:nvSpPr>
                <p:cNvPr id="265" name="išḻiḑé">
                  <a:extLst>
                    <a:ext uri="{FF2B5EF4-FFF2-40B4-BE49-F238E27FC236}">
                      <a16:creationId xmlns:a16="http://schemas.microsoft.com/office/drawing/2014/main" id="{E9E95CFA-B471-D346-88CE-BF00280196C0}"/>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6" name="íṥľíďè">
                  <a:extLst>
                    <a:ext uri="{FF2B5EF4-FFF2-40B4-BE49-F238E27FC236}">
                      <a16:creationId xmlns:a16="http://schemas.microsoft.com/office/drawing/2014/main" id="{EB890018-20C4-6246-8A3C-F7FD68602FDA}"/>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7" name="íś1iḑe">
                  <a:extLst>
                    <a:ext uri="{FF2B5EF4-FFF2-40B4-BE49-F238E27FC236}">
                      <a16:creationId xmlns:a16="http://schemas.microsoft.com/office/drawing/2014/main" id="{01179C9D-6713-BF47-AA0F-281ED877EEEE}"/>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8" name="iṩ1iḋè">
                  <a:extLst>
                    <a:ext uri="{FF2B5EF4-FFF2-40B4-BE49-F238E27FC236}">
                      <a16:creationId xmlns:a16="http://schemas.microsoft.com/office/drawing/2014/main" id="{621A8462-AF81-F546-A24F-AB4367F2710C}"/>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9" name="íṩlïḓè">
                  <a:extLst>
                    <a:ext uri="{FF2B5EF4-FFF2-40B4-BE49-F238E27FC236}">
                      <a16:creationId xmlns:a16="http://schemas.microsoft.com/office/drawing/2014/main" id="{57F3DDF2-34D4-7543-9418-964C5B630599}"/>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0" name="ísḷïďè">
                  <a:extLst>
                    <a:ext uri="{FF2B5EF4-FFF2-40B4-BE49-F238E27FC236}">
                      <a16:creationId xmlns:a16="http://schemas.microsoft.com/office/drawing/2014/main" id="{C5186C17-1E83-714A-8B14-0163667BC9E4}"/>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1" name="îṧļîḓé">
                  <a:extLst>
                    <a:ext uri="{FF2B5EF4-FFF2-40B4-BE49-F238E27FC236}">
                      <a16:creationId xmlns:a16="http://schemas.microsoft.com/office/drawing/2014/main" id="{799F2DE9-5612-5C49-ACB0-FF33A8D94B31}"/>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2" name="iSļïḑé">
                  <a:extLst>
                    <a:ext uri="{FF2B5EF4-FFF2-40B4-BE49-F238E27FC236}">
                      <a16:creationId xmlns:a16="http://schemas.microsoft.com/office/drawing/2014/main" id="{9CE9B73C-A77B-CA4F-9CD9-1B7561A61257}"/>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3" name="íšlïďè">
                  <a:extLst>
                    <a:ext uri="{FF2B5EF4-FFF2-40B4-BE49-F238E27FC236}">
                      <a16:creationId xmlns:a16="http://schemas.microsoft.com/office/drawing/2014/main" id="{1E9C718C-CB3C-BC48-BB64-22E4D8039279}"/>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4" name="işḷîḑe">
                  <a:extLst>
                    <a:ext uri="{FF2B5EF4-FFF2-40B4-BE49-F238E27FC236}">
                      <a16:creationId xmlns:a16="http://schemas.microsoft.com/office/drawing/2014/main" id="{88E40FB8-5CA6-9E40-962B-D214B5F662CB}"/>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5" name="íṥḻiďê">
                  <a:extLst>
                    <a:ext uri="{FF2B5EF4-FFF2-40B4-BE49-F238E27FC236}">
                      <a16:creationId xmlns:a16="http://schemas.microsoft.com/office/drawing/2014/main" id="{844B0D86-9046-2141-A874-61F3E25E14CA}"/>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9" name="ïšľîḍê">
                <a:extLst>
                  <a:ext uri="{FF2B5EF4-FFF2-40B4-BE49-F238E27FC236}">
                    <a16:creationId xmlns:a16="http://schemas.microsoft.com/office/drawing/2014/main" id="{1C609813-1774-8E4D-9F8C-E1E3661FF14A}"/>
                  </a:ext>
                </a:extLst>
              </p:cNvPr>
              <p:cNvGrpSpPr/>
              <p:nvPr/>
            </p:nvGrpSpPr>
            <p:grpSpPr>
              <a:xfrm>
                <a:off x="4412452" y="3781425"/>
                <a:ext cx="2312689" cy="166461"/>
                <a:chOff x="6986588" y="3521075"/>
                <a:chExt cx="1654176" cy="119063"/>
              </a:xfrm>
            </p:grpSpPr>
            <p:sp>
              <p:nvSpPr>
                <p:cNvPr id="250" name="îṩľîḑê">
                  <a:extLst>
                    <a:ext uri="{FF2B5EF4-FFF2-40B4-BE49-F238E27FC236}">
                      <a16:creationId xmlns:a16="http://schemas.microsoft.com/office/drawing/2014/main" id="{C89BCD88-9FA4-BD44-982F-9844236EA45A}"/>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1" name="îṩḷîde">
                  <a:extLst>
                    <a:ext uri="{FF2B5EF4-FFF2-40B4-BE49-F238E27FC236}">
                      <a16:creationId xmlns:a16="http://schemas.microsoft.com/office/drawing/2014/main" id="{CCB337B7-50AE-2F4E-A6E5-61392C25DFC7}"/>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2" name="îṣḻîḑê">
                  <a:extLst>
                    <a:ext uri="{FF2B5EF4-FFF2-40B4-BE49-F238E27FC236}">
                      <a16:creationId xmlns:a16="http://schemas.microsoft.com/office/drawing/2014/main" id="{45143715-8506-694C-B7D2-4989C8FFBCAA}"/>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3" name="ïṥlíḑê">
                  <a:extLst>
                    <a:ext uri="{FF2B5EF4-FFF2-40B4-BE49-F238E27FC236}">
                      <a16:creationId xmlns:a16="http://schemas.microsoft.com/office/drawing/2014/main" id="{404C92B2-6E6C-6044-9EF8-14F1D8D61BFB}"/>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4" name="îş1íḋe">
                  <a:extLst>
                    <a:ext uri="{FF2B5EF4-FFF2-40B4-BE49-F238E27FC236}">
                      <a16:creationId xmlns:a16="http://schemas.microsoft.com/office/drawing/2014/main" id="{7C5F190C-6F8A-8743-B665-77D7BA9B99B1}"/>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5" name="îş1ïḋe">
                  <a:extLst>
                    <a:ext uri="{FF2B5EF4-FFF2-40B4-BE49-F238E27FC236}">
                      <a16:creationId xmlns:a16="http://schemas.microsoft.com/office/drawing/2014/main" id="{AACAEFC6-00DB-624B-96E5-55D1153283DA}"/>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6" name="íšlídè">
                  <a:extLst>
                    <a:ext uri="{FF2B5EF4-FFF2-40B4-BE49-F238E27FC236}">
                      <a16:creationId xmlns:a16="http://schemas.microsoft.com/office/drawing/2014/main" id="{6B91F165-2F01-9D4C-950F-9CEF67F7AEAE}"/>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7" name="îṣḻîďe">
                  <a:extLst>
                    <a:ext uri="{FF2B5EF4-FFF2-40B4-BE49-F238E27FC236}">
                      <a16:creationId xmlns:a16="http://schemas.microsoft.com/office/drawing/2014/main" id="{A86EADCA-D694-E449-8EE6-CDCDF22A34C4}"/>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8" name="íŝḻiḋè">
                  <a:extLst>
                    <a:ext uri="{FF2B5EF4-FFF2-40B4-BE49-F238E27FC236}">
                      <a16:creationId xmlns:a16="http://schemas.microsoft.com/office/drawing/2014/main" id="{8F478696-931D-F84B-8764-BEAA02862463}"/>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9" name="î$ḷíďé">
                  <a:extLst>
                    <a:ext uri="{FF2B5EF4-FFF2-40B4-BE49-F238E27FC236}">
                      <a16:creationId xmlns:a16="http://schemas.microsoft.com/office/drawing/2014/main" id="{8037E45B-B559-4446-9B46-4A200B187521}"/>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0" name="îṡlîďe">
                  <a:extLst>
                    <a:ext uri="{FF2B5EF4-FFF2-40B4-BE49-F238E27FC236}">
                      <a16:creationId xmlns:a16="http://schemas.microsoft.com/office/drawing/2014/main" id="{966194C0-DA5C-164F-84D3-187CDBEFED3E}"/>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1" name="ïşľîḍé">
                  <a:extLst>
                    <a:ext uri="{FF2B5EF4-FFF2-40B4-BE49-F238E27FC236}">
                      <a16:creationId xmlns:a16="http://schemas.microsoft.com/office/drawing/2014/main" id="{35AF3130-2C15-5842-AFD1-576DBB732B53}"/>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2" name="îṩľîďe">
                  <a:extLst>
                    <a:ext uri="{FF2B5EF4-FFF2-40B4-BE49-F238E27FC236}">
                      <a16:creationId xmlns:a16="http://schemas.microsoft.com/office/drawing/2014/main" id="{BDD7DDCD-E30F-764D-80CF-830A60436831}"/>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3" name="iS1idè">
                  <a:extLst>
                    <a:ext uri="{FF2B5EF4-FFF2-40B4-BE49-F238E27FC236}">
                      <a16:creationId xmlns:a16="http://schemas.microsoft.com/office/drawing/2014/main" id="{E921EDEF-EBCF-6044-9628-02C1420BEAC6}"/>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4" name="iṣḷîḋe">
                  <a:extLst>
                    <a:ext uri="{FF2B5EF4-FFF2-40B4-BE49-F238E27FC236}">
                      <a16:creationId xmlns:a16="http://schemas.microsoft.com/office/drawing/2014/main" id="{B4BF50DA-B9DA-1444-89A0-381C75023C90}"/>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grpSp>
      <p:cxnSp>
        <p:nvCxnSpPr>
          <p:cNvPr id="4" name="直线连接符 3">
            <a:extLst>
              <a:ext uri="{FF2B5EF4-FFF2-40B4-BE49-F238E27FC236}">
                <a16:creationId xmlns:a16="http://schemas.microsoft.com/office/drawing/2014/main" id="{959D5530-A0A5-934E-AAE7-E3140A5C1BA3}"/>
              </a:ext>
            </a:extLst>
          </p:cNvPr>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a:extLst>
              <a:ext uri="{FF2B5EF4-FFF2-40B4-BE49-F238E27FC236}">
                <a16:creationId xmlns:a16="http://schemas.microsoft.com/office/drawing/2014/main" id="{F8B9A523-AD8C-9140-B30D-DCF5D7DFB66B}"/>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colorTemperature colorTemp="9660"/>
                    </a14:imgEffect>
                    <a14:imgEffect>
                      <a14:saturation sat="111000"/>
                    </a14:imgEffect>
                    <a14:imgEffect>
                      <a14:brightnessContrast bright="72000"/>
                    </a14:imgEffect>
                  </a14:imgLayer>
                </a14:imgProps>
              </a:ext>
              <a:ext uri="{28A0092B-C50C-407E-A947-70E740481C1C}">
                <a14:useLocalDpi xmlns:a14="http://schemas.microsoft.com/office/drawing/2010/main" val="0"/>
              </a:ext>
            </a:extLst>
          </a:blip>
          <a:srcRect l="38743" t="8413"/>
          <a:stretch/>
        </p:blipFill>
        <p:spPr>
          <a:xfrm flipH="1">
            <a:off x="-1" y="60500"/>
            <a:ext cx="958611" cy="955500"/>
          </a:xfrm>
          <a:prstGeom prst="rect">
            <a:avLst/>
          </a:prstGeom>
        </p:spPr>
      </p:pic>
      <p:sp>
        <p:nvSpPr>
          <p:cNvPr id="114" name="椭圆 113">
            <a:extLst>
              <a:ext uri="{FF2B5EF4-FFF2-40B4-BE49-F238E27FC236}">
                <a16:creationId xmlns:a16="http://schemas.microsoft.com/office/drawing/2014/main" id="{C9A17E54-0F0D-6D4C-AA24-3BE97F9C2995}"/>
              </a:ext>
            </a:extLst>
          </p:cNvPr>
          <p:cNvSpPr/>
          <p:nvPr userDrawn="1"/>
        </p:nvSpPr>
        <p:spPr>
          <a:xfrm>
            <a:off x="1223474" y="1332347"/>
            <a:ext cx="2586526" cy="2586526"/>
          </a:xfrm>
          <a:prstGeom prst="ellipse">
            <a:avLst/>
          </a:prstGeom>
          <a:noFill/>
          <a:ln cmpd="thickThin">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
        <p:nvSpPr>
          <p:cNvPr id="117" name="图片占位符 116">
            <a:extLst>
              <a:ext uri="{FF2B5EF4-FFF2-40B4-BE49-F238E27FC236}">
                <a16:creationId xmlns:a16="http://schemas.microsoft.com/office/drawing/2014/main" id="{FA2D7BE4-379A-4340-9DA9-D43E5F7B4335}"/>
              </a:ext>
            </a:extLst>
          </p:cNvPr>
          <p:cNvSpPr>
            <a:spLocks noGrp="1"/>
          </p:cNvSpPr>
          <p:nvPr>
            <p:ph type="pic" sz="quarter" idx="10"/>
          </p:nvPr>
        </p:nvSpPr>
        <p:spPr>
          <a:xfrm>
            <a:off x="1368071" y="1476945"/>
            <a:ext cx="2297332" cy="2297332"/>
          </a:xfrm>
          <a:custGeom>
            <a:avLst/>
            <a:gdLst>
              <a:gd name="connsiteX0" fmla="*/ 1148666 w 2297332"/>
              <a:gd name="connsiteY0" fmla="*/ 0 h 2297332"/>
              <a:gd name="connsiteX1" fmla="*/ 2297332 w 2297332"/>
              <a:gd name="connsiteY1" fmla="*/ 1148666 h 2297332"/>
              <a:gd name="connsiteX2" fmla="*/ 1148666 w 2297332"/>
              <a:gd name="connsiteY2" fmla="*/ 2297332 h 2297332"/>
              <a:gd name="connsiteX3" fmla="*/ 0 w 2297332"/>
              <a:gd name="connsiteY3" fmla="*/ 1148666 h 2297332"/>
              <a:gd name="connsiteX4" fmla="*/ 1148666 w 2297332"/>
              <a:gd name="connsiteY4" fmla="*/ 0 h 2297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332" h="2297332">
                <a:moveTo>
                  <a:pt x="1148666" y="0"/>
                </a:moveTo>
                <a:cubicBezTo>
                  <a:pt x="1783057" y="0"/>
                  <a:pt x="2297332" y="514275"/>
                  <a:pt x="2297332" y="1148666"/>
                </a:cubicBezTo>
                <a:cubicBezTo>
                  <a:pt x="2297332" y="1783057"/>
                  <a:pt x="1783057" y="2297332"/>
                  <a:pt x="1148666" y="2297332"/>
                </a:cubicBezTo>
                <a:cubicBezTo>
                  <a:pt x="514275" y="2297332"/>
                  <a:pt x="0" y="1783057"/>
                  <a:pt x="0" y="1148666"/>
                </a:cubicBezTo>
                <a:cubicBezTo>
                  <a:pt x="0" y="514275"/>
                  <a:pt x="514275" y="0"/>
                  <a:pt x="1148666" y="0"/>
                </a:cubicBezTo>
                <a:close/>
              </a:path>
            </a:pathLst>
          </a:custGeom>
          <a:ln w="12700">
            <a:noFill/>
          </a:ln>
        </p:spPr>
        <p:txBody>
          <a:bodyPr wrap="square">
            <a:noAutofit/>
          </a:bodyPr>
          <a:lstStyle/>
          <a:p>
            <a:endParaRPr kumimoji="1" lang="zh-CN" altLang="en-US"/>
          </a:p>
        </p:txBody>
      </p:sp>
      <p:sp>
        <p:nvSpPr>
          <p:cNvPr id="115" name="椭圆 114">
            <a:extLst>
              <a:ext uri="{FF2B5EF4-FFF2-40B4-BE49-F238E27FC236}">
                <a16:creationId xmlns:a16="http://schemas.microsoft.com/office/drawing/2014/main" id="{2E6C1A05-46E5-F148-8F86-103EA55901FF}"/>
              </a:ext>
            </a:extLst>
          </p:cNvPr>
          <p:cNvSpPr/>
          <p:nvPr userDrawn="1"/>
        </p:nvSpPr>
        <p:spPr>
          <a:xfrm>
            <a:off x="4802737" y="1332347"/>
            <a:ext cx="2586526" cy="2586526"/>
          </a:xfrm>
          <a:prstGeom prst="ellipse">
            <a:avLst/>
          </a:prstGeom>
          <a:noFill/>
          <a:ln cmpd="thickThin">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
        <p:nvSpPr>
          <p:cNvPr id="116" name="图片占位符 115">
            <a:extLst>
              <a:ext uri="{FF2B5EF4-FFF2-40B4-BE49-F238E27FC236}">
                <a16:creationId xmlns:a16="http://schemas.microsoft.com/office/drawing/2014/main" id="{97314E3E-0055-1B48-B521-8B104B77FEDA}"/>
              </a:ext>
            </a:extLst>
          </p:cNvPr>
          <p:cNvSpPr>
            <a:spLocks noGrp="1"/>
          </p:cNvSpPr>
          <p:nvPr>
            <p:ph type="pic" sz="quarter" idx="11"/>
          </p:nvPr>
        </p:nvSpPr>
        <p:spPr>
          <a:xfrm>
            <a:off x="4947334" y="1476945"/>
            <a:ext cx="2297332" cy="2297332"/>
          </a:xfrm>
          <a:custGeom>
            <a:avLst/>
            <a:gdLst>
              <a:gd name="connsiteX0" fmla="*/ 1148666 w 2297332"/>
              <a:gd name="connsiteY0" fmla="*/ 0 h 2297332"/>
              <a:gd name="connsiteX1" fmla="*/ 2297332 w 2297332"/>
              <a:gd name="connsiteY1" fmla="*/ 1148666 h 2297332"/>
              <a:gd name="connsiteX2" fmla="*/ 1148666 w 2297332"/>
              <a:gd name="connsiteY2" fmla="*/ 2297332 h 2297332"/>
              <a:gd name="connsiteX3" fmla="*/ 0 w 2297332"/>
              <a:gd name="connsiteY3" fmla="*/ 1148666 h 2297332"/>
              <a:gd name="connsiteX4" fmla="*/ 1148666 w 2297332"/>
              <a:gd name="connsiteY4" fmla="*/ 0 h 2297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332" h="2297332">
                <a:moveTo>
                  <a:pt x="1148666" y="0"/>
                </a:moveTo>
                <a:cubicBezTo>
                  <a:pt x="1783057" y="0"/>
                  <a:pt x="2297332" y="514275"/>
                  <a:pt x="2297332" y="1148666"/>
                </a:cubicBezTo>
                <a:cubicBezTo>
                  <a:pt x="2297332" y="1783057"/>
                  <a:pt x="1783057" y="2297332"/>
                  <a:pt x="1148666" y="2297332"/>
                </a:cubicBezTo>
                <a:cubicBezTo>
                  <a:pt x="514275" y="2297332"/>
                  <a:pt x="0" y="1783057"/>
                  <a:pt x="0" y="1148666"/>
                </a:cubicBezTo>
                <a:cubicBezTo>
                  <a:pt x="0" y="514275"/>
                  <a:pt x="514275" y="0"/>
                  <a:pt x="1148666" y="0"/>
                </a:cubicBezTo>
                <a:close/>
              </a:path>
            </a:pathLst>
          </a:custGeom>
          <a:ln w="12700">
            <a:noFill/>
          </a:ln>
        </p:spPr>
        <p:txBody>
          <a:bodyPr wrap="square">
            <a:noAutofit/>
          </a:bodyPr>
          <a:lstStyle/>
          <a:p>
            <a:endParaRPr kumimoji="1" lang="zh-CN" altLang="en-US"/>
          </a:p>
        </p:txBody>
      </p:sp>
      <p:sp>
        <p:nvSpPr>
          <p:cNvPr id="118" name="椭圆 117">
            <a:extLst>
              <a:ext uri="{FF2B5EF4-FFF2-40B4-BE49-F238E27FC236}">
                <a16:creationId xmlns:a16="http://schemas.microsoft.com/office/drawing/2014/main" id="{E1A2B6CF-EA41-0F4C-8A7B-44E9FDA5774D}"/>
              </a:ext>
            </a:extLst>
          </p:cNvPr>
          <p:cNvSpPr/>
          <p:nvPr userDrawn="1"/>
        </p:nvSpPr>
        <p:spPr>
          <a:xfrm>
            <a:off x="8382000" y="1332347"/>
            <a:ext cx="2586526" cy="2586526"/>
          </a:xfrm>
          <a:prstGeom prst="ellipse">
            <a:avLst/>
          </a:prstGeom>
          <a:noFill/>
          <a:ln cmpd="thickThin">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p>
        </p:txBody>
      </p:sp>
      <p:sp>
        <p:nvSpPr>
          <p:cNvPr id="119" name="图片占位符 118">
            <a:extLst>
              <a:ext uri="{FF2B5EF4-FFF2-40B4-BE49-F238E27FC236}">
                <a16:creationId xmlns:a16="http://schemas.microsoft.com/office/drawing/2014/main" id="{D9DF212B-77E7-C844-B13F-9BA0BF590F0E}"/>
              </a:ext>
            </a:extLst>
          </p:cNvPr>
          <p:cNvSpPr>
            <a:spLocks noGrp="1"/>
          </p:cNvSpPr>
          <p:nvPr>
            <p:ph type="pic" sz="quarter" idx="12"/>
          </p:nvPr>
        </p:nvSpPr>
        <p:spPr>
          <a:xfrm>
            <a:off x="8526597" y="1476945"/>
            <a:ext cx="2297332" cy="2297332"/>
          </a:xfrm>
          <a:custGeom>
            <a:avLst/>
            <a:gdLst>
              <a:gd name="connsiteX0" fmla="*/ 1148666 w 2297332"/>
              <a:gd name="connsiteY0" fmla="*/ 0 h 2297332"/>
              <a:gd name="connsiteX1" fmla="*/ 2297332 w 2297332"/>
              <a:gd name="connsiteY1" fmla="*/ 1148666 h 2297332"/>
              <a:gd name="connsiteX2" fmla="*/ 1148666 w 2297332"/>
              <a:gd name="connsiteY2" fmla="*/ 2297332 h 2297332"/>
              <a:gd name="connsiteX3" fmla="*/ 0 w 2297332"/>
              <a:gd name="connsiteY3" fmla="*/ 1148666 h 2297332"/>
              <a:gd name="connsiteX4" fmla="*/ 1148666 w 2297332"/>
              <a:gd name="connsiteY4" fmla="*/ 0 h 2297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332" h="2297332">
                <a:moveTo>
                  <a:pt x="1148666" y="0"/>
                </a:moveTo>
                <a:cubicBezTo>
                  <a:pt x="1783057" y="0"/>
                  <a:pt x="2297332" y="514275"/>
                  <a:pt x="2297332" y="1148666"/>
                </a:cubicBezTo>
                <a:cubicBezTo>
                  <a:pt x="2297332" y="1783057"/>
                  <a:pt x="1783057" y="2297332"/>
                  <a:pt x="1148666" y="2297332"/>
                </a:cubicBezTo>
                <a:cubicBezTo>
                  <a:pt x="514275" y="2297332"/>
                  <a:pt x="0" y="1783057"/>
                  <a:pt x="0" y="1148666"/>
                </a:cubicBezTo>
                <a:cubicBezTo>
                  <a:pt x="0" y="514275"/>
                  <a:pt x="514275" y="0"/>
                  <a:pt x="1148666" y="0"/>
                </a:cubicBezTo>
                <a:close/>
              </a:path>
            </a:pathLst>
          </a:custGeom>
          <a:ln w="12700">
            <a:noFill/>
          </a:ln>
        </p:spPr>
        <p:txBody>
          <a:bodyPr wrap="square">
            <a:noAutofit/>
          </a:bodyPr>
          <a:lstStyle/>
          <a:p>
            <a:endParaRPr kumimoji="1" lang="zh-CN" altLang="en-US"/>
          </a:p>
        </p:txBody>
      </p:sp>
    </p:spTree>
    <p:extLst>
      <p:ext uri="{BB962C8B-B14F-4D97-AF65-F5344CB8AC3E}">
        <p14:creationId xmlns:p14="http://schemas.microsoft.com/office/powerpoint/2010/main" val="2682592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三张图片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E400B-D16B-4A3A-AC95-3E3276FD3F1A}"/>
              </a:ext>
            </a:extLst>
          </p:cNvPr>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a:extLst>
              <a:ext uri="{FF2B5EF4-FFF2-40B4-BE49-F238E27FC236}">
                <a16:creationId xmlns:a16="http://schemas.microsoft.com/office/drawing/2014/main" id="{C2642FC6-A069-EB4A-AE09-AEAF3C0FF9D3}"/>
              </a:ext>
            </a:extLst>
          </p:cNvPr>
          <p:cNvGrpSpPr/>
          <p:nvPr userDrawn="1"/>
        </p:nvGrpSpPr>
        <p:grpSpPr>
          <a:xfrm>
            <a:off x="9895088" y="468793"/>
            <a:ext cx="1480571" cy="458860"/>
            <a:chOff x="2558030" y="228446"/>
            <a:chExt cx="6774643" cy="2099603"/>
          </a:xfrm>
        </p:grpSpPr>
        <p:grpSp>
          <p:nvGrpSpPr>
            <p:cNvPr id="246" name="íšḻîďê">
              <a:extLst>
                <a:ext uri="{FF2B5EF4-FFF2-40B4-BE49-F238E27FC236}">
                  <a16:creationId xmlns:a16="http://schemas.microsoft.com/office/drawing/2014/main" id="{49171AB3-8591-5348-9C61-F17D0F929EB0}"/>
                </a:ext>
              </a:extLst>
            </p:cNvPr>
            <p:cNvGrpSpPr/>
            <p:nvPr userDrawn="1"/>
          </p:nvGrpSpPr>
          <p:grpSpPr>
            <a:xfrm>
              <a:off x="2558030" y="228446"/>
              <a:ext cx="2085857" cy="2099603"/>
              <a:chOff x="3551238" y="3067050"/>
              <a:chExt cx="722313" cy="727075"/>
            </a:xfrm>
          </p:grpSpPr>
          <p:sp>
            <p:nvSpPr>
              <p:cNvPr id="276" name="ïş1íḍê">
                <a:extLst>
                  <a:ext uri="{FF2B5EF4-FFF2-40B4-BE49-F238E27FC236}">
                    <a16:creationId xmlns:a16="http://schemas.microsoft.com/office/drawing/2014/main" id="{331EE849-D4A4-DC42-B184-E5D68CE3C507}"/>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7" name="íšḻïḍè">
                <a:extLst>
                  <a:ext uri="{FF2B5EF4-FFF2-40B4-BE49-F238E27FC236}">
                    <a16:creationId xmlns:a16="http://schemas.microsoft.com/office/drawing/2014/main" id="{DF8A2D4E-E7AE-764C-B284-1B5B99A5E272}"/>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headEnd/>
                <a:tailEnd/>
              </a:ln>
            </p:spPr>
            <p:txBody>
              <a:bodyPr anchor="ctr"/>
              <a:lstStyle/>
              <a:p>
                <a:pPr algn="ctr"/>
                <a:endParaRPr/>
              </a:p>
            </p:txBody>
          </p:sp>
          <p:sp>
            <p:nvSpPr>
              <p:cNvPr id="278" name="ïśľíḓé">
                <a:extLst>
                  <a:ext uri="{FF2B5EF4-FFF2-40B4-BE49-F238E27FC236}">
                    <a16:creationId xmlns:a16="http://schemas.microsoft.com/office/drawing/2014/main" id="{AE06900F-E8EC-644A-B307-9976F21A9C04}"/>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9" name="ïslíḍê">
                <a:extLst>
                  <a:ext uri="{FF2B5EF4-FFF2-40B4-BE49-F238E27FC236}">
                    <a16:creationId xmlns:a16="http://schemas.microsoft.com/office/drawing/2014/main" id="{52C5D888-08A1-5F44-B94A-1B39D2B56326}"/>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0" name="íṡļïdê">
                <a:extLst>
                  <a:ext uri="{FF2B5EF4-FFF2-40B4-BE49-F238E27FC236}">
                    <a16:creationId xmlns:a16="http://schemas.microsoft.com/office/drawing/2014/main" id="{9C2A8FB3-E6B7-5342-9F1A-E66018C224B8}"/>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1" name="iş1ïďe">
                <a:extLst>
                  <a:ext uri="{FF2B5EF4-FFF2-40B4-BE49-F238E27FC236}">
                    <a16:creationId xmlns:a16="http://schemas.microsoft.com/office/drawing/2014/main" id="{AB71DB15-AC89-EF4D-9581-A712A3F5D911}"/>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2" name="ïṩḷíḍé">
                <a:extLst>
                  <a:ext uri="{FF2B5EF4-FFF2-40B4-BE49-F238E27FC236}">
                    <a16:creationId xmlns:a16="http://schemas.microsoft.com/office/drawing/2014/main" id="{FE48DBAC-D137-5E4A-AE2A-58A5E5D92FEF}"/>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a:extLst>
                  <a:ext uri="{FF2B5EF4-FFF2-40B4-BE49-F238E27FC236}">
                    <a16:creationId xmlns:a16="http://schemas.microsoft.com/office/drawing/2014/main" id="{64C522BC-A5D8-6E4A-8E2E-8A7E334324FA}"/>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a:extLst>
                  <a:ext uri="{FF2B5EF4-FFF2-40B4-BE49-F238E27FC236}">
                    <a16:creationId xmlns:a16="http://schemas.microsoft.com/office/drawing/2014/main" id="{B2A17ADB-C350-6C47-A9E7-9353F379FA7E}"/>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a:extLst>
                  <a:ext uri="{FF2B5EF4-FFF2-40B4-BE49-F238E27FC236}">
                    <a16:creationId xmlns:a16="http://schemas.microsoft.com/office/drawing/2014/main" id="{19342845-CB0B-7842-A750-3CC457D90077}"/>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a:extLst>
                  <a:ext uri="{FF2B5EF4-FFF2-40B4-BE49-F238E27FC236}">
                    <a16:creationId xmlns:a16="http://schemas.microsoft.com/office/drawing/2014/main" id="{3DC316BC-A0F4-B749-9D82-3E06B5258988}"/>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a:extLst>
                  <a:ext uri="{FF2B5EF4-FFF2-40B4-BE49-F238E27FC236}">
                    <a16:creationId xmlns:a16="http://schemas.microsoft.com/office/drawing/2014/main" id="{079333E7-B194-C744-AFEB-1559449C15B0}"/>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a:extLst>
                  <a:ext uri="{FF2B5EF4-FFF2-40B4-BE49-F238E27FC236}">
                    <a16:creationId xmlns:a16="http://schemas.microsoft.com/office/drawing/2014/main" id="{008C6E34-7D64-E34A-9328-DF7C7638B8EA}"/>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a:extLst>
                  <a:ext uri="{FF2B5EF4-FFF2-40B4-BE49-F238E27FC236}">
                    <a16:creationId xmlns:a16="http://schemas.microsoft.com/office/drawing/2014/main" id="{AAABCA0A-9410-EA4D-8278-D2197B42AFF2}"/>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a:extLst>
                  <a:ext uri="{FF2B5EF4-FFF2-40B4-BE49-F238E27FC236}">
                    <a16:creationId xmlns:a16="http://schemas.microsoft.com/office/drawing/2014/main" id="{25E701C1-E0D7-8D42-A8D9-16C4F4697949}"/>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a:extLst>
                  <a:ext uri="{FF2B5EF4-FFF2-40B4-BE49-F238E27FC236}">
                    <a16:creationId xmlns:a16="http://schemas.microsoft.com/office/drawing/2014/main" id="{6481D560-8D59-3348-814B-8E2ED3F62DAE}"/>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a:extLst>
                  <a:ext uri="{FF2B5EF4-FFF2-40B4-BE49-F238E27FC236}">
                    <a16:creationId xmlns:a16="http://schemas.microsoft.com/office/drawing/2014/main" id="{0F34FCCA-894E-A749-B1A9-98BDCE801EE3}"/>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a:extLst>
                  <a:ext uri="{FF2B5EF4-FFF2-40B4-BE49-F238E27FC236}">
                    <a16:creationId xmlns:a16="http://schemas.microsoft.com/office/drawing/2014/main" id="{A3E75E0C-D4F2-9547-BE26-5F24FA75CAB7}"/>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a:extLst>
                  <a:ext uri="{FF2B5EF4-FFF2-40B4-BE49-F238E27FC236}">
                    <a16:creationId xmlns:a16="http://schemas.microsoft.com/office/drawing/2014/main" id="{0A289880-B5F4-0D44-AA71-D31B27BF5F0F}"/>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a:extLst>
                  <a:ext uri="{FF2B5EF4-FFF2-40B4-BE49-F238E27FC236}">
                    <a16:creationId xmlns:a16="http://schemas.microsoft.com/office/drawing/2014/main" id="{559C6F73-3756-4D4C-A745-5C39000DE67E}"/>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a:extLst>
                  <a:ext uri="{FF2B5EF4-FFF2-40B4-BE49-F238E27FC236}">
                    <a16:creationId xmlns:a16="http://schemas.microsoft.com/office/drawing/2014/main" id="{B94A9EAC-5077-9C43-A07C-D8647900EC8A}"/>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7" name="islïďé">
                <a:extLst>
                  <a:ext uri="{FF2B5EF4-FFF2-40B4-BE49-F238E27FC236}">
                    <a16:creationId xmlns:a16="http://schemas.microsoft.com/office/drawing/2014/main" id="{B54980F5-D4DB-3149-88E2-FC1B906C713D}"/>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8" name="îṥḷîdé">
                <a:extLst>
                  <a:ext uri="{FF2B5EF4-FFF2-40B4-BE49-F238E27FC236}">
                    <a16:creationId xmlns:a16="http://schemas.microsoft.com/office/drawing/2014/main" id="{8D26488D-9702-5B42-B3A8-2FE08043FC68}"/>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9" name="isḷîḋé">
                <a:extLst>
                  <a:ext uri="{FF2B5EF4-FFF2-40B4-BE49-F238E27FC236}">
                    <a16:creationId xmlns:a16="http://schemas.microsoft.com/office/drawing/2014/main" id="{3328F539-E168-2444-AA27-A21E0FB88C68}"/>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0" name="iśḷïḑè">
                <a:extLst>
                  <a:ext uri="{FF2B5EF4-FFF2-40B4-BE49-F238E27FC236}">
                    <a16:creationId xmlns:a16="http://schemas.microsoft.com/office/drawing/2014/main" id="{CCD927C5-139A-7A4D-9593-5E38A4BCD7EE}"/>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1" name="iṧľiďé">
                <a:extLst>
                  <a:ext uri="{FF2B5EF4-FFF2-40B4-BE49-F238E27FC236}">
                    <a16:creationId xmlns:a16="http://schemas.microsoft.com/office/drawing/2014/main" id="{BBA4E80F-3918-1441-9422-4EF3F739AFD7}"/>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2" name="išľïḍé">
                <a:extLst>
                  <a:ext uri="{FF2B5EF4-FFF2-40B4-BE49-F238E27FC236}">
                    <a16:creationId xmlns:a16="http://schemas.microsoft.com/office/drawing/2014/main" id="{867B0927-8F2F-8842-8404-E9F92F9F8FF1}"/>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3" name="îŝlîḑè">
                <a:extLst>
                  <a:ext uri="{FF2B5EF4-FFF2-40B4-BE49-F238E27FC236}">
                    <a16:creationId xmlns:a16="http://schemas.microsoft.com/office/drawing/2014/main" id="{A301A8F9-6F9B-3943-99D1-65E7088742D4}"/>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4" name="îṩḻíḓe">
                <a:extLst>
                  <a:ext uri="{FF2B5EF4-FFF2-40B4-BE49-F238E27FC236}">
                    <a16:creationId xmlns:a16="http://schemas.microsoft.com/office/drawing/2014/main" id="{4ADC4919-2595-EC42-93F1-AC81598C38DC}"/>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5" name="î$1îdè">
                <a:extLst>
                  <a:ext uri="{FF2B5EF4-FFF2-40B4-BE49-F238E27FC236}">
                    <a16:creationId xmlns:a16="http://schemas.microsoft.com/office/drawing/2014/main" id="{8F303413-D569-1F4D-8298-78E4F97EF2C0}"/>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6" name="iśľïḓe">
                <a:extLst>
                  <a:ext uri="{FF2B5EF4-FFF2-40B4-BE49-F238E27FC236}">
                    <a16:creationId xmlns:a16="http://schemas.microsoft.com/office/drawing/2014/main" id="{38842937-FDCA-6941-8B67-F867A925FDCF}"/>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7" name="iṣļïḑè">
                <a:extLst>
                  <a:ext uri="{FF2B5EF4-FFF2-40B4-BE49-F238E27FC236}">
                    <a16:creationId xmlns:a16="http://schemas.microsoft.com/office/drawing/2014/main" id="{36A50748-F007-3D44-9188-9CCCF4A7E025}"/>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8" name="iṡḷidé">
                <a:extLst>
                  <a:ext uri="{FF2B5EF4-FFF2-40B4-BE49-F238E27FC236}">
                    <a16:creationId xmlns:a16="http://schemas.microsoft.com/office/drawing/2014/main" id="{19522ED5-C7BF-5F4D-8194-F7E1A8DEDD46}"/>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9" name="íṡḷíḋe">
                <a:extLst>
                  <a:ext uri="{FF2B5EF4-FFF2-40B4-BE49-F238E27FC236}">
                    <a16:creationId xmlns:a16="http://schemas.microsoft.com/office/drawing/2014/main" id="{8672B506-ECAD-3448-AC68-460729E69835}"/>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a:extLst>
                  <a:ext uri="{FF2B5EF4-FFF2-40B4-BE49-F238E27FC236}">
                    <a16:creationId xmlns:a16="http://schemas.microsoft.com/office/drawing/2014/main" id="{C255849B-0750-7041-A670-223C3279E97C}"/>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a:extLst>
                  <a:ext uri="{FF2B5EF4-FFF2-40B4-BE49-F238E27FC236}">
                    <a16:creationId xmlns:a16="http://schemas.microsoft.com/office/drawing/2014/main" id="{16232912-DBF7-B840-A4AA-6D053116C766}"/>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a:extLst>
                  <a:ext uri="{FF2B5EF4-FFF2-40B4-BE49-F238E27FC236}">
                    <a16:creationId xmlns:a16="http://schemas.microsoft.com/office/drawing/2014/main" id="{4AE4FD53-FAA2-2444-899C-23EFB14213B4}"/>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a:extLst>
                  <a:ext uri="{FF2B5EF4-FFF2-40B4-BE49-F238E27FC236}">
                    <a16:creationId xmlns:a16="http://schemas.microsoft.com/office/drawing/2014/main" id="{7028FD26-0F3F-C344-9DDF-1A48692668BE}"/>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a:extLst>
                  <a:ext uri="{FF2B5EF4-FFF2-40B4-BE49-F238E27FC236}">
                    <a16:creationId xmlns:a16="http://schemas.microsoft.com/office/drawing/2014/main" id="{46B44F2F-838F-5647-B04D-1182BEFAA08C}"/>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5" name="îš1íḑe">
                <a:extLst>
                  <a:ext uri="{FF2B5EF4-FFF2-40B4-BE49-F238E27FC236}">
                    <a16:creationId xmlns:a16="http://schemas.microsoft.com/office/drawing/2014/main" id="{941EA2D9-B725-B542-A3F7-A3E23DDBEC40}"/>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6" name="iš1ïḍe">
                <a:extLst>
                  <a:ext uri="{FF2B5EF4-FFF2-40B4-BE49-F238E27FC236}">
                    <a16:creationId xmlns:a16="http://schemas.microsoft.com/office/drawing/2014/main" id="{48E883DC-7FA2-5045-B010-995FAA503D47}"/>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a:extLst>
                  <a:ext uri="{FF2B5EF4-FFF2-40B4-BE49-F238E27FC236}">
                    <a16:creationId xmlns:a16="http://schemas.microsoft.com/office/drawing/2014/main" id="{8DF837D3-E0F5-E544-B0DC-A65DE0C91AD3}"/>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a:extLst>
                  <a:ext uri="{FF2B5EF4-FFF2-40B4-BE49-F238E27FC236}">
                    <a16:creationId xmlns:a16="http://schemas.microsoft.com/office/drawing/2014/main" id="{E5280F75-1ED2-5546-8326-8CE5FB49F7BC}"/>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a:extLst>
                  <a:ext uri="{FF2B5EF4-FFF2-40B4-BE49-F238E27FC236}">
                    <a16:creationId xmlns:a16="http://schemas.microsoft.com/office/drawing/2014/main" id="{563298BF-D12F-D547-A9EB-A2FD0E7644E9}"/>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a:extLst>
                  <a:ext uri="{FF2B5EF4-FFF2-40B4-BE49-F238E27FC236}">
                    <a16:creationId xmlns:a16="http://schemas.microsoft.com/office/drawing/2014/main" id="{5C471C22-4F9F-5645-B7B9-5808162B9B40}"/>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a:extLst>
                  <a:ext uri="{FF2B5EF4-FFF2-40B4-BE49-F238E27FC236}">
                    <a16:creationId xmlns:a16="http://schemas.microsoft.com/office/drawing/2014/main" id="{4908E9FF-6973-284E-A16B-584A73C9AB48}"/>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a:extLst>
                  <a:ext uri="{FF2B5EF4-FFF2-40B4-BE49-F238E27FC236}">
                    <a16:creationId xmlns:a16="http://schemas.microsoft.com/office/drawing/2014/main" id="{4CA791D0-30E7-704B-ACD4-B15DA1C0F1EC}"/>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3" name="îşľïďe">
                <a:extLst>
                  <a:ext uri="{FF2B5EF4-FFF2-40B4-BE49-F238E27FC236}">
                    <a16:creationId xmlns:a16="http://schemas.microsoft.com/office/drawing/2014/main" id="{4EFC80CE-CF61-B045-B80A-02E394E45BAB}"/>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4" name="ïşľíďê">
                <a:extLst>
                  <a:ext uri="{FF2B5EF4-FFF2-40B4-BE49-F238E27FC236}">
                    <a16:creationId xmlns:a16="http://schemas.microsoft.com/office/drawing/2014/main" id="{E0C02EF5-B61D-A34B-AB84-3A92A3E948AC}"/>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5" name="íś1ïdè">
                <a:extLst>
                  <a:ext uri="{FF2B5EF4-FFF2-40B4-BE49-F238E27FC236}">
                    <a16:creationId xmlns:a16="http://schemas.microsoft.com/office/drawing/2014/main" id="{89D8E1E0-4C7F-7840-9EF4-3ED33002F3BB}"/>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6" name="iṩḷiḍe">
                <a:extLst>
                  <a:ext uri="{FF2B5EF4-FFF2-40B4-BE49-F238E27FC236}">
                    <a16:creationId xmlns:a16="http://schemas.microsoft.com/office/drawing/2014/main" id="{AD9C48EA-F581-9946-8DC9-4BDF21F3D287}"/>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7" name="ïŝ1iďè">
                <a:extLst>
                  <a:ext uri="{FF2B5EF4-FFF2-40B4-BE49-F238E27FC236}">
                    <a16:creationId xmlns:a16="http://schemas.microsoft.com/office/drawing/2014/main" id="{345025D0-8B67-9C40-8728-02649DA348C1}"/>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8" name="íṩļíḋê">
                <a:extLst>
                  <a:ext uri="{FF2B5EF4-FFF2-40B4-BE49-F238E27FC236}">
                    <a16:creationId xmlns:a16="http://schemas.microsoft.com/office/drawing/2014/main" id="{9FA9D742-9195-6642-B445-99B24C17BC0C}"/>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9" name="ïṧ1ïdè">
                <a:extLst>
                  <a:ext uri="{FF2B5EF4-FFF2-40B4-BE49-F238E27FC236}">
                    <a16:creationId xmlns:a16="http://schemas.microsoft.com/office/drawing/2014/main" id="{B4D185C7-1AF5-8342-9191-D8FAB89F145D}"/>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0" name="íŝḻîḍé">
                <a:extLst>
                  <a:ext uri="{FF2B5EF4-FFF2-40B4-BE49-F238E27FC236}">
                    <a16:creationId xmlns:a16="http://schemas.microsoft.com/office/drawing/2014/main" id="{C2733F06-2680-A741-BFBA-70A185222B1F}"/>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1" name="îşḻïḓé">
                <a:extLst>
                  <a:ext uri="{FF2B5EF4-FFF2-40B4-BE49-F238E27FC236}">
                    <a16:creationId xmlns:a16="http://schemas.microsoft.com/office/drawing/2014/main" id="{014B01FB-BE4B-3B4E-B997-C94B4B8DC4FC}"/>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2" name="íśļíďè">
                <a:extLst>
                  <a:ext uri="{FF2B5EF4-FFF2-40B4-BE49-F238E27FC236}">
                    <a16:creationId xmlns:a16="http://schemas.microsoft.com/office/drawing/2014/main" id="{D2C86E61-AEF7-8D44-A72A-CCBD093CD264}"/>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3" name="iŝ1ïdé">
                <a:extLst>
                  <a:ext uri="{FF2B5EF4-FFF2-40B4-BE49-F238E27FC236}">
                    <a16:creationId xmlns:a16="http://schemas.microsoft.com/office/drawing/2014/main" id="{E52432BC-DDB5-5445-B39A-4782F514F2DC}"/>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4" name="is1ídè">
                <a:extLst>
                  <a:ext uri="{FF2B5EF4-FFF2-40B4-BE49-F238E27FC236}">
                    <a16:creationId xmlns:a16="http://schemas.microsoft.com/office/drawing/2014/main" id="{834925A1-ED87-FD42-A0C4-CC7C8CCD712C}"/>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5" name="islíďê">
                <a:extLst>
                  <a:ext uri="{FF2B5EF4-FFF2-40B4-BE49-F238E27FC236}">
                    <a16:creationId xmlns:a16="http://schemas.microsoft.com/office/drawing/2014/main" id="{16CCF2FF-21DC-FC49-97DF-2DAC2C1CD64F}"/>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6" name="iṩlíḑê">
                <a:extLst>
                  <a:ext uri="{FF2B5EF4-FFF2-40B4-BE49-F238E27FC236}">
                    <a16:creationId xmlns:a16="http://schemas.microsoft.com/office/drawing/2014/main" id="{DD7C5A19-55D8-DC48-B1AF-2FAC8609E167}"/>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7" name="îṥḷïďê">
                <a:extLst>
                  <a:ext uri="{FF2B5EF4-FFF2-40B4-BE49-F238E27FC236}">
                    <a16:creationId xmlns:a16="http://schemas.microsoft.com/office/drawing/2014/main" id="{A2A1B4CA-64B0-C54E-95D2-B8273AFA915A}"/>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8" name="íṥḻïďè">
                <a:extLst>
                  <a:ext uri="{FF2B5EF4-FFF2-40B4-BE49-F238E27FC236}">
                    <a16:creationId xmlns:a16="http://schemas.microsoft.com/office/drawing/2014/main" id="{4F81F73E-836F-D742-820C-740E05DED8A0}"/>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9" name="íṡḷíḍè">
                <a:extLst>
                  <a:ext uri="{FF2B5EF4-FFF2-40B4-BE49-F238E27FC236}">
                    <a16:creationId xmlns:a16="http://schemas.microsoft.com/office/drawing/2014/main" id="{C5170157-A63E-F640-A382-23D591FD4A16}"/>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a:extLst>
                  <a:ext uri="{FF2B5EF4-FFF2-40B4-BE49-F238E27FC236}">
                    <a16:creationId xmlns:a16="http://schemas.microsoft.com/office/drawing/2014/main" id="{6C511E9B-6950-0E44-A7C2-9E63E1B7276F}"/>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a:extLst>
                  <a:ext uri="{FF2B5EF4-FFF2-40B4-BE49-F238E27FC236}">
                    <a16:creationId xmlns:a16="http://schemas.microsoft.com/office/drawing/2014/main" id="{C6900325-308B-E749-BF24-835453E473DC}"/>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a:extLst>
                  <a:ext uri="{FF2B5EF4-FFF2-40B4-BE49-F238E27FC236}">
                    <a16:creationId xmlns:a16="http://schemas.microsoft.com/office/drawing/2014/main" id="{D0AE4C74-5652-854A-818C-DEB1D55A1615}"/>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a:extLst>
                  <a:ext uri="{FF2B5EF4-FFF2-40B4-BE49-F238E27FC236}">
                    <a16:creationId xmlns:a16="http://schemas.microsoft.com/office/drawing/2014/main" id="{6FEF2DB5-1375-884B-BFC4-89B428E9752A}"/>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a:extLst>
                  <a:ext uri="{FF2B5EF4-FFF2-40B4-BE49-F238E27FC236}">
                    <a16:creationId xmlns:a16="http://schemas.microsoft.com/office/drawing/2014/main" id="{69F1BA50-AEBC-9244-A454-75C05BC0E5DD}"/>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5" name="iṧ1ïḓè">
                <a:extLst>
                  <a:ext uri="{FF2B5EF4-FFF2-40B4-BE49-F238E27FC236}">
                    <a16:creationId xmlns:a16="http://schemas.microsoft.com/office/drawing/2014/main" id="{50950010-F52C-6841-A9E4-812673F9BCE8}"/>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7" name="íşḷïḑe">
              <a:extLst>
                <a:ext uri="{FF2B5EF4-FFF2-40B4-BE49-F238E27FC236}">
                  <a16:creationId xmlns:a16="http://schemas.microsoft.com/office/drawing/2014/main" id="{1EA826F0-AE07-504D-9C6E-4A6302BDCA69}"/>
                </a:ext>
              </a:extLst>
            </p:cNvPr>
            <p:cNvGrpSpPr/>
            <p:nvPr userDrawn="1"/>
          </p:nvGrpSpPr>
          <p:grpSpPr>
            <a:xfrm>
              <a:off x="4894762" y="471192"/>
              <a:ext cx="4437911" cy="1614111"/>
              <a:chOff x="4412452" y="3106738"/>
              <a:chExt cx="2312689" cy="841148"/>
            </a:xfrm>
          </p:grpSpPr>
          <p:grpSp>
            <p:nvGrpSpPr>
              <p:cNvPr id="248" name="îṥľíḑé">
                <a:extLst>
                  <a:ext uri="{FF2B5EF4-FFF2-40B4-BE49-F238E27FC236}">
                    <a16:creationId xmlns:a16="http://schemas.microsoft.com/office/drawing/2014/main" id="{39D64547-5156-9A46-BECB-158A08F4DD51}"/>
                  </a:ext>
                </a:extLst>
              </p:cNvPr>
              <p:cNvGrpSpPr/>
              <p:nvPr/>
            </p:nvGrpSpPr>
            <p:grpSpPr>
              <a:xfrm>
                <a:off x="4422776" y="3106738"/>
                <a:ext cx="2293937" cy="617538"/>
                <a:chOff x="4422776" y="3106738"/>
                <a:chExt cx="2293937" cy="617538"/>
              </a:xfrm>
            </p:grpSpPr>
            <p:sp>
              <p:nvSpPr>
                <p:cNvPr id="265" name="išḻiḑé">
                  <a:extLst>
                    <a:ext uri="{FF2B5EF4-FFF2-40B4-BE49-F238E27FC236}">
                      <a16:creationId xmlns:a16="http://schemas.microsoft.com/office/drawing/2014/main" id="{E9E95CFA-B471-D346-88CE-BF00280196C0}"/>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6" name="íṥľíďè">
                  <a:extLst>
                    <a:ext uri="{FF2B5EF4-FFF2-40B4-BE49-F238E27FC236}">
                      <a16:creationId xmlns:a16="http://schemas.microsoft.com/office/drawing/2014/main" id="{EB890018-20C4-6246-8A3C-F7FD68602FDA}"/>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7" name="íś1iḑe">
                  <a:extLst>
                    <a:ext uri="{FF2B5EF4-FFF2-40B4-BE49-F238E27FC236}">
                      <a16:creationId xmlns:a16="http://schemas.microsoft.com/office/drawing/2014/main" id="{01179C9D-6713-BF47-AA0F-281ED877EEEE}"/>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8" name="iṩ1iḋè">
                  <a:extLst>
                    <a:ext uri="{FF2B5EF4-FFF2-40B4-BE49-F238E27FC236}">
                      <a16:creationId xmlns:a16="http://schemas.microsoft.com/office/drawing/2014/main" id="{621A8462-AF81-F546-A24F-AB4367F2710C}"/>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9" name="íṩlïḓè">
                  <a:extLst>
                    <a:ext uri="{FF2B5EF4-FFF2-40B4-BE49-F238E27FC236}">
                      <a16:creationId xmlns:a16="http://schemas.microsoft.com/office/drawing/2014/main" id="{57F3DDF2-34D4-7543-9418-964C5B630599}"/>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0" name="ísḷïďè">
                  <a:extLst>
                    <a:ext uri="{FF2B5EF4-FFF2-40B4-BE49-F238E27FC236}">
                      <a16:creationId xmlns:a16="http://schemas.microsoft.com/office/drawing/2014/main" id="{C5186C17-1E83-714A-8B14-0163667BC9E4}"/>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1" name="îṧļîḓé">
                  <a:extLst>
                    <a:ext uri="{FF2B5EF4-FFF2-40B4-BE49-F238E27FC236}">
                      <a16:creationId xmlns:a16="http://schemas.microsoft.com/office/drawing/2014/main" id="{799F2DE9-5612-5C49-ACB0-FF33A8D94B31}"/>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2" name="iSļïḑé">
                  <a:extLst>
                    <a:ext uri="{FF2B5EF4-FFF2-40B4-BE49-F238E27FC236}">
                      <a16:creationId xmlns:a16="http://schemas.microsoft.com/office/drawing/2014/main" id="{9CE9B73C-A77B-CA4F-9CD9-1B7561A61257}"/>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3" name="íšlïďè">
                  <a:extLst>
                    <a:ext uri="{FF2B5EF4-FFF2-40B4-BE49-F238E27FC236}">
                      <a16:creationId xmlns:a16="http://schemas.microsoft.com/office/drawing/2014/main" id="{1E9C718C-CB3C-BC48-BB64-22E4D8039279}"/>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4" name="işḷîḑe">
                  <a:extLst>
                    <a:ext uri="{FF2B5EF4-FFF2-40B4-BE49-F238E27FC236}">
                      <a16:creationId xmlns:a16="http://schemas.microsoft.com/office/drawing/2014/main" id="{88E40FB8-5CA6-9E40-962B-D214B5F662CB}"/>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5" name="íṥḻiďê">
                  <a:extLst>
                    <a:ext uri="{FF2B5EF4-FFF2-40B4-BE49-F238E27FC236}">
                      <a16:creationId xmlns:a16="http://schemas.microsoft.com/office/drawing/2014/main" id="{844B0D86-9046-2141-A874-61F3E25E14CA}"/>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9" name="ïšľîḍê">
                <a:extLst>
                  <a:ext uri="{FF2B5EF4-FFF2-40B4-BE49-F238E27FC236}">
                    <a16:creationId xmlns:a16="http://schemas.microsoft.com/office/drawing/2014/main" id="{1C609813-1774-8E4D-9F8C-E1E3661FF14A}"/>
                  </a:ext>
                </a:extLst>
              </p:cNvPr>
              <p:cNvGrpSpPr/>
              <p:nvPr/>
            </p:nvGrpSpPr>
            <p:grpSpPr>
              <a:xfrm>
                <a:off x="4412452" y="3781425"/>
                <a:ext cx="2312689" cy="166461"/>
                <a:chOff x="6986588" y="3521075"/>
                <a:chExt cx="1654176" cy="119063"/>
              </a:xfrm>
            </p:grpSpPr>
            <p:sp>
              <p:nvSpPr>
                <p:cNvPr id="250" name="îṩľîḑê">
                  <a:extLst>
                    <a:ext uri="{FF2B5EF4-FFF2-40B4-BE49-F238E27FC236}">
                      <a16:creationId xmlns:a16="http://schemas.microsoft.com/office/drawing/2014/main" id="{C89BCD88-9FA4-BD44-982F-9844236EA45A}"/>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1" name="îṩḷîde">
                  <a:extLst>
                    <a:ext uri="{FF2B5EF4-FFF2-40B4-BE49-F238E27FC236}">
                      <a16:creationId xmlns:a16="http://schemas.microsoft.com/office/drawing/2014/main" id="{CCB337B7-50AE-2F4E-A6E5-61392C25DFC7}"/>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2" name="îṣḻîḑê">
                  <a:extLst>
                    <a:ext uri="{FF2B5EF4-FFF2-40B4-BE49-F238E27FC236}">
                      <a16:creationId xmlns:a16="http://schemas.microsoft.com/office/drawing/2014/main" id="{45143715-8506-694C-B7D2-4989C8FFBCAA}"/>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3" name="ïṥlíḑê">
                  <a:extLst>
                    <a:ext uri="{FF2B5EF4-FFF2-40B4-BE49-F238E27FC236}">
                      <a16:creationId xmlns:a16="http://schemas.microsoft.com/office/drawing/2014/main" id="{404C92B2-6E6C-6044-9EF8-14F1D8D61BFB}"/>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4" name="îş1íḋe">
                  <a:extLst>
                    <a:ext uri="{FF2B5EF4-FFF2-40B4-BE49-F238E27FC236}">
                      <a16:creationId xmlns:a16="http://schemas.microsoft.com/office/drawing/2014/main" id="{7C5F190C-6F8A-8743-B665-77D7BA9B99B1}"/>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5" name="îş1ïḋe">
                  <a:extLst>
                    <a:ext uri="{FF2B5EF4-FFF2-40B4-BE49-F238E27FC236}">
                      <a16:creationId xmlns:a16="http://schemas.microsoft.com/office/drawing/2014/main" id="{AACAEFC6-00DB-624B-96E5-55D1153283DA}"/>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6" name="íšlídè">
                  <a:extLst>
                    <a:ext uri="{FF2B5EF4-FFF2-40B4-BE49-F238E27FC236}">
                      <a16:creationId xmlns:a16="http://schemas.microsoft.com/office/drawing/2014/main" id="{6B91F165-2F01-9D4C-950F-9CEF67F7AEAE}"/>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7" name="îṣḻîďe">
                  <a:extLst>
                    <a:ext uri="{FF2B5EF4-FFF2-40B4-BE49-F238E27FC236}">
                      <a16:creationId xmlns:a16="http://schemas.microsoft.com/office/drawing/2014/main" id="{A86EADCA-D694-E449-8EE6-CDCDF22A34C4}"/>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8" name="íŝḻiḋè">
                  <a:extLst>
                    <a:ext uri="{FF2B5EF4-FFF2-40B4-BE49-F238E27FC236}">
                      <a16:creationId xmlns:a16="http://schemas.microsoft.com/office/drawing/2014/main" id="{8F478696-931D-F84B-8764-BEAA02862463}"/>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9" name="î$ḷíďé">
                  <a:extLst>
                    <a:ext uri="{FF2B5EF4-FFF2-40B4-BE49-F238E27FC236}">
                      <a16:creationId xmlns:a16="http://schemas.microsoft.com/office/drawing/2014/main" id="{8037E45B-B559-4446-9B46-4A200B187521}"/>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0" name="îṡlîďe">
                  <a:extLst>
                    <a:ext uri="{FF2B5EF4-FFF2-40B4-BE49-F238E27FC236}">
                      <a16:creationId xmlns:a16="http://schemas.microsoft.com/office/drawing/2014/main" id="{966194C0-DA5C-164F-84D3-187CDBEFED3E}"/>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1" name="ïşľîḍé">
                  <a:extLst>
                    <a:ext uri="{FF2B5EF4-FFF2-40B4-BE49-F238E27FC236}">
                      <a16:creationId xmlns:a16="http://schemas.microsoft.com/office/drawing/2014/main" id="{35AF3130-2C15-5842-AFD1-576DBB732B53}"/>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2" name="îṩľîďe">
                  <a:extLst>
                    <a:ext uri="{FF2B5EF4-FFF2-40B4-BE49-F238E27FC236}">
                      <a16:creationId xmlns:a16="http://schemas.microsoft.com/office/drawing/2014/main" id="{BDD7DDCD-E30F-764D-80CF-830A60436831}"/>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3" name="iS1idè">
                  <a:extLst>
                    <a:ext uri="{FF2B5EF4-FFF2-40B4-BE49-F238E27FC236}">
                      <a16:creationId xmlns:a16="http://schemas.microsoft.com/office/drawing/2014/main" id="{E921EDEF-EBCF-6044-9628-02C1420BEAC6}"/>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4" name="iṣḷîḋe">
                  <a:extLst>
                    <a:ext uri="{FF2B5EF4-FFF2-40B4-BE49-F238E27FC236}">
                      <a16:creationId xmlns:a16="http://schemas.microsoft.com/office/drawing/2014/main" id="{B4BF50DA-B9DA-1444-89A0-381C75023C90}"/>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grpSp>
      <p:cxnSp>
        <p:nvCxnSpPr>
          <p:cNvPr id="4" name="直线连接符 3">
            <a:extLst>
              <a:ext uri="{FF2B5EF4-FFF2-40B4-BE49-F238E27FC236}">
                <a16:creationId xmlns:a16="http://schemas.microsoft.com/office/drawing/2014/main" id="{959D5530-A0A5-934E-AAE7-E3140A5C1BA3}"/>
              </a:ext>
            </a:extLst>
          </p:cNvPr>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a:extLst>
              <a:ext uri="{FF2B5EF4-FFF2-40B4-BE49-F238E27FC236}">
                <a16:creationId xmlns:a16="http://schemas.microsoft.com/office/drawing/2014/main" id="{F8B9A523-AD8C-9140-B30D-DCF5D7DFB66B}"/>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colorTemperature colorTemp="9660"/>
                    </a14:imgEffect>
                    <a14:imgEffect>
                      <a14:saturation sat="111000"/>
                    </a14:imgEffect>
                    <a14:imgEffect>
                      <a14:brightnessContrast bright="72000"/>
                    </a14:imgEffect>
                  </a14:imgLayer>
                </a14:imgProps>
              </a:ext>
              <a:ext uri="{28A0092B-C50C-407E-A947-70E740481C1C}">
                <a14:useLocalDpi xmlns:a14="http://schemas.microsoft.com/office/drawing/2010/main" val="0"/>
              </a:ext>
            </a:extLst>
          </a:blip>
          <a:srcRect l="38743" t="8413"/>
          <a:stretch/>
        </p:blipFill>
        <p:spPr>
          <a:xfrm flipH="1">
            <a:off x="-1" y="60500"/>
            <a:ext cx="958611" cy="955500"/>
          </a:xfrm>
          <a:prstGeom prst="rect">
            <a:avLst/>
          </a:prstGeom>
        </p:spPr>
      </p:pic>
      <p:sp>
        <p:nvSpPr>
          <p:cNvPr id="113" name="图片占位符 4">
            <a:extLst>
              <a:ext uri="{FF2B5EF4-FFF2-40B4-BE49-F238E27FC236}">
                <a16:creationId xmlns:a16="http://schemas.microsoft.com/office/drawing/2014/main" id="{14FAC167-4F4A-D74C-B4CE-4F421659CDD7}"/>
              </a:ext>
            </a:extLst>
          </p:cNvPr>
          <p:cNvSpPr>
            <a:spLocks noGrp="1"/>
          </p:cNvSpPr>
          <p:nvPr>
            <p:ph type="pic" sz="quarter" idx="10"/>
          </p:nvPr>
        </p:nvSpPr>
        <p:spPr>
          <a:xfrm>
            <a:off x="803275" y="1255713"/>
            <a:ext cx="3344863" cy="3084512"/>
          </a:xfrm>
          <a:prstGeom prst="rect">
            <a:avLst/>
          </a:prstGeom>
        </p:spPr>
        <p:txBody>
          <a:bodyPr/>
          <a:lstStyle/>
          <a:p>
            <a:endParaRPr kumimoji="1" lang="zh-CN" altLang="en-US" dirty="0"/>
          </a:p>
        </p:txBody>
      </p:sp>
      <p:sp>
        <p:nvSpPr>
          <p:cNvPr id="120" name="图片占位符 4">
            <a:extLst>
              <a:ext uri="{FF2B5EF4-FFF2-40B4-BE49-F238E27FC236}">
                <a16:creationId xmlns:a16="http://schemas.microsoft.com/office/drawing/2014/main" id="{EC96D504-0202-914E-A43A-56D6A3A512B7}"/>
              </a:ext>
            </a:extLst>
          </p:cNvPr>
          <p:cNvSpPr>
            <a:spLocks noGrp="1"/>
          </p:cNvSpPr>
          <p:nvPr>
            <p:ph type="pic" sz="quarter" idx="11"/>
          </p:nvPr>
        </p:nvSpPr>
        <p:spPr>
          <a:xfrm>
            <a:off x="4423568" y="1255713"/>
            <a:ext cx="3344863" cy="3084512"/>
          </a:xfrm>
          <a:prstGeom prst="rect">
            <a:avLst/>
          </a:prstGeom>
        </p:spPr>
        <p:txBody>
          <a:bodyPr/>
          <a:lstStyle/>
          <a:p>
            <a:endParaRPr kumimoji="1" lang="zh-CN" altLang="en-US" dirty="0"/>
          </a:p>
        </p:txBody>
      </p:sp>
      <p:sp>
        <p:nvSpPr>
          <p:cNvPr id="121" name="图片占位符 4">
            <a:extLst>
              <a:ext uri="{FF2B5EF4-FFF2-40B4-BE49-F238E27FC236}">
                <a16:creationId xmlns:a16="http://schemas.microsoft.com/office/drawing/2014/main" id="{F2B52F4A-3B44-2C4B-A3B7-C07D1AED4C29}"/>
              </a:ext>
            </a:extLst>
          </p:cNvPr>
          <p:cNvSpPr>
            <a:spLocks noGrp="1"/>
          </p:cNvSpPr>
          <p:nvPr>
            <p:ph type="pic" sz="quarter" idx="12"/>
          </p:nvPr>
        </p:nvSpPr>
        <p:spPr>
          <a:xfrm>
            <a:off x="8043861" y="1255713"/>
            <a:ext cx="3344863" cy="3084512"/>
          </a:xfrm>
          <a:prstGeom prst="rect">
            <a:avLst/>
          </a:prstGeom>
        </p:spPr>
        <p:txBody>
          <a:bodyPr/>
          <a:lstStyle/>
          <a:p>
            <a:endParaRPr kumimoji="1" lang="zh-CN" altLang="en-US" dirty="0"/>
          </a:p>
        </p:txBody>
      </p:sp>
    </p:spTree>
    <p:extLst>
      <p:ext uri="{BB962C8B-B14F-4D97-AF65-F5344CB8AC3E}">
        <p14:creationId xmlns:p14="http://schemas.microsoft.com/office/powerpoint/2010/main" val="14917803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四张照片">
    <p:spTree>
      <p:nvGrpSpPr>
        <p:cNvPr id="1" name=""/>
        <p:cNvGrpSpPr/>
        <p:nvPr/>
      </p:nvGrpSpPr>
      <p:grpSpPr>
        <a:xfrm>
          <a:off x="0" y="0"/>
          <a:ext cx="0" cy="0"/>
          <a:chOff x="0" y="0"/>
          <a:chExt cx="0" cy="0"/>
        </a:xfrm>
      </p:grpSpPr>
      <p:grpSp>
        <p:nvGrpSpPr>
          <p:cNvPr id="111" name="组合 110">
            <a:extLst>
              <a:ext uri="{FF2B5EF4-FFF2-40B4-BE49-F238E27FC236}">
                <a16:creationId xmlns:a16="http://schemas.microsoft.com/office/drawing/2014/main" id="{1FB63BBC-3013-674E-ACA8-D123C9DA71E1}"/>
              </a:ext>
            </a:extLst>
          </p:cNvPr>
          <p:cNvGrpSpPr/>
          <p:nvPr userDrawn="1"/>
        </p:nvGrpSpPr>
        <p:grpSpPr>
          <a:xfrm flipH="1">
            <a:off x="5208336" y="4040440"/>
            <a:ext cx="804808" cy="2020022"/>
            <a:chOff x="803275" y="1324069"/>
            <a:chExt cx="804808" cy="2020022"/>
          </a:xfrm>
        </p:grpSpPr>
        <p:sp>
          <p:nvSpPr>
            <p:cNvPr id="112" name="矩形 111">
              <a:extLst>
                <a:ext uri="{FF2B5EF4-FFF2-40B4-BE49-F238E27FC236}">
                  <a16:creationId xmlns:a16="http://schemas.microsoft.com/office/drawing/2014/main" id="{78D6C1B3-6A82-714C-B855-8929CD6F9435}"/>
                </a:ext>
              </a:extLst>
            </p:cNvPr>
            <p:cNvSpPr/>
            <p:nvPr/>
          </p:nvSpPr>
          <p:spPr>
            <a:xfrm>
              <a:off x="803275" y="1324069"/>
              <a:ext cx="804808" cy="202002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cxnSp>
          <p:nvCxnSpPr>
            <p:cNvPr id="113" name="直线连接符 112">
              <a:extLst>
                <a:ext uri="{FF2B5EF4-FFF2-40B4-BE49-F238E27FC236}">
                  <a16:creationId xmlns:a16="http://schemas.microsoft.com/office/drawing/2014/main" id="{894BEC06-40FB-1C47-8E0C-818C826385CA}"/>
                </a:ext>
              </a:extLst>
            </p:cNvPr>
            <p:cNvCxnSpPr/>
            <p:nvPr/>
          </p:nvCxnSpPr>
          <p:spPr>
            <a:xfrm>
              <a:off x="806746" y="1375471"/>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线连接符 116">
              <a:extLst>
                <a:ext uri="{FF2B5EF4-FFF2-40B4-BE49-F238E27FC236}">
                  <a16:creationId xmlns:a16="http://schemas.microsoft.com/office/drawing/2014/main" id="{8C7C1231-6045-C943-8FC3-A52AB90D9EE1}"/>
                </a:ext>
              </a:extLst>
            </p:cNvPr>
            <p:cNvCxnSpPr/>
            <p:nvPr/>
          </p:nvCxnSpPr>
          <p:spPr>
            <a:xfrm>
              <a:off x="806746" y="3293388"/>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8" name="直线连接符 117">
              <a:extLst>
                <a:ext uri="{FF2B5EF4-FFF2-40B4-BE49-F238E27FC236}">
                  <a16:creationId xmlns:a16="http://schemas.microsoft.com/office/drawing/2014/main" id="{51C50869-AAD2-6F4B-9D83-47A805A0A512}"/>
                </a:ext>
              </a:extLst>
            </p:cNvPr>
            <p:cNvCxnSpPr/>
            <p:nvPr/>
          </p:nvCxnSpPr>
          <p:spPr>
            <a:xfrm>
              <a:off x="857416" y="1324069"/>
              <a:ext cx="0" cy="202002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19" name="组合 118">
            <a:extLst>
              <a:ext uri="{FF2B5EF4-FFF2-40B4-BE49-F238E27FC236}">
                <a16:creationId xmlns:a16="http://schemas.microsoft.com/office/drawing/2014/main" id="{D2485D20-E02F-544A-BB3C-9954D9F404C5}"/>
              </a:ext>
            </a:extLst>
          </p:cNvPr>
          <p:cNvGrpSpPr/>
          <p:nvPr userDrawn="1"/>
        </p:nvGrpSpPr>
        <p:grpSpPr>
          <a:xfrm flipH="1">
            <a:off x="10599834" y="4040440"/>
            <a:ext cx="804808" cy="2020022"/>
            <a:chOff x="803275" y="1324069"/>
            <a:chExt cx="804808" cy="2020022"/>
          </a:xfrm>
        </p:grpSpPr>
        <p:sp>
          <p:nvSpPr>
            <p:cNvPr id="120" name="矩形 119">
              <a:extLst>
                <a:ext uri="{FF2B5EF4-FFF2-40B4-BE49-F238E27FC236}">
                  <a16:creationId xmlns:a16="http://schemas.microsoft.com/office/drawing/2014/main" id="{E3232733-C9F1-B84A-B9E8-CD54FE3AD602}"/>
                </a:ext>
              </a:extLst>
            </p:cNvPr>
            <p:cNvSpPr/>
            <p:nvPr/>
          </p:nvSpPr>
          <p:spPr>
            <a:xfrm>
              <a:off x="803275" y="1324069"/>
              <a:ext cx="804808" cy="202002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cxnSp>
          <p:nvCxnSpPr>
            <p:cNvPr id="121" name="直线连接符 120">
              <a:extLst>
                <a:ext uri="{FF2B5EF4-FFF2-40B4-BE49-F238E27FC236}">
                  <a16:creationId xmlns:a16="http://schemas.microsoft.com/office/drawing/2014/main" id="{DB339222-F27D-6B4A-BBBE-DEE2C12A2B31}"/>
                </a:ext>
              </a:extLst>
            </p:cNvPr>
            <p:cNvCxnSpPr/>
            <p:nvPr/>
          </p:nvCxnSpPr>
          <p:spPr>
            <a:xfrm>
              <a:off x="806746" y="1375471"/>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2" name="直线连接符 121">
              <a:extLst>
                <a:ext uri="{FF2B5EF4-FFF2-40B4-BE49-F238E27FC236}">
                  <a16:creationId xmlns:a16="http://schemas.microsoft.com/office/drawing/2014/main" id="{9EF27BC3-1F31-3A43-8334-0F1D85497EBD}"/>
                </a:ext>
              </a:extLst>
            </p:cNvPr>
            <p:cNvCxnSpPr/>
            <p:nvPr/>
          </p:nvCxnSpPr>
          <p:spPr>
            <a:xfrm>
              <a:off x="806746" y="3293388"/>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3" name="直线连接符 122">
              <a:extLst>
                <a:ext uri="{FF2B5EF4-FFF2-40B4-BE49-F238E27FC236}">
                  <a16:creationId xmlns:a16="http://schemas.microsoft.com/office/drawing/2014/main" id="{3D8B6E42-D641-D645-A8E1-87CADB206743}"/>
                </a:ext>
              </a:extLst>
            </p:cNvPr>
            <p:cNvCxnSpPr/>
            <p:nvPr/>
          </p:nvCxnSpPr>
          <p:spPr>
            <a:xfrm>
              <a:off x="857416" y="1324069"/>
              <a:ext cx="0" cy="202002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24" name="组合 123">
            <a:extLst>
              <a:ext uri="{FF2B5EF4-FFF2-40B4-BE49-F238E27FC236}">
                <a16:creationId xmlns:a16="http://schemas.microsoft.com/office/drawing/2014/main" id="{7DE52E92-1F42-D34B-8002-344620F4AD1D}"/>
              </a:ext>
            </a:extLst>
          </p:cNvPr>
          <p:cNvGrpSpPr/>
          <p:nvPr userDrawn="1"/>
        </p:nvGrpSpPr>
        <p:grpSpPr>
          <a:xfrm>
            <a:off x="6187279" y="1324069"/>
            <a:ext cx="804808" cy="2020022"/>
            <a:chOff x="803275" y="1324069"/>
            <a:chExt cx="804808" cy="2020022"/>
          </a:xfrm>
        </p:grpSpPr>
        <p:sp>
          <p:nvSpPr>
            <p:cNvPr id="125" name="矩形 124">
              <a:extLst>
                <a:ext uri="{FF2B5EF4-FFF2-40B4-BE49-F238E27FC236}">
                  <a16:creationId xmlns:a16="http://schemas.microsoft.com/office/drawing/2014/main" id="{C6DD9B41-5FF9-0042-BD59-7309498477FB}"/>
                </a:ext>
              </a:extLst>
            </p:cNvPr>
            <p:cNvSpPr/>
            <p:nvPr/>
          </p:nvSpPr>
          <p:spPr>
            <a:xfrm>
              <a:off x="803275" y="1324069"/>
              <a:ext cx="804808" cy="202002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cxnSp>
          <p:nvCxnSpPr>
            <p:cNvPr id="126" name="直线连接符 125">
              <a:extLst>
                <a:ext uri="{FF2B5EF4-FFF2-40B4-BE49-F238E27FC236}">
                  <a16:creationId xmlns:a16="http://schemas.microsoft.com/office/drawing/2014/main" id="{E544495A-7894-5145-AB79-526A131C42C4}"/>
                </a:ext>
              </a:extLst>
            </p:cNvPr>
            <p:cNvCxnSpPr/>
            <p:nvPr/>
          </p:nvCxnSpPr>
          <p:spPr>
            <a:xfrm>
              <a:off x="806746" y="1375471"/>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直线连接符 126">
              <a:extLst>
                <a:ext uri="{FF2B5EF4-FFF2-40B4-BE49-F238E27FC236}">
                  <a16:creationId xmlns:a16="http://schemas.microsoft.com/office/drawing/2014/main" id="{2D5BE325-6E0F-A842-AB78-DA8B21F5F402}"/>
                </a:ext>
              </a:extLst>
            </p:cNvPr>
            <p:cNvCxnSpPr/>
            <p:nvPr/>
          </p:nvCxnSpPr>
          <p:spPr>
            <a:xfrm>
              <a:off x="806746" y="3293388"/>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8" name="直线连接符 127">
              <a:extLst>
                <a:ext uri="{FF2B5EF4-FFF2-40B4-BE49-F238E27FC236}">
                  <a16:creationId xmlns:a16="http://schemas.microsoft.com/office/drawing/2014/main" id="{213C2436-D71E-D448-9ACC-726B6CB83F8C}"/>
                </a:ext>
              </a:extLst>
            </p:cNvPr>
            <p:cNvCxnSpPr/>
            <p:nvPr/>
          </p:nvCxnSpPr>
          <p:spPr>
            <a:xfrm>
              <a:off x="857416" y="1324069"/>
              <a:ext cx="0" cy="202002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29" name="组合 128">
            <a:extLst>
              <a:ext uri="{FF2B5EF4-FFF2-40B4-BE49-F238E27FC236}">
                <a16:creationId xmlns:a16="http://schemas.microsoft.com/office/drawing/2014/main" id="{5875CFF7-D0E2-E942-866A-EE99334FFF80}"/>
              </a:ext>
            </a:extLst>
          </p:cNvPr>
          <p:cNvGrpSpPr/>
          <p:nvPr userDrawn="1"/>
        </p:nvGrpSpPr>
        <p:grpSpPr>
          <a:xfrm>
            <a:off x="795392" y="1324069"/>
            <a:ext cx="804808" cy="2020022"/>
            <a:chOff x="803275" y="1324069"/>
            <a:chExt cx="804808" cy="2020022"/>
          </a:xfrm>
        </p:grpSpPr>
        <p:sp>
          <p:nvSpPr>
            <p:cNvPr id="130" name="矩形 129">
              <a:extLst>
                <a:ext uri="{FF2B5EF4-FFF2-40B4-BE49-F238E27FC236}">
                  <a16:creationId xmlns:a16="http://schemas.microsoft.com/office/drawing/2014/main" id="{3E9B8B57-51EB-ED4D-B692-DF960AFAB065}"/>
                </a:ext>
              </a:extLst>
            </p:cNvPr>
            <p:cNvSpPr/>
            <p:nvPr/>
          </p:nvSpPr>
          <p:spPr>
            <a:xfrm>
              <a:off x="803275" y="1324069"/>
              <a:ext cx="804808" cy="202002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cxnSp>
          <p:nvCxnSpPr>
            <p:cNvPr id="131" name="直线连接符 130">
              <a:extLst>
                <a:ext uri="{FF2B5EF4-FFF2-40B4-BE49-F238E27FC236}">
                  <a16:creationId xmlns:a16="http://schemas.microsoft.com/office/drawing/2014/main" id="{A85C7C4B-C306-6943-BEB2-DECA1AD8E8B8}"/>
                </a:ext>
              </a:extLst>
            </p:cNvPr>
            <p:cNvCxnSpPr/>
            <p:nvPr/>
          </p:nvCxnSpPr>
          <p:spPr>
            <a:xfrm>
              <a:off x="806746" y="1375471"/>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2" name="直线连接符 131">
              <a:extLst>
                <a:ext uri="{FF2B5EF4-FFF2-40B4-BE49-F238E27FC236}">
                  <a16:creationId xmlns:a16="http://schemas.microsoft.com/office/drawing/2014/main" id="{95AA23B1-27E2-F149-9148-B04C53BA77DC}"/>
                </a:ext>
              </a:extLst>
            </p:cNvPr>
            <p:cNvCxnSpPr/>
            <p:nvPr/>
          </p:nvCxnSpPr>
          <p:spPr>
            <a:xfrm>
              <a:off x="806746" y="3293388"/>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3" name="直线连接符 132">
              <a:extLst>
                <a:ext uri="{FF2B5EF4-FFF2-40B4-BE49-F238E27FC236}">
                  <a16:creationId xmlns:a16="http://schemas.microsoft.com/office/drawing/2014/main" id="{905E7B71-A0BD-814A-BE3B-F06763196D9D}"/>
                </a:ext>
              </a:extLst>
            </p:cNvPr>
            <p:cNvCxnSpPr/>
            <p:nvPr/>
          </p:nvCxnSpPr>
          <p:spPr>
            <a:xfrm>
              <a:off x="857416" y="1324069"/>
              <a:ext cx="0" cy="202002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标题 1">
            <a:extLst>
              <a:ext uri="{FF2B5EF4-FFF2-40B4-BE49-F238E27FC236}">
                <a16:creationId xmlns:a16="http://schemas.microsoft.com/office/drawing/2014/main" id="{2F6E400B-D16B-4A3A-AC95-3E3276FD3F1A}"/>
              </a:ext>
            </a:extLst>
          </p:cNvPr>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a:extLst>
              <a:ext uri="{FF2B5EF4-FFF2-40B4-BE49-F238E27FC236}">
                <a16:creationId xmlns:a16="http://schemas.microsoft.com/office/drawing/2014/main" id="{C2642FC6-A069-EB4A-AE09-AEAF3C0FF9D3}"/>
              </a:ext>
            </a:extLst>
          </p:cNvPr>
          <p:cNvGrpSpPr/>
          <p:nvPr userDrawn="1"/>
        </p:nvGrpSpPr>
        <p:grpSpPr>
          <a:xfrm>
            <a:off x="9895088" y="468793"/>
            <a:ext cx="1480571" cy="458860"/>
            <a:chOff x="2558030" y="228446"/>
            <a:chExt cx="6774643" cy="2099603"/>
          </a:xfrm>
        </p:grpSpPr>
        <p:grpSp>
          <p:nvGrpSpPr>
            <p:cNvPr id="246" name="íšḻîďê">
              <a:extLst>
                <a:ext uri="{FF2B5EF4-FFF2-40B4-BE49-F238E27FC236}">
                  <a16:creationId xmlns:a16="http://schemas.microsoft.com/office/drawing/2014/main" id="{49171AB3-8591-5348-9C61-F17D0F929EB0}"/>
                </a:ext>
              </a:extLst>
            </p:cNvPr>
            <p:cNvGrpSpPr/>
            <p:nvPr userDrawn="1"/>
          </p:nvGrpSpPr>
          <p:grpSpPr>
            <a:xfrm>
              <a:off x="2558030" y="228446"/>
              <a:ext cx="2085857" cy="2099603"/>
              <a:chOff x="3551238" y="3067050"/>
              <a:chExt cx="722313" cy="727075"/>
            </a:xfrm>
          </p:grpSpPr>
          <p:sp>
            <p:nvSpPr>
              <p:cNvPr id="276" name="ïş1íḍê">
                <a:extLst>
                  <a:ext uri="{FF2B5EF4-FFF2-40B4-BE49-F238E27FC236}">
                    <a16:creationId xmlns:a16="http://schemas.microsoft.com/office/drawing/2014/main" id="{331EE849-D4A4-DC42-B184-E5D68CE3C507}"/>
                  </a:ext>
                </a:extLst>
              </p:cNvPr>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7" name="íšḻïḍè">
                <a:extLst>
                  <a:ext uri="{FF2B5EF4-FFF2-40B4-BE49-F238E27FC236}">
                    <a16:creationId xmlns:a16="http://schemas.microsoft.com/office/drawing/2014/main" id="{DF8A2D4E-E7AE-764C-B284-1B5B99A5E272}"/>
                  </a:ext>
                </a:extLst>
              </p:cNvPr>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headEnd/>
                <a:tailEnd/>
              </a:ln>
            </p:spPr>
            <p:txBody>
              <a:bodyPr anchor="ctr"/>
              <a:lstStyle/>
              <a:p>
                <a:pPr algn="ctr"/>
                <a:endParaRPr/>
              </a:p>
            </p:txBody>
          </p:sp>
          <p:sp>
            <p:nvSpPr>
              <p:cNvPr id="278" name="ïśľíḓé">
                <a:extLst>
                  <a:ext uri="{FF2B5EF4-FFF2-40B4-BE49-F238E27FC236}">
                    <a16:creationId xmlns:a16="http://schemas.microsoft.com/office/drawing/2014/main" id="{AE06900F-E8EC-644A-B307-9976F21A9C04}"/>
                  </a:ext>
                </a:extLst>
              </p:cNvPr>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9" name="ïslíḍê">
                <a:extLst>
                  <a:ext uri="{FF2B5EF4-FFF2-40B4-BE49-F238E27FC236}">
                    <a16:creationId xmlns:a16="http://schemas.microsoft.com/office/drawing/2014/main" id="{52C5D888-08A1-5F44-B94A-1B39D2B56326}"/>
                  </a:ext>
                </a:extLst>
              </p:cNvPr>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0" name="íṡļïdê">
                <a:extLst>
                  <a:ext uri="{FF2B5EF4-FFF2-40B4-BE49-F238E27FC236}">
                    <a16:creationId xmlns:a16="http://schemas.microsoft.com/office/drawing/2014/main" id="{9C2A8FB3-E6B7-5342-9F1A-E66018C224B8}"/>
                  </a:ext>
                </a:extLst>
              </p:cNvPr>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1" name="iş1ïďe">
                <a:extLst>
                  <a:ext uri="{FF2B5EF4-FFF2-40B4-BE49-F238E27FC236}">
                    <a16:creationId xmlns:a16="http://schemas.microsoft.com/office/drawing/2014/main" id="{AB71DB15-AC89-EF4D-9581-A712A3F5D911}"/>
                  </a:ext>
                </a:extLst>
              </p:cNvPr>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2" name="ïṩḷíḍé">
                <a:extLst>
                  <a:ext uri="{FF2B5EF4-FFF2-40B4-BE49-F238E27FC236}">
                    <a16:creationId xmlns:a16="http://schemas.microsoft.com/office/drawing/2014/main" id="{FE48DBAC-D137-5E4A-AE2A-58A5E5D92FEF}"/>
                  </a:ext>
                </a:extLst>
              </p:cNvPr>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a:extLst>
                  <a:ext uri="{FF2B5EF4-FFF2-40B4-BE49-F238E27FC236}">
                    <a16:creationId xmlns:a16="http://schemas.microsoft.com/office/drawing/2014/main" id="{64C522BC-A5D8-6E4A-8E2E-8A7E334324FA}"/>
                  </a:ext>
                </a:extLst>
              </p:cNvPr>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a:extLst>
                  <a:ext uri="{FF2B5EF4-FFF2-40B4-BE49-F238E27FC236}">
                    <a16:creationId xmlns:a16="http://schemas.microsoft.com/office/drawing/2014/main" id="{B2A17ADB-C350-6C47-A9E7-9353F379FA7E}"/>
                  </a:ext>
                </a:extLst>
              </p:cNvPr>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a:extLst>
                  <a:ext uri="{FF2B5EF4-FFF2-40B4-BE49-F238E27FC236}">
                    <a16:creationId xmlns:a16="http://schemas.microsoft.com/office/drawing/2014/main" id="{19342845-CB0B-7842-A750-3CC457D90077}"/>
                  </a:ext>
                </a:extLst>
              </p:cNvPr>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a:extLst>
                  <a:ext uri="{FF2B5EF4-FFF2-40B4-BE49-F238E27FC236}">
                    <a16:creationId xmlns:a16="http://schemas.microsoft.com/office/drawing/2014/main" id="{3DC316BC-A0F4-B749-9D82-3E06B5258988}"/>
                  </a:ext>
                </a:extLst>
              </p:cNvPr>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a:extLst>
                  <a:ext uri="{FF2B5EF4-FFF2-40B4-BE49-F238E27FC236}">
                    <a16:creationId xmlns:a16="http://schemas.microsoft.com/office/drawing/2014/main" id="{079333E7-B194-C744-AFEB-1559449C15B0}"/>
                  </a:ext>
                </a:extLst>
              </p:cNvPr>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a:extLst>
                  <a:ext uri="{FF2B5EF4-FFF2-40B4-BE49-F238E27FC236}">
                    <a16:creationId xmlns:a16="http://schemas.microsoft.com/office/drawing/2014/main" id="{008C6E34-7D64-E34A-9328-DF7C7638B8EA}"/>
                  </a:ext>
                </a:extLst>
              </p:cNvPr>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a:extLst>
                  <a:ext uri="{FF2B5EF4-FFF2-40B4-BE49-F238E27FC236}">
                    <a16:creationId xmlns:a16="http://schemas.microsoft.com/office/drawing/2014/main" id="{AAABCA0A-9410-EA4D-8278-D2197B42AFF2}"/>
                  </a:ext>
                </a:extLst>
              </p:cNvPr>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a:extLst>
                  <a:ext uri="{FF2B5EF4-FFF2-40B4-BE49-F238E27FC236}">
                    <a16:creationId xmlns:a16="http://schemas.microsoft.com/office/drawing/2014/main" id="{25E701C1-E0D7-8D42-A8D9-16C4F4697949}"/>
                  </a:ext>
                </a:extLst>
              </p:cNvPr>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a:extLst>
                  <a:ext uri="{FF2B5EF4-FFF2-40B4-BE49-F238E27FC236}">
                    <a16:creationId xmlns:a16="http://schemas.microsoft.com/office/drawing/2014/main" id="{6481D560-8D59-3348-814B-8E2ED3F62DAE}"/>
                  </a:ext>
                </a:extLst>
              </p:cNvPr>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a:extLst>
                  <a:ext uri="{FF2B5EF4-FFF2-40B4-BE49-F238E27FC236}">
                    <a16:creationId xmlns:a16="http://schemas.microsoft.com/office/drawing/2014/main" id="{0F34FCCA-894E-A749-B1A9-98BDCE801EE3}"/>
                  </a:ext>
                </a:extLst>
              </p:cNvPr>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a:extLst>
                  <a:ext uri="{FF2B5EF4-FFF2-40B4-BE49-F238E27FC236}">
                    <a16:creationId xmlns:a16="http://schemas.microsoft.com/office/drawing/2014/main" id="{A3E75E0C-D4F2-9547-BE26-5F24FA75CAB7}"/>
                  </a:ext>
                </a:extLst>
              </p:cNvPr>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a:extLst>
                  <a:ext uri="{FF2B5EF4-FFF2-40B4-BE49-F238E27FC236}">
                    <a16:creationId xmlns:a16="http://schemas.microsoft.com/office/drawing/2014/main" id="{0A289880-B5F4-0D44-AA71-D31B27BF5F0F}"/>
                  </a:ext>
                </a:extLst>
              </p:cNvPr>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a:extLst>
                  <a:ext uri="{FF2B5EF4-FFF2-40B4-BE49-F238E27FC236}">
                    <a16:creationId xmlns:a16="http://schemas.microsoft.com/office/drawing/2014/main" id="{559C6F73-3756-4D4C-A745-5C39000DE67E}"/>
                  </a:ext>
                </a:extLst>
              </p:cNvPr>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a:extLst>
                  <a:ext uri="{FF2B5EF4-FFF2-40B4-BE49-F238E27FC236}">
                    <a16:creationId xmlns:a16="http://schemas.microsoft.com/office/drawing/2014/main" id="{B94A9EAC-5077-9C43-A07C-D8647900EC8A}"/>
                  </a:ext>
                </a:extLst>
              </p:cNvPr>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7" name="islïďé">
                <a:extLst>
                  <a:ext uri="{FF2B5EF4-FFF2-40B4-BE49-F238E27FC236}">
                    <a16:creationId xmlns:a16="http://schemas.microsoft.com/office/drawing/2014/main" id="{B54980F5-D4DB-3149-88E2-FC1B906C713D}"/>
                  </a:ext>
                </a:extLst>
              </p:cNvPr>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8" name="îṥḷîdé">
                <a:extLst>
                  <a:ext uri="{FF2B5EF4-FFF2-40B4-BE49-F238E27FC236}">
                    <a16:creationId xmlns:a16="http://schemas.microsoft.com/office/drawing/2014/main" id="{8D26488D-9702-5B42-B3A8-2FE08043FC68}"/>
                  </a:ext>
                </a:extLst>
              </p:cNvPr>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9" name="isḷîḋé">
                <a:extLst>
                  <a:ext uri="{FF2B5EF4-FFF2-40B4-BE49-F238E27FC236}">
                    <a16:creationId xmlns:a16="http://schemas.microsoft.com/office/drawing/2014/main" id="{3328F539-E168-2444-AA27-A21E0FB88C68}"/>
                  </a:ext>
                </a:extLst>
              </p:cNvPr>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0" name="iśḷïḑè">
                <a:extLst>
                  <a:ext uri="{FF2B5EF4-FFF2-40B4-BE49-F238E27FC236}">
                    <a16:creationId xmlns:a16="http://schemas.microsoft.com/office/drawing/2014/main" id="{CCD927C5-139A-7A4D-9593-5E38A4BCD7EE}"/>
                  </a:ext>
                </a:extLst>
              </p:cNvPr>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1" name="iṧľiďé">
                <a:extLst>
                  <a:ext uri="{FF2B5EF4-FFF2-40B4-BE49-F238E27FC236}">
                    <a16:creationId xmlns:a16="http://schemas.microsoft.com/office/drawing/2014/main" id="{BBA4E80F-3918-1441-9422-4EF3F739AFD7}"/>
                  </a:ext>
                </a:extLst>
              </p:cNvPr>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2" name="išľïḍé">
                <a:extLst>
                  <a:ext uri="{FF2B5EF4-FFF2-40B4-BE49-F238E27FC236}">
                    <a16:creationId xmlns:a16="http://schemas.microsoft.com/office/drawing/2014/main" id="{867B0927-8F2F-8842-8404-E9F92F9F8FF1}"/>
                  </a:ext>
                </a:extLst>
              </p:cNvPr>
              <p:cNvSpPr/>
              <p:nvPr/>
            </p:nvSpPr>
            <p:spPr bwMode="auto">
              <a:xfrm>
                <a:off x="3771901" y="3484563"/>
                <a:ext cx="7938"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3" name="îŝlîḑè">
                <a:extLst>
                  <a:ext uri="{FF2B5EF4-FFF2-40B4-BE49-F238E27FC236}">
                    <a16:creationId xmlns:a16="http://schemas.microsoft.com/office/drawing/2014/main" id="{A301A8F9-6F9B-3943-99D1-65E7088742D4}"/>
                  </a:ext>
                </a:extLst>
              </p:cNvPr>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4" name="îṩḻíḓe">
                <a:extLst>
                  <a:ext uri="{FF2B5EF4-FFF2-40B4-BE49-F238E27FC236}">
                    <a16:creationId xmlns:a16="http://schemas.microsoft.com/office/drawing/2014/main" id="{4ADC4919-2595-EC42-93F1-AC81598C38DC}"/>
                  </a:ext>
                </a:extLst>
              </p:cNvPr>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5" name="î$1îdè">
                <a:extLst>
                  <a:ext uri="{FF2B5EF4-FFF2-40B4-BE49-F238E27FC236}">
                    <a16:creationId xmlns:a16="http://schemas.microsoft.com/office/drawing/2014/main" id="{8F303413-D569-1F4D-8298-78E4F97EF2C0}"/>
                  </a:ext>
                </a:extLst>
              </p:cNvPr>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6" name="iśľïḓe">
                <a:extLst>
                  <a:ext uri="{FF2B5EF4-FFF2-40B4-BE49-F238E27FC236}">
                    <a16:creationId xmlns:a16="http://schemas.microsoft.com/office/drawing/2014/main" id="{38842937-FDCA-6941-8B67-F867A925FDCF}"/>
                  </a:ext>
                </a:extLst>
              </p:cNvPr>
              <p:cNvSpPr/>
              <p:nvPr/>
            </p:nvSpPr>
            <p:spPr bwMode="auto">
              <a:xfrm>
                <a:off x="4046538"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7" name="iṣļïḑè">
                <a:extLst>
                  <a:ext uri="{FF2B5EF4-FFF2-40B4-BE49-F238E27FC236}">
                    <a16:creationId xmlns:a16="http://schemas.microsoft.com/office/drawing/2014/main" id="{36A50748-F007-3D44-9188-9CCCF4A7E025}"/>
                  </a:ext>
                </a:extLst>
              </p:cNvPr>
              <p:cNvSpPr/>
              <p:nvPr/>
            </p:nvSpPr>
            <p:spPr bwMode="auto">
              <a:xfrm>
                <a:off x="3838576" y="3484563"/>
                <a:ext cx="6350"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8" name="iṡḷidé">
                <a:extLst>
                  <a:ext uri="{FF2B5EF4-FFF2-40B4-BE49-F238E27FC236}">
                    <a16:creationId xmlns:a16="http://schemas.microsoft.com/office/drawing/2014/main" id="{19522ED5-C7BF-5F4D-8194-F7E1A8DEDD46}"/>
                  </a:ext>
                </a:extLst>
              </p:cNvPr>
              <p:cNvSpPr/>
              <p:nvPr/>
            </p:nvSpPr>
            <p:spPr bwMode="auto">
              <a:xfrm>
                <a:off x="3979863" y="3484563"/>
                <a:ext cx="3175" cy="60325"/>
              </a:xfrm>
              <a:prstGeom prst="rect">
                <a:avLst/>
              </a:prstGeom>
              <a:solidFill>
                <a:srgbClr val="FFFFFF"/>
              </a:solidFill>
              <a:ln w="0" cap="flat">
                <a:solidFill>
                  <a:srgbClr val="FFFFFF"/>
                </a:solidFill>
                <a:prstDash val="solid"/>
                <a:miter lim="800000"/>
                <a:headEnd/>
                <a:tailEnd/>
              </a:ln>
            </p:spPr>
            <p:txBody>
              <a:bodyPr anchor="ctr"/>
              <a:lstStyle/>
              <a:p>
                <a:pPr algn="ctr"/>
                <a:endParaRPr/>
              </a:p>
            </p:txBody>
          </p:sp>
          <p:sp>
            <p:nvSpPr>
              <p:cNvPr id="309" name="íṡḷíḋe">
                <a:extLst>
                  <a:ext uri="{FF2B5EF4-FFF2-40B4-BE49-F238E27FC236}">
                    <a16:creationId xmlns:a16="http://schemas.microsoft.com/office/drawing/2014/main" id="{8672B506-ECAD-3448-AC68-460729E69835}"/>
                  </a:ext>
                </a:extLst>
              </p:cNvPr>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a:extLst>
                  <a:ext uri="{FF2B5EF4-FFF2-40B4-BE49-F238E27FC236}">
                    <a16:creationId xmlns:a16="http://schemas.microsoft.com/office/drawing/2014/main" id="{C255849B-0750-7041-A670-223C3279E97C}"/>
                  </a:ext>
                </a:extLst>
              </p:cNvPr>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a:extLst>
                  <a:ext uri="{FF2B5EF4-FFF2-40B4-BE49-F238E27FC236}">
                    <a16:creationId xmlns:a16="http://schemas.microsoft.com/office/drawing/2014/main" id="{16232912-DBF7-B840-A4AA-6D053116C766}"/>
                  </a:ext>
                </a:extLst>
              </p:cNvPr>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a:extLst>
                  <a:ext uri="{FF2B5EF4-FFF2-40B4-BE49-F238E27FC236}">
                    <a16:creationId xmlns:a16="http://schemas.microsoft.com/office/drawing/2014/main" id="{4AE4FD53-FAA2-2444-899C-23EFB14213B4}"/>
                  </a:ext>
                </a:extLst>
              </p:cNvPr>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a:extLst>
                  <a:ext uri="{FF2B5EF4-FFF2-40B4-BE49-F238E27FC236}">
                    <a16:creationId xmlns:a16="http://schemas.microsoft.com/office/drawing/2014/main" id="{7028FD26-0F3F-C344-9DDF-1A48692668BE}"/>
                  </a:ext>
                </a:extLst>
              </p:cNvPr>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a:extLst>
                  <a:ext uri="{FF2B5EF4-FFF2-40B4-BE49-F238E27FC236}">
                    <a16:creationId xmlns:a16="http://schemas.microsoft.com/office/drawing/2014/main" id="{46B44F2F-838F-5647-B04D-1182BEFAA08C}"/>
                  </a:ext>
                </a:extLst>
              </p:cNvPr>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5" name="îš1íḑe">
                <a:extLst>
                  <a:ext uri="{FF2B5EF4-FFF2-40B4-BE49-F238E27FC236}">
                    <a16:creationId xmlns:a16="http://schemas.microsoft.com/office/drawing/2014/main" id="{941EA2D9-B725-B542-A3F7-A3E23DDBEC40}"/>
                  </a:ext>
                </a:extLst>
              </p:cNvPr>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6" name="iš1ïḍe">
                <a:extLst>
                  <a:ext uri="{FF2B5EF4-FFF2-40B4-BE49-F238E27FC236}">
                    <a16:creationId xmlns:a16="http://schemas.microsoft.com/office/drawing/2014/main" id="{48E883DC-7FA2-5045-B010-995FAA503D47}"/>
                  </a:ext>
                </a:extLst>
              </p:cNvPr>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a:extLst>
                  <a:ext uri="{FF2B5EF4-FFF2-40B4-BE49-F238E27FC236}">
                    <a16:creationId xmlns:a16="http://schemas.microsoft.com/office/drawing/2014/main" id="{8DF837D3-E0F5-E544-B0DC-A65DE0C91AD3}"/>
                  </a:ext>
                </a:extLst>
              </p:cNvPr>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a:extLst>
                  <a:ext uri="{FF2B5EF4-FFF2-40B4-BE49-F238E27FC236}">
                    <a16:creationId xmlns:a16="http://schemas.microsoft.com/office/drawing/2014/main" id="{E5280F75-1ED2-5546-8326-8CE5FB49F7BC}"/>
                  </a:ext>
                </a:extLst>
              </p:cNvPr>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a:extLst>
                  <a:ext uri="{FF2B5EF4-FFF2-40B4-BE49-F238E27FC236}">
                    <a16:creationId xmlns:a16="http://schemas.microsoft.com/office/drawing/2014/main" id="{563298BF-D12F-D547-A9EB-A2FD0E7644E9}"/>
                  </a:ext>
                </a:extLst>
              </p:cNvPr>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a:extLst>
                  <a:ext uri="{FF2B5EF4-FFF2-40B4-BE49-F238E27FC236}">
                    <a16:creationId xmlns:a16="http://schemas.microsoft.com/office/drawing/2014/main" id="{5C471C22-4F9F-5645-B7B9-5808162B9B40}"/>
                  </a:ext>
                </a:extLst>
              </p:cNvPr>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a:extLst>
                  <a:ext uri="{FF2B5EF4-FFF2-40B4-BE49-F238E27FC236}">
                    <a16:creationId xmlns:a16="http://schemas.microsoft.com/office/drawing/2014/main" id="{4908E9FF-6973-284E-A16B-584A73C9AB48}"/>
                  </a:ext>
                </a:extLst>
              </p:cNvPr>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a:extLst>
                  <a:ext uri="{FF2B5EF4-FFF2-40B4-BE49-F238E27FC236}">
                    <a16:creationId xmlns:a16="http://schemas.microsoft.com/office/drawing/2014/main" id="{4CA791D0-30E7-704B-ACD4-B15DA1C0F1EC}"/>
                  </a:ext>
                </a:extLst>
              </p:cNvPr>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3" name="îşľïďe">
                <a:extLst>
                  <a:ext uri="{FF2B5EF4-FFF2-40B4-BE49-F238E27FC236}">
                    <a16:creationId xmlns:a16="http://schemas.microsoft.com/office/drawing/2014/main" id="{4EFC80CE-CF61-B045-B80A-02E394E45BAB}"/>
                  </a:ext>
                </a:extLst>
              </p:cNvPr>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4" name="ïşľíďê">
                <a:extLst>
                  <a:ext uri="{FF2B5EF4-FFF2-40B4-BE49-F238E27FC236}">
                    <a16:creationId xmlns:a16="http://schemas.microsoft.com/office/drawing/2014/main" id="{E0C02EF5-B61D-A34B-AB84-3A92A3E948AC}"/>
                  </a:ext>
                </a:extLst>
              </p:cNvPr>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5" name="íś1ïdè">
                <a:extLst>
                  <a:ext uri="{FF2B5EF4-FFF2-40B4-BE49-F238E27FC236}">
                    <a16:creationId xmlns:a16="http://schemas.microsoft.com/office/drawing/2014/main" id="{89D8E1E0-4C7F-7840-9EF4-3ED33002F3BB}"/>
                  </a:ext>
                </a:extLst>
              </p:cNvPr>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6" name="iṩḷiḍe">
                <a:extLst>
                  <a:ext uri="{FF2B5EF4-FFF2-40B4-BE49-F238E27FC236}">
                    <a16:creationId xmlns:a16="http://schemas.microsoft.com/office/drawing/2014/main" id="{AD9C48EA-F581-9946-8DC9-4BDF21F3D287}"/>
                  </a:ext>
                </a:extLst>
              </p:cNvPr>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7" name="ïŝ1iďè">
                <a:extLst>
                  <a:ext uri="{FF2B5EF4-FFF2-40B4-BE49-F238E27FC236}">
                    <a16:creationId xmlns:a16="http://schemas.microsoft.com/office/drawing/2014/main" id="{345025D0-8B67-9C40-8728-02649DA348C1}"/>
                  </a:ext>
                </a:extLst>
              </p:cNvPr>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8" name="íṩļíḋê">
                <a:extLst>
                  <a:ext uri="{FF2B5EF4-FFF2-40B4-BE49-F238E27FC236}">
                    <a16:creationId xmlns:a16="http://schemas.microsoft.com/office/drawing/2014/main" id="{9FA9D742-9195-6642-B445-99B24C17BC0C}"/>
                  </a:ext>
                </a:extLst>
              </p:cNvPr>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9" name="ïṧ1ïdè">
                <a:extLst>
                  <a:ext uri="{FF2B5EF4-FFF2-40B4-BE49-F238E27FC236}">
                    <a16:creationId xmlns:a16="http://schemas.microsoft.com/office/drawing/2014/main" id="{B4D185C7-1AF5-8342-9191-D8FAB89F145D}"/>
                  </a:ext>
                </a:extLst>
              </p:cNvPr>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0" name="íŝḻîḍé">
                <a:extLst>
                  <a:ext uri="{FF2B5EF4-FFF2-40B4-BE49-F238E27FC236}">
                    <a16:creationId xmlns:a16="http://schemas.microsoft.com/office/drawing/2014/main" id="{C2733F06-2680-A741-BFBA-70A185222B1F}"/>
                  </a:ext>
                </a:extLst>
              </p:cNvPr>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1" name="îşḻïḓé">
                <a:extLst>
                  <a:ext uri="{FF2B5EF4-FFF2-40B4-BE49-F238E27FC236}">
                    <a16:creationId xmlns:a16="http://schemas.microsoft.com/office/drawing/2014/main" id="{014B01FB-BE4B-3B4E-B997-C94B4B8DC4FC}"/>
                  </a:ext>
                </a:extLst>
              </p:cNvPr>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2" name="íśļíďè">
                <a:extLst>
                  <a:ext uri="{FF2B5EF4-FFF2-40B4-BE49-F238E27FC236}">
                    <a16:creationId xmlns:a16="http://schemas.microsoft.com/office/drawing/2014/main" id="{D2C86E61-AEF7-8D44-A72A-CCBD093CD264}"/>
                  </a:ext>
                </a:extLst>
              </p:cNvPr>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3" name="iŝ1ïdé">
                <a:extLst>
                  <a:ext uri="{FF2B5EF4-FFF2-40B4-BE49-F238E27FC236}">
                    <a16:creationId xmlns:a16="http://schemas.microsoft.com/office/drawing/2014/main" id="{E52432BC-DDB5-5445-B39A-4782F514F2DC}"/>
                  </a:ext>
                </a:extLst>
              </p:cNvPr>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4" name="is1ídè">
                <a:extLst>
                  <a:ext uri="{FF2B5EF4-FFF2-40B4-BE49-F238E27FC236}">
                    <a16:creationId xmlns:a16="http://schemas.microsoft.com/office/drawing/2014/main" id="{834925A1-ED87-FD42-A0C4-CC7C8CCD712C}"/>
                  </a:ext>
                </a:extLst>
              </p:cNvPr>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5" name="islíďê">
                <a:extLst>
                  <a:ext uri="{FF2B5EF4-FFF2-40B4-BE49-F238E27FC236}">
                    <a16:creationId xmlns:a16="http://schemas.microsoft.com/office/drawing/2014/main" id="{16CCF2FF-21DC-FC49-97DF-2DAC2C1CD64F}"/>
                  </a:ext>
                </a:extLst>
              </p:cNvPr>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6" name="iṩlíḑê">
                <a:extLst>
                  <a:ext uri="{FF2B5EF4-FFF2-40B4-BE49-F238E27FC236}">
                    <a16:creationId xmlns:a16="http://schemas.microsoft.com/office/drawing/2014/main" id="{DD7C5A19-55D8-DC48-B1AF-2FAC8609E167}"/>
                  </a:ext>
                </a:extLst>
              </p:cNvPr>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7" name="îṥḷïďê">
                <a:extLst>
                  <a:ext uri="{FF2B5EF4-FFF2-40B4-BE49-F238E27FC236}">
                    <a16:creationId xmlns:a16="http://schemas.microsoft.com/office/drawing/2014/main" id="{A2A1B4CA-64B0-C54E-95D2-B8273AFA915A}"/>
                  </a:ext>
                </a:extLst>
              </p:cNvPr>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8" name="íṥḻïďè">
                <a:extLst>
                  <a:ext uri="{FF2B5EF4-FFF2-40B4-BE49-F238E27FC236}">
                    <a16:creationId xmlns:a16="http://schemas.microsoft.com/office/drawing/2014/main" id="{4F81F73E-836F-D742-820C-740E05DED8A0}"/>
                  </a:ext>
                </a:extLst>
              </p:cNvPr>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9" name="íṡḷíḍè">
                <a:extLst>
                  <a:ext uri="{FF2B5EF4-FFF2-40B4-BE49-F238E27FC236}">
                    <a16:creationId xmlns:a16="http://schemas.microsoft.com/office/drawing/2014/main" id="{C5170157-A63E-F640-A382-23D591FD4A16}"/>
                  </a:ext>
                </a:extLst>
              </p:cNvPr>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a:extLst>
                  <a:ext uri="{FF2B5EF4-FFF2-40B4-BE49-F238E27FC236}">
                    <a16:creationId xmlns:a16="http://schemas.microsoft.com/office/drawing/2014/main" id="{6C511E9B-6950-0E44-A7C2-9E63E1B7276F}"/>
                  </a:ext>
                </a:extLst>
              </p:cNvPr>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a:extLst>
                  <a:ext uri="{FF2B5EF4-FFF2-40B4-BE49-F238E27FC236}">
                    <a16:creationId xmlns:a16="http://schemas.microsoft.com/office/drawing/2014/main" id="{C6900325-308B-E749-BF24-835453E473DC}"/>
                  </a:ext>
                </a:extLst>
              </p:cNvPr>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a:extLst>
                  <a:ext uri="{FF2B5EF4-FFF2-40B4-BE49-F238E27FC236}">
                    <a16:creationId xmlns:a16="http://schemas.microsoft.com/office/drawing/2014/main" id="{D0AE4C74-5652-854A-818C-DEB1D55A1615}"/>
                  </a:ext>
                </a:extLst>
              </p:cNvPr>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a:extLst>
                  <a:ext uri="{FF2B5EF4-FFF2-40B4-BE49-F238E27FC236}">
                    <a16:creationId xmlns:a16="http://schemas.microsoft.com/office/drawing/2014/main" id="{6FEF2DB5-1375-884B-BFC4-89B428E9752A}"/>
                  </a:ext>
                </a:extLst>
              </p:cNvPr>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a:extLst>
                  <a:ext uri="{FF2B5EF4-FFF2-40B4-BE49-F238E27FC236}">
                    <a16:creationId xmlns:a16="http://schemas.microsoft.com/office/drawing/2014/main" id="{69F1BA50-AEBC-9244-A454-75C05BC0E5DD}"/>
                  </a:ext>
                </a:extLst>
              </p:cNvPr>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5" name="iṧ1ïḓè">
                <a:extLst>
                  <a:ext uri="{FF2B5EF4-FFF2-40B4-BE49-F238E27FC236}">
                    <a16:creationId xmlns:a16="http://schemas.microsoft.com/office/drawing/2014/main" id="{50950010-F52C-6841-A9E4-812673F9BCE8}"/>
                  </a:ext>
                </a:extLst>
              </p:cNvPr>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7" name="íşḷïḑe">
              <a:extLst>
                <a:ext uri="{FF2B5EF4-FFF2-40B4-BE49-F238E27FC236}">
                  <a16:creationId xmlns:a16="http://schemas.microsoft.com/office/drawing/2014/main" id="{1EA826F0-AE07-504D-9C6E-4A6302BDCA69}"/>
                </a:ext>
              </a:extLst>
            </p:cNvPr>
            <p:cNvGrpSpPr/>
            <p:nvPr userDrawn="1"/>
          </p:nvGrpSpPr>
          <p:grpSpPr>
            <a:xfrm>
              <a:off x="4894762" y="471192"/>
              <a:ext cx="4437911" cy="1614111"/>
              <a:chOff x="4412452" y="3106738"/>
              <a:chExt cx="2312689" cy="841148"/>
            </a:xfrm>
          </p:grpSpPr>
          <p:grpSp>
            <p:nvGrpSpPr>
              <p:cNvPr id="248" name="îṥľíḑé">
                <a:extLst>
                  <a:ext uri="{FF2B5EF4-FFF2-40B4-BE49-F238E27FC236}">
                    <a16:creationId xmlns:a16="http://schemas.microsoft.com/office/drawing/2014/main" id="{39D64547-5156-9A46-BECB-158A08F4DD51}"/>
                  </a:ext>
                </a:extLst>
              </p:cNvPr>
              <p:cNvGrpSpPr/>
              <p:nvPr/>
            </p:nvGrpSpPr>
            <p:grpSpPr>
              <a:xfrm>
                <a:off x="4422776" y="3106738"/>
                <a:ext cx="2293937" cy="617538"/>
                <a:chOff x="4422776" y="3106738"/>
                <a:chExt cx="2293937" cy="617538"/>
              </a:xfrm>
            </p:grpSpPr>
            <p:sp>
              <p:nvSpPr>
                <p:cNvPr id="265" name="išḻiḑé">
                  <a:extLst>
                    <a:ext uri="{FF2B5EF4-FFF2-40B4-BE49-F238E27FC236}">
                      <a16:creationId xmlns:a16="http://schemas.microsoft.com/office/drawing/2014/main" id="{E9E95CFA-B471-D346-88CE-BF00280196C0}"/>
                    </a:ext>
                  </a:extLst>
                </p:cNvPr>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6" name="íṥľíďè">
                  <a:extLst>
                    <a:ext uri="{FF2B5EF4-FFF2-40B4-BE49-F238E27FC236}">
                      <a16:creationId xmlns:a16="http://schemas.microsoft.com/office/drawing/2014/main" id="{EB890018-20C4-6246-8A3C-F7FD68602FDA}"/>
                    </a:ext>
                  </a:extLst>
                </p:cNvPr>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7" name="íś1iḑe">
                  <a:extLst>
                    <a:ext uri="{FF2B5EF4-FFF2-40B4-BE49-F238E27FC236}">
                      <a16:creationId xmlns:a16="http://schemas.microsoft.com/office/drawing/2014/main" id="{01179C9D-6713-BF47-AA0F-281ED877EEEE}"/>
                    </a:ext>
                  </a:extLst>
                </p:cNvPr>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8" name="iṩ1iḋè">
                  <a:extLst>
                    <a:ext uri="{FF2B5EF4-FFF2-40B4-BE49-F238E27FC236}">
                      <a16:creationId xmlns:a16="http://schemas.microsoft.com/office/drawing/2014/main" id="{621A8462-AF81-F546-A24F-AB4367F2710C}"/>
                    </a:ext>
                  </a:extLst>
                </p:cNvPr>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9" name="íṩlïḓè">
                  <a:extLst>
                    <a:ext uri="{FF2B5EF4-FFF2-40B4-BE49-F238E27FC236}">
                      <a16:creationId xmlns:a16="http://schemas.microsoft.com/office/drawing/2014/main" id="{57F3DDF2-34D4-7543-9418-964C5B630599}"/>
                    </a:ext>
                  </a:extLst>
                </p:cNvPr>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0" name="ísḷïďè">
                  <a:extLst>
                    <a:ext uri="{FF2B5EF4-FFF2-40B4-BE49-F238E27FC236}">
                      <a16:creationId xmlns:a16="http://schemas.microsoft.com/office/drawing/2014/main" id="{C5186C17-1E83-714A-8B14-0163667BC9E4}"/>
                    </a:ext>
                  </a:extLst>
                </p:cNvPr>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1" name="îṧļîḓé">
                  <a:extLst>
                    <a:ext uri="{FF2B5EF4-FFF2-40B4-BE49-F238E27FC236}">
                      <a16:creationId xmlns:a16="http://schemas.microsoft.com/office/drawing/2014/main" id="{799F2DE9-5612-5C49-ACB0-FF33A8D94B31}"/>
                    </a:ext>
                  </a:extLst>
                </p:cNvPr>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2" name="iSļïḑé">
                  <a:extLst>
                    <a:ext uri="{FF2B5EF4-FFF2-40B4-BE49-F238E27FC236}">
                      <a16:creationId xmlns:a16="http://schemas.microsoft.com/office/drawing/2014/main" id="{9CE9B73C-A77B-CA4F-9CD9-1B7561A61257}"/>
                    </a:ext>
                  </a:extLst>
                </p:cNvPr>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3" name="íšlïďè">
                  <a:extLst>
                    <a:ext uri="{FF2B5EF4-FFF2-40B4-BE49-F238E27FC236}">
                      <a16:creationId xmlns:a16="http://schemas.microsoft.com/office/drawing/2014/main" id="{1E9C718C-CB3C-BC48-BB64-22E4D8039279}"/>
                    </a:ext>
                  </a:extLst>
                </p:cNvPr>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4" name="işḷîḑe">
                  <a:extLst>
                    <a:ext uri="{FF2B5EF4-FFF2-40B4-BE49-F238E27FC236}">
                      <a16:creationId xmlns:a16="http://schemas.microsoft.com/office/drawing/2014/main" id="{88E40FB8-5CA6-9E40-962B-D214B5F662CB}"/>
                    </a:ext>
                  </a:extLst>
                </p:cNvPr>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5" name="íṥḻiďê">
                  <a:extLst>
                    <a:ext uri="{FF2B5EF4-FFF2-40B4-BE49-F238E27FC236}">
                      <a16:creationId xmlns:a16="http://schemas.microsoft.com/office/drawing/2014/main" id="{844B0D86-9046-2141-A874-61F3E25E14CA}"/>
                    </a:ext>
                  </a:extLst>
                </p:cNvPr>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nvGrpSpPr>
              <p:cNvPr id="249" name="ïšľîḍê">
                <a:extLst>
                  <a:ext uri="{FF2B5EF4-FFF2-40B4-BE49-F238E27FC236}">
                    <a16:creationId xmlns:a16="http://schemas.microsoft.com/office/drawing/2014/main" id="{1C609813-1774-8E4D-9F8C-E1E3661FF14A}"/>
                  </a:ext>
                </a:extLst>
              </p:cNvPr>
              <p:cNvGrpSpPr/>
              <p:nvPr/>
            </p:nvGrpSpPr>
            <p:grpSpPr>
              <a:xfrm>
                <a:off x="4412452" y="3781425"/>
                <a:ext cx="2312689" cy="166461"/>
                <a:chOff x="6986588" y="3521075"/>
                <a:chExt cx="1654176" cy="119063"/>
              </a:xfrm>
            </p:grpSpPr>
            <p:sp>
              <p:nvSpPr>
                <p:cNvPr id="250" name="îṩľîḑê">
                  <a:extLst>
                    <a:ext uri="{FF2B5EF4-FFF2-40B4-BE49-F238E27FC236}">
                      <a16:creationId xmlns:a16="http://schemas.microsoft.com/office/drawing/2014/main" id="{C89BCD88-9FA4-BD44-982F-9844236EA45A}"/>
                    </a:ext>
                  </a:extLst>
                </p:cNvPr>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1" name="îṩḷîde">
                  <a:extLst>
                    <a:ext uri="{FF2B5EF4-FFF2-40B4-BE49-F238E27FC236}">
                      <a16:creationId xmlns:a16="http://schemas.microsoft.com/office/drawing/2014/main" id="{CCB337B7-50AE-2F4E-A6E5-61392C25DFC7}"/>
                    </a:ext>
                  </a:extLst>
                </p:cNvPr>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2" name="îṣḻîḑê">
                  <a:extLst>
                    <a:ext uri="{FF2B5EF4-FFF2-40B4-BE49-F238E27FC236}">
                      <a16:creationId xmlns:a16="http://schemas.microsoft.com/office/drawing/2014/main" id="{45143715-8506-694C-B7D2-4989C8FFBCAA}"/>
                    </a:ext>
                  </a:extLst>
                </p:cNvPr>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3" name="ïṥlíḑê">
                  <a:extLst>
                    <a:ext uri="{FF2B5EF4-FFF2-40B4-BE49-F238E27FC236}">
                      <a16:creationId xmlns:a16="http://schemas.microsoft.com/office/drawing/2014/main" id="{404C92B2-6E6C-6044-9EF8-14F1D8D61BFB}"/>
                    </a:ext>
                  </a:extLst>
                </p:cNvPr>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4" name="îş1íḋe">
                  <a:extLst>
                    <a:ext uri="{FF2B5EF4-FFF2-40B4-BE49-F238E27FC236}">
                      <a16:creationId xmlns:a16="http://schemas.microsoft.com/office/drawing/2014/main" id="{7C5F190C-6F8A-8743-B665-77D7BA9B99B1}"/>
                    </a:ext>
                  </a:extLst>
                </p:cNvPr>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5" name="îş1ïḋe">
                  <a:extLst>
                    <a:ext uri="{FF2B5EF4-FFF2-40B4-BE49-F238E27FC236}">
                      <a16:creationId xmlns:a16="http://schemas.microsoft.com/office/drawing/2014/main" id="{AACAEFC6-00DB-624B-96E5-55D1153283DA}"/>
                    </a:ext>
                  </a:extLst>
                </p:cNvPr>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6" name="íšlídè">
                  <a:extLst>
                    <a:ext uri="{FF2B5EF4-FFF2-40B4-BE49-F238E27FC236}">
                      <a16:creationId xmlns:a16="http://schemas.microsoft.com/office/drawing/2014/main" id="{6B91F165-2F01-9D4C-950F-9CEF67F7AEAE}"/>
                    </a:ext>
                  </a:extLst>
                </p:cNvPr>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7" name="îṣḻîďe">
                  <a:extLst>
                    <a:ext uri="{FF2B5EF4-FFF2-40B4-BE49-F238E27FC236}">
                      <a16:creationId xmlns:a16="http://schemas.microsoft.com/office/drawing/2014/main" id="{A86EADCA-D694-E449-8EE6-CDCDF22A34C4}"/>
                    </a:ext>
                  </a:extLst>
                </p:cNvPr>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8" name="íŝḻiḋè">
                  <a:extLst>
                    <a:ext uri="{FF2B5EF4-FFF2-40B4-BE49-F238E27FC236}">
                      <a16:creationId xmlns:a16="http://schemas.microsoft.com/office/drawing/2014/main" id="{8F478696-931D-F84B-8764-BEAA02862463}"/>
                    </a:ext>
                  </a:extLst>
                </p:cNvPr>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9" name="î$ḷíďé">
                  <a:extLst>
                    <a:ext uri="{FF2B5EF4-FFF2-40B4-BE49-F238E27FC236}">
                      <a16:creationId xmlns:a16="http://schemas.microsoft.com/office/drawing/2014/main" id="{8037E45B-B559-4446-9B46-4A200B187521}"/>
                    </a:ext>
                  </a:extLst>
                </p:cNvPr>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0" name="îṡlîďe">
                  <a:extLst>
                    <a:ext uri="{FF2B5EF4-FFF2-40B4-BE49-F238E27FC236}">
                      <a16:creationId xmlns:a16="http://schemas.microsoft.com/office/drawing/2014/main" id="{966194C0-DA5C-164F-84D3-187CDBEFED3E}"/>
                    </a:ext>
                  </a:extLst>
                </p:cNvPr>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1" name="ïşľîḍé">
                  <a:extLst>
                    <a:ext uri="{FF2B5EF4-FFF2-40B4-BE49-F238E27FC236}">
                      <a16:creationId xmlns:a16="http://schemas.microsoft.com/office/drawing/2014/main" id="{35AF3130-2C15-5842-AFD1-576DBB732B53}"/>
                    </a:ext>
                  </a:extLst>
                </p:cNvPr>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2" name="îṩľîďe">
                  <a:extLst>
                    <a:ext uri="{FF2B5EF4-FFF2-40B4-BE49-F238E27FC236}">
                      <a16:creationId xmlns:a16="http://schemas.microsoft.com/office/drawing/2014/main" id="{BDD7DDCD-E30F-764D-80CF-830A60436831}"/>
                    </a:ext>
                  </a:extLst>
                </p:cNvPr>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3" name="iS1idè">
                  <a:extLst>
                    <a:ext uri="{FF2B5EF4-FFF2-40B4-BE49-F238E27FC236}">
                      <a16:creationId xmlns:a16="http://schemas.microsoft.com/office/drawing/2014/main" id="{E921EDEF-EBCF-6044-9628-02C1420BEAC6}"/>
                    </a:ext>
                  </a:extLst>
                </p:cNvPr>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4" name="iṣḷîḋe">
                  <a:extLst>
                    <a:ext uri="{FF2B5EF4-FFF2-40B4-BE49-F238E27FC236}">
                      <a16:creationId xmlns:a16="http://schemas.microsoft.com/office/drawing/2014/main" id="{B4BF50DA-B9DA-1444-89A0-381C75023C90}"/>
                    </a:ext>
                  </a:extLst>
                </p:cNvPr>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grpSp>
      </p:grpSp>
      <p:cxnSp>
        <p:nvCxnSpPr>
          <p:cNvPr id="4" name="直线连接符 3">
            <a:extLst>
              <a:ext uri="{FF2B5EF4-FFF2-40B4-BE49-F238E27FC236}">
                <a16:creationId xmlns:a16="http://schemas.microsoft.com/office/drawing/2014/main" id="{959D5530-A0A5-934E-AAE7-E3140A5C1BA3}"/>
              </a:ext>
            </a:extLst>
          </p:cNvPr>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a:extLst>
              <a:ext uri="{FF2B5EF4-FFF2-40B4-BE49-F238E27FC236}">
                <a16:creationId xmlns:a16="http://schemas.microsoft.com/office/drawing/2014/main" id="{F8B9A523-AD8C-9140-B30D-DCF5D7DFB66B}"/>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colorTemperature colorTemp="9660"/>
                    </a14:imgEffect>
                    <a14:imgEffect>
                      <a14:saturation sat="111000"/>
                    </a14:imgEffect>
                    <a14:imgEffect>
                      <a14:brightnessContrast bright="72000"/>
                    </a14:imgEffect>
                  </a14:imgLayer>
                </a14:imgProps>
              </a:ext>
              <a:ext uri="{28A0092B-C50C-407E-A947-70E740481C1C}">
                <a14:useLocalDpi xmlns:a14="http://schemas.microsoft.com/office/drawing/2010/main" val="0"/>
              </a:ext>
            </a:extLst>
          </a:blip>
          <a:srcRect l="38743" t="8413"/>
          <a:stretch/>
        </p:blipFill>
        <p:spPr>
          <a:xfrm flipH="1">
            <a:off x="-1" y="60500"/>
            <a:ext cx="958611" cy="955500"/>
          </a:xfrm>
          <a:prstGeom prst="rect">
            <a:avLst/>
          </a:prstGeom>
        </p:spPr>
      </p:pic>
      <p:sp>
        <p:nvSpPr>
          <p:cNvPr id="6" name="图片占位符 5">
            <a:extLst>
              <a:ext uri="{FF2B5EF4-FFF2-40B4-BE49-F238E27FC236}">
                <a16:creationId xmlns:a16="http://schemas.microsoft.com/office/drawing/2014/main" id="{C432B0D4-0E13-9343-8959-A80D6C2B8D5D}"/>
              </a:ext>
            </a:extLst>
          </p:cNvPr>
          <p:cNvSpPr>
            <a:spLocks noGrp="1"/>
          </p:cNvSpPr>
          <p:nvPr>
            <p:ph type="pic" sz="quarter" idx="10"/>
          </p:nvPr>
        </p:nvSpPr>
        <p:spPr>
          <a:xfrm>
            <a:off x="1424066" y="1160463"/>
            <a:ext cx="4557008" cy="2347235"/>
          </a:xfrm>
          <a:prstGeom prst="rect">
            <a:avLst/>
          </a:prstGeom>
        </p:spPr>
        <p:txBody>
          <a:bodyPr/>
          <a:lstStyle/>
          <a:p>
            <a:endParaRPr kumimoji="1" lang="zh-CN" altLang="en-US"/>
          </a:p>
        </p:txBody>
      </p:sp>
      <p:sp>
        <p:nvSpPr>
          <p:cNvPr id="114" name="图片占位符 5">
            <a:extLst>
              <a:ext uri="{FF2B5EF4-FFF2-40B4-BE49-F238E27FC236}">
                <a16:creationId xmlns:a16="http://schemas.microsoft.com/office/drawing/2014/main" id="{1E8770B6-D141-8D46-8D83-CCAA9D5CFB50}"/>
              </a:ext>
            </a:extLst>
          </p:cNvPr>
          <p:cNvSpPr>
            <a:spLocks noGrp="1"/>
          </p:cNvSpPr>
          <p:nvPr>
            <p:ph type="pic" sz="quarter" idx="11"/>
          </p:nvPr>
        </p:nvSpPr>
        <p:spPr>
          <a:xfrm>
            <a:off x="6831717" y="1160463"/>
            <a:ext cx="4557008" cy="2347235"/>
          </a:xfrm>
          <a:prstGeom prst="rect">
            <a:avLst/>
          </a:prstGeom>
        </p:spPr>
        <p:txBody>
          <a:bodyPr/>
          <a:lstStyle/>
          <a:p>
            <a:endParaRPr kumimoji="1" lang="zh-CN" altLang="en-US"/>
          </a:p>
        </p:txBody>
      </p:sp>
      <p:sp>
        <p:nvSpPr>
          <p:cNvPr id="115" name="图片占位符 5">
            <a:extLst>
              <a:ext uri="{FF2B5EF4-FFF2-40B4-BE49-F238E27FC236}">
                <a16:creationId xmlns:a16="http://schemas.microsoft.com/office/drawing/2014/main" id="{EA787B3B-BBA3-3346-8252-CB0D6C330843}"/>
              </a:ext>
            </a:extLst>
          </p:cNvPr>
          <p:cNvSpPr>
            <a:spLocks noGrp="1"/>
          </p:cNvSpPr>
          <p:nvPr>
            <p:ph type="pic" sz="quarter" idx="12"/>
          </p:nvPr>
        </p:nvSpPr>
        <p:spPr>
          <a:xfrm>
            <a:off x="810621" y="3890053"/>
            <a:ext cx="4557008" cy="2347235"/>
          </a:xfrm>
          <a:prstGeom prst="rect">
            <a:avLst/>
          </a:prstGeom>
        </p:spPr>
        <p:txBody>
          <a:bodyPr/>
          <a:lstStyle/>
          <a:p>
            <a:endParaRPr kumimoji="1" lang="zh-CN" altLang="en-US"/>
          </a:p>
        </p:txBody>
      </p:sp>
      <p:sp>
        <p:nvSpPr>
          <p:cNvPr id="116" name="图片占位符 5">
            <a:extLst>
              <a:ext uri="{FF2B5EF4-FFF2-40B4-BE49-F238E27FC236}">
                <a16:creationId xmlns:a16="http://schemas.microsoft.com/office/drawing/2014/main" id="{71E68498-8DB9-F14E-8E0A-B202AFC8B05D}"/>
              </a:ext>
            </a:extLst>
          </p:cNvPr>
          <p:cNvSpPr>
            <a:spLocks noGrp="1"/>
          </p:cNvSpPr>
          <p:nvPr>
            <p:ph type="pic" sz="quarter" idx="13"/>
          </p:nvPr>
        </p:nvSpPr>
        <p:spPr>
          <a:xfrm>
            <a:off x="6218272" y="3890053"/>
            <a:ext cx="4557008" cy="2347235"/>
          </a:xfrm>
          <a:prstGeom prst="rect">
            <a:avLst/>
          </a:prstGeom>
        </p:spPr>
        <p:txBody>
          <a:bodyPr/>
          <a:lstStyle/>
          <a:p>
            <a:endParaRPr kumimoji="1" lang="zh-CN" altLang="en-US"/>
          </a:p>
        </p:txBody>
      </p:sp>
    </p:spTree>
    <p:extLst>
      <p:ext uri="{BB962C8B-B14F-4D97-AF65-F5344CB8AC3E}">
        <p14:creationId xmlns:p14="http://schemas.microsoft.com/office/powerpoint/2010/main" val="13489156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EE47CB6-0B60-4938-B1C6-A57C485A4350}"/>
              </a:ext>
            </a:extLst>
          </p:cNvPr>
          <p:cNvSpPr>
            <a:spLocks noGrp="1"/>
          </p:cNvSpPr>
          <p:nvPr>
            <p:ph type="dt" sz="half" idx="10"/>
          </p:nvPr>
        </p:nvSpPr>
        <p:spPr>
          <a:xfrm>
            <a:off x="660400" y="6235700"/>
            <a:ext cx="2921000" cy="365125"/>
          </a:xfrm>
          <a:prstGeom prst="rect">
            <a:avLst/>
          </a:prstGeom>
        </p:spPr>
        <p:txBody>
          <a:bodyPr/>
          <a:lstStyle/>
          <a:p>
            <a:fld id="{D6478642-F5CF-47BB-99CE-6B8ED7A71BD2}" type="datetimeFigureOut">
              <a:rPr lang="zh-CN" altLang="en-US" smtClean="0"/>
              <a:t>2025/6/30</a:t>
            </a:fld>
            <a:endParaRPr lang="zh-CN" altLang="en-US"/>
          </a:p>
        </p:txBody>
      </p:sp>
      <p:sp>
        <p:nvSpPr>
          <p:cNvPr id="3" name="页脚占位符 2">
            <a:extLst>
              <a:ext uri="{FF2B5EF4-FFF2-40B4-BE49-F238E27FC236}">
                <a16:creationId xmlns:a16="http://schemas.microsoft.com/office/drawing/2014/main" id="{BE76D4F4-75D7-453C-9536-3BDEB35A1C82}"/>
              </a:ext>
            </a:extLst>
          </p:cNvPr>
          <p:cNvSpPr>
            <a:spLocks noGrp="1"/>
          </p:cNvSpPr>
          <p:nvPr>
            <p:ph type="ftr" sz="quarter" idx="11"/>
          </p:nvPr>
        </p:nvSpPr>
        <p:spPr>
          <a:xfrm>
            <a:off x="4038600" y="623570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70324726-48AA-42C3-A6FE-76CC86451F07}"/>
              </a:ext>
            </a:extLst>
          </p:cNvPr>
          <p:cNvSpPr>
            <a:spLocks noGrp="1"/>
          </p:cNvSpPr>
          <p:nvPr>
            <p:ph type="sldNum" sz="quarter" idx="12"/>
          </p:nvPr>
        </p:nvSpPr>
        <p:spPr>
          <a:xfrm>
            <a:off x="8610600" y="6235700"/>
            <a:ext cx="2905340" cy="365125"/>
          </a:xfrm>
          <a:prstGeom prst="rect">
            <a:avLst/>
          </a:prstGeom>
        </p:spPr>
        <p:txBody>
          <a:bodyPr/>
          <a:lstStyle/>
          <a:p>
            <a:fld id="{DA0C4C2A-0013-4D0D-BA0B-DE308E42093C}" type="slidenum">
              <a:rPr lang="zh-CN" altLang="en-US" smtClean="0"/>
              <a:t>‹#›</a:t>
            </a:fld>
            <a:endParaRPr lang="zh-CN" altLang="en-US"/>
          </a:p>
        </p:txBody>
      </p:sp>
    </p:spTree>
    <p:extLst>
      <p:ext uri="{BB962C8B-B14F-4D97-AF65-F5344CB8AC3E}">
        <p14:creationId xmlns:p14="http://schemas.microsoft.com/office/powerpoint/2010/main" val="14237803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页1">
    <p:spTree>
      <p:nvGrpSpPr>
        <p:cNvPr id="1" name=""/>
        <p:cNvGrpSpPr/>
        <p:nvPr/>
      </p:nvGrpSpPr>
      <p:grpSpPr>
        <a:xfrm>
          <a:off x="0" y="0"/>
          <a:ext cx="0" cy="0"/>
          <a:chOff x="0" y="0"/>
          <a:chExt cx="0" cy="0"/>
        </a:xfrm>
      </p:grpSpPr>
      <p:sp>
        <p:nvSpPr>
          <p:cNvPr id="2" name="标题 1"/>
          <p:cNvSpPr>
            <a:spLocks noGrp="1"/>
          </p:cNvSpPr>
          <p:nvPr>
            <p:ph type="ctrTitle"/>
          </p:nvPr>
        </p:nvSpPr>
        <p:spPr>
          <a:xfrm>
            <a:off x="817123" y="1130301"/>
            <a:ext cx="7112161" cy="2177314"/>
          </a:xfrm>
          <a:prstGeom prst="rect">
            <a:avLst/>
          </a:prstGeom>
        </p:spPr>
        <p:txBody>
          <a:bodyPr lIns="0" anchor="b">
            <a:normAutofit/>
          </a:bodyPr>
          <a:lstStyle>
            <a:lvl1pPr algn="l">
              <a:lnSpc>
                <a:spcPct val="120000"/>
              </a:lnSpc>
              <a:defRPr sz="4400" b="1">
                <a:solidFill>
                  <a:schemeClr val="accent2"/>
                </a:solidFill>
              </a:defRPr>
            </a:lvl1pPr>
          </a:lstStyle>
          <a:p>
            <a:r>
              <a:rPr lang="zh-CN" altLang="en-US" dirty="0"/>
              <a:t>单击此处编辑母版标题样式</a:t>
            </a:r>
          </a:p>
        </p:txBody>
      </p:sp>
      <p:sp>
        <p:nvSpPr>
          <p:cNvPr id="3" name="副标题 2"/>
          <p:cNvSpPr>
            <a:spLocks noGrp="1"/>
          </p:cNvSpPr>
          <p:nvPr>
            <p:ph type="subTitle" idx="1"/>
          </p:nvPr>
        </p:nvSpPr>
        <p:spPr>
          <a:xfrm>
            <a:off x="803275" y="3307615"/>
            <a:ext cx="7126010" cy="508452"/>
          </a:xfrm>
          <a:prstGeom prst="rect">
            <a:avLst/>
          </a:prstGeom>
        </p:spPr>
        <p:txBody>
          <a:bodyPr lIns="0">
            <a:normAutofit/>
          </a:bodyPr>
          <a:lstStyle>
            <a:lvl1pPr marL="0" indent="0" algn="l">
              <a:lnSpc>
                <a:spcPct val="120000"/>
              </a:lnSpc>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14" name="文本占位符 113"/>
          <p:cNvSpPr>
            <a:spLocks noGrp="1"/>
          </p:cNvSpPr>
          <p:nvPr>
            <p:ph type="body" sz="quarter" idx="14"/>
          </p:nvPr>
        </p:nvSpPr>
        <p:spPr>
          <a:xfrm>
            <a:off x="803275" y="4102632"/>
            <a:ext cx="7092950" cy="2031468"/>
          </a:xfrm>
          <a:prstGeom prst="rect">
            <a:avLst/>
          </a:prstGeom>
        </p:spPr>
        <p:txBody>
          <a:bodyPr lIns="0">
            <a:normAutofit/>
          </a:bodyPr>
          <a:lstStyle>
            <a:lvl1pPr marL="0" indent="0">
              <a:buNone/>
              <a:defRPr sz="1800">
                <a:solidFill>
                  <a:schemeClr val="tx1">
                    <a:lumMod val="75000"/>
                    <a:lumOff val="25000"/>
                  </a:schemeClr>
                </a:solidFill>
              </a:defRPr>
            </a:lvl1pPr>
          </a:lstStyle>
          <a:p>
            <a:pPr lvl="0"/>
            <a:r>
              <a:rPr kumimoji="1" lang="zh-CN" altLang="en-US" dirty="0"/>
              <a:t>单击此处编辑母版文本样式</a:t>
            </a:r>
          </a:p>
        </p:txBody>
      </p:sp>
      <p:sp>
        <p:nvSpPr>
          <p:cNvPr id="117" name="矩形 116"/>
          <p:cNvSpPr/>
          <p:nvPr userDrawn="1"/>
        </p:nvSpPr>
        <p:spPr>
          <a:xfrm>
            <a:off x="12014027" y="0"/>
            <a:ext cx="17797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0" name="日期占位符 3"/>
          <p:cNvSpPr txBox="1"/>
          <p:nvPr userDrawn="1"/>
        </p:nvSpPr>
        <p:spPr>
          <a:xfrm>
            <a:off x="802095" y="6250105"/>
            <a:ext cx="2921000" cy="365125"/>
          </a:xfrm>
          <a:prstGeom prst="rect">
            <a:avLst/>
          </a:prstGeom>
        </p:spPr>
        <p:txBody>
          <a:bodyPr vert="horz" lIns="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自强、弘毅、求是、拓新</a:t>
            </a:r>
          </a:p>
        </p:txBody>
      </p:sp>
      <p:grpSp>
        <p:nvGrpSpPr>
          <p:cNvPr id="121" name="组合 120"/>
          <p:cNvGrpSpPr/>
          <p:nvPr userDrawn="1"/>
        </p:nvGrpSpPr>
        <p:grpSpPr>
          <a:xfrm>
            <a:off x="817123" y="468793"/>
            <a:ext cx="1480571" cy="458860"/>
            <a:chOff x="2558030" y="228446"/>
            <a:chExt cx="6774643" cy="2099603"/>
          </a:xfrm>
        </p:grpSpPr>
        <p:grpSp>
          <p:nvGrpSpPr>
            <p:cNvPr id="122" name="íšḻîďê"/>
            <p:cNvGrpSpPr/>
            <p:nvPr userDrawn="1"/>
          </p:nvGrpSpPr>
          <p:grpSpPr>
            <a:xfrm>
              <a:off x="2558030" y="228446"/>
              <a:ext cx="2085857" cy="2099603"/>
              <a:chOff x="3551238" y="3067050"/>
              <a:chExt cx="722313" cy="727075"/>
            </a:xfrm>
          </p:grpSpPr>
          <p:sp>
            <p:nvSpPr>
              <p:cNvPr id="152"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3"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a:p>
            </p:txBody>
          </p:sp>
          <p:sp>
            <p:nvSpPr>
              <p:cNvPr id="154"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5"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6"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7"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8"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9"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0"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1"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2"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3"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4"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5"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6"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7"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8"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9"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0"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1"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2"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3"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4"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5"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6"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7"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8"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179"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0"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1"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2"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183"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184"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185"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6"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7"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8"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9"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0"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1"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2"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3"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4"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5"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6"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7"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8"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9"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0"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1"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2"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3"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4"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5"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6"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7"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8"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9"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0"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1"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2"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3"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4"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5"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6"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7"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8"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9"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0"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21"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23" name="íşḷïḑe"/>
            <p:cNvGrpSpPr/>
            <p:nvPr userDrawn="1"/>
          </p:nvGrpSpPr>
          <p:grpSpPr>
            <a:xfrm>
              <a:off x="4894762" y="471192"/>
              <a:ext cx="4437911" cy="1614111"/>
              <a:chOff x="4412452" y="3106738"/>
              <a:chExt cx="2312689" cy="841148"/>
            </a:xfrm>
          </p:grpSpPr>
          <p:grpSp>
            <p:nvGrpSpPr>
              <p:cNvPr id="124" name="îṥľíḑé"/>
              <p:cNvGrpSpPr/>
              <p:nvPr/>
            </p:nvGrpSpPr>
            <p:grpSpPr>
              <a:xfrm>
                <a:off x="4422776" y="3106738"/>
                <a:ext cx="2293937" cy="617538"/>
                <a:chOff x="4422776" y="3106738"/>
                <a:chExt cx="2293937" cy="617538"/>
              </a:xfrm>
            </p:grpSpPr>
            <p:sp>
              <p:nvSpPr>
                <p:cNvPr id="141"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2"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3"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4"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5"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6"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7"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8"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9"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0"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1"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25" name="ïšľîḍê"/>
              <p:cNvGrpSpPr/>
              <p:nvPr/>
            </p:nvGrpSpPr>
            <p:grpSpPr>
              <a:xfrm>
                <a:off x="4412452" y="3781425"/>
                <a:ext cx="2312689" cy="166461"/>
                <a:chOff x="6986588" y="3521075"/>
                <a:chExt cx="1654176" cy="119063"/>
              </a:xfrm>
            </p:grpSpPr>
            <p:sp>
              <p:nvSpPr>
                <p:cNvPr id="126"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7"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8"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9"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0"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1"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2"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3"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4"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5"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6"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7"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8"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9"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0"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grpSp>
      <p:sp>
        <p:nvSpPr>
          <p:cNvPr id="116" name="图片占位符 115"/>
          <p:cNvSpPr>
            <a:spLocks noGrp="1"/>
          </p:cNvSpPr>
          <p:nvPr>
            <p:ph type="pic" sz="quarter" idx="15"/>
          </p:nvPr>
        </p:nvSpPr>
        <p:spPr>
          <a:xfrm>
            <a:off x="7916864" y="0"/>
            <a:ext cx="409716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a:p>
        </p:txBody>
      </p:sp>
      <p:sp>
        <p:nvSpPr>
          <p:cNvPr id="230" name="任意形状 229"/>
          <p:cNvSpPr/>
          <p:nvPr userDrawn="1"/>
        </p:nvSpPr>
        <p:spPr>
          <a:xfrm>
            <a:off x="7812540" y="-86497"/>
            <a:ext cx="4270127" cy="7027086"/>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Tree>
    <p:extLst>
      <p:ext uri="{BB962C8B-B14F-4D97-AF65-F5344CB8AC3E}">
        <p14:creationId xmlns:p14="http://schemas.microsoft.com/office/powerpoint/2010/main" val="15120856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a:alphaModFix amt="3000"/>
            <a:lum contrast="100000"/>
          </a:blip>
          <a:stretch>
            <a:fillRect/>
          </a:stretch>
        </p:blipFill>
        <p:spPr>
          <a:xfrm>
            <a:off x="6782813" y="-271201"/>
            <a:ext cx="7356956" cy="7400402"/>
          </a:xfrm>
          <a:prstGeom prst="rect">
            <a:avLst/>
          </a:prstGeom>
        </p:spPr>
      </p:pic>
      <p:sp>
        <p:nvSpPr>
          <p:cNvPr id="8" name="矩形 7"/>
          <p:cNvSpPr/>
          <p:nvPr userDrawn="1"/>
        </p:nvSpPr>
        <p:spPr>
          <a:xfrm>
            <a:off x="-12646" y="0"/>
            <a:ext cx="17797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图片占位符 8"/>
          <p:cNvSpPr>
            <a:spLocks noGrp="1"/>
          </p:cNvSpPr>
          <p:nvPr>
            <p:ph type="pic" sz="quarter" idx="15"/>
          </p:nvPr>
        </p:nvSpPr>
        <p:spPr>
          <a:xfrm flipH="1">
            <a:off x="170624" y="0"/>
            <a:ext cx="409716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a:p>
        </p:txBody>
      </p:sp>
      <p:sp>
        <p:nvSpPr>
          <p:cNvPr id="10" name="任意形状 9"/>
          <p:cNvSpPr/>
          <p:nvPr userDrawn="1"/>
        </p:nvSpPr>
        <p:spPr>
          <a:xfrm flipH="1">
            <a:off x="33862" y="-98854"/>
            <a:ext cx="4332705" cy="7039443"/>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Tree>
    <p:extLst>
      <p:ext uri="{BB962C8B-B14F-4D97-AF65-F5344CB8AC3E}">
        <p14:creationId xmlns:p14="http://schemas.microsoft.com/office/powerpoint/2010/main" val="17564634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转场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alphaModFix amt="3000"/>
            <a:lum contrast="100000"/>
          </a:blip>
          <a:stretch>
            <a:fillRect/>
          </a:stretch>
        </p:blipFill>
        <p:spPr>
          <a:xfrm>
            <a:off x="8505934" y="-278834"/>
            <a:ext cx="7372131" cy="7415667"/>
          </a:xfrm>
          <a:prstGeom prst="rect">
            <a:avLst/>
          </a:prstGeom>
        </p:spPr>
      </p:pic>
      <p:pic>
        <p:nvPicPr>
          <p:cNvPr id="6" name="图片 5"/>
          <p:cNvPicPr>
            <a:picLocks noChangeAspect="1"/>
          </p:cNvPicPr>
          <p:nvPr userDrawn="1"/>
        </p:nvPicPr>
        <p:blipFill>
          <a:blip r:embed="rId2">
            <a:alphaModFix amt="3000"/>
            <a:lum contrast="100000"/>
          </a:blip>
          <a:stretch>
            <a:fillRect/>
          </a:stretch>
        </p:blipFill>
        <p:spPr>
          <a:xfrm>
            <a:off x="-3686066" y="-278834"/>
            <a:ext cx="7372131" cy="7415667"/>
          </a:xfrm>
          <a:prstGeom prst="rect">
            <a:avLst/>
          </a:prstGeom>
        </p:spPr>
      </p:pic>
      <p:grpSp>
        <p:nvGrpSpPr>
          <p:cNvPr id="7" name="íşḷïḑe"/>
          <p:cNvGrpSpPr/>
          <p:nvPr userDrawn="1"/>
        </p:nvGrpSpPr>
        <p:grpSpPr>
          <a:xfrm>
            <a:off x="10318826" y="6251198"/>
            <a:ext cx="1054401" cy="383497"/>
            <a:chOff x="4412452" y="3106738"/>
            <a:chExt cx="2312689" cy="841148"/>
          </a:xfrm>
        </p:grpSpPr>
        <p:grpSp>
          <p:nvGrpSpPr>
            <p:cNvPr id="8" name="îṥľíḑé"/>
            <p:cNvGrpSpPr/>
            <p:nvPr/>
          </p:nvGrpSpPr>
          <p:grpSpPr>
            <a:xfrm>
              <a:off x="4422776" y="3106738"/>
              <a:ext cx="2293937" cy="617538"/>
              <a:chOff x="4422776" y="3106738"/>
              <a:chExt cx="2293937" cy="617538"/>
            </a:xfrm>
          </p:grpSpPr>
          <p:sp>
            <p:nvSpPr>
              <p:cNvPr id="25"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5"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9" name="ïšľîḍê"/>
            <p:cNvGrpSpPr/>
            <p:nvPr/>
          </p:nvGrpSpPr>
          <p:grpSpPr>
            <a:xfrm>
              <a:off x="4412452" y="3781425"/>
              <a:ext cx="2312689" cy="166461"/>
              <a:chOff x="6986588" y="3521075"/>
              <a:chExt cx="1654176" cy="119063"/>
            </a:xfrm>
          </p:grpSpPr>
          <p:sp>
            <p:nvSpPr>
              <p:cNvPr id="10"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2"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3"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4"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spTree>
    <p:extLst>
      <p:ext uri="{BB962C8B-B14F-4D97-AF65-F5344CB8AC3E}">
        <p14:creationId xmlns:p14="http://schemas.microsoft.com/office/powerpoint/2010/main" val="16873135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结尾版式1">
    <p:spTree>
      <p:nvGrpSpPr>
        <p:cNvPr id="1" name=""/>
        <p:cNvGrpSpPr/>
        <p:nvPr/>
      </p:nvGrpSpPr>
      <p:grpSpPr>
        <a:xfrm>
          <a:off x="0" y="0"/>
          <a:ext cx="0" cy="0"/>
          <a:chOff x="0" y="0"/>
          <a:chExt cx="0" cy="0"/>
        </a:xfrm>
      </p:grpSpPr>
      <p:sp>
        <p:nvSpPr>
          <p:cNvPr id="6" name="副标题 2"/>
          <p:cNvSpPr>
            <a:spLocks noGrp="1"/>
          </p:cNvSpPr>
          <p:nvPr>
            <p:ph type="subTitle" idx="1"/>
          </p:nvPr>
        </p:nvSpPr>
        <p:spPr>
          <a:xfrm>
            <a:off x="803275" y="3658405"/>
            <a:ext cx="5292725" cy="508452"/>
          </a:xfrm>
          <a:prstGeom prst="rect">
            <a:avLst/>
          </a:prstGeom>
        </p:spPr>
        <p:txBody>
          <a:bodyPr lIns="0">
            <a:normAutofit/>
          </a:bodyPr>
          <a:lstStyle>
            <a:lvl1pPr marL="0" indent="0" algn="dist">
              <a:lnSpc>
                <a:spcPct val="120000"/>
              </a:lnSpc>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12" name="文本占位符 111"/>
          <p:cNvSpPr>
            <a:spLocks noGrp="1"/>
          </p:cNvSpPr>
          <p:nvPr>
            <p:ph type="body" sz="quarter" idx="14"/>
          </p:nvPr>
        </p:nvSpPr>
        <p:spPr>
          <a:xfrm>
            <a:off x="803275" y="1130300"/>
            <a:ext cx="5292726" cy="2501900"/>
          </a:xfrm>
          <a:prstGeom prst="rect">
            <a:avLst/>
          </a:prstGeom>
        </p:spPr>
        <p:txBody>
          <a:bodyPr anchor="b" anchorCtr="0">
            <a:normAutofit/>
          </a:bodyPr>
          <a:lstStyle>
            <a:lvl1pPr marL="0" indent="0" algn="dist">
              <a:buNone/>
              <a:defRPr sz="4400" b="1">
                <a:solidFill>
                  <a:schemeClr val="accent2"/>
                </a:solidFill>
              </a:defRPr>
            </a:lvl1pPr>
          </a:lstStyle>
          <a:p>
            <a:pPr lvl="0"/>
            <a:r>
              <a:rPr kumimoji="1" lang="zh-CN" altLang="en-US" dirty="0"/>
              <a:t>单击此处编辑母版文本样式</a:t>
            </a:r>
          </a:p>
        </p:txBody>
      </p:sp>
      <p:sp>
        <p:nvSpPr>
          <p:cNvPr id="113" name="日期占位符 3"/>
          <p:cNvSpPr txBox="1"/>
          <p:nvPr userDrawn="1"/>
        </p:nvSpPr>
        <p:spPr>
          <a:xfrm>
            <a:off x="803274" y="6235699"/>
            <a:ext cx="2921000" cy="365125"/>
          </a:xfrm>
          <a:prstGeom prst="rect">
            <a:avLst/>
          </a:prstGeom>
        </p:spPr>
        <p:txBody>
          <a:bodyPr vert="horz" lIns="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自强、弘毅、求是、拓新</a:t>
            </a:r>
          </a:p>
        </p:txBody>
      </p:sp>
      <p:grpSp>
        <p:nvGrpSpPr>
          <p:cNvPr id="115" name="组合 114"/>
          <p:cNvGrpSpPr/>
          <p:nvPr userDrawn="1"/>
        </p:nvGrpSpPr>
        <p:grpSpPr>
          <a:xfrm>
            <a:off x="817123" y="468793"/>
            <a:ext cx="1480571" cy="458860"/>
            <a:chOff x="2558030" y="228446"/>
            <a:chExt cx="6774643" cy="2099603"/>
          </a:xfrm>
        </p:grpSpPr>
        <p:grpSp>
          <p:nvGrpSpPr>
            <p:cNvPr id="116" name="íšḻîďê"/>
            <p:cNvGrpSpPr/>
            <p:nvPr userDrawn="1"/>
          </p:nvGrpSpPr>
          <p:grpSpPr>
            <a:xfrm>
              <a:off x="2558030" y="228446"/>
              <a:ext cx="2085857" cy="2099603"/>
              <a:chOff x="3551238" y="3067050"/>
              <a:chExt cx="722313" cy="727075"/>
            </a:xfrm>
          </p:grpSpPr>
          <p:sp>
            <p:nvSpPr>
              <p:cNvPr id="146"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7"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a:p>
            </p:txBody>
          </p:sp>
          <p:sp>
            <p:nvSpPr>
              <p:cNvPr id="148"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9"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0"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1"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2"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3"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4"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5"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6"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7"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8"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9"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0"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1"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2"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3"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4"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5"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6"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7"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8"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9"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0"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1"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2"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173"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4"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5"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6"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177"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178"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179"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0"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1"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2"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3"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4"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5"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6"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7"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8"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9"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0"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1"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2"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3"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4"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5"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6"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7"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8"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9"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0"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1"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2"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3"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4"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5"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6"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7"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8"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9"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0"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1"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2"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3"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4"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5"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17" name="íşḷïḑe"/>
            <p:cNvGrpSpPr/>
            <p:nvPr userDrawn="1"/>
          </p:nvGrpSpPr>
          <p:grpSpPr>
            <a:xfrm>
              <a:off x="4894762" y="471192"/>
              <a:ext cx="4437911" cy="1614111"/>
              <a:chOff x="4412452" y="3106738"/>
              <a:chExt cx="2312689" cy="841148"/>
            </a:xfrm>
          </p:grpSpPr>
          <p:grpSp>
            <p:nvGrpSpPr>
              <p:cNvPr id="118" name="îṥľíḑé"/>
              <p:cNvGrpSpPr/>
              <p:nvPr/>
            </p:nvGrpSpPr>
            <p:grpSpPr>
              <a:xfrm>
                <a:off x="4422776" y="3106738"/>
                <a:ext cx="2293937" cy="617538"/>
                <a:chOff x="4422776" y="3106738"/>
                <a:chExt cx="2293937" cy="617538"/>
              </a:xfrm>
            </p:grpSpPr>
            <p:sp>
              <p:nvSpPr>
                <p:cNvPr id="135"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6"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7"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8"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9"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0"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1"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2"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3"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4"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5"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119" name="ïšľîḍê"/>
              <p:cNvGrpSpPr/>
              <p:nvPr/>
            </p:nvGrpSpPr>
            <p:grpSpPr>
              <a:xfrm>
                <a:off x="4412452" y="3781425"/>
                <a:ext cx="2312689" cy="166461"/>
                <a:chOff x="6986588" y="3521075"/>
                <a:chExt cx="1654176" cy="119063"/>
              </a:xfrm>
            </p:grpSpPr>
            <p:sp>
              <p:nvSpPr>
                <p:cNvPr id="120"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1"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2"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3"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4"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5"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6"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7"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8"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9"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0"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1"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2"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3"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4"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grpSp>
      <p:sp>
        <p:nvSpPr>
          <p:cNvPr id="216" name="矩形 215"/>
          <p:cNvSpPr/>
          <p:nvPr userDrawn="1"/>
        </p:nvSpPr>
        <p:spPr>
          <a:xfrm>
            <a:off x="12014027" y="0"/>
            <a:ext cx="17797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7" name="图片占位符 216"/>
          <p:cNvSpPr>
            <a:spLocks noGrp="1"/>
          </p:cNvSpPr>
          <p:nvPr>
            <p:ph type="pic" sz="quarter" idx="15"/>
          </p:nvPr>
        </p:nvSpPr>
        <p:spPr>
          <a:xfrm>
            <a:off x="7916864" y="0"/>
            <a:ext cx="409716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a:p>
        </p:txBody>
      </p:sp>
      <p:sp>
        <p:nvSpPr>
          <p:cNvPr id="218" name="任意形状 217"/>
          <p:cNvSpPr/>
          <p:nvPr userDrawn="1"/>
        </p:nvSpPr>
        <p:spPr>
          <a:xfrm>
            <a:off x="7812540" y="-86497"/>
            <a:ext cx="4270127" cy="7027086"/>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Tree>
    <p:extLst>
      <p:ext uri="{BB962C8B-B14F-4D97-AF65-F5344CB8AC3E}">
        <p14:creationId xmlns:p14="http://schemas.microsoft.com/office/powerpoint/2010/main" val="41676882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结尾版式2">
    <p:spTree>
      <p:nvGrpSpPr>
        <p:cNvPr id="1" name=""/>
        <p:cNvGrpSpPr/>
        <p:nvPr/>
      </p:nvGrpSpPr>
      <p:grpSpPr>
        <a:xfrm>
          <a:off x="0" y="0"/>
          <a:ext cx="0" cy="0"/>
          <a:chOff x="0" y="0"/>
          <a:chExt cx="0" cy="0"/>
        </a:xfrm>
      </p:grpSpPr>
      <p:sp>
        <p:nvSpPr>
          <p:cNvPr id="37" name="任意形状 36"/>
          <p:cNvSpPr/>
          <p:nvPr userDrawn="1"/>
        </p:nvSpPr>
        <p:spPr>
          <a:xfrm>
            <a:off x="-134112" y="-106934"/>
            <a:ext cx="12468264" cy="3829332"/>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
        <p:nvSpPr>
          <p:cNvPr id="9" name="图片占位符 8"/>
          <p:cNvSpPr>
            <a:spLocks noGrp="1"/>
          </p:cNvSpPr>
          <p:nvPr>
            <p:ph type="pic" sz="quarter" idx="15"/>
          </p:nvPr>
        </p:nvSpPr>
        <p:spPr>
          <a:xfrm>
            <a:off x="0" y="0"/>
            <a:ext cx="12192000" cy="3632200"/>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p:spPr>
        <p:txBody>
          <a:bodyPr wrap="square">
            <a:noAutofit/>
          </a:bodyPr>
          <a:lstStyle/>
          <a:p>
            <a:endParaRPr kumimoji="1" lang="zh-CN" altLang="en-US" dirty="0"/>
          </a:p>
        </p:txBody>
      </p:sp>
      <p:grpSp>
        <p:nvGrpSpPr>
          <p:cNvPr id="2" name="íşḷïḑe"/>
          <p:cNvGrpSpPr/>
          <p:nvPr userDrawn="1"/>
        </p:nvGrpSpPr>
        <p:grpSpPr>
          <a:xfrm>
            <a:off x="10318826" y="6251198"/>
            <a:ext cx="1054401" cy="383497"/>
            <a:chOff x="4412452" y="3106738"/>
            <a:chExt cx="2312689" cy="841148"/>
          </a:xfrm>
        </p:grpSpPr>
        <p:grpSp>
          <p:nvGrpSpPr>
            <p:cNvPr id="5" name="îṥľíḑé"/>
            <p:cNvGrpSpPr/>
            <p:nvPr/>
          </p:nvGrpSpPr>
          <p:grpSpPr>
            <a:xfrm>
              <a:off x="4422776" y="3106738"/>
              <a:ext cx="2293937" cy="617538"/>
              <a:chOff x="4422776" y="3106738"/>
              <a:chExt cx="2293937" cy="617538"/>
            </a:xfrm>
          </p:grpSpPr>
          <p:sp>
            <p:nvSpPr>
              <p:cNvPr id="53"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4"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5"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6"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7"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8"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9"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0"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1"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2"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63"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6" name="ïšľîḍê"/>
            <p:cNvGrpSpPr/>
            <p:nvPr/>
          </p:nvGrpSpPr>
          <p:grpSpPr>
            <a:xfrm>
              <a:off x="4412452" y="3781425"/>
              <a:ext cx="2312689" cy="166461"/>
              <a:chOff x="6986588" y="3521075"/>
              <a:chExt cx="1654176" cy="119063"/>
            </a:xfrm>
          </p:grpSpPr>
          <p:sp>
            <p:nvSpPr>
              <p:cNvPr id="38"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0"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1"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2"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3"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4"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5"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6"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7"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8"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9"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0"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1"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2"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spTree>
    <p:extLst>
      <p:ext uri="{BB962C8B-B14F-4D97-AF65-F5344CB8AC3E}">
        <p14:creationId xmlns:p14="http://schemas.microsoft.com/office/powerpoint/2010/main" val="12223161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2" name="标题 1"/>
          <p:cNvSpPr>
            <a:spLocks noGrp="1"/>
          </p:cNvSpPr>
          <p:nvPr>
            <p:ph type="title"/>
          </p:nvPr>
        </p:nvSpPr>
        <p:spPr>
          <a:xfrm>
            <a:off x="803275" y="393486"/>
            <a:ext cx="8970989" cy="663575"/>
          </a:xfrm>
          <a:prstGeom prst="rect">
            <a:avLst/>
          </a:prstGeom>
        </p:spPr>
        <p:txBody>
          <a:bodyPr lIns="0"/>
          <a:lstStyle>
            <a:lvl1pPr>
              <a:defRPr sz="3600" b="1">
                <a:solidFill>
                  <a:schemeClr val="accent2"/>
                </a:solidFill>
                <a:latin typeface="方正小标宋简体" panose="03000509000000000000" pitchFamily="2" charset="-122"/>
                <a:ea typeface="方正小标宋简体" panose="03000509000000000000" pitchFamily="2" charset="-122"/>
              </a:defRPr>
            </a:lvl1pPr>
          </a:lstStyle>
          <a:p>
            <a:r>
              <a:rPr lang="zh-CN" altLang="en-US" dirty="0"/>
              <a:t>单击此处编辑母版标题样式</a:t>
            </a:r>
          </a:p>
        </p:txBody>
      </p:sp>
      <p:grpSp>
        <p:nvGrpSpPr>
          <p:cNvPr id="245" name="组合 244"/>
          <p:cNvGrpSpPr/>
          <p:nvPr userDrawn="1"/>
        </p:nvGrpSpPr>
        <p:grpSpPr>
          <a:xfrm>
            <a:off x="9895088" y="468793"/>
            <a:ext cx="1480571" cy="458860"/>
            <a:chOff x="2558030" y="228446"/>
            <a:chExt cx="6774643" cy="2099603"/>
          </a:xfrm>
        </p:grpSpPr>
        <p:grpSp>
          <p:nvGrpSpPr>
            <p:cNvPr id="246" name="íšḻîďê"/>
            <p:cNvGrpSpPr/>
            <p:nvPr userDrawn="1"/>
          </p:nvGrpSpPr>
          <p:grpSpPr>
            <a:xfrm>
              <a:off x="2558030" y="228446"/>
              <a:ext cx="2085857" cy="2099603"/>
              <a:chOff x="3551238" y="3067050"/>
              <a:chExt cx="722313" cy="727075"/>
            </a:xfrm>
          </p:grpSpPr>
          <p:sp>
            <p:nvSpPr>
              <p:cNvPr id="276"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7"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a:p>
            </p:txBody>
          </p:sp>
          <p:sp>
            <p:nvSpPr>
              <p:cNvPr id="278"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9"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0"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1"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2"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7"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8"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9"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0"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1"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2"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3"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4"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5"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6"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7"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8"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9"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5"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6"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3"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4"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5"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6"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7"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8"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9"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0"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1"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2"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3"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4"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5"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6"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7"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8"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9"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5"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7" name="íşḷïḑe"/>
            <p:cNvGrpSpPr/>
            <p:nvPr userDrawn="1"/>
          </p:nvGrpSpPr>
          <p:grpSpPr>
            <a:xfrm>
              <a:off x="4894762" y="471192"/>
              <a:ext cx="4437911" cy="1614111"/>
              <a:chOff x="4412452" y="3106738"/>
              <a:chExt cx="2312689" cy="841148"/>
            </a:xfrm>
          </p:grpSpPr>
          <p:grpSp>
            <p:nvGrpSpPr>
              <p:cNvPr id="248" name="îṥľíḑé"/>
              <p:cNvGrpSpPr/>
              <p:nvPr/>
            </p:nvGrpSpPr>
            <p:grpSpPr>
              <a:xfrm>
                <a:off x="4422776" y="3106738"/>
                <a:ext cx="2293937" cy="617538"/>
                <a:chOff x="4422776" y="3106738"/>
                <a:chExt cx="2293937" cy="617538"/>
              </a:xfrm>
            </p:grpSpPr>
            <p:sp>
              <p:nvSpPr>
                <p:cNvPr id="265"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6"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7"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8"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9"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0"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1"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2"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3"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4"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5"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9" name="ïšľîḍê"/>
              <p:cNvGrpSpPr/>
              <p:nvPr/>
            </p:nvGrpSpPr>
            <p:grpSpPr>
              <a:xfrm>
                <a:off x="4412452" y="3781425"/>
                <a:ext cx="2312689" cy="166461"/>
                <a:chOff x="6986588" y="3521075"/>
                <a:chExt cx="1654176" cy="119063"/>
              </a:xfrm>
            </p:grpSpPr>
            <p:sp>
              <p:nvSpPr>
                <p:cNvPr id="250"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1"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2"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3"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4"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5"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6"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7"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8"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9"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0"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1"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2"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3"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4"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grpSp>
      <p:cxnSp>
        <p:nvCxnSpPr>
          <p:cNvPr id="4" name="直线连接符 3"/>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spTree>
    <p:extLst>
      <p:ext uri="{BB962C8B-B14F-4D97-AF65-F5344CB8AC3E}">
        <p14:creationId xmlns:p14="http://schemas.microsoft.com/office/powerpoint/2010/main" val="41722802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引用">
    <p:spTree>
      <p:nvGrpSpPr>
        <p:cNvPr id="1" name=""/>
        <p:cNvGrpSpPr/>
        <p:nvPr/>
      </p:nvGrpSpPr>
      <p:grpSpPr>
        <a:xfrm>
          <a:off x="0" y="0"/>
          <a:ext cx="0" cy="0"/>
          <a:chOff x="0" y="0"/>
          <a:chExt cx="0" cy="0"/>
        </a:xfrm>
      </p:grpSpPr>
      <p:sp>
        <p:nvSpPr>
          <p:cNvPr id="2" name="标题 1"/>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p:cNvGrpSpPr/>
          <p:nvPr userDrawn="1"/>
        </p:nvGrpSpPr>
        <p:grpSpPr>
          <a:xfrm>
            <a:off x="9895088" y="468793"/>
            <a:ext cx="1480571" cy="458860"/>
            <a:chOff x="2558030" y="228446"/>
            <a:chExt cx="6774643" cy="2099603"/>
          </a:xfrm>
        </p:grpSpPr>
        <p:grpSp>
          <p:nvGrpSpPr>
            <p:cNvPr id="246" name="íšḻîďê"/>
            <p:cNvGrpSpPr/>
            <p:nvPr userDrawn="1"/>
          </p:nvGrpSpPr>
          <p:grpSpPr>
            <a:xfrm>
              <a:off x="2558030" y="228446"/>
              <a:ext cx="2085857" cy="2099603"/>
              <a:chOff x="3551238" y="3067050"/>
              <a:chExt cx="722313" cy="727075"/>
            </a:xfrm>
          </p:grpSpPr>
          <p:sp>
            <p:nvSpPr>
              <p:cNvPr id="276"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7"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a:p>
            </p:txBody>
          </p:sp>
          <p:sp>
            <p:nvSpPr>
              <p:cNvPr id="278"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9"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0"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1"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2"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7"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8"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9"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0"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1"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2"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3"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4"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5"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6"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7"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8"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9"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5"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6"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3"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4"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5"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6"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7"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8"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9"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0"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1"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2"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3"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4"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5"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6"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7"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8"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9"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5"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7" name="íşḷïḑe"/>
            <p:cNvGrpSpPr/>
            <p:nvPr userDrawn="1"/>
          </p:nvGrpSpPr>
          <p:grpSpPr>
            <a:xfrm>
              <a:off x="4894762" y="471192"/>
              <a:ext cx="4437911" cy="1614111"/>
              <a:chOff x="4412452" y="3106738"/>
              <a:chExt cx="2312689" cy="841148"/>
            </a:xfrm>
          </p:grpSpPr>
          <p:grpSp>
            <p:nvGrpSpPr>
              <p:cNvPr id="248" name="îṥľíḑé"/>
              <p:cNvGrpSpPr/>
              <p:nvPr/>
            </p:nvGrpSpPr>
            <p:grpSpPr>
              <a:xfrm>
                <a:off x="4422776" y="3106738"/>
                <a:ext cx="2293937" cy="617538"/>
                <a:chOff x="4422776" y="3106738"/>
                <a:chExt cx="2293937" cy="617538"/>
              </a:xfrm>
            </p:grpSpPr>
            <p:sp>
              <p:nvSpPr>
                <p:cNvPr id="265"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6"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7"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8"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9"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0"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1"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2"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3"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4"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5"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9" name="ïšľîḍê"/>
              <p:cNvGrpSpPr/>
              <p:nvPr/>
            </p:nvGrpSpPr>
            <p:grpSpPr>
              <a:xfrm>
                <a:off x="4412452" y="3781425"/>
                <a:ext cx="2312689" cy="166461"/>
                <a:chOff x="6986588" y="3521075"/>
                <a:chExt cx="1654176" cy="119063"/>
              </a:xfrm>
            </p:grpSpPr>
            <p:sp>
              <p:nvSpPr>
                <p:cNvPr id="250"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1"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2"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3"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4"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5"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6"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7"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8"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9"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0"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1"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2"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3"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4"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grpSp>
      <p:cxnSp>
        <p:nvCxnSpPr>
          <p:cNvPr id="4" name="直线连接符 3"/>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grpSp>
        <p:nvGrpSpPr>
          <p:cNvPr id="108" name="组合 107"/>
          <p:cNvGrpSpPr/>
          <p:nvPr userDrawn="1"/>
        </p:nvGrpSpPr>
        <p:grpSpPr>
          <a:xfrm flipH="1">
            <a:off x="7081926" y="1542464"/>
            <a:ext cx="3346546" cy="2744651"/>
            <a:chOff x="5391486" y="1250127"/>
            <a:chExt cx="1521247" cy="1247642"/>
          </a:xfrm>
        </p:grpSpPr>
        <p:sp>
          <p:nvSpPr>
            <p:cNvPr id="109" name="任意形状 108"/>
            <p:cNvSpPr/>
            <p:nvPr/>
          </p:nvSpPr>
          <p:spPr>
            <a:xfrm>
              <a:off x="5391486" y="1250127"/>
              <a:ext cx="634765" cy="1247642"/>
            </a:xfrm>
            <a:custGeom>
              <a:avLst/>
              <a:gdLst/>
              <a:ahLst/>
              <a:cxnLst/>
              <a:rect l="l" t="t" r="r" b="b"/>
              <a:pathLst>
                <a:path w="634765" h="1247642">
                  <a:moveTo>
                    <a:pt x="353863" y="0"/>
                  </a:moveTo>
                  <a:lnTo>
                    <a:pt x="598284" y="0"/>
                  </a:lnTo>
                  <a:lnTo>
                    <a:pt x="324678" y="612877"/>
                  </a:lnTo>
                  <a:lnTo>
                    <a:pt x="634765" y="612877"/>
                  </a:lnTo>
                  <a:lnTo>
                    <a:pt x="634765" y="1247642"/>
                  </a:lnTo>
                  <a:lnTo>
                    <a:pt x="0" y="1247642"/>
                  </a:lnTo>
                  <a:lnTo>
                    <a:pt x="0" y="609229"/>
                  </a:lnTo>
                  <a:lnTo>
                    <a:pt x="353863" y="0"/>
                  </a:lnTo>
                  <a:close/>
                </a:path>
              </a:pathLst>
            </a:custGeom>
            <a:solidFill>
              <a:schemeClr val="tx2">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111" name="任意形状 110"/>
            <p:cNvSpPr/>
            <p:nvPr/>
          </p:nvSpPr>
          <p:spPr>
            <a:xfrm>
              <a:off x="6277968" y="1250127"/>
              <a:ext cx="634765" cy="1247642"/>
            </a:xfrm>
            <a:custGeom>
              <a:avLst/>
              <a:gdLst/>
              <a:ahLst/>
              <a:cxnLst/>
              <a:rect l="l" t="t" r="r" b="b"/>
              <a:pathLst>
                <a:path w="634765" h="1247642">
                  <a:moveTo>
                    <a:pt x="353863" y="0"/>
                  </a:moveTo>
                  <a:lnTo>
                    <a:pt x="598284" y="0"/>
                  </a:lnTo>
                  <a:lnTo>
                    <a:pt x="324678" y="612877"/>
                  </a:lnTo>
                  <a:lnTo>
                    <a:pt x="634765" y="612877"/>
                  </a:lnTo>
                  <a:lnTo>
                    <a:pt x="634765" y="1247642"/>
                  </a:lnTo>
                  <a:lnTo>
                    <a:pt x="0" y="1247642"/>
                  </a:lnTo>
                  <a:lnTo>
                    <a:pt x="0" y="609229"/>
                  </a:lnTo>
                  <a:lnTo>
                    <a:pt x="353863" y="0"/>
                  </a:lnTo>
                  <a:close/>
                </a:path>
              </a:pathLst>
            </a:custGeom>
            <a:solidFill>
              <a:schemeClr val="tx2">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grpSp>
      <p:sp>
        <p:nvSpPr>
          <p:cNvPr id="113" name="矩形标注 112"/>
          <p:cNvSpPr/>
          <p:nvPr userDrawn="1"/>
        </p:nvSpPr>
        <p:spPr>
          <a:xfrm>
            <a:off x="4295775" y="1792186"/>
            <a:ext cx="7092949" cy="3985468"/>
          </a:xfrm>
          <a:prstGeom prst="wedgeRectCallout">
            <a:avLst>
              <a:gd name="adj1" fmla="val -57128"/>
              <a:gd name="adj2" fmla="val -8009"/>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nSpc>
                <a:spcPct val="130000"/>
              </a:lnSpc>
            </a:pPr>
            <a:endParaRPr kumimoji="1" lang="en-US" altLang="zh-CN" sz="2000" dirty="0">
              <a:solidFill>
                <a:schemeClr val="tx1">
                  <a:lumMod val="75000"/>
                  <a:lumOff val="25000"/>
                </a:schemeClr>
              </a:solidFill>
            </a:endParaRPr>
          </a:p>
          <a:p>
            <a:pPr>
              <a:lnSpc>
                <a:spcPct val="130000"/>
              </a:lnSpc>
            </a:pPr>
            <a:endParaRPr kumimoji="1" lang="en-US" altLang="zh-CN" sz="2000" dirty="0">
              <a:solidFill>
                <a:schemeClr val="tx1">
                  <a:lumMod val="75000"/>
                  <a:lumOff val="25000"/>
                </a:schemeClr>
              </a:solidFill>
            </a:endParaRPr>
          </a:p>
          <a:p>
            <a:pPr>
              <a:lnSpc>
                <a:spcPct val="130000"/>
              </a:lnSpc>
            </a:pPr>
            <a:endParaRPr kumimoji="1" lang="en-US" altLang="zh-CN" sz="2000" dirty="0">
              <a:solidFill>
                <a:schemeClr val="tx1">
                  <a:lumMod val="75000"/>
                  <a:lumOff val="25000"/>
                </a:schemeClr>
              </a:solidFill>
            </a:endParaRPr>
          </a:p>
        </p:txBody>
      </p:sp>
      <p:sp>
        <p:nvSpPr>
          <p:cNvPr id="114" name="椭圆 113"/>
          <p:cNvSpPr/>
          <p:nvPr userDrawn="1"/>
        </p:nvSpPr>
        <p:spPr>
          <a:xfrm>
            <a:off x="994874" y="1801406"/>
            <a:ext cx="2586526" cy="2586526"/>
          </a:xfrm>
          <a:prstGeom prst="ellipse">
            <a:avLst/>
          </a:prstGeom>
          <a:noFill/>
          <a:ln cmpd="thickThin">
            <a:solidFill>
              <a:schemeClr val="accent2"/>
            </a:solidFill>
            <a:prstDash val="dash"/>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117" name="图片占位符 116"/>
          <p:cNvSpPr>
            <a:spLocks noGrp="1"/>
          </p:cNvSpPr>
          <p:nvPr>
            <p:ph type="pic" sz="quarter" idx="10"/>
          </p:nvPr>
        </p:nvSpPr>
        <p:spPr>
          <a:xfrm>
            <a:off x="1139471" y="1946004"/>
            <a:ext cx="2297332" cy="2297332"/>
          </a:xfrm>
          <a:custGeom>
            <a:avLst/>
            <a:gdLst>
              <a:gd name="connsiteX0" fmla="*/ 1148666 w 2297332"/>
              <a:gd name="connsiteY0" fmla="*/ 0 h 2297332"/>
              <a:gd name="connsiteX1" fmla="*/ 2297332 w 2297332"/>
              <a:gd name="connsiteY1" fmla="*/ 1148666 h 2297332"/>
              <a:gd name="connsiteX2" fmla="*/ 1148666 w 2297332"/>
              <a:gd name="connsiteY2" fmla="*/ 2297332 h 2297332"/>
              <a:gd name="connsiteX3" fmla="*/ 0 w 2297332"/>
              <a:gd name="connsiteY3" fmla="*/ 1148666 h 2297332"/>
              <a:gd name="connsiteX4" fmla="*/ 1148666 w 2297332"/>
              <a:gd name="connsiteY4" fmla="*/ 0 h 2297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332" h="2297332">
                <a:moveTo>
                  <a:pt x="1148666" y="0"/>
                </a:moveTo>
                <a:cubicBezTo>
                  <a:pt x="1783057" y="0"/>
                  <a:pt x="2297332" y="514275"/>
                  <a:pt x="2297332" y="1148666"/>
                </a:cubicBezTo>
                <a:cubicBezTo>
                  <a:pt x="2297332" y="1783057"/>
                  <a:pt x="1783057" y="2297332"/>
                  <a:pt x="1148666" y="2297332"/>
                </a:cubicBezTo>
                <a:cubicBezTo>
                  <a:pt x="514275" y="2297332"/>
                  <a:pt x="0" y="1783057"/>
                  <a:pt x="0" y="1148666"/>
                </a:cubicBezTo>
                <a:cubicBezTo>
                  <a:pt x="0" y="514275"/>
                  <a:pt x="514275" y="0"/>
                  <a:pt x="1148666" y="0"/>
                </a:cubicBezTo>
                <a:close/>
              </a:path>
            </a:pathLst>
          </a:custGeom>
          <a:ln w="12700">
            <a:solidFill>
              <a:schemeClr val="accent2"/>
            </a:solidFill>
          </a:ln>
        </p:spPr>
        <p:txBody>
          <a:bodyPr wrap="square">
            <a:noAutofit/>
          </a:bodyPr>
          <a:lstStyle/>
          <a:p>
            <a:endParaRPr kumimoji="1" lang="zh-CN" altLang="en-US"/>
          </a:p>
        </p:txBody>
      </p:sp>
    </p:spTree>
    <p:extLst>
      <p:ext uri="{BB962C8B-B14F-4D97-AF65-F5344CB8AC3E}">
        <p14:creationId xmlns:p14="http://schemas.microsoft.com/office/powerpoint/2010/main" val="4053018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单张图片1">
    <p:spTree>
      <p:nvGrpSpPr>
        <p:cNvPr id="1" name=""/>
        <p:cNvGrpSpPr/>
        <p:nvPr/>
      </p:nvGrpSpPr>
      <p:grpSpPr>
        <a:xfrm>
          <a:off x="0" y="0"/>
          <a:ext cx="0" cy="0"/>
          <a:chOff x="0" y="0"/>
          <a:chExt cx="0" cy="0"/>
        </a:xfrm>
      </p:grpSpPr>
      <p:sp>
        <p:nvSpPr>
          <p:cNvPr id="2" name="标题 1"/>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p:cNvGrpSpPr/>
          <p:nvPr userDrawn="1"/>
        </p:nvGrpSpPr>
        <p:grpSpPr>
          <a:xfrm>
            <a:off x="9895088" y="468793"/>
            <a:ext cx="1480571" cy="458860"/>
            <a:chOff x="2558030" y="228446"/>
            <a:chExt cx="6774643" cy="2099603"/>
          </a:xfrm>
        </p:grpSpPr>
        <p:grpSp>
          <p:nvGrpSpPr>
            <p:cNvPr id="246" name="íšḻîďê"/>
            <p:cNvGrpSpPr/>
            <p:nvPr userDrawn="1"/>
          </p:nvGrpSpPr>
          <p:grpSpPr>
            <a:xfrm>
              <a:off x="2558030" y="228446"/>
              <a:ext cx="2085857" cy="2099603"/>
              <a:chOff x="3551238" y="3067050"/>
              <a:chExt cx="722313" cy="727075"/>
            </a:xfrm>
          </p:grpSpPr>
          <p:sp>
            <p:nvSpPr>
              <p:cNvPr id="276"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7"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a:p>
            </p:txBody>
          </p:sp>
          <p:sp>
            <p:nvSpPr>
              <p:cNvPr id="278"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9"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0"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1"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2"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7"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8"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9"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0"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1"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2"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3"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4"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5"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6"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7"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8"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9"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5"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6"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3"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4"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5"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6"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7"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8"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9"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0"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1"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2"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3"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4"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5"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6"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7"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8"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9"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5"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7" name="íşḷïḑe"/>
            <p:cNvGrpSpPr/>
            <p:nvPr userDrawn="1"/>
          </p:nvGrpSpPr>
          <p:grpSpPr>
            <a:xfrm>
              <a:off x="4894762" y="471192"/>
              <a:ext cx="4437911" cy="1614111"/>
              <a:chOff x="4412452" y="3106738"/>
              <a:chExt cx="2312689" cy="841148"/>
            </a:xfrm>
          </p:grpSpPr>
          <p:grpSp>
            <p:nvGrpSpPr>
              <p:cNvPr id="248" name="îṥľíḑé"/>
              <p:cNvGrpSpPr/>
              <p:nvPr/>
            </p:nvGrpSpPr>
            <p:grpSpPr>
              <a:xfrm>
                <a:off x="4422776" y="3106738"/>
                <a:ext cx="2293937" cy="617538"/>
                <a:chOff x="4422776" y="3106738"/>
                <a:chExt cx="2293937" cy="617538"/>
              </a:xfrm>
            </p:grpSpPr>
            <p:sp>
              <p:nvSpPr>
                <p:cNvPr id="265"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6"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7"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8"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9"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0"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1"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2"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3"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4"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5"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9" name="ïšľîḍê"/>
              <p:cNvGrpSpPr/>
              <p:nvPr/>
            </p:nvGrpSpPr>
            <p:grpSpPr>
              <a:xfrm>
                <a:off x="4412452" y="3781425"/>
                <a:ext cx="2312689" cy="166461"/>
                <a:chOff x="6986588" y="3521075"/>
                <a:chExt cx="1654176" cy="119063"/>
              </a:xfrm>
            </p:grpSpPr>
            <p:sp>
              <p:nvSpPr>
                <p:cNvPr id="250"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1"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2"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3"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4"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5"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6"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7"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8"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9"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0"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1"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2"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3"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4"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grpSp>
      <p:cxnSp>
        <p:nvCxnSpPr>
          <p:cNvPr id="4" name="直线连接符 3"/>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grpSp>
        <p:nvGrpSpPr>
          <p:cNvPr id="107" name="组合 106"/>
          <p:cNvGrpSpPr/>
          <p:nvPr userDrawn="1"/>
        </p:nvGrpSpPr>
        <p:grpSpPr>
          <a:xfrm>
            <a:off x="803275" y="1402933"/>
            <a:ext cx="5296364" cy="4835897"/>
            <a:chOff x="803275" y="1402933"/>
            <a:chExt cx="5296364" cy="4835897"/>
          </a:xfrm>
        </p:grpSpPr>
        <p:sp>
          <p:nvSpPr>
            <p:cNvPr id="108" name="矩形 107"/>
            <p:cNvSpPr/>
            <p:nvPr/>
          </p:nvSpPr>
          <p:spPr>
            <a:xfrm>
              <a:off x="806914" y="1402933"/>
              <a:ext cx="5292725" cy="483276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sp>
          <p:nvSpPr>
            <p:cNvPr id="109" name="矩形 108"/>
            <p:cNvSpPr/>
            <p:nvPr/>
          </p:nvSpPr>
          <p:spPr>
            <a:xfrm>
              <a:off x="803275" y="1402933"/>
              <a:ext cx="136003" cy="110206"/>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11" name="矩形 110"/>
            <p:cNvSpPr/>
            <p:nvPr/>
          </p:nvSpPr>
          <p:spPr>
            <a:xfrm>
              <a:off x="5959997" y="1402933"/>
              <a:ext cx="136003" cy="110206"/>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12" name="矩形 111"/>
            <p:cNvSpPr/>
            <p:nvPr/>
          </p:nvSpPr>
          <p:spPr>
            <a:xfrm>
              <a:off x="808355" y="6111435"/>
              <a:ext cx="136003" cy="127395"/>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13" name="矩形 112"/>
            <p:cNvSpPr/>
            <p:nvPr/>
          </p:nvSpPr>
          <p:spPr>
            <a:xfrm>
              <a:off x="5959997" y="6111435"/>
              <a:ext cx="136003" cy="127395"/>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sp>
        <p:nvSpPr>
          <p:cNvPr id="5" name="图片占位符 4"/>
          <p:cNvSpPr>
            <a:spLocks noGrp="1"/>
          </p:cNvSpPr>
          <p:nvPr>
            <p:ph type="pic" sz="quarter" idx="11"/>
          </p:nvPr>
        </p:nvSpPr>
        <p:spPr>
          <a:xfrm>
            <a:off x="939278" y="1513139"/>
            <a:ext cx="5031536" cy="4598296"/>
          </a:xfrm>
          <a:prstGeom prst="rect">
            <a:avLst/>
          </a:prstGeom>
        </p:spPr>
        <p:txBody>
          <a:bodyPr/>
          <a:lstStyle/>
          <a:p>
            <a:endParaRPr kumimoji="1" lang="zh-CN" altLang="en-US"/>
          </a:p>
        </p:txBody>
      </p:sp>
    </p:spTree>
    <p:extLst>
      <p:ext uri="{BB962C8B-B14F-4D97-AF65-F5344CB8AC3E}">
        <p14:creationId xmlns:p14="http://schemas.microsoft.com/office/powerpoint/2010/main" val="40004653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单张图片2">
    <p:spTree>
      <p:nvGrpSpPr>
        <p:cNvPr id="1" name=""/>
        <p:cNvGrpSpPr/>
        <p:nvPr/>
      </p:nvGrpSpPr>
      <p:grpSpPr>
        <a:xfrm>
          <a:off x="0" y="0"/>
          <a:ext cx="0" cy="0"/>
          <a:chOff x="0" y="0"/>
          <a:chExt cx="0" cy="0"/>
        </a:xfrm>
      </p:grpSpPr>
      <p:sp>
        <p:nvSpPr>
          <p:cNvPr id="2" name="标题 1"/>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p:cNvGrpSpPr/>
          <p:nvPr userDrawn="1"/>
        </p:nvGrpSpPr>
        <p:grpSpPr>
          <a:xfrm>
            <a:off x="9895088" y="468793"/>
            <a:ext cx="1480571" cy="458860"/>
            <a:chOff x="2558030" y="228446"/>
            <a:chExt cx="6774643" cy="2099603"/>
          </a:xfrm>
        </p:grpSpPr>
        <p:grpSp>
          <p:nvGrpSpPr>
            <p:cNvPr id="246" name="íšḻîďê"/>
            <p:cNvGrpSpPr/>
            <p:nvPr userDrawn="1"/>
          </p:nvGrpSpPr>
          <p:grpSpPr>
            <a:xfrm>
              <a:off x="2558030" y="228446"/>
              <a:ext cx="2085857" cy="2099603"/>
              <a:chOff x="3551238" y="3067050"/>
              <a:chExt cx="722313" cy="727075"/>
            </a:xfrm>
          </p:grpSpPr>
          <p:sp>
            <p:nvSpPr>
              <p:cNvPr id="276"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7"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a:p>
            </p:txBody>
          </p:sp>
          <p:sp>
            <p:nvSpPr>
              <p:cNvPr id="278"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9"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0"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1"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2"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7"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8"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9"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0"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1"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2"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3"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4"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5"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6"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7"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8"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9"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5"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6"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3"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4"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5"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6"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7"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8"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9"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0"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1"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2"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3"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4"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5"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6"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7"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8"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9"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5"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7" name="íşḷïḑe"/>
            <p:cNvGrpSpPr/>
            <p:nvPr userDrawn="1"/>
          </p:nvGrpSpPr>
          <p:grpSpPr>
            <a:xfrm>
              <a:off x="4894762" y="471192"/>
              <a:ext cx="4437911" cy="1614111"/>
              <a:chOff x="4412452" y="3106738"/>
              <a:chExt cx="2312689" cy="841148"/>
            </a:xfrm>
          </p:grpSpPr>
          <p:grpSp>
            <p:nvGrpSpPr>
              <p:cNvPr id="248" name="îṥľíḑé"/>
              <p:cNvGrpSpPr/>
              <p:nvPr/>
            </p:nvGrpSpPr>
            <p:grpSpPr>
              <a:xfrm>
                <a:off x="4422776" y="3106738"/>
                <a:ext cx="2293937" cy="617538"/>
                <a:chOff x="4422776" y="3106738"/>
                <a:chExt cx="2293937" cy="617538"/>
              </a:xfrm>
            </p:grpSpPr>
            <p:sp>
              <p:nvSpPr>
                <p:cNvPr id="265"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6"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7"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8"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9"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0"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1"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2"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3"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4"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5"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9" name="ïšľîḍê"/>
              <p:cNvGrpSpPr/>
              <p:nvPr/>
            </p:nvGrpSpPr>
            <p:grpSpPr>
              <a:xfrm>
                <a:off x="4412452" y="3781425"/>
                <a:ext cx="2312689" cy="166461"/>
                <a:chOff x="6986588" y="3521075"/>
                <a:chExt cx="1654176" cy="119063"/>
              </a:xfrm>
            </p:grpSpPr>
            <p:sp>
              <p:nvSpPr>
                <p:cNvPr id="250"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1"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2"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3"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4"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5"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6"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7"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8"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9"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0"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1"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2"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3"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4"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grpSp>
      <p:cxnSp>
        <p:nvCxnSpPr>
          <p:cNvPr id="4" name="直线连接符 3"/>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sp>
        <p:nvSpPr>
          <p:cNvPr id="5" name="图片占位符 4"/>
          <p:cNvSpPr>
            <a:spLocks noGrp="1"/>
          </p:cNvSpPr>
          <p:nvPr>
            <p:ph type="pic" sz="quarter" idx="11"/>
          </p:nvPr>
        </p:nvSpPr>
        <p:spPr>
          <a:xfrm>
            <a:off x="803275" y="1160464"/>
            <a:ext cx="10585450" cy="2344526"/>
          </a:xfrm>
          <a:prstGeom prst="rect">
            <a:avLst/>
          </a:prstGeom>
        </p:spPr>
        <p:txBody>
          <a:bodyPr/>
          <a:lstStyle/>
          <a:p>
            <a:endParaRPr kumimoji="1" lang="zh-CN" altLang="en-US"/>
          </a:p>
        </p:txBody>
      </p:sp>
    </p:spTree>
    <p:extLst>
      <p:ext uri="{BB962C8B-B14F-4D97-AF65-F5344CB8AC3E}">
        <p14:creationId xmlns:p14="http://schemas.microsoft.com/office/powerpoint/2010/main" val="39034797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两张图片">
    <p:spTree>
      <p:nvGrpSpPr>
        <p:cNvPr id="1" name=""/>
        <p:cNvGrpSpPr/>
        <p:nvPr/>
      </p:nvGrpSpPr>
      <p:grpSpPr>
        <a:xfrm>
          <a:off x="0" y="0"/>
          <a:ext cx="0" cy="0"/>
          <a:chOff x="0" y="0"/>
          <a:chExt cx="0" cy="0"/>
        </a:xfrm>
      </p:grpSpPr>
      <p:grpSp>
        <p:nvGrpSpPr>
          <p:cNvPr id="118" name="组合 117"/>
          <p:cNvGrpSpPr/>
          <p:nvPr userDrawn="1"/>
        </p:nvGrpSpPr>
        <p:grpSpPr>
          <a:xfrm>
            <a:off x="6095853" y="1316255"/>
            <a:ext cx="5292872" cy="2471738"/>
            <a:chOff x="6095853" y="1170205"/>
            <a:chExt cx="5292872" cy="2471738"/>
          </a:xfrm>
        </p:grpSpPr>
        <p:sp>
          <p:nvSpPr>
            <p:cNvPr id="119" name="矩形 118"/>
            <p:cNvSpPr/>
            <p:nvPr/>
          </p:nvSpPr>
          <p:spPr>
            <a:xfrm>
              <a:off x="6096000" y="1170205"/>
              <a:ext cx="5292725" cy="247173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sp>
          <p:nvSpPr>
            <p:cNvPr id="120" name="矩形 119"/>
            <p:cNvSpPr/>
            <p:nvPr/>
          </p:nvSpPr>
          <p:spPr>
            <a:xfrm>
              <a:off x="11273206" y="1170205"/>
              <a:ext cx="115519"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1" name="矩形 120"/>
            <p:cNvSpPr/>
            <p:nvPr/>
          </p:nvSpPr>
          <p:spPr>
            <a:xfrm>
              <a:off x="11273206" y="3531894"/>
              <a:ext cx="115519"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2" name="矩形 121"/>
            <p:cNvSpPr/>
            <p:nvPr/>
          </p:nvSpPr>
          <p:spPr>
            <a:xfrm>
              <a:off x="6095853" y="1170205"/>
              <a:ext cx="127147"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3" name="矩形 122"/>
            <p:cNvSpPr/>
            <p:nvPr/>
          </p:nvSpPr>
          <p:spPr>
            <a:xfrm>
              <a:off x="6095853" y="3531894"/>
              <a:ext cx="130321"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grpSp>
        <p:nvGrpSpPr>
          <p:cNvPr id="124" name="组合 123"/>
          <p:cNvGrpSpPr/>
          <p:nvPr userDrawn="1"/>
        </p:nvGrpSpPr>
        <p:grpSpPr>
          <a:xfrm>
            <a:off x="803128" y="3786298"/>
            <a:ext cx="5292872" cy="2473432"/>
            <a:chOff x="803128" y="3640248"/>
            <a:chExt cx="5292872" cy="2473432"/>
          </a:xfrm>
        </p:grpSpPr>
        <p:sp>
          <p:nvSpPr>
            <p:cNvPr id="125" name="矩形 124"/>
            <p:cNvSpPr/>
            <p:nvPr/>
          </p:nvSpPr>
          <p:spPr>
            <a:xfrm>
              <a:off x="803275" y="3640248"/>
              <a:ext cx="5292725" cy="247173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sp>
          <p:nvSpPr>
            <p:cNvPr id="126" name="矩形 125"/>
            <p:cNvSpPr/>
            <p:nvPr/>
          </p:nvSpPr>
          <p:spPr>
            <a:xfrm>
              <a:off x="5980481" y="3641942"/>
              <a:ext cx="115519"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7" name="矩形 126"/>
            <p:cNvSpPr/>
            <p:nvPr/>
          </p:nvSpPr>
          <p:spPr>
            <a:xfrm>
              <a:off x="5980481" y="6003631"/>
              <a:ext cx="115519"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8" name="矩形 127"/>
            <p:cNvSpPr/>
            <p:nvPr/>
          </p:nvSpPr>
          <p:spPr>
            <a:xfrm>
              <a:off x="803128" y="3641942"/>
              <a:ext cx="127147"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129" name="矩形 128"/>
            <p:cNvSpPr/>
            <p:nvPr/>
          </p:nvSpPr>
          <p:spPr>
            <a:xfrm>
              <a:off x="803128" y="6003631"/>
              <a:ext cx="130321" cy="11004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sp>
        <p:nvSpPr>
          <p:cNvPr id="2" name="标题 1"/>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p:cNvGrpSpPr/>
          <p:nvPr userDrawn="1"/>
        </p:nvGrpSpPr>
        <p:grpSpPr>
          <a:xfrm>
            <a:off x="9895088" y="468793"/>
            <a:ext cx="1480571" cy="458860"/>
            <a:chOff x="2558030" y="228446"/>
            <a:chExt cx="6774643" cy="2099603"/>
          </a:xfrm>
        </p:grpSpPr>
        <p:grpSp>
          <p:nvGrpSpPr>
            <p:cNvPr id="246" name="íšḻîďê"/>
            <p:cNvGrpSpPr/>
            <p:nvPr userDrawn="1"/>
          </p:nvGrpSpPr>
          <p:grpSpPr>
            <a:xfrm>
              <a:off x="2558030" y="228446"/>
              <a:ext cx="2085857" cy="2099603"/>
              <a:chOff x="3551238" y="3067050"/>
              <a:chExt cx="722313" cy="727075"/>
            </a:xfrm>
          </p:grpSpPr>
          <p:sp>
            <p:nvSpPr>
              <p:cNvPr id="276"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7"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a:p>
            </p:txBody>
          </p:sp>
          <p:sp>
            <p:nvSpPr>
              <p:cNvPr id="278"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9"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0"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1"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2"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7"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8"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9"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0"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1"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2"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3"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4"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5"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6"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7"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8"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9"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5"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6"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3"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4"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5"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6"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7"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8"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9"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0"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1"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2"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3"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4"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5"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6"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7"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8"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9"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5"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7" name="íşḷïḑe"/>
            <p:cNvGrpSpPr/>
            <p:nvPr userDrawn="1"/>
          </p:nvGrpSpPr>
          <p:grpSpPr>
            <a:xfrm>
              <a:off x="4894762" y="471192"/>
              <a:ext cx="4437911" cy="1614111"/>
              <a:chOff x="4412452" y="3106738"/>
              <a:chExt cx="2312689" cy="841148"/>
            </a:xfrm>
          </p:grpSpPr>
          <p:grpSp>
            <p:nvGrpSpPr>
              <p:cNvPr id="248" name="îṥľíḑé"/>
              <p:cNvGrpSpPr/>
              <p:nvPr/>
            </p:nvGrpSpPr>
            <p:grpSpPr>
              <a:xfrm>
                <a:off x="4422776" y="3106738"/>
                <a:ext cx="2293937" cy="617538"/>
                <a:chOff x="4422776" y="3106738"/>
                <a:chExt cx="2293937" cy="617538"/>
              </a:xfrm>
            </p:grpSpPr>
            <p:sp>
              <p:nvSpPr>
                <p:cNvPr id="265"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6"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7"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8"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9"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0"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1"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2"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3"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4"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5"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9" name="ïšľîḍê"/>
              <p:cNvGrpSpPr/>
              <p:nvPr/>
            </p:nvGrpSpPr>
            <p:grpSpPr>
              <a:xfrm>
                <a:off x="4412452" y="3781425"/>
                <a:ext cx="2312689" cy="166461"/>
                <a:chOff x="6986588" y="3521075"/>
                <a:chExt cx="1654176" cy="119063"/>
              </a:xfrm>
            </p:grpSpPr>
            <p:sp>
              <p:nvSpPr>
                <p:cNvPr id="250"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1"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2"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3"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4"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5"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6"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7"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8"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9"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0"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1"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2"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3"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4"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grpSp>
      <p:cxnSp>
        <p:nvCxnSpPr>
          <p:cNvPr id="4" name="直线连接符 3"/>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sp>
        <p:nvSpPr>
          <p:cNvPr id="5" name="图片占位符 4"/>
          <p:cNvSpPr>
            <a:spLocks noGrp="1"/>
          </p:cNvSpPr>
          <p:nvPr>
            <p:ph type="pic" sz="quarter" idx="11"/>
          </p:nvPr>
        </p:nvSpPr>
        <p:spPr>
          <a:xfrm>
            <a:off x="6224588" y="1423851"/>
            <a:ext cx="5045392" cy="2259121"/>
          </a:xfrm>
          <a:prstGeom prst="rect">
            <a:avLst/>
          </a:prstGeom>
        </p:spPr>
        <p:txBody>
          <a:bodyPr/>
          <a:lstStyle/>
          <a:p>
            <a:endParaRPr kumimoji="1" lang="zh-CN" altLang="en-US"/>
          </a:p>
        </p:txBody>
      </p:sp>
      <p:sp>
        <p:nvSpPr>
          <p:cNvPr id="109" name="图片占位符 4"/>
          <p:cNvSpPr>
            <a:spLocks noGrp="1"/>
          </p:cNvSpPr>
          <p:nvPr>
            <p:ph type="pic" sz="quarter" idx="12"/>
          </p:nvPr>
        </p:nvSpPr>
        <p:spPr>
          <a:xfrm>
            <a:off x="931863" y="3897796"/>
            <a:ext cx="5045392" cy="2259121"/>
          </a:xfrm>
          <a:prstGeom prst="rect">
            <a:avLst/>
          </a:prstGeom>
        </p:spPr>
        <p:txBody>
          <a:bodyPr/>
          <a:lstStyle/>
          <a:p>
            <a:endParaRPr kumimoji="1" lang="zh-CN" altLang="en-US"/>
          </a:p>
        </p:txBody>
      </p:sp>
      <p:grpSp>
        <p:nvGrpSpPr>
          <p:cNvPr id="112" name="组合 111"/>
          <p:cNvGrpSpPr/>
          <p:nvPr userDrawn="1"/>
        </p:nvGrpSpPr>
        <p:grpSpPr>
          <a:xfrm>
            <a:off x="2792280" y="1955776"/>
            <a:ext cx="1310061" cy="1186205"/>
            <a:chOff x="5772150" y="157163"/>
            <a:chExt cx="583834" cy="528637"/>
          </a:xfrm>
        </p:grpSpPr>
        <p:sp>
          <p:nvSpPr>
            <p:cNvPr id="113" name="燕尾形 112"/>
            <p:cNvSpPr/>
            <p:nvPr/>
          </p:nvSpPr>
          <p:spPr>
            <a:xfrm>
              <a:off x="5772150" y="157163"/>
              <a:ext cx="323850" cy="528637"/>
            </a:xfrm>
            <a:prstGeom prst="chevron">
              <a:avLst/>
            </a:prstGeom>
            <a:solidFill>
              <a:schemeClr val="accent3">
                <a:lumMod val="20000"/>
                <a:lumOff val="8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sp>
          <p:nvSpPr>
            <p:cNvPr id="114" name="燕尾形 113"/>
            <p:cNvSpPr/>
            <p:nvPr/>
          </p:nvSpPr>
          <p:spPr>
            <a:xfrm>
              <a:off x="6032134" y="157163"/>
              <a:ext cx="323850" cy="528637"/>
            </a:xfrm>
            <a:prstGeom prst="chevron">
              <a:avLst/>
            </a:prstGeom>
            <a:solidFill>
              <a:schemeClr val="accent3">
                <a:lumMod val="20000"/>
                <a:lumOff val="8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grpSp>
      <p:grpSp>
        <p:nvGrpSpPr>
          <p:cNvPr id="115" name="组合 114"/>
          <p:cNvGrpSpPr/>
          <p:nvPr userDrawn="1"/>
        </p:nvGrpSpPr>
        <p:grpSpPr>
          <a:xfrm flipH="1">
            <a:off x="8087334" y="4580124"/>
            <a:ext cx="1310061" cy="1186205"/>
            <a:chOff x="5772150" y="157163"/>
            <a:chExt cx="583834" cy="528637"/>
          </a:xfrm>
        </p:grpSpPr>
        <p:sp>
          <p:nvSpPr>
            <p:cNvPr id="116" name="燕尾形 115"/>
            <p:cNvSpPr/>
            <p:nvPr/>
          </p:nvSpPr>
          <p:spPr>
            <a:xfrm>
              <a:off x="5772150" y="157163"/>
              <a:ext cx="323850" cy="528637"/>
            </a:xfrm>
            <a:prstGeom prst="chevron">
              <a:avLst/>
            </a:prstGeom>
            <a:solidFill>
              <a:schemeClr val="accent3">
                <a:lumMod val="20000"/>
                <a:lumOff val="8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sp>
          <p:nvSpPr>
            <p:cNvPr id="117" name="燕尾形 116"/>
            <p:cNvSpPr/>
            <p:nvPr/>
          </p:nvSpPr>
          <p:spPr>
            <a:xfrm>
              <a:off x="6032134" y="157163"/>
              <a:ext cx="323850" cy="528637"/>
            </a:xfrm>
            <a:prstGeom prst="chevron">
              <a:avLst/>
            </a:prstGeom>
            <a:solidFill>
              <a:schemeClr val="accent3">
                <a:lumMod val="20000"/>
                <a:lumOff val="8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grpSp>
    </p:spTree>
    <p:extLst>
      <p:ext uri="{BB962C8B-B14F-4D97-AF65-F5344CB8AC3E}">
        <p14:creationId xmlns:p14="http://schemas.microsoft.com/office/powerpoint/2010/main" val="36797468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三张图片">
    <p:spTree>
      <p:nvGrpSpPr>
        <p:cNvPr id="1" name=""/>
        <p:cNvGrpSpPr/>
        <p:nvPr/>
      </p:nvGrpSpPr>
      <p:grpSpPr>
        <a:xfrm>
          <a:off x="0" y="0"/>
          <a:ext cx="0" cy="0"/>
          <a:chOff x="0" y="0"/>
          <a:chExt cx="0" cy="0"/>
        </a:xfrm>
      </p:grpSpPr>
      <p:sp>
        <p:nvSpPr>
          <p:cNvPr id="2" name="标题 1"/>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p:cNvGrpSpPr/>
          <p:nvPr userDrawn="1"/>
        </p:nvGrpSpPr>
        <p:grpSpPr>
          <a:xfrm>
            <a:off x="9895088" y="468793"/>
            <a:ext cx="1480571" cy="458860"/>
            <a:chOff x="2558030" y="228446"/>
            <a:chExt cx="6774643" cy="2099603"/>
          </a:xfrm>
        </p:grpSpPr>
        <p:grpSp>
          <p:nvGrpSpPr>
            <p:cNvPr id="246" name="íšḻîďê"/>
            <p:cNvGrpSpPr/>
            <p:nvPr userDrawn="1"/>
          </p:nvGrpSpPr>
          <p:grpSpPr>
            <a:xfrm>
              <a:off x="2558030" y="228446"/>
              <a:ext cx="2085857" cy="2099603"/>
              <a:chOff x="3551238" y="3067050"/>
              <a:chExt cx="722313" cy="727075"/>
            </a:xfrm>
          </p:grpSpPr>
          <p:sp>
            <p:nvSpPr>
              <p:cNvPr id="276"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7"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a:p>
            </p:txBody>
          </p:sp>
          <p:sp>
            <p:nvSpPr>
              <p:cNvPr id="278"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9"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0"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1"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2"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7"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8"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9"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0"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1"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2"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3"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4"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5"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6"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7"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8"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9"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5"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6"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3"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4"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5"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6"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7"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8"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9"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0"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1"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2"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3"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4"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5"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6"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7"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8"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9"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5"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7" name="íşḷïḑe"/>
            <p:cNvGrpSpPr/>
            <p:nvPr userDrawn="1"/>
          </p:nvGrpSpPr>
          <p:grpSpPr>
            <a:xfrm>
              <a:off x="4894762" y="471192"/>
              <a:ext cx="4437911" cy="1614111"/>
              <a:chOff x="4412452" y="3106738"/>
              <a:chExt cx="2312689" cy="841148"/>
            </a:xfrm>
          </p:grpSpPr>
          <p:grpSp>
            <p:nvGrpSpPr>
              <p:cNvPr id="248" name="îṥľíḑé"/>
              <p:cNvGrpSpPr/>
              <p:nvPr/>
            </p:nvGrpSpPr>
            <p:grpSpPr>
              <a:xfrm>
                <a:off x="4422776" y="3106738"/>
                <a:ext cx="2293937" cy="617538"/>
                <a:chOff x="4422776" y="3106738"/>
                <a:chExt cx="2293937" cy="617538"/>
              </a:xfrm>
            </p:grpSpPr>
            <p:sp>
              <p:nvSpPr>
                <p:cNvPr id="265"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6"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7"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8"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9"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0"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1"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2"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3"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4"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5"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9" name="ïšľîḍê"/>
              <p:cNvGrpSpPr/>
              <p:nvPr/>
            </p:nvGrpSpPr>
            <p:grpSpPr>
              <a:xfrm>
                <a:off x="4412452" y="3781425"/>
                <a:ext cx="2312689" cy="166461"/>
                <a:chOff x="6986588" y="3521075"/>
                <a:chExt cx="1654176" cy="119063"/>
              </a:xfrm>
            </p:grpSpPr>
            <p:sp>
              <p:nvSpPr>
                <p:cNvPr id="250"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1"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2"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3"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4"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5"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6"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7"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8"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9"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0"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1"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2"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3"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4"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grpSp>
      <p:cxnSp>
        <p:nvCxnSpPr>
          <p:cNvPr id="4" name="直线连接符 3"/>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sp>
        <p:nvSpPr>
          <p:cNvPr id="114" name="椭圆 113"/>
          <p:cNvSpPr/>
          <p:nvPr userDrawn="1"/>
        </p:nvSpPr>
        <p:spPr>
          <a:xfrm>
            <a:off x="1223474" y="1332347"/>
            <a:ext cx="2586526" cy="2586526"/>
          </a:xfrm>
          <a:prstGeom prst="ellipse">
            <a:avLst/>
          </a:prstGeom>
          <a:noFill/>
          <a:ln cmpd="thickThin">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117" name="图片占位符 116"/>
          <p:cNvSpPr>
            <a:spLocks noGrp="1"/>
          </p:cNvSpPr>
          <p:nvPr>
            <p:ph type="pic" sz="quarter" idx="10"/>
          </p:nvPr>
        </p:nvSpPr>
        <p:spPr>
          <a:xfrm>
            <a:off x="1368071" y="1476945"/>
            <a:ext cx="2297332" cy="2297332"/>
          </a:xfrm>
          <a:custGeom>
            <a:avLst/>
            <a:gdLst>
              <a:gd name="connsiteX0" fmla="*/ 1148666 w 2297332"/>
              <a:gd name="connsiteY0" fmla="*/ 0 h 2297332"/>
              <a:gd name="connsiteX1" fmla="*/ 2297332 w 2297332"/>
              <a:gd name="connsiteY1" fmla="*/ 1148666 h 2297332"/>
              <a:gd name="connsiteX2" fmla="*/ 1148666 w 2297332"/>
              <a:gd name="connsiteY2" fmla="*/ 2297332 h 2297332"/>
              <a:gd name="connsiteX3" fmla="*/ 0 w 2297332"/>
              <a:gd name="connsiteY3" fmla="*/ 1148666 h 2297332"/>
              <a:gd name="connsiteX4" fmla="*/ 1148666 w 2297332"/>
              <a:gd name="connsiteY4" fmla="*/ 0 h 2297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332" h="2297332">
                <a:moveTo>
                  <a:pt x="1148666" y="0"/>
                </a:moveTo>
                <a:cubicBezTo>
                  <a:pt x="1783057" y="0"/>
                  <a:pt x="2297332" y="514275"/>
                  <a:pt x="2297332" y="1148666"/>
                </a:cubicBezTo>
                <a:cubicBezTo>
                  <a:pt x="2297332" y="1783057"/>
                  <a:pt x="1783057" y="2297332"/>
                  <a:pt x="1148666" y="2297332"/>
                </a:cubicBezTo>
                <a:cubicBezTo>
                  <a:pt x="514275" y="2297332"/>
                  <a:pt x="0" y="1783057"/>
                  <a:pt x="0" y="1148666"/>
                </a:cubicBezTo>
                <a:cubicBezTo>
                  <a:pt x="0" y="514275"/>
                  <a:pt x="514275" y="0"/>
                  <a:pt x="1148666" y="0"/>
                </a:cubicBezTo>
                <a:close/>
              </a:path>
            </a:pathLst>
          </a:custGeom>
          <a:ln w="12700">
            <a:noFill/>
          </a:ln>
        </p:spPr>
        <p:txBody>
          <a:bodyPr wrap="square">
            <a:noAutofit/>
          </a:bodyPr>
          <a:lstStyle/>
          <a:p>
            <a:endParaRPr kumimoji="1" lang="zh-CN" altLang="en-US"/>
          </a:p>
        </p:txBody>
      </p:sp>
      <p:sp>
        <p:nvSpPr>
          <p:cNvPr id="115" name="椭圆 114"/>
          <p:cNvSpPr/>
          <p:nvPr userDrawn="1"/>
        </p:nvSpPr>
        <p:spPr>
          <a:xfrm>
            <a:off x="4802737" y="1332347"/>
            <a:ext cx="2586526" cy="2586526"/>
          </a:xfrm>
          <a:prstGeom prst="ellipse">
            <a:avLst/>
          </a:prstGeom>
          <a:noFill/>
          <a:ln cmpd="thickThin">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116" name="图片占位符 115"/>
          <p:cNvSpPr>
            <a:spLocks noGrp="1"/>
          </p:cNvSpPr>
          <p:nvPr>
            <p:ph type="pic" sz="quarter" idx="11"/>
          </p:nvPr>
        </p:nvSpPr>
        <p:spPr>
          <a:xfrm>
            <a:off x="4947334" y="1476945"/>
            <a:ext cx="2297332" cy="2297332"/>
          </a:xfrm>
          <a:custGeom>
            <a:avLst/>
            <a:gdLst>
              <a:gd name="connsiteX0" fmla="*/ 1148666 w 2297332"/>
              <a:gd name="connsiteY0" fmla="*/ 0 h 2297332"/>
              <a:gd name="connsiteX1" fmla="*/ 2297332 w 2297332"/>
              <a:gd name="connsiteY1" fmla="*/ 1148666 h 2297332"/>
              <a:gd name="connsiteX2" fmla="*/ 1148666 w 2297332"/>
              <a:gd name="connsiteY2" fmla="*/ 2297332 h 2297332"/>
              <a:gd name="connsiteX3" fmla="*/ 0 w 2297332"/>
              <a:gd name="connsiteY3" fmla="*/ 1148666 h 2297332"/>
              <a:gd name="connsiteX4" fmla="*/ 1148666 w 2297332"/>
              <a:gd name="connsiteY4" fmla="*/ 0 h 2297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332" h="2297332">
                <a:moveTo>
                  <a:pt x="1148666" y="0"/>
                </a:moveTo>
                <a:cubicBezTo>
                  <a:pt x="1783057" y="0"/>
                  <a:pt x="2297332" y="514275"/>
                  <a:pt x="2297332" y="1148666"/>
                </a:cubicBezTo>
                <a:cubicBezTo>
                  <a:pt x="2297332" y="1783057"/>
                  <a:pt x="1783057" y="2297332"/>
                  <a:pt x="1148666" y="2297332"/>
                </a:cubicBezTo>
                <a:cubicBezTo>
                  <a:pt x="514275" y="2297332"/>
                  <a:pt x="0" y="1783057"/>
                  <a:pt x="0" y="1148666"/>
                </a:cubicBezTo>
                <a:cubicBezTo>
                  <a:pt x="0" y="514275"/>
                  <a:pt x="514275" y="0"/>
                  <a:pt x="1148666" y="0"/>
                </a:cubicBezTo>
                <a:close/>
              </a:path>
            </a:pathLst>
          </a:custGeom>
          <a:ln w="12700">
            <a:noFill/>
          </a:ln>
        </p:spPr>
        <p:txBody>
          <a:bodyPr wrap="square">
            <a:noAutofit/>
          </a:bodyPr>
          <a:lstStyle/>
          <a:p>
            <a:endParaRPr kumimoji="1" lang="zh-CN" altLang="en-US"/>
          </a:p>
        </p:txBody>
      </p:sp>
      <p:sp>
        <p:nvSpPr>
          <p:cNvPr id="118" name="椭圆 117"/>
          <p:cNvSpPr/>
          <p:nvPr userDrawn="1"/>
        </p:nvSpPr>
        <p:spPr>
          <a:xfrm>
            <a:off x="8382000" y="1332347"/>
            <a:ext cx="2586526" cy="2586526"/>
          </a:xfrm>
          <a:prstGeom prst="ellipse">
            <a:avLst/>
          </a:prstGeom>
          <a:noFill/>
          <a:ln cmpd="thickThin">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119" name="图片占位符 118"/>
          <p:cNvSpPr>
            <a:spLocks noGrp="1"/>
          </p:cNvSpPr>
          <p:nvPr>
            <p:ph type="pic" sz="quarter" idx="12"/>
          </p:nvPr>
        </p:nvSpPr>
        <p:spPr>
          <a:xfrm>
            <a:off x="8526597" y="1476945"/>
            <a:ext cx="2297332" cy="2297332"/>
          </a:xfrm>
          <a:custGeom>
            <a:avLst/>
            <a:gdLst>
              <a:gd name="connsiteX0" fmla="*/ 1148666 w 2297332"/>
              <a:gd name="connsiteY0" fmla="*/ 0 h 2297332"/>
              <a:gd name="connsiteX1" fmla="*/ 2297332 w 2297332"/>
              <a:gd name="connsiteY1" fmla="*/ 1148666 h 2297332"/>
              <a:gd name="connsiteX2" fmla="*/ 1148666 w 2297332"/>
              <a:gd name="connsiteY2" fmla="*/ 2297332 h 2297332"/>
              <a:gd name="connsiteX3" fmla="*/ 0 w 2297332"/>
              <a:gd name="connsiteY3" fmla="*/ 1148666 h 2297332"/>
              <a:gd name="connsiteX4" fmla="*/ 1148666 w 2297332"/>
              <a:gd name="connsiteY4" fmla="*/ 0 h 2297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7332" h="2297332">
                <a:moveTo>
                  <a:pt x="1148666" y="0"/>
                </a:moveTo>
                <a:cubicBezTo>
                  <a:pt x="1783057" y="0"/>
                  <a:pt x="2297332" y="514275"/>
                  <a:pt x="2297332" y="1148666"/>
                </a:cubicBezTo>
                <a:cubicBezTo>
                  <a:pt x="2297332" y="1783057"/>
                  <a:pt x="1783057" y="2297332"/>
                  <a:pt x="1148666" y="2297332"/>
                </a:cubicBezTo>
                <a:cubicBezTo>
                  <a:pt x="514275" y="2297332"/>
                  <a:pt x="0" y="1783057"/>
                  <a:pt x="0" y="1148666"/>
                </a:cubicBezTo>
                <a:cubicBezTo>
                  <a:pt x="0" y="514275"/>
                  <a:pt x="514275" y="0"/>
                  <a:pt x="1148666" y="0"/>
                </a:cubicBezTo>
                <a:close/>
              </a:path>
            </a:pathLst>
          </a:custGeom>
          <a:ln w="12700">
            <a:noFill/>
          </a:ln>
        </p:spPr>
        <p:txBody>
          <a:bodyPr wrap="square">
            <a:noAutofit/>
          </a:bodyPr>
          <a:lstStyle/>
          <a:p>
            <a:endParaRPr kumimoji="1" lang="zh-CN" altLang="en-US"/>
          </a:p>
        </p:txBody>
      </p:sp>
    </p:spTree>
    <p:extLst>
      <p:ext uri="{BB962C8B-B14F-4D97-AF65-F5344CB8AC3E}">
        <p14:creationId xmlns:p14="http://schemas.microsoft.com/office/powerpoint/2010/main" val="27739104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三张图片2">
    <p:spTree>
      <p:nvGrpSpPr>
        <p:cNvPr id="1" name=""/>
        <p:cNvGrpSpPr/>
        <p:nvPr/>
      </p:nvGrpSpPr>
      <p:grpSpPr>
        <a:xfrm>
          <a:off x="0" y="0"/>
          <a:ext cx="0" cy="0"/>
          <a:chOff x="0" y="0"/>
          <a:chExt cx="0" cy="0"/>
        </a:xfrm>
      </p:grpSpPr>
      <p:sp>
        <p:nvSpPr>
          <p:cNvPr id="2" name="标题 1"/>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p:cNvGrpSpPr/>
          <p:nvPr userDrawn="1"/>
        </p:nvGrpSpPr>
        <p:grpSpPr>
          <a:xfrm>
            <a:off x="9895088" y="468793"/>
            <a:ext cx="1480571" cy="458860"/>
            <a:chOff x="2558030" y="228446"/>
            <a:chExt cx="6774643" cy="2099603"/>
          </a:xfrm>
        </p:grpSpPr>
        <p:grpSp>
          <p:nvGrpSpPr>
            <p:cNvPr id="246" name="íšḻîďê"/>
            <p:cNvGrpSpPr/>
            <p:nvPr userDrawn="1"/>
          </p:nvGrpSpPr>
          <p:grpSpPr>
            <a:xfrm>
              <a:off x="2558030" y="228446"/>
              <a:ext cx="2085857" cy="2099603"/>
              <a:chOff x="3551238" y="3067050"/>
              <a:chExt cx="722313" cy="727075"/>
            </a:xfrm>
          </p:grpSpPr>
          <p:sp>
            <p:nvSpPr>
              <p:cNvPr id="276"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7"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a:p>
            </p:txBody>
          </p:sp>
          <p:sp>
            <p:nvSpPr>
              <p:cNvPr id="278"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9"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0"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1"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2"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7"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8"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9"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0"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1"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2"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3"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4"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5"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6"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7"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8"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9"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5"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6"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3"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4"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5"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6"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7"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8"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9"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0"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1"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2"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3"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4"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5"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6"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7"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8"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9"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5"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7" name="íşḷïḑe"/>
            <p:cNvGrpSpPr/>
            <p:nvPr userDrawn="1"/>
          </p:nvGrpSpPr>
          <p:grpSpPr>
            <a:xfrm>
              <a:off x="4894762" y="471192"/>
              <a:ext cx="4437911" cy="1614111"/>
              <a:chOff x="4412452" y="3106738"/>
              <a:chExt cx="2312689" cy="841148"/>
            </a:xfrm>
          </p:grpSpPr>
          <p:grpSp>
            <p:nvGrpSpPr>
              <p:cNvPr id="248" name="îṥľíḑé"/>
              <p:cNvGrpSpPr/>
              <p:nvPr/>
            </p:nvGrpSpPr>
            <p:grpSpPr>
              <a:xfrm>
                <a:off x="4422776" y="3106738"/>
                <a:ext cx="2293937" cy="617538"/>
                <a:chOff x="4422776" y="3106738"/>
                <a:chExt cx="2293937" cy="617538"/>
              </a:xfrm>
            </p:grpSpPr>
            <p:sp>
              <p:nvSpPr>
                <p:cNvPr id="265"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6"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7"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8"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9"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0"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1"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2"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3"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4"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5"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9" name="ïšľîḍê"/>
              <p:cNvGrpSpPr/>
              <p:nvPr/>
            </p:nvGrpSpPr>
            <p:grpSpPr>
              <a:xfrm>
                <a:off x="4412452" y="3781425"/>
                <a:ext cx="2312689" cy="166461"/>
                <a:chOff x="6986588" y="3521075"/>
                <a:chExt cx="1654176" cy="119063"/>
              </a:xfrm>
            </p:grpSpPr>
            <p:sp>
              <p:nvSpPr>
                <p:cNvPr id="250"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1"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2"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3"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4"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5"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6"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7"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8"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9"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0"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1"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2"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3"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4"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grpSp>
      <p:cxnSp>
        <p:nvCxnSpPr>
          <p:cNvPr id="4" name="直线连接符 3"/>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sp>
        <p:nvSpPr>
          <p:cNvPr id="113" name="图片占位符 4"/>
          <p:cNvSpPr>
            <a:spLocks noGrp="1"/>
          </p:cNvSpPr>
          <p:nvPr>
            <p:ph type="pic" sz="quarter" idx="10"/>
          </p:nvPr>
        </p:nvSpPr>
        <p:spPr>
          <a:xfrm>
            <a:off x="803275" y="1255713"/>
            <a:ext cx="3344863" cy="3084512"/>
          </a:xfrm>
          <a:prstGeom prst="rect">
            <a:avLst/>
          </a:prstGeom>
        </p:spPr>
        <p:txBody>
          <a:bodyPr/>
          <a:lstStyle/>
          <a:p>
            <a:endParaRPr kumimoji="1" lang="zh-CN" altLang="en-US" dirty="0"/>
          </a:p>
        </p:txBody>
      </p:sp>
      <p:sp>
        <p:nvSpPr>
          <p:cNvPr id="120" name="图片占位符 4"/>
          <p:cNvSpPr>
            <a:spLocks noGrp="1"/>
          </p:cNvSpPr>
          <p:nvPr>
            <p:ph type="pic" sz="quarter" idx="11"/>
          </p:nvPr>
        </p:nvSpPr>
        <p:spPr>
          <a:xfrm>
            <a:off x="4423568" y="1255713"/>
            <a:ext cx="3344863" cy="3084512"/>
          </a:xfrm>
          <a:prstGeom prst="rect">
            <a:avLst/>
          </a:prstGeom>
        </p:spPr>
        <p:txBody>
          <a:bodyPr/>
          <a:lstStyle/>
          <a:p>
            <a:endParaRPr kumimoji="1" lang="zh-CN" altLang="en-US" dirty="0"/>
          </a:p>
        </p:txBody>
      </p:sp>
      <p:sp>
        <p:nvSpPr>
          <p:cNvPr id="121" name="图片占位符 4"/>
          <p:cNvSpPr>
            <a:spLocks noGrp="1"/>
          </p:cNvSpPr>
          <p:nvPr>
            <p:ph type="pic" sz="quarter" idx="12"/>
          </p:nvPr>
        </p:nvSpPr>
        <p:spPr>
          <a:xfrm>
            <a:off x="8043861" y="1255713"/>
            <a:ext cx="3344863" cy="3084512"/>
          </a:xfrm>
          <a:prstGeom prst="rect">
            <a:avLst/>
          </a:prstGeom>
        </p:spPr>
        <p:txBody>
          <a:bodyPr/>
          <a:lstStyle/>
          <a:p>
            <a:endParaRPr kumimoji="1" lang="zh-CN" altLang="en-US" dirty="0"/>
          </a:p>
        </p:txBody>
      </p:sp>
    </p:spTree>
    <p:extLst>
      <p:ext uri="{BB962C8B-B14F-4D97-AF65-F5344CB8AC3E}">
        <p14:creationId xmlns:p14="http://schemas.microsoft.com/office/powerpoint/2010/main" val="17890533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四张照片">
    <p:spTree>
      <p:nvGrpSpPr>
        <p:cNvPr id="1" name=""/>
        <p:cNvGrpSpPr/>
        <p:nvPr/>
      </p:nvGrpSpPr>
      <p:grpSpPr>
        <a:xfrm>
          <a:off x="0" y="0"/>
          <a:ext cx="0" cy="0"/>
          <a:chOff x="0" y="0"/>
          <a:chExt cx="0" cy="0"/>
        </a:xfrm>
      </p:grpSpPr>
      <p:grpSp>
        <p:nvGrpSpPr>
          <p:cNvPr id="111" name="组合 110"/>
          <p:cNvGrpSpPr/>
          <p:nvPr userDrawn="1"/>
        </p:nvGrpSpPr>
        <p:grpSpPr>
          <a:xfrm flipH="1">
            <a:off x="5208336" y="4040440"/>
            <a:ext cx="804808" cy="2020022"/>
            <a:chOff x="803275" y="1324069"/>
            <a:chExt cx="804808" cy="2020022"/>
          </a:xfrm>
        </p:grpSpPr>
        <p:sp>
          <p:nvSpPr>
            <p:cNvPr id="112" name="矩形 111"/>
            <p:cNvSpPr/>
            <p:nvPr/>
          </p:nvSpPr>
          <p:spPr>
            <a:xfrm>
              <a:off x="803275" y="1324069"/>
              <a:ext cx="804808" cy="202002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cxnSp>
          <p:nvCxnSpPr>
            <p:cNvPr id="113" name="直线连接符 112"/>
            <p:cNvCxnSpPr/>
            <p:nvPr/>
          </p:nvCxnSpPr>
          <p:spPr>
            <a:xfrm>
              <a:off x="806746" y="1375471"/>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线连接符 116"/>
            <p:cNvCxnSpPr/>
            <p:nvPr/>
          </p:nvCxnSpPr>
          <p:spPr>
            <a:xfrm>
              <a:off x="806746" y="3293388"/>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8" name="直线连接符 117"/>
            <p:cNvCxnSpPr/>
            <p:nvPr/>
          </p:nvCxnSpPr>
          <p:spPr>
            <a:xfrm>
              <a:off x="857416" y="1324069"/>
              <a:ext cx="0" cy="202002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userDrawn="1"/>
        </p:nvGrpSpPr>
        <p:grpSpPr>
          <a:xfrm flipH="1">
            <a:off x="10599834" y="4040440"/>
            <a:ext cx="804808" cy="2020022"/>
            <a:chOff x="803275" y="1324069"/>
            <a:chExt cx="804808" cy="2020022"/>
          </a:xfrm>
        </p:grpSpPr>
        <p:sp>
          <p:nvSpPr>
            <p:cNvPr id="120" name="矩形 119"/>
            <p:cNvSpPr/>
            <p:nvPr/>
          </p:nvSpPr>
          <p:spPr>
            <a:xfrm>
              <a:off x="803275" y="1324069"/>
              <a:ext cx="804808" cy="202002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cxnSp>
          <p:nvCxnSpPr>
            <p:cNvPr id="121" name="直线连接符 120"/>
            <p:cNvCxnSpPr/>
            <p:nvPr/>
          </p:nvCxnSpPr>
          <p:spPr>
            <a:xfrm>
              <a:off x="806746" y="1375471"/>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2" name="直线连接符 121"/>
            <p:cNvCxnSpPr/>
            <p:nvPr/>
          </p:nvCxnSpPr>
          <p:spPr>
            <a:xfrm>
              <a:off x="806746" y="3293388"/>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3" name="直线连接符 122"/>
            <p:cNvCxnSpPr/>
            <p:nvPr/>
          </p:nvCxnSpPr>
          <p:spPr>
            <a:xfrm>
              <a:off x="857416" y="1324069"/>
              <a:ext cx="0" cy="202002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24" name="组合 123"/>
          <p:cNvGrpSpPr/>
          <p:nvPr userDrawn="1"/>
        </p:nvGrpSpPr>
        <p:grpSpPr>
          <a:xfrm>
            <a:off x="6187279" y="1324069"/>
            <a:ext cx="804808" cy="2020022"/>
            <a:chOff x="803275" y="1324069"/>
            <a:chExt cx="804808" cy="2020022"/>
          </a:xfrm>
        </p:grpSpPr>
        <p:sp>
          <p:nvSpPr>
            <p:cNvPr id="125" name="矩形 124"/>
            <p:cNvSpPr/>
            <p:nvPr/>
          </p:nvSpPr>
          <p:spPr>
            <a:xfrm>
              <a:off x="803275" y="1324069"/>
              <a:ext cx="804808" cy="202002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cxnSp>
          <p:nvCxnSpPr>
            <p:cNvPr id="126" name="直线连接符 125"/>
            <p:cNvCxnSpPr/>
            <p:nvPr/>
          </p:nvCxnSpPr>
          <p:spPr>
            <a:xfrm>
              <a:off x="806746" y="1375471"/>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直线连接符 126"/>
            <p:cNvCxnSpPr/>
            <p:nvPr/>
          </p:nvCxnSpPr>
          <p:spPr>
            <a:xfrm>
              <a:off x="806746" y="3293388"/>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8" name="直线连接符 127"/>
            <p:cNvCxnSpPr/>
            <p:nvPr/>
          </p:nvCxnSpPr>
          <p:spPr>
            <a:xfrm>
              <a:off x="857416" y="1324069"/>
              <a:ext cx="0" cy="202002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29" name="组合 128"/>
          <p:cNvGrpSpPr/>
          <p:nvPr userDrawn="1"/>
        </p:nvGrpSpPr>
        <p:grpSpPr>
          <a:xfrm>
            <a:off x="795392" y="1324069"/>
            <a:ext cx="804808" cy="2020022"/>
            <a:chOff x="803275" y="1324069"/>
            <a:chExt cx="804808" cy="2020022"/>
          </a:xfrm>
        </p:grpSpPr>
        <p:sp>
          <p:nvSpPr>
            <p:cNvPr id="130" name="矩形 129"/>
            <p:cNvSpPr/>
            <p:nvPr/>
          </p:nvSpPr>
          <p:spPr>
            <a:xfrm>
              <a:off x="803275" y="1324069"/>
              <a:ext cx="804808" cy="202002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cxnSp>
          <p:nvCxnSpPr>
            <p:cNvPr id="131" name="直线连接符 130"/>
            <p:cNvCxnSpPr/>
            <p:nvPr/>
          </p:nvCxnSpPr>
          <p:spPr>
            <a:xfrm>
              <a:off x="806746" y="1375471"/>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2" name="直线连接符 131"/>
            <p:cNvCxnSpPr/>
            <p:nvPr/>
          </p:nvCxnSpPr>
          <p:spPr>
            <a:xfrm>
              <a:off x="806746" y="3293388"/>
              <a:ext cx="684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3" name="直线连接符 132"/>
            <p:cNvCxnSpPr/>
            <p:nvPr/>
          </p:nvCxnSpPr>
          <p:spPr>
            <a:xfrm>
              <a:off x="857416" y="1324069"/>
              <a:ext cx="0" cy="202002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a:xfrm>
            <a:off x="803275" y="393486"/>
            <a:ext cx="8970989" cy="663575"/>
          </a:xfrm>
          <a:prstGeom prst="rect">
            <a:avLst/>
          </a:prstGeom>
        </p:spPr>
        <p:txBody>
          <a:bodyPr lIns="0"/>
          <a:lstStyle>
            <a:lvl1pPr>
              <a:defRPr b="1">
                <a:solidFill>
                  <a:schemeClr val="accent2"/>
                </a:solidFill>
              </a:defRPr>
            </a:lvl1pPr>
          </a:lstStyle>
          <a:p>
            <a:r>
              <a:rPr lang="zh-CN" altLang="en-US" dirty="0"/>
              <a:t>单击此处编辑母版标题样式</a:t>
            </a:r>
          </a:p>
        </p:txBody>
      </p:sp>
      <p:grpSp>
        <p:nvGrpSpPr>
          <p:cNvPr id="245" name="组合 244"/>
          <p:cNvGrpSpPr/>
          <p:nvPr userDrawn="1"/>
        </p:nvGrpSpPr>
        <p:grpSpPr>
          <a:xfrm>
            <a:off x="9895088" y="468793"/>
            <a:ext cx="1480571" cy="458860"/>
            <a:chOff x="2558030" y="228446"/>
            <a:chExt cx="6774643" cy="2099603"/>
          </a:xfrm>
        </p:grpSpPr>
        <p:grpSp>
          <p:nvGrpSpPr>
            <p:cNvPr id="246" name="íšḻîďê"/>
            <p:cNvGrpSpPr/>
            <p:nvPr userDrawn="1"/>
          </p:nvGrpSpPr>
          <p:grpSpPr>
            <a:xfrm>
              <a:off x="2558030" y="228446"/>
              <a:ext cx="2085857" cy="2099603"/>
              <a:chOff x="3551238" y="3067050"/>
              <a:chExt cx="722313" cy="727075"/>
            </a:xfrm>
          </p:grpSpPr>
          <p:sp>
            <p:nvSpPr>
              <p:cNvPr id="276"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7"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a:p>
            </p:txBody>
          </p:sp>
          <p:sp>
            <p:nvSpPr>
              <p:cNvPr id="278"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9"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0"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1"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2"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3"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4"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5"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6"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7"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8"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89"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0"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1"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2"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7"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8"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9"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0"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1"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2"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3"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4"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5"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6"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7"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8"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a:p>
            </p:txBody>
          </p:sp>
          <p:sp>
            <p:nvSpPr>
              <p:cNvPr id="309"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1"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5"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6"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2"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3"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4"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5"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6"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7"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8"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9"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0"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1"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2"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3"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4"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5"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6"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7"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8"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9"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5"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7" name="íşḷïḑe"/>
            <p:cNvGrpSpPr/>
            <p:nvPr userDrawn="1"/>
          </p:nvGrpSpPr>
          <p:grpSpPr>
            <a:xfrm>
              <a:off x="4894762" y="471192"/>
              <a:ext cx="4437911" cy="1614111"/>
              <a:chOff x="4412452" y="3106738"/>
              <a:chExt cx="2312689" cy="841148"/>
            </a:xfrm>
          </p:grpSpPr>
          <p:grpSp>
            <p:nvGrpSpPr>
              <p:cNvPr id="248" name="îṥľíḑé"/>
              <p:cNvGrpSpPr/>
              <p:nvPr/>
            </p:nvGrpSpPr>
            <p:grpSpPr>
              <a:xfrm>
                <a:off x="4422776" y="3106738"/>
                <a:ext cx="2293937" cy="617538"/>
                <a:chOff x="4422776" y="3106738"/>
                <a:chExt cx="2293937" cy="617538"/>
              </a:xfrm>
            </p:grpSpPr>
            <p:sp>
              <p:nvSpPr>
                <p:cNvPr id="265" name="išḻiḑé"/>
                <p:cNvSpPr/>
                <p:nvPr/>
              </p:nvSpPr>
              <p:spPr bwMode="auto">
                <a:xfrm>
                  <a:off x="4811713" y="3200400"/>
                  <a:ext cx="49213" cy="100013"/>
                </a:xfrm>
                <a:custGeom>
                  <a:avLst/>
                  <a:gdLst>
                    <a:gd name="T0" fmla="*/ 0 w 15"/>
                    <a:gd name="T1" fmla="*/ 1 h 30"/>
                    <a:gd name="T2" fmla="*/ 1 w 15"/>
                    <a:gd name="T3" fmla="*/ 12 h 30"/>
                    <a:gd name="T4" fmla="*/ 0 w 15"/>
                    <a:gd name="T5" fmla="*/ 21 h 30"/>
                    <a:gd name="T6" fmla="*/ 2 w 15"/>
                    <a:gd name="T7" fmla="*/ 28 h 30"/>
                    <a:gd name="T8" fmla="*/ 7 w 15"/>
                    <a:gd name="T9" fmla="*/ 30 h 30"/>
                    <a:gd name="T10" fmla="*/ 12 w 15"/>
                    <a:gd name="T11" fmla="*/ 26 h 30"/>
                    <a:gd name="T12" fmla="*/ 15 w 15"/>
                    <a:gd name="T13" fmla="*/ 18 h 30"/>
                    <a:gd name="T14" fmla="*/ 3 w 15"/>
                    <a:gd name="T15" fmla="*/ 0 h 30"/>
                    <a:gd name="T16" fmla="*/ 0 w 15"/>
                    <a:gd name="T1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30">
                      <a:moveTo>
                        <a:pt x="0" y="1"/>
                      </a:moveTo>
                      <a:cubicBezTo>
                        <a:pt x="1" y="12"/>
                        <a:pt x="1" y="12"/>
                        <a:pt x="1" y="12"/>
                      </a:cubicBezTo>
                      <a:cubicBezTo>
                        <a:pt x="1" y="13"/>
                        <a:pt x="0" y="18"/>
                        <a:pt x="0" y="21"/>
                      </a:cubicBezTo>
                      <a:cubicBezTo>
                        <a:pt x="0" y="24"/>
                        <a:pt x="2" y="25"/>
                        <a:pt x="2" y="28"/>
                      </a:cubicBezTo>
                      <a:cubicBezTo>
                        <a:pt x="7" y="30"/>
                        <a:pt x="7" y="30"/>
                        <a:pt x="7" y="30"/>
                      </a:cubicBezTo>
                      <a:cubicBezTo>
                        <a:pt x="9" y="27"/>
                        <a:pt x="10" y="29"/>
                        <a:pt x="12" y="26"/>
                      </a:cubicBezTo>
                      <a:cubicBezTo>
                        <a:pt x="14" y="23"/>
                        <a:pt x="14" y="21"/>
                        <a:pt x="15" y="18"/>
                      </a:cubicBezTo>
                      <a:cubicBezTo>
                        <a:pt x="12" y="7"/>
                        <a:pt x="13" y="5"/>
                        <a:pt x="3" y="0"/>
                      </a:cubicBezTo>
                      <a:lnTo>
                        <a:pt x="0"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6" name="íṥľíďè"/>
                <p:cNvSpPr/>
                <p:nvPr/>
              </p:nvSpPr>
              <p:spPr bwMode="auto">
                <a:xfrm>
                  <a:off x="5221288" y="3184525"/>
                  <a:ext cx="36513" cy="122238"/>
                </a:xfrm>
                <a:custGeom>
                  <a:avLst/>
                  <a:gdLst>
                    <a:gd name="T0" fmla="*/ 0 w 11"/>
                    <a:gd name="T1" fmla="*/ 3 h 37"/>
                    <a:gd name="T2" fmla="*/ 2 w 11"/>
                    <a:gd name="T3" fmla="*/ 14 h 37"/>
                    <a:gd name="T4" fmla="*/ 0 w 11"/>
                    <a:gd name="T5" fmla="*/ 33 h 37"/>
                    <a:gd name="T6" fmla="*/ 0 w 11"/>
                    <a:gd name="T7" fmla="*/ 36 h 37"/>
                    <a:gd name="T8" fmla="*/ 2 w 11"/>
                    <a:gd name="T9" fmla="*/ 37 h 37"/>
                    <a:gd name="T10" fmla="*/ 8 w 11"/>
                    <a:gd name="T11" fmla="*/ 27 h 37"/>
                    <a:gd name="T12" fmla="*/ 11 w 11"/>
                    <a:gd name="T13" fmla="*/ 17 h 37"/>
                    <a:gd name="T14" fmla="*/ 11 w 11"/>
                    <a:gd name="T15" fmla="*/ 15 h 37"/>
                    <a:gd name="T16" fmla="*/ 7 w 11"/>
                    <a:gd name="T17" fmla="*/ 2 h 37"/>
                    <a:gd name="T18" fmla="*/ 2 w 11"/>
                    <a:gd name="T19" fmla="*/ 0 h 37"/>
                    <a:gd name="T20" fmla="*/ 0 w 11"/>
                    <a:gd name="T21" fmla="*/ 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0" y="3"/>
                      </a:moveTo>
                      <a:cubicBezTo>
                        <a:pt x="2" y="14"/>
                        <a:pt x="2" y="14"/>
                        <a:pt x="2" y="14"/>
                      </a:cubicBezTo>
                      <a:cubicBezTo>
                        <a:pt x="2" y="19"/>
                        <a:pt x="0" y="27"/>
                        <a:pt x="0" y="33"/>
                      </a:cubicBezTo>
                      <a:cubicBezTo>
                        <a:pt x="0" y="36"/>
                        <a:pt x="0" y="36"/>
                        <a:pt x="0" y="36"/>
                      </a:cubicBezTo>
                      <a:cubicBezTo>
                        <a:pt x="2" y="36"/>
                        <a:pt x="1" y="37"/>
                        <a:pt x="2" y="37"/>
                      </a:cubicBezTo>
                      <a:cubicBezTo>
                        <a:pt x="3" y="37"/>
                        <a:pt x="7" y="28"/>
                        <a:pt x="8" y="27"/>
                      </a:cubicBezTo>
                      <a:cubicBezTo>
                        <a:pt x="9" y="24"/>
                        <a:pt x="11" y="21"/>
                        <a:pt x="11" y="17"/>
                      </a:cubicBezTo>
                      <a:cubicBezTo>
                        <a:pt x="11" y="15"/>
                        <a:pt x="11" y="15"/>
                        <a:pt x="11" y="15"/>
                      </a:cubicBezTo>
                      <a:cubicBezTo>
                        <a:pt x="11" y="7"/>
                        <a:pt x="8" y="7"/>
                        <a:pt x="7" y="2"/>
                      </a:cubicBezTo>
                      <a:cubicBezTo>
                        <a:pt x="2" y="0"/>
                        <a:pt x="2" y="0"/>
                        <a:pt x="2" y="0"/>
                      </a:cubicBezTo>
                      <a:cubicBezTo>
                        <a:pt x="2" y="1"/>
                        <a:pt x="0" y="1"/>
                        <a:pt x="0"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7" name="íś1iḑe"/>
                <p:cNvSpPr/>
                <p:nvPr/>
              </p:nvSpPr>
              <p:spPr bwMode="auto">
                <a:xfrm>
                  <a:off x="4554538" y="3251200"/>
                  <a:ext cx="119063" cy="58738"/>
                </a:xfrm>
                <a:custGeom>
                  <a:avLst/>
                  <a:gdLst>
                    <a:gd name="T0" fmla="*/ 0 w 36"/>
                    <a:gd name="T1" fmla="*/ 15 h 18"/>
                    <a:gd name="T2" fmla="*/ 2 w 36"/>
                    <a:gd name="T3" fmla="*/ 16 h 18"/>
                    <a:gd name="T4" fmla="*/ 13 w 36"/>
                    <a:gd name="T5" fmla="*/ 18 h 18"/>
                    <a:gd name="T6" fmla="*/ 16 w 36"/>
                    <a:gd name="T7" fmla="*/ 18 h 18"/>
                    <a:gd name="T8" fmla="*/ 22 w 36"/>
                    <a:gd name="T9" fmla="*/ 17 h 18"/>
                    <a:gd name="T10" fmla="*/ 23 w 36"/>
                    <a:gd name="T11" fmla="*/ 17 h 18"/>
                    <a:gd name="T12" fmla="*/ 30 w 36"/>
                    <a:gd name="T13" fmla="*/ 13 h 18"/>
                    <a:gd name="T14" fmla="*/ 36 w 36"/>
                    <a:gd name="T15" fmla="*/ 8 h 18"/>
                    <a:gd name="T16" fmla="*/ 36 w 36"/>
                    <a:gd name="T17" fmla="*/ 7 h 18"/>
                    <a:gd name="T18" fmla="*/ 36 w 36"/>
                    <a:gd name="T19" fmla="*/ 4 h 18"/>
                    <a:gd name="T20" fmla="*/ 32 w 36"/>
                    <a:gd name="T21" fmla="*/ 0 h 18"/>
                    <a:gd name="T22" fmla="*/ 24 w 36"/>
                    <a:gd name="T23" fmla="*/ 3 h 18"/>
                    <a:gd name="T24" fmla="*/ 16 w 36"/>
                    <a:gd name="T25" fmla="*/ 7 h 18"/>
                    <a:gd name="T26" fmla="*/ 0 w 36"/>
                    <a:gd name="T27"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8">
                      <a:moveTo>
                        <a:pt x="0" y="15"/>
                      </a:moveTo>
                      <a:cubicBezTo>
                        <a:pt x="1" y="16"/>
                        <a:pt x="1" y="16"/>
                        <a:pt x="2" y="16"/>
                      </a:cubicBezTo>
                      <a:cubicBezTo>
                        <a:pt x="6" y="16"/>
                        <a:pt x="9" y="18"/>
                        <a:pt x="13" y="18"/>
                      </a:cubicBezTo>
                      <a:cubicBezTo>
                        <a:pt x="16" y="18"/>
                        <a:pt x="16" y="18"/>
                        <a:pt x="16" y="18"/>
                      </a:cubicBezTo>
                      <a:cubicBezTo>
                        <a:pt x="22" y="17"/>
                        <a:pt x="22" y="17"/>
                        <a:pt x="22" y="17"/>
                      </a:cubicBezTo>
                      <a:cubicBezTo>
                        <a:pt x="23" y="17"/>
                        <a:pt x="23" y="17"/>
                        <a:pt x="23" y="17"/>
                      </a:cubicBezTo>
                      <a:cubicBezTo>
                        <a:pt x="26" y="16"/>
                        <a:pt x="28" y="14"/>
                        <a:pt x="30" y="13"/>
                      </a:cubicBezTo>
                      <a:cubicBezTo>
                        <a:pt x="34" y="11"/>
                        <a:pt x="33" y="10"/>
                        <a:pt x="36" y="8"/>
                      </a:cubicBezTo>
                      <a:cubicBezTo>
                        <a:pt x="36" y="7"/>
                        <a:pt x="36" y="7"/>
                        <a:pt x="36" y="7"/>
                      </a:cubicBezTo>
                      <a:cubicBezTo>
                        <a:pt x="36" y="4"/>
                        <a:pt x="36" y="4"/>
                        <a:pt x="36" y="4"/>
                      </a:cubicBezTo>
                      <a:cubicBezTo>
                        <a:pt x="36" y="1"/>
                        <a:pt x="33" y="2"/>
                        <a:pt x="32" y="0"/>
                      </a:cubicBezTo>
                      <a:cubicBezTo>
                        <a:pt x="29" y="1"/>
                        <a:pt x="27" y="1"/>
                        <a:pt x="24" y="3"/>
                      </a:cubicBezTo>
                      <a:cubicBezTo>
                        <a:pt x="21" y="4"/>
                        <a:pt x="19" y="6"/>
                        <a:pt x="16" y="7"/>
                      </a:cubicBezTo>
                      <a:cubicBezTo>
                        <a:pt x="11" y="11"/>
                        <a:pt x="4" y="10"/>
                        <a:pt x="0"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8" name="iṩ1iḋè"/>
                <p:cNvSpPr/>
                <p:nvPr/>
              </p:nvSpPr>
              <p:spPr bwMode="auto">
                <a:xfrm>
                  <a:off x="6359526" y="3263900"/>
                  <a:ext cx="93663" cy="139700"/>
                </a:xfrm>
                <a:custGeom>
                  <a:avLst/>
                  <a:gdLst>
                    <a:gd name="T0" fmla="*/ 15 w 28"/>
                    <a:gd name="T1" fmla="*/ 1 h 42"/>
                    <a:gd name="T2" fmla="*/ 6 w 28"/>
                    <a:gd name="T3" fmla="*/ 11 h 42"/>
                    <a:gd name="T4" fmla="*/ 6 w 28"/>
                    <a:gd name="T5" fmla="*/ 13 h 42"/>
                    <a:gd name="T6" fmla="*/ 5 w 28"/>
                    <a:gd name="T7" fmla="*/ 16 h 42"/>
                    <a:gd name="T8" fmla="*/ 6 w 28"/>
                    <a:gd name="T9" fmla="*/ 20 h 42"/>
                    <a:gd name="T10" fmla="*/ 6 w 28"/>
                    <a:gd name="T11" fmla="*/ 21 h 42"/>
                    <a:gd name="T12" fmla="*/ 0 w 28"/>
                    <a:gd name="T13" fmla="*/ 38 h 42"/>
                    <a:gd name="T14" fmla="*/ 0 w 28"/>
                    <a:gd name="T15" fmla="*/ 41 h 42"/>
                    <a:gd name="T16" fmla="*/ 3 w 28"/>
                    <a:gd name="T17" fmla="*/ 42 h 42"/>
                    <a:gd name="T18" fmla="*/ 9 w 28"/>
                    <a:gd name="T19" fmla="*/ 32 h 42"/>
                    <a:gd name="T20" fmla="*/ 12 w 28"/>
                    <a:gd name="T21" fmla="*/ 26 h 42"/>
                    <a:gd name="T22" fmla="*/ 14 w 28"/>
                    <a:gd name="T23" fmla="*/ 26 h 42"/>
                    <a:gd name="T24" fmla="*/ 20 w 28"/>
                    <a:gd name="T25" fmla="*/ 26 h 42"/>
                    <a:gd name="T26" fmla="*/ 28 w 28"/>
                    <a:gd name="T27" fmla="*/ 14 h 42"/>
                    <a:gd name="T28" fmla="*/ 28 w 28"/>
                    <a:gd name="T29" fmla="*/ 6 h 42"/>
                    <a:gd name="T30" fmla="*/ 28 w 28"/>
                    <a:gd name="T31" fmla="*/ 5 h 42"/>
                    <a:gd name="T32" fmla="*/ 27 w 28"/>
                    <a:gd name="T33" fmla="*/ 3 h 42"/>
                    <a:gd name="T34" fmla="*/ 26 w 28"/>
                    <a:gd name="T35" fmla="*/ 3 h 42"/>
                    <a:gd name="T36" fmla="*/ 24 w 28"/>
                    <a:gd name="T37" fmla="*/ 3 h 42"/>
                    <a:gd name="T38" fmla="*/ 23 w 28"/>
                    <a:gd name="T39" fmla="*/ 3 h 42"/>
                    <a:gd name="T40" fmla="*/ 20 w 28"/>
                    <a:gd name="T41" fmla="*/ 0 h 42"/>
                    <a:gd name="T42" fmla="*/ 15 w 28"/>
                    <a:gd name="T43"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 h="42">
                      <a:moveTo>
                        <a:pt x="15" y="1"/>
                      </a:moveTo>
                      <a:cubicBezTo>
                        <a:pt x="15" y="10"/>
                        <a:pt x="8" y="6"/>
                        <a:pt x="6" y="11"/>
                      </a:cubicBezTo>
                      <a:cubicBezTo>
                        <a:pt x="6" y="13"/>
                        <a:pt x="6" y="13"/>
                        <a:pt x="6" y="13"/>
                      </a:cubicBezTo>
                      <a:cubicBezTo>
                        <a:pt x="6" y="14"/>
                        <a:pt x="5" y="14"/>
                        <a:pt x="5" y="16"/>
                      </a:cubicBezTo>
                      <a:cubicBezTo>
                        <a:pt x="6" y="20"/>
                        <a:pt x="6" y="20"/>
                        <a:pt x="6" y="20"/>
                      </a:cubicBezTo>
                      <a:cubicBezTo>
                        <a:pt x="6" y="21"/>
                        <a:pt x="6" y="21"/>
                        <a:pt x="6" y="21"/>
                      </a:cubicBezTo>
                      <a:cubicBezTo>
                        <a:pt x="6" y="29"/>
                        <a:pt x="0" y="31"/>
                        <a:pt x="0" y="38"/>
                      </a:cubicBezTo>
                      <a:cubicBezTo>
                        <a:pt x="0" y="41"/>
                        <a:pt x="0" y="41"/>
                        <a:pt x="0" y="41"/>
                      </a:cubicBezTo>
                      <a:cubicBezTo>
                        <a:pt x="2" y="42"/>
                        <a:pt x="2" y="42"/>
                        <a:pt x="3" y="42"/>
                      </a:cubicBezTo>
                      <a:cubicBezTo>
                        <a:pt x="7" y="42"/>
                        <a:pt x="9" y="36"/>
                        <a:pt x="9" y="32"/>
                      </a:cubicBezTo>
                      <a:cubicBezTo>
                        <a:pt x="9" y="29"/>
                        <a:pt x="10" y="26"/>
                        <a:pt x="12" y="26"/>
                      </a:cubicBezTo>
                      <a:cubicBezTo>
                        <a:pt x="14" y="26"/>
                        <a:pt x="14" y="26"/>
                        <a:pt x="14" y="26"/>
                      </a:cubicBezTo>
                      <a:cubicBezTo>
                        <a:pt x="20" y="26"/>
                        <a:pt x="20" y="26"/>
                        <a:pt x="20" y="26"/>
                      </a:cubicBezTo>
                      <a:cubicBezTo>
                        <a:pt x="24" y="24"/>
                        <a:pt x="28" y="21"/>
                        <a:pt x="28" y="14"/>
                      </a:cubicBezTo>
                      <a:cubicBezTo>
                        <a:pt x="28" y="6"/>
                        <a:pt x="28" y="6"/>
                        <a:pt x="28" y="6"/>
                      </a:cubicBezTo>
                      <a:cubicBezTo>
                        <a:pt x="28" y="5"/>
                        <a:pt x="28" y="5"/>
                        <a:pt x="28" y="5"/>
                      </a:cubicBezTo>
                      <a:cubicBezTo>
                        <a:pt x="27" y="3"/>
                        <a:pt x="27" y="3"/>
                        <a:pt x="27" y="3"/>
                      </a:cubicBezTo>
                      <a:cubicBezTo>
                        <a:pt x="26" y="3"/>
                        <a:pt x="26" y="3"/>
                        <a:pt x="26" y="3"/>
                      </a:cubicBezTo>
                      <a:cubicBezTo>
                        <a:pt x="24" y="3"/>
                        <a:pt x="24" y="3"/>
                        <a:pt x="24" y="3"/>
                      </a:cubicBezTo>
                      <a:cubicBezTo>
                        <a:pt x="23" y="3"/>
                        <a:pt x="23" y="3"/>
                        <a:pt x="23" y="3"/>
                      </a:cubicBezTo>
                      <a:cubicBezTo>
                        <a:pt x="20" y="0"/>
                        <a:pt x="20" y="0"/>
                        <a:pt x="20" y="0"/>
                      </a:cubicBezTo>
                      <a:lnTo>
                        <a:pt x="15" y="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9" name="íṩlïḓè"/>
                <p:cNvSpPr/>
                <p:nvPr/>
              </p:nvSpPr>
              <p:spPr bwMode="auto">
                <a:xfrm>
                  <a:off x="5826126" y="3273425"/>
                  <a:ext cx="223838" cy="293688"/>
                </a:xfrm>
                <a:custGeom>
                  <a:avLst/>
                  <a:gdLst>
                    <a:gd name="T0" fmla="*/ 38 w 68"/>
                    <a:gd name="T1" fmla="*/ 16 h 88"/>
                    <a:gd name="T2" fmla="*/ 40 w 68"/>
                    <a:gd name="T3" fmla="*/ 5 h 88"/>
                    <a:gd name="T4" fmla="*/ 36 w 68"/>
                    <a:gd name="T5" fmla="*/ 1 h 88"/>
                    <a:gd name="T6" fmla="*/ 36 w 68"/>
                    <a:gd name="T7" fmla="*/ 1 h 88"/>
                    <a:gd name="T8" fmla="*/ 33 w 68"/>
                    <a:gd name="T9" fmla="*/ 0 h 88"/>
                    <a:gd name="T10" fmla="*/ 24 w 68"/>
                    <a:gd name="T11" fmla="*/ 7 h 88"/>
                    <a:gd name="T12" fmla="*/ 24 w 68"/>
                    <a:gd name="T13" fmla="*/ 8 h 88"/>
                    <a:gd name="T14" fmla="*/ 26 w 68"/>
                    <a:gd name="T15" fmla="*/ 18 h 88"/>
                    <a:gd name="T16" fmla="*/ 27 w 68"/>
                    <a:gd name="T17" fmla="*/ 28 h 88"/>
                    <a:gd name="T18" fmla="*/ 27 w 68"/>
                    <a:gd name="T19" fmla="*/ 39 h 88"/>
                    <a:gd name="T20" fmla="*/ 16 w 68"/>
                    <a:gd name="T21" fmla="*/ 48 h 88"/>
                    <a:gd name="T22" fmla="*/ 7 w 68"/>
                    <a:gd name="T23" fmla="*/ 49 h 88"/>
                    <a:gd name="T24" fmla="*/ 5 w 68"/>
                    <a:gd name="T25" fmla="*/ 49 h 88"/>
                    <a:gd name="T26" fmla="*/ 4 w 68"/>
                    <a:gd name="T27" fmla="*/ 49 h 88"/>
                    <a:gd name="T28" fmla="*/ 0 w 68"/>
                    <a:gd name="T29" fmla="*/ 54 h 88"/>
                    <a:gd name="T30" fmla="*/ 5 w 68"/>
                    <a:gd name="T31" fmla="*/ 60 h 88"/>
                    <a:gd name="T32" fmla="*/ 11 w 68"/>
                    <a:gd name="T33" fmla="*/ 60 h 88"/>
                    <a:gd name="T34" fmla="*/ 13 w 68"/>
                    <a:gd name="T35" fmla="*/ 59 h 88"/>
                    <a:gd name="T36" fmla="*/ 20 w 68"/>
                    <a:gd name="T37" fmla="*/ 66 h 88"/>
                    <a:gd name="T38" fmla="*/ 17 w 68"/>
                    <a:gd name="T39" fmla="*/ 72 h 88"/>
                    <a:gd name="T40" fmla="*/ 13 w 68"/>
                    <a:gd name="T41" fmla="*/ 76 h 88"/>
                    <a:gd name="T42" fmla="*/ 2 w 68"/>
                    <a:gd name="T43" fmla="*/ 82 h 88"/>
                    <a:gd name="T44" fmla="*/ 2 w 68"/>
                    <a:gd name="T45" fmla="*/ 83 h 88"/>
                    <a:gd name="T46" fmla="*/ 2 w 68"/>
                    <a:gd name="T47" fmla="*/ 87 h 88"/>
                    <a:gd name="T48" fmla="*/ 4 w 68"/>
                    <a:gd name="T49" fmla="*/ 88 h 88"/>
                    <a:gd name="T50" fmla="*/ 25 w 68"/>
                    <a:gd name="T51" fmla="*/ 77 h 88"/>
                    <a:gd name="T52" fmla="*/ 31 w 68"/>
                    <a:gd name="T53" fmla="*/ 69 h 88"/>
                    <a:gd name="T54" fmla="*/ 40 w 68"/>
                    <a:gd name="T55" fmla="*/ 63 h 88"/>
                    <a:gd name="T56" fmla="*/ 52 w 68"/>
                    <a:gd name="T57" fmla="*/ 70 h 88"/>
                    <a:gd name="T58" fmla="*/ 48 w 68"/>
                    <a:gd name="T59" fmla="*/ 79 h 88"/>
                    <a:gd name="T60" fmla="*/ 59 w 68"/>
                    <a:gd name="T61" fmla="*/ 81 h 88"/>
                    <a:gd name="T62" fmla="*/ 68 w 68"/>
                    <a:gd name="T63" fmla="*/ 71 h 88"/>
                    <a:gd name="T64" fmla="*/ 59 w 68"/>
                    <a:gd name="T65" fmla="*/ 62 h 88"/>
                    <a:gd name="T66" fmla="*/ 44 w 68"/>
                    <a:gd name="T67" fmla="*/ 60 h 88"/>
                    <a:gd name="T68" fmla="*/ 42 w 68"/>
                    <a:gd name="T69" fmla="*/ 60 h 88"/>
                    <a:gd name="T70" fmla="*/ 36 w 68"/>
                    <a:gd name="T71" fmla="*/ 53 h 88"/>
                    <a:gd name="T72" fmla="*/ 48 w 68"/>
                    <a:gd name="T73" fmla="*/ 42 h 88"/>
                    <a:gd name="T74" fmla="*/ 59 w 68"/>
                    <a:gd name="T75" fmla="*/ 32 h 88"/>
                    <a:gd name="T76" fmla="*/ 59 w 68"/>
                    <a:gd name="T77" fmla="*/ 30 h 88"/>
                    <a:gd name="T78" fmla="*/ 59 w 68"/>
                    <a:gd name="T79" fmla="*/ 29 h 88"/>
                    <a:gd name="T80" fmla="*/ 54 w 68"/>
                    <a:gd name="T81" fmla="*/ 26 h 88"/>
                    <a:gd name="T82" fmla="*/ 51 w 68"/>
                    <a:gd name="T83" fmla="*/ 27 h 88"/>
                    <a:gd name="T84" fmla="*/ 50 w 68"/>
                    <a:gd name="T85" fmla="*/ 27 h 88"/>
                    <a:gd name="T86" fmla="*/ 41 w 68"/>
                    <a:gd name="T87" fmla="*/ 33 h 88"/>
                    <a:gd name="T88" fmla="*/ 38 w 68"/>
                    <a:gd name="T89" fmla="*/ 28 h 88"/>
                    <a:gd name="T90" fmla="*/ 38 w 68"/>
                    <a:gd name="T91" fmla="*/ 27 h 88"/>
                    <a:gd name="T92" fmla="*/ 38 w 68"/>
                    <a:gd name="T93" fmla="*/ 1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88">
                      <a:moveTo>
                        <a:pt x="38" y="16"/>
                      </a:moveTo>
                      <a:cubicBezTo>
                        <a:pt x="39" y="11"/>
                        <a:pt x="40" y="9"/>
                        <a:pt x="40" y="5"/>
                      </a:cubicBezTo>
                      <a:cubicBezTo>
                        <a:pt x="40" y="3"/>
                        <a:pt x="38" y="1"/>
                        <a:pt x="36" y="1"/>
                      </a:cubicBezTo>
                      <a:cubicBezTo>
                        <a:pt x="36" y="1"/>
                        <a:pt x="36" y="1"/>
                        <a:pt x="36" y="1"/>
                      </a:cubicBezTo>
                      <a:cubicBezTo>
                        <a:pt x="34" y="1"/>
                        <a:pt x="34" y="1"/>
                        <a:pt x="33" y="0"/>
                      </a:cubicBezTo>
                      <a:cubicBezTo>
                        <a:pt x="28" y="3"/>
                        <a:pt x="28" y="1"/>
                        <a:pt x="24" y="7"/>
                      </a:cubicBezTo>
                      <a:cubicBezTo>
                        <a:pt x="24" y="8"/>
                        <a:pt x="24" y="8"/>
                        <a:pt x="24" y="8"/>
                      </a:cubicBezTo>
                      <a:cubicBezTo>
                        <a:pt x="24" y="12"/>
                        <a:pt x="26" y="14"/>
                        <a:pt x="26" y="18"/>
                      </a:cubicBezTo>
                      <a:cubicBezTo>
                        <a:pt x="27" y="28"/>
                        <a:pt x="27" y="28"/>
                        <a:pt x="27" y="28"/>
                      </a:cubicBezTo>
                      <a:cubicBezTo>
                        <a:pt x="27" y="39"/>
                        <a:pt x="27" y="39"/>
                        <a:pt x="27" y="39"/>
                      </a:cubicBezTo>
                      <a:cubicBezTo>
                        <a:pt x="28" y="45"/>
                        <a:pt x="22" y="48"/>
                        <a:pt x="16" y="48"/>
                      </a:cubicBezTo>
                      <a:cubicBezTo>
                        <a:pt x="7" y="49"/>
                        <a:pt x="7" y="49"/>
                        <a:pt x="7" y="49"/>
                      </a:cubicBezTo>
                      <a:cubicBezTo>
                        <a:pt x="5" y="49"/>
                        <a:pt x="5" y="49"/>
                        <a:pt x="5" y="49"/>
                      </a:cubicBezTo>
                      <a:cubicBezTo>
                        <a:pt x="4" y="49"/>
                        <a:pt x="4" y="49"/>
                        <a:pt x="4" y="49"/>
                      </a:cubicBezTo>
                      <a:cubicBezTo>
                        <a:pt x="2" y="50"/>
                        <a:pt x="0" y="51"/>
                        <a:pt x="0" y="54"/>
                      </a:cubicBezTo>
                      <a:cubicBezTo>
                        <a:pt x="0" y="56"/>
                        <a:pt x="3" y="60"/>
                        <a:pt x="5" y="60"/>
                      </a:cubicBezTo>
                      <a:cubicBezTo>
                        <a:pt x="11" y="60"/>
                        <a:pt x="11" y="60"/>
                        <a:pt x="11" y="60"/>
                      </a:cubicBezTo>
                      <a:cubicBezTo>
                        <a:pt x="12" y="60"/>
                        <a:pt x="12" y="60"/>
                        <a:pt x="13" y="59"/>
                      </a:cubicBezTo>
                      <a:cubicBezTo>
                        <a:pt x="17" y="62"/>
                        <a:pt x="17" y="60"/>
                        <a:pt x="20" y="66"/>
                      </a:cubicBezTo>
                      <a:cubicBezTo>
                        <a:pt x="18" y="69"/>
                        <a:pt x="20" y="68"/>
                        <a:pt x="17" y="72"/>
                      </a:cubicBezTo>
                      <a:cubicBezTo>
                        <a:pt x="15" y="73"/>
                        <a:pt x="15" y="75"/>
                        <a:pt x="13" y="76"/>
                      </a:cubicBezTo>
                      <a:cubicBezTo>
                        <a:pt x="8" y="79"/>
                        <a:pt x="7" y="80"/>
                        <a:pt x="2" y="82"/>
                      </a:cubicBezTo>
                      <a:cubicBezTo>
                        <a:pt x="2" y="83"/>
                        <a:pt x="2" y="83"/>
                        <a:pt x="2" y="83"/>
                      </a:cubicBezTo>
                      <a:cubicBezTo>
                        <a:pt x="2" y="87"/>
                        <a:pt x="2" y="87"/>
                        <a:pt x="2" y="87"/>
                      </a:cubicBezTo>
                      <a:cubicBezTo>
                        <a:pt x="4" y="87"/>
                        <a:pt x="3" y="88"/>
                        <a:pt x="4" y="88"/>
                      </a:cubicBezTo>
                      <a:cubicBezTo>
                        <a:pt x="13" y="88"/>
                        <a:pt x="20" y="82"/>
                        <a:pt x="25" y="77"/>
                      </a:cubicBezTo>
                      <a:cubicBezTo>
                        <a:pt x="26" y="76"/>
                        <a:pt x="30" y="71"/>
                        <a:pt x="31" y="69"/>
                      </a:cubicBezTo>
                      <a:cubicBezTo>
                        <a:pt x="33" y="65"/>
                        <a:pt x="35" y="63"/>
                        <a:pt x="40" y="63"/>
                      </a:cubicBezTo>
                      <a:cubicBezTo>
                        <a:pt x="45" y="63"/>
                        <a:pt x="49" y="67"/>
                        <a:pt x="52" y="70"/>
                      </a:cubicBezTo>
                      <a:cubicBezTo>
                        <a:pt x="48" y="79"/>
                        <a:pt x="48" y="79"/>
                        <a:pt x="48" y="79"/>
                      </a:cubicBezTo>
                      <a:cubicBezTo>
                        <a:pt x="50" y="79"/>
                        <a:pt x="58" y="81"/>
                        <a:pt x="59" y="81"/>
                      </a:cubicBezTo>
                      <a:cubicBezTo>
                        <a:pt x="65" y="81"/>
                        <a:pt x="67" y="76"/>
                        <a:pt x="68" y="71"/>
                      </a:cubicBezTo>
                      <a:cubicBezTo>
                        <a:pt x="67" y="65"/>
                        <a:pt x="63" y="64"/>
                        <a:pt x="59" y="62"/>
                      </a:cubicBezTo>
                      <a:cubicBezTo>
                        <a:pt x="53" y="59"/>
                        <a:pt x="51" y="60"/>
                        <a:pt x="44" y="60"/>
                      </a:cubicBezTo>
                      <a:cubicBezTo>
                        <a:pt x="43" y="60"/>
                        <a:pt x="43" y="60"/>
                        <a:pt x="42" y="60"/>
                      </a:cubicBezTo>
                      <a:cubicBezTo>
                        <a:pt x="40" y="59"/>
                        <a:pt x="36" y="56"/>
                        <a:pt x="36" y="53"/>
                      </a:cubicBezTo>
                      <a:cubicBezTo>
                        <a:pt x="36" y="51"/>
                        <a:pt x="45" y="44"/>
                        <a:pt x="48" y="42"/>
                      </a:cubicBezTo>
                      <a:cubicBezTo>
                        <a:pt x="50" y="41"/>
                        <a:pt x="59" y="34"/>
                        <a:pt x="59" y="32"/>
                      </a:cubicBezTo>
                      <a:cubicBezTo>
                        <a:pt x="59" y="30"/>
                        <a:pt x="59" y="30"/>
                        <a:pt x="59" y="30"/>
                      </a:cubicBezTo>
                      <a:cubicBezTo>
                        <a:pt x="59" y="29"/>
                        <a:pt x="59" y="29"/>
                        <a:pt x="59" y="29"/>
                      </a:cubicBezTo>
                      <a:cubicBezTo>
                        <a:pt x="54" y="26"/>
                        <a:pt x="54" y="26"/>
                        <a:pt x="54" y="26"/>
                      </a:cubicBezTo>
                      <a:cubicBezTo>
                        <a:pt x="53" y="27"/>
                        <a:pt x="53" y="27"/>
                        <a:pt x="51" y="27"/>
                      </a:cubicBezTo>
                      <a:cubicBezTo>
                        <a:pt x="50" y="27"/>
                        <a:pt x="50" y="27"/>
                        <a:pt x="50" y="27"/>
                      </a:cubicBezTo>
                      <a:cubicBezTo>
                        <a:pt x="46" y="32"/>
                        <a:pt x="46" y="30"/>
                        <a:pt x="41" y="33"/>
                      </a:cubicBezTo>
                      <a:cubicBezTo>
                        <a:pt x="40" y="31"/>
                        <a:pt x="39" y="30"/>
                        <a:pt x="38" y="28"/>
                      </a:cubicBezTo>
                      <a:cubicBezTo>
                        <a:pt x="38" y="27"/>
                        <a:pt x="38" y="27"/>
                        <a:pt x="38" y="27"/>
                      </a:cubicBezTo>
                      <a:lnTo>
                        <a:pt x="38" y="16"/>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0" name="ísḷïďè"/>
                <p:cNvSpPr/>
                <p:nvPr/>
              </p:nvSpPr>
              <p:spPr bwMode="auto">
                <a:xfrm>
                  <a:off x="4518026" y="3506788"/>
                  <a:ext cx="53975" cy="71438"/>
                </a:xfrm>
                <a:custGeom>
                  <a:avLst/>
                  <a:gdLst>
                    <a:gd name="T0" fmla="*/ 14 w 16"/>
                    <a:gd name="T1" fmla="*/ 17 h 21"/>
                    <a:gd name="T2" fmla="*/ 16 w 16"/>
                    <a:gd name="T3" fmla="*/ 12 h 21"/>
                    <a:gd name="T4" fmla="*/ 11 w 16"/>
                    <a:gd name="T5" fmla="*/ 5 h 21"/>
                    <a:gd name="T6" fmla="*/ 5 w 16"/>
                    <a:gd name="T7" fmla="*/ 0 h 21"/>
                    <a:gd name="T8" fmla="*/ 2 w 16"/>
                    <a:gd name="T9" fmla="*/ 4 h 21"/>
                    <a:gd name="T10" fmla="*/ 2 w 16"/>
                    <a:gd name="T11" fmla="*/ 5 h 21"/>
                    <a:gd name="T12" fmla="*/ 2 w 16"/>
                    <a:gd name="T13" fmla="*/ 8 h 21"/>
                    <a:gd name="T14" fmla="*/ 2 w 16"/>
                    <a:gd name="T15" fmla="*/ 9 h 21"/>
                    <a:gd name="T16" fmla="*/ 0 w 16"/>
                    <a:gd name="T17" fmla="*/ 17 h 21"/>
                    <a:gd name="T18" fmla="*/ 3 w 16"/>
                    <a:gd name="T19" fmla="*/ 21 h 21"/>
                    <a:gd name="T20" fmla="*/ 4 w 16"/>
                    <a:gd name="T21" fmla="*/ 21 h 21"/>
                    <a:gd name="T22" fmla="*/ 5 w 16"/>
                    <a:gd name="T23" fmla="*/ 21 h 21"/>
                    <a:gd name="T24" fmla="*/ 14 w 16"/>
                    <a:gd name="T25"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1">
                      <a:moveTo>
                        <a:pt x="14" y="17"/>
                      </a:moveTo>
                      <a:cubicBezTo>
                        <a:pt x="14" y="15"/>
                        <a:pt x="16" y="13"/>
                        <a:pt x="16" y="12"/>
                      </a:cubicBezTo>
                      <a:cubicBezTo>
                        <a:pt x="16" y="11"/>
                        <a:pt x="12" y="7"/>
                        <a:pt x="11" y="5"/>
                      </a:cubicBezTo>
                      <a:cubicBezTo>
                        <a:pt x="11" y="3"/>
                        <a:pt x="8" y="0"/>
                        <a:pt x="5" y="0"/>
                      </a:cubicBezTo>
                      <a:cubicBezTo>
                        <a:pt x="4" y="0"/>
                        <a:pt x="3" y="3"/>
                        <a:pt x="2" y="4"/>
                      </a:cubicBezTo>
                      <a:cubicBezTo>
                        <a:pt x="2" y="5"/>
                        <a:pt x="2" y="5"/>
                        <a:pt x="2" y="5"/>
                      </a:cubicBezTo>
                      <a:cubicBezTo>
                        <a:pt x="2" y="8"/>
                        <a:pt x="2" y="8"/>
                        <a:pt x="2" y="8"/>
                      </a:cubicBezTo>
                      <a:cubicBezTo>
                        <a:pt x="2" y="9"/>
                        <a:pt x="2" y="9"/>
                        <a:pt x="2" y="9"/>
                      </a:cubicBezTo>
                      <a:cubicBezTo>
                        <a:pt x="1" y="11"/>
                        <a:pt x="0" y="14"/>
                        <a:pt x="0" y="17"/>
                      </a:cubicBezTo>
                      <a:cubicBezTo>
                        <a:pt x="0" y="19"/>
                        <a:pt x="1" y="20"/>
                        <a:pt x="3" y="21"/>
                      </a:cubicBezTo>
                      <a:cubicBezTo>
                        <a:pt x="4" y="21"/>
                        <a:pt x="4" y="21"/>
                        <a:pt x="4" y="21"/>
                      </a:cubicBezTo>
                      <a:cubicBezTo>
                        <a:pt x="5" y="21"/>
                        <a:pt x="5" y="21"/>
                        <a:pt x="5" y="21"/>
                      </a:cubicBezTo>
                      <a:cubicBezTo>
                        <a:pt x="7" y="21"/>
                        <a:pt x="11" y="17"/>
                        <a:pt x="14" y="1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1" name="îṧļîḓé"/>
                <p:cNvSpPr/>
                <p:nvPr/>
              </p:nvSpPr>
              <p:spPr bwMode="auto">
                <a:xfrm>
                  <a:off x="5319713" y="3133725"/>
                  <a:ext cx="222250" cy="500063"/>
                </a:xfrm>
                <a:custGeom>
                  <a:avLst/>
                  <a:gdLst>
                    <a:gd name="T0" fmla="*/ 47 w 67"/>
                    <a:gd name="T1" fmla="*/ 96 h 150"/>
                    <a:gd name="T2" fmla="*/ 51 w 67"/>
                    <a:gd name="T3" fmla="*/ 96 h 150"/>
                    <a:gd name="T4" fmla="*/ 46 w 67"/>
                    <a:gd name="T5" fmla="*/ 114 h 150"/>
                    <a:gd name="T6" fmla="*/ 42 w 67"/>
                    <a:gd name="T7" fmla="*/ 113 h 150"/>
                    <a:gd name="T8" fmla="*/ 39 w 67"/>
                    <a:gd name="T9" fmla="*/ 108 h 150"/>
                    <a:gd name="T10" fmla="*/ 21 w 67"/>
                    <a:gd name="T11" fmla="*/ 78 h 150"/>
                    <a:gd name="T12" fmla="*/ 29 w 67"/>
                    <a:gd name="T13" fmla="*/ 73 h 150"/>
                    <a:gd name="T14" fmla="*/ 32 w 67"/>
                    <a:gd name="T15" fmla="*/ 74 h 150"/>
                    <a:gd name="T16" fmla="*/ 32 w 67"/>
                    <a:gd name="T17" fmla="*/ 77 h 150"/>
                    <a:gd name="T18" fmla="*/ 32 w 67"/>
                    <a:gd name="T19" fmla="*/ 79 h 150"/>
                    <a:gd name="T20" fmla="*/ 21 w 67"/>
                    <a:gd name="T21" fmla="*/ 78 h 150"/>
                    <a:gd name="T22" fmla="*/ 53 w 67"/>
                    <a:gd name="T23" fmla="*/ 118 h 150"/>
                    <a:gd name="T24" fmla="*/ 66 w 67"/>
                    <a:gd name="T25" fmla="*/ 108 h 150"/>
                    <a:gd name="T26" fmla="*/ 60 w 67"/>
                    <a:gd name="T27" fmla="*/ 98 h 150"/>
                    <a:gd name="T28" fmla="*/ 51 w 67"/>
                    <a:gd name="T29" fmla="*/ 82 h 150"/>
                    <a:gd name="T30" fmla="*/ 47 w 67"/>
                    <a:gd name="T31" fmla="*/ 71 h 150"/>
                    <a:gd name="T32" fmla="*/ 60 w 67"/>
                    <a:gd name="T33" fmla="*/ 58 h 150"/>
                    <a:gd name="T34" fmla="*/ 53 w 67"/>
                    <a:gd name="T35" fmla="*/ 52 h 150"/>
                    <a:gd name="T36" fmla="*/ 44 w 67"/>
                    <a:gd name="T37" fmla="*/ 50 h 150"/>
                    <a:gd name="T38" fmla="*/ 48 w 67"/>
                    <a:gd name="T39" fmla="*/ 38 h 150"/>
                    <a:gd name="T40" fmla="*/ 66 w 67"/>
                    <a:gd name="T41" fmla="*/ 17 h 150"/>
                    <a:gd name="T42" fmla="*/ 66 w 67"/>
                    <a:gd name="T43" fmla="*/ 13 h 150"/>
                    <a:gd name="T44" fmla="*/ 56 w 67"/>
                    <a:gd name="T45" fmla="*/ 1 h 150"/>
                    <a:gd name="T46" fmla="*/ 55 w 67"/>
                    <a:gd name="T47" fmla="*/ 7 h 150"/>
                    <a:gd name="T48" fmla="*/ 50 w 67"/>
                    <a:gd name="T49" fmla="*/ 18 h 150"/>
                    <a:gd name="T50" fmla="*/ 42 w 67"/>
                    <a:gd name="T51" fmla="*/ 15 h 150"/>
                    <a:gd name="T52" fmla="*/ 40 w 67"/>
                    <a:gd name="T53" fmla="*/ 15 h 150"/>
                    <a:gd name="T54" fmla="*/ 41 w 67"/>
                    <a:gd name="T55" fmla="*/ 26 h 150"/>
                    <a:gd name="T56" fmla="*/ 41 w 67"/>
                    <a:gd name="T57" fmla="*/ 30 h 150"/>
                    <a:gd name="T58" fmla="*/ 37 w 67"/>
                    <a:gd name="T59" fmla="*/ 33 h 150"/>
                    <a:gd name="T60" fmla="*/ 30 w 67"/>
                    <a:gd name="T61" fmla="*/ 29 h 150"/>
                    <a:gd name="T62" fmla="*/ 9 w 67"/>
                    <a:gd name="T63" fmla="*/ 50 h 150"/>
                    <a:gd name="T64" fmla="*/ 4 w 67"/>
                    <a:gd name="T65" fmla="*/ 59 h 150"/>
                    <a:gd name="T66" fmla="*/ 23 w 67"/>
                    <a:gd name="T67" fmla="*/ 51 h 150"/>
                    <a:gd name="T68" fmla="*/ 30 w 67"/>
                    <a:gd name="T69" fmla="*/ 58 h 150"/>
                    <a:gd name="T70" fmla="*/ 26 w 67"/>
                    <a:gd name="T71" fmla="*/ 65 h 150"/>
                    <a:gd name="T72" fmla="*/ 19 w 67"/>
                    <a:gd name="T73" fmla="*/ 64 h 150"/>
                    <a:gd name="T74" fmla="*/ 16 w 67"/>
                    <a:gd name="T75" fmla="*/ 67 h 150"/>
                    <a:gd name="T76" fmla="*/ 16 w 67"/>
                    <a:gd name="T77" fmla="*/ 72 h 150"/>
                    <a:gd name="T78" fmla="*/ 3 w 67"/>
                    <a:gd name="T79" fmla="*/ 105 h 150"/>
                    <a:gd name="T80" fmla="*/ 6 w 67"/>
                    <a:gd name="T81" fmla="*/ 110 h 150"/>
                    <a:gd name="T82" fmla="*/ 9 w 67"/>
                    <a:gd name="T83" fmla="*/ 111 h 150"/>
                    <a:gd name="T84" fmla="*/ 24 w 67"/>
                    <a:gd name="T85" fmla="*/ 89 h 150"/>
                    <a:gd name="T86" fmla="*/ 32 w 67"/>
                    <a:gd name="T87" fmla="*/ 93 h 150"/>
                    <a:gd name="T88" fmla="*/ 32 w 67"/>
                    <a:gd name="T89" fmla="*/ 96 h 150"/>
                    <a:gd name="T90" fmla="*/ 29 w 67"/>
                    <a:gd name="T91" fmla="*/ 113 h 150"/>
                    <a:gd name="T92" fmla="*/ 29 w 67"/>
                    <a:gd name="T93" fmla="*/ 115 h 150"/>
                    <a:gd name="T94" fmla="*/ 22 w 67"/>
                    <a:gd name="T95" fmla="*/ 122 h 150"/>
                    <a:gd name="T96" fmla="*/ 10 w 67"/>
                    <a:gd name="T97" fmla="*/ 124 h 150"/>
                    <a:gd name="T98" fmla="*/ 15 w 67"/>
                    <a:gd name="T99" fmla="*/ 144 h 150"/>
                    <a:gd name="T100" fmla="*/ 17 w 67"/>
                    <a:gd name="T101" fmla="*/ 150 h 150"/>
                    <a:gd name="T102" fmla="*/ 38 w 67"/>
                    <a:gd name="T103" fmla="*/ 12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50">
                      <a:moveTo>
                        <a:pt x="39" y="107"/>
                      </a:moveTo>
                      <a:cubicBezTo>
                        <a:pt x="39" y="103"/>
                        <a:pt x="44" y="96"/>
                        <a:pt x="47" y="96"/>
                      </a:cubicBezTo>
                      <a:cubicBezTo>
                        <a:pt x="50" y="96"/>
                        <a:pt x="50" y="96"/>
                        <a:pt x="50" y="96"/>
                      </a:cubicBezTo>
                      <a:cubicBezTo>
                        <a:pt x="51" y="96"/>
                        <a:pt x="51" y="96"/>
                        <a:pt x="51" y="96"/>
                      </a:cubicBezTo>
                      <a:cubicBezTo>
                        <a:pt x="53" y="98"/>
                        <a:pt x="55" y="101"/>
                        <a:pt x="55" y="104"/>
                      </a:cubicBezTo>
                      <a:cubicBezTo>
                        <a:pt x="55" y="108"/>
                        <a:pt x="49" y="112"/>
                        <a:pt x="46" y="114"/>
                      </a:cubicBezTo>
                      <a:cubicBezTo>
                        <a:pt x="45" y="114"/>
                        <a:pt x="45" y="113"/>
                        <a:pt x="43" y="113"/>
                      </a:cubicBezTo>
                      <a:cubicBezTo>
                        <a:pt x="42" y="113"/>
                        <a:pt x="42" y="113"/>
                        <a:pt x="42" y="113"/>
                      </a:cubicBezTo>
                      <a:cubicBezTo>
                        <a:pt x="39" y="109"/>
                        <a:pt x="39" y="109"/>
                        <a:pt x="39" y="109"/>
                      </a:cubicBezTo>
                      <a:cubicBezTo>
                        <a:pt x="39" y="108"/>
                        <a:pt x="39" y="108"/>
                        <a:pt x="39" y="108"/>
                      </a:cubicBezTo>
                      <a:cubicBezTo>
                        <a:pt x="39" y="107"/>
                        <a:pt x="39" y="107"/>
                        <a:pt x="39" y="107"/>
                      </a:cubicBezTo>
                      <a:close/>
                      <a:moveTo>
                        <a:pt x="21" y="78"/>
                      </a:moveTo>
                      <a:cubicBezTo>
                        <a:pt x="21" y="77"/>
                        <a:pt x="25" y="73"/>
                        <a:pt x="26" y="73"/>
                      </a:cubicBezTo>
                      <a:cubicBezTo>
                        <a:pt x="27" y="73"/>
                        <a:pt x="27" y="73"/>
                        <a:pt x="29" y="73"/>
                      </a:cubicBezTo>
                      <a:cubicBezTo>
                        <a:pt x="30" y="73"/>
                        <a:pt x="30" y="73"/>
                        <a:pt x="30" y="73"/>
                      </a:cubicBezTo>
                      <a:cubicBezTo>
                        <a:pt x="32" y="74"/>
                        <a:pt x="32" y="74"/>
                        <a:pt x="32" y="74"/>
                      </a:cubicBezTo>
                      <a:cubicBezTo>
                        <a:pt x="32" y="76"/>
                        <a:pt x="32" y="76"/>
                        <a:pt x="32" y="76"/>
                      </a:cubicBezTo>
                      <a:cubicBezTo>
                        <a:pt x="32" y="77"/>
                        <a:pt x="32" y="77"/>
                        <a:pt x="32" y="77"/>
                      </a:cubicBezTo>
                      <a:cubicBezTo>
                        <a:pt x="32" y="78"/>
                        <a:pt x="32" y="78"/>
                        <a:pt x="32" y="78"/>
                      </a:cubicBezTo>
                      <a:cubicBezTo>
                        <a:pt x="32" y="79"/>
                        <a:pt x="32" y="79"/>
                        <a:pt x="32" y="79"/>
                      </a:cubicBezTo>
                      <a:cubicBezTo>
                        <a:pt x="31" y="82"/>
                        <a:pt x="29" y="83"/>
                        <a:pt x="25" y="83"/>
                      </a:cubicBezTo>
                      <a:cubicBezTo>
                        <a:pt x="23" y="83"/>
                        <a:pt x="21" y="81"/>
                        <a:pt x="21" y="78"/>
                      </a:cubicBezTo>
                      <a:close/>
                      <a:moveTo>
                        <a:pt x="38" y="125"/>
                      </a:moveTo>
                      <a:cubicBezTo>
                        <a:pt x="43" y="122"/>
                        <a:pt x="47" y="120"/>
                        <a:pt x="53" y="118"/>
                      </a:cubicBezTo>
                      <a:cubicBezTo>
                        <a:pt x="57" y="116"/>
                        <a:pt x="57" y="116"/>
                        <a:pt x="60" y="114"/>
                      </a:cubicBezTo>
                      <a:cubicBezTo>
                        <a:pt x="64" y="111"/>
                        <a:pt x="63" y="110"/>
                        <a:pt x="66" y="108"/>
                      </a:cubicBezTo>
                      <a:cubicBezTo>
                        <a:pt x="67" y="104"/>
                        <a:pt x="67" y="104"/>
                        <a:pt x="67" y="104"/>
                      </a:cubicBezTo>
                      <a:cubicBezTo>
                        <a:pt x="64" y="100"/>
                        <a:pt x="64" y="101"/>
                        <a:pt x="60" y="98"/>
                      </a:cubicBezTo>
                      <a:cubicBezTo>
                        <a:pt x="58" y="96"/>
                        <a:pt x="55" y="95"/>
                        <a:pt x="54" y="92"/>
                      </a:cubicBezTo>
                      <a:cubicBezTo>
                        <a:pt x="53" y="88"/>
                        <a:pt x="53" y="84"/>
                        <a:pt x="51" y="82"/>
                      </a:cubicBezTo>
                      <a:cubicBezTo>
                        <a:pt x="49" y="79"/>
                        <a:pt x="47" y="77"/>
                        <a:pt x="47" y="73"/>
                      </a:cubicBezTo>
                      <a:cubicBezTo>
                        <a:pt x="47" y="72"/>
                        <a:pt x="47" y="72"/>
                        <a:pt x="47" y="71"/>
                      </a:cubicBezTo>
                      <a:cubicBezTo>
                        <a:pt x="49" y="67"/>
                        <a:pt x="47" y="67"/>
                        <a:pt x="53" y="64"/>
                      </a:cubicBezTo>
                      <a:cubicBezTo>
                        <a:pt x="55" y="64"/>
                        <a:pt x="60" y="60"/>
                        <a:pt x="60" y="58"/>
                      </a:cubicBezTo>
                      <a:cubicBezTo>
                        <a:pt x="60" y="55"/>
                        <a:pt x="60" y="55"/>
                        <a:pt x="60" y="55"/>
                      </a:cubicBezTo>
                      <a:cubicBezTo>
                        <a:pt x="60" y="53"/>
                        <a:pt x="56" y="51"/>
                        <a:pt x="53" y="52"/>
                      </a:cubicBezTo>
                      <a:cubicBezTo>
                        <a:pt x="47" y="52"/>
                        <a:pt x="47" y="52"/>
                        <a:pt x="47" y="52"/>
                      </a:cubicBezTo>
                      <a:cubicBezTo>
                        <a:pt x="46" y="52"/>
                        <a:pt x="45" y="51"/>
                        <a:pt x="44" y="50"/>
                      </a:cubicBezTo>
                      <a:cubicBezTo>
                        <a:pt x="44" y="47"/>
                        <a:pt x="44" y="47"/>
                        <a:pt x="44" y="47"/>
                      </a:cubicBezTo>
                      <a:cubicBezTo>
                        <a:pt x="44" y="44"/>
                        <a:pt x="47" y="41"/>
                        <a:pt x="48" y="38"/>
                      </a:cubicBezTo>
                      <a:cubicBezTo>
                        <a:pt x="49" y="34"/>
                        <a:pt x="50" y="33"/>
                        <a:pt x="53" y="30"/>
                      </a:cubicBezTo>
                      <a:cubicBezTo>
                        <a:pt x="56" y="27"/>
                        <a:pt x="66" y="22"/>
                        <a:pt x="66" y="17"/>
                      </a:cubicBezTo>
                      <a:cubicBezTo>
                        <a:pt x="66" y="14"/>
                        <a:pt x="66" y="14"/>
                        <a:pt x="66" y="14"/>
                      </a:cubicBezTo>
                      <a:cubicBezTo>
                        <a:pt x="66" y="13"/>
                        <a:pt x="66" y="13"/>
                        <a:pt x="66" y="13"/>
                      </a:cubicBezTo>
                      <a:cubicBezTo>
                        <a:pt x="65" y="10"/>
                        <a:pt x="62" y="0"/>
                        <a:pt x="58" y="0"/>
                      </a:cubicBezTo>
                      <a:cubicBezTo>
                        <a:pt x="57" y="0"/>
                        <a:pt x="57" y="0"/>
                        <a:pt x="56" y="1"/>
                      </a:cubicBezTo>
                      <a:cubicBezTo>
                        <a:pt x="56" y="3"/>
                        <a:pt x="55" y="3"/>
                        <a:pt x="55" y="5"/>
                      </a:cubicBezTo>
                      <a:cubicBezTo>
                        <a:pt x="55" y="7"/>
                        <a:pt x="55" y="7"/>
                        <a:pt x="55" y="7"/>
                      </a:cubicBezTo>
                      <a:cubicBezTo>
                        <a:pt x="55" y="11"/>
                        <a:pt x="53" y="15"/>
                        <a:pt x="51" y="18"/>
                      </a:cubicBezTo>
                      <a:cubicBezTo>
                        <a:pt x="50" y="18"/>
                        <a:pt x="50" y="18"/>
                        <a:pt x="50" y="18"/>
                      </a:cubicBezTo>
                      <a:cubicBezTo>
                        <a:pt x="48" y="18"/>
                        <a:pt x="48" y="18"/>
                        <a:pt x="47" y="19"/>
                      </a:cubicBezTo>
                      <a:cubicBezTo>
                        <a:pt x="42" y="15"/>
                        <a:pt x="42" y="15"/>
                        <a:pt x="42" y="15"/>
                      </a:cubicBezTo>
                      <a:cubicBezTo>
                        <a:pt x="41" y="15"/>
                        <a:pt x="41" y="15"/>
                        <a:pt x="41" y="15"/>
                      </a:cubicBezTo>
                      <a:cubicBezTo>
                        <a:pt x="40" y="15"/>
                        <a:pt x="40" y="15"/>
                        <a:pt x="40" y="15"/>
                      </a:cubicBezTo>
                      <a:cubicBezTo>
                        <a:pt x="39" y="15"/>
                        <a:pt x="38" y="16"/>
                        <a:pt x="38" y="17"/>
                      </a:cubicBezTo>
                      <a:cubicBezTo>
                        <a:pt x="38" y="19"/>
                        <a:pt x="41" y="22"/>
                        <a:pt x="41" y="26"/>
                      </a:cubicBezTo>
                      <a:cubicBezTo>
                        <a:pt x="41" y="29"/>
                        <a:pt x="41" y="29"/>
                        <a:pt x="41" y="29"/>
                      </a:cubicBezTo>
                      <a:cubicBezTo>
                        <a:pt x="41" y="30"/>
                        <a:pt x="41" y="30"/>
                        <a:pt x="41" y="30"/>
                      </a:cubicBezTo>
                      <a:cubicBezTo>
                        <a:pt x="38" y="33"/>
                        <a:pt x="38" y="33"/>
                        <a:pt x="38" y="33"/>
                      </a:cubicBezTo>
                      <a:cubicBezTo>
                        <a:pt x="37" y="33"/>
                        <a:pt x="37" y="33"/>
                        <a:pt x="37" y="33"/>
                      </a:cubicBezTo>
                      <a:cubicBezTo>
                        <a:pt x="35" y="33"/>
                        <a:pt x="35" y="34"/>
                        <a:pt x="34" y="34"/>
                      </a:cubicBezTo>
                      <a:cubicBezTo>
                        <a:pt x="32" y="33"/>
                        <a:pt x="31" y="31"/>
                        <a:pt x="30" y="29"/>
                      </a:cubicBezTo>
                      <a:cubicBezTo>
                        <a:pt x="24" y="29"/>
                        <a:pt x="30" y="41"/>
                        <a:pt x="19" y="45"/>
                      </a:cubicBezTo>
                      <a:cubicBezTo>
                        <a:pt x="16" y="46"/>
                        <a:pt x="12" y="48"/>
                        <a:pt x="9" y="50"/>
                      </a:cubicBezTo>
                      <a:cubicBezTo>
                        <a:pt x="6" y="51"/>
                        <a:pt x="1" y="53"/>
                        <a:pt x="0" y="55"/>
                      </a:cubicBezTo>
                      <a:cubicBezTo>
                        <a:pt x="1" y="58"/>
                        <a:pt x="1" y="57"/>
                        <a:pt x="4" y="59"/>
                      </a:cubicBezTo>
                      <a:cubicBezTo>
                        <a:pt x="6" y="59"/>
                        <a:pt x="6" y="59"/>
                        <a:pt x="6" y="59"/>
                      </a:cubicBezTo>
                      <a:cubicBezTo>
                        <a:pt x="10" y="59"/>
                        <a:pt x="20" y="51"/>
                        <a:pt x="23" y="51"/>
                      </a:cubicBezTo>
                      <a:cubicBezTo>
                        <a:pt x="25" y="51"/>
                        <a:pt x="24" y="51"/>
                        <a:pt x="27" y="52"/>
                      </a:cubicBezTo>
                      <a:cubicBezTo>
                        <a:pt x="29" y="54"/>
                        <a:pt x="29" y="55"/>
                        <a:pt x="30" y="58"/>
                      </a:cubicBezTo>
                      <a:cubicBezTo>
                        <a:pt x="30" y="59"/>
                        <a:pt x="30" y="59"/>
                        <a:pt x="30" y="59"/>
                      </a:cubicBezTo>
                      <a:cubicBezTo>
                        <a:pt x="30" y="62"/>
                        <a:pt x="28" y="64"/>
                        <a:pt x="26" y="65"/>
                      </a:cubicBezTo>
                      <a:cubicBezTo>
                        <a:pt x="21" y="64"/>
                        <a:pt x="21" y="64"/>
                        <a:pt x="21" y="64"/>
                      </a:cubicBezTo>
                      <a:cubicBezTo>
                        <a:pt x="20" y="64"/>
                        <a:pt x="20" y="64"/>
                        <a:pt x="19" y="64"/>
                      </a:cubicBezTo>
                      <a:cubicBezTo>
                        <a:pt x="18" y="64"/>
                        <a:pt x="18" y="64"/>
                        <a:pt x="18" y="64"/>
                      </a:cubicBezTo>
                      <a:cubicBezTo>
                        <a:pt x="16" y="67"/>
                        <a:pt x="16" y="67"/>
                        <a:pt x="16" y="67"/>
                      </a:cubicBezTo>
                      <a:cubicBezTo>
                        <a:pt x="16" y="68"/>
                        <a:pt x="16" y="68"/>
                        <a:pt x="16" y="68"/>
                      </a:cubicBezTo>
                      <a:cubicBezTo>
                        <a:pt x="16" y="72"/>
                        <a:pt x="16" y="72"/>
                        <a:pt x="16" y="72"/>
                      </a:cubicBezTo>
                      <a:cubicBezTo>
                        <a:pt x="16" y="78"/>
                        <a:pt x="13" y="85"/>
                        <a:pt x="11" y="90"/>
                      </a:cubicBezTo>
                      <a:cubicBezTo>
                        <a:pt x="9" y="94"/>
                        <a:pt x="3" y="100"/>
                        <a:pt x="3" y="105"/>
                      </a:cubicBezTo>
                      <a:cubicBezTo>
                        <a:pt x="3" y="106"/>
                        <a:pt x="4" y="109"/>
                        <a:pt x="5" y="110"/>
                      </a:cubicBezTo>
                      <a:cubicBezTo>
                        <a:pt x="6" y="110"/>
                        <a:pt x="6" y="110"/>
                        <a:pt x="6" y="110"/>
                      </a:cubicBezTo>
                      <a:cubicBezTo>
                        <a:pt x="7" y="110"/>
                        <a:pt x="7" y="110"/>
                        <a:pt x="7" y="110"/>
                      </a:cubicBezTo>
                      <a:cubicBezTo>
                        <a:pt x="9" y="110"/>
                        <a:pt x="8" y="110"/>
                        <a:pt x="9" y="111"/>
                      </a:cubicBezTo>
                      <a:cubicBezTo>
                        <a:pt x="11" y="109"/>
                        <a:pt x="15" y="101"/>
                        <a:pt x="15" y="98"/>
                      </a:cubicBezTo>
                      <a:cubicBezTo>
                        <a:pt x="17" y="94"/>
                        <a:pt x="20" y="89"/>
                        <a:pt x="24" y="89"/>
                      </a:cubicBezTo>
                      <a:cubicBezTo>
                        <a:pt x="25" y="89"/>
                        <a:pt x="25" y="89"/>
                        <a:pt x="26" y="88"/>
                      </a:cubicBezTo>
                      <a:cubicBezTo>
                        <a:pt x="28" y="90"/>
                        <a:pt x="32" y="90"/>
                        <a:pt x="32" y="93"/>
                      </a:cubicBezTo>
                      <a:cubicBezTo>
                        <a:pt x="32" y="94"/>
                        <a:pt x="32" y="94"/>
                        <a:pt x="32" y="94"/>
                      </a:cubicBezTo>
                      <a:cubicBezTo>
                        <a:pt x="32" y="96"/>
                        <a:pt x="32" y="96"/>
                        <a:pt x="32" y="96"/>
                      </a:cubicBezTo>
                      <a:cubicBezTo>
                        <a:pt x="28" y="102"/>
                        <a:pt x="25" y="101"/>
                        <a:pt x="23" y="104"/>
                      </a:cubicBezTo>
                      <a:cubicBezTo>
                        <a:pt x="26" y="109"/>
                        <a:pt x="27" y="108"/>
                        <a:pt x="29" y="113"/>
                      </a:cubicBezTo>
                      <a:cubicBezTo>
                        <a:pt x="29" y="114"/>
                        <a:pt x="29" y="114"/>
                        <a:pt x="29" y="114"/>
                      </a:cubicBezTo>
                      <a:cubicBezTo>
                        <a:pt x="29" y="115"/>
                        <a:pt x="29" y="115"/>
                        <a:pt x="29" y="115"/>
                      </a:cubicBezTo>
                      <a:cubicBezTo>
                        <a:pt x="29" y="116"/>
                        <a:pt x="29" y="116"/>
                        <a:pt x="29" y="116"/>
                      </a:cubicBezTo>
                      <a:cubicBezTo>
                        <a:pt x="28" y="119"/>
                        <a:pt x="26" y="123"/>
                        <a:pt x="22" y="122"/>
                      </a:cubicBezTo>
                      <a:cubicBezTo>
                        <a:pt x="15" y="122"/>
                        <a:pt x="15" y="122"/>
                        <a:pt x="15" y="122"/>
                      </a:cubicBezTo>
                      <a:cubicBezTo>
                        <a:pt x="14" y="122"/>
                        <a:pt x="11" y="124"/>
                        <a:pt x="10" y="124"/>
                      </a:cubicBezTo>
                      <a:cubicBezTo>
                        <a:pt x="13" y="127"/>
                        <a:pt x="23" y="129"/>
                        <a:pt x="23" y="133"/>
                      </a:cubicBezTo>
                      <a:cubicBezTo>
                        <a:pt x="23" y="137"/>
                        <a:pt x="18" y="142"/>
                        <a:pt x="15" y="144"/>
                      </a:cubicBezTo>
                      <a:cubicBezTo>
                        <a:pt x="15" y="150"/>
                        <a:pt x="15" y="150"/>
                        <a:pt x="15" y="150"/>
                      </a:cubicBezTo>
                      <a:cubicBezTo>
                        <a:pt x="17" y="150"/>
                        <a:pt x="17" y="150"/>
                        <a:pt x="17" y="150"/>
                      </a:cubicBezTo>
                      <a:cubicBezTo>
                        <a:pt x="20" y="150"/>
                        <a:pt x="27" y="141"/>
                        <a:pt x="29" y="139"/>
                      </a:cubicBezTo>
                      <a:cubicBezTo>
                        <a:pt x="33" y="135"/>
                        <a:pt x="34" y="129"/>
                        <a:pt x="38" y="12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2" name="iSļïḑé"/>
                <p:cNvSpPr/>
                <p:nvPr/>
              </p:nvSpPr>
              <p:spPr bwMode="auto">
                <a:xfrm>
                  <a:off x="4422776" y="3106738"/>
                  <a:ext cx="412750" cy="596900"/>
                </a:xfrm>
                <a:custGeom>
                  <a:avLst/>
                  <a:gdLst>
                    <a:gd name="T0" fmla="*/ 63 w 125"/>
                    <a:gd name="T1" fmla="*/ 83 h 179"/>
                    <a:gd name="T2" fmla="*/ 69 w 125"/>
                    <a:gd name="T3" fmla="*/ 84 h 179"/>
                    <a:gd name="T4" fmla="*/ 71 w 125"/>
                    <a:gd name="T5" fmla="*/ 95 h 179"/>
                    <a:gd name="T6" fmla="*/ 56 w 125"/>
                    <a:gd name="T7" fmla="*/ 91 h 179"/>
                    <a:gd name="T8" fmla="*/ 77 w 125"/>
                    <a:gd name="T9" fmla="*/ 77 h 179"/>
                    <a:gd name="T10" fmla="*/ 90 w 125"/>
                    <a:gd name="T11" fmla="*/ 82 h 179"/>
                    <a:gd name="T12" fmla="*/ 93 w 125"/>
                    <a:gd name="T13" fmla="*/ 96 h 179"/>
                    <a:gd name="T14" fmla="*/ 88 w 125"/>
                    <a:gd name="T15" fmla="*/ 106 h 179"/>
                    <a:gd name="T16" fmla="*/ 75 w 125"/>
                    <a:gd name="T17" fmla="*/ 89 h 179"/>
                    <a:gd name="T18" fmla="*/ 91 w 125"/>
                    <a:gd name="T19" fmla="*/ 29 h 179"/>
                    <a:gd name="T20" fmla="*/ 95 w 125"/>
                    <a:gd name="T21" fmla="*/ 4 h 179"/>
                    <a:gd name="T22" fmla="*/ 92 w 125"/>
                    <a:gd name="T23" fmla="*/ 0 h 179"/>
                    <a:gd name="T24" fmla="*/ 86 w 125"/>
                    <a:gd name="T25" fmla="*/ 0 h 179"/>
                    <a:gd name="T26" fmla="*/ 80 w 125"/>
                    <a:gd name="T27" fmla="*/ 7 h 179"/>
                    <a:gd name="T28" fmla="*/ 83 w 125"/>
                    <a:gd name="T29" fmla="*/ 30 h 179"/>
                    <a:gd name="T30" fmla="*/ 86 w 125"/>
                    <a:gd name="T31" fmla="*/ 50 h 179"/>
                    <a:gd name="T32" fmla="*/ 46 w 125"/>
                    <a:gd name="T33" fmla="*/ 84 h 179"/>
                    <a:gd name="T34" fmla="*/ 0 w 125"/>
                    <a:gd name="T35" fmla="*/ 99 h 179"/>
                    <a:gd name="T36" fmla="*/ 13 w 125"/>
                    <a:gd name="T37" fmla="*/ 108 h 179"/>
                    <a:gd name="T38" fmla="*/ 30 w 125"/>
                    <a:gd name="T39" fmla="*/ 100 h 179"/>
                    <a:gd name="T40" fmla="*/ 47 w 125"/>
                    <a:gd name="T41" fmla="*/ 92 h 179"/>
                    <a:gd name="T42" fmla="*/ 51 w 125"/>
                    <a:gd name="T43" fmla="*/ 109 h 179"/>
                    <a:gd name="T44" fmla="*/ 50 w 125"/>
                    <a:gd name="T45" fmla="*/ 118 h 179"/>
                    <a:gd name="T46" fmla="*/ 54 w 125"/>
                    <a:gd name="T47" fmla="*/ 125 h 179"/>
                    <a:gd name="T48" fmla="*/ 62 w 125"/>
                    <a:gd name="T49" fmla="*/ 119 h 179"/>
                    <a:gd name="T50" fmla="*/ 62 w 125"/>
                    <a:gd name="T51" fmla="*/ 113 h 179"/>
                    <a:gd name="T52" fmla="*/ 78 w 125"/>
                    <a:gd name="T53" fmla="*/ 111 h 179"/>
                    <a:gd name="T54" fmla="*/ 78 w 125"/>
                    <a:gd name="T55" fmla="*/ 113 h 179"/>
                    <a:gd name="T56" fmla="*/ 78 w 125"/>
                    <a:gd name="T57" fmla="*/ 118 h 179"/>
                    <a:gd name="T58" fmla="*/ 46 w 125"/>
                    <a:gd name="T59" fmla="*/ 147 h 179"/>
                    <a:gd name="T60" fmla="*/ 28 w 125"/>
                    <a:gd name="T61" fmla="*/ 158 h 179"/>
                    <a:gd name="T62" fmla="*/ 1 w 125"/>
                    <a:gd name="T63" fmla="*/ 170 h 179"/>
                    <a:gd name="T64" fmla="*/ 14 w 125"/>
                    <a:gd name="T65" fmla="*/ 178 h 179"/>
                    <a:gd name="T66" fmla="*/ 20 w 125"/>
                    <a:gd name="T67" fmla="*/ 179 h 179"/>
                    <a:gd name="T68" fmla="*/ 22 w 125"/>
                    <a:gd name="T69" fmla="*/ 179 h 179"/>
                    <a:gd name="T70" fmla="*/ 38 w 125"/>
                    <a:gd name="T71" fmla="*/ 169 h 179"/>
                    <a:gd name="T72" fmla="*/ 61 w 125"/>
                    <a:gd name="T73" fmla="*/ 150 h 179"/>
                    <a:gd name="T74" fmla="*/ 79 w 125"/>
                    <a:gd name="T75" fmla="*/ 135 h 179"/>
                    <a:gd name="T76" fmla="*/ 96 w 125"/>
                    <a:gd name="T77" fmla="*/ 119 h 179"/>
                    <a:gd name="T78" fmla="*/ 106 w 125"/>
                    <a:gd name="T79" fmla="*/ 149 h 179"/>
                    <a:gd name="T80" fmla="*/ 125 w 125"/>
                    <a:gd name="T81" fmla="*/ 152 h 179"/>
                    <a:gd name="T82" fmla="*/ 116 w 125"/>
                    <a:gd name="T83" fmla="*/ 120 h 179"/>
                    <a:gd name="T84" fmla="*/ 115 w 125"/>
                    <a:gd name="T85" fmla="*/ 125 h 179"/>
                    <a:gd name="T86" fmla="*/ 109 w 125"/>
                    <a:gd name="T87" fmla="*/ 129 h 179"/>
                    <a:gd name="T88" fmla="*/ 97 w 125"/>
                    <a:gd name="T89" fmla="*/ 92 h 179"/>
                    <a:gd name="T90" fmla="*/ 94 w 125"/>
                    <a:gd name="T91" fmla="*/ 76 h 179"/>
                    <a:gd name="T92" fmla="*/ 110 w 125"/>
                    <a:gd name="T93" fmla="*/ 60 h 179"/>
                    <a:gd name="T94" fmla="*/ 105 w 125"/>
                    <a:gd name="T95" fmla="*/ 57 h 179"/>
                    <a:gd name="T96" fmla="*/ 101 w 125"/>
                    <a:gd name="T97" fmla="*/ 59 h 179"/>
                    <a:gd name="T98" fmla="*/ 91 w 125"/>
                    <a:gd name="T99" fmla="*/ 54 h 179"/>
                    <a:gd name="T100" fmla="*/ 91 w 125"/>
                    <a:gd name="T101" fmla="*/ 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79">
                      <a:moveTo>
                        <a:pt x="56" y="91"/>
                      </a:moveTo>
                      <a:cubicBezTo>
                        <a:pt x="56" y="87"/>
                        <a:pt x="60" y="85"/>
                        <a:pt x="63" y="83"/>
                      </a:cubicBezTo>
                      <a:cubicBezTo>
                        <a:pt x="64" y="83"/>
                        <a:pt x="64" y="83"/>
                        <a:pt x="64" y="83"/>
                      </a:cubicBezTo>
                      <a:cubicBezTo>
                        <a:pt x="67" y="83"/>
                        <a:pt x="67" y="84"/>
                        <a:pt x="69" y="84"/>
                      </a:cubicBezTo>
                      <a:cubicBezTo>
                        <a:pt x="71" y="94"/>
                        <a:pt x="71" y="94"/>
                        <a:pt x="71" y="94"/>
                      </a:cubicBezTo>
                      <a:cubicBezTo>
                        <a:pt x="71" y="95"/>
                        <a:pt x="71" y="95"/>
                        <a:pt x="71" y="95"/>
                      </a:cubicBezTo>
                      <a:cubicBezTo>
                        <a:pt x="68" y="100"/>
                        <a:pt x="68" y="99"/>
                        <a:pt x="63" y="101"/>
                      </a:cubicBezTo>
                      <a:cubicBezTo>
                        <a:pt x="61" y="99"/>
                        <a:pt x="56" y="95"/>
                        <a:pt x="56" y="91"/>
                      </a:cubicBezTo>
                      <a:close/>
                      <a:moveTo>
                        <a:pt x="72" y="83"/>
                      </a:moveTo>
                      <a:cubicBezTo>
                        <a:pt x="74" y="79"/>
                        <a:pt x="73" y="79"/>
                        <a:pt x="77" y="77"/>
                      </a:cubicBezTo>
                      <a:cubicBezTo>
                        <a:pt x="79" y="75"/>
                        <a:pt x="82" y="75"/>
                        <a:pt x="83" y="73"/>
                      </a:cubicBezTo>
                      <a:cubicBezTo>
                        <a:pt x="88" y="76"/>
                        <a:pt x="89" y="76"/>
                        <a:pt x="90" y="82"/>
                      </a:cubicBezTo>
                      <a:cubicBezTo>
                        <a:pt x="92" y="95"/>
                        <a:pt x="92" y="95"/>
                        <a:pt x="92" y="95"/>
                      </a:cubicBezTo>
                      <a:cubicBezTo>
                        <a:pt x="93" y="96"/>
                        <a:pt x="93" y="96"/>
                        <a:pt x="93" y="96"/>
                      </a:cubicBezTo>
                      <a:cubicBezTo>
                        <a:pt x="94" y="99"/>
                        <a:pt x="94" y="99"/>
                        <a:pt x="94" y="99"/>
                      </a:cubicBezTo>
                      <a:cubicBezTo>
                        <a:pt x="91" y="105"/>
                        <a:pt x="93" y="103"/>
                        <a:pt x="88" y="106"/>
                      </a:cubicBezTo>
                      <a:cubicBezTo>
                        <a:pt x="83" y="101"/>
                        <a:pt x="82" y="101"/>
                        <a:pt x="79" y="95"/>
                      </a:cubicBezTo>
                      <a:cubicBezTo>
                        <a:pt x="77" y="93"/>
                        <a:pt x="77" y="91"/>
                        <a:pt x="75" y="89"/>
                      </a:cubicBezTo>
                      <a:cubicBezTo>
                        <a:pt x="73" y="87"/>
                        <a:pt x="73" y="86"/>
                        <a:pt x="72" y="83"/>
                      </a:cubicBezTo>
                      <a:close/>
                      <a:moveTo>
                        <a:pt x="91" y="29"/>
                      </a:moveTo>
                      <a:cubicBezTo>
                        <a:pt x="91" y="22"/>
                        <a:pt x="95" y="12"/>
                        <a:pt x="95" y="4"/>
                      </a:cubicBezTo>
                      <a:cubicBezTo>
                        <a:pt x="95" y="4"/>
                        <a:pt x="95" y="4"/>
                        <a:pt x="95" y="4"/>
                      </a:cubicBezTo>
                      <a:cubicBezTo>
                        <a:pt x="95" y="3"/>
                        <a:pt x="95" y="3"/>
                        <a:pt x="95" y="3"/>
                      </a:cubicBezTo>
                      <a:cubicBezTo>
                        <a:pt x="93" y="0"/>
                        <a:pt x="95" y="1"/>
                        <a:pt x="92" y="0"/>
                      </a:cubicBezTo>
                      <a:cubicBezTo>
                        <a:pt x="91" y="0"/>
                        <a:pt x="91" y="0"/>
                        <a:pt x="91" y="0"/>
                      </a:cubicBezTo>
                      <a:cubicBezTo>
                        <a:pt x="86" y="0"/>
                        <a:pt x="86" y="0"/>
                        <a:pt x="86" y="0"/>
                      </a:cubicBezTo>
                      <a:cubicBezTo>
                        <a:pt x="85" y="0"/>
                        <a:pt x="85" y="0"/>
                        <a:pt x="85" y="0"/>
                      </a:cubicBezTo>
                      <a:cubicBezTo>
                        <a:pt x="82" y="1"/>
                        <a:pt x="80" y="4"/>
                        <a:pt x="80" y="7"/>
                      </a:cubicBezTo>
                      <a:cubicBezTo>
                        <a:pt x="83" y="30"/>
                        <a:pt x="83" y="30"/>
                        <a:pt x="83" y="30"/>
                      </a:cubicBezTo>
                      <a:cubicBezTo>
                        <a:pt x="83" y="30"/>
                        <a:pt x="83" y="30"/>
                        <a:pt x="83" y="30"/>
                      </a:cubicBezTo>
                      <a:cubicBezTo>
                        <a:pt x="83" y="38"/>
                        <a:pt x="86" y="44"/>
                        <a:pt x="86" y="49"/>
                      </a:cubicBezTo>
                      <a:cubicBezTo>
                        <a:pt x="86" y="50"/>
                        <a:pt x="86" y="50"/>
                        <a:pt x="86" y="50"/>
                      </a:cubicBezTo>
                      <a:cubicBezTo>
                        <a:pt x="87" y="62"/>
                        <a:pt x="87" y="62"/>
                        <a:pt x="87" y="62"/>
                      </a:cubicBezTo>
                      <a:cubicBezTo>
                        <a:pt x="87" y="68"/>
                        <a:pt x="52" y="81"/>
                        <a:pt x="46" y="84"/>
                      </a:cubicBezTo>
                      <a:cubicBezTo>
                        <a:pt x="39" y="87"/>
                        <a:pt x="31" y="89"/>
                        <a:pt x="23" y="92"/>
                      </a:cubicBezTo>
                      <a:cubicBezTo>
                        <a:pt x="20" y="94"/>
                        <a:pt x="0" y="96"/>
                        <a:pt x="0" y="99"/>
                      </a:cubicBezTo>
                      <a:cubicBezTo>
                        <a:pt x="0" y="101"/>
                        <a:pt x="9" y="108"/>
                        <a:pt x="11" y="108"/>
                      </a:cubicBezTo>
                      <a:cubicBezTo>
                        <a:pt x="13" y="108"/>
                        <a:pt x="13" y="108"/>
                        <a:pt x="13" y="108"/>
                      </a:cubicBezTo>
                      <a:cubicBezTo>
                        <a:pt x="14" y="108"/>
                        <a:pt x="14" y="108"/>
                        <a:pt x="14" y="108"/>
                      </a:cubicBezTo>
                      <a:cubicBezTo>
                        <a:pt x="20" y="105"/>
                        <a:pt x="24" y="103"/>
                        <a:pt x="30" y="100"/>
                      </a:cubicBezTo>
                      <a:cubicBezTo>
                        <a:pt x="34" y="98"/>
                        <a:pt x="41" y="93"/>
                        <a:pt x="45" y="93"/>
                      </a:cubicBezTo>
                      <a:cubicBezTo>
                        <a:pt x="46" y="93"/>
                        <a:pt x="46" y="93"/>
                        <a:pt x="47" y="92"/>
                      </a:cubicBezTo>
                      <a:cubicBezTo>
                        <a:pt x="49" y="94"/>
                        <a:pt x="52" y="96"/>
                        <a:pt x="51" y="101"/>
                      </a:cubicBezTo>
                      <a:cubicBezTo>
                        <a:pt x="51" y="109"/>
                        <a:pt x="51" y="109"/>
                        <a:pt x="51" y="109"/>
                      </a:cubicBezTo>
                      <a:cubicBezTo>
                        <a:pt x="51" y="110"/>
                        <a:pt x="51" y="110"/>
                        <a:pt x="51" y="110"/>
                      </a:cubicBezTo>
                      <a:cubicBezTo>
                        <a:pt x="50" y="118"/>
                        <a:pt x="50" y="118"/>
                        <a:pt x="50" y="118"/>
                      </a:cubicBezTo>
                      <a:cubicBezTo>
                        <a:pt x="50" y="119"/>
                        <a:pt x="50" y="119"/>
                        <a:pt x="50" y="120"/>
                      </a:cubicBezTo>
                      <a:cubicBezTo>
                        <a:pt x="51" y="123"/>
                        <a:pt x="51" y="123"/>
                        <a:pt x="54" y="125"/>
                      </a:cubicBezTo>
                      <a:cubicBezTo>
                        <a:pt x="56" y="125"/>
                        <a:pt x="56" y="125"/>
                        <a:pt x="56" y="125"/>
                      </a:cubicBezTo>
                      <a:cubicBezTo>
                        <a:pt x="59" y="125"/>
                        <a:pt x="60" y="121"/>
                        <a:pt x="62" y="119"/>
                      </a:cubicBezTo>
                      <a:cubicBezTo>
                        <a:pt x="62" y="118"/>
                        <a:pt x="62" y="118"/>
                        <a:pt x="62" y="118"/>
                      </a:cubicBezTo>
                      <a:cubicBezTo>
                        <a:pt x="62" y="113"/>
                        <a:pt x="62" y="113"/>
                        <a:pt x="62" y="113"/>
                      </a:cubicBezTo>
                      <a:cubicBezTo>
                        <a:pt x="63" y="110"/>
                        <a:pt x="68" y="106"/>
                        <a:pt x="71" y="106"/>
                      </a:cubicBezTo>
                      <a:cubicBezTo>
                        <a:pt x="75" y="106"/>
                        <a:pt x="77" y="109"/>
                        <a:pt x="78" y="111"/>
                      </a:cubicBezTo>
                      <a:cubicBezTo>
                        <a:pt x="78" y="112"/>
                        <a:pt x="78" y="112"/>
                        <a:pt x="78" y="112"/>
                      </a:cubicBezTo>
                      <a:cubicBezTo>
                        <a:pt x="78" y="113"/>
                        <a:pt x="78" y="113"/>
                        <a:pt x="78" y="113"/>
                      </a:cubicBezTo>
                      <a:cubicBezTo>
                        <a:pt x="78" y="115"/>
                        <a:pt x="78" y="115"/>
                        <a:pt x="79" y="116"/>
                      </a:cubicBezTo>
                      <a:cubicBezTo>
                        <a:pt x="78" y="117"/>
                        <a:pt x="78" y="117"/>
                        <a:pt x="78" y="118"/>
                      </a:cubicBezTo>
                      <a:cubicBezTo>
                        <a:pt x="78" y="119"/>
                        <a:pt x="78" y="119"/>
                        <a:pt x="78" y="119"/>
                      </a:cubicBezTo>
                      <a:cubicBezTo>
                        <a:pt x="72" y="130"/>
                        <a:pt x="57" y="140"/>
                        <a:pt x="46" y="147"/>
                      </a:cubicBezTo>
                      <a:cubicBezTo>
                        <a:pt x="44" y="148"/>
                        <a:pt x="40" y="151"/>
                        <a:pt x="37" y="152"/>
                      </a:cubicBezTo>
                      <a:cubicBezTo>
                        <a:pt x="35" y="153"/>
                        <a:pt x="29" y="157"/>
                        <a:pt x="28" y="158"/>
                      </a:cubicBezTo>
                      <a:cubicBezTo>
                        <a:pt x="25" y="161"/>
                        <a:pt x="12" y="165"/>
                        <a:pt x="6" y="165"/>
                      </a:cubicBezTo>
                      <a:cubicBezTo>
                        <a:pt x="4" y="165"/>
                        <a:pt x="2" y="168"/>
                        <a:pt x="1" y="170"/>
                      </a:cubicBezTo>
                      <a:cubicBezTo>
                        <a:pt x="4" y="171"/>
                        <a:pt x="4" y="173"/>
                        <a:pt x="7" y="175"/>
                      </a:cubicBezTo>
                      <a:cubicBezTo>
                        <a:pt x="10" y="176"/>
                        <a:pt x="12" y="176"/>
                        <a:pt x="14" y="178"/>
                      </a:cubicBezTo>
                      <a:cubicBezTo>
                        <a:pt x="18" y="179"/>
                        <a:pt x="18" y="179"/>
                        <a:pt x="18" y="179"/>
                      </a:cubicBezTo>
                      <a:cubicBezTo>
                        <a:pt x="20" y="179"/>
                        <a:pt x="18" y="179"/>
                        <a:pt x="20" y="179"/>
                      </a:cubicBezTo>
                      <a:cubicBezTo>
                        <a:pt x="21" y="179"/>
                        <a:pt x="21" y="179"/>
                        <a:pt x="21" y="179"/>
                      </a:cubicBezTo>
                      <a:cubicBezTo>
                        <a:pt x="22" y="179"/>
                        <a:pt x="22" y="179"/>
                        <a:pt x="22" y="179"/>
                      </a:cubicBezTo>
                      <a:cubicBezTo>
                        <a:pt x="26" y="177"/>
                        <a:pt x="30" y="175"/>
                        <a:pt x="33" y="173"/>
                      </a:cubicBezTo>
                      <a:cubicBezTo>
                        <a:pt x="35" y="171"/>
                        <a:pt x="36" y="170"/>
                        <a:pt x="38" y="169"/>
                      </a:cubicBezTo>
                      <a:cubicBezTo>
                        <a:pt x="39" y="168"/>
                        <a:pt x="43" y="166"/>
                        <a:pt x="43" y="166"/>
                      </a:cubicBezTo>
                      <a:cubicBezTo>
                        <a:pt x="49" y="160"/>
                        <a:pt x="55" y="156"/>
                        <a:pt x="61" y="150"/>
                      </a:cubicBezTo>
                      <a:cubicBezTo>
                        <a:pt x="64" y="148"/>
                        <a:pt x="67" y="145"/>
                        <a:pt x="70" y="143"/>
                      </a:cubicBezTo>
                      <a:cubicBezTo>
                        <a:pt x="73" y="140"/>
                        <a:pt x="76" y="137"/>
                        <a:pt x="79" y="135"/>
                      </a:cubicBezTo>
                      <a:cubicBezTo>
                        <a:pt x="82" y="132"/>
                        <a:pt x="85" y="130"/>
                        <a:pt x="87" y="127"/>
                      </a:cubicBezTo>
                      <a:cubicBezTo>
                        <a:pt x="90" y="124"/>
                        <a:pt x="91" y="119"/>
                        <a:pt x="96" y="119"/>
                      </a:cubicBezTo>
                      <a:cubicBezTo>
                        <a:pt x="98" y="119"/>
                        <a:pt x="100" y="126"/>
                        <a:pt x="100" y="128"/>
                      </a:cubicBezTo>
                      <a:cubicBezTo>
                        <a:pt x="100" y="132"/>
                        <a:pt x="105" y="145"/>
                        <a:pt x="106" y="149"/>
                      </a:cubicBezTo>
                      <a:cubicBezTo>
                        <a:pt x="108" y="155"/>
                        <a:pt x="111" y="165"/>
                        <a:pt x="118" y="165"/>
                      </a:cubicBezTo>
                      <a:cubicBezTo>
                        <a:pt x="119" y="163"/>
                        <a:pt x="125" y="161"/>
                        <a:pt x="125" y="152"/>
                      </a:cubicBezTo>
                      <a:cubicBezTo>
                        <a:pt x="125" y="143"/>
                        <a:pt x="120" y="120"/>
                        <a:pt x="117" y="116"/>
                      </a:cubicBezTo>
                      <a:cubicBezTo>
                        <a:pt x="117" y="118"/>
                        <a:pt x="116" y="118"/>
                        <a:pt x="116" y="120"/>
                      </a:cubicBezTo>
                      <a:cubicBezTo>
                        <a:pt x="116" y="123"/>
                        <a:pt x="115" y="121"/>
                        <a:pt x="115" y="124"/>
                      </a:cubicBezTo>
                      <a:cubicBezTo>
                        <a:pt x="115" y="125"/>
                        <a:pt x="115" y="125"/>
                        <a:pt x="115" y="125"/>
                      </a:cubicBezTo>
                      <a:cubicBezTo>
                        <a:pt x="115" y="126"/>
                        <a:pt x="114" y="129"/>
                        <a:pt x="112" y="129"/>
                      </a:cubicBezTo>
                      <a:cubicBezTo>
                        <a:pt x="109" y="129"/>
                        <a:pt x="109" y="129"/>
                        <a:pt x="109" y="129"/>
                      </a:cubicBezTo>
                      <a:cubicBezTo>
                        <a:pt x="105" y="129"/>
                        <a:pt x="102" y="110"/>
                        <a:pt x="100" y="105"/>
                      </a:cubicBezTo>
                      <a:cubicBezTo>
                        <a:pt x="98" y="101"/>
                        <a:pt x="98" y="97"/>
                        <a:pt x="97" y="92"/>
                      </a:cubicBezTo>
                      <a:cubicBezTo>
                        <a:pt x="96" y="87"/>
                        <a:pt x="94" y="86"/>
                        <a:pt x="94" y="79"/>
                      </a:cubicBezTo>
                      <a:cubicBezTo>
                        <a:pt x="94" y="76"/>
                        <a:pt x="94" y="76"/>
                        <a:pt x="94" y="76"/>
                      </a:cubicBezTo>
                      <a:cubicBezTo>
                        <a:pt x="94" y="65"/>
                        <a:pt x="110" y="67"/>
                        <a:pt x="110" y="61"/>
                      </a:cubicBezTo>
                      <a:cubicBezTo>
                        <a:pt x="110" y="60"/>
                        <a:pt x="110" y="60"/>
                        <a:pt x="110" y="60"/>
                      </a:cubicBezTo>
                      <a:cubicBezTo>
                        <a:pt x="110" y="58"/>
                        <a:pt x="109" y="57"/>
                        <a:pt x="108" y="57"/>
                      </a:cubicBezTo>
                      <a:cubicBezTo>
                        <a:pt x="105" y="57"/>
                        <a:pt x="105" y="57"/>
                        <a:pt x="105" y="57"/>
                      </a:cubicBezTo>
                      <a:cubicBezTo>
                        <a:pt x="104" y="57"/>
                        <a:pt x="104" y="57"/>
                        <a:pt x="104" y="57"/>
                      </a:cubicBezTo>
                      <a:cubicBezTo>
                        <a:pt x="103" y="58"/>
                        <a:pt x="102" y="59"/>
                        <a:pt x="101" y="59"/>
                      </a:cubicBezTo>
                      <a:cubicBezTo>
                        <a:pt x="99" y="60"/>
                        <a:pt x="99" y="59"/>
                        <a:pt x="97" y="60"/>
                      </a:cubicBezTo>
                      <a:cubicBezTo>
                        <a:pt x="95" y="59"/>
                        <a:pt x="91" y="56"/>
                        <a:pt x="91" y="54"/>
                      </a:cubicBezTo>
                      <a:cubicBezTo>
                        <a:pt x="91" y="41"/>
                        <a:pt x="91" y="41"/>
                        <a:pt x="91" y="41"/>
                      </a:cubicBezTo>
                      <a:lnTo>
                        <a:pt x="91" y="29"/>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3" name="íšlïďè"/>
                <p:cNvSpPr/>
                <p:nvPr/>
              </p:nvSpPr>
              <p:spPr bwMode="auto">
                <a:xfrm>
                  <a:off x="5478463" y="3581400"/>
                  <a:ext cx="46038" cy="76200"/>
                </a:xfrm>
                <a:custGeom>
                  <a:avLst/>
                  <a:gdLst>
                    <a:gd name="T0" fmla="*/ 14 w 14"/>
                    <a:gd name="T1" fmla="*/ 15 h 23"/>
                    <a:gd name="T2" fmla="*/ 10 w 14"/>
                    <a:gd name="T3" fmla="*/ 6 h 23"/>
                    <a:gd name="T4" fmla="*/ 3 w 14"/>
                    <a:gd name="T5" fmla="*/ 0 h 23"/>
                    <a:gd name="T6" fmla="*/ 0 w 14"/>
                    <a:gd name="T7" fmla="*/ 3 h 23"/>
                    <a:gd name="T8" fmla="*/ 5 w 14"/>
                    <a:gd name="T9" fmla="*/ 11 h 23"/>
                    <a:gd name="T10" fmla="*/ 5 w 14"/>
                    <a:gd name="T11" fmla="*/ 12 h 23"/>
                    <a:gd name="T12" fmla="*/ 5 w 14"/>
                    <a:gd name="T13" fmla="*/ 14 h 23"/>
                    <a:gd name="T14" fmla="*/ 5 w 14"/>
                    <a:gd name="T15" fmla="*/ 15 h 23"/>
                    <a:gd name="T16" fmla="*/ 2 w 14"/>
                    <a:gd name="T17" fmla="*/ 19 h 23"/>
                    <a:gd name="T18" fmla="*/ 2 w 14"/>
                    <a:gd name="T19" fmla="*/ 22 h 23"/>
                    <a:gd name="T20" fmla="*/ 5 w 14"/>
                    <a:gd name="T21" fmla="*/ 23 h 23"/>
                    <a:gd name="T22" fmla="*/ 6 w 14"/>
                    <a:gd name="T23" fmla="*/ 23 h 23"/>
                    <a:gd name="T24" fmla="*/ 11 w 14"/>
                    <a:gd name="T25" fmla="*/ 20 h 23"/>
                    <a:gd name="T26" fmla="*/ 14 w 14"/>
                    <a:gd name="T27"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23">
                      <a:moveTo>
                        <a:pt x="14" y="15"/>
                      </a:moveTo>
                      <a:cubicBezTo>
                        <a:pt x="14" y="11"/>
                        <a:pt x="12" y="9"/>
                        <a:pt x="10" y="6"/>
                      </a:cubicBezTo>
                      <a:cubicBezTo>
                        <a:pt x="8" y="5"/>
                        <a:pt x="3" y="1"/>
                        <a:pt x="3" y="0"/>
                      </a:cubicBezTo>
                      <a:cubicBezTo>
                        <a:pt x="0" y="3"/>
                        <a:pt x="0" y="3"/>
                        <a:pt x="0" y="3"/>
                      </a:cubicBezTo>
                      <a:cubicBezTo>
                        <a:pt x="5" y="11"/>
                        <a:pt x="5" y="11"/>
                        <a:pt x="5" y="11"/>
                      </a:cubicBezTo>
                      <a:cubicBezTo>
                        <a:pt x="5" y="12"/>
                        <a:pt x="5" y="12"/>
                        <a:pt x="5" y="12"/>
                      </a:cubicBezTo>
                      <a:cubicBezTo>
                        <a:pt x="5" y="14"/>
                        <a:pt x="5" y="14"/>
                        <a:pt x="5" y="14"/>
                      </a:cubicBezTo>
                      <a:cubicBezTo>
                        <a:pt x="5" y="15"/>
                        <a:pt x="5" y="15"/>
                        <a:pt x="5" y="15"/>
                      </a:cubicBezTo>
                      <a:cubicBezTo>
                        <a:pt x="2" y="19"/>
                        <a:pt x="2" y="19"/>
                        <a:pt x="2" y="19"/>
                      </a:cubicBezTo>
                      <a:cubicBezTo>
                        <a:pt x="2" y="22"/>
                        <a:pt x="2" y="22"/>
                        <a:pt x="2" y="22"/>
                      </a:cubicBezTo>
                      <a:cubicBezTo>
                        <a:pt x="5" y="23"/>
                        <a:pt x="5" y="23"/>
                        <a:pt x="5" y="23"/>
                      </a:cubicBezTo>
                      <a:cubicBezTo>
                        <a:pt x="6" y="23"/>
                        <a:pt x="6" y="23"/>
                        <a:pt x="6" y="23"/>
                      </a:cubicBezTo>
                      <a:cubicBezTo>
                        <a:pt x="7" y="23"/>
                        <a:pt x="11" y="21"/>
                        <a:pt x="11" y="20"/>
                      </a:cubicBezTo>
                      <a:cubicBezTo>
                        <a:pt x="13" y="19"/>
                        <a:pt x="13" y="17"/>
                        <a:pt x="14" y="1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4" name="işḷîḑe"/>
                <p:cNvSpPr/>
                <p:nvPr/>
              </p:nvSpPr>
              <p:spPr bwMode="auto">
                <a:xfrm>
                  <a:off x="6310313" y="3136900"/>
                  <a:ext cx="406400" cy="554038"/>
                </a:xfrm>
                <a:custGeom>
                  <a:avLst/>
                  <a:gdLst>
                    <a:gd name="T0" fmla="*/ 101 w 123"/>
                    <a:gd name="T1" fmla="*/ 9 h 166"/>
                    <a:gd name="T2" fmla="*/ 96 w 123"/>
                    <a:gd name="T3" fmla="*/ 0 h 166"/>
                    <a:gd name="T4" fmla="*/ 76 w 123"/>
                    <a:gd name="T5" fmla="*/ 23 h 166"/>
                    <a:gd name="T6" fmla="*/ 66 w 123"/>
                    <a:gd name="T7" fmla="*/ 20 h 166"/>
                    <a:gd name="T8" fmla="*/ 69 w 123"/>
                    <a:gd name="T9" fmla="*/ 29 h 166"/>
                    <a:gd name="T10" fmla="*/ 64 w 123"/>
                    <a:gd name="T11" fmla="*/ 38 h 166"/>
                    <a:gd name="T12" fmla="*/ 71 w 123"/>
                    <a:gd name="T13" fmla="*/ 37 h 166"/>
                    <a:gd name="T14" fmla="*/ 78 w 123"/>
                    <a:gd name="T15" fmla="*/ 38 h 166"/>
                    <a:gd name="T16" fmla="*/ 104 w 123"/>
                    <a:gd name="T17" fmla="*/ 37 h 166"/>
                    <a:gd name="T18" fmla="*/ 97 w 123"/>
                    <a:gd name="T19" fmla="*/ 43 h 166"/>
                    <a:gd name="T20" fmla="*/ 85 w 123"/>
                    <a:gd name="T21" fmla="*/ 56 h 166"/>
                    <a:gd name="T22" fmla="*/ 78 w 123"/>
                    <a:gd name="T23" fmla="*/ 67 h 166"/>
                    <a:gd name="T24" fmla="*/ 72 w 123"/>
                    <a:gd name="T25" fmla="*/ 62 h 166"/>
                    <a:gd name="T26" fmla="*/ 72 w 123"/>
                    <a:gd name="T27" fmla="*/ 48 h 166"/>
                    <a:gd name="T28" fmla="*/ 63 w 123"/>
                    <a:gd name="T29" fmla="*/ 57 h 166"/>
                    <a:gd name="T30" fmla="*/ 56 w 123"/>
                    <a:gd name="T31" fmla="*/ 57 h 166"/>
                    <a:gd name="T32" fmla="*/ 61 w 123"/>
                    <a:gd name="T33" fmla="*/ 66 h 166"/>
                    <a:gd name="T34" fmla="*/ 59 w 123"/>
                    <a:gd name="T35" fmla="*/ 70 h 166"/>
                    <a:gd name="T36" fmla="*/ 68 w 123"/>
                    <a:gd name="T37" fmla="*/ 74 h 166"/>
                    <a:gd name="T38" fmla="*/ 68 w 123"/>
                    <a:gd name="T39" fmla="*/ 78 h 166"/>
                    <a:gd name="T40" fmla="*/ 40 w 123"/>
                    <a:gd name="T41" fmla="*/ 92 h 166"/>
                    <a:gd name="T42" fmla="*/ 24 w 123"/>
                    <a:gd name="T43" fmla="*/ 99 h 166"/>
                    <a:gd name="T44" fmla="*/ 3 w 123"/>
                    <a:gd name="T45" fmla="*/ 105 h 166"/>
                    <a:gd name="T46" fmla="*/ 2 w 123"/>
                    <a:gd name="T47" fmla="*/ 112 h 166"/>
                    <a:gd name="T48" fmla="*/ 14 w 123"/>
                    <a:gd name="T49" fmla="*/ 120 h 166"/>
                    <a:gd name="T50" fmla="*/ 32 w 123"/>
                    <a:gd name="T51" fmla="*/ 108 h 166"/>
                    <a:gd name="T52" fmla="*/ 55 w 123"/>
                    <a:gd name="T53" fmla="*/ 93 h 166"/>
                    <a:gd name="T54" fmla="*/ 63 w 123"/>
                    <a:gd name="T55" fmla="*/ 89 h 166"/>
                    <a:gd name="T56" fmla="*/ 82 w 123"/>
                    <a:gd name="T57" fmla="*/ 83 h 166"/>
                    <a:gd name="T58" fmla="*/ 82 w 123"/>
                    <a:gd name="T59" fmla="*/ 86 h 166"/>
                    <a:gd name="T60" fmla="*/ 74 w 123"/>
                    <a:gd name="T61" fmla="*/ 97 h 166"/>
                    <a:gd name="T62" fmla="*/ 61 w 123"/>
                    <a:gd name="T63" fmla="*/ 107 h 166"/>
                    <a:gd name="T64" fmla="*/ 64 w 123"/>
                    <a:gd name="T65" fmla="*/ 118 h 166"/>
                    <a:gd name="T66" fmla="*/ 55 w 123"/>
                    <a:gd name="T67" fmla="*/ 126 h 166"/>
                    <a:gd name="T68" fmla="*/ 40 w 123"/>
                    <a:gd name="T69" fmla="*/ 129 h 166"/>
                    <a:gd name="T70" fmla="*/ 30 w 123"/>
                    <a:gd name="T71" fmla="*/ 130 h 166"/>
                    <a:gd name="T72" fmla="*/ 35 w 123"/>
                    <a:gd name="T73" fmla="*/ 141 h 166"/>
                    <a:gd name="T74" fmla="*/ 38 w 123"/>
                    <a:gd name="T75" fmla="*/ 141 h 166"/>
                    <a:gd name="T76" fmla="*/ 56 w 123"/>
                    <a:gd name="T77" fmla="*/ 133 h 166"/>
                    <a:gd name="T78" fmla="*/ 63 w 123"/>
                    <a:gd name="T79" fmla="*/ 141 h 166"/>
                    <a:gd name="T80" fmla="*/ 56 w 123"/>
                    <a:gd name="T81" fmla="*/ 154 h 166"/>
                    <a:gd name="T82" fmla="*/ 53 w 123"/>
                    <a:gd name="T83" fmla="*/ 154 h 166"/>
                    <a:gd name="T84" fmla="*/ 49 w 123"/>
                    <a:gd name="T85" fmla="*/ 154 h 166"/>
                    <a:gd name="T86" fmla="*/ 46 w 123"/>
                    <a:gd name="T87" fmla="*/ 156 h 166"/>
                    <a:gd name="T88" fmla="*/ 56 w 123"/>
                    <a:gd name="T89" fmla="*/ 166 h 166"/>
                    <a:gd name="T90" fmla="*/ 71 w 123"/>
                    <a:gd name="T91" fmla="*/ 160 h 166"/>
                    <a:gd name="T92" fmla="*/ 75 w 123"/>
                    <a:gd name="T93" fmla="*/ 146 h 166"/>
                    <a:gd name="T94" fmla="*/ 80 w 123"/>
                    <a:gd name="T95" fmla="*/ 124 h 166"/>
                    <a:gd name="T96" fmla="*/ 94 w 123"/>
                    <a:gd name="T97" fmla="*/ 120 h 166"/>
                    <a:gd name="T98" fmla="*/ 81 w 123"/>
                    <a:gd name="T99" fmla="*/ 117 h 166"/>
                    <a:gd name="T100" fmla="*/ 72 w 123"/>
                    <a:gd name="T101" fmla="*/ 107 h 166"/>
                    <a:gd name="T102" fmla="*/ 78 w 123"/>
                    <a:gd name="T103" fmla="*/ 96 h 166"/>
                    <a:gd name="T104" fmla="*/ 92 w 123"/>
                    <a:gd name="T105" fmla="*/ 89 h 166"/>
                    <a:gd name="T106" fmla="*/ 102 w 123"/>
                    <a:gd name="T107" fmla="*/ 78 h 166"/>
                    <a:gd name="T108" fmla="*/ 95 w 123"/>
                    <a:gd name="T109" fmla="*/ 61 h 166"/>
                    <a:gd name="T110" fmla="*/ 109 w 123"/>
                    <a:gd name="T111" fmla="*/ 48 h 166"/>
                    <a:gd name="T112" fmla="*/ 116 w 123"/>
                    <a:gd name="T113" fmla="*/ 42 h 166"/>
                    <a:gd name="T114" fmla="*/ 121 w 123"/>
                    <a:gd name="T115" fmla="*/ 32 h 166"/>
                    <a:gd name="T116" fmla="*/ 116 w 123"/>
                    <a:gd name="T117" fmla="*/ 17 h 166"/>
                    <a:gd name="T118" fmla="*/ 104 w 123"/>
                    <a:gd name="T119" fmla="*/ 20 h 166"/>
                    <a:gd name="T120" fmla="*/ 93 w 123"/>
                    <a:gd name="T121"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3" h="166">
                      <a:moveTo>
                        <a:pt x="93" y="21"/>
                      </a:moveTo>
                      <a:cubicBezTo>
                        <a:pt x="94" y="14"/>
                        <a:pt x="98" y="14"/>
                        <a:pt x="101" y="9"/>
                      </a:cubicBezTo>
                      <a:cubicBezTo>
                        <a:pt x="101" y="8"/>
                        <a:pt x="101" y="8"/>
                        <a:pt x="101" y="8"/>
                      </a:cubicBezTo>
                      <a:cubicBezTo>
                        <a:pt x="101" y="5"/>
                        <a:pt x="97" y="1"/>
                        <a:pt x="96" y="0"/>
                      </a:cubicBezTo>
                      <a:cubicBezTo>
                        <a:pt x="89" y="3"/>
                        <a:pt x="91" y="6"/>
                        <a:pt x="88" y="13"/>
                      </a:cubicBezTo>
                      <a:cubicBezTo>
                        <a:pt x="85" y="17"/>
                        <a:pt x="82" y="23"/>
                        <a:pt x="76" y="23"/>
                      </a:cubicBezTo>
                      <a:cubicBezTo>
                        <a:pt x="75" y="23"/>
                        <a:pt x="70" y="18"/>
                        <a:pt x="67" y="17"/>
                      </a:cubicBezTo>
                      <a:cubicBezTo>
                        <a:pt x="66" y="20"/>
                        <a:pt x="66" y="20"/>
                        <a:pt x="66" y="20"/>
                      </a:cubicBezTo>
                      <a:cubicBezTo>
                        <a:pt x="67" y="23"/>
                        <a:pt x="69" y="24"/>
                        <a:pt x="69" y="28"/>
                      </a:cubicBezTo>
                      <a:cubicBezTo>
                        <a:pt x="69" y="29"/>
                        <a:pt x="69" y="29"/>
                        <a:pt x="69" y="29"/>
                      </a:cubicBezTo>
                      <a:cubicBezTo>
                        <a:pt x="69" y="29"/>
                        <a:pt x="63" y="36"/>
                        <a:pt x="62" y="37"/>
                      </a:cubicBezTo>
                      <a:cubicBezTo>
                        <a:pt x="63" y="38"/>
                        <a:pt x="61" y="38"/>
                        <a:pt x="64" y="38"/>
                      </a:cubicBezTo>
                      <a:cubicBezTo>
                        <a:pt x="64" y="38"/>
                        <a:pt x="64" y="38"/>
                        <a:pt x="64" y="38"/>
                      </a:cubicBezTo>
                      <a:cubicBezTo>
                        <a:pt x="71" y="37"/>
                        <a:pt x="71" y="37"/>
                        <a:pt x="71" y="37"/>
                      </a:cubicBezTo>
                      <a:cubicBezTo>
                        <a:pt x="74" y="37"/>
                        <a:pt x="74" y="38"/>
                        <a:pt x="78" y="38"/>
                      </a:cubicBezTo>
                      <a:cubicBezTo>
                        <a:pt x="78" y="38"/>
                        <a:pt x="78" y="38"/>
                        <a:pt x="78" y="38"/>
                      </a:cubicBezTo>
                      <a:cubicBezTo>
                        <a:pt x="79" y="38"/>
                        <a:pt x="84" y="33"/>
                        <a:pt x="91" y="32"/>
                      </a:cubicBezTo>
                      <a:cubicBezTo>
                        <a:pt x="96" y="31"/>
                        <a:pt x="104" y="30"/>
                        <a:pt x="104" y="37"/>
                      </a:cubicBezTo>
                      <a:cubicBezTo>
                        <a:pt x="104" y="39"/>
                        <a:pt x="102" y="41"/>
                        <a:pt x="101" y="43"/>
                      </a:cubicBezTo>
                      <a:cubicBezTo>
                        <a:pt x="98" y="43"/>
                        <a:pt x="99" y="43"/>
                        <a:pt x="97" y="43"/>
                      </a:cubicBezTo>
                      <a:cubicBezTo>
                        <a:pt x="96" y="43"/>
                        <a:pt x="93" y="42"/>
                        <a:pt x="92" y="41"/>
                      </a:cubicBezTo>
                      <a:cubicBezTo>
                        <a:pt x="85" y="46"/>
                        <a:pt x="88" y="49"/>
                        <a:pt x="85" y="56"/>
                      </a:cubicBezTo>
                      <a:cubicBezTo>
                        <a:pt x="84" y="57"/>
                        <a:pt x="81" y="64"/>
                        <a:pt x="81" y="64"/>
                      </a:cubicBezTo>
                      <a:cubicBezTo>
                        <a:pt x="80" y="66"/>
                        <a:pt x="80" y="64"/>
                        <a:pt x="78" y="67"/>
                      </a:cubicBezTo>
                      <a:cubicBezTo>
                        <a:pt x="77" y="70"/>
                        <a:pt x="78" y="68"/>
                        <a:pt x="76" y="70"/>
                      </a:cubicBezTo>
                      <a:cubicBezTo>
                        <a:pt x="74" y="67"/>
                        <a:pt x="72" y="66"/>
                        <a:pt x="72" y="62"/>
                      </a:cubicBezTo>
                      <a:cubicBezTo>
                        <a:pt x="72" y="61"/>
                        <a:pt x="75" y="55"/>
                        <a:pt x="76" y="54"/>
                      </a:cubicBezTo>
                      <a:cubicBezTo>
                        <a:pt x="75" y="51"/>
                        <a:pt x="75" y="48"/>
                        <a:pt x="72" y="48"/>
                      </a:cubicBezTo>
                      <a:cubicBezTo>
                        <a:pt x="71" y="48"/>
                        <a:pt x="70" y="49"/>
                        <a:pt x="70" y="49"/>
                      </a:cubicBezTo>
                      <a:cubicBezTo>
                        <a:pt x="70" y="55"/>
                        <a:pt x="67" y="55"/>
                        <a:pt x="63" y="57"/>
                      </a:cubicBezTo>
                      <a:cubicBezTo>
                        <a:pt x="62" y="56"/>
                        <a:pt x="60" y="55"/>
                        <a:pt x="59" y="55"/>
                      </a:cubicBezTo>
                      <a:cubicBezTo>
                        <a:pt x="58" y="55"/>
                        <a:pt x="56" y="57"/>
                        <a:pt x="56" y="57"/>
                      </a:cubicBezTo>
                      <a:cubicBezTo>
                        <a:pt x="58" y="60"/>
                        <a:pt x="59" y="60"/>
                        <a:pt x="61" y="64"/>
                      </a:cubicBezTo>
                      <a:cubicBezTo>
                        <a:pt x="61" y="66"/>
                        <a:pt x="61" y="66"/>
                        <a:pt x="61" y="66"/>
                      </a:cubicBezTo>
                      <a:cubicBezTo>
                        <a:pt x="61" y="67"/>
                        <a:pt x="61" y="67"/>
                        <a:pt x="61" y="67"/>
                      </a:cubicBezTo>
                      <a:cubicBezTo>
                        <a:pt x="59" y="70"/>
                        <a:pt x="59" y="70"/>
                        <a:pt x="59" y="70"/>
                      </a:cubicBezTo>
                      <a:cubicBezTo>
                        <a:pt x="60" y="71"/>
                        <a:pt x="58" y="71"/>
                        <a:pt x="61" y="71"/>
                      </a:cubicBezTo>
                      <a:cubicBezTo>
                        <a:pt x="64" y="71"/>
                        <a:pt x="66" y="72"/>
                        <a:pt x="68" y="74"/>
                      </a:cubicBezTo>
                      <a:cubicBezTo>
                        <a:pt x="68" y="75"/>
                        <a:pt x="68" y="75"/>
                        <a:pt x="68" y="75"/>
                      </a:cubicBezTo>
                      <a:cubicBezTo>
                        <a:pt x="68" y="78"/>
                        <a:pt x="68" y="78"/>
                        <a:pt x="68" y="78"/>
                      </a:cubicBezTo>
                      <a:cubicBezTo>
                        <a:pt x="68" y="82"/>
                        <a:pt x="58" y="85"/>
                        <a:pt x="55" y="86"/>
                      </a:cubicBezTo>
                      <a:cubicBezTo>
                        <a:pt x="50" y="88"/>
                        <a:pt x="44" y="91"/>
                        <a:pt x="40" y="92"/>
                      </a:cubicBezTo>
                      <a:cubicBezTo>
                        <a:pt x="36" y="94"/>
                        <a:pt x="35" y="94"/>
                        <a:pt x="32" y="96"/>
                      </a:cubicBezTo>
                      <a:cubicBezTo>
                        <a:pt x="29" y="97"/>
                        <a:pt x="27" y="97"/>
                        <a:pt x="24" y="99"/>
                      </a:cubicBezTo>
                      <a:cubicBezTo>
                        <a:pt x="20" y="101"/>
                        <a:pt x="13" y="104"/>
                        <a:pt x="9" y="104"/>
                      </a:cubicBezTo>
                      <a:cubicBezTo>
                        <a:pt x="3" y="105"/>
                        <a:pt x="3" y="105"/>
                        <a:pt x="3" y="105"/>
                      </a:cubicBezTo>
                      <a:cubicBezTo>
                        <a:pt x="1" y="105"/>
                        <a:pt x="1" y="106"/>
                        <a:pt x="0" y="107"/>
                      </a:cubicBezTo>
                      <a:cubicBezTo>
                        <a:pt x="0" y="108"/>
                        <a:pt x="0" y="111"/>
                        <a:pt x="2" y="112"/>
                      </a:cubicBezTo>
                      <a:cubicBezTo>
                        <a:pt x="4" y="114"/>
                        <a:pt x="3" y="114"/>
                        <a:pt x="5" y="115"/>
                      </a:cubicBezTo>
                      <a:cubicBezTo>
                        <a:pt x="6" y="116"/>
                        <a:pt x="12" y="119"/>
                        <a:pt x="14" y="120"/>
                      </a:cubicBezTo>
                      <a:cubicBezTo>
                        <a:pt x="15" y="119"/>
                        <a:pt x="15" y="119"/>
                        <a:pt x="17" y="119"/>
                      </a:cubicBezTo>
                      <a:cubicBezTo>
                        <a:pt x="20" y="119"/>
                        <a:pt x="30" y="110"/>
                        <a:pt x="32" y="108"/>
                      </a:cubicBezTo>
                      <a:cubicBezTo>
                        <a:pt x="36" y="104"/>
                        <a:pt x="42" y="101"/>
                        <a:pt x="47" y="98"/>
                      </a:cubicBezTo>
                      <a:cubicBezTo>
                        <a:pt x="50" y="96"/>
                        <a:pt x="52" y="95"/>
                        <a:pt x="55" y="93"/>
                      </a:cubicBezTo>
                      <a:cubicBezTo>
                        <a:pt x="57" y="92"/>
                        <a:pt x="58" y="92"/>
                        <a:pt x="59" y="91"/>
                      </a:cubicBezTo>
                      <a:cubicBezTo>
                        <a:pt x="61" y="90"/>
                        <a:pt x="61" y="90"/>
                        <a:pt x="63" y="89"/>
                      </a:cubicBezTo>
                      <a:cubicBezTo>
                        <a:pt x="68" y="87"/>
                        <a:pt x="74" y="80"/>
                        <a:pt x="79" y="80"/>
                      </a:cubicBezTo>
                      <a:cubicBezTo>
                        <a:pt x="81" y="80"/>
                        <a:pt x="82" y="82"/>
                        <a:pt x="82" y="83"/>
                      </a:cubicBezTo>
                      <a:cubicBezTo>
                        <a:pt x="82" y="85"/>
                        <a:pt x="82" y="85"/>
                        <a:pt x="82" y="85"/>
                      </a:cubicBezTo>
                      <a:cubicBezTo>
                        <a:pt x="82" y="86"/>
                        <a:pt x="82" y="86"/>
                        <a:pt x="82" y="86"/>
                      </a:cubicBezTo>
                      <a:cubicBezTo>
                        <a:pt x="80" y="90"/>
                        <a:pt x="79" y="89"/>
                        <a:pt x="78" y="93"/>
                      </a:cubicBezTo>
                      <a:cubicBezTo>
                        <a:pt x="75" y="94"/>
                        <a:pt x="75" y="94"/>
                        <a:pt x="74" y="97"/>
                      </a:cubicBezTo>
                      <a:cubicBezTo>
                        <a:pt x="69" y="98"/>
                        <a:pt x="71" y="99"/>
                        <a:pt x="67" y="101"/>
                      </a:cubicBezTo>
                      <a:cubicBezTo>
                        <a:pt x="63" y="103"/>
                        <a:pt x="63" y="103"/>
                        <a:pt x="61" y="107"/>
                      </a:cubicBezTo>
                      <a:cubicBezTo>
                        <a:pt x="61" y="110"/>
                        <a:pt x="64" y="114"/>
                        <a:pt x="64" y="117"/>
                      </a:cubicBezTo>
                      <a:cubicBezTo>
                        <a:pt x="64" y="118"/>
                        <a:pt x="64" y="118"/>
                        <a:pt x="64" y="118"/>
                      </a:cubicBezTo>
                      <a:cubicBezTo>
                        <a:pt x="64" y="119"/>
                        <a:pt x="64" y="119"/>
                        <a:pt x="64" y="119"/>
                      </a:cubicBezTo>
                      <a:cubicBezTo>
                        <a:pt x="61" y="123"/>
                        <a:pt x="60" y="125"/>
                        <a:pt x="55" y="126"/>
                      </a:cubicBezTo>
                      <a:cubicBezTo>
                        <a:pt x="51" y="127"/>
                        <a:pt x="43" y="129"/>
                        <a:pt x="41" y="129"/>
                      </a:cubicBezTo>
                      <a:cubicBezTo>
                        <a:pt x="40" y="129"/>
                        <a:pt x="40" y="129"/>
                        <a:pt x="40" y="129"/>
                      </a:cubicBezTo>
                      <a:cubicBezTo>
                        <a:pt x="32" y="130"/>
                        <a:pt x="32" y="130"/>
                        <a:pt x="32" y="130"/>
                      </a:cubicBezTo>
                      <a:cubicBezTo>
                        <a:pt x="30" y="130"/>
                        <a:pt x="30" y="130"/>
                        <a:pt x="30" y="130"/>
                      </a:cubicBezTo>
                      <a:cubicBezTo>
                        <a:pt x="27" y="132"/>
                        <a:pt x="27" y="132"/>
                        <a:pt x="27" y="132"/>
                      </a:cubicBezTo>
                      <a:cubicBezTo>
                        <a:pt x="30" y="136"/>
                        <a:pt x="30" y="138"/>
                        <a:pt x="35" y="141"/>
                      </a:cubicBezTo>
                      <a:cubicBezTo>
                        <a:pt x="36" y="141"/>
                        <a:pt x="36" y="141"/>
                        <a:pt x="36" y="141"/>
                      </a:cubicBezTo>
                      <a:cubicBezTo>
                        <a:pt x="38" y="141"/>
                        <a:pt x="38" y="141"/>
                        <a:pt x="38" y="141"/>
                      </a:cubicBezTo>
                      <a:cubicBezTo>
                        <a:pt x="39" y="141"/>
                        <a:pt x="39" y="141"/>
                        <a:pt x="39" y="141"/>
                      </a:cubicBezTo>
                      <a:cubicBezTo>
                        <a:pt x="43" y="138"/>
                        <a:pt x="51" y="133"/>
                        <a:pt x="56" y="133"/>
                      </a:cubicBezTo>
                      <a:cubicBezTo>
                        <a:pt x="58" y="133"/>
                        <a:pt x="58" y="133"/>
                        <a:pt x="58" y="133"/>
                      </a:cubicBezTo>
                      <a:cubicBezTo>
                        <a:pt x="62" y="133"/>
                        <a:pt x="63" y="137"/>
                        <a:pt x="63" y="141"/>
                      </a:cubicBezTo>
                      <a:cubicBezTo>
                        <a:pt x="63" y="143"/>
                        <a:pt x="63" y="143"/>
                        <a:pt x="63" y="143"/>
                      </a:cubicBezTo>
                      <a:cubicBezTo>
                        <a:pt x="63" y="150"/>
                        <a:pt x="60" y="152"/>
                        <a:pt x="56" y="154"/>
                      </a:cubicBezTo>
                      <a:cubicBezTo>
                        <a:pt x="55" y="154"/>
                        <a:pt x="55" y="154"/>
                        <a:pt x="55" y="154"/>
                      </a:cubicBezTo>
                      <a:cubicBezTo>
                        <a:pt x="53" y="154"/>
                        <a:pt x="53" y="154"/>
                        <a:pt x="53" y="154"/>
                      </a:cubicBezTo>
                      <a:cubicBezTo>
                        <a:pt x="52" y="154"/>
                        <a:pt x="52" y="154"/>
                        <a:pt x="51" y="153"/>
                      </a:cubicBezTo>
                      <a:cubicBezTo>
                        <a:pt x="50" y="154"/>
                        <a:pt x="50" y="154"/>
                        <a:pt x="49" y="154"/>
                      </a:cubicBezTo>
                      <a:cubicBezTo>
                        <a:pt x="47" y="154"/>
                        <a:pt x="47" y="154"/>
                        <a:pt x="47" y="154"/>
                      </a:cubicBezTo>
                      <a:cubicBezTo>
                        <a:pt x="47" y="155"/>
                        <a:pt x="46" y="155"/>
                        <a:pt x="46" y="156"/>
                      </a:cubicBezTo>
                      <a:cubicBezTo>
                        <a:pt x="46" y="158"/>
                        <a:pt x="53" y="165"/>
                        <a:pt x="55" y="166"/>
                      </a:cubicBezTo>
                      <a:cubicBezTo>
                        <a:pt x="56" y="166"/>
                        <a:pt x="56" y="166"/>
                        <a:pt x="56" y="166"/>
                      </a:cubicBezTo>
                      <a:cubicBezTo>
                        <a:pt x="61" y="166"/>
                        <a:pt x="61" y="166"/>
                        <a:pt x="61" y="166"/>
                      </a:cubicBezTo>
                      <a:cubicBezTo>
                        <a:pt x="66" y="166"/>
                        <a:pt x="69" y="163"/>
                        <a:pt x="71" y="160"/>
                      </a:cubicBezTo>
                      <a:cubicBezTo>
                        <a:pt x="74" y="155"/>
                        <a:pt x="74" y="151"/>
                        <a:pt x="76" y="148"/>
                      </a:cubicBezTo>
                      <a:cubicBezTo>
                        <a:pt x="75" y="146"/>
                        <a:pt x="75" y="148"/>
                        <a:pt x="75" y="146"/>
                      </a:cubicBezTo>
                      <a:cubicBezTo>
                        <a:pt x="75" y="138"/>
                        <a:pt x="75" y="138"/>
                        <a:pt x="75" y="138"/>
                      </a:cubicBezTo>
                      <a:cubicBezTo>
                        <a:pt x="75" y="130"/>
                        <a:pt x="74" y="128"/>
                        <a:pt x="80" y="124"/>
                      </a:cubicBezTo>
                      <a:cubicBezTo>
                        <a:pt x="81" y="124"/>
                        <a:pt x="81" y="124"/>
                        <a:pt x="81" y="124"/>
                      </a:cubicBezTo>
                      <a:cubicBezTo>
                        <a:pt x="90" y="124"/>
                        <a:pt x="90" y="127"/>
                        <a:pt x="94" y="120"/>
                      </a:cubicBezTo>
                      <a:cubicBezTo>
                        <a:pt x="92" y="117"/>
                        <a:pt x="91" y="116"/>
                        <a:pt x="88" y="115"/>
                      </a:cubicBezTo>
                      <a:cubicBezTo>
                        <a:pt x="86" y="116"/>
                        <a:pt x="84" y="117"/>
                        <a:pt x="81" y="117"/>
                      </a:cubicBezTo>
                      <a:cubicBezTo>
                        <a:pt x="79" y="117"/>
                        <a:pt x="79" y="117"/>
                        <a:pt x="79" y="117"/>
                      </a:cubicBezTo>
                      <a:cubicBezTo>
                        <a:pt x="77" y="116"/>
                        <a:pt x="72" y="109"/>
                        <a:pt x="72" y="107"/>
                      </a:cubicBezTo>
                      <a:cubicBezTo>
                        <a:pt x="72" y="105"/>
                        <a:pt x="72" y="105"/>
                        <a:pt x="72" y="105"/>
                      </a:cubicBezTo>
                      <a:cubicBezTo>
                        <a:pt x="72" y="99"/>
                        <a:pt x="75" y="100"/>
                        <a:pt x="78" y="96"/>
                      </a:cubicBezTo>
                      <a:cubicBezTo>
                        <a:pt x="80" y="96"/>
                        <a:pt x="80" y="96"/>
                        <a:pt x="80" y="96"/>
                      </a:cubicBezTo>
                      <a:cubicBezTo>
                        <a:pt x="82" y="93"/>
                        <a:pt x="89" y="90"/>
                        <a:pt x="92" y="89"/>
                      </a:cubicBezTo>
                      <a:cubicBezTo>
                        <a:pt x="95" y="87"/>
                        <a:pt x="101" y="83"/>
                        <a:pt x="101" y="80"/>
                      </a:cubicBezTo>
                      <a:cubicBezTo>
                        <a:pt x="101" y="77"/>
                        <a:pt x="101" y="79"/>
                        <a:pt x="102" y="78"/>
                      </a:cubicBezTo>
                      <a:cubicBezTo>
                        <a:pt x="101" y="77"/>
                        <a:pt x="101" y="79"/>
                        <a:pt x="101" y="77"/>
                      </a:cubicBezTo>
                      <a:cubicBezTo>
                        <a:pt x="101" y="73"/>
                        <a:pt x="96" y="64"/>
                        <a:pt x="95" y="61"/>
                      </a:cubicBezTo>
                      <a:cubicBezTo>
                        <a:pt x="95" y="61"/>
                        <a:pt x="101" y="55"/>
                        <a:pt x="102" y="55"/>
                      </a:cubicBezTo>
                      <a:cubicBezTo>
                        <a:pt x="104" y="52"/>
                        <a:pt x="106" y="51"/>
                        <a:pt x="109" y="48"/>
                      </a:cubicBezTo>
                      <a:cubicBezTo>
                        <a:pt x="110" y="47"/>
                        <a:pt x="112" y="46"/>
                        <a:pt x="113" y="45"/>
                      </a:cubicBezTo>
                      <a:cubicBezTo>
                        <a:pt x="114" y="44"/>
                        <a:pt x="115" y="43"/>
                        <a:pt x="116" y="42"/>
                      </a:cubicBezTo>
                      <a:cubicBezTo>
                        <a:pt x="118" y="39"/>
                        <a:pt x="118" y="35"/>
                        <a:pt x="121" y="34"/>
                      </a:cubicBezTo>
                      <a:cubicBezTo>
                        <a:pt x="121" y="32"/>
                        <a:pt x="121" y="32"/>
                        <a:pt x="121" y="32"/>
                      </a:cubicBezTo>
                      <a:cubicBezTo>
                        <a:pt x="121" y="27"/>
                        <a:pt x="123" y="30"/>
                        <a:pt x="120" y="24"/>
                      </a:cubicBezTo>
                      <a:cubicBezTo>
                        <a:pt x="118" y="20"/>
                        <a:pt x="118" y="20"/>
                        <a:pt x="116" y="17"/>
                      </a:cubicBezTo>
                      <a:cubicBezTo>
                        <a:pt x="113" y="17"/>
                        <a:pt x="113" y="17"/>
                        <a:pt x="113" y="17"/>
                      </a:cubicBezTo>
                      <a:cubicBezTo>
                        <a:pt x="111" y="17"/>
                        <a:pt x="105" y="19"/>
                        <a:pt x="104" y="20"/>
                      </a:cubicBezTo>
                      <a:cubicBezTo>
                        <a:pt x="101" y="23"/>
                        <a:pt x="102" y="23"/>
                        <a:pt x="96" y="24"/>
                      </a:cubicBezTo>
                      <a:lnTo>
                        <a:pt x="93" y="21"/>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5" name="íṥḻiďê"/>
                <p:cNvSpPr/>
                <p:nvPr/>
              </p:nvSpPr>
              <p:spPr bwMode="auto">
                <a:xfrm>
                  <a:off x="5159376" y="3357563"/>
                  <a:ext cx="117475" cy="366713"/>
                </a:xfrm>
                <a:custGeom>
                  <a:avLst/>
                  <a:gdLst>
                    <a:gd name="T0" fmla="*/ 23 w 36"/>
                    <a:gd name="T1" fmla="*/ 14 h 110"/>
                    <a:gd name="T2" fmla="*/ 23 w 36"/>
                    <a:gd name="T3" fmla="*/ 12 h 110"/>
                    <a:gd name="T4" fmla="*/ 18 w 36"/>
                    <a:gd name="T5" fmla="*/ 6 h 110"/>
                    <a:gd name="T6" fmla="*/ 13 w 36"/>
                    <a:gd name="T7" fmla="*/ 0 h 110"/>
                    <a:gd name="T8" fmla="*/ 11 w 36"/>
                    <a:gd name="T9" fmla="*/ 4 h 110"/>
                    <a:gd name="T10" fmla="*/ 13 w 36"/>
                    <a:gd name="T11" fmla="*/ 16 h 110"/>
                    <a:gd name="T12" fmla="*/ 12 w 36"/>
                    <a:gd name="T13" fmla="*/ 34 h 110"/>
                    <a:gd name="T14" fmla="*/ 7 w 36"/>
                    <a:gd name="T15" fmla="*/ 65 h 110"/>
                    <a:gd name="T16" fmla="*/ 3 w 36"/>
                    <a:gd name="T17" fmla="*/ 80 h 110"/>
                    <a:gd name="T18" fmla="*/ 0 w 36"/>
                    <a:gd name="T19" fmla="*/ 95 h 110"/>
                    <a:gd name="T20" fmla="*/ 0 w 36"/>
                    <a:gd name="T21" fmla="*/ 98 h 110"/>
                    <a:gd name="T22" fmla="*/ 0 w 36"/>
                    <a:gd name="T23" fmla="*/ 100 h 110"/>
                    <a:gd name="T24" fmla="*/ 4 w 36"/>
                    <a:gd name="T25" fmla="*/ 105 h 110"/>
                    <a:gd name="T26" fmla="*/ 9 w 36"/>
                    <a:gd name="T27" fmla="*/ 110 h 110"/>
                    <a:gd name="T28" fmla="*/ 15 w 36"/>
                    <a:gd name="T29" fmla="*/ 104 h 110"/>
                    <a:gd name="T30" fmla="*/ 18 w 36"/>
                    <a:gd name="T31" fmla="*/ 96 h 110"/>
                    <a:gd name="T32" fmla="*/ 18 w 36"/>
                    <a:gd name="T33" fmla="*/ 90 h 110"/>
                    <a:gd name="T34" fmla="*/ 21 w 36"/>
                    <a:gd name="T35" fmla="*/ 71 h 110"/>
                    <a:gd name="T36" fmla="*/ 25 w 36"/>
                    <a:gd name="T37" fmla="*/ 53 h 110"/>
                    <a:gd name="T38" fmla="*/ 30 w 36"/>
                    <a:gd name="T39" fmla="*/ 36 h 110"/>
                    <a:gd name="T40" fmla="*/ 35 w 36"/>
                    <a:gd name="T41" fmla="*/ 20 h 110"/>
                    <a:gd name="T42" fmla="*/ 33 w 36"/>
                    <a:gd name="T43" fmla="*/ 20 h 110"/>
                    <a:gd name="T44" fmla="*/ 30 w 36"/>
                    <a:gd name="T45" fmla="*/ 22 h 110"/>
                    <a:gd name="T46" fmla="*/ 23 w 36"/>
                    <a:gd name="T47" fmla="*/ 17 h 110"/>
                    <a:gd name="T48" fmla="*/ 23 w 36"/>
                    <a:gd name="T49" fmla="*/ 15 h 110"/>
                    <a:gd name="T50" fmla="*/ 23 w 36"/>
                    <a:gd name="T51" fmla="*/ 1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10">
                      <a:moveTo>
                        <a:pt x="23" y="14"/>
                      </a:moveTo>
                      <a:cubicBezTo>
                        <a:pt x="23" y="12"/>
                        <a:pt x="23" y="12"/>
                        <a:pt x="23" y="12"/>
                      </a:cubicBezTo>
                      <a:cubicBezTo>
                        <a:pt x="21" y="8"/>
                        <a:pt x="22" y="9"/>
                        <a:pt x="18" y="6"/>
                      </a:cubicBezTo>
                      <a:cubicBezTo>
                        <a:pt x="17" y="4"/>
                        <a:pt x="15" y="2"/>
                        <a:pt x="13" y="0"/>
                      </a:cubicBezTo>
                      <a:cubicBezTo>
                        <a:pt x="12" y="1"/>
                        <a:pt x="11" y="3"/>
                        <a:pt x="11" y="4"/>
                      </a:cubicBezTo>
                      <a:cubicBezTo>
                        <a:pt x="11" y="7"/>
                        <a:pt x="13" y="12"/>
                        <a:pt x="13" y="16"/>
                      </a:cubicBezTo>
                      <a:cubicBezTo>
                        <a:pt x="12" y="34"/>
                        <a:pt x="12" y="34"/>
                        <a:pt x="12" y="34"/>
                      </a:cubicBezTo>
                      <a:cubicBezTo>
                        <a:pt x="12" y="43"/>
                        <a:pt x="9" y="56"/>
                        <a:pt x="7" y="65"/>
                      </a:cubicBezTo>
                      <a:cubicBezTo>
                        <a:pt x="6" y="72"/>
                        <a:pt x="4" y="75"/>
                        <a:pt x="3" y="80"/>
                      </a:cubicBezTo>
                      <a:cubicBezTo>
                        <a:pt x="2" y="85"/>
                        <a:pt x="0" y="91"/>
                        <a:pt x="0" y="95"/>
                      </a:cubicBezTo>
                      <a:cubicBezTo>
                        <a:pt x="0" y="98"/>
                        <a:pt x="0" y="98"/>
                        <a:pt x="0" y="98"/>
                      </a:cubicBezTo>
                      <a:cubicBezTo>
                        <a:pt x="0" y="100"/>
                        <a:pt x="0" y="100"/>
                        <a:pt x="0" y="100"/>
                      </a:cubicBezTo>
                      <a:cubicBezTo>
                        <a:pt x="2" y="102"/>
                        <a:pt x="2" y="103"/>
                        <a:pt x="4" y="105"/>
                      </a:cubicBezTo>
                      <a:cubicBezTo>
                        <a:pt x="6" y="108"/>
                        <a:pt x="7" y="108"/>
                        <a:pt x="9" y="110"/>
                      </a:cubicBezTo>
                      <a:cubicBezTo>
                        <a:pt x="12" y="108"/>
                        <a:pt x="13" y="108"/>
                        <a:pt x="15" y="104"/>
                      </a:cubicBezTo>
                      <a:cubicBezTo>
                        <a:pt x="16" y="102"/>
                        <a:pt x="18" y="99"/>
                        <a:pt x="18" y="96"/>
                      </a:cubicBezTo>
                      <a:cubicBezTo>
                        <a:pt x="18" y="90"/>
                        <a:pt x="18" y="90"/>
                        <a:pt x="18" y="90"/>
                      </a:cubicBezTo>
                      <a:cubicBezTo>
                        <a:pt x="18" y="83"/>
                        <a:pt x="20" y="77"/>
                        <a:pt x="21" y="71"/>
                      </a:cubicBezTo>
                      <a:cubicBezTo>
                        <a:pt x="23" y="65"/>
                        <a:pt x="23" y="59"/>
                        <a:pt x="25" y="53"/>
                      </a:cubicBezTo>
                      <a:cubicBezTo>
                        <a:pt x="26" y="47"/>
                        <a:pt x="29" y="42"/>
                        <a:pt x="30" y="36"/>
                      </a:cubicBezTo>
                      <a:cubicBezTo>
                        <a:pt x="31" y="28"/>
                        <a:pt x="34" y="27"/>
                        <a:pt x="35" y="20"/>
                      </a:cubicBezTo>
                      <a:cubicBezTo>
                        <a:pt x="34" y="19"/>
                        <a:pt x="36" y="20"/>
                        <a:pt x="33" y="20"/>
                      </a:cubicBezTo>
                      <a:cubicBezTo>
                        <a:pt x="33" y="20"/>
                        <a:pt x="30" y="22"/>
                        <a:pt x="30" y="22"/>
                      </a:cubicBezTo>
                      <a:cubicBezTo>
                        <a:pt x="25" y="21"/>
                        <a:pt x="25" y="21"/>
                        <a:pt x="23" y="17"/>
                      </a:cubicBezTo>
                      <a:cubicBezTo>
                        <a:pt x="23" y="15"/>
                        <a:pt x="23" y="15"/>
                        <a:pt x="23" y="15"/>
                      </a:cubicBezTo>
                      <a:lnTo>
                        <a:pt x="23" y="14"/>
                      </a:ln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nvGrpSpPr>
              <p:cNvPr id="249" name="ïšľîḍê"/>
              <p:cNvGrpSpPr/>
              <p:nvPr/>
            </p:nvGrpSpPr>
            <p:grpSpPr>
              <a:xfrm>
                <a:off x="4412452" y="3781425"/>
                <a:ext cx="2312689" cy="166461"/>
                <a:chOff x="6986588" y="3521075"/>
                <a:chExt cx="1654176" cy="119063"/>
              </a:xfrm>
            </p:grpSpPr>
            <p:sp>
              <p:nvSpPr>
                <p:cNvPr id="250" name="îṩľîḑê"/>
                <p:cNvSpPr/>
                <p:nvPr/>
              </p:nvSpPr>
              <p:spPr bwMode="auto">
                <a:xfrm>
                  <a:off x="6986588" y="3521075"/>
                  <a:ext cx="155575" cy="119063"/>
                </a:xfrm>
                <a:custGeom>
                  <a:avLst/>
                  <a:gdLst>
                    <a:gd name="T0" fmla="*/ 84 w 98"/>
                    <a:gd name="T1" fmla="*/ 0 h 75"/>
                    <a:gd name="T2" fmla="*/ 59 w 98"/>
                    <a:gd name="T3" fmla="*/ 52 h 75"/>
                    <a:gd name="T4" fmla="*/ 57 w 98"/>
                    <a:gd name="T5" fmla="*/ 0 h 75"/>
                    <a:gd name="T6" fmla="*/ 40 w 98"/>
                    <a:gd name="T7" fmla="*/ 0 h 75"/>
                    <a:gd name="T8" fmla="*/ 15 w 98"/>
                    <a:gd name="T9" fmla="*/ 52 h 75"/>
                    <a:gd name="T10" fmla="*/ 15 w 98"/>
                    <a:gd name="T11" fmla="*/ 0 h 75"/>
                    <a:gd name="T12" fmla="*/ 0 w 98"/>
                    <a:gd name="T13" fmla="*/ 0 h 75"/>
                    <a:gd name="T14" fmla="*/ 2 w 98"/>
                    <a:gd name="T15" fmla="*/ 75 h 75"/>
                    <a:gd name="T16" fmla="*/ 19 w 98"/>
                    <a:gd name="T17" fmla="*/ 75 h 75"/>
                    <a:gd name="T18" fmla="*/ 44 w 98"/>
                    <a:gd name="T19" fmla="*/ 21 h 75"/>
                    <a:gd name="T20" fmla="*/ 46 w 98"/>
                    <a:gd name="T21" fmla="*/ 75 h 75"/>
                    <a:gd name="T22" fmla="*/ 63 w 98"/>
                    <a:gd name="T23" fmla="*/ 75 h 75"/>
                    <a:gd name="T24" fmla="*/ 98 w 98"/>
                    <a:gd name="T25" fmla="*/ 0 h 75"/>
                    <a:gd name="T26" fmla="*/ 84 w 98"/>
                    <a:gd name="T2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75">
                      <a:moveTo>
                        <a:pt x="84" y="0"/>
                      </a:moveTo>
                      <a:lnTo>
                        <a:pt x="59" y="52"/>
                      </a:lnTo>
                      <a:lnTo>
                        <a:pt x="57" y="0"/>
                      </a:lnTo>
                      <a:lnTo>
                        <a:pt x="40" y="0"/>
                      </a:lnTo>
                      <a:lnTo>
                        <a:pt x="15" y="52"/>
                      </a:lnTo>
                      <a:lnTo>
                        <a:pt x="15" y="0"/>
                      </a:lnTo>
                      <a:lnTo>
                        <a:pt x="0" y="0"/>
                      </a:lnTo>
                      <a:lnTo>
                        <a:pt x="2" y="75"/>
                      </a:lnTo>
                      <a:lnTo>
                        <a:pt x="19" y="75"/>
                      </a:lnTo>
                      <a:lnTo>
                        <a:pt x="44" y="21"/>
                      </a:lnTo>
                      <a:lnTo>
                        <a:pt x="46" y="75"/>
                      </a:lnTo>
                      <a:lnTo>
                        <a:pt x="63" y="75"/>
                      </a:lnTo>
                      <a:lnTo>
                        <a:pt x="98"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1" name="îṩḷîde"/>
                <p:cNvSpPr/>
                <p:nvPr/>
              </p:nvSpPr>
              <p:spPr bwMode="auto">
                <a:xfrm>
                  <a:off x="7135813"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2" name="îṣḻîḑê"/>
                <p:cNvSpPr/>
                <p:nvPr/>
              </p:nvSpPr>
              <p:spPr bwMode="auto">
                <a:xfrm>
                  <a:off x="7248526" y="3521075"/>
                  <a:ext cx="114300" cy="119063"/>
                </a:xfrm>
                <a:custGeom>
                  <a:avLst/>
                  <a:gdLst>
                    <a:gd name="T0" fmla="*/ 58 w 72"/>
                    <a:gd name="T1" fmla="*/ 0 h 75"/>
                    <a:gd name="T2" fmla="*/ 52 w 72"/>
                    <a:gd name="T3" fmla="*/ 29 h 75"/>
                    <a:gd name="T4" fmla="*/ 22 w 72"/>
                    <a:gd name="T5" fmla="*/ 29 h 75"/>
                    <a:gd name="T6" fmla="*/ 29 w 72"/>
                    <a:gd name="T7" fmla="*/ 0 h 75"/>
                    <a:gd name="T8" fmla="*/ 14 w 72"/>
                    <a:gd name="T9" fmla="*/ 0 h 75"/>
                    <a:gd name="T10" fmla="*/ 0 w 72"/>
                    <a:gd name="T11" fmla="*/ 75 h 75"/>
                    <a:gd name="T12" fmla="*/ 14 w 72"/>
                    <a:gd name="T13" fmla="*/ 75 h 75"/>
                    <a:gd name="T14" fmla="*/ 20 w 72"/>
                    <a:gd name="T15" fmla="*/ 42 h 75"/>
                    <a:gd name="T16" fmla="*/ 50 w 72"/>
                    <a:gd name="T17" fmla="*/ 42 h 75"/>
                    <a:gd name="T18" fmla="*/ 43 w 72"/>
                    <a:gd name="T19" fmla="*/ 75 h 75"/>
                    <a:gd name="T20" fmla="*/ 58 w 72"/>
                    <a:gd name="T21" fmla="*/ 75 h 75"/>
                    <a:gd name="T22" fmla="*/ 72 w 72"/>
                    <a:gd name="T23" fmla="*/ 0 h 75"/>
                    <a:gd name="T24" fmla="*/ 58 w 72"/>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75">
                      <a:moveTo>
                        <a:pt x="58" y="0"/>
                      </a:moveTo>
                      <a:lnTo>
                        <a:pt x="52" y="29"/>
                      </a:lnTo>
                      <a:lnTo>
                        <a:pt x="22" y="29"/>
                      </a:lnTo>
                      <a:lnTo>
                        <a:pt x="29" y="0"/>
                      </a:lnTo>
                      <a:lnTo>
                        <a:pt x="14" y="0"/>
                      </a:lnTo>
                      <a:lnTo>
                        <a:pt x="0" y="75"/>
                      </a:lnTo>
                      <a:lnTo>
                        <a:pt x="14" y="75"/>
                      </a:lnTo>
                      <a:lnTo>
                        <a:pt x="20" y="42"/>
                      </a:lnTo>
                      <a:lnTo>
                        <a:pt x="50" y="42"/>
                      </a:lnTo>
                      <a:lnTo>
                        <a:pt x="43" y="75"/>
                      </a:lnTo>
                      <a:lnTo>
                        <a:pt x="58" y="75"/>
                      </a:lnTo>
                      <a:lnTo>
                        <a:pt x="72"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3" name="ïṥlíḑê"/>
                <p:cNvSpPr/>
                <p:nvPr/>
              </p:nvSpPr>
              <p:spPr bwMode="auto">
                <a:xfrm>
                  <a:off x="7356476" y="3521075"/>
                  <a:ext cx="112713" cy="119063"/>
                </a:xfrm>
                <a:custGeom>
                  <a:avLst/>
                  <a:gdLst>
                    <a:gd name="T0" fmla="*/ 42 w 71"/>
                    <a:gd name="T1" fmla="*/ 0 h 75"/>
                    <a:gd name="T2" fmla="*/ 0 w 71"/>
                    <a:gd name="T3" fmla="*/ 75 h 75"/>
                    <a:gd name="T4" fmla="*/ 15 w 71"/>
                    <a:gd name="T5" fmla="*/ 75 h 75"/>
                    <a:gd name="T6" fmla="*/ 23 w 71"/>
                    <a:gd name="T7" fmla="*/ 59 h 75"/>
                    <a:gd name="T8" fmla="*/ 54 w 71"/>
                    <a:gd name="T9" fmla="*/ 59 h 75"/>
                    <a:gd name="T10" fmla="*/ 56 w 71"/>
                    <a:gd name="T11" fmla="*/ 75 h 75"/>
                    <a:gd name="T12" fmla="*/ 71 w 71"/>
                    <a:gd name="T13" fmla="*/ 75 h 75"/>
                    <a:gd name="T14" fmla="*/ 58 w 71"/>
                    <a:gd name="T15" fmla="*/ 0 h 75"/>
                    <a:gd name="T16" fmla="*/ 42 w 71"/>
                    <a:gd name="T17" fmla="*/ 0 h 75"/>
                    <a:gd name="T18" fmla="*/ 29 w 71"/>
                    <a:gd name="T19" fmla="*/ 46 h 75"/>
                    <a:gd name="T20" fmla="*/ 48 w 71"/>
                    <a:gd name="T21" fmla="*/ 17 h 75"/>
                    <a:gd name="T22" fmla="*/ 52 w 71"/>
                    <a:gd name="T23" fmla="*/ 46 h 75"/>
                    <a:gd name="T24" fmla="*/ 29 w 71"/>
                    <a:gd name="T25" fmla="*/ 4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5">
                      <a:moveTo>
                        <a:pt x="42" y="0"/>
                      </a:moveTo>
                      <a:lnTo>
                        <a:pt x="0" y="75"/>
                      </a:lnTo>
                      <a:lnTo>
                        <a:pt x="15" y="75"/>
                      </a:lnTo>
                      <a:lnTo>
                        <a:pt x="23" y="59"/>
                      </a:lnTo>
                      <a:lnTo>
                        <a:pt x="54" y="59"/>
                      </a:lnTo>
                      <a:lnTo>
                        <a:pt x="56" y="75"/>
                      </a:lnTo>
                      <a:lnTo>
                        <a:pt x="71" y="75"/>
                      </a:lnTo>
                      <a:lnTo>
                        <a:pt x="58" y="0"/>
                      </a:lnTo>
                      <a:lnTo>
                        <a:pt x="42" y="0"/>
                      </a:lnTo>
                      <a:close/>
                      <a:moveTo>
                        <a:pt x="29" y="46"/>
                      </a:moveTo>
                      <a:lnTo>
                        <a:pt x="48" y="17"/>
                      </a:lnTo>
                      <a:lnTo>
                        <a:pt x="52" y="46"/>
                      </a:lnTo>
                      <a:lnTo>
                        <a:pt x="29" y="4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4" name="îş1íḋe"/>
                <p:cNvSpPr/>
                <p:nvPr/>
              </p:nvSpPr>
              <p:spPr bwMode="auto">
                <a:xfrm>
                  <a:off x="7481888" y="3521075"/>
                  <a:ext cx="119063" cy="119063"/>
                </a:xfrm>
                <a:custGeom>
                  <a:avLst/>
                  <a:gdLst>
                    <a:gd name="T0" fmla="*/ 50 w 75"/>
                    <a:gd name="T1" fmla="*/ 50 h 75"/>
                    <a:gd name="T2" fmla="*/ 31 w 75"/>
                    <a:gd name="T3" fmla="*/ 0 h 75"/>
                    <a:gd name="T4" fmla="*/ 17 w 75"/>
                    <a:gd name="T5" fmla="*/ 0 h 75"/>
                    <a:gd name="T6" fmla="*/ 0 w 75"/>
                    <a:gd name="T7" fmla="*/ 75 h 75"/>
                    <a:gd name="T8" fmla="*/ 15 w 75"/>
                    <a:gd name="T9" fmla="*/ 75 h 75"/>
                    <a:gd name="T10" fmla="*/ 25 w 75"/>
                    <a:gd name="T11" fmla="*/ 25 h 75"/>
                    <a:gd name="T12" fmla="*/ 46 w 75"/>
                    <a:gd name="T13" fmla="*/ 75 h 75"/>
                    <a:gd name="T14" fmla="*/ 58 w 75"/>
                    <a:gd name="T15" fmla="*/ 75 h 75"/>
                    <a:gd name="T16" fmla="*/ 75 w 75"/>
                    <a:gd name="T17" fmla="*/ 0 h 75"/>
                    <a:gd name="T18" fmla="*/ 61 w 75"/>
                    <a:gd name="T19" fmla="*/ 0 h 75"/>
                    <a:gd name="T20" fmla="*/ 50 w 75"/>
                    <a:gd name="T21" fmla="*/ 5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75">
                      <a:moveTo>
                        <a:pt x="50" y="50"/>
                      </a:moveTo>
                      <a:lnTo>
                        <a:pt x="31" y="0"/>
                      </a:lnTo>
                      <a:lnTo>
                        <a:pt x="17" y="0"/>
                      </a:lnTo>
                      <a:lnTo>
                        <a:pt x="0" y="75"/>
                      </a:lnTo>
                      <a:lnTo>
                        <a:pt x="15" y="75"/>
                      </a:lnTo>
                      <a:lnTo>
                        <a:pt x="25" y="25"/>
                      </a:lnTo>
                      <a:lnTo>
                        <a:pt x="46" y="75"/>
                      </a:lnTo>
                      <a:lnTo>
                        <a:pt x="58" y="75"/>
                      </a:lnTo>
                      <a:lnTo>
                        <a:pt x="75" y="0"/>
                      </a:lnTo>
                      <a:lnTo>
                        <a:pt x="61" y="0"/>
                      </a:lnTo>
                      <a:lnTo>
                        <a:pt x="50" y="5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5" name="îş1ïḋe"/>
                <p:cNvSpPr/>
                <p:nvPr/>
              </p:nvSpPr>
              <p:spPr bwMode="auto">
                <a:xfrm>
                  <a:off x="7653338" y="3521075"/>
                  <a:ext cx="112713" cy="119063"/>
                </a:xfrm>
                <a:custGeom>
                  <a:avLst/>
                  <a:gdLst>
                    <a:gd name="T0" fmla="*/ 22 w 34"/>
                    <a:gd name="T1" fmla="*/ 20 h 36"/>
                    <a:gd name="T2" fmla="*/ 20 w 34"/>
                    <a:gd name="T3" fmla="*/ 26 h 36"/>
                    <a:gd name="T4" fmla="*/ 18 w 34"/>
                    <a:gd name="T5" fmla="*/ 29 h 36"/>
                    <a:gd name="T6" fmla="*/ 13 w 34"/>
                    <a:gd name="T7" fmla="*/ 30 h 36"/>
                    <a:gd name="T8" fmla="*/ 9 w 34"/>
                    <a:gd name="T9" fmla="*/ 29 h 36"/>
                    <a:gd name="T10" fmla="*/ 7 w 34"/>
                    <a:gd name="T11" fmla="*/ 25 h 36"/>
                    <a:gd name="T12" fmla="*/ 7 w 34"/>
                    <a:gd name="T13" fmla="*/ 24 h 36"/>
                    <a:gd name="T14" fmla="*/ 8 w 34"/>
                    <a:gd name="T15" fmla="*/ 19 h 36"/>
                    <a:gd name="T16" fmla="*/ 12 w 34"/>
                    <a:gd name="T17" fmla="*/ 0 h 36"/>
                    <a:gd name="T18" fmla="*/ 5 w 34"/>
                    <a:gd name="T19" fmla="*/ 0 h 36"/>
                    <a:gd name="T20" fmla="*/ 1 w 34"/>
                    <a:gd name="T21" fmla="*/ 19 h 36"/>
                    <a:gd name="T22" fmla="*/ 0 w 34"/>
                    <a:gd name="T23" fmla="*/ 23 h 36"/>
                    <a:gd name="T24" fmla="*/ 0 w 34"/>
                    <a:gd name="T25" fmla="*/ 25 h 36"/>
                    <a:gd name="T26" fmla="*/ 3 w 34"/>
                    <a:gd name="T27" fmla="*/ 33 h 36"/>
                    <a:gd name="T28" fmla="*/ 13 w 34"/>
                    <a:gd name="T29" fmla="*/ 36 h 36"/>
                    <a:gd name="T30" fmla="*/ 22 w 34"/>
                    <a:gd name="T31" fmla="*/ 34 h 36"/>
                    <a:gd name="T32" fmla="*/ 27 w 34"/>
                    <a:gd name="T33" fmla="*/ 29 h 36"/>
                    <a:gd name="T34" fmla="*/ 30 w 34"/>
                    <a:gd name="T35" fmla="*/ 20 h 36"/>
                    <a:gd name="T36" fmla="*/ 34 w 34"/>
                    <a:gd name="T37" fmla="*/ 0 h 36"/>
                    <a:gd name="T38" fmla="*/ 26 w 34"/>
                    <a:gd name="T39" fmla="*/ 0 h 36"/>
                    <a:gd name="T40" fmla="*/ 22 w 34"/>
                    <a:gd name="T41"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36">
                      <a:moveTo>
                        <a:pt x="22" y="20"/>
                      </a:moveTo>
                      <a:cubicBezTo>
                        <a:pt x="22" y="23"/>
                        <a:pt x="21" y="25"/>
                        <a:pt x="20" y="26"/>
                      </a:cubicBezTo>
                      <a:cubicBezTo>
                        <a:pt x="20" y="28"/>
                        <a:pt x="19" y="29"/>
                        <a:pt x="18" y="29"/>
                      </a:cubicBezTo>
                      <a:cubicBezTo>
                        <a:pt x="17" y="30"/>
                        <a:pt x="15" y="30"/>
                        <a:pt x="13" y="30"/>
                      </a:cubicBezTo>
                      <a:cubicBezTo>
                        <a:pt x="11" y="30"/>
                        <a:pt x="10" y="30"/>
                        <a:pt x="9" y="29"/>
                      </a:cubicBezTo>
                      <a:cubicBezTo>
                        <a:pt x="8" y="28"/>
                        <a:pt x="7" y="27"/>
                        <a:pt x="7" y="25"/>
                      </a:cubicBezTo>
                      <a:cubicBezTo>
                        <a:pt x="7" y="25"/>
                        <a:pt x="7" y="25"/>
                        <a:pt x="7" y="24"/>
                      </a:cubicBezTo>
                      <a:cubicBezTo>
                        <a:pt x="8" y="19"/>
                        <a:pt x="8" y="19"/>
                        <a:pt x="8" y="19"/>
                      </a:cubicBezTo>
                      <a:cubicBezTo>
                        <a:pt x="12" y="0"/>
                        <a:pt x="12" y="0"/>
                        <a:pt x="12" y="0"/>
                      </a:cubicBezTo>
                      <a:cubicBezTo>
                        <a:pt x="5" y="0"/>
                        <a:pt x="5" y="0"/>
                        <a:pt x="5" y="0"/>
                      </a:cubicBezTo>
                      <a:cubicBezTo>
                        <a:pt x="1" y="19"/>
                        <a:pt x="1" y="19"/>
                        <a:pt x="1" y="19"/>
                      </a:cubicBezTo>
                      <a:cubicBezTo>
                        <a:pt x="1" y="21"/>
                        <a:pt x="0" y="23"/>
                        <a:pt x="0" y="23"/>
                      </a:cubicBezTo>
                      <a:cubicBezTo>
                        <a:pt x="0" y="24"/>
                        <a:pt x="0" y="25"/>
                        <a:pt x="0" y="25"/>
                      </a:cubicBezTo>
                      <a:cubicBezTo>
                        <a:pt x="0" y="29"/>
                        <a:pt x="1" y="31"/>
                        <a:pt x="3" y="33"/>
                      </a:cubicBezTo>
                      <a:cubicBezTo>
                        <a:pt x="6" y="35"/>
                        <a:pt x="9" y="36"/>
                        <a:pt x="13" y="36"/>
                      </a:cubicBezTo>
                      <a:cubicBezTo>
                        <a:pt x="16" y="36"/>
                        <a:pt x="19" y="36"/>
                        <a:pt x="22" y="34"/>
                      </a:cubicBezTo>
                      <a:cubicBezTo>
                        <a:pt x="24" y="33"/>
                        <a:pt x="25" y="31"/>
                        <a:pt x="27" y="29"/>
                      </a:cubicBezTo>
                      <a:cubicBezTo>
                        <a:pt x="28" y="27"/>
                        <a:pt x="29" y="24"/>
                        <a:pt x="30" y="20"/>
                      </a:cubicBezTo>
                      <a:cubicBezTo>
                        <a:pt x="34" y="0"/>
                        <a:pt x="34" y="0"/>
                        <a:pt x="34" y="0"/>
                      </a:cubicBezTo>
                      <a:cubicBezTo>
                        <a:pt x="26" y="0"/>
                        <a:pt x="26" y="0"/>
                        <a:pt x="26" y="0"/>
                      </a:cubicBezTo>
                      <a:lnTo>
                        <a:pt x="22" y="2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6" name="íšlídè"/>
                <p:cNvSpPr/>
                <p:nvPr/>
              </p:nvSpPr>
              <p:spPr bwMode="auto">
                <a:xfrm>
                  <a:off x="7766051" y="3521075"/>
                  <a:ext cx="115888" cy="119063"/>
                </a:xfrm>
                <a:custGeom>
                  <a:avLst/>
                  <a:gdLst>
                    <a:gd name="T0" fmla="*/ 58 w 73"/>
                    <a:gd name="T1" fmla="*/ 0 h 75"/>
                    <a:gd name="T2" fmla="*/ 50 w 73"/>
                    <a:gd name="T3" fmla="*/ 50 h 75"/>
                    <a:gd name="T4" fmla="*/ 29 w 73"/>
                    <a:gd name="T5" fmla="*/ 0 h 75"/>
                    <a:gd name="T6" fmla="*/ 15 w 73"/>
                    <a:gd name="T7" fmla="*/ 0 h 75"/>
                    <a:gd name="T8" fmla="*/ 0 w 73"/>
                    <a:gd name="T9" fmla="*/ 75 h 75"/>
                    <a:gd name="T10" fmla="*/ 13 w 73"/>
                    <a:gd name="T11" fmla="*/ 75 h 75"/>
                    <a:gd name="T12" fmla="*/ 23 w 73"/>
                    <a:gd name="T13" fmla="*/ 25 h 75"/>
                    <a:gd name="T14" fmla="*/ 44 w 73"/>
                    <a:gd name="T15" fmla="*/ 75 h 75"/>
                    <a:gd name="T16" fmla="*/ 58 w 73"/>
                    <a:gd name="T17" fmla="*/ 75 h 75"/>
                    <a:gd name="T18" fmla="*/ 73 w 73"/>
                    <a:gd name="T19" fmla="*/ 0 h 75"/>
                    <a:gd name="T20" fmla="*/ 58 w 73"/>
                    <a:gd name="T2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3" h="75">
                      <a:moveTo>
                        <a:pt x="58" y="0"/>
                      </a:moveTo>
                      <a:lnTo>
                        <a:pt x="50" y="50"/>
                      </a:lnTo>
                      <a:lnTo>
                        <a:pt x="29" y="0"/>
                      </a:lnTo>
                      <a:lnTo>
                        <a:pt x="15" y="0"/>
                      </a:lnTo>
                      <a:lnTo>
                        <a:pt x="0" y="75"/>
                      </a:lnTo>
                      <a:lnTo>
                        <a:pt x="13" y="75"/>
                      </a:lnTo>
                      <a:lnTo>
                        <a:pt x="23" y="25"/>
                      </a:lnTo>
                      <a:lnTo>
                        <a:pt x="44" y="75"/>
                      </a:lnTo>
                      <a:lnTo>
                        <a:pt x="58" y="75"/>
                      </a:lnTo>
                      <a:lnTo>
                        <a:pt x="73" y="0"/>
                      </a:ln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7" name="îṣḻîďe"/>
                <p:cNvSpPr/>
                <p:nvPr/>
              </p:nvSpPr>
              <p:spPr bwMode="auto">
                <a:xfrm>
                  <a:off x="7881938" y="3521075"/>
                  <a:ext cx="49213" cy="119063"/>
                </a:xfrm>
                <a:custGeom>
                  <a:avLst/>
                  <a:gdLst>
                    <a:gd name="T0" fmla="*/ 0 w 31"/>
                    <a:gd name="T1" fmla="*/ 75 h 75"/>
                    <a:gd name="T2" fmla="*/ 14 w 31"/>
                    <a:gd name="T3" fmla="*/ 75 h 75"/>
                    <a:gd name="T4" fmla="*/ 31 w 31"/>
                    <a:gd name="T5" fmla="*/ 0 h 75"/>
                    <a:gd name="T6" fmla="*/ 14 w 31"/>
                    <a:gd name="T7" fmla="*/ 0 h 75"/>
                    <a:gd name="T8" fmla="*/ 0 w 31"/>
                    <a:gd name="T9" fmla="*/ 75 h 75"/>
                  </a:gdLst>
                  <a:ahLst/>
                  <a:cxnLst>
                    <a:cxn ang="0">
                      <a:pos x="T0" y="T1"/>
                    </a:cxn>
                    <a:cxn ang="0">
                      <a:pos x="T2" y="T3"/>
                    </a:cxn>
                    <a:cxn ang="0">
                      <a:pos x="T4" y="T5"/>
                    </a:cxn>
                    <a:cxn ang="0">
                      <a:pos x="T6" y="T7"/>
                    </a:cxn>
                    <a:cxn ang="0">
                      <a:pos x="T8" y="T9"/>
                    </a:cxn>
                  </a:cxnLst>
                  <a:rect l="0" t="0" r="r" b="b"/>
                  <a:pathLst>
                    <a:path w="31" h="75">
                      <a:moveTo>
                        <a:pt x="0" y="75"/>
                      </a:moveTo>
                      <a:lnTo>
                        <a:pt x="14" y="75"/>
                      </a:lnTo>
                      <a:lnTo>
                        <a:pt x="31"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8" name="íŝḻiḋè"/>
                <p:cNvSpPr/>
                <p:nvPr/>
              </p:nvSpPr>
              <p:spPr bwMode="auto">
                <a:xfrm>
                  <a:off x="7940676" y="3521075"/>
                  <a:ext cx="109538" cy="119063"/>
                </a:xfrm>
                <a:custGeom>
                  <a:avLst/>
                  <a:gdLst>
                    <a:gd name="T0" fmla="*/ 54 w 69"/>
                    <a:gd name="T1" fmla="*/ 0 h 75"/>
                    <a:gd name="T2" fmla="*/ 23 w 69"/>
                    <a:gd name="T3" fmla="*/ 57 h 75"/>
                    <a:gd name="T4" fmla="*/ 15 w 69"/>
                    <a:gd name="T5" fmla="*/ 0 h 75"/>
                    <a:gd name="T6" fmla="*/ 0 w 69"/>
                    <a:gd name="T7" fmla="*/ 0 h 75"/>
                    <a:gd name="T8" fmla="*/ 13 w 69"/>
                    <a:gd name="T9" fmla="*/ 75 h 75"/>
                    <a:gd name="T10" fmla="*/ 29 w 69"/>
                    <a:gd name="T11" fmla="*/ 75 h 75"/>
                    <a:gd name="T12" fmla="*/ 69 w 69"/>
                    <a:gd name="T13" fmla="*/ 0 h 75"/>
                    <a:gd name="T14" fmla="*/ 54 w 69"/>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5">
                      <a:moveTo>
                        <a:pt x="54" y="0"/>
                      </a:moveTo>
                      <a:lnTo>
                        <a:pt x="23" y="57"/>
                      </a:lnTo>
                      <a:lnTo>
                        <a:pt x="15" y="0"/>
                      </a:lnTo>
                      <a:lnTo>
                        <a:pt x="0" y="0"/>
                      </a:lnTo>
                      <a:lnTo>
                        <a:pt x="13" y="75"/>
                      </a:lnTo>
                      <a:lnTo>
                        <a:pt x="29" y="75"/>
                      </a:lnTo>
                      <a:lnTo>
                        <a:pt x="69"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9" name="î$ḷíďé"/>
                <p:cNvSpPr/>
                <p:nvPr/>
              </p:nvSpPr>
              <p:spPr bwMode="auto">
                <a:xfrm>
                  <a:off x="8037513" y="3521075"/>
                  <a:ext cx="111125" cy="119063"/>
                </a:xfrm>
                <a:custGeom>
                  <a:avLst/>
                  <a:gdLst>
                    <a:gd name="T0" fmla="*/ 68 w 70"/>
                    <a:gd name="T1" fmla="*/ 12 h 75"/>
                    <a:gd name="T2" fmla="*/ 70 w 70"/>
                    <a:gd name="T3" fmla="*/ 0 h 75"/>
                    <a:gd name="T4" fmla="*/ 16 w 70"/>
                    <a:gd name="T5" fmla="*/ 0 h 75"/>
                    <a:gd name="T6" fmla="*/ 0 w 70"/>
                    <a:gd name="T7" fmla="*/ 75 h 75"/>
                    <a:gd name="T8" fmla="*/ 58 w 70"/>
                    <a:gd name="T9" fmla="*/ 75 h 75"/>
                    <a:gd name="T10" fmla="*/ 60 w 70"/>
                    <a:gd name="T11" fmla="*/ 63 h 75"/>
                    <a:gd name="T12" fmla="*/ 16 w 70"/>
                    <a:gd name="T13" fmla="*/ 63 h 75"/>
                    <a:gd name="T14" fmla="*/ 22 w 70"/>
                    <a:gd name="T15" fmla="*/ 42 h 75"/>
                    <a:gd name="T16" fmla="*/ 60 w 70"/>
                    <a:gd name="T17" fmla="*/ 42 h 75"/>
                    <a:gd name="T18" fmla="*/ 62 w 70"/>
                    <a:gd name="T19" fmla="*/ 29 h 75"/>
                    <a:gd name="T20" fmla="*/ 24 w 70"/>
                    <a:gd name="T21" fmla="*/ 29 h 75"/>
                    <a:gd name="T22" fmla="*/ 29 w 70"/>
                    <a:gd name="T23" fmla="*/ 12 h 75"/>
                    <a:gd name="T24" fmla="*/ 68 w 70"/>
                    <a:gd name="T25"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5">
                      <a:moveTo>
                        <a:pt x="68" y="12"/>
                      </a:moveTo>
                      <a:lnTo>
                        <a:pt x="70" y="0"/>
                      </a:lnTo>
                      <a:lnTo>
                        <a:pt x="16" y="0"/>
                      </a:lnTo>
                      <a:lnTo>
                        <a:pt x="0" y="75"/>
                      </a:lnTo>
                      <a:lnTo>
                        <a:pt x="58" y="75"/>
                      </a:lnTo>
                      <a:lnTo>
                        <a:pt x="60" y="63"/>
                      </a:lnTo>
                      <a:lnTo>
                        <a:pt x="16" y="63"/>
                      </a:lnTo>
                      <a:lnTo>
                        <a:pt x="22" y="42"/>
                      </a:lnTo>
                      <a:lnTo>
                        <a:pt x="60" y="42"/>
                      </a:lnTo>
                      <a:lnTo>
                        <a:pt x="62" y="29"/>
                      </a:lnTo>
                      <a:lnTo>
                        <a:pt x="24" y="29"/>
                      </a:lnTo>
                      <a:lnTo>
                        <a:pt x="29" y="12"/>
                      </a:lnTo>
                      <a:lnTo>
                        <a:pt x="68"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0" name="îṡlîďe"/>
                <p:cNvSpPr/>
                <p:nvPr/>
              </p:nvSpPr>
              <p:spPr bwMode="auto">
                <a:xfrm>
                  <a:off x="8145463" y="3521075"/>
                  <a:ext cx="115888" cy="119063"/>
                </a:xfrm>
                <a:custGeom>
                  <a:avLst/>
                  <a:gdLst>
                    <a:gd name="T0" fmla="*/ 30 w 35"/>
                    <a:gd name="T1" fmla="*/ 1 h 36"/>
                    <a:gd name="T2" fmla="*/ 24 w 35"/>
                    <a:gd name="T3" fmla="*/ 0 h 36"/>
                    <a:gd name="T4" fmla="*/ 8 w 35"/>
                    <a:gd name="T5" fmla="*/ 0 h 36"/>
                    <a:gd name="T6" fmla="*/ 0 w 35"/>
                    <a:gd name="T7" fmla="*/ 36 h 36"/>
                    <a:gd name="T8" fmla="*/ 8 w 35"/>
                    <a:gd name="T9" fmla="*/ 36 h 36"/>
                    <a:gd name="T10" fmla="*/ 11 w 35"/>
                    <a:gd name="T11" fmla="*/ 21 h 36"/>
                    <a:gd name="T12" fmla="*/ 14 w 35"/>
                    <a:gd name="T13" fmla="*/ 21 h 36"/>
                    <a:gd name="T14" fmla="*/ 17 w 35"/>
                    <a:gd name="T15" fmla="*/ 22 h 36"/>
                    <a:gd name="T16" fmla="*/ 21 w 35"/>
                    <a:gd name="T17" fmla="*/ 26 h 36"/>
                    <a:gd name="T18" fmla="*/ 24 w 35"/>
                    <a:gd name="T19" fmla="*/ 36 h 36"/>
                    <a:gd name="T20" fmla="*/ 32 w 35"/>
                    <a:gd name="T21" fmla="*/ 36 h 36"/>
                    <a:gd name="T22" fmla="*/ 27 w 35"/>
                    <a:gd name="T23" fmla="*/ 24 h 36"/>
                    <a:gd name="T24" fmla="*/ 24 w 35"/>
                    <a:gd name="T25" fmla="*/ 21 h 36"/>
                    <a:gd name="T26" fmla="*/ 32 w 35"/>
                    <a:gd name="T27" fmla="*/ 17 h 36"/>
                    <a:gd name="T28" fmla="*/ 35 w 35"/>
                    <a:gd name="T29" fmla="*/ 9 h 36"/>
                    <a:gd name="T30" fmla="*/ 34 w 35"/>
                    <a:gd name="T31" fmla="*/ 4 h 36"/>
                    <a:gd name="T32" fmla="*/ 30 w 35"/>
                    <a:gd name="T33" fmla="*/ 1 h 36"/>
                    <a:gd name="T34" fmla="*/ 27 w 35"/>
                    <a:gd name="T35" fmla="*/ 13 h 36"/>
                    <a:gd name="T36" fmla="*/ 24 w 35"/>
                    <a:gd name="T37" fmla="*/ 15 h 36"/>
                    <a:gd name="T38" fmla="*/ 16 w 35"/>
                    <a:gd name="T39" fmla="*/ 16 h 36"/>
                    <a:gd name="T40" fmla="*/ 12 w 35"/>
                    <a:gd name="T41" fmla="*/ 16 h 36"/>
                    <a:gd name="T42" fmla="*/ 14 w 35"/>
                    <a:gd name="T43" fmla="*/ 6 h 36"/>
                    <a:gd name="T44" fmla="*/ 22 w 35"/>
                    <a:gd name="T45" fmla="*/ 6 h 36"/>
                    <a:gd name="T46" fmla="*/ 26 w 35"/>
                    <a:gd name="T47" fmla="*/ 7 h 36"/>
                    <a:gd name="T48" fmla="*/ 28 w 35"/>
                    <a:gd name="T49" fmla="*/ 10 h 36"/>
                    <a:gd name="T50" fmla="*/ 27 w 35"/>
                    <a:gd name="T51"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36">
                      <a:moveTo>
                        <a:pt x="30" y="1"/>
                      </a:moveTo>
                      <a:cubicBezTo>
                        <a:pt x="28" y="0"/>
                        <a:pt x="26" y="0"/>
                        <a:pt x="24" y="0"/>
                      </a:cubicBezTo>
                      <a:cubicBezTo>
                        <a:pt x="8" y="0"/>
                        <a:pt x="8" y="0"/>
                        <a:pt x="8" y="0"/>
                      </a:cubicBezTo>
                      <a:cubicBezTo>
                        <a:pt x="0" y="36"/>
                        <a:pt x="0" y="36"/>
                        <a:pt x="0" y="36"/>
                      </a:cubicBezTo>
                      <a:cubicBezTo>
                        <a:pt x="8" y="36"/>
                        <a:pt x="8" y="36"/>
                        <a:pt x="8" y="36"/>
                      </a:cubicBezTo>
                      <a:cubicBezTo>
                        <a:pt x="11" y="21"/>
                        <a:pt x="11" y="21"/>
                        <a:pt x="11" y="21"/>
                      </a:cubicBezTo>
                      <a:cubicBezTo>
                        <a:pt x="14" y="21"/>
                        <a:pt x="14" y="21"/>
                        <a:pt x="14" y="21"/>
                      </a:cubicBezTo>
                      <a:cubicBezTo>
                        <a:pt x="15" y="21"/>
                        <a:pt x="17" y="21"/>
                        <a:pt x="17" y="22"/>
                      </a:cubicBezTo>
                      <a:cubicBezTo>
                        <a:pt x="18" y="22"/>
                        <a:pt x="20" y="24"/>
                        <a:pt x="21" y="26"/>
                      </a:cubicBezTo>
                      <a:cubicBezTo>
                        <a:pt x="22" y="31"/>
                        <a:pt x="24" y="34"/>
                        <a:pt x="24" y="36"/>
                      </a:cubicBezTo>
                      <a:cubicBezTo>
                        <a:pt x="32" y="36"/>
                        <a:pt x="32" y="36"/>
                        <a:pt x="32" y="36"/>
                      </a:cubicBezTo>
                      <a:cubicBezTo>
                        <a:pt x="30" y="31"/>
                        <a:pt x="28" y="27"/>
                        <a:pt x="27" y="24"/>
                      </a:cubicBezTo>
                      <a:cubicBezTo>
                        <a:pt x="26" y="23"/>
                        <a:pt x="25" y="21"/>
                        <a:pt x="24" y="21"/>
                      </a:cubicBezTo>
                      <a:cubicBezTo>
                        <a:pt x="28" y="20"/>
                        <a:pt x="30" y="19"/>
                        <a:pt x="32" y="17"/>
                      </a:cubicBezTo>
                      <a:cubicBezTo>
                        <a:pt x="34" y="15"/>
                        <a:pt x="35" y="13"/>
                        <a:pt x="35" y="9"/>
                      </a:cubicBezTo>
                      <a:cubicBezTo>
                        <a:pt x="35" y="7"/>
                        <a:pt x="34" y="6"/>
                        <a:pt x="34" y="4"/>
                      </a:cubicBezTo>
                      <a:cubicBezTo>
                        <a:pt x="33" y="3"/>
                        <a:pt x="31" y="2"/>
                        <a:pt x="30" y="1"/>
                      </a:cubicBezTo>
                      <a:close/>
                      <a:moveTo>
                        <a:pt x="27" y="13"/>
                      </a:moveTo>
                      <a:cubicBezTo>
                        <a:pt x="26" y="14"/>
                        <a:pt x="25" y="14"/>
                        <a:pt x="24" y="15"/>
                      </a:cubicBezTo>
                      <a:cubicBezTo>
                        <a:pt x="22" y="15"/>
                        <a:pt x="20" y="16"/>
                        <a:pt x="16" y="16"/>
                      </a:cubicBezTo>
                      <a:cubicBezTo>
                        <a:pt x="12" y="16"/>
                        <a:pt x="12" y="16"/>
                        <a:pt x="12" y="16"/>
                      </a:cubicBezTo>
                      <a:cubicBezTo>
                        <a:pt x="14" y="6"/>
                        <a:pt x="14" y="6"/>
                        <a:pt x="14" y="6"/>
                      </a:cubicBezTo>
                      <a:cubicBezTo>
                        <a:pt x="22" y="6"/>
                        <a:pt x="22" y="6"/>
                        <a:pt x="22" y="6"/>
                      </a:cubicBezTo>
                      <a:cubicBezTo>
                        <a:pt x="24" y="6"/>
                        <a:pt x="25" y="6"/>
                        <a:pt x="26" y="7"/>
                      </a:cubicBezTo>
                      <a:cubicBezTo>
                        <a:pt x="27" y="7"/>
                        <a:pt x="28" y="8"/>
                        <a:pt x="28" y="10"/>
                      </a:cubicBezTo>
                      <a:cubicBezTo>
                        <a:pt x="28" y="11"/>
                        <a:pt x="27" y="12"/>
                        <a:pt x="27"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1" name="ïşľîḍé"/>
                <p:cNvSpPr/>
                <p:nvPr/>
              </p:nvSpPr>
              <p:spPr bwMode="auto">
                <a:xfrm>
                  <a:off x="8267701" y="3521075"/>
                  <a:ext cx="98425" cy="119063"/>
                </a:xfrm>
                <a:custGeom>
                  <a:avLst/>
                  <a:gdLst>
                    <a:gd name="T0" fmla="*/ 17 w 30"/>
                    <a:gd name="T1" fmla="*/ 5 h 36"/>
                    <a:gd name="T2" fmla="*/ 22 w 30"/>
                    <a:gd name="T3" fmla="*/ 7 h 36"/>
                    <a:gd name="T4" fmla="*/ 23 w 30"/>
                    <a:gd name="T5" fmla="*/ 11 h 36"/>
                    <a:gd name="T6" fmla="*/ 30 w 30"/>
                    <a:gd name="T7" fmla="*/ 10 h 36"/>
                    <a:gd name="T8" fmla="*/ 27 w 30"/>
                    <a:gd name="T9" fmla="*/ 3 h 36"/>
                    <a:gd name="T10" fmla="*/ 17 w 30"/>
                    <a:gd name="T11" fmla="*/ 0 h 36"/>
                    <a:gd name="T12" fmla="*/ 8 w 30"/>
                    <a:gd name="T13" fmla="*/ 3 h 36"/>
                    <a:gd name="T14" fmla="*/ 4 w 30"/>
                    <a:gd name="T15" fmla="*/ 10 h 36"/>
                    <a:gd name="T16" fmla="*/ 6 w 30"/>
                    <a:gd name="T17" fmla="*/ 14 h 36"/>
                    <a:gd name="T18" fmla="*/ 8 w 30"/>
                    <a:gd name="T19" fmla="*/ 18 h 36"/>
                    <a:gd name="T20" fmla="*/ 15 w 30"/>
                    <a:gd name="T21" fmla="*/ 21 h 36"/>
                    <a:gd name="T22" fmla="*/ 20 w 30"/>
                    <a:gd name="T23" fmla="*/ 23 h 36"/>
                    <a:gd name="T24" fmla="*/ 21 w 30"/>
                    <a:gd name="T25" fmla="*/ 26 h 36"/>
                    <a:gd name="T26" fmla="*/ 19 w 30"/>
                    <a:gd name="T27" fmla="*/ 29 h 36"/>
                    <a:gd name="T28" fmla="*/ 14 w 30"/>
                    <a:gd name="T29" fmla="*/ 30 h 36"/>
                    <a:gd name="T30" fmla="*/ 8 w 30"/>
                    <a:gd name="T31" fmla="*/ 28 h 36"/>
                    <a:gd name="T32" fmla="*/ 7 w 30"/>
                    <a:gd name="T33" fmla="*/ 24 h 36"/>
                    <a:gd name="T34" fmla="*/ 0 w 30"/>
                    <a:gd name="T35" fmla="*/ 24 h 36"/>
                    <a:gd name="T36" fmla="*/ 1 w 30"/>
                    <a:gd name="T37" fmla="*/ 30 h 36"/>
                    <a:gd name="T38" fmla="*/ 6 w 30"/>
                    <a:gd name="T39" fmla="*/ 35 h 36"/>
                    <a:gd name="T40" fmla="*/ 14 w 30"/>
                    <a:gd name="T41" fmla="*/ 36 h 36"/>
                    <a:gd name="T42" fmla="*/ 24 w 30"/>
                    <a:gd name="T43" fmla="*/ 33 h 36"/>
                    <a:gd name="T44" fmla="*/ 28 w 30"/>
                    <a:gd name="T45" fmla="*/ 25 h 36"/>
                    <a:gd name="T46" fmla="*/ 26 w 30"/>
                    <a:gd name="T47" fmla="*/ 19 h 36"/>
                    <a:gd name="T48" fmla="*/ 18 w 30"/>
                    <a:gd name="T49" fmla="*/ 14 h 36"/>
                    <a:gd name="T50" fmla="*/ 13 w 30"/>
                    <a:gd name="T51" fmla="*/ 12 h 36"/>
                    <a:gd name="T52" fmla="*/ 11 w 30"/>
                    <a:gd name="T53" fmla="*/ 9 h 36"/>
                    <a:gd name="T54" fmla="*/ 13 w 30"/>
                    <a:gd name="T55" fmla="*/ 6 h 36"/>
                    <a:gd name="T56" fmla="*/ 17 w 30"/>
                    <a:gd name="T5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 h="36">
                      <a:moveTo>
                        <a:pt x="17" y="5"/>
                      </a:moveTo>
                      <a:cubicBezTo>
                        <a:pt x="19" y="5"/>
                        <a:pt x="21" y="6"/>
                        <a:pt x="22" y="7"/>
                      </a:cubicBezTo>
                      <a:cubicBezTo>
                        <a:pt x="23" y="8"/>
                        <a:pt x="23" y="9"/>
                        <a:pt x="23" y="11"/>
                      </a:cubicBezTo>
                      <a:cubicBezTo>
                        <a:pt x="30" y="10"/>
                        <a:pt x="30" y="10"/>
                        <a:pt x="30" y="10"/>
                      </a:cubicBezTo>
                      <a:cubicBezTo>
                        <a:pt x="30" y="7"/>
                        <a:pt x="29" y="4"/>
                        <a:pt x="27" y="3"/>
                      </a:cubicBezTo>
                      <a:cubicBezTo>
                        <a:pt x="24" y="1"/>
                        <a:pt x="21" y="0"/>
                        <a:pt x="17" y="0"/>
                      </a:cubicBezTo>
                      <a:cubicBezTo>
                        <a:pt x="13" y="0"/>
                        <a:pt x="10" y="1"/>
                        <a:pt x="8" y="3"/>
                      </a:cubicBezTo>
                      <a:cubicBezTo>
                        <a:pt x="5" y="5"/>
                        <a:pt x="4" y="7"/>
                        <a:pt x="4" y="10"/>
                      </a:cubicBezTo>
                      <a:cubicBezTo>
                        <a:pt x="4" y="12"/>
                        <a:pt x="5" y="13"/>
                        <a:pt x="6" y="14"/>
                      </a:cubicBezTo>
                      <a:cubicBezTo>
                        <a:pt x="6" y="16"/>
                        <a:pt x="7" y="17"/>
                        <a:pt x="8" y="18"/>
                      </a:cubicBezTo>
                      <a:cubicBezTo>
                        <a:pt x="10" y="18"/>
                        <a:pt x="12" y="19"/>
                        <a:pt x="15" y="21"/>
                      </a:cubicBezTo>
                      <a:cubicBezTo>
                        <a:pt x="17" y="22"/>
                        <a:pt x="19" y="23"/>
                        <a:pt x="20" y="23"/>
                      </a:cubicBezTo>
                      <a:cubicBezTo>
                        <a:pt x="20" y="24"/>
                        <a:pt x="21" y="25"/>
                        <a:pt x="21" y="26"/>
                      </a:cubicBezTo>
                      <a:cubicBezTo>
                        <a:pt x="21" y="27"/>
                        <a:pt x="20" y="28"/>
                        <a:pt x="19" y="29"/>
                      </a:cubicBezTo>
                      <a:cubicBezTo>
                        <a:pt x="18" y="30"/>
                        <a:pt x="16" y="30"/>
                        <a:pt x="14" y="30"/>
                      </a:cubicBezTo>
                      <a:cubicBezTo>
                        <a:pt x="11" y="30"/>
                        <a:pt x="9" y="30"/>
                        <a:pt x="8" y="28"/>
                      </a:cubicBezTo>
                      <a:cubicBezTo>
                        <a:pt x="8" y="28"/>
                        <a:pt x="7" y="26"/>
                        <a:pt x="7" y="24"/>
                      </a:cubicBezTo>
                      <a:cubicBezTo>
                        <a:pt x="0" y="24"/>
                        <a:pt x="0" y="24"/>
                        <a:pt x="0" y="24"/>
                      </a:cubicBezTo>
                      <a:cubicBezTo>
                        <a:pt x="0" y="27"/>
                        <a:pt x="0" y="29"/>
                        <a:pt x="1" y="30"/>
                      </a:cubicBezTo>
                      <a:cubicBezTo>
                        <a:pt x="2" y="32"/>
                        <a:pt x="4" y="34"/>
                        <a:pt x="6" y="35"/>
                      </a:cubicBezTo>
                      <a:cubicBezTo>
                        <a:pt x="8" y="36"/>
                        <a:pt x="11" y="36"/>
                        <a:pt x="14" y="36"/>
                      </a:cubicBezTo>
                      <a:cubicBezTo>
                        <a:pt x="18" y="36"/>
                        <a:pt x="22" y="35"/>
                        <a:pt x="24" y="33"/>
                      </a:cubicBezTo>
                      <a:cubicBezTo>
                        <a:pt x="27" y="31"/>
                        <a:pt x="28" y="28"/>
                        <a:pt x="28" y="25"/>
                      </a:cubicBezTo>
                      <a:cubicBezTo>
                        <a:pt x="28" y="22"/>
                        <a:pt x="27" y="20"/>
                        <a:pt x="26" y="19"/>
                      </a:cubicBezTo>
                      <a:cubicBezTo>
                        <a:pt x="25" y="18"/>
                        <a:pt x="22" y="16"/>
                        <a:pt x="18" y="14"/>
                      </a:cubicBezTo>
                      <a:cubicBezTo>
                        <a:pt x="15" y="13"/>
                        <a:pt x="13" y="12"/>
                        <a:pt x="13" y="12"/>
                      </a:cubicBezTo>
                      <a:cubicBezTo>
                        <a:pt x="12" y="11"/>
                        <a:pt x="11" y="10"/>
                        <a:pt x="11" y="9"/>
                      </a:cubicBezTo>
                      <a:cubicBezTo>
                        <a:pt x="11" y="8"/>
                        <a:pt x="12" y="7"/>
                        <a:pt x="13" y="6"/>
                      </a:cubicBezTo>
                      <a:cubicBezTo>
                        <a:pt x="14" y="6"/>
                        <a:pt x="15" y="5"/>
                        <a:pt x="17"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2" name="îṩľîďe"/>
                <p:cNvSpPr/>
                <p:nvPr/>
              </p:nvSpPr>
              <p:spPr bwMode="auto">
                <a:xfrm>
                  <a:off x="8374063" y="3521075"/>
                  <a:ext cx="46038" cy="119063"/>
                </a:xfrm>
                <a:custGeom>
                  <a:avLst/>
                  <a:gdLst>
                    <a:gd name="T0" fmla="*/ 0 w 29"/>
                    <a:gd name="T1" fmla="*/ 75 h 75"/>
                    <a:gd name="T2" fmla="*/ 14 w 29"/>
                    <a:gd name="T3" fmla="*/ 75 h 75"/>
                    <a:gd name="T4" fmla="*/ 29 w 29"/>
                    <a:gd name="T5" fmla="*/ 0 h 75"/>
                    <a:gd name="T6" fmla="*/ 14 w 29"/>
                    <a:gd name="T7" fmla="*/ 0 h 75"/>
                    <a:gd name="T8" fmla="*/ 0 w 29"/>
                    <a:gd name="T9" fmla="*/ 75 h 75"/>
                  </a:gdLst>
                  <a:ahLst/>
                  <a:cxnLst>
                    <a:cxn ang="0">
                      <a:pos x="T0" y="T1"/>
                    </a:cxn>
                    <a:cxn ang="0">
                      <a:pos x="T2" y="T3"/>
                    </a:cxn>
                    <a:cxn ang="0">
                      <a:pos x="T4" y="T5"/>
                    </a:cxn>
                    <a:cxn ang="0">
                      <a:pos x="T6" y="T7"/>
                    </a:cxn>
                    <a:cxn ang="0">
                      <a:pos x="T8" y="T9"/>
                    </a:cxn>
                  </a:cxnLst>
                  <a:rect l="0" t="0" r="r" b="b"/>
                  <a:pathLst>
                    <a:path w="29" h="75">
                      <a:moveTo>
                        <a:pt x="0" y="75"/>
                      </a:moveTo>
                      <a:lnTo>
                        <a:pt x="14" y="75"/>
                      </a:lnTo>
                      <a:lnTo>
                        <a:pt x="29" y="0"/>
                      </a:lnTo>
                      <a:lnTo>
                        <a:pt x="14"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3" name="iS1idè"/>
                <p:cNvSpPr/>
                <p:nvPr/>
              </p:nvSpPr>
              <p:spPr bwMode="auto">
                <a:xfrm>
                  <a:off x="8432801" y="3521075"/>
                  <a:ext cx="95250" cy="119063"/>
                </a:xfrm>
                <a:custGeom>
                  <a:avLst/>
                  <a:gdLst>
                    <a:gd name="T0" fmla="*/ 0 w 60"/>
                    <a:gd name="T1" fmla="*/ 12 h 75"/>
                    <a:gd name="T2" fmla="*/ 21 w 60"/>
                    <a:gd name="T3" fmla="*/ 12 h 75"/>
                    <a:gd name="T4" fmla="*/ 8 w 60"/>
                    <a:gd name="T5" fmla="*/ 75 h 75"/>
                    <a:gd name="T6" fmla="*/ 23 w 60"/>
                    <a:gd name="T7" fmla="*/ 75 h 75"/>
                    <a:gd name="T8" fmla="*/ 35 w 60"/>
                    <a:gd name="T9" fmla="*/ 12 h 75"/>
                    <a:gd name="T10" fmla="*/ 58 w 60"/>
                    <a:gd name="T11" fmla="*/ 12 h 75"/>
                    <a:gd name="T12" fmla="*/ 60 w 60"/>
                    <a:gd name="T13" fmla="*/ 0 h 75"/>
                    <a:gd name="T14" fmla="*/ 2 w 60"/>
                    <a:gd name="T15" fmla="*/ 0 h 75"/>
                    <a:gd name="T16" fmla="*/ 0 w 60"/>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75">
                      <a:moveTo>
                        <a:pt x="0" y="12"/>
                      </a:moveTo>
                      <a:lnTo>
                        <a:pt x="21" y="12"/>
                      </a:lnTo>
                      <a:lnTo>
                        <a:pt x="8" y="75"/>
                      </a:lnTo>
                      <a:lnTo>
                        <a:pt x="23" y="75"/>
                      </a:lnTo>
                      <a:lnTo>
                        <a:pt x="35" y="12"/>
                      </a:lnTo>
                      <a:lnTo>
                        <a:pt x="58" y="12"/>
                      </a:lnTo>
                      <a:lnTo>
                        <a:pt x="60" y="0"/>
                      </a:lnTo>
                      <a:lnTo>
                        <a:pt x="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4" name="iṣḷîḋe"/>
                <p:cNvSpPr/>
                <p:nvPr/>
              </p:nvSpPr>
              <p:spPr bwMode="auto">
                <a:xfrm>
                  <a:off x="8531226" y="3521075"/>
                  <a:ext cx="109538" cy="119063"/>
                </a:xfrm>
                <a:custGeom>
                  <a:avLst/>
                  <a:gdLst>
                    <a:gd name="T0" fmla="*/ 25 w 33"/>
                    <a:gd name="T1" fmla="*/ 0 h 36"/>
                    <a:gd name="T2" fmla="*/ 19 w 33"/>
                    <a:gd name="T3" fmla="*/ 7 h 36"/>
                    <a:gd name="T4" fmla="*/ 16 w 33"/>
                    <a:gd name="T5" fmla="*/ 12 h 36"/>
                    <a:gd name="T6" fmla="*/ 14 w 33"/>
                    <a:gd name="T7" fmla="*/ 15 h 36"/>
                    <a:gd name="T8" fmla="*/ 12 w 33"/>
                    <a:gd name="T9" fmla="*/ 10 h 36"/>
                    <a:gd name="T10" fmla="*/ 8 w 33"/>
                    <a:gd name="T11" fmla="*/ 0 h 36"/>
                    <a:gd name="T12" fmla="*/ 0 w 33"/>
                    <a:gd name="T13" fmla="*/ 0 h 36"/>
                    <a:gd name="T14" fmla="*/ 10 w 33"/>
                    <a:gd name="T15" fmla="*/ 22 h 36"/>
                    <a:gd name="T16" fmla="*/ 7 w 33"/>
                    <a:gd name="T17" fmla="*/ 36 h 36"/>
                    <a:gd name="T18" fmla="*/ 14 w 33"/>
                    <a:gd name="T19" fmla="*/ 36 h 36"/>
                    <a:gd name="T20" fmla="*/ 17 w 33"/>
                    <a:gd name="T21" fmla="*/ 23 h 36"/>
                    <a:gd name="T22" fmla="*/ 33 w 33"/>
                    <a:gd name="T23" fmla="*/ 0 h 36"/>
                    <a:gd name="T24" fmla="*/ 25 w 33"/>
                    <a:gd name="T2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6">
                      <a:moveTo>
                        <a:pt x="25" y="0"/>
                      </a:moveTo>
                      <a:cubicBezTo>
                        <a:pt x="19" y="7"/>
                        <a:pt x="19" y="7"/>
                        <a:pt x="19" y="7"/>
                      </a:cubicBezTo>
                      <a:cubicBezTo>
                        <a:pt x="16" y="12"/>
                        <a:pt x="16" y="12"/>
                        <a:pt x="16" y="12"/>
                      </a:cubicBezTo>
                      <a:cubicBezTo>
                        <a:pt x="15" y="13"/>
                        <a:pt x="15" y="14"/>
                        <a:pt x="14" y="15"/>
                      </a:cubicBezTo>
                      <a:cubicBezTo>
                        <a:pt x="14" y="14"/>
                        <a:pt x="13" y="13"/>
                        <a:pt x="12" y="10"/>
                      </a:cubicBezTo>
                      <a:cubicBezTo>
                        <a:pt x="8" y="0"/>
                        <a:pt x="8" y="0"/>
                        <a:pt x="8" y="0"/>
                      </a:cubicBezTo>
                      <a:cubicBezTo>
                        <a:pt x="0" y="0"/>
                        <a:pt x="0" y="0"/>
                        <a:pt x="0" y="0"/>
                      </a:cubicBezTo>
                      <a:cubicBezTo>
                        <a:pt x="10" y="22"/>
                        <a:pt x="10" y="22"/>
                        <a:pt x="10" y="22"/>
                      </a:cubicBezTo>
                      <a:cubicBezTo>
                        <a:pt x="7" y="36"/>
                        <a:pt x="7" y="36"/>
                        <a:pt x="7" y="36"/>
                      </a:cubicBezTo>
                      <a:cubicBezTo>
                        <a:pt x="14" y="36"/>
                        <a:pt x="14" y="36"/>
                        <a:pt x="14" y="36"/>
                      </a:cubicBezTo>
                      <a:cubicBezTo>
                        <a:pt x="17" y="23"/>
                        <a:pt x="17" y="23"/>
                        <a:pt x="17" y="23"/>
                      </a:cubicBezTo>
                      <a:cubicBezTo>
                        <a:pt x="33" y="0"/>
                        <a:pt x="33" y="0"/>
                        <a:pt x="33" y="0"/>
                      </a:cubicBez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grpSp>
      </p:grpSp>
      <p:cxnSp>
        <p:nvCxnSpPr>
          <p:cNvPr id="4" name="直线连接符 3"/>
          <p:cNvCxnSpPr/>
          <p:nvPr userDrawn="1"/>
        </p:nvCxnSpPr>
        <p:spPr>
          <a:xfrm>
            <a:off x="0" y="1016000"/>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0" name="图片 109" descr="图片包含 天空, 户外, 建筑物, 日落&#10;&#10;描述已自动生成"/>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sp>
        <p:nvSpPr>
          <p:cNvPr id="6" name="图片占位符 5"/>
          <p:cNvSpPr>
            <a:spLocks noGrp="1"/>
          </p:cNvSpPr>
          <p:nvPr>
            <p:ph type="pic" sz="quarter" idx="10"/>
          </p:nvPr>
        </p:nvSpPr>
        <p:spPr>
          <a:xfrm>
            <a:off x="1424066" y="1160463"/>
            <a:ext cx="4557008" cy="2347235"/>
          </a:xfrm>
          <a:prstGeom prst="rect">
            <a:avLst/>
          </a:prstGeom>
        </p:spPr>
        <p:txBody>
          <a:bodyPr/>
          <a:lstStyle/>
          <a:p>
            <a:endParaRPr kumimoji="1" lang="zh-CN" altLang="en-US"/>
          </a:p>
        </p:txBody>
      </p:sp>
      <p:sp>
        <p:nvSpPr>
          <p:cNvPr id="114" name="图片占位符 5"/>
          <p:cNvSpPr>
            <a:spLocks noGrp="1"/>
          </p:cNvSpPr>
          <p:nvPr>
            <p:ph type="pic" sz="quarter" idx="11"/>
          </p:nvPr>
        </p:nvSpPr>
        <p:spPr>
          <a:xfrm>
            <a:off x="6831717" y="1160463"/>
            <a:ext cx="4557008" cy="2347235"/>
          </a:xfrm>
          <a:prstGeom prst="rect">
            <a:avLst/>
          </a:prstGeom>
        </p:spPr>
        <p:txBody>
          <a:bodyPr/>
          <a:lstStyle/>
          <a:p>
            <a:endParaRPr kumimoji="1" lang="zh-CN" altLang="en-US"/>
          </a:p>
        </p:txBody>
      </p:sp>
      <p:sp>
        <p:nvSpPr>
          <p:cNvPr id="115" name="图片占位符 5"/>
          <p:cNvSpPr>
            <a:spLocks noGrp="1"/>
          </p:cNvSpPr>
          <p:nvPr>
            <p:ph type="pic" sz="quarter" idx="12"/>
          </p:nvPr>
        </p:nvSpPr>
        <p:spPr>
          <a:xfrm>
            <a:off x="810621" y="3890053"/>
            <a:ext cx="4557008" cy="2347235"/>
          </a:xfrm>
          <a:prstGeom prst="rect">
            <a:avLst/>
          </a:prstGeom>
        </p:spPr>
        <p:txBody>
          <a:bodyPr/>
          <a:lstStyle/>
          <a:p>
            <a:endParaRPr kumimoji="1" lang="zh-CN" altLang="en-US"/>
          </a:p>
        </p:txBody>
      </p:sp>
      <p:sp>
        <p:nvSpPr>
          <p:cNvPr id="116" name="图片占位符 5"/>
          <p:cNvSpPr>
            <a:spLocks noGrp="1"/>
          </p:cNvSpPr>
          <p:nvPr>
            <p:ph type="pic" sz="quarter" idx="13"/>
          </p:nvPr>
        </p:nvSpPr>
        <p:spPr>
          <a:xfrm>
            <a:off x="6218272" y="3890053"/>
            <a:ext cx="4557008" cy="2347235"/>
          </a:xfrm>
          <a:prstGeom prst="rect">
            <a:avLst/>
          </a:prstGeom>
        </p:spPr>
        <p:txBody>
          <a:bodyPr/>
          <a:lstStyle/>
          <a:p>
            <a:endParaRPr kumimoji="1" lang="zh-CN" altLang="en-US"/>
          </a:p>
        </p:txBody>
      </p:sp>
    </p:spTree>
    <p:extLst>
      <p:ext uri="{BB962C8B-B14F-4D97-AF65-F5344CB8AC3E}">
        <p14:creationId xmlns:p14="http://schemas.microsoft.com/office/powerpoint/2010/main" val="13718146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60400" y="6235700"/>
            <a:ext cx="2921000" cy="365125"/>
          </a:xfrm>
          <a:prstGeom prst="rect">
            <a:avLst/>
          </a:prstGeom>
        </p:spPr>
        <p:txBody>
          <a:bodyPr/>
          <a:lstStyle/>
          <a:p>
            <a:fld id="{D6478642-F5CF-47BB-99CE-6B8ED7A71BD2}" type="datetimeFigureOut">
              <a:rPr lang="zh-CN" altLang="en-US" smtClean="0"/>
              <a:t>2025/6/30</a:t>
            </a:fld>
            <a:endParaRPr lang="zh-CN" altLang="en-US"/>
          </a:p>
        </p:txBody>
      </p:sp>
      <p:sp>
        <p:nvSpPr>
          <p:cNvPr id="3" name="页脚占位符 2"/>
          <p:cNvSpPr>
            <a:spLocks noGrp="1"/>
          </p:cNvSpPr>
          <p:nvPr>
            <p:ph type="ftr" sz="quarter" idx="11"/>
          </p:nvPr>
        </p:nvSpPr>
        <p:spPr>
          <a:xfrm>
            <a:off x="4038600" y="623570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235700"/>
            <a:ext cx="2905340" cy="365125"/>
          </a:xfrm>
          <a:prstGeom prst="rect">
            <a:avLst/>
          </a:prstGeom>
        </p:spPr>
        <p:txBody>
          <a:bodyPr/>
          <a:lstStyle/>
          <a:p>
            <a:fld id="{DA0C4C2A-0013-4D0D-BA0B-DE308E42093C}" type="slidenum">
              <a:rPr lang="zh-CN" altLang="en-US" smtClean="0"/>
              <a:t>‹#›</a:t>
            </a:fld>
            <a:endParaRPr lang="zh-CN" altLang="en-US"/>
          </a:p>
        </p:txBody>
      </p:sp>
    </p:spTree>
    <p:extLst>
      <p:ext uri="{BB962C8B-B14F-4D97-AF65-F5344CB8AC3E}">
        <p14:creationId xmlns:p14="http://schemas.microsoft.com/office/powerpoint/2010/main" val="1182068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0" name="页脚占位符 4">
            <a:extLst>
              <a:ext uri="{FF2B5EF4-FFF2-40B4-BE49-F238E27FC236}">
                <a16:creationId xmlns:a16="http://schemas.microsoft.com/office/drawing/2014/main" id="{5160DD68-6F9D-4942-B75D-333F4FD92B28}"/>
              </a:ext>
            </a:extLst>
          </p:cNvPr>
          <p:cNvSpPr txBox="1">
            <a:spLocks/>
          </p:cNvSpPr>
          <p:nvPr userDrawn="1"/>
        </p:nvSpPr>
        <p:spPr>
          <a:xfrm>
            <a:off x="4038600" y="6242006"/>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 name="日期占位符 3">
            <a:extLst>
              <a:ext uri="{FF2B5EF4-FFF2-40B4-BE49-F238E27FC236}">
                <a16:creationId xmlns:a16="http://schemas.microsoft.com/office/drawing/2014/main" id="{1FC58BDF-DAC8-B27B-1328-EC85AE2418B3}"/>
              </a:ext>
            </a:extLst>
          </p:cNvPr>
          <p:cNvSpPr txBox="1">
            <a:spLocks/>
          </p:cNvSpPr>
          <p:nvPr userDrawn="1"/>
        </p:nvSpPr>
        <p:spPr>
          <a:xfrm>
            <a:off x="803274" y="6235699"/>
            <a:ext cx="2921000" cy="365125"/>
          </a:xfrm>
          <a:prstGeom prst="rect">
            <a:avLst/>
          </a:prstGeom>
        </p:spPr>
        <p:txBody>
          <a:bodyPr vert="horz" lIns="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自强、弘毅、求是、拓新</a:t>
            </a:r>
          </a:p>
        </p:txBody>
      </p:sp>
    </p:spTree>
    <p:extLst>
      <p:ext uri="{BB962C8B-B14F-4D97-AF65-F5344CB8AC3E}">
        <p14:creationId xmlns:p14="http://schemas.microsoft.com/office/powerpoint/2010/main" val="96626432"/>
      </p:ext>
    </p:extLst>
  </p:cSld>
  <p:clrMap bg1="lt1" tx1="dk1" bg2="lt2" tx2="dk2" accent1="accent1" accent2="accent2" accent3="accent3" accent4="accent4" accent5="accent5" accent6="accent6" hlink="hlink" folHlink="folHlink"/>
  <p:sldLayoutIdLst>
    <p:sldLayoutId id="2147483673" r:id="rId1"/>
    <p:sldLayoutId id="2147483661" r:id="rId2"/>
    <p:sldLayoutId id="2147483670" r:id="rId3"/>
    <p:sldLayoutId id="2147483674" r:id="rId4"/>
    <p:sldLayoutId id="2147483671" r:id="rId5"/>
    <p:sldLayoutId id="2147483650" r:id="rId6"/>
    <p:sldLayoutId id="2147483665" r:id="rId7"/>
    <p:sldLayoutId id="2147483662" r:id="rId8"/>
    <p:sldLayoutId id="2147483663" r:id="rId9"/>
    <p:sldLayoutId id="2147483666" r:id="rId10"/>
    <p:sldLayoutId id="2147483667" r:id="rId11"/>
    <p:sldLayoutId id="2147483669" r:id="rId12"/>
    <p:sldLayoutId id="2147483668" r:id="rId13"/>
    <p:sldLayoutId id="2147483655" r:id="rId14"/>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19" userDrawn="1">
          <p15:clr>
            <a:srgbClr val="F26B43"/>
          </p15:clr>
        </p15:guide>
        <p15:guide id="2" pos="3840" userDrawn="1">
          <p15:clr>
            <a:srgbClr val="F26B43"/>
          </p15:clr>
        </p15:guide>
        <p15:guide id="3" pos="415" userDrawn="1">
          <p15:clr>
            <a:srgbClr val="F26B43"/>
          </p15:clr>
        </p15:guide>
        <p15:guide id="4" pos="7265" userDrawn="1">
          <p15:clr>
            <a:srgbClr val="F26B43"/>
          </p15:clr>
        </p15:guide>
        <p15:guide id="5" orient="horz" pos="640" userDrawn="1">
          <p15:clr>
            <a:srgbClr val="F26B43"/>
          </p15:clr>
        </p15:guide>
        <p15:guide id="6" orient="horz" pos="731" userDrawn="1">
          <p15:clr>
            <a:srgbClr val="F26B43"/>
          </p15:clr>
        </p15:guide>
        <p15:guide id="7" orient="horz" pos="3929" userDrawn="1">
          <p15:clr>
            <a:srgbClr val="F26B43"/>
          </p15:clr>
        </p15:guide>
        <p15:guide id="8" orient="horz" pos="4020" userDrawn="1">
          <p15:clr>
            <a:srgbClr val="F26B43"/>
          </p15:clr>
        </p15:guide>
        <p15:guide id="11" pos="506" userDrawn="1">
          <p15:clr>
            <a:srgbClr val="F26B43"/>
          </p15:clr>
        </p15:guide>
        <p15:guide id="12" pos="717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0" name="页脚占位符 4"/>
          <p:cNvSpPr txBox="1"/>
          <p:nvPr userDrawn="1"/>
        </p:nvSpPr>
        <p:spPr>
          <a:xfrm>
            <a:off x="4038600" y="6242006"/>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 name="日期占位符 3"/>
          <p:cNvSpPr txBox="1"/>
          <p:nvPr userDrawn="1"/>
        </p:nvSpPr>
        <p:spPr>
          <a:xfrm>
            <a:off x="803274" y="6235699"/>
            <a:ext cx="2921000" cy="365125"/>
          </a:xfrm>
          <a:prstGeom prst="rect">
            <a:avLst/>
          </a:prstGeom>
        </p:spPr>
        <p:txBody>
          <a:bodyPr vert="horz" lIns="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自强、弘毅、求是、拓新</a:t>
            </a:r>
          </a:p>
        </p:txBody>
      </p:sp>
    </p:spTree>
    <p:extLst>
      <p:ext uri="{BB962C8B-B14F-4D97-AF65-F5344CB8AC3E}">
        <p14:creationId xmlns:p14="http://schemas.microsoft.com/office/powerpoint/2010/main" val="236081870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notesSlide" Target="../notesSlides/notesSlide2.xml"/><Relationship Id="rId18" Type="http://schemas.openxmlformats.org/officeDocument/2006/relationships/image" Target="../media/image7.png"/><Relationship Id="rId3" Type="http://schemas.openxmlformats.org/officeDocument/2006/relationships/tags" Target="../tags/tag4.xml"/><Relationship Id="rId21" Type="http://schemas.openxmlformats.org/officeDocument/2006/relationships/image" Target="../media/image10.png"/><Relationship Id="rId7" Type="http://schemas.openxmlformats.org/officeDocument/2006/relationships/tags" Target="../tags/tag8.xml"/><Relationship Id="rId12" Type="http://schemas.openxmlformats.org/officeDocument/2006/relationships/slideLayout" Target="../slideLayouts/slideLayout14.xml"/><Relationship Id="rId17" Type="http://schemas.openxmlformats.org/officeDocument/2006/relationships/image" Target="../media/image6.png"/><Relationship Id="rId2" Type="http://schemas.openxmlformats.org/officeDocument/2006/relationships/tags" Target="../tags/tag3.xml"/><Relationship Id="rId16" Type="http://schemas.openxmlformats.org/officeDocument/2006/relationships/image" Target="../media/image5.png"/><Relationship Id="rId20" Type="http://schemas.openxmlformats.org/officeDocument/2006/relationships/image" Target="../media/image9.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image" Target="../media/image4.png"/><Relationship Id="rId10" Type="http://schemas.openxmlformats.org/officeDocument/2006/relationships/tags" Target="../tags/tag11.xml"/><Relationship Id="rId19" Type="http://schemas.openxmlformats.org/officeDocument/2006/relationships/image" Target="../media/image8.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3.jpeg"/><Relationship Id="rId22"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KidsZZ/F7LY-OS"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blanham/liballoc" TargetMode="External"/><Relationship Id="rId2" Type="http://schemas.openxmlformats.org/officeDocument/2006/relationships/notesSlide" Target="../notesSlides/notesSlide11.xml"/><Relationship Id="rId1" Type="http://schemas.openxmlformats.org/officeDocument/2006/relationships/slideLayout" Target="../slideLayouts/slideLayout20.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0.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0.xml"/><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8.xml"/><Relationship Id="rId1" Type="http://schemas.openxmlformats.org/officeDocument/2006/relationships/slideLayout" Target="../slideLayouts/slideLayout20.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图片 2" descr="地上有烟&#10;&#10;低可信度描述已自动生成">
            <a:extLst>
              <a:ext uri="{FF2B5EF4-FFF2-40B4-BE49-F238E27FC236}">
                <a16:creationId xmlns:a16="http://schemas.microsoft.com/office/drawing/2014/main" id="{2E33AF81-6AD4-D318-5F7F-281F0B05D3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6068044" y="971242"/>
            <a:ext cx="5986748" cy="2596049"/>
          </a:xfrm>
          <a:prstGeom prst="rect">
            <a:avLst/>
          </a:prstGeom>
        </p:spPr>
      </p:pic>
      <p:pic>
        <p:nvPicPr>
          <p:cNvPr id="5" name="图片 4" descr="黑白色的猫&#10;&#10;低可信度描述已自动生成">
            <a:extLst>
              <a:ext uri="{FF2B5EF4-FFF2-40B4-BE49-F238E27FC236}">
                <a16:creationId xmlns:a16="http://schemas.microsoft.com/office/drawing/2014/main" id="{9EE7B262-7E6F-B2D4-40CE-AB138E7A7C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6275" y="4431732"/>
            <a:ext cx="7577049" cy="2188874"/>
          </a:xfrm>
          <a:prstGeom prst="rect">
            <a:avLst/>
          </a:prstGeom>
        </p:spPr>
      </p:pic>
      <p:pic>
        <p:nvPicPr>
          <p:cNvPr id="9" name="图片 8" descr="图片包含 游戏机, 烟, 黑暗&#10;&#10;描述已自动生成">
            <a:extLst>
              <a:ext uri="{FF2B5EF4-FFF2-40B4-BE49-F238E27FC236}">
                <a16:creationId xmlns:a16="http://schemas.microsoft.com/office/drawing/2014/main" id="{CE9A2FEB-EE44-DF7C-AE93-43618042083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93544" y="2761047"/>
            <a:ext cx="5641350" cy="3859559"/>
          </a:xfrm>
          <a:prstGeom prst="rect">
            <a:avLst/>
          </a:prstGeom>
        </p:spPr>
      </p:pic>
      <p:pic>
        <p:nvPicPr>
          <p:cNvPr id="13" name="图片 12" descr="黑暗中的白云&#10;&#10;描述已自动生成">
            <a:extLst>
              <a:ext uri="{FF2B5EF4-FFF2-40B4-BE49-F238E27FC236}">
                <a16:creationId xmlns:a16="http://schemas.microsoft.com/office/drawing/2014/main" id="{42B80831-9E8B-EDDD-EB87-2BD89A3E28D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23174" y="4029754"/>
            <a:ext cx="4249360" cy="4262090"/>
          </a:xfrm>
          <a:prstGeom prst="rect">
            <a:avLst/>
          </a:prstGeom>
        </p:spPr>
      </p:pic>
      <p:pic>
        <p:nvPicPr>
          <p:cNvPr id="17" name="图片 16" descr="天空中有许多云&#10;&#10;描述已自动生成">
            <a:extLst>
              <a:ext uri="{FF2B5EF4-FFF2-40B4-BE49-F238E27FC236}">
                <a16:creationId xmlns:a16="http://schemas.microsoft.com/office/drawing/2014/main" id="{48155D8F-F8E2-3387-27CE-6386CAF5AF7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0745" y="675447"/>
            <a:ext cx="4286250" cy="2651760"/>
          </a:xfrm>
          <a:prstGeom prst="rect">
            <a:avLst/>
          </a:prstGeom>
        </p:spPr>
      </p:pic>
      <p:pic>
        <p:nvPicPr>
          <p:cNvPr id="21" name="图片 20" descr="图片包含 游戏机, 夜空&#10;&#10;描述已自动生成">
            <a:extLst>
              <a:ext uri="{FF2B5EF4-FFF2-40B4-BE49-F238E27FC236}">
                <a16:creationId xmlns:a16="http://schemas.microsoft.com/office/drawing/2014/main" id="{A0343B01-EA3E-4C66-5F64-DB8BE459BE3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64678" y="5734398"/>
            <a:ext cx="6955494" cy="2154723"/>
          </a:xfrm>
          <a:prstGeom prst="rect">
            <a:avLst/>
          </a:prstGeom>
        </p:spPr>
      </p:pic>
      <p:pic>
        <p:nvPicPr>
          <p:cNvPr id="188" name="图片 187" descr="黑暗中的白云&#10;&#10;中度可信度描述已自动生成">
            <a:extLst>
              <a:ext uri="{FF2B5EF4-FFF2-40B4-BE49-F238E27FC236}">
                <a16:creationId xmlns:a16="http://schemas.microsoft.com/office/drawing/2014/main" id="{48E70299-9D98-B721-739E-EB591D7147B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2871" y="2306724"/>
            <a:ext cx="5338828" cy="4262090"/>
          </a:xfrm>
          <a:prstGeom prst="rect">
            <a:avLst/>
          </a:prstGeom>
        </p:spPr>
      </p:pic>
      <p:pic>
        <p:nvPicPr>
          <p:cNvPr id="194" name="图片 193" descr="黑暗中有许多云&#10;&#10;中度可信度描述已自动生成">
            <a:extLst>
              <a:ext uri="{FF2B5EF4-FFF2-40B4-BE49-F238E27FC236}">
                <a16:creationId xmlns:a16="http://schemas.microsoft.com/office/drawing/2014/main" id="{82B75349-FAB8-E0D6-EDC0-69F1E8E196D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11361" y="2734127"/>
            <a:ext cx="7577049" cy="4207708"/>
          </a:xfrm>
          <a:prstGeom prst="rect">
            <a:avLst/>
          </a:prstGeom>
        </p:spPr>
      </p:pic>
      <p:pic>
        <p:nvPicPr>
          <p:cNvPr id="197" name="图片 196" descr="黑暗中有许多云&#10;&#10;中度可信度描述已自动生成">
            <a:extLst>
              <a:ext uri="{FF2B5EF4-FFF2-40B4-BE49-F238E27FC236}">
                <a16:creationId xmlns:a16="http://schemas.microsoft.com/office/drawing/2014/main" id="{637A6D7D-0DEC-4F3F-61CF-071C72826F4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54366" y="1419963"/>
            <a:ext cx="7577049" cy="4207708"/>
          </a:xfrm>
          <a:prstGeom prst="rect">
            <a:avLst/>
          </a:prstGeom>
        </p:spPr>
      </p:pic>
      <p:pic>
        <p:nvPicPr>
          <p:cNvPr id="198" name="图片 197" descr="黑暗中的白云&#10;&#10;描述已自动生成">
            <a:extLst>
              <a:ext uri="{FF2B5EF4-FFF2-40B4-BE49-F238E27FC236}">
                <a16:creationId xmlns:a16="http://schemas.microsoft.com/office/drawing/2014/main" id="{97C9970E-BACC-8763-8F49-9B0813A7FD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75851" y="2466455"/>
            <a:ext cx="4249360" cy="4262090"/>
          </a:xfrm>
          <a:prstGeom prst="rect">
            <a:avLst/>
          </a:prstGeom>
        </p:spPr>
      </p:pic>
      <p:pic>
        <p:nvPicPr>
          <p:cNvPr id="200" name="图片 199" descr="黑暗中有许多云&#10;&#10;中度可信度描述已自动生成">
            <a:extLst>
              <a:ext uri="{FF2B5EF4-FFF2-40B4-BE49-F238E27FC236}">
                <a16:creationId xmlns:a16="http://schemas.microsoft.com/office/drawing/2014/main" id="{D4F7D337-56E0-445F-ECA5-FF14E7586A9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50273" y="2029580"/>
            <a:ext cx="7577049" cy="4207708"/>
          </a:xfrm>
          <a:prstGeom prst="rect">
            <a:avLst/>
          </a:prstGeom>
        </p:spPr>
      </p:pic>
      <p:pic>
        <p:nvPicPr>
          <p:cNvPr id="201" name="图片 200" descr="黑暗中的白云&#10;&#10;描述已自动生成">
            <a:extLst>
              <a:ext uri="{FF2B5EF4-FFF2-40B4-BE49-F238E27FC236}">
                <a16:creationId xmlns:a16="http://schemas.microsoft.com/office/drawing/2014/main" id="{5120E377-9CC7-5CAE-DC1E-5A153EE82D7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06735" y="2889147"/>
            <a:ext cx="4249360" cy="4262090"/>
          </a:xfrm>
          <a:prstGeom prst="rect">
            <a:avLst/>
          </a:prstGeom>
        </p:spPr>
      </p:pic>
      <p:pic>
        <p:nvPicPr>
          <p:cNvPr id="202" name="图片 201" descr="地上有烟&#10;&#10;低可信度描述已自动生成">
            <a:extLst>
              <a:ext uri="{FF2B5EF4-FFF2-40B4-BE49-F238E27FC236}">
                <a16:creationId xmlns:a16="http://schemas.microsoft.com/office/drawing/2014/main" id="{74588862-987E-D9DB-04B3-707EC914F8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4642890" y="1184196"/>
            <a:ext cx="5986748" cy="2596049"/>
          </a:xfrm>
          <a:prstGeom prst="rect">
            <a:avLst/>
          </a:prstGeom>
        </p:spPr>
      </p:pic>
      <p:pic>
        <p:nvPicPr>
          <p:cNvPr id="203" name="图片 202" descr="天空中有许多云&#10;&#10;描述已自动生成">
            <a:extLst>
              <a:ext uri="{FF2B5EF4-FFF2-40B4-BE49-F238E27FC236}">
                <a16:creationId xmlns:a16="http://schemas.microsoft.com/office/drawing/2014/main" id="{4FBC00E1-9A21-5DA9-7FE2-D273EF1E87B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547" y="854982"/>
            <a:ext cx="4286250" cy="2651760"/>
          </a:xfrm>
          <a:prstGeom prst="rect">
            <a:avLst/>
          </a:prstGeom>
        </p:spPr>
      </p:pic>
      <p:pic>
        <p:nvPicPr>
          <p:cNvPr id="205" name="图片 204" descr="地上有烟&#10;&#10;低可信度描述已自动生成">
            <a:extLst>
              <a:ext uri="{FF2B5EF4-FFF2-40B4-BE49-F238E27FC236}">
                <a16:creationId xmlns:a16="http://schemas.microsoft.com/office/drawing/2014/main" id="{775F483D-8EF6-A316-023C-EA19CB03E3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2566330" y="2358516"/>
            <a:ext cx="5986748" cy="2596049"/>
          </a:xfrm>
          <a:prstGeom prst="rect">
            <a:avLst/>
          </a:prstGeom>
        </p:spPr>
      </p:pic>
      <p:pic>
        <p:nvPicPr>
          <p:cNvPr id="206" name="图片 205" descr="地上有烟&#10;&#10;低可信度描述已自动生成">
            <a:extLst>
              <a:ext uri="{FF2B5EF4-FFF2-40B4-BE49-F238E27FC236}">
                <a16:creationId xmlns:a16="http://schemas.microsoft.com/office/drawing/2014/main" id="{795409A4-EBEE-4DAB-2B1A-A755C8D448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2791565" y="3919718"/>
            <a:ext cx="5986748" cy="2596049"/>
          </a:xfrm>
          <a:prstGeom prst="rect">
            <a:avLst/>
          </a:prstGeom>
        </p:spPr>
      </p:pic>
      <p:pic>
        <p:nvPicPr>
          <p:cNvPr id="207" name="图片 206" descr="天空中有许多云&#10;&#10;描述已自动生成">
            <a:extLst>
              <a:ext uri="{FF2B5EF4-FFF2-40B4-BE49-F238E27FC236}">
                <a16:creationId xmlns:a16="http://schemas.microsoft.com/office/drawing/2014/main" id="{7FBE7E6C-4F1F-83E6-4019-75F9843512B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66126" y="342233"/>
            <a:ext cx="4286250" cy="2651760"/>
          </a:xfrm>
          <a:prstGeom prst="rect">
            <a:avLst/>
          </a:prstGeom>
        </p:spPr>
      </p:pic>
      <p:pic>
        <p:nvPicPr>
          <p:cNvPr id="210" name="图片 209" descr="地上有烟&#10;&#10;低可信度描述已自动生成">
            <a:extLst>
              <a:ext uri="{FF2B5EF4-FFF2-40B4-BE49-F238E27FC236}">
                <a16:creationId xmlns:a16="http://schemas.microsoft.com/office/drawing/2014/main" id="{924D947A-742D-7211-53A1-0792ECB780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5180144" y="3406969"/>
            <a:ext cx="5986748" cy="2596049"/>
          </a:xfrm>
          <a:prstGeom prst="rect">
            <a:avLst/>
          </a:prstGeom>
        </p:spPr>
      </p:pic>
      <p:pic>
        <p:nvPicPr>
          <p:cNvPr id="212" name="图片 211" descr="天空中有许多云&#10;&#10;描述已自动生成">
            <a:extLst>
              <a:ext uri="{FF2B5EF4-FFF2-40B4-BE49-F238E27FC236}">
                <a16:creationId xmlns:a16="http://schemas.microsoft.com/office/drawing/2014/main" id="{15F0125F-B4DB-2317-60A6-A78D9FE6D6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287485" y="745107"/>
            <a:ext cx="4286250" cy="2651760"/>
          </a:xfrm>
          <a:prstGeom prst="rect">
            <a:avLst/>
          </a:prstGeom>
        </p:spPr>
      </p:pic>
      <p:pic>
        <p:nvPicPr>
          <p:cNvPr id="213" name="图片 212" descr="地上有烟&#10;&#10;低可信度描述已自动生成">
            <a:extLst>
              <a:ext uri="{FF2B5EF4-FFF2-40B4-BE49-F238E27FC236}">
                <a16:creationId xmlns:a16="http://schemas.microsoft.com/office/drawing/2014/main" id="{96D74757-367D-425B-0259-207777A550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708937" y="4626645"/>
            <a:ext cx="5986748" cy="2596049"/>
          </a:xfrm>
          <a:prstGeom prst="rect">
            <a:avLst/>
          </a:prstGeom>
        </p:spPr>
      </p:pic>
      <p:pic>
        <p:nvPicPr>
          <p:cNvPr id="214" name="图片 213" descr="地上有烟&#10;&#10;低可信度描述已自动生成">
            <a:extLst>
              <a:ext uri="{FF2B5EF4-FFF2-40B4-BE49-F238E27FC236}">
                <a16:creationId xmlns:a16="http://schemas.microsoft.com/office/drawing/2014/main" id="{DE48D564-47E6-9077-CDAF-C57AA908CF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469905" y="1558041"/>
            <a:ext cx="5986748" cy="2596049"/>
          </a:xfrm>
          <a:prstGeom prst="rect">
            <a:avLst/>
          </a:prstGeom>
        </p:spPr>
      </p:pic>
      <p:pic>
        <p:nvPicPr>
          <p:cNvPr id="215" name="图片 214" descr="地上有烟&#10;&#10;低可信度描述已自动生成">
            <a:extLst>
              <a:ext uri="{FF2B5EF4-FFF2-40B4-BE49-F238E27FC236}">
                <a16:creationId xmlns:a16="http://schemas.microsoft.com/office/drawing/2014/main" id="{9E4BE530-1161-2029-791C-59B491D196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657961" y="2878884"/>
            <a:ext cx="5986748" cy="2596049"/>
          </a:xfrm>
          <a:prstGeom prst="rect">
            <a:avLst/>
          </a:prstGeom>
        </p:spPr>
      </p:pic>
      <p:pic>
        <p:nvPicPr>
          <p:cNvPr id="216" name="图片 215" descr="地上有烟&#10;&#10;低可信度描述已自动生成">
            <a:extLst>
              <a:ext uri="{FF2B5EF4-FFF2-40B4-BE49-F238E27FC236}">
                <a16:creationId xmlns:a16="http://schemas.microsoft.com/office/drawing/2014/main" id="{C20950F1-B640-5721-3D0B-9640E4ED2C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5685684" y="1404751"/>
            <a:ext cx="5986748" cy="2596049"/>
          </a:xfrm>
          <a:prstGeom prst="rect">
            <a:avLst/>
          </a:prstGeom>
        </p:spPr>
      </p:pic>
      <p:pic>
        <p:nvPicPr>
          <p:cNvPr id="217" name="图片 216" descr="地上有烟&#10;&#10;低可信度描述已自动生成">
            <a:extLst>
              <a:ext uri="{FF2B5EF4-FFF2-40B4-BE49-F238E27FC236}">
                <a16:creationId xmlns:a16="http://schemas.microsoft.com/office/drawing/2014/main" id="{0857DBED-B61A-C668-C12F-CE2BCF2BA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6082233" y="2777386"/>
            <a:ext cx="5986748" cy="2596049"/>
          </a:xfrm>
          <a:prstGeom prst="rect">
            <a:avLst/>
          </a:prstGeom>
        </p:spPr>
      </p:pic>
      <p:pic>
        <p:nvPicPr>
          <p:cNvPr id="218" name="图片 217" descr="天空中有许多云&#10;&#10;描述已自动生成">
            <a:extLst>
              <a:ext uri="{FF2B5EF4-FFF2-40B4-BE49-F238E27FC236}">
                <a16:creationId xmlns:a16="http://schemas.microsoft.com/office/drawing/2014/main" id="{48B0EEA5-32D5-934E-9610-3F06CA501B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909" y="20636"/>
            <a:ext cx="4286250" cy="2651760"/>
          </a:xfrm>
          <a:prstGeom prst="rect">
            <a:avLst/>
          </a:prstGeom>
        </p:spPr>
      </p:pic>
      <p:pic>
        <p:nvPicPr>
          <p:cNvPr id="219" name="图片 218" descr="地上有烟&#10;&#10;低可信度描述已自动生成">
            <a:extLst>
              <a:ext uri="{FF2B5EF4-FFF2-40B4-BE49-F238E27FC236}">
                <a16:creationId xmlns:a16="http://schemas.microsoft.com/office/drawing/2014/main" id="{F7E125F4-0BCF-B79B-A660-493AB60C05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6556857" y="17587"/>
            <a:ext cx="5986748" cy="2596049"/>
          </a:xfrm>
          <a:prstGeom prst="rect">
            <a:avLst/>
          </a:prstGeom>
        </p:spPr>
      </p:pic>
    </p:spTree>
    <p:extLst>
      <p:ext uri="{BB962C8B-B14F-4D97-AF65-F5344CB8AC3E}">
        <p14:creationId xmlns:p14="http://schemas.microsoft.com/office/powerpoint/2010/main" val="1264786197"/>
      </p:ext>
    </p:extLst>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 name="MG-Rectangle 9">
            <a:extLst>
              <a:ext uri="{FF2B5EF4-FFF2-40B4-BE49-F238E27FC236}">
                <a16:creationId xmlns:a16="http://schemas.microsoft.com/office/drawing/2014/main" id="{0122A63F-F884-8C8A-0347-5362E62671AB}"/>
              </a:ext>
            </a:extLst>
          </p:cNvPr>
          <p:cNvSpPr/>
          <p:nvPr>
            <p:custDataLst>
              <p:tags r:id="rId1"/>
            </p:custDataLst>
          </p:nvPr>
        </p:nvSpPr>
        <p:spPr>
          <a:xfrm>
            <a:off x="1" y="0"/>
            <a:ext cx="12191999" cy="6858000"/>
          </a:xfrm>
          <a:prstGeom prst="rect">
            <a:avLst/>
          </a:prstGeom>
          <a:solidFill>
            <a:schemeClr val="bg1">
              <a:lumMod val="9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latin typeface="华文中宋" panose="02010600040101010101" pitchFamily="2" charset="-122"/>
              <a:ea typeface="华文中宋" panose="02010600040101010101" pitchFamily="2" charset="-122"/>
            </a:endParaRPr>
          </a:p>
        </p:txBody>
      </p:sp>
      <p:pic>
        <p:nvPicPr>
          <p:cNvPr id="3" name="MG-图片 2" descr="地上有烟&#10;&#10;低可信度描述已自动生成">
            <a:extLst>
              <a:ext uri="{FF2B5EF4-FFF2-40B4-BE49-F238E27FC236}">
                <a16:creationId xmlns:a16="http://schemas.microsoft.com/office/drawing/2014/main" id="{2E33AF81-6AD4-D318-5F7F-281F0B05D333}"/>
              </a:ext>
            </a:extLst>
          </p:cNvPr>
          <p:cNvPicPr>
            <a:picLocks noChangeAspect="1"/>
          </p:cNvPicPr>
          <p:nvPr>
            <p:custDataLst>
              <p:tags r:id="rId2"/>
            </p:custDataLst>
          </p:nvPr>
        </p:nvPicPr>
        <p:blipFill>
          <a:blip r:embed="rId15">
            <a:extLst>
              <a:ext uri="{28A0092B-C50C-407E-A947-70E740481C1C}">
                <a14:useLocalDpi xmlns:a14="http://schemas.microsoft.com/office/drawing/2010/main" val="0"/>
              </a:ext>
            </a:extLst>
          </a:blip>
          <a:stretch>
            <a:fillRect/>
          </a:stretch>
        </p:blipFill>
        <p:spPr>
          <a:xfrm flipH="1">
            <a:off x="6263310" y="-20628"/>
            <a:ext cx="5986748" cy="2596049"/>
          </a:xfrm>
          <a:prstGeom prst="rect">
            <a:avLst/>
          </a:prstGeom>
        </p:spPr>
      </p:pic>
      <p:pic>
        <p:nvPicPr>
          <p:cNvPr id="5" name="MG-图片 4" descr="黑白色的猫&#10;&#10;低可信度描述已自动生成">
            <a:extLst>
              <a:ext uri="{FF2B5EF4-FFF2-40B4-BE49-F238E27FC236}">
                <a16:creationId xmlns:a16="http://schemas.microsoft.com/office/drawing/2014/main" id="{9EE7B262-7E6F-B2D4-40CE-AB138E7A7CF9}"/>
              </a:ext>
            </a:extLst>
          </p:cNvPr>
          <p:cNvPicPr>
            <a:picLocks noChangeAspect="1"/>
          </p:cNvPicPr>
          <p:nvPr>
            <p:custDataLst>
              <p:tags r:id="rId3"/>
            </p:custDataLst>
          </p:nvPr>
        </p:nvPicPr>
        <p:blipFill>
          <a:blip r:embed="rId16">
            <a:extLst>
              <a:ext uri="{28A0092B-C50C-407E-A947-70E740481C1C}">
                <a14:useLocalDpi xmlns:a14="http://schemas.microsoft.com/office/drawing/2010/main" val="0"/>
              </a:ext>
            </a:extLst>
          </a:blip>
          <a:stretch>
            <a:fillRect/>
          </a:stretch>
        </p:blipFill>
        <p:spPr>
          <a:xfrm>
            <a:off x="6000196" y="5385055"/>
            <a:ext cx="7577049" cy="2188874"/>
          </a:xfrm>
          <a:prstGeom prst="rect">
            <a:avLst/>
          </a:prstGeom>
        </p:spPr>
      </p:pic>
      <p:pic>
        <p:nvPicPr>
          <p:cNvPr id="9" name="MG-图片 8" descr="图片包含 游戏机, 烟, 黑暗&#10;&#10;描述已自动生成">
            <a:extLst>
              <a:ext uri="{FF2B5EF4-FFF2-40B4-BE49-F238E27FC236}">
                <a16:creationId xmlns:a16="http://schemas.microsoft.com/office/drawing/2014/main" id="{CE9A2FEB-EE44-DF7C-AE93-43618042083A}"/>
              </a:ext>
            </a:extLst>
          </p:cNvPr>
          <p:cNvPicPr>
            <a:picLocks noChangeAspect="1"/>
          </p:cNvPicPr>
          <p:nvPr>
            <p:custDataLst>
              <p:tags r:id="rId4"/>
            </p:custDataLst>
          </p:nvPr>
        </p:nvPicPr>
        <p:blipFill>
          <a:blip r:embed="rId17">
            <a:extLst>
              <a:ext uri="{28A0092B-C50C-407E-A947-70E740481C1C}">
                <a14:useLocalDpi xmlns:a14="http://schemas.microsoft.com/office/drawing/2010/main" val="0"/>
              </a:ext>
            </a:extLst>
          </a:blip>
          <a:stretch>
            <a:fillRect/>
          </a:stretch>
        </p:blipFill>
        <p:spPr>
          <a:xfrm>
            <a:off x="8339602" y="3656541"/>
            <a:ext cx="5641350" cy="3859559"/>
          </a:xfrm>
          <a:prstGeom prst="rect">
            <a:avLst/>
          </a:prstGeom>
        </p:spPr>
      </p:pic>
      <p:pic>
        <p:nvPicPr>
          <p:cNvPr id="13" name="MG-图片 12" descr="黑暗中的白云&#10;&#10;描述已自动生成">
            <a:extLst>
              <a:ext uri="{FF2B5EF4-FFF2-40B4-BE49-F238E27FC236}">
                <a16:creationId xmlns:a16="http://schemas.microsoft.com/office/drawing/2014/main" id="{42B80831-9E8B-EDDD-EB87-2BD89A3E28D0}"/>
              </a:ext>
            </a:extLst>
          </p:cNvPr>
          <p:cNvPicPr>
            <a:picLocks noChangeAspect="1"/>
          </p:cNvPicPr>
          <p:nvPr>
            <p:custDataLst>
              <p:tags r:id="rId5"/>
            </p:custDataLst>
          </p:nvPr>
        </p:nvPicPr>
        <p:blipFill>
          <a:blip r:embed="rId18">
            <a:extLst>
              <a:ext uri="{28A0092B-C50C-407E-A947-70E740481C1C}">
                <a14:useLocalDpi xmlns:a14="http://schemas.microsoft.com/office/drawing/2010/main" val="0"/>
              </a:ext>
            </a:extLst>
          </a:blip>
          <a:stretch>
            <a:fillRect/>
          </a:stretch>
        </p:blipFill>
        <p:spPr>
          <a:xfrm>
            <a:off x="8169232" y="4925248"/>
            <a:ext cx="4249360" cy="4262090"/>
          </a:xfrm>
          <a:prstGeom prst="rect">
            <a:avLst/>
          </a:prstGeom>
        </p:spPr>
      </p:pic>
      <p:pic>
        <p:nvPicPr>
          <p:cNvPr id="17" name="MG-图片 16" descr="天空中有许多云&#10;&#10;描述已自动生成">
            <a:extLst>
              <a:ext uri="{FF2B5EF4-FFF2-40B4-BE49-F238E27FC236}">
                <a16:creationId xmlns:a16="http://schemas.microsoft.com/office/drawing/2014/main" id="{48155D8F-F8E2-3387-27CE-6386CAF5AF7B}"/>
              </a:ext>
            </a:extLst>
          </p:cNvPr>
          <p:cNvPicPr>
            <a:picLocks noChangeAspect="1"/>
          </p:cNvPicPr>
          <p:nvPr>
            <p:custDataLst>
              <p:tags r:id="rId6"/>
            </p:custDataLst>
          </p:nvPr>
        </p:nvPicPr>
        <p:blipFill>
          <a:blip r:embed="rId19">
            <a:extLst>
              <a:ext uri="{28A0092B-C50C-407E-A947-70E740481C1C}">
                <a14:useLocalDpi xmlns:a14="http://schemas.microsoft.com/office/drawing/2010/main" val="0"/>
              </a:ext>
            </a:extLst>
          </a:blip>
          <a:stretch>
            <a:fillRect/>
          </a:stretch>
        </p:blipFill>
        <p:spPr>
          <a:xfrm>
            <a:off x="58059" y="-205450"/>
            <a:ext cx="4286250" cy="2651760"/>
          </a:xfrm>
          <a:prstGeom prst="rect">
            <a:avLst/>
          </a:prstGeom>
        </p:spPr>
      </p:pic>
      <p:pic>
        <p:nvPicPr>
          <p:cNvPr id="21" name="MG-图片 20" descr="图片包含 游戏机, 夜空&#10;&#10;描述已自动生成">
            <a:extLst>
              <a:ext uri="{FF2B5EF4-FFF2-40B4-BE49-F238E27FC236}">
                <a16:creationId xmlns:a16="http://schemas.microsoft.com/office/drawing/2014/main" id="{A0343B01-EA3E-4C66-5F64-DB8BE459BE35}"/>
              </a:ext>
            </a:extLst>
          </p:cNvPr>
          <p:cNvPicPr>
            <a:picLocks noChangeAspect="1"/>
          </p:cNvPicPr>
          <p:nvPr>
            <p:custDataLst>
              <p:tags r:id="rId7"/>
            </p:custDataLst>
          </p:nvPr>
        </p:nvPicPr>
        <p:blipFill>
          <a:blip r:embed="rId20">
            <a:extLst>
              <a:ext uri="{28A0092B-C50C-407E-A947-70E740481C1C}">
                <a14:useLocalDpi xmlns:a14="http://schemas.microsoft.com/office/drawing/2010/main" val="0"/>
              </a:ext>
            </a:extLst>
          </a:blip>
          <a:stretch>
            <a:fillRect/>
          </a:stretch>
        </p:blipFill>
        <p:spPr>
          <a:xfrm>
            <a:off x="2564678" y="5734398"/>
            <a:ext cx="6955494" cy="2154723"/>
          </a:xfrm>
          <a:prstGeom prst="rect">
            <a:avLst/>
          </a:prstGeom>
        </p:spPr>
      </p:pic>
      <p:pic>
        <p:nvPicPr>
          <p:cNvPr id="188" name="MG-图片 187" descr="黑暗中的白云&#10;&#10;中度可信度描述已自动生成">
            <a:extLst>
              <a:ext uri="{FF2B5EF4-FFF2-40B4-BE49-F238E27FC236}">
                <a16:creationId xmlns:a16="http://schemas.microsoft.com/office/drawing/2014/main" id="{48E70299-9D98-B721-739E-EB591D7147BA}"/>
              </a:ext>
            </a:extLst>
          </p:cNvPr>
          <p:cNvPicPr>
            <a:picLocks noChangeAspect="1"/>
          </p:cNvPicPr>
          <p:nvPr>
            <p:custDataLst>
              <p:tags r:id="rId8"/>
            </p:custDataLst>
          </p:nvPr>
        </p:nvPicPr>
        <p:blipFill>
          <a:blip r:embed="rId21">
            <a:extLst>
              <a:ext uri="{28A0092B-C50C-407E-A947-70E740481C1C}">
                <a14:useLocalDpi xmlns:a14="http://schemas.microsoft.com/office/drawing/2010/main" val="0"/>
              </a:ext>
            </a:extLst>
          </a:blip>
          <a:stretch>
            <a:fillRect/>
          </a:stretch>
        </p:blipFill>
        <p:spPr>
          <a:xfrm>
            <a:off x="-1053324" y="3245019"/>
            <a:ext cx="5338828" cy="4262090"/>
          </a:xfrm>
          <a:prstGeom prst="rect">
            <a:avLst/>
          </a:prstGeom>
        </p:spPr>
      </p:pic>
      <p:pic>
        <p:nvPicPr>
          <p:cNvPr id="194" name="MG-图片 193" descr="黑暗中有许多云&#10;&#10;中度可信度描述已自动生成">
            <a:extLst>
              <a:ext uri="{FF2B5EF4-FFF2-40B4-BE49-F238E27FC236}">
                <a16:creationId xmlns:a16="http://schemas.microsoft.com/office/drawing/2014/main" id="{82B75349-FAB8-E0D6-EDC0-69F1E8E196D1}"/>
              </a:ext>
            </a:extLst>
          </p:cNvPr>
          <p:cNvPicPr>
            <a:picLocks noChangeAspect="1"/>
          </p:cNvPicPr>
          <p:nvPr>
            <p:custDataLst>
              <p:tags r:id="rId9"/>
            </p:custDataLst>
          </p:nvPr>
        </p:nvPicPr>
        <p:blipFill>
          <a:blip r:embed="rId22">
            <a:extLst>
              <a:ext uri="{28A0092B-C50C-407E-A947-70E740481C1C}">
                <a14:useLocalDpi xmlns:a14="http://schemas.microsoft.com/office/drawing/2010/main" val="0"/>
              </a:ext>
            </a:extLst>
          </a:blip>
          <a:stretch>
            <a:fillRect/>
          </a:stretch>
        </p:blipFill>
        <p:spPr>
          <a:xfrm>
            <a:off x="-2312751" y="3648744"/>
            <a:ext cx="7577049" cy="4207708"/>
          </a:xfrm>
          <a:prstGeom prst="rect">
            <a:avLst/>
          </a:prstGeom>
        </p:spPr>
      </p:pic>
      <p:sp>
        <p:nvSpPr>
          <p:cNvPr id="4" name="MG-文本占位符 34">
            <a:extLst>
              <a:ext uri="{FF2B5EF4-FFF2-40B4-BE49-F238E27FC236}">
                <a16:creationId xmlns:a16="http://schemas.microsoft.com/office/drawing/2014/main" id="{A518E6C0-A847-841E-87E6-B2C240C17167}"/>
              </a:ext>
            </a:extLst>
          </p:cNvPr>
          <p:cNvSpPr txBox="1">
            <a:spLocks/>
          </p:cNvSpPr>
          <p:nvPr>
            <p:custDataLst>
              <p:tags r:id="rId10"/>
            </p:custDataLst>
          </p:nvPr>
        </p:nvSpPr>
        <p:spPr>
          <a:xfrm>
            <a:off x="517646" y="4689827"/>
            <a:ext cx="10585450" cy="595123"/>
          </a:xfrm>
          <a:prstGeom prst="rect">
            <a:avLst/>
          </a:prstGeom>
        </p:spPr>
        <p:txBody>
          <a:bodyPr lIns="72000" tIns="0" rIns="72000" bIns="0" anchor="ctr"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000" b="1" dirty="0">
                <a:solidFill>
                  <a:schemeClr val="tx1">
                    <a:lumMod val="75000"/>
                    <a:lumOff val="25000"/>
                  </a:schemeClr>
                </a:solidFill>
                <a:latin typeface="华文中宋" panose="02010600040101010101" pitchFamily="2" charset="-122"/>
                <a:ea typeface="华文中宋" panose="02010600040101010101" pitchFamily="2" charset="-122"/>
              </a:rPr>
              <a:t>小队成员：曹子宸、郑喆宇、官恺祺</a:t>
            </a:r>
            <a:endParaRPr lang="en-US" altLang="zh-CN" sz="2000" b="1" dirty="0">
              <a:solidFill>
                <a:schemeClr val="tx1">
                  <a:lumMod val="75000"/>
                  <a:lumOff val="25000"/>
                </a:schemeClr>
              </a:solidFill>
              <a:latin typeface="华文中宋" panose="02010600040101010101" pitchFamily="2" charset="-122"/>
              <a:ea typeface="华文中宋" panose="02010600040101010101" pitchFamily="2" charset="-122"/>
            </a:endParaRPr>
          </a:p>
          <a:p>
            <a:pPr marL="0" indent="0" algn="ctr">
              <a:buNone/>
            </a:pPr>
            <a:r>
              <a:rPr lang="zh-CN" altLang="en-US" sz="2000" b="1" dirty="0">
                <a:solidFill>
                  <a:schemeClr val="tx1">
                    <a:lumMod val="75000"/>
                    <a:lumOff val="25000"/>
                  </a:schemeClr>
                </a:solidFill>
                <a:latin typeface="华文中宋" panose="02010600040101010101" pitchFamily="2" charset="-122"/>
                <a:ea typeface="华文中宋" panose="02010600040101010101" pitchFamily="2" charset="-122"/>
              </a:rPr>
              <a:t>指导老师：蔡朝晖</a:t>
            </a:r>
          </a:p>
        </p:txBody>
      </p:sp>
      <p:sp>
        <p:nvSpPr>
          <p:cNvPr id="12" name="MG-标题 1">
            <a:extLst>
              <a:ext uri="{FF2B5EF4-FFF2-40B4-BE49-F238E27FC236}">
                <a16:creationId xmlns:a16="http://schemas.microsoft.com/office/drawing/2014/main" id="{E445C47D-178A-2C3B-C305-B8A97DFD3D64}"/>
              </a:ext>
            </a:extLst>
          </p:cNvPr>
          <p:cNvSpPr txBox="1">
            <a:spLocks/>
          </p:cNvSpPr>
          <p:nvPr>
            <p:custDataLst>
              <p:tags r:id="rId11"/>
            </p:custDataLst>
          </p:nvPr>
        </p:nvSpPr>
        <p:spPr>
          <a:xfrm>
            <a:off x="556623" y="2274117"/>
            <a:ext cx="10729913" cy="849207"/>
          </a:xfrm>
          <a:prstGeom prst="rect">
            <a:avLst/>
          </a:prstGeom>
        </p:spPr>
        <p:txBody>
          <a:bodyPr wrap="square" tIns="0" bIns="0" anchor="ctr" anchorCtr="0">
            <a:sp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lnSpc>
                <a:spcPts val="6500"/>
              </a:lnSpc>
            </a:pPr>
            <a:r>
              <a:rPr lang="en-US" altLang="zh-CN" sz="6000" b="1" dirty="0">
                <a:latin typeface="华文中宋" panose="02010600040101010101" pitchFamily="2" charset="-122"/>
                <a:ea typeface="华文中宋" panose="02010600040101010101" pitchFamily="2" charset="-122"/>
              </a:rPr>
              <a:t>F7LY</a:t>
            </a:r>
            <a:r>
              <a:rPr lang="zh-CN" altLang="en-US" sz="6000" b="1" dirty="0">
                <a:latin typeface="华文中宋" panose="02010600040101010101" pitchFamily="2" charset="-122"/>
                <a:ea typeface="华文中宋" panose="02010600040101010101" pitchFamily="2" charset="-122"/>
              </a:rPr>
              <a:t>内核介绍</a:t>
            </a:r>
          </a:p>
        </p:txBody>
      </p:sp>
      <p:sp>
        <p:nvSpPr>
          <p:cNvPr id="16" name="文本框 15">
            <a:extLst>
              <a:ext uri="{FF2B5EF4-FFF2-40B4-BE49-F238E27FC236}">
                <a16:creationId xmlns:a16="http://schemas.microsoft.com/office/drawing/2014/main" id="{3276F1F8-9CDB-256A-B216-B6A0451A3E1F}"/>
              </a:ext>
            </a:extLst>
          </p:cNvPr>
          <p:cNvSpPr txBox="1"/>
          <p:nvPr/>
        </p:nvSpPr>
        <p:spPr>
          <a:xfrm>
            <a:off x="1256207" y="3784523"/>
            <a:ext cx="10729912" cy="400110"/>
          </a:xfrm>
          <a:prstGeom prst="rect">
            <a:avLst/>
          </a:prstGeom>
          <a:noFill/>
        </p:spPr>
        <p:txBody>
          <a:bodyPr wrap="square">
            <a:spAutoFit/>
          </a:bodyPr>
          <a:lstStyle/>
          <a:p>
            <a:r>
              <a:rPr lang="en-US" altLang="zh-CN" sz="2000" b="1" dirty="0">
                <a:solidFill>
                  <a:schemeClr val="bg1">
                    <a:lumMod val="50000"/>
                  </a:schemeClr>
                </a:solidFill>
                <a:latin typeface="华文中宋" panose="02010600040101010101" pitchFamily="2" charset="-122"/>
                <a:ea typeface="华文中宋" panose="02010600040101010101" pitchFamily="2" charset="-122"/>
              </a:rPr>
              <a:t>2025</a:t>
            </a:r>
            <a:r>
              <a:rPr lang="zh-CN" altLang="en-US" sz="2000" b="1" dirty="0">
                <a:solidFill>
                  <a:schemeClr val="bg1">
                    <a:lumMod val="50000"/>
                  </a:schemeClr>
                </a:solidFill>
                <a:latin typeface="华文中宋" panose="02010600040101010101" pitchFamily="2" charset="-122"/>
                <a:ea typeface="华文中宋" panose="02010600040101010101" pitchFamily="2" charset="-122"/>
              </a:rPr>
              <a:t>年全国大学生计算机系统能力大赛</a:t>
            </a:r>
            <a:r>
              <a:rPr lang="en-US" altLang="zh-CN" sz="2000" b="1" dirty="0">
                <a:solidFill>
                  <a:schemeClr val="bg1">
                    <a:lumMod val="50000"/>
                  </a:schemeClr>
                </a:solidFill>
                <a:latin typeface="华文中宋" panose="02010600040101010101" pitchFamily="2" charset="-122"/>
                <a:ea typeface="华文中宋" panose="02010600040101010101" pitchFamily="2" charset="-122"/>
              </a:rPr>
              <a:t> </a:t>
            </a:r>
            <a:r>
              <a:rPr lang="zh-CN" altLang="en-US" sz="2000" b="1" dirty="0">
                <a:solidFill>
                  <a:schemeClr val="bg1">
                    <a:lumMod val="50000"/>
                  </a:schemeClr>
                </a:solidFill>
                <a:latin typeface="华文中宋" panose="02010600040101010101" pitchFamily="2" charset="-122"/>
                <a:ea typeface="华文中宋" panose="02010600040101010101" pitchFamily="2" charset="-122"/>
              </a:rPr>
              <a:t>操作系统设计赛</a:t>
            </a:r>
            <a:r>
              <a:rPr lang="en-US" altLang="zh-CN" sz="2000" b="1" dirty="0">
                <a:solidFill>
                  <a:schemeClr val="bg1">
                    <a:lumMod val="50000"/>
                  </a:schemeClr>
                </a:solidFill>
                <a:latin typeface="华文中宋" panose="02010600040101010101" pitchFamily="2" charset="-122"/>
                <a:ea typeface="华文中宋" panose="02010600040101010101" pitchFamily="2" charset="-122"/>
              </a:rPr>
              <a:t>(</a:t>
            </a:r>
            <a:r>
              <a:rPr lang="zh-CN" altLang="en-US" sz="2000" b="1" dirty="0">
                <a:solidFill>
                  <a:schemeClr val="bg1">
                    <a:lumMod val="50000"/>
                  </a:schemeClr>
                </a:solidFill>
                <a:latin typeface="华文中宋" panose="02010600040101010101" pitchFamily="2" charset="-122"/>
                <a:ea typeface="华文中宋" panose="02010600040101010101" pitchFamily="2" charset="-122"/>
              </a:rPr>
              <a:t>全国</a:t>
            </a:r>
            <a:r>
              <a:rPr lang="en-US" altLang="zh-CN" sz="2000" b="1" dirty="0">
                <a:solidFill>
                  <a:schemeClr val="bg1">
                    <a:lumMod val="50000"/>
                  </a:schemeClr>
                </a:solidFill>
                <a:latin typeface="华文中宋" panose="02010600040101010101" pitchFamily="2" charset="-122"/>
                <a:ea typeface="华文中宋" panose="02010600040101010101" pitchFamily="2" charset="-122"/>
              </a:rPr>
              <a:t>) OS</a:t>
            </a:r>
            <a:r>
              <a:rPr lang="zh-CN" altLang="en-US" sz="2000" b="1" dirty="0">
                <a:solidFill>
                  <a:schemeClr val="bg1">
                    <a:lumMod val="50000"/>
                  </a:schemeClr>
                </a:solidFill>
                <a:latin typeface="华文中宋" panose="02010600040101010101" pitchFamily="2" charset="-122"/>
                <a:ea typeface="华文中宋" panose="02010600040101010101" pitchFamily="2" charset="-122"/>
              </a:rPr>
              <a:t>内核实现赛道</a:t>
            </a:r>
          </a:p>
        </p:txBody>
      </p:sp>
    </p:spTree>
    <p:extLst>
      <p:ext uri="{BB962C8B-B14F-4D97-AF65-F5344CB8AC3E}">
        <p14:creationId xmlns:p14="http://schemas.microsoft.com/office/powerpoint/2010/main" val="1192126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2D3CAC7-223F-4078-1F71-543FEA7208A6}"/>
              </a:ext>
            </a:extLst>
          </p:cNvPr>
          <p:cNvSpPr txBox="1"/>
          <p:nvPr/>
        </p:nvSpPr>
        <p:spPr>
          <a:xfrm>
            <a:off x="654167" y="363632"/>
            <a:ext cx="2444633" cy="813236"/>
          </a:xfrm>
          <a:prstGeom prst="roundRect">
            <a:avLst>
              <a:gd name="adj" fmla="val 50000"/>
            </a:avLst>
          </a:prstGeom>
          <a:solidFill>
            <a:schemeClr val="accent6"/>
          </a:solidFill>
          <a:ln w="38100">
            <a:solidFill>
              <a:schemeClr val="accent1"/>
            </a:solidFill>
          </a:ln>
          <a:effectLst>
            <a:outerShdw blurRad="50800" dist="38100" dir="2700000" algn="tl" rotWithShape="0">
              <a:prstClr val="black">
                <a:alpha val="40000"/>
              </a:prstClr>
            </a:outerShdw>
          </a:effectLst>
        </p:spPr>
        <p:txBody>
          <a:bodyPr wrap="square" lIns="180000" tIns="180000" rIns="180000" bIns="180000" rtlCol="0">
            <a:spAutoFit/>
          </a:bodyPr>
          <a:lstStyle/>
          <a:p>
            <a:pPr algn="just">
              <a:lnSpc>
                <a:spcPct val="130000"/>
              </a:lnSpc>
              <a:spcAft>
                <a:spcPts val="600"/>
              </a:spcAft>
            </a:pPr>
            <a:endParaRPr kumimoji="1" lang="en-US" altLang="zh-CN" sz="2800" dirty="0">
              <a:solidFill>
                <a:srgbClr val="FF0000"/>
              </a:solidFill>
              <a:ea typeface="华文中宋" panose="02010600040101010101" pitchFamily="2" charset="-122"/>
            </a:endParaRPr>
          </a:p>
        </p:txBody>
      </p:sp>
      <p:sp>
        <p:nvSpPr>
          <p:cNvPr id="3" name="文本框 2">
            <a:extLst>
              <a:ext uri="{FF2B5EF4-FFF2-40B4-BE49-F238E27FC236}">
                <a16:creationId xmlns:a16="http://schemas.microsoft.com/office/drawing/2014/main" id="{F89542D1-67E1-F453-49AB-9CE44BE9ABAA}"/>
              </a:ext>
            </a:extLst>
          </p:cNvPr>
          <p:cNvSpPr txBox="1"/>
          <p:nvPr/>
        </p:nvSpPr>
        <p:spPr>
          <a:xfrm>
            <a:off x="654167" y="1684034"/>
            <a:ext cx="9413875" cy="3351000"/>
          </a:xfrm>
          <a:prstGeom prst="rect">
            <a:avLst/>
          </a:prstGeom>
          <a:noFill/>
        </p:spPr>
        <p:txBody>
          <a:bodyPr wrap="square" lIns="180000" tIns="180000" rIns="180000" bIns="180000" rtlCol="0">
            <a:spAutoFit/>
          </a:bodyPr>
          <a:lstStyle/>
          <a:p>
            <a:pPr marL="342900" indent="-342900" algn="just">
              <a:lnSpc>
                <a:spcPct val="130000"/>
              </a:lnSpc>
              <a:spcAft>
                <a:spcPts val="600"/>
              </a:spcAft>
              <a:buFont typeface="Arial" panose="020B0604020202020204" pitchFamily="34" charset="0"/>
              <a:buChar char="•"/>
            </a:pP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F7LYos</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是</a:t>
            </a: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C++</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编写的支持</a:t>
            </a: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RISC V</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与</a:t>
            </a:r>
            <a:r>
              <a:rPr kumimoji="1" lang="en-US" altLang="zh-CN" sz="2400" dirty="0" err="1">
                <a:solidFill>
                  <a:schemeClr val="tx1">
                    <a:lumMod val="75000"/>
                    <a:lumOff val="25000"/>
                  </a:schemeClr>
                </a:solidFill>
                <a:latin typeface="华文中宋" panose="02010600040101010101" pitchFamily="2" charset="-122"/>
                <a:ea typeface="华文中宋" panose="02010600040101010101" pitchFamily="2" charset="-122"/>
              </a:rPr>
              <a:t>LoongArch</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双架构的宏内核模块化操作系统</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a:p>
            <a:pPr marL="342900" indent="-342900" algn="just">
              <a:lnSpc>
                <a:spcPct val="130000"/>
              </a:lnSpc>
              <a:spcAft>
                <a:spcPts val="600"/>
              </a:spcAft>
              <a:buFont typeface="Arial" panose="020B0604020202020204" pitchFamily="34" charset="0"/>
              <a:buChar char="•"/>
            </a:pP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由三名队员从</a:t>
            </a: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0</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开发而来，提交记录参看</a:t>
            </a:r>
            <a:r>
              <a:rPr kumimoji="1" lang="en-US" altLang="zh-CN" sz="2400" dirty="0" err="1">
                <a:solidFill>
                  <a:schemeClr val="tx1">
                    <a:lumMod val="75000"/>
                    <a:lumOff val="25000"/>
                  </a:schemeClr>
                </a:solidFill>
                <a:latin typeface="华文中宋" panose="02010600040101010101" pitchFamily="2" charset="-122"/>
                <a:ea typeface="华文中宋" panose="02010600040101010101" pitchFamily="2" charset="-122"/>
              </a:rPr>
              <a:t>github</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仓库</a:t>
            </a: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hlinkClick r:id="rId3"/>
              </a:rPr>
              <a:t>https://github.com/KidsZZ/F7LY OS</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a:p>
            <a:pPr marL="342900" indent="-342900" algn="just">
              <a:lnSpc>
                <a:spcPct val="130000"/>
              </a:lnSpc>
              <a:spcAft>
                <a:spcPts val="600"/>
              </a:spcAft>
              <a:buFont typeface="Arial" panose="020B0604020202020204" pitchFamily="34" charset="0"/>
              <a:buChar char="•"/>
            </a:pP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F7LY</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使用模块化、面向对象的方式组织内核代码，将宏内核各个部分独立分成不同的模块。</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p:txBody>
      </p:sp>
      <p:pic>
        <p:nvPicPr>
          <p:cNvPr id="5" name="图片 4">
            <a:extLst>
              <a:ext uri="{FF2B5EF4-FFF2-40B4-BE49-F238E27FC236}">
                <a16:creationId xmlns:a16="http://schemas.microsoft.com/office/drawing/2014/main" id="{25F98560-9212-753E-1C2B-965A87364014}"/>
              </a:ext>
            </a:extLst>
          </p:cNvPr>
          <p:cNvPicPr>
            <a:picLocks noChangeAspect="1"/>
          </p:cNvPicPr>
          <p:nvPr/>
        </p:nvPicPr>
        <p:blipFill>
          <a:blip r:embed="rId4"/>
          <a:stretch>
            <a:fillRect/>
          </a:stretch>
        </p:blipFill>
        <p:spPr>
          <a:xfrm>
            <a:off x="9861550" y="5905492"/>
            <a:ext cx="2084085" cy="686168"/>
          </a:xfrm>
          <a:prstGeom prst="rect">
            <a:avLst/>
          </a:prstGeom>
        </p:spPr>
      </p:pic>
      <p:sp>
        <p:nvSpPr>
          <p:cNvPr id="7" name="文本框 6">
            <a:extLst>
              <a:ext uri="{FF2B5EF4-FFF2-40B4-BE49-F238E27FC236}">
                <a16:creationId xmlns:a16="http://schemas.microsoft.com/office/drawing/2014/main" id="{2AD94BA5-9516-DD60-5B2C-8AD126A297C9}"/>
              </a:ext>
            </a:extLst>
          </p:cNvPr>
          <p:cNvSpPr txBox="1"/>
          <p:nvPr/>
        </p:nvSpPr>
        <p:spPr>
          <a:xfrm>
            <a:off x="944263" y="363631"/>
            <a:ext cx="6096000" cy="691921"/>
          </a:xfrm>
          <a:prstGeom prst="rect">
            <a:avLst/>
          </a:prstGeom>
          <a:noFill/>
        </p:spPr>
        <p:txBody>
          <a:bodyPr wrap="square">
            <a:spAutoFit/>
          </a:bodyPr>
          <a:lstStyle/>
          <a:p>
            <a:pPr algn="just">
              <a:lnSpc>
                <a:spcPct val="130000"/>
              </a:lnSpc>
              <a:spcAft>
                <a:spcPts val="600"/>
              </a:spcAft>
            </a:pPr>
            <a:r>
              <a:rPr kumimoji="1" lang="zh-CN" altLang="en-US" sz="3200" dirty="0">
                <a:solidFill>
                  <a:srgbClr val="FF0000"/>
                </a:solidFill>
                <a:latin typeface="华文中宋" panose="02010600040101010101" pitchFamily="2" charset="-122"/>
                <a:ea typeface="华文中宋" panose="02010600040101010101" pitchFamily="2" charset="-122"/>
              </a:rPr>
              <a:t>基本信息</a:t>
            </a:r>
            <a:endParaRPr kumimoji="1" lang="en-US" altLang="zh-CN" sz="2400" dirty="0">
              <a:solidFill>
                <a:srgbClr val="FF0000"/>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72780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67398-B7A5-B53A-FD99-1C9BCE2372E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FCDD9EB-3C06-1BD6-DB64-4EF690187961}"/>
              </a:ext>
            </a:extLst>
          </p:cNvPr>
          <p:cNvSpPr txBox="1"/>
          <p:nvPr/>
        </p:nvSpPr>
        <p:spPr>
          <a:xfrm>
            <a:off x="4840817" y="718272"/>
            <a:ext cx="2635250" cy="691921"/>
          </a:xfrm>
          <a:prstGeom prst="roundRect">
            <a:avLst>
              <a:gd name="adj" fmla="val 50000"/>
            </a:avLst>
          </a:prstGeom>
          <a:solidFill>
            <a:schemeClr val="accent6"/>
          </a:solidFill>
          <a:ln w="38100">
            <a:solidFill>
              <a:schemeClr val="accent1"/>
            </a:solidFill>
          </a:ln>
          <a:effectLst>
            <a:outerShdw blurRad="50800" dist="38100" dir="2700000" algn="tl" rotWithShape="0">
              <a:prstClr val="black">
                <a:alpha val="40000"/>
              </a:prstClr>
            </a:outerShdw>
          </a:effectLst>
        </p:spPr>
        <p:txBody>
          <a:bodyPr wrap="square" lIns="180000" tIns="180000" rIns="180000" bIns="180000" rtlCol="0">
            <a:spAutoFit/>
          </a:bodyPr>
          <a:lstStyle/>
          <a:p>
            <a:pPr algn="just">
              <a:lnSpc>
                <a:spcPct val="130000"/>
              </a:lnSpc>
              <a:spcAft>
                <a:spcPts val="600"/>
              </a:spcAft>
            </a:pPr>
            <a:endParaRPr kumimoji="1" lang="en-US" altLang="zh-CN" sz="2800" dirty="0">
              <a:solidFill>
                <a:srgbClr val="FF0000"/>
              </a:solidFill>
              <a:latin typeface="华文中宋" panose="02010600040101010101" pitchFamily="2" charset="-122"/>
              <a:ea typeface="华文中宋" panose="02010600040101010101" pitchFamily="2" charset="-122"/>
            </a:endParaRPr>
          </a:p>
        </p:txBody>
      </p:sp>
      <p:pic>
        <p:nvPicPr>
          <p:cNvPr id="5" name="图片 4">
            <a:extLst>
              <a:ext uri="{FF2B5EF4-FFF2-40B4-BE49-F238E27FC236}">
                <a16:creationId xmlns:a16="http://schemas.microsoft.com/office/drawing/2014/main" id="{D43A96C6-9462-F65F-1AEB-3CA41B7AD12C}"/>
              </a:ext>
            </a:extLst>
          </p:cNvPr>
          <p:cNvPicPr>
            <a:picLocks noChangeAspect="1"/>
          </p:cNvPicPr>
          <p:nvPr/>
        </p:nvPicPr>
        <p:blipFill>
          <a:blip r:embed="rId3"/>
          <a:stretch>
            <a:fillRect/>
          </a:stretch>
        </p:blipFill>
        <p:spPr>
          <a:xfrm>
            <a:off x="9861550" y="5905492"/>
            <a:ext cx="2084085" cy="686168"/>
          </a:xfrm>
          <a:prstGeom prst="rect">
            <a:avLst/>
          </a:prstGeom>
        </p:spPr>
      </p:pic>
      <p:sp>
        <p:nvSpPr>
          <p:cNvPr id="7" name="文本框 6">
            <a:extLst>
              <a:ext uri="{FF2B5EF4-FFF2-40B4-BE49-F238E27FC236}">
                <a16:creationId xmlns:a16="http://schemas.microsoft.com/office/drawing/2014/main" id="{05A55661-83D7-F424-A747-F888017C0004}"/>
              </a:ext>
            </a:extLst>
          </p:cNvPr>
          <p:cNvSpPr txBox="1"/>
          <p:nvPr/>
        </p:nvSpPr>
        <p:spPr>
          <a:xfrm>
            <a:off x="5229754" y="701692"/>
            <a:ext cx="1857375" cy="691921"/>
          </a:xfrm>
          <a:prstGeom prst="rect">
            <a:avLst/>
          </a:prstGeom>
          <a:noFill/>
        </p:spPr>
        <p:txBody>
          <a:bodyPr wrap="square">
            <a:spAutoFit/>
          </a:bodyPr>
          <a:lstStyle/>
          <a:p>
            <a:pPr algn="ctr">
              <a:lnSpc>
                <a:spcPct val="130000"/>
              </a:lnSpc>
              <a:spcAft>
                <a:spcPts val="600"/>
              </a:spcAft>
            </a:pPr>
            <a:r>
              <a:rPr kumimoji="1" lang="zh-CN" altLang="en-US" sz="3200" dirty="0">
                <a:solidFill>
                  <a:srgbClr val="FF0000"/>
                </a:solidFill>
                <a:latin typeface="华文中宋" panose="02010600040101010101" pitchFamily="2" charset="-122"/>
                <a:ea typeface="华文中宋" panose="02010600040101010101" pitchFamily="2" charset="-122"/>
              </a:rPr>
              <a:t>目录</a:t>
            </a:r>
            <a:endParaRPr kumimoji="1" lang="en-US" altLang="zh-CN" sz="2400" dirty="0">
              <a:solidFill>
                <a:srgbClr val="FF0000"/>
              </a:solidFill>
              <a:latin typeface="华文中宋" panose="02010600040101010101" pitchFamily="2" charset="-122"/>
              <a:ea typeface="华文中宋" panose="02010600040101010101" pitchFamily="2" charset="-122"/>
            </a:endParaRPr>
          </a:p>
        </p:txBody>
      </p:sp>
      <p:sp>
        <p:nvSpPr>
          <p:cNvPr id="4" name="文本框 3">
            <a:extLst>
              <a:ext uri="{FF2B5EF4-FFF2-40B4-BE49-F238E27FC236}">
                <a16:creationId xmlns:a16="http://schemas.microsoft.com/office/drawing/2014/main" id="{9393DD94-CBC2-46EC-CA6D-FE0B0CF6CA9E}"/>
              </a:ext>
            </a:extLst>
          </p:cNvPr>
          <p:cNvSpPr txBox="1"/>
          <p:nvPr/>
        </p:nvSpPr>
        <p:spPr>
          <a:xfrm>
            <a:off x="641500" y="1426189"/>
            <a:ext cx="5115833" cy="5165471"/>
          </a:xfrm>
          <a:prstGeom prst="rect">
            <a:avLst/>
          </a:prstGeom>
          <a:noFill/>
        </p:spPr>
        <p:txBody>
          <a:bodyPr wrap="square" lIns="180000" tIns="180000" rIns="180000" bIns="180000" rtlCol="0">
            <a:spAutoFit/>
          </a:bodyPr>
          <a:lstStyle/>
          <a:p>
            <a:pPr algn="just">
              <a:lnSpc>
                <a:spcPct val="130000"/>
              </a:lnSpc>
              <a:spcAft>
                <a:spcPts val="600"/>
              </a:spcAft>
            </a:pPr>
            <a:r>
              <a:rPr kumimoji="1" lang="zh-CN" altLang="en-US" sz="2800" b="1" dirty="0">
                <a:solidFill>
                  <a:schemeClr val="tx1">
                    <a:lumMod val="75000"/>
                    <a:lumOff val="25000"/>
                  </a:schemeClr>
                </a:solidFill>
                <a:latin typeface="华文中宋" panose="02010600040101010101" pitchFamily="2" charset="-122"/>
                <a:ea typeface="华文中宋" panose="02010600040101010101" pitchFamily="2" charset="-122"/>
              </a:rPr>
              <a:t>一、整体架构</a:t>
            </a:r>
            <a:endParaRPr kumimoji="1" lang="en-US" altLang="zh-CN" sz="2800" b="1"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zh-CN" altLang="en-US" sz="2800" b="1" dirty="0">
                <a:solidFill>
                  <a:schemeClr val="tx1">
                    <a:lumMod val="75000"/>
                    <a:lumOff val="25000"/>
                  </a:schemeClr>
                </a:solidFill>
                <a:latin typeface="华文中宋" panose="02010600040101010101" pitchFamily="2" charset="-122"/>
                <a:ea typeface="华文中宋" panose="02010600040101010101" pitchFamily="2" charset="-122"/>
              </a:rPr>
              <a:t>二、内核详细介绍</a:t>
            </a:r>
            <a:endParaRPr kumimoji="1" lang="en-US" altLang="zh-CN" sz="2800" b="1"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en-US" altLang="zh-CN" sz="2800" b="1" dirty="0">
                <a:solidFill>
                  <a:schemeClr val="tx1">
                    <a:lumMod val="75000"/>
                    <a:lumOff val="25000"/>
                  </a:schemeClr>
                </a:solidFill>
                <a:latin typeface="华文中宋" panose="02010600040101010101" pitchFamily="2" charset="-122"/>
                <a:ea typeface="华文中宋" panose="02010600040101010101" pitchFamily="2" charset="-122"/>
              </a:rPr>
              <a:t>	</a:t>
            </a:r>
            <a:r>
              <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rPr>
              <a:t>2.1  </a:t>
            </a:r>
            <a:r>
              <a:rPr kumimoji="1" lang="zh-CN" altLang="en-US" sz="2000" dirty="0">
                <a:solidFill>
                  <a:schemeClr val="tx1">
                    <a:lumMod val="75000"/>
                    <a:lumOff val="25000"/>
                  </a:schemeClr>
                </a:solidFill>
                <a:latin typeface="华文中宋" panose="02010600040101010101" pitchFamily="2" charset="-122"/>
                <a:ea typeface="华文中宋" panose="02010600040101010101" pitchFamily="2" charset="-122"/>
              </a:rPr>
              <a:t>机器启动 </a:t>
            </a:r>
            <a:endPar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endParaRPr>
          </a:p>
          <a:p>
            <a:pPr lvl="2" algn="just">
              <a:lnSpc>
                <a:spcPct val="130000"/>
              </a:lnSpc>
              <a:spcAft>
                <a:spcPts val="600"/>
              </a:spcAft>
            </a:pPr>
            <a:r>
              <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rPr>
              <a:t>2.2  </a:t>
            </a:r>
            <a:r>
              <a:rPr kumimoji="1" lang="zh-CN" altLang="en-US" sz="2000" dirty="0">
                <a:solidFill>
                  <a:schemeClr val="tx1">
                    <a:lumMod val="75000"/>
                    <a:lumOff val="25000"/>
                  </a:schemeClr>
                </a:solidFill>
                <a:latin typeface="华文中宋" panose="02010600040101010101" pitchFamily="2" charset="-122"/>
                <a:ea typeface="华文中宋" panose="02010600040101010101" pitchFamily="2" charset="-122"/>
              </a:rPr>
              <a:t>中断处理</a:t>
            </a:r>
            <a:endPar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endParaRPr>
          </a:p>
          <a:p>
            <a:pPr lvl="2" algn="just">
              <a:lnSpc>
                <a:spcPct val="130000"/>
              </a:lnSpc>
              <a:spcAft>
                <a:spcPts val="600"/>
              </a:spcAft>
            </a:pPr>
            <a:r>
              <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rPr>
              <a:t>2.3  </a:t>
            </a:r>
            <a:r>
              <a:rPr kumimoji="1" lang="zh-CN" altLang="en-US" sz="2000" dirty="0">
                <a:solidFill>
                  <a:schemeClr val="tx1">
                    <a:lumMod val="75000"/>
                    <a:lumOff val="25000"/>
                  </a:schemeClr>
                </a:solidFill>
                <a:latin typeface="华文中宋" panose="02010600040101010101" pitchFamily="2" charset="-122"/>
                <a:ea typeface="华文中宋" panose="02010600040101010101" pitchFamily="2" charset="-122"/>
              </a:rPr>
              <a:t>内存管理</a:t>
            </a:r>
            <a:endPar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endParaRPr>
          </a:p>
          <a:p>
            <a:pPr lvl="2" algn="just">
              <a:lnSpc>
                <a:spcPct val="130000"/>
              </a:lnSpc>
              <a:spcAft>
                <a:spcPts val="600"/>
              </a:spcAft>
            </a:pPr>
            <a:r>
              <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rPr>
              <a:t>2.4  </a:t>
            </a:r>
            <a:r>
              <a:rPr kumimoji="1" lang="zh-CN" altLang="en-US" sz="2000" dirty="0">
                <a:solidFill>
                  <a:schemeClr val="tx1">
                    <a:lumMod val="75000"/>
                    <a:lumOff val="25000"/>
                  </a:schemeClr>
                </a:solidFill>
                <a:latin typeface="华文中宋" panose="02010600040101010101" pitchFamily="2" charset="-122"/>
                <a:ea typeface="华文中宋" panose="02010600040101010101" pitchFamily="2" charset="-122"/>
              </a:rPr>
              <a:t>进程管理</a:t>
            </a:r>
            <a:endPar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endParaRPr>
          </a:p>
          <a:p>
            <a:pPr lvl="2" algn="just">
              <a:lnSpc>
                <a:spcPct val="130000"/>
              </a:lnSpc>
              <a:spcAft>
                <a:spcPts val="600"/>
              </a:spcAft>
            </a:pPr>
            <a:r>
              <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rPr>
              <a:t>2.5  </a:t>
            </a:r>
            <a:r>
              <a:rPr kumimoji="1" lang="zh-CN" altLang="en-US" sz="2000" dirty="0">
                <a:solidFill>
                  <a:schemeClr val="tx1">
                    <a:lumMod val="75000"/>
                    <a:lumOff val="25000"/>
                  </a:schemeClr>
                </a:solidFill>
                <a:latin typeface="华文中宋" panose="02010600040101010101" pitchFamily="2" charset="-122"/>
                <a:ea typeface="华文中宋" panose="02010600040101010101" pitchFamily="2" charset="-122"/>
              </a:rPr>
              <a:t>文件系统</a:t>
            </a:r>
            <a:endPar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endParaRPr>
          </a:p>
          <a:p>
            <a:pPr lvl="2" algn="just">
              <a:lnSpc>
                <a:spcPct val="130000"/>
              </a:lnSpc>
              <a:spcAft>
                <a:spcPts val="600"/>
              </a:spcAft>
            </a:pPr>
            <a:r>
              <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rPr>
              <a:t>2.6  </a:t>
            </a:r>
            <a:r>
              <a:rPr kumimoji="1" lang="zh-CN" altLang="en-US" sz="2000" dirty="0">
                <a:solidFill>
                  <a:schemeClr val="tx1">
                    <a:lumMod val="75000"/>
                    <a:lumOff val="25000"/>
                  </a:schemeClr>
                </a:solidFill>
                <a:latin typeface="华文中宋" panose="02010600040101010101" pitchFamily="2" charset="-122"/>
                <a:ea typeface="华文中宋" panose="02010600040101010101" pitchFamily="2" charset="-122"/>
              </a:rPr>
              <a:t>进程间通信</a:t>
            </a:r>
            <a:endParaRPr kumimoji="1" lang="en-US" altLang="zh-CN" sz="2000"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endParaRPr kumimoji="1" lang="zh-CN" altLang="en-US" sz="2800"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9" name="文本框 8">
            <a:extLst>
              <a:ext uri="{FF2B5EF4-FFF2-40B4-BE49-F238E27FC236}">
                <a16:creationId xmlns:a16="http://schemas.microsoft.com/office/drawing/2014/main" id="{947F92AF-042F-9855-D356-F484031E400F}"/>
              </a:ext>
            </a:extLst>
          </p:cNvPr>
          <p:cNvSpPr txBox="1"/>
          <p:nvPr/>
        </p:nvSpPr>
        <p:spPr>
          <a:xfrm>
            <a:off x="6434669" y="1571840"/>
            <a:ext cx="6096000" cy="2058256"/>
          </a:xfrm>
          <a:prstGeom prst="rect">
            <a:avLst/>
          </a:prstGeom>
          <a:noFill/>
        </p:spPr>
        <p:txBody>
          <a:bodyPr wrap="square">
            <a:spAutoFit/>
          </a:bodyPr>
          <a:lstStyle/>
          <a:p>
            <a:pPr marL="0" marR="0" lvl="0" indent="0" algn="just" defTabSz="914400" rtl="0" eaLnBrk="1" fontAlgn="auto" latinLnBrk="0" hangingPunct="1">
              <a:lnSpc>
                <a:spcPct val="130000"/>
              </a:lnSpc>
              <a:spcBef>
                <a:spcPts val="0"/>
              </a:spcBef>
              <a:spcAft>
                <a:spcPts val="600"/>
              </a:spcAft>
              <a:buClrTx/>
              <a:buSzTx/>
              <a:buFontTx/>
              <a:buNone/>
              <a:tabLst/>
              <a:defRPr/>
            </a:pPr>
            <a:r>
              <a:rPr kumimoji="1" lang="zh-CN" altLang="en-US" sz="2800" b="1" i="0" u="none" strike="noStrike" kern="1200" cap="none" spc="0" normalizeH="0" baseline="0" noProof="0" dirty="0">
                <a:ln>
                  <a:noFill/>
                </a:ln>
                <a:solidFill>
                  <a:srgbClr val="000000">
                    <a:lumMod val="75000"/>
                    <a:lumOff val="25000"/>
                  </a:srgbClr>
                </a:solidFill>
                <a:effectLst/>
                <a:uLnTx/>
                <a:uFillTx/>
                <a:latin typeface="华文中宋" panose="02010600040101010101" pitchFamily="2" charset="-122"/>
                <a:ea typeface="华文中宋" panose="02010600040101010101" pitchFamily="2" charset="-122"/>
              </a:rPr>
              <a:t>三、总结与展望</a:t>
            </a:r>
            <a:endParaRPr kumimoji="1" lang="en-US" altLang="zh-CN" sz="2800" b="1" i="0" u="none" strike="noStrike" kern="1200" cap="none" spc="0" normalizeH="0" baseline="0" noProof="0" dirty="0">
              <a:ln>
                <a:noFill/>
              </a:ln>
              <a:solidFill>
                <a:srgbClr val="000000">
                  <a:lumMod val="75000"/>
                  <a:lumOff val="25000"/>
                </a:srgbClr>
              </a:solidFill>
              <a:effectLst/>
              <a:uLnTx/>
              <a:uFillTx/>
              <a:latin typeface="华文中宋" panose="02010600040101010101" pitchFamily="2" charset="-122"/>
              <a:ea typeface="华文中宋" panose="02010600040101010101" pitchFamily="2" charset="-122"/>
            </a:endParaRPr>
          </a:p>
          <a:p>
            <a:pPr lvl="2" algn="just">
              <a:lnSpc>
                <a:spcPct val="130000"/>
              </a:lnSpc>
              <a:spcAft>
                <a:spcPts val="600"/>
              </a:spcAft>
              <a:defRPr/>
            </a:pPr>
            <a:r>
              <a:rPr kumimoji="1" lang="en-US" altLang="zh-CN" sz="2000" b="0" i="0" u="none" strike="noStrike" kern="1200" cap="none" spc="0" normalizeH="0" baseline="0" noProof="0" dirty="0">
                <a:ln>
                  <a:noFill/>
                </a:ln>
                <a:solidFill>
                  <a:srgbClr val="000000">
                    <a:lumMod val="75000"/>
                    <a:lumOff val="25000"/>
                  </a:srgbClr>
                </a:solidFill>
                <a:effectLst/>
                <a:uLnTx/>
                <a:uFillTx/>
                <a:latin typeface="华文中宋" panose="02010600040101010101" pitchFamily="2" charset="-122"/>
                <a:ea typeface="华文中宋" panose="02010600040101010101" pitchFamily="2" charset="-122"/>
              </a:rPr>
              <a:t>3.1  </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华文中宋" panose="02010600040101010101" pitchFamily="2" charset="-122"/>
                <a:ea typeface="华文中宋" panose="02010600040101010101" pitchFamily="2" charset="-122"/>
              </a:rPr>
              <a:t>任务</a:t>
            </a:r>
            <a:r>
              <a:rPr kumimoji="1" lang="zh-CN" altLang="en-US" sz="2000" dirty="0">
                <a:solidFill>
                  <a:srgbClr val="000000">
                    <a:lumMod val="75000"/>
                    <a:lumOff val="25000"/>
                  </a:srgbClr>
                </a:solidFill>
                <a:latin typeface="华文中宋" panose="02010600040101010101" pitchFamily="2" charset="-122"/>
                <a:ea typeface="华文中宋" panose="02010600040101010101" pitchFamily="2" charset="-122"/>
              </a:rPr>
              <a:t>总结</a:t>
            </a:r>
            <a:endParaRPr kumimoji="1" lang="zh-CN" altLang="en-US" sz="2000" b="0" i="0" u="none" strike="noStrike" kern="1200" cap="none" spc="0" normalizeH="0" baseline="0" noProof="0" dirty="0">
              <a:ln>
                <a:noFill/>
              </a:ln>
              <a:solidFill>
                <a:srgbClr val="000000">
                  <a:lumMod val="75000"/>
                  <a:lumOff val="25000"/>
                </a:srgbClr>
              </a:solidFill>
              <a:effectLst/>
              <a:uLnTx/>
              <a:uFillTx/>
              <a:latin typeface="华文中宋" panose="02010600040101010101" pitchFamily="2" charset="-122"/>
              <a:ea typeface="华文中宋" panose="02010600040101010101" pitchFamily="2" charset="-122"/>
            </a:endParaRPr>
          </a:p>
          <a:p>
            <a:pPr lvl="2" algn="just">
              <a:lnSpc>
                <a:spcPct val="130000"/>
              </a:lnSpc>
              <a:spcAft>
                <a:spcPts val="600"/>
              </a:spcAft>
              <a:defRPr/>
            </a:pPr>
            <a:r>
              <a:rPr kumimoji="1" lang="en-US" altLang="zh-CN" sz="2000" b="0" i="0" u="none" strike="noStrike" kern="1200" cap="none" spc="0" normalizeH="0" baseline="0" noProof="0" dirty="0">
                <a:ln>
                  <a:noFill/>
                </a:ln>
                <a:solidFill>
                  <a:srgbClr val="000000">
                    <a:lumMod val="75000"/>
                    <a:lumOff val="25000"/>
                  </a:srgbClr>
                </a:solidFill>
                <a:effectLst/>
                <a:uLnTx/>
                <a:uFillTx/>
                <a:latin typeface="华文中宋" panose="02010600040101010101" pitchFamily="2" charset="-122"/>
                <a:ea typeface="华文中宋" panose="02010600040101010101" pitchFamily="2" charset="-122"/>
              </a:rPr>
              <a:t>3.2  </a:t>
            </a:r>
            <a:r>
              <a:rPr kumimoji="1" lang="zh-CN" altLang="en-US" sz="2000" dirty="0">
                <a:solidFill>
                  <a:srgbClr val="000000">
                    <a:lumMod val="75000"/>
                    <a:lumOff val="25000"/>
                  </a:srgbClr>
                </a:solidFill>
                <a:latin typeface="华文中宋" panose="02010600040101010101" pitchFamily="2" charset="-122"/>
                <a:ea typeface="华文中宋" panose="02010600040101010101" pitchFamily="2" charset="-122"/>
              </a:rPr>
              <a:t>经验总结</a:t>
            </a:r>
            <a:endParaRPr kumimoji="1" lang="en-US" altLang="zh-CN" sz="2000" dirty="0">
              <a:solidFill>
                <a:srgbClr val="000000">
                  <a:lumMod val="75000"/>
                  <a:lumOff val="25000"/>
                </a:srgbClr>
              </a:solidFill>
              <a:latin typeface="华文中宋" panose="02010600040101010101" pitchFamily="2" charset="-122"/>
              <a:ea typeface="华文中宋" panose="02010600040101010101" pitchFamily="2" charset="-122"/>
            </a:endParaRPr>
          </a:p>
          <a:p>
            <a:pPr lvl="2" algn="just">
              <a:lnSpc>
                <a:spcPct val="130000"/>
              </a:lnSpc>
              <a:spcAft>
                <a:spcPts val="600"/>
              </a:spcAft>
              <a:defRPr/>
            </a:pPr>
            <a:r>
              <a:rPr kumimoji="1" lang="en-US" altLang="zh-CN" sz="2000" b="0" i="0" u="none" strike="noStrike" kern="1200" cap="none" spc="0" normalizeH="0" baseline="0" noProof="0" dirty="0">
                <a:ln>
                  <a:noFill/>
                </a:ln>
                <a:solidFill>
                  <a:srgbClr val="000000">
                    <a:lumMod val="75000"/>
                    <a:lumOff val="25000"/>
                  </a:srgbClr>
                </a:solidFill>
                <a:effectLst/>
                <a:uLnTx/>
                <a:uFillTx/>
                <a:latin typeface="华文中宋" panose="02010600040101010101" pitchFamily="2" charset="-122"/>
                <a:ea typeface="华文中宋" panose="02010600040101010101" pitchFamily="2" charset="-122"/>
              </a:rPr>
              <a:t>3.3 </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华文中宋" panose="02010600040101010101" pitchFamily="2" charset="-122"/>
                <a:ea typeface="华文中宋" panose="02010600040101010101" pitchFamily="2" charset="-122"/>
              </a:rPr>
              <a:t>未来任务</a:t>
            </a:r>
          </a:p>
        </p:txBody>
      </p:sp>
    </p:spTree>
    <p:extLst>
      <p:ext uri="{BB962C8B-B14F-4D97-AF65-F5344CB8AC3E}">
        <p14:creationId xmlns:p14="http://schemas.microsoft.com/office/powerpoint/2010/main" val="1941985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E61B409C-6DF5-654F-81A4-524FF21D753D}"/>
              </a:ext>
            </a:extLst>
          </p:cNvPr>
          <p:cNvSpPr txBox="1"/>
          <p:nvPr/>
        </p:nvSpPr>
        <p:spPr>
          <a:xfrm>
            <a:off x="5102102" y="1696052"/>
            <a:ext cx="2291653" cy="2215991"/>
          </a:xfrm>
          <a:prstGeom prst="rect">
            <a:avLst/>
          </a:prstGeom>
          <a:noFill/>
        </p:spPr>
        <p:txBody>
          <a:bodyPr wrap="none" lIns="0" rtlCol="0">
            <a:spAutoFit/>
          </a:bodyPr>
          <a:lstStyle/>
          <a:p>
            <a:pPr algn="l"/>
            <a:r>
              <a:rPr kumimoji="1" lang="en-US" altLang="zh-CN" sz="13800" b="1" dirty="0">
                <a:gradFill>
                  <a:gsLst>
                    <a:gs pos="0">
                      <a:schemeClr val="accent3">
                        <a:lumMod val="60000"/>
                        <a:lumOff val="40000"/>
                      </a:schemeClr>
                    </a:gs>
                    <a:gs pos="100000">
                      <a:schemeClr val="accent3">
                        <a:lumMod val="20000"/>
                        <a:lumOff val="80000"/>
                        <a:alpha val="0"/>
                      </a:schemeClr>
                    </a:gs>
                  </a:gsLst>
                  <a:lin ang="5400000" scaled="1"/>
                </a:gradFill>
                <a:latin typeface="华文中宋" panose="02010600040101010101" pitchFamily="2" charset="-122"/>
                <a:ea typeface="华文中宋" panose="02010600040101010101" pitchFamily="2" charset="-122"/>
              </a:rPr>
              <a:t>01</a:t>
            </a:r>
            <a:endParaRPr kumimoji="1" lang="zh-CN" altLang="en-US" sz="13800" b="1" dirty="0">
              <a:gradFill>
                <a:gsLst>
                  <a:gs pos="0">
                    <a:schemeClr val="accent3">
                      <a:lumMod val="60000"/>
                      <a:lumOff val="40000"/>
                    </a:schemeClr>
                  </a:gs>
                  <a:gs pos="100000">
                    <a:schemeClr val="accent3">
                      <a:lumMod val="20000"/>
                      <a:lumOff val="80000"/>
                      <a:alpha val="0"/>
                    </a:schemeClr>
                  </a:gs>
                </a:gsLst>
                <a:lin ang="5400000" scaled="1"/>
              </a:gradFill>
              <a:latin typeface="华文中宋" panose="02010600040101010101" pitchFamily="2" charset="-122"/>
              <a:ea typeface="华文中宋" panose="02010600040101010101" pitchFamily="2" charset="-122"/>
            </a:endParaRPr>
          </a:p>
        </p:txBody>
      </p:sp>
      <p:sp>
        <p:nvSpPr>
          <p:cNvPr id="9" name="文本占位符 39">
            <a:extLst>
              <a:ext uri="{FF2B5EF4-FFF2-40B4-BE49-F238E27FC236}">
                <a16:creationId xmlns:a16="http://schemas.microsoft.com/office/drawing/2014/main" id="{FDF01BB6-2A63-CD46-AFA0-9CF49DACFE14}"/>
              </a:ext>
            </a:extLst>
          </p:cNvPr>
          <p:cNvSpPr txBox="1">
            <a:spLocks/>
          </p:cNvSpPr>
          <p:nvPr/>
        </p:nvSpPr>
        <p:spPr>
          <a:xfrm>
            <a:off x="4021509" y="3028845"/>
            <a:ext cx="3760484" cy="883197"/>
          </a:xfrm>
          <a:prstGeom prst="rect">
            <a:avLst/>
          </a:prstGeom>
        </p:spPr>
        <p:txBody>
          <a:bodyPr lIns="0" tIns="0" rIns="0" b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dist">
              <a:buNone/>
            </a:pPr>
            <a:r>
              <a:rPr lang="zh-CN" altLang="en-US" sz="5400" b="1" dirty="0">
                <a:solidFill>
                  <a:schemeClr val="accent2"/>
                </a:solidFill>
                <a:latin typeface="华文中宋" panose="02010600040101010101" pitchFamily="2" charset="-122"/>
                <a:ea typeface="华文中宋" panose="02010600040101010101" pitchFamily="2" charset="-122"/>
              </a:rPr>
              <a:t>整体架构</a:t>
            </a:r>
          </a:p>
        </p:txBody>
      </p:sp>
      <p:sp>
        <p:nvSpPr>
          <p:cNvPr id="83" name="文本框 82">
            <a:extLst>
              <a:ext uri="{FF2B5EF4-FFF2-40B4-BE49-F238E27FC236}">
                <a16:creationId xmlns:a16="http://schemas.microsoft.com/office/drawing/2014/main" id="{C644B40C-C065-9D48-9E2A-C82C17560B15}"/>
              </a:ext>
            </a:extLst>
          </p:cNvPr>
          <p:cNvSpPr txBox="1"/>
          <p:nvPr/>
        </p:nvSpPr>
        <p:spPr>
          <a:xfrm>
            <a:off x="3394215" y="3912042"/>
            <a:ext cx="5131947" cy="412307"/>
          </a:xfrm>
          <a:prstGeom prst="rect">
            <a:avLst/>
          </a:prstGeom>
          <a:noFill/>
        </p:spPr>
        <p:txBody>
          <a:bodyPr wrap="square" lIns="0" tIns="0" rIns="0" bIns="0" rtlCol="0" anchor="ctr" anchorCtr="0">
            <a:normAutofit fontScale="92500" lnSpcReduction="10000"/>
          </a:bodyPr>
          <a:lstStyle/>
          <a:p>
            <a:pPr algn="ctr"/>
            <a:r>
              <a:rPr kumimoji="1" lang="en-US" altLang="zh-CN" sz="3200" dirty="0">
                <a:solidFill>
                  <a:schemeClr val="bg1">
                    <a:lumMod val="65000"/>
                  </a:schemeClr>
                </a:solidFill>
                <a:latin typeface="华文中宋" panose="02010600040101010101" pitchFamily="2" charset="-122"/>
                <a:ea typeface="华文中宋" panose="02010600040101010101" pitchFamily="2" charset="-122"/>
              </a:rPr>
              <a:t>Overall Architecture</a:t>
            </a:r>
          </a:p>
        </p:txBody>
      </p:sp>
    </p:spTree>
    <p:extLst>
      <p:ext uri="{BB962C8B-B14F-4D97-AF65-F5344CB8AC3E}">
        <p14:creationId xmlns:p14="http://schemas.microsoft.com/office/powerpoint/2010/main" val="2645326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8CC9DA99-7CFC-91E3-E55D-8BAD0B7B18DF}"/>
              </a:ext>
            </a:extLst>
          </p:cNvPr>
          <p:cNvSpPr txBox="1"/>
          <p:nvPr/>
        </p:nvSpPr>
        <p:spPr>
          <a:xfrm>
            <a:off x="89121" y="1016385"/>
            <a:ext cx="9219501" cy="5605592"/>
          </a:xfrm>
          <a:prstGeom prst="rect">
            <a:avLst/>
          </a:prstGeom>
          <a:noFill/>
        </p:spPr>
        <p:txBody>
          <a:bodyPr wrap="square" lIns="180000" tIns="180000" rIns="180000" bIns="180000" rtlCol="0">
            <a:spAutoFit/>
          </a:bodyPr>
          <a:lstStyle/>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kernel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内核文件</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boot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内核入口以及主函数</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err="1">
                <a:solidFill>
                  <a:schemeClr val="tx1">
                    <a:lumMod val="75000"/>
                    <a:lumOff val="25000"/>
                  </a:schemeClr>
                </a:solidFill>
                <a:latin typeface="华文中宋" panose="02010600040101010101" pitchFamily="2" charset="-122"/>
                <a:ea typeface="华文中宋" panose="02010600040101010101" pitchFamily="2" charset="-122"/>
              </a:rPr>
              <a:t>devs</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设备驱动</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fs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文件系统</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dev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文件相关设备</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ext4                    //ext4</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文件操作</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fat                       //fat</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文件操作</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jbd2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日志管理</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 </a:t>
            </a:r>
            <a:r>
              <a:rPr kumimoji="1" lang="en-US" altLang="zh-CN" sz="1600" dirty="0" err="1">
                <a:solidFill>
                  <a:schemeClr val="tx1">
                    <a:lumMod val="75000"/>
                    <a:lumOff val="25000"/>
                  </a:schemeClr>
                </a:solidFill>
                <a:latin typeface="华文中宋" panose="02010600040101010101" pitchFamily="2" charset="-122"/>
                <a:ea typeface="华文中宋" panose="02010600040101010101" pitchFamily="2" charset="-122"/>
              </a:rPr>
              <a:t>ramfs</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                   // ram</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文件系统</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 </a:t>
            </a:r>
            <a:r>
              <a:rPr kumimoji="1" lang="en-US" altLang="zh-CN" sz="1600" dirty="0" err="1">
                <a:solidFill>
                  <a:schemeClr val="tx1">
                    <a:lumMod val="75000"/>
                    <a:lumOff val="25000"/>
                  </a:schemeClr>
                </a:solidFill>
                <a:latin typeface="华文中宋" panose="02010600040101010101" pitchFamily="2" charset="-122"/>
                <a:ea typeface="华文中宋" panose="02010600040101010101" pitchFamily="2" charset="-122"/>
              </a:rPr>
              <a:t>vfs</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虚拟文件系统</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file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用于继承的文件操作接口</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err="1">
                <a:solidFill>
                  <a:schemeClr val="tx1">
                    <a:lumMod val="75000"/>
                    <a:lumOff val="25000"/>
                  </a:schemeClr>
                </a:solidFill>
                <a:latin typeface="华文中宋" panose="02010600040101010101" pitchFamily="2" charset="-122"/>
                <a:ea typeface="华文中宋" panose="02010600040101010101" pitchFamily="2" charset="-122"/>
              </a:rPr>
              <a:t>hal</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与平台相关的寄存器定义</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libs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自定义的库操作支持</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link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链接脚本</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mem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内存管理</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net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网络相关</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proc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进程调度与管理</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sys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系统调用</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tm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时钟</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trap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中断处理</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a:t>
            </a:r>
            <a:r>
              <a:rPr kumimoji="1" lang="en-US" altLang="zh-CN" sz="1600" dirty="0" err="1">
                <a:solidFill>
                  <a:schemeClr val="tx1">
                    <a:lumMod val="75000"/>
                    <a:lumOff val="25000"/>
                  </a:schemeClr>
                </a:solidFill>
                <a:latin typeface="华文中宋" panose="02010600040101010101" pitchFamily="2" charset="-122"/>
                <a:ea typeface="华文中宋" panose="02010600040101010101" pitchFamily="2" charset="-122"/>
              </a:rPr>
              <a:t>thirdparty</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使用的第三方库</a:t>
            </a:r>
          </a:p>
          <a:p>
            <a:pPr algn="just">
              <a:lnSpc>
                <a:spcPts val="1200"/>
              </a:lnSpc>
              <a:spcAft>
                <a:spcPts val="600"/>
              </a:spcAft>
            </a:pP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   └── </a:t>
            </a: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EASTL</a:t>
            </a:r>
          </a:p>
          <a:p>
            <a:pPr algn="just">
              <a:lnSpc>
                <a:spcPts val="1200"/>
              </a:lnSpc>
              <a:spcAft>
                <a:spcPts val="600"/>
              </a:spcAft>
            </a:pPr>
            <a:r>
              <a:rPr kumimoji="1" lang="en-US" altLang="zh-CN" sz="1600" dirty="0">
                <a:solidFill>
                  <a:schemeClr val="tx1">
                    <a:lumMod val="75000"/>
                    <a:lumOff val="25000"/>
                  </a:schemeClr>
                </a:solidFill>
                <a:latin typeface="华文中宋" panose="02010600040101010101" pitchFamily="2" charset="-122"/>
                <a:ea typeface="华文中宋" panose="02010600040101010101" pitchFamily="2" charset="-122"/>
              </a:rPr>
              <a:t>└── user                               //</a:t>
            </a:r>
            <a:r>
              <a:rPr kumimoji="1" lang="zh-CN" altLang="en-US" sz="1600" dirty="0">
                <a:solidFill>
                  <a:schemeClr val="tx1">
                    <a:lumMod val="75000"/>
                    <a:lumOff val="25000"/>
                  </a:schemeClr>
                </a:solidFill>
                <a:latin typeface="华文中宋" panose="02010600040101010101" pitchFamily="2" charset="-122"/>
                <a:ea typeface="华文中宋" panose="02010600040101010101" pitchFamily="2" charset="-122"/>
              </a:rPr>
              <a:t>用户程序</a:t>
            </a:r>
          </a:p>
        </p:txBody>
      </p:sp>
      <p:sp>
        <p:nvSpPr>
          <p:cNvPr id="3" name="标题 2">
            <a:extLst>
              <a:ext uri="{FF2B5EF4-FFF2-40B4-BE49-F238E27FC236}">
                <a16:creationId xmlns:a16="http://schemas.microsoft.com/office/drawing/2014/main" id="{D45D58DF-91E7-16AC-3D19-B0DB4931E86F}"/>
              </a:ext>
            </a:extLst>
          </p:cNvPr>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rPr>
              <a:t>整体架构</a:t>
            </a:r>
          </a:p>
        </p:txBody>
      </p:sp>
      <p:pic>
        <p:nvPicPr>
          <p:cNvPr id="1028" name="Picture 4">
            <a:extLst>
              <a:ext uri="{FF2B5EF4-FFF2-40B4-BE49-F238E27FC236}">
                <a16:creationId xmlns:a16="http://schemas.microsoft.com/office/drawing/2014/main" id="{1C07FDD3-4B48-FF51-A4F6-C1B65F646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2983" y="1456266"/>
            <a:ext cx="6598134" cy="49405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B2893-4F66-E488-A157-936C33B5A3D0}"/>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43A7C7F4-12EE-FBDF-C46B-1C40F84700F5}"/>
              </a:ext>
            </a:extLst>
          </p:cNvPr>
          <p:cNvSpPr txBox="1"/>
          <p:nvPr/>
        </p:nvSpPr>
        <p:spPr>
          <a:xfrm>
            <a:off x="5102102" y="1696052"/>
            <a:ext cx="2291653" cy="2215991"/>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3800" b="1" i="0" u="none" strike="noStrike" kern="1200" cap="none" spc="0" normalizeH="0" baseline="0" noProof="0" dirty="0">
                <a:ln>
                  <a:noFill/>
                </a:ln>
                <a:gradFill>
                  <a:gsLst>
                    <a:gs pos="0">
                      <a:srgbClr val="FC5960">
                        <a:lumMod val="60000"/>
                        <a:lumOff val="40000"/>
                      </a:srgbClr>
                    </a:gs>
                    <a:gs pos="100000">
                      <a:srgbClr val="FC5960">
                        <a:lumMod val="20000"/>
                        <a:lumOff val="80000"/>
                        <a:alpha val="0"/>
                      </a:srgbClr>
                    </a:gs>
                  </a:gsLst>
                  <a:lin ang="5400000" scaled="1"/>
                </a:gradFill>
                <a:effectLst/>
                <a:uLnTx/>
                <a:uFillTx/>
                <a:latin typeface="华文中宋" panose="02010600040101010101" pitchFamily="2" charset="-122"/>
                <a:ea typeface="华文中宋" panose="02010600040101010101" pitchFamily="2" charset="-122"/>
              </a:rPr>
              <a:t>02</a:t>
            </a:r>
            <a:endParaRPr kumimoji="1" lang="zh-CN" altLang="en-US" sz="13800" b="1" i="0" u="none" strike="noStrike" kern="1200" cap="none" spc="0" normalizeH="0" baseline="0" noProof="0" dirty="0">
              <a:ln>
                <a:noFill/>
              </a:ln>
              <a:gradFill>
                <a:gsLst>
                  <a:gs pos="0">
                    <a:srgbClr val="FC5960">
                      <a:lumMod val="60000"/>
                      <a:lumOff val="40000"/>
                    </a:srgbClr>
                  </a:gs>
                  <a:gs pos="100000">
                    <a:srgbClr val="FC5960">
                      <a:lumMod val="20000"/>
                      <a:lumOff val="80000"/>
                      <a:alpha val="0"/>
                    </a:srgbClr>
                  </a:gs>
                </a:gsLst>
                <a:lin ang="5400000" scaled="1"/>
              </a:gradFill>
              <a:effectLst/>
              <a:uLnTx/>
              <a:uFillTx/>
              <a:latin typeface="华文中宋" panose="02010600040101010101" pitchFamily="2" charset="-122"/>
              <a:ea typeface="华文中宋" panose="02010600040101010101" pitchFamily="2" charset="-122"/>
            </a:endParaRPr>
          </a:p>
        </p:txBody>
      </p:sp>
      <p:sp>
        <p:nvSpPr>
          <p:cNvPr id="9" name="文本占位符 39">
            <a:extLst>
              <a:ext uri="{FF2B5EF4-FFF2-40B4-BE49-F238E27FC236}">
                <a16:creationId xmlns:a16="http://schemas.microsoft.com/office/drawing/2014/main" id="{4647EF7E-A8E4-62F1-E8FF-E5C0B32DC18C}"/>
              </a:ext>
            </a:extLst>
          </p:cNvPr>
          <p:cNvSpPr txBox="1">
            <a:spLocks/>
          </p:cNvSpPr>
          <p:nvPr/>
        </p:nvSpPr>
        <p:spPr>
          <a:xfrm>
            <a:off x="887784" y="3028846"/>
            <a:ext cx="10218366" cy="883197"/>
          </a:xfrm>
          <a:prstGeom prst="rect">
            <a:avLst/>
          </a:prstGeom>
        </p:spPr>
        <p:txBody>
          <a:bodyPr lIns="0" tIns="0" rIns="0" b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defRPr/>
            </a:pPr>
            <a:r>
              <a:rPr lang="zh-CN" altLang="en-US" sz="4800" b="1" dirty="0">
                <a:solidFill>
                  <a:srgbClr val="013785"/>
                </a:solidFill>
                <a:latin typeface="华文中宋" panose="02010600040101010101" pitchFamily="2" charset="-122"/>
                <a:ea typeface="华文中宋" panose="02010600040101010101" pitchFamily="2" charset="-122"/>
              </a:rPr>
              <a:t>内核详细介绍</a:t>
            </a:r>
            <a:endParaRPr kumimoji="0" lang="zh-CN" altLang="en-US" sz="4800" b="1" i="0" u="none" strike="noStrike" kern="1200" cap="none" spc="0" normalizeH="0" baseline="0" noProof="0" dirty="0">
              <a:ln>
                <a:noFill/>
              </a:ln>
              <a:solidFill>
                <a:srgbClr val="013785"/>
              </a:solidFill>
              <a:effectLst/>
              <a:uLnTx/>
              <a:uFillTx/>
              <a:latin typeface="华文中宋" panose="02010600040101010101" pitchFamily="2" charset="-122"/>
              <a:ea typeface="华文中宋" panose="02010600040101010101" pitchFamily="2" charset="-122"/>
            </a:endParaRPr>
          </a:p>
        </p:txBody>
      </p:sp>
      <p:sp>
        <p:nvSpPr>
          <p:cNvPr id="83" name="文本框 82">
            <a:extLst>
              <a:ext uri="{FF2B5EF4-FFF2-40B4-BE49-F238E27FC236}">
                <a16:creationId xmlns:a16="http://schemas.microsoft.com/office/drawing/2014/main" id="{384FE9AE-66DA-1264-4A9A-60E75EAAC6BE}"/>
              </a:ext>
            </a:extLst>
          </p:cNvPr>
          <p:cNvSpPr txBox="1"/>
          <p:nvPr/>
        </p:nvSpPr>
        <p:spPr>
          <a:xfrm>
            <a:off x="1625670" y="3686839"/>
            <a:ext cx="8940660" cy="675611"/>
          </a:xfrm>
          <a:prstGeom prst="rect">
            <a:avLst/>
          </a:prstGeom>
          <a:noFill/>
        </p:spPr>
        <p:txBody>
          <a:bodyPr wrap="square" lIns="0" tIns="0" rIns="0" bIns="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srgbClr val="FFFFFF">
                    <a:lumMod val="65000"/>
                  </a:srgbClr>
                </a:solidFill>
                <a:effectLst/>
                <a:uLnTx/>
                <a:uFillTx/>
                <a:latin typeface="华文中宋" panose="02010600040101010101" pitchFamily="2" charset="-122"/>
                <a:ea typeface="华文中宋" panose="02010600040101010101" pitchFamily="2" charset="-122"/>
              </a:rPr>
              <a:t>Complete Introduction for F7LY kernel</a:t>
            </a:r>
          </a:p>
        </p:txBody>
      </p:sp>
    </p:spTree>
    <p:extLst>
      <p:ext uri="{BB962C8B-B14F-4D97-AF65-F5344CB8AC3E}">
        <p14:creationId xmlns:p14="http://schemas.microsoft.com/office/powerpoint/2010/main" val="86083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D632E-C5BB-8302-F653-ADAA3EA3B8F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B304DE6-397E-C512-FFA8-25CAD98E0B26}"/>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2.1  </a:t>
            </a:r>
            <a:r>
              <a:rPr lang="zh-CN" altLang="en-US" dirty="0">
                <a:latin typeface="华文中宋" panose="02010600040101010101" pitchFamily="2" charset="-122"/>
                <a:ea typeface="华文中宋" panose="02010600040101010101" pitchFamily="2" charset="-122"/>
              </a:rPr>
              <a:t>机器启动</a:t>
            </a:r>
          </a:p>
        </p:txBody>
      </p:sp>
      <p:sp>
        <p:nvSpPr>
          <p:cNvPr id="18" name="右大括号 17">
            <a:extLst>
              <a:ext uri="{FF2B5EF4-FFF2-40B4-BE49-F238E27FC236}">
                <a16:creationId xmlns:a16="http://schemas.microsoft.com/office/drawing/2014/main" id="{85D736C7-FE35-B3F1-7DDC-5FB26D812C1B}"/>
              </a:ext>
            </a:extLst>
          </p:cNvPr>
          <p:cNvSpPr/>
          <p:nvPr/>
        </p:nvSpPr>
        <p:spPr>
          <a:xfrm>
            <a:off x="6568571" y="1352160"/>
            <a:ext cx="1060883" cy="4724400"/>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atin typeface="华文中宋" panose="02010600040101010101" pitchFamily="2" charset="-122"/>
              <a:ea typeface="华文中宋" panose="02010600040101010101" pitchFamily="2" charset="-122"/>
            </a:endParaRPr>
          </a:p>
        </p:txBody>
      </p:sp>
      <p:sp>
        <p:nvSpPr>
          <p:cNvPr id="5" name="文本框 4">
            <a:extLst>
              <a:ext uri="{FF2B5EF4-FFF2-40B4-BE49-F238E27FC236}">
                <a16:creationId xmlns:a16="http://schemas.microsoft.com/office/drawing/2014/main" id="{CF35348A-9463-63DA-4E31-B79E16A954D6}"/>
              </a:ext>
            </a:extLst>
          </p:cNvPr>
          <p:cNvSpPr txBox="1"/>
          <p:nvPr/>
        </p:nvSpPr>
        <p:spPr>
          <a:xfrm>
            <a:off x="7483021" y="2656924"/>
            <a:ext cx="4437735" cy="2308324"/>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F7LY OS支持双架构启动，机器启动的源文件分别在 kernel/boot/riscv/ 和 kernel/boot/loongarch/ 目录下</a:t>
            </a: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整个</a:t>
            </a:r>
            <a:r>
              <a:rPr lang="en-US" altLang="zh-CN" dirty="0">
                <a:latin typeface="华文中宋" panose="02010600040101010101" pitchFamily="2" charset="-122"/>
                <a:ea typeface="华文中宋" panose="02010600040101010101" pitchFamily="2" charset="-122"/>
              </a:rPr>
              <a:t>kernel</a:t>
            </a:r>
            <a:r>
              <a:rPr lang="zh-CN" altLang="en-US" dirty="0">
                <a:latin typeface="华文中宋" panose="02010600040101010101" pitchFamily="2" charset="-122"/>
                <a:ea typeface="华文中宋" panose="02010600040101010101" pitchFamily="2" charset="-122"/>
              </a:rPr>
              <a:t>可执行文件的入口点在各自架构的</a:t>
            </a:r>
            <a:r>
              <a:rPr lang="en-US" altLang="zh-CN" dirty="0" err="1">
                <a:latin typeface="华文中宋" panose="02010600040101010101" pitchFamily="2" charset="-122"/>
                <a:ea typeface="华文中宋" panose="02010600040101010101" pitchFamily="2" charset="-122"/>
              </a:rPr>
              <a:t>entry.S</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_entry</a:t>
            </a:r>
            <a:r>
              <a:rPr lang="zh-CN" altLang="en-US" dirty="0">
                <a:latin typeface="华文中宋" panose="02010600040101010101" pitchFamily="2" charset="-122"/>
                <a:ea typeface="华文中宋" panose="02010600040101010101" pitchFamily="2" charset="-122"/>
              </a:rPr>
              <a:t>标签，通过链接脚本指定</a:t>
            </a:r>
          </a:p>
        </p:txBody>
      </p:sp>
      <p:sp>
        <p:nvSpPr>
          <p:cNvPr id="9" name="文本框 8">
            <a:extLst>
              <a:ext uri="{FF2B5EF4-FFF2-40B4-BE49-F238E27FC236}">
                <a16:creationId xmlns:a16="http://schemas.microsoft.com/office/drawing/2014/main" id="{C805548D-D79C-3905-D6DC-CF3A6E0D5AB6}"/>
              </a:ext>
            </a:extLst>
          </p:cNvPr>
          <p:cNvSpPr txBox="1"/>
          <p:nvPr/>
        </p:nvSpPr>
        <p:spPr>
          <a:xfrm>
            <a:off x="543101" y="1163310"/>
            <a:ext cx="6102990" cy="2395528"/>
          </a:xfrm>
          <a:prstGeom prst="rect">
            <a:avLst/>
          </a:prstGeom>
          <a:noFill/>
        </p:spPr>
        <p:txBody>
          <a:bodyPr wrap="square">
            <a:spAutoFit/>
          </a:bodyPr>
          <a:lstStyle/>
          <a:p>
            <a:pPr marL="285750" indent="-285750">
              <a:buFont typeface="Wingdings" panose="05000000000000000000" pitchFamily="2" charset="2"/>
              <a:buChar char="u"/>
            </a:pPr>
            <a:r>
              <a:rPr lang="zh-CN" altLang="en-US" b="1" dirty="0">
                <a:latin typeface="华文中宋" panose="02010600040101010101" pitchFamily="2" charset="-122"/>
                <a:ea typeface="华文中宋" panose="02010600040101010101" pitchFamily="2" charset="-122"/>
              </a:rPr>
              <a:t>RISC V启动流程</a:t>
            </a:r>
            <a:endParaRPr lang="en-US" altLang="zh-CN" b="1" dirty="0">
              <a:latin typeface="华文中宋" panose="02010600040101010101" pitchFamily="2" charset="-122"/>
              <a:ea typeface="华文中宋" panose="02010600040101010101" pitchFamily="2" charset="-122"/>
            </a:endParaRPr>
          </a:p>
          <a:p>
            <a:pPr marL="742950" lvl="1" indent="-285750">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基于</a:t>
            </a:r>
            <a:r>
              <a:rPr lang="en-US" altLang="zh-CN" dirty="0">
                <a:latin typeface="华文中宋" panose="02010600040101010101" pitchFamily="2" charset="-122"/>
                <a:ea typeface="华文中宋" panose="02010600040101010101" pitchFamily="2" charset="-122"/>
              </a:rPr>
              <a:t>SBI(Supervisor Binary Interface)</a:t>
            </a:r>
            <a:r>
              <a:rPr lang="zh-CN" altLang="en-US" dirty="0">
                <a:latin typeface="华文中宋" panose="02010600040101010101" pitchFamily="2" charset="-122"/>
                <a:ea typeface="华文中宋" panose="02010600040101010101" pitchFamily="2" charset="-122"/>
              </a:rPr>
              <a:t>规范，</a:t>
            </a:r>
            <a:r>
              <a:rPr lang="en-US" altLang="zh-CN" dirty="0">
                <a:latin typeface="华文中宋" panose="02010600040101010101" pitchFamily="2" charset="-122"/>
                <a:ea typeface="华文中宋" panose="02010600040101010101" pitchFamily="2" charset="-122"/>
              </a:rPr>
              <a:t>Bootloader</a:t>
            </a:r>
            <a:r>
              <a:rPr lang="zh-CN" altLang="en-US" dirty="0">
                <a:latin typeface="华文中宋" panose="02010600040101010101" pitchFamily="2" charset="-122"/>
                <a:ea typeface="华文中宋" panose="02010600040101010101" pitchFamily="2" charset="-122"/>
              </a:rPr>
              <a:t>工作在</a:t>
            </a:r>
            <a:r>
              <a:rPr lang="en-US" altLang="zh-CN" dirty="0">
                <a:latin typeface="华文中宋" panose="02010600040101010101" pitchFamily="2" charset="-122"/>
                <a:ea typeface="华文中宋" panose="02010600040101010101" pitchFamily="2" charset="-122"/>
              </a:rPr>
              <a:t>M mode</a:t>
            </a:r>
            <a:r>
              <a:rPr lang="zh-CN" altLang="en-US" dirty="0">
                <a:latin typeface="华文中宋" panose="02010600040101010101" pitchFamily="2" charset="-122"/>
                <a:ea typeface="华文中宋" panose="02010600040101010101" pitchFamily="2" charset="-122"/>
              </a:rPr>
              <a:t>，内核代码从</a:t>
            </a:r>
            <a:r>
              <a:rPr lang="en-US" altLang="zh-CN" dirty="0" err="1">
                <a:latin typeface="华文中宋" panose="02010600040101010101" pitchFamily="2" charset="-122"/>
                <a:ea typeface="华文中宋" panose="02010600040101010101" pitchFamily="2" charset="-122"/>
              </a:rPr>
              <a:t>entry.S</a:t>
            </a:r>
            <a:r>
              <a:rPr lang="zh-CN" altLang="en-US" dirty="0">
                <a:latin typeface="华文中宋" panose="02010600040101010101" pitchFamily="2" charset="-122"/>
                <a:ea typeface="华文中宋" panose="02010600040101010101" pitchFamily="2" charset="-122"/>
              </a:rPr>
              <a:t>开始运行在</a:t>
            </a:r>
            <a:r>
              <a:rPr lang="en-US" altLang="zh-CN" dirty="0">
                <a:latin typeface="华文中宋" panose="02010600040101010101" pitchFamily="2" charset="-122"/>
                <a:ea typeface="华文中宋" panose="02010600040101010101" pitchFamily="2" charset="-122"/>
              </a:rPr>
              <a:t>S mode</a:t>
            </a:r>
          </a:p>
          <a:p>
            <a:pPr marL="742950" lvl="1" indent="-285750">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启动流程遵循经典的多阶段启动模式：</a:t>
            </a:r>
            <a:r>
              <a:rPr lang="en-US" altLang="zh-CN" dirty="0">
                <a:latin typeface="华文中宋" panose="02010600040101010101" pitchFamily="2" charset="-122"/>
                <a:ea typeface="华文中宋" panose="02010600040101010101" pitchFamily="2" charset="-122"/>
              </a:rPr>
              <a:t> Bootloader   </a:t>
            </a:r>
            <a:r>
              <a:rPr lang="en-US" altLang="zh-CN" dirty="0" err="1">
                <a:latin typeface="华文中宋" panose="02010600040101010101" pitchFamily="2" charset="-122"/>
                <a:ea typeface="华文中宋" panose="02010600040101010101" pitchFamily="2" charset="-122"/>
              </a:rPr>
              <a:t>entry.S</a:t>
            </a:r>
            <a:r>
              <a:rPr lang="en-US" altLang="zh-CN" dirty="0">
                <a:latin typeface="华文中宋" panose="02010600040101010101" pitchFamily="2" charset="-122"/>
                <a:ea typeface="华文中宋" panose="02010600040101010101" pitchFamily="2" charset="-122"/>
              </a:rPr>
              <a:t>   start.cc   main.cc </a:t>
            </a:r>
            <a:endParaRPr lang="zh-CN" altLang="en-US" dirty="0">
              <a:latin typeface="华文中宋" panose="02010600040101010101" pitchFamily="2" charset="-122"/>
              <a:ea typeface="华文中宋" panose="02010600040101010101" pitchFamily="2" charset="-122"/>
            </a:endParaRPr>
          </a:p>
        </p:txBody>
      </p:sp>
      <p:sp>
        <p:nvSpPr>
          <p:cNvPr id="11" name="文本框 10">
            <a:extLst>
              <a:ext uri="{FF2B5EF4-FFF2-40B4-BE49-F238E27FC236}">
                <a16:creationId xmlns:a16="http://schemas.microsoft.com/office/drawing/2014/main" id="{EDA7527C-76D2-B546-BD24-8579A416EEF6}"/>
              </a:ext>
            </a:extLst>
          </p:cNvPr>
          <p:cNvSpPr txBox="1"/>
          <p:nvPr/>
        </p:nvSpPr>
        <p:spPr>
          <a:xfrm>
            <a:off x="543101" y="3558838"/>
            <a:ext cx="6102990" cy="2812821"/>
          </a:xfrm>
          <a:prstGeom prst="rect">
            <a:avLst/>
          </a:prstGeom>
          <a:noFill/>
        </p:spPr>
        <p:txBody>
          <a:bodyPr wrap="square">
            <a:spAutoFit/>
          </a:bodyPr>
          <a:lstStyle/>
          <a:p>
            <a:pPr marL="285750" indent="-285750">
              <a:buFont typeface="Wingdings" panose="05000000000000000000" pitchFamily="2" charset="2"/>
              <a:buChar char="u"/>
            </a:pPr>
            <a:r>
              <a:rPr lang="en-US" altLang="zh-CN" b="1" dirty="0" err="1">
                <a:latin typeface="华文中宋" panose="02010600040101010101" pitchFamily="2" charset="-122"/>
                <a:ea typeface="华文中宋" panose="02010600040101010101" pitchFamily="2" charset="-122"/>
              </a:rPr>
              <a:t>LoongArch</a:t>
            </a:r>
            <a:r>
              <a:rPr lang="zh-CN" altLang="en-US" b="1" dirty="0">
                <a:latin typeface="华文中宋" panose="02010600040101010101" pitchFamily="2" charset="-122"/>
                <a:ea typeface="华文中宋" panose="02010600040101010101" pitchFamily="2" charset="-122"/>
              </a:rPr>
              <a:t>启动流程</a:t>
            </a:r>
            <a:endParaRPr lang="en-US" altLang="zh-CN" b="1" dirty="0">
              <a:latin typeface="华文中宋" panose="02010600040101010101" pitchFamily="2" charset="-122"/>
              <a:ea typeface="华文中宋" panose="02010600040101010101" pitchFamily="2" charset="-122"/>
            </a:endParaRPr>
          </a:p>
          <a:p>
            <a:pPr marL="742950" lvl="1" indent="-285750">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采用</a:t>
            </a:r>
            <a:r>
              <a:rPr lang="en-US" altLang="zh-CN" dirty="0" err="1">
                <a:latin typeface="华文中宋" panose="02010600040101010101" pitchFamily="2" charset="-122"/>
                <a:ea typeface="华文中宋" panose="02010600040101010101" pitchFamily="2" charset="-122"/>
              </a:rPr>
              <a:t>LoongArch</a:t>
            </a:r>
            <a:r>
              <a:rPr lang="zh-CN" altLang="en-US" dirty="0">
                <a:latin typeface="华文中宋" panose="02010600040101010101" pitchFamily="2" charset="-122"/>
                <a:ea typeface="华文中宋" panose="02010600040101010101" pitchFamily="2" charset="-122"/>
              </a:rPr>
              <a:t>原生启动方式，通过</a:t>
            </a:r>
            <a:r>
              <a:rPr lang="en-US" altLang="zh-CN" dirty="0">
                <a:latin typeface="华文中宋" panose="02010600040101010101" pitchFamily="2" charset="-122"/>
                <a:ea typeface="华文中宋" panose="02010600040101010101" pitchFamily="2" charset="-122"/>
              </a:rPr>
              <a:t>ACPI</a:t>
            </a:r>
            <a:r>
              <a:rPr lang="zh-CN" altLang="en-US" dirty="0">
                <a:latin typeface="华文中宋" panose="02010600040101010101" pitchFamily="2" charset="-122"/>
                <a:ea typeface="华文中宋" panose="02010600040101010101" pitchFamily="2" charset="-122"/>
              </a:rPr>
              <a:t>等标准接口进行硬件初始化</a:t>
            </a:r>
            <a:endParaRPr lang="en-US" altLang="zh-CN" dirty="0">
              <a:latin typeface="华文中宋" panose="02010600040101010101" pitchFamily="2" charset="-122"/>
              <a:ea typeface="华文中宋" panose="02010600040101010101" pitchFamily="2" charset="-122"/>
            </a:endParaRPr>
          </a:p>
          <a:p>
            <a:pPr marL="742950" lvl="1" indent="-285750">
              <a:lnSpc>
                <a:spcPct val="150000"/>
              </a:lnSpc>
              <a:buFont typeface="Arial" panose="020B0604020202020204" pitchFamily="34" charset="0"/>
              <a:buChar char="•"/>
            </a:pPr>
            <a:r>
              <a:rPr lang="en-US" altLang="zh-CN" dirty="0" err="1">
                <a:latin typeface="华文中宋" panose="02010600040101010101" pitchFamily="2" charset="-122"/>
                <a:ea typeface="华文中宋" panose="02010600040101010101" pitchFamily="2" charset="-122"/>
              </a:rPr>
              <a:t>loongarch</a:t>
            </a:r>
            <a:r>
              <a:rPr lang="zh-CN" altLang="en-US" dirty="0">
                <a:latin typeface="华文中宋" panose="02010600040101010101" pitchFamily="2" charset="-122"/>
                <a:ea typeface="华文中宋" panose="02010600040101010101" pitchFamily="2" charset="-122"/>
              </a:rPr>
              <a:t>部分将</a:t>
            </a:r>
            <a:r>
              <a:rPr lang="en-US" altLang="zh-CN" dirty="0">
                <a:latin typeface="华文中宋" panose="02010600040101010101" pitchFamily="2" charset="-122"/>
                <a:ea typeface="华文中宋" panose="02010600040101010101" pitchFamily="2" charset="-122"/>
              </a:rPr>
              <a:t>start.cc</a:t>
            </a:r>
            <a:r>
              <a:rPr lang="zh-CN" altLang="en-US" dirty="0">
                <a:latin typeface="华文中宋" panose="02010600040101010101" pitchFamily="2" charset="-122"/>
                <a:ea typeface="华文中宋" panose="02010600040101010101" pitchFamily="2" charset="-122"/>
              </a:rPr>
              <a:t>阶段合并到</a:t>
            </a:r>
            <a:r>
              <a:rPr lang="en-US" altLang="zh-CN" dirty="0" err="1">
                <a:latin typeface="华文中宋" panose="02010600040101010101" pitchFamily="2" charset="-122"/>
                <a:ea typeface="华文中宋" panose="02010600040101010101" pitchFamily="2" charset="-122"/>
              </a:rPr>
              <a:t>entry.S</a:t>
            </a:r>
            <a:r>
              <a:rPr lang="zh-CN" altLang="en-US" dirty="0">
                <a:latin typeface="华文中宋" panose="02010600040101010101" pitchFamily="2" charset="-122"/>
                <a:ea typeface="华文中宋" panose="02010600040101010101" pitchFamily="2" charset="-122"/>
              </a:rPr>
              <a:t>中，在其中完成设置设备操作空间、设置指令数据访问空间，</a:t>
            </a:r>
            <a:r>
              <a:rPr lang="en-US" altLang="zh-CN" dirty="0">
                <a:latin typeface="华文中宋" panose="02010600040101010101" pitchFamily="2" charset="-122"/>
                <a:ea typeface="华文中宋" panose="02010600040101010101" pitchFamily="2" charset="-122"/>
              </a:rPr>
              <a:t>CSR</a:t>
            </a:r>
            <a:r>
              <a:rPr lang="zh-CN" altLang="en-US" dirty="0">
                <a:latin typeface="华文中宋" panose="02010600040101010101" pitchFamily="2" charset="-122"/>
                <a:ea typeface="华文中宋" panose="02010600040101010101" pitchFamily="2" charset="-122"/>
              </a:rPr>
              <a:t>寄存器的初始化，以及栈空间的设定，并开启</a:t>
            </a:r>
            <a:r>
              <a:rPr lang="en-US" altLang="zh-CN" dirty="0" err="1">
                <a:latin typeface="华文中宋" panose="02010600040101010101" pitchFamily="2" charset="-122"/>
                <a:ea typeface="华文中宋" panose="02010600040101010101" pitchFamily="2" charset="-122"/>
              </a:rPr>
              <a:t>fpu</a:t>
            </a:r>
            <a:r>
              <a:rPr lang="zh-CN" altLang="en-US" dirty="0">
                <a:latin typeface="华文中宋" panose="02010600040101010101" pitchFamily="2" charset="-122"/>
                <a:ea typeface="华文中宋" panose="02010600040101010101" pitchFamily="2" charset="-122"/>
              </a:rPr>
              <a:t>浮点数指令。</a:t>
            </a:r>
          </a:p>
        </p:txBody>
      </p:sp>
    </p:spTree>
    <p:extLst>
      <p:ext uri="{BB962C8B-B14F-4D97-AF65-F5344CB8AC3E}">
        <p14:creationId xmlns:p14="http://schemas.microsoft.com/office/powerpoint/2010/main" val="742245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DC336-3C8A-E2FE-7F80-27B621261A4A}"/>
            </a:ext>
          </a:extLst>
        </p:cNvPr>
        <p:cNvGrpSpPr/>
        <p:nvPr/>
      </p:nvGrpSpPr>
      <p:grpSpPr>
        <a:xfrm>
          <a:off x="0" y="0"/>
          <a:ext cx="0" cy="0"/>
          <a:chOff x="0" y="0"/>
          <a:chExt cx="0" cy="0"/>
        </a:xfrm>
      </p:grpSpPr>
      <p:sp>
        <p:nvSpPr>
          <p:cNvPr id="45" name="矩形: 圆角 44">
            <a:extLst>
              <a:ext uri="{FF2B5EF4-FFF2-40B4-BE49-F238E27FC236}">
                <a16:creationId xmlns:a16="http://schemas.microsoft.com/office/drawing/2014/main" id="{1092ACDD-5385-8B04-A17C-5DC04C3094CB}"/>
              </a:ext>
            </a:extLst>
          </p:cNvPr>
          <p:cNvSpPr/>
          <p:nvPr/>
        </p:nvSpPr>
        <p:spPr>
          <a:xfrm>
            <a:off x="3657289" y="4565929"/>
            <a:ext cx="2179969" cy="1022182"/>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sp>
        <p:nvSpPr>
          <p:cNvPr id="43" name="矩形: 圆角 42">
            <a:extLst>
              <a:ext uri="{FF2B5EF4-FFF2-40B4-BE49-F238E27FC236}">
                <a16:creationId xmlns:a16="http://schemas.microsoft.com/office/drawing/2014/main" id="{5FC96088-0896-9ADB-0F67-1106E6A39F7A}"/>
              </a:ext>
            </a:extLst>
          </p:cNvPr>
          <p:cNvSpPr/>
          <p:nvPr/>
        </p:nvSpPr>
        <p:spPr>
          <a:xfrm>
            <a:off x="4028636" y="3565181"/>
            <a:ext cx="2156234" cy="664852"/>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70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36" name="矩形: 圆角 35">
            <a:extLst>
              <a:ext uri="{FF2B5EF4-FFF2-40B4-BE49-F238E27FC236}">
                <a16:creationId xmlns:a16="http://schemas.microsoft.com/office/drawing/2014/main" id="{E0CA5532-BF7F-9DBA-B0B8-8E40B5F000E1}"/>
              </a:ext>
            </a:extLst>
          </p:cNvPr>
          <p:cNvSpPr/>
          <p:nvPr/>
        </p:nvSpPr>
        <p:spPr>
          <a:xfrm>
            <a:off x="3619984" y="1349288"/>
            <a:ext cx="2608299" cy="124562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sp>
        <p:nvSpPr>
          <p:cNvPr id="35" name="矩形: 圆角 34">
            <a:extLst>
              <a:ext uri="{FF2B5EF4-FFF2-40B4-BE49-F238E27FC236}">
                <a16:creationId xmlns:a16="http://schemas.microsoft.com/office/drawing/2014/main" id="{49B4B052-6D1F-79CE-7BBD-BBB6513CC119}"/>
              </a:ext>
            </a:extLst>
          </p:cNvPr>
          <p:cNvSpPr/>
          <p:nvPr/>
        </p:nvSpPr>
        <p:spPr>
          <a:xfrm>
            <a:off x="839553" y="1598036"/>
            <a:ext cx="2051709" cy="346165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sp>
        <p:nvSpPr>
          <p:cNvPr id="3" name="标题 2">
            <a:extLst>
              <a:ext uri="{FF2B5EF4-FFF2-40B4-BE49-F238E27FC236}">
                <a16:creationId xmlns:a16="http://schemas.microsoft.com/office/drawing/2014/main" id="{B6F1140D-A2B4-5709-5DA1-7D1D813F3C04}"/>
              </a:ext>
            </a:extLst>
          </p:cNvPr>
          <p:cNvSpPr>
            <a:spLocks noGrp="1"/>
          </p:cNvSpPr>
          <p:nvPr>
            <p:ph type="title"/>
          </p:nvPr>
        </p:nvSpPr>
        <p:spPr/>
        <p:txBody>
          <a:bodyPr/>
          <a:lstStyle/>
          <a:p>
            <a:r>
              <a:rPr lang="en-US" altLang="zh-CN" dirty="0"/>
              <a:t>2.1  </a:t>
            </a:r>
            <a:r>
              <a:rPr lang="zh-CN" altLang="en-US" dirty="0"/>
              <a:t>总体逻辑路线</a:t>
            </a:r>
            <a:r>
              <a:rPr lang="en-US" altLang="zh-CN" dirty="0"/>
              <a:t> </a:t>
            </a:r>
            <a:endParaRPr lang="zh-CN" altLang="en-US" dirty="0"/>
          </a:p>
        </p:txBody>
      </p:sp>
      <p:sp>
        <p:nvSpPr>
          <p:cNvPr id="2" name="文本框 1">
            <a:extLst>
              <a:ext uri="{FF2B5EF4-FFF2-40B4-BE49-F238E27FC236}">
                <a16:creationId xmlns:a16="http://schemas.microsoft.com/office/drawing/2014/main" id="{DFC025E0-603A-6838-7D38-F0475D2F9B5E}"/>
              </a:ext>
            </a:extLst>
          </p:cNvPr>
          <p:cNvSpPr txBox="1"/>
          <p:nvPr/>
        </p:nvSpPr>
        <p:spPr>
          <a:xfrm>
            <a:off x="977692" y="1773823"/>
            <a:ext cx="2454275" cy="868206"/>
          </a:xfrm>
          <a:prstGeom prst="rect">
            <a:avLst/>
          </a:prstGeom>
          <a:noFill/>
        </p:spPr>
        <p:txBody>
          <a:bodyPr wrap="square" lIns="180000" tIns="180000" rIns="180000" bIns="180000" rtlCol="0">
            <a:spAutoFit/>
          </a:bodyPr>
          <a:lstStyle/>
          <a:p>
            <a:pPr algn="just">
              <a:lnSpc>
                <a:spcPct val="130000"/>
              </a:lnSpc>
              <a:spcAft>
                <a:spcPts val="600"/>
              </a:spcAft>
            </a:pPr>
            <a:r>
              <a:rPr kumimoji="1" lang="en-US" altLang="zh-CN" sz="2800" dirty="0">
                <a:solidFill>
                  <a:schemeClr val="tx1">
                    <a:lumMod val="75000"/>
                    <a:lumOff val="25000"/>
                  </a:schemeClr>
                </a:solidFill>
              </a:rPr>
              <a:t>RISC V</a:t>
            </a:r>
            <a:endParaRPr kumimoji="1" lang="zh-CN" altLang="en-US" sz="2800" dirty="0">
              <a:solidFill>
                <a:schemeClr val="tx1">
                  <a:lumMod val="75000"/>
                  <a:lumOff val="25000"/>
                </a:schemeClr>
              </a:solidFill>
            </a:endParaRPr>
          </a:p>
        </p:txBody>
      </p:sp>
      <p:sp>
        <p:nvSpPr>
          <p:cNvPr id="4" name="文本框 3">
            <a:extLst>
              <a:ext uri="{FF2B5EF4-FFF2-40B4-BE49-F238E27FC236}">
                <a16:creationId xmlns:a16="http://schemas.microsoft.com/office/drawing/2014/main" id="{EC6119F0-6DA2-4DCA-6685-C57182DDE1B9}"/>
              </a:ext>
            </a:extLst>
          </p:cNvPr>
          <p:cNvSpPr txBox="1"/>
          <p:nvPr/>
        </p:nvSpPr>
        <p:spPr>
          <a:xfrm>
            <a:off x="803275" y="3735530"/>
            <a:ext cx="2149038" cy="865384"/>
          </a:xfrm>
          <a:prstGeom prst="rect">
            <a:avLst/>
          </a:prstGeom>
          <a:noFill/>
        </p:spPr>
        <p:txBody>
          <a:bodyPr wrap="square" lIns="180000" tIns="180000" rIns="180000" bIns="180000" rtlCol="0">
            <a:spAutoFit/>
          </a:bodyPr>
          <a:lstStyle/>
          <a:p>
            <a:pPr algn="just">
              <a:lnSpc>
                <a:spcPct val="130000"/>
              </a:lnSpc>
              <a:spcAft>
                <a:spcPts val="600"/>
              </a:spcAft>
            </a:pPr>
            <a:r>
              <a:rPr kumimoji="1" lang="en-US" altLang="zh-CN" sz="2800" dirty="0" err="1">
                <a:solidFill>
                  <a:schemeClr val="tx1">
                    <a:lumMod val="75000"/>
                    <a:lumOff val="25000"/>
                  </a:schemeClr>
                </a:solidFill>
              </a:rPr>
              <a:t>LoongArch</a:t>
            </a:r>
            <a:endParaRPr kumimoji="1" lang="zh-CN" altLang="en-US" sz="2800" dirty="0">
              <a:solidFill>
                <a:schemeClr val="tx1">
                  <a:lumMod val="75000"/>
                  <a:lumOff val="25000"/>
                </a:schemeClr>
              </a:solidFill>
            </a:endParaRPr>
          </a:p>
        </p:txBody>
      </p:sp>
      <p:sp>
        <p:nvSpPr>
          <p:cNvPr id="5" name="文本框 4">
            <a:extLst>
              <a:ext uri="{FF2B5EF4-FFF2-40B4-BE49-F238E27FC236}">
                <a16:creationId xmlns:a16="http://schemas.microsoft.com/office/drawing/2014/main" id="{D5FBEAB2-CA7B-6210-1EC1-EBC781A4F1AE}"/>
              </a:ext>
            </a:extLst>
          </p:cNvPr>
          <p:cNvSpPr txBox="1"/>
          <p:nvPr/>
        </p:nvSpPr>
        <p:spPr>
          <a:xfrm>
            <a:off x="4100697" y="1459079"/>
            <a:ext cx="4075665" cy="868206"/>
          </a:xfrm>
          <a:prstGeom prst="rect">
            <a:avLst/>
          </a:prstGeom>
          <a:noFill/>
        </p:spPr>
        <p:txBody>
          <a:bodyPr wrap="square" lIns="180000" tIns="180000" rIns="180000" bIns="180000" rtlCol="0">
            <a:spAutoFit/>
          </a:bodyPr>
          <a:lstStyle/>
          <a:p>
            <a:pPr algn="just">
              <a:lnSpc>
                <a:spcPct val="130000"/>
              </a:lnSpc>
              <a:spcAft>
                <a:spcPts val="600"/>
              </a:spcAft>
            </a:pPr>
            <a:r>
              <a:rPr kumimoji="1" lang="en-US" altLang="zh-CN" sz="2800" dirty="0" err="1">
                <a:solidFill>
                  <a:srgbClr val="FF0000"/>
                </a:solidFill>
              </a:rPr>
              <a:t>Entry.S</a:t>
            </a:r>
            <a:endParaRPr kumimoji="1" lang="zh-CN" altLang="en-US" sz="2800" dirty="0">
              <a:solidFill>
                <a:schemeClr val="tx1">
                  <a:lumMod val="75000"/>
                  <a:lumOff val="25000"/>
                </a:schemeClr>
              </a:solidFill>
            </a:endParaRPr>
          </a:p>
        </p:txBody>
      </p:sp>
      <p:sp>
        <p:nvSpPr>
          <p:cNvPr id="6" name="文本框 5">
            <a:extLst>
              <a:ext uri="{FF2B5EF4-FFF2-40B4-BE49-F238E27FC236}">
                <a16:creationId xmlns:a16="http://schemas.microsoft.com/office/drawing/2014/main" id="{FC7F9EF6-88FA-2FC9-2DDB-E819FCBE1D7F}"/>
              </a:ext>
            </a:extLst>
          </p:cNvPr>
          <p:cNvSpPr txBox="1"/>
          <p:nvPr/>
        </p:nvSpPr>
        <p:spPr>
          <a:xfrm>
            <a:off x="3937498" y="4635671"/>
            <a:ext cx="2867025" cy="868206"/>
          </a:xfrm>
          <a:prstGeom prst="rect">
            <a:avLst/>
          </a:prstGeom>
          <a:noFill/>
        </p:spPr>
        <p:txBody>
          <a:bodyPr wrap="square" lIns="180000" tIns="180000" rIns="180000" bIns="180000" rtlCol="0">
            <a:spAutoFit/>
          </a:bodyPr>
          <a:lstStyle/>
          <a:p>
            <a:pPr algn="just">
              <a:lnSpc>
                <a:spcPct val="130000"/>
              </a:lnSpc>
              <a:spcAft>
                <a:spcPts val="600"/>
              </a:spcAft>
            </a:pPr>
            <a:r>
              <a:rPr kumimoji="1" lang="en-US" altLang="zh-CN" sz="2800" dirty="0" err="1">
                <a:solidFill>
                  <a:srgbClr val="FF0000"/>
                </a:solidFill>
              </a:rPr>
              <a:t>Entry.S</a:t>
            </a:r>
            <a:endParaRPr kumimoji="1" lang="zh-CN" altLang="en-US" sz="2800" dirty="0">
              <a:solidFill>
                <a:schemeClr val="tx1">
                  <a:lumMod val="75000"/>
                  <a:lumOff val="25000"/>
                </a:schemeClr>
              </a:solidFill>
            </a:endParaRPr>
          </a:p>
        </p:txBody>
      </p:sp>
      <p:sp>
        <p:nvSpPr>
          <p:cNvPr id="18" name="文本框 17">
            <a:extLst>
              <a:ext uri="{FF2B5EF4-FFF2-40B4-BE49-F238E27FC236}">
                <a16:creationId xmlns:a16="http://schemas.microsoft.com/office/drawing/2014/main" id="{8DD6DBCF-5C94-36F6-897E-2311E9C7FA17}"/>
              </a:ext>
            </a:extLst>
          </p:cNvPr>
          <p:cNvSpPr txBox="1"/>
          <p:nvPr/>
        </p:nvSpPr>
        <p:spPr>
          <a:xfrm>
            <a:off x="4299165" y="3403436"/>
            <a:ext cx="2210710" cy="868206"/>
          </a:xfrm>
          <a:prstGeom prst="rect">
            <a:avLst/>
          </a:prstGeom>
          <a:noFill/>
        </p:spPr>
        <p:txBody>
          <a:bodyPr wrap="square" lIns="180000" tIns="180000" rIns="180000" bIns="180000" rtlCol="0">
            <a:spAutoFit/>
          </a:bodyPr>
          <a:lstStyle/>
          <a:p>
            <a:pPr algn="just">
              <a:lnSpc>
                <a:spcPct val="130000"/>
              </a:lnSpc>
              <a:spcAft>
                <a:spcPts val="600"/>
              </a:spcAft>
            </a:pPr>
            <a:r>
              <a:rPr kumimoji="1" lang="en-US" altLang="zh-CN" sz="2800" dirty="0">
                <a:solidFill>
                  <a:schemeClr val="tx1">
                    <a:lumMod val="75000"/>
                    <a:lumOff val="25000"/>
                  </a:schemeClr>
                </a:solidFill>
              </a:rPr>
              <a:t>Start.cc</a:t>
            </a:r>
            <a:endParaRPr kumimoji="1" lang="zh-CN" altLang="en-US" sz="2800" dirty="0">
              <a:solidFill>
                <a:srgbClr val="FF0000"/>
              </a:solidFill>
            </a:endParaRPr>
          </a:p>
        </p:txBody>
      </p:sp>
      <p:sp>
        <p:nvSpPr>
          <p:cNvPr id="19" name="文本框 18">
            <a:extLst>
              <a:ext uri="{FF2B5EF4-FFF2-40B4-BE49-F238E27FC236}">
                <a16:creationId xmlns:a16="http://schemas.microsoft.com/office/drawing/2014/main" id="{C8A95204-7B04-289A-FF3C-3EA507802A0A}"/>
              </a:ext>
            </a:extLst>
          </p:cNvPr>
          <p:cNvSpPr txBox="1"/>
          <p:nvPr/>
        </p:nvSpPr>
        <p:spPr>
          <a:xfrm>
            <a:off x="6489543" y="4240183"/>
            <a:ext cx="1918710" cy="1907785"/>
          </a:xfrm>
          <a:prstGeom prst="rect">
            <a:avLst/>
          </a:prstGeom>
          <a:noFill/>
        </p:spPr>
        <p:txBody>
          <a:bodyPr wrap="square" lIns="180000" tIns="180000" rIns="180000" bIns="180000" rtlCol="0">
            <a:spAutoFit/>
          </a:bodyPr>
          <a:lstStyle/>
          <a:p>
            <a:pPr algn="just">
              <a:lnSpc>
                <a:spcPct val="130000"/>
              </a:lnSpc>
              <a:spcAft>
                <a:spcPts val="600"/>
              </a:spcAft>
            </a:pPr>
            <a:r>
              <a:rPr kumimoji="1" lang="en-US" altLang="zh-CN" sz="2400" dirty="0">
                <a:solidFill>
                  <a:schemeClr val="tx1">
                    <a:lumMod val="75000"/>
                    <a:lumOff val="25000"/>
                  </a:schemeClr>
                </a:solidFill>
              </a:rPr>
              <a:t>CSR</a:t>
            </a:r>
          </a:p>
          <a:p>
            <a:pPr algn="just">
              <a:lnSpc>
                <a:spcPct val="130000"/>
              </a:lnSpc>
              <a:spcAft>
                <a:spcPts val="600"/>
              </a:spcAft>
            </a:pPr>
            <a:r>
              <a:rPr kumimoji="1" lang="en-US" altLang="zh-CN" sz="2400" dirty="0">
                <a:solidFill>
                  <a:schemeClr val="tx1">
                    <a:lumMod val="75000"/>
                    <a:lumOff val="25000"/>
                  </a:schemeClr>
                </a:solidFill>
              </a:rPr>
              <a:t>DMWIN</a:t>
            </a:r>
          </a:p>
          <a:p>
            <a:pPr algn="just">
              <a:lnSpc>
                <a:spcPct val="130000"/>
              </a:lnSpc>
              <a:spcAft>
                <a:spcPts val="600"/>
              </a:spcAft>
            </a:pPr>
            <a:r>
              <a:rPr kumimoji="1" lang="en-US" altLang="zh-CN" sz="2400" dirty="0">
                <a:solidFill>
                  <a:schemeClr val="tx1">
                    <a:lumMod val="75000"/>
                    <a:lumOff val="25000"/>
                  </a:schemeClr>
                </a:solidFill>
              </a:rPr>
              <a:t>…</a:t>
            </a:r>
          </a:p>
        </p:txBody>
      </p:sp>
      <p:cxnSp>
        <p:nvCxnSpPr>
          <p:cNvPr id="22" name="直接箭头连接符 21">
            <a:extLst>
              <a:ext uri="{FF2B5EF4-FFF2-40B4-BE49-F238E27FC236}">
                <a16:creationId xmlns:a16="http://schemas.microsoft.com/office/drawing/2014/main" id="{17AC56DB-D101-64D6-6F45-D3BEF6BCA942}"/>
              </a:ext>
            </a:extLst>
          </p:cNvPr>
          <p:cNvCxnSpPr>
            <a:cxnSpLocks/>
          </p:cNvCxnSpPr>
          <p:nvPr/>
        </p:nvCxnSpPr>
        <p:spPr>
          <a:xfrm>
            <a:off x="2709507" y="2243931"/>
            <a:ext cx="910477" cy="7729"/>
          </a:xfrm>
          <a:prstGeom prst="straightConnector1">
            <a:avLst/>
          </a:prstGeom>
          <a:ln w="7620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a:extLst>
              <a:ext uri="{FF2B5EF4-FFF2-40B4-BE49-F238E27FC236}">
                <a16:creationId xmlns:a16="http://schemas.microsoft.com/office/drawing/2014/main" id="{C7330F20-66B6-98FE-9252-8FC3FF31AC36}"/>
              </a:ext>
            </a:extLst>
          </p:cNvPr>
          <p:cNvCxnSpPr>
            <a:cxnSpLocks/>
          </p:cNvCxnSpPr>
          <p:nvPr/>
        </p:nvCxnSpPr>
        <p:spPr>
          <a:xfrm>
            <a:off x="2320284" y="4500678"/>
            <a:ext cx="1320526" cy="670934"/>
          </a:xfrm>
          <a:prstGeom prst="straightConnector1">
            <a:avLst/>
          </a:prstGeom>
          <a:ln w="7620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a:extLst>
              <a:ext uri="{FF2B5EF4-FFF2-40B4-BE49-F238E27FC236}">
                <a16:creationId xmlns:a16="http://schemas.microsoft.com/office/drawing/2014/main" id="{635B3BB3-9748-1BC8-9858-9B961B505E39}"/>
              </a:ext>
            </a:extLst>
          </p:cNvPr>
          <p:cNvCxnSpPr>
            <a:cxnSpLocks/>
          </p:cNvCxnSpPr>
          <p:nvPr/>
        </p:nvCxnSpPr>
        <p:spPr>
          <a:xfrm>
            <a:off x="5106753" y="2539626"/>
            <a:ext cx="0" cy="923495"/>
          </a:xfrm>
          <a:prstGeom prst="straightConnector1">
            <a:avLst/>
          </a:prstGeom>
          <a:ln w="7620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31" name="箭头: 右 30">
            <a:extLst>
              <a:ext uri="{FF2B5EF4-FFF2-40B4-BE49-F238E27FC236}">
                <a16:creationId xmlns:a16="http://schemas.microsoft.com/office/drawing/2014/main" id="{1BE5BBBB-1F43-77D4-8103-C732E3666955}"/>
              </a:ext>
            </a:extLst>
          </p:cNvPr>
          <p:cNvSpPr/>
          <p:nvPr/>
        </p:nvSpPr>
        <p:spPr>
          <a:xfrm>
            <a:off x="7321513" y="2891203"/>
            <a:ext cx="967482" cy="458374"/>
          </a:xfrm>
          <a:prstGeom prst="rightArrow">
            <a:avLst>
              <a:gd name="adj1" fmla="val 50000"/>
              <a:gd name="adj2" fmla="val 87997"/>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sp>
        <p:nvSpPr>
          <p:cNvPr id="34" name="左大括号 33">
            <a:extLst>
              <a:ext uri="{FF2B5EF4-FFF2-40B4-BE49-F238E27FC236}">
                <a16:creationId xmlns:a16="http://schemas.microsoft.com/office/drawing/2014/main" id="{4C9AD6BF-C35B-1699-434E-F5C909A378BB}"/>
              </a:ext>
            </a:extLst>
          </p:cNvPr>
          <p:cNvSpPr/>
          <p:nvPr/>
        </p:nvSpPr>
        <p:spPr>
          <a:xfrm>
            <a:off x="5837258" y="4719905"/>
            <a:ext cx="391025" cy="984895"/>
          </a:xfrm>
          <a:prstGeom prst="leftBrace">
            <a:avLst/>
          </a:prstGeom>
          <a:ln w="57150">
            <a:solidFill>
              <a:schemeClr val="accent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6F1762E6-9044-A6DF-9E60-C3E379AD7486}"/>
              </a:ext>
            </a:extLst>
          </p:cNvPr>
          <p:cNvGrpSpPr/>
          <p:nvPr/>
        </p:nvGrpSpPr>
        <p:grpSpPr>
          <a:xfrm>
            <a:off x="8759520" y="2511460"/>
            <a:ext cx="2205622" cy="1733251"/>
            <a:chOff x="6859979" y="1806919"/>
            <a:chExt cx="2210935" cy="941598"/>
          </a:xfrm>
        </p:grpSpPr>
        <p:sp>
          <p:nvSpPr>
            <p:cNvPr id="41" name="矩形: 圆角 40">
              <a:extLst>
                <a:ext uri="{FF2B5EF4-FFF2-40B4-BE49-F238E27FC236}">
                  <a16:creationId xmlns:a16="http://schemas.microsoft.com/office/drawing/2014/main" id="{4F79CDFF-6A86-1B5A-1CD0-9B772FE13E0A}"/>
                </a:ext>
              </a:extLst>
            </p:cNvPr>
            <p:cNvSpPr/>
            <p:nvPr/>
          </p:nvSpPr>
          <p:spPr>
            <a:xfrm>
              <a:off x="6859979" y="1806919"/>
              <a:ext cx="1817017" cy="718672"/>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sp>
          <p:nvSpPr>
            <p:cNvPr id="11" name="文本框 10">
              <a:extLst>
                <a:ext uri="{FF2B5EF4-FFF2-40B4-BE49-F238E27FC236}">
                  <a16:creationId xmlns:a16="http://schemas.microsoft.com/office/drawing/2014/main" id="{A54CF403-C24F-3770-BA72-1B10C42892F9}"/>
                </a:ext>
              </a:extLst>
            </p:cNvPr>
            <p:cNvSpPr txBox="1"/>
            <p:nvPr/>
          </p:nvSpPr>
          <p:spPr>
            <a:xfrm>
              <a:off x="7013994" y="1880311"/>
              <a:ext cx="2056920" cy="868206"/>
            </a:xfrm>
            <a:prstGeom prst="rect">
              <a:avLst/>
            </a:prstGeom>
            <a:noFill/>
          </p:spPr>
          <p:txBody>
            <a:bodyPr wrap="square" lIns="180000" tIns="180000" rIns="180000" bIns="180000" rtlCol="0">
              <a:spAutoFit/>
            </a:bodyPr>
            <a:lstStyle/>
            <a:p>
              <a:pPr algn="just">
                <a:lnSpc>
                  <a:spcPct val="130000"/>
                </a:lnSpc>
                <a:spcAft>
                  <a:spcPts val="600"/>
                </a:spcAft>
              </a:pPr>
              <a:r>
                <a:rPr kumimoji="1" lang="en-US" altLang="zh-CN" sz="2800" dirty="0">
                  <a:solidFill>
                    <a:srgbClr val="FF0000"/>
                  </a:solidFill>
                </a:rPr>
                <a:t>Main.cc</a:t>
              </a:r>
              <a:endParaRPr kumimoji="1" lang="zh-CN" altLang="en-US" sz="2800" dirty="0">
                <a:solidFill>
                  <a:schemeClr val="tx1">
                    <a:lumMod val="75000"/>
                    <a:lumOff val="25000"/>
                  </a:schemeClr>
                </a:solidFill>
              </a:endParaRPr>
            </a:p>
          </p:txBody>
        </p:sp>
      </p:grpSp>
      <p:sp>
        <p:nvSpPr>
          <p:cNvPr id="14" name="文本框 13">
            <a:extLst>
              <a:ext uri="{FF2B5EF4-FFF2-40B4-BE49-F238E27FC236}">
                <a16:creationId xmlns:a16="http://schemas.microsoft.com/office/drawing/2014/main" id="{165B1EC3-90BE-0155-E9B1-7E9CCC84EC77}"/>
              </a:ext>
            </a:extLst>
          </p:cNvPr>
          <p:cNvSpPr txBox="1"/>
          <p:nvPr/>
        </p:nvSpPr>
        <p:spPr>
          <a:xfrm>
            <a:off x="8820459" y="4865491"/>
            <a:ext cx="2436527" cy="1200329"/>
          </a:xfrm>
          <a:prstGeom prst="rect">
            <a:avLst/>
          </a:prstGeom>
          <a:noFill/>
        </p:spPr>
        <p:txBody>
          <a:bodyPr wrap="square">
            <a:spAutoFit/>
          </a:bodyPr>
          <a:lstStyle/>
          <a:p>
            <a:pPr marL="285750" indent="-285750">
              <a:buFont typeface="Arial" panose="020B0604020202020204" pitchFamily="34" charset="0"/>
              <a:buChar char="•"/>
            </a:pPr>
            <a:r>
              <a:rPr lang="zh-CN" altLang="en-US" dirty="0"/>
              <a:t>统一的抽象层</a:t>
            </a:r>
            <a:endParaRPr lang="en-US" altLang="zh-CN" dirty="0"/>
          </a:p>
          <a:p>
            <a:pPr marL="285750" indent="-285750">
              <a:buFont typeface="Arial" panose="020B0604020202020204" pitchFamily="34" charset="0"/>
              <a:buChar char="•"/>
            </a:pPr>
            <a:r>
              <a:rPr lang="zh-CN" altLang="en-US" dirty="0"/>
              <a:t>架构特定优化</a:t>
            </a:r>
            <a:endParaRPr lang="en-US" altLang="zh-CN" dirty="0"/>
          </a:p>
          <a:p>
            <a:pPr marL="285750" indent="-285750">
              <a:buFont typeface="Arial" panose="020B0604020202020204" pitchFamily="34" charset="0"/>
              <a:buChar char="•"/>
            </a:pPr>
            <a:r>
              <a:rPr lang="zh-CN" altLang="en-US" dirty="0"/>
              <a:t>模块化设计</a:t>
            </a:r>
            <a:endParaRPr lang="en-US" altLang="zh-CN" dirty="0"/>
          </a:p>
          <a:p>
            <a:pPr marL="285750" indent="-285750">
              <a:buFont typeface="Arial" panose="020B0604020202020204" pitchFamily="34" charset="0"/>
              <a:buChar char="•"/>
            </a:pPr>
            <a:r>
              <a:rPr lang="zh-CN" altLang="en-US" dirty="0"/>
              <a:t>面向对象实现</a:t>
            </a:r>
          </a:p>
        </p:txBody>
      </p:sp>
    </p:spTree>
    <p:extLst>
      <p:ext uri="{BB962C8B-B14F-4D97-AF65-F5344CB8AC3E}">
        <p14:creationId xmlns:p14="http://schemas.microsoft.com/office/powerpoint/2010/main" val="803521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1000"/>
                                        <p:tgtEl>
                                          <p:spTgt spid="31"/>
                                        </p:tgtEl>
                                      </p:cBhvr>
                                    </p:animEffect>
                                    <p:anim calcmode="lin" valueType="num">
                                      <p:cBhvr>
                                        <p:cTn id="32" dur="1000" fill="hold"/>
                                        <p:tgtEl>
                                          <p:spTgt spid="31"/>
                                        </p:tgtEl>
                                        <p:attrNameLst>
                                          <p:attrName>ppt_x</p:attrName>
                                        </p:attrNameLst>
                                      </p:cBhvr>
                                      <p:tavLst>
                                        <p:tav tm="0">
                                          <p:val>
                                            <p:strVal val="#ppt_x"/>
                                          </p:val>
                                        </p:tav>
                                        <p:tav tm="100000">
                                          <p:val>
                                            <p:strVal val="#ppt_x"/>
                                          </p:val>
                                        </p:tav>
                                      </p:tavLst>
                                    </p:anim>
                                    <p:anim calcmode="lin" valueType="num">
                                      <p:cBhvr>
                                        <p:cTn id="3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6"/>
                                        </p:tgtEl>
                                        <p:attrNameLst>
                                          <p:attrName>style.visibility</p:attrName>
                                        </p:attrNameLst>
                                      </p:cBhvr>
                                      <p:to>
                                        <p:strVal val="visible"/>
                                      </p:to>
                                    </p:set>
                                    <p:anim calcmode="lin" valueType="num">
                                      <p:cBhvr additive="base">
                                        <p:cTn id="38" dur="500" fill="hold"/>
                                        <p:tgtEl>
                                          <p:spTgt spid="26"/>
                                        </p:tgtEl>
                                        <p:attrNameLst>
                                          <p:attrName>ppt_x</p:attrName>
                                        </p:attrNameLst>
                                      </p:cBhvr>
                                      <p:tavLst>
                                        <p:tav tm="0">
                                          <p:val>
                                            <p:strVal val="#ppt_x"/>
                                          </p:val>
                                        </p:tav>
                                        <p:tav tm="100000">
                                          <p:val>
                                            <p:strVal val="#ppt_x"/>
                                          </p:val>
                                        </p:tav>
                                      </p:tavLst>
                                    </p:anim>
                                    <p:anim calcmode="lin" valueType="num">
                                      <p:cBhvr additive="base">
                                        <p:cTn id="39" dur="500" fill="hold"/>
                                        <p:tgtEl>
                                          <p:spTgt spid="26"/>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500" fill="hold"/>
                                        <p:tgtEl>
                                          <p:spTgt spid="18"/>
                                        </p:tgtEl>
                                        <p:attrNameLst>
                                          <p:attrName>ppt_x</p:attrName>
                                        </p:attrNameLst>
                                      </p:cBhvr>
                                      <p:tavLst>
                                        <p:tav tm="0">
                                          <p:val>
                                            <p:strVal val="#ppt_x"/>
                                          </p:val>
                                        </p:tav>
                                        <p:tav tm="100000">
                                          <p:val>
                                            <p:strVal val="#ppt_x"/>
                                          </p:val>
                                        </p:tav>
                                      </p:tavLst>
                                    </p:anim>
                                    <p:anim calcmode="lin" valueType="num">
                                      <p:cBhvr additive="base">
                                        <p:cTn id="4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 calcmode="lin" valueType="num">
                                      <p:cBhvr additive="base">
                                        <p:cTn id="48" dur="500" fill="hold"/>
                                        <p:tgtEl>
                                          <p:spTgt spid="24"/>
                                        </p:tgtEl>
                                        <p:attrNameLst>
                                          <p:attrName>ppt_x</p:attrName>
                                        </p:attrNameLst>
                                      </p:cBhvr>
                                      <p:tavLst>
                                        <p:tav tm="0">
                                          <p:val>
                                            <p:strVal val="#ppt_x"/>
                                          </p:val>
                                        </p:tav>
                                        <p:tav tm="100000">
                                          <p:val>
                                            <p:strVal val="#ppt_x"/>
                                          </p:val>
                                        </p:tav>
                                      </p:tavLst>
                                    </p:anim>
                                    <p:anim calcmode="lin" valueType="num">
                                      <p:cBhvr additive="base">
                                        <p:cTn id="49" dur="500" fill="hold"/>
                                        <p:tgtEl>
                                          <p:spTgt spid="24"/>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cBhvr additive="base">
                                        <p:cTn id="52" dur="500" fill="hold"/>
                                        <p:tgtEl>
                                          <p:spTgt spid="34"/>
                                        </p:tgtEl>
                                        <p:attrNameLst>
                                          <p:attrName>ppt_x</p:attrName>
                                        </p:attrNameLst>
                                      </p:cBhvr>
                                      <p:tavLst>
                                        <p:tav tm="0">
                                          <p:val>
                                            <p:strVal val="#ppt_x"/>
                                          </p:val>
                                        </p:tav>
                                        <p:tav tm="100000">
                                          <p:val>
                                            <p:strVal val="#ppt_x"/>
                                          </p:val>
                                        </p:tav>
                                      </p:tavLst>
                                    </p:anim>
                                    <p:anim calcmode="lin" valueType="num">
                                      <p:cBhvr additive="base">
                                        <p:cTn id="53" dur="500" fill="hold"/>
                                        <p:tgtEl>
                                          <p:spTgt spid="34"/>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additive="base">
                                        <p:cTn id="56" dur="500" fill="hold"/>
                                        <p:tgtEl>
                                          <p:spTgt spid="6"/>
                                        </p:tgtEl>
                                        <p:attrNameLst>
                                          <p:attrName>ppt_x</p:attrName>
                                        </p:attrNameLst>
                                      </p:cBhvr>
                                      <p:tavLst>
                                        <p:tav tm="0">
                                          <p:val>
                                            <p:strVal val="#ppt_x"/>
                                          </p:val>
                                        </p:tav>
                                        <p:tav tm="100000">
                                          <p:val>
                                            <p:strVal val="#ppt_x"/>
                                          </p:val>
                                        </p:tav>
                                      </p:tavLst>
                                    </p:anim>
                                    <p:anim calcmode="lin" valueType="num">
                                      <p:cBhvr additive="base">
                                        <p:cTn id="57" dur="500" fill="hold"/>
                                        <p:tgtEl>
                                          <p:spTgt spid="6"/>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additive="base">
                                        <p:cTn id="60" dur="500" fill="hold"/>
                                        <p:tgtEl>
                                          <p:spTgt spid="19"/>
                                        </p:tgtEl>
                                        <p:attrNameLst>
                                          <p:attrName>ppt_x</p:attrName>
                                        </p:attrNameLst>
                                      </p:cBhvr>
                                      <p:tavLst>
                                        <p:tav tm="0">
                                          <p:val>
                                            <p:strVal val="#ppt_x"/>
                                          </p:val>
                                        </p:tav>
                                        <p:tav tm="100000">
                                          <p:val>
                                            <p:strVal val="#ppt_x"/>
                                          </p:val>
                                        </p:tav>
                                      </p:tavLst>
                                    </p:anim>
                                    <p:anim calcmode="lin" valueType="num">
                                      <p:cBhvr additive="base">
                                        <p:cTn id="61" dur="500" fill="hold"/>
                                        <p:tgtEl>
                                          <p:spTgt spid="19"/>
                                        </p:tgtEl>
                                        <p:attrNameLst>
                                          <p:attrName>ppt_y</p:attrName>
                                        </p:attrNameLst>
                                      </p:cBhvr>
                                      <p:tavLst>
                                        <p:tav tm="0">
                                          <p:val>
                                            <p:strVal val="1+#ppt_h/2"/>
                                          </p:val>
                                        </p:tav>
                                        <p:tav tm="100000">
                                          <p:val>
                                            <p:strVal val="#ppt_y"/>
                                          </p:val>
                                        </p:tav>
                                      </p:tavLst>
                                    </p:anim>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500"/>
                                        <p:tgtEl>
                                          <p:spTgt spid="3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500"/>
                                        <p:tgtEl>
                                          <p:spTgt spid="3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500"/>
                                        <p:tgtEl>
                                          <p:spTgt spid="4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fade">
                                      <p:cBhvr>
                                        <p:cTn id="7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3" grpId="0" animBg="1"/>
      <p:bldP spid="36" grpId="0" animBg="1"/>
      <p:bldP spid="35" grpId="0" animBg="1"/>
      <p:bldP spid="2" grpId="0"/>
      <p:bldP spid="4" grpId="0"/>
      <p:bldP spid="5" grpId="0"/>
      <p:bldP spid="6" grpId="0"/>
      <p:bldP spid="18" grpId="0"/>
      <p:bldP spid="19" grpId="0"/>
      <p:bldP spid="31"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D9CF-3A54-609B-1ACE-953DE74BF1E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CBB2495-24C4-998E-5EA5-32235D49B2F7}"/>
              </a:ext>
            </a:extLst>
          </p:cNvPr>
          <p:cNvSpPr>
            <a:spLocks noGrp="1"/>
          </p:cNvSpPr>
          <p:nvPr>
            <p:ph type="title"/>
          </p:nvPr>
        </p:nvSpPr>
        <p:spPr>
          <a:xfrm>
            <a:off x="1138835" y="300326"/>
            <a:ext cx="8970989" cy="663575"/>
          </a:xfrm>
        </p:spPr>
        <p:txBody>
          <a:bodyPr/>
          <a:lstStyle/>
          <a:p>
            <a:r>
              <a:rPr lang="en-US" altLang="zh-CN" dirty="0">
                <a:latin typeface="华文中宋" panose="02010600040101010101" pitchFamily="2" charset="-122"/>
                <a:ea typeface="华文中宋" panose="02010600040101010101" pitchFamily="2" charset="-122"/>
              </a:rPr>
              <a:t>2.2  </a:t>
            </a:r>
            <a:r>
              <a:rPr lang="zh-CN" altLang="en-US" dirty="0">
                <a:latin typeface="华文中宋" panose="02010600040101010101" pitchFamily="2" charset="-122"/>
                <a:ea typeface="华文中宋" panose="02010600040101010101" pitchFamily="2" charset="-122"/>
              </a:rPr>
              <a:t>中断管理器</a:t>
            </a:r>
          </a:p>
        </p:txBody>
      </p:sp>
      <p:sp>
        <p:nvSpPr>
          <p:cNvPr id="53" name="文本框 52">
            <a:extLst>
              <a:ext uri="{FF2B5EF4-FFF2-40B4-BE49-F238E27FC236}">
                <a16:creationId xmlns:a16="http://schemas.microsoft.com/office/drawing/2014/main" id="{7BF0EA61-CD8B-F010-BB2D-9C0D8EFA2513}"/>
              </a:ext>
            </a:extLst>
          </p:cNvPr>
          <p:cNvSpPr txBox="1"/>
          <p:nvPr/>
        </p:nvSpPr>
        <p:spPr>
          <a:xfrm>
            <a:off x="5763572" y="1030001"/>
            <a:ext cx="5704252" cy="5600527"/>
          </a:xfrm>
          <a:prstGeom prst="rect">
            <a:avLst/>
          </a:prstGeom>
          <a:noFill/>
        </p:spPr>
        <p:txBody>
          <a:bodyPr wrap="square" lIns="180000" tIns="180000" rIns="180000" bIns="180000" rtlCol="0">
            <a:spAutoFit/>
          </a:bodyPr>
          <a:lstStyle/>
          <a:p>
            <a:pPr algn="just">
              <a:lnSpc>
                <a:spcPct val="130000"/>
              </a:lnSpc>
              <a:spcAft>
                <a:spcPts val="600"/>
              </a:spcAft>
            </a:pP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F7LY</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在其底层根据</a:t>
            </a: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RISC V</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和</a:t>
            </a:r>
            <a:r>
              <a:rPr kumimoji="1" lang="en-US" altLang="zh-CN" dirty="0" err="1">
                <a:solidFill>
                  <a:schemeClr val="tx1">
                    <a:lumMod val="75000"/>
                    <a:lumOff val="25000"/>
                  </a:schemeClr>
                </a:solidFill>
                <a:latin typeface="华文中宋" panose="02010600040101010101" pitchFamily="2" charset="-122"/>
                <a:ea typeface="华文中宋" panose="02010600040101010101" pitchFamily="2" charset="-122"/>
              </a:rPr>
              <a:t>loongarch</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的不同硬件设备使用而封装了不同的中断处理器，在不同文件夹下实现了</a:t>
            </a: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PLIC</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a:t>
            </a: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EXTIOI</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a:t>
            </a: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APIC</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的驱动并应用在中断处理之中。</a:t>
            </a:r>
            <a:endPar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endPar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endParaRPr>
          </a:p>
          <a:p>
            <a:pPr marL="285750" indent="-285750" algn="just">
              <a:lnSpc>
                <a:spcPct val="130000"/>
              </a:lnSpc>
              <a:spcAft>
                <a:spcPts val="600"/>
              </a:spcAft>
              <a:buFont typeface="Arial" panose="020B0604020202020204" pitchFamily="34" charset="0"/>
              <a:buChar char="•"/>
            </a:pP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RISC V</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在处理中设定了中断处理的入口（</a:t>
            </a:r>
            <a:r>
              <a:rPr kumimoji="1" lang="en-US" altLang="zh-CN" dirty="0" err="1">
                <a:solidFill>
                  <a:schemeClr val="tx1">
                    <a:lumMod val="75000"/>
                    <a:lumOff val="25000"/>
                  </a:schemeClr>
                </a:solidFill>
                <a:latin typeface="华文中宋" panose="02010600040101010101" pitchFamily="2" charset="-122"/>
                <a:ea typeface="华文中宋" panose="02010600040101010101" pitchFamily="2" charset="-122"/>
              </a:rPr>
              <a:t>uservec</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）以及返回的入口</a:t>
            </a: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a:t>
            </a:r>
            <a:r>
              <a:rPr kumimoji="1" lang="en-US" altLang="zh-CN" dirty="0" err="1">
                <a:solidFill>
                  <a:schemeClr val="tx1">
                    <a:lumMod val="75000"/>
                    <a:lumOff val="25000"/>
                  </a:schemeClr>
                </a:solidFill>
                <a:latin typeface="华文中宋" panose="02010600040101010101" pitchFamily="2" charset="-122"/>
                <a:ea typeface="华文中宋" panose="02010600040101010101" pitchFamily="2" charset="-122"/>
              </a:rPr>
              <a:t>usertrapret</a:t>
            </a: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，具体逻辑参照了</a:t>
            </a: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xv6</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的中断处理，但封装在对象之中，并使用包装函数（</a:t>
            </a: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wrap_</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前缀的全局函数）设置中断入口。</a:t>
            </a:r>
            <a:endPar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endParaRPr>
          </a:p>
          <a:p>
            <a:pPr marL="285750" indent="-285750" algn="just">
              <a:lnSpc>
                <a:spcPct val="130000"/>
              </a:lnSpc>
              <a:spcAft>
                <a:spcPts val="600"/>
              </a:spcAft>
              <a:buFont typeface="Arial" panose="020B0604020202020204" pitchFamily="34" charset="0"/>
              <a:buChar char="•"/>
            </a:pP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 </a:t>
            </a:r>
            <a:r>
              <a:rPr kumimoji="1" lang="en-US" altLang="zh-CN" dirty="0" err="1">
                <a:solidFill>
                  <a:schemeClr val="tx1">
                    <a:lumMod val="75000"/>
                    <a:lumOff val="25000"/>
                  </a:schemeClr>
                </a:solidFill>
                <a:latin typeface="华文中宋" panose="02010600040101010101" pitchFamily="2" charset="-122"/>
                <a:ea typeface="华文中宋" panose="02010600040101010101" pitchFamily="2" charset="-122"/>
              </a:rPr>
              <a:t>Loongarch</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针对架构的特殊性设置了</a:t>
            </a:r>
            <a:r>
              <a:rPr kumimoji="1" lang="en-US" altLang="zh-CN" dirty="0">
                <a:solidFill>
                  <a:schemeClr val="tx1">
                    <a:lumMod val="75000"/>
                    <a:lumOff val="25000"/>
                  </a:schemeClr>
                </a:solidFill>
                <a:latin typeface="华文中宋" panose="02010600040101010101" pitchFamily="2" charset="-122"/>
                <a:ea typeface="华文中宋" panose="02010600040101010101" pitchFamily="2" charset="-122"/>
              </a:rPr>
              <a:t>TLB</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重填的处理程序入口（</a:t>
            </a:r>
            <a:r>
              <a:rPr kumimoji="1" lang="en-US" altLang="zh-CN" dirty="0" err="1">
                <a:solidFill>
                  <a:schemeClr val="tx1">
                    <a:lumMod val="75000"/>
                    <a:lumOff val="25000"/>
                  </a:schemeClr>
                </a:solidFill>
                <a:latin typeface="华文中宋" panose="02010600040101010101" pitchFamily="2" charset="-122"/>
                <a:ea typeface="华文中宋" panose="02010600040101010101" pitchFamily="2" charset="-122"/>
              </a:rPr>
              <a:t>tlbrefill.S</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），以及机器异常的处理程序（</a:t>
            </a:r>
            <a:r>
              <a:rPr kumimoji="1" lang="en-US" altLang="zh-CN" dirty="0" err="1">
                <a:solidFill>
                  <a:schemeClr val="tx1">
                    <a:lumMod val="75000"/>
                    <a:lumOff val="25000"/>
                  </a:schemeClr>
                </a:solidFill>
                <a:latin typeface="华文中宋" panose="02010600040101010101" pitchFamily="2" charset="-122"/>
                <a:ea typeface="华文中宋" panose="02010600040101010101" pitchFamily="2" charset="-122"/>
              </a:rPr>
              <a:t>merror.S</a:t>
            </a:r>
            <a:r>
              <a:rPr kumimoji="1" lang="zh-CN" altLang="en-US" dirty="0">
                <a:solidFill>
                  <a:schemeClr val="tx1">
                    <a:lumMod val="75000"/>
                    <a:lumOff val="25000"/>
                  </a:schemeClr>
                </a:solidFill>
                <a:latin typeface="华文中宋" panose="02010600040101010101" pitchFamily="2" charset="-122"/>
                <a:ea typeface="华文中宋" panose="02010600040101010101" pitchFamily="2" charset="-122"/>
              </a:rPr>
              <a:t>），使用类似的逻辑进行接口统一化，使得上层程序可以统一调用。</a:t>
            </a:r>
          </a:p>
        </p:txBody>
      </p:sp>
      <p:pic>
        <p:nvPicPr>
          <p:cNvPr id="4" name="图片 3">
            <a:extLst>
              <a:ext uri="{FF2B5EF4-FFF2-40B4-BE49-F238E27FC236}">
                <a16:creationId xmlns:a16="http://schemas.microsoft.com/office/drawing/2014/main" id="{E2FDB66C-BB17-D552-021F-1E2B8185164A}"/>
              </a:ext>
            </a:extLst>
          </p:cNvPr>
          <p:cNvPicPr>
            <a:picLocks noChangeAspect="1"/>
          </p:cNvPicPr>
          <p:nvPr/>
        </p:nvPicPr>
        <p:blipFill>
          <a:blip r:embed="rId3"/>
          <a:stretch>
            <a:fillRect/>
          </a:stretch>
        </p:blipFill>
        <p:spPr>
          <a:xfrm>
            <a:off x="-8652" y="1030001"/>
            <a:ext cx="4976421" cy="4555254"/>
          </a:xfrm>
          <a:prstGeom prst="rect">
            <a:avLst/>
          </a:prstGeom>
        </p:spPr>
      </p:pic>
    </p:spTree>
    <p:extLst>
      <p:ext uri="{BB962C8B-B14F-4D97-AF65-F5344CB8AC3E}">
        <p14:creationId xmlns:p14="http://schemas.microsoft.com/office/powerpoint/2010/main" val="270594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3CDFF-CEDF-A0DF-AF6C-412E3F6CB5B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5C2D8C6-1638-5BEB-7FE2-4C656ADEDB01}"/>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2.3 </a:t>
            </a:r>
            <a:r>
              <a:rPr lang="zh-CN" altLang="en-US" dirty="0">
                <a:latin typeface="华文中宋" panose="02010600040101010101" pitchFamily="2" charset="-122"/>
                <a:ea typeface="华文中宋" panose="02010600040101010101" pitchFamily="2" charset="-122"/>
              </a:rPr>
              <a:t>内存管理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地址空间</a:t>
            </a:r>
          </a:p>
        </p:txBody>
      </p:sp>
      <p:sp>
        <p:nvSpPr>
          <p:cNvPr id="2" name="AutoShape 2">
            <a:extLst>
              <a:ext uri="{FF2B5EF4-FFF2-40B4-BE49-F238E27FC236}">
                <a16:creationId xmlns:a16="http://schemas.microsoft.com/office/drawing/2014/main" id="{F4A9C8DB-EBCC-C622-23D8-2EFD1E1C884B}"/>
              </a:ext>
            </a:extLst>
          </p:cNvPr>
          <p:cNvSpPr>
            <a:spLocks noChangeAspect="1" noChangeArrowheads="1"/>
          </p:cNvSpPr>
          <p:nvPr/>
        </p:nvSpPr>
        <p:spPr bwMode="auto">
          <a:xfrm>
            <a:off x="3714750" y="1047750"/>
            <a:ext cx="4762500" cy="476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华文中宋" panose="02010600040101010101" pitchFamily="2" charset="-122"/>
              <a:ea typeface="华文中宋" panose="02010600040101010101" pitchFamily="2" charset="-122"/>
            </a:endParaRPr>
          </a:p>
        </p:txBody>
      </p:sp>
      <p:pic>
        <p:nvPicPr>
          <p:cNvPr id="14" name="图片 13">
            <a:extLst>
              <a:ext uri="{FF2B5EF4-FFF2-40B4-BE49-F238E27FC236}">
                <a16:creationId xmlns:a16="http://schemas.microsoft.com/office/drawing/2014/main" id="{8408E17D-271F-34DD-2C95-67EF7FAF3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827" y="1057061"/>
            <a:ext cx="4534291" cy="3930242"/>
          </a:xfrm>
          <a:prstGeom prst="rect">
            <a:avLst/>
          </a:prstGeom>
        </p:spPr>
      </p:pic>
      <p:pic>
        <p:nvPicPr>
          <p:cNvPr id="16" name="图片 15">
            <a:extLst>
              <a:ext uri="{FF2B5EF4-FFF2-40B4-BE49-F238E27FC236}">
                <a16:creationId xmlns:a16="http://schemas.microsoft.com/office/drawing/2014/main" id="{EE9C2BA7-1D48-7504-4130-7E87C15321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7571" y="902325"/>
            <a:ext cx="5392672" cy="4391637"/>
          </a:xfrm>
          <a:prstGeom prst="rect">
            <a:avLst/>
          </a:prstGeom>
        </p:spPr>
      </p:pic>
      <p:sp>
        <p:nvSpPr>
          <p:cNvPr id="19" name="文本框 18">
            <a:extLst>
              <a:ext uri="{FF2B5EF4-FFF2-40B4-BE49-F238E27FC236}">
                <a16:creationId xmlns:a16="http://schemas.microsoft.com/office/drawing/2014/main" id="{A62BAC0C-EF38-7A7B-4AA2-DE4A4DEC10A7}"/>
              </a:ext>
            </a:extLst>
          </p:cNvPr>
          <p:cNvSpPr txBox="1"/>
          <p:nvPr/>
        </p:nvSpPr>
        <p:spPr>
          <a:xfrm>
            <a:off x="174072" y="5050713"/>
            <a:ext cx="6102990" cy="1200329"/>
          </a:xfrm>
          <a:prstGeom prst="rect">
            <a:avLst/>
          </a:prstGeom>
          <a:noFill/>
        </p:spPr>
        <p:txBody>
          <a:bodyPr wrap="square">
            <a:spAutoFit/>
          </a:bodyPr>
          <a:lstStyle/>
          <a:p>
            <a:r>
              <a:rPr lang="zh-CN" altLang="en-US">
                <a:latin typeface="华文中宋" panose="02010600040101010101" pitchFamily="2" charset="-122"/>
                <a:ea typeface="华文中宋" panose="02010600040101010101" pitchFamily="2" charset="-122"/>
              </a:rPr>
              <a:t>对于内核地址空间，为方便管理物理地址，从KERNBASE开始映射内核映像；堆内存从地址0x840000000开始，剩余的空闲物理地址交由物理内存管理器管理，用于后续的动态分配。</a:t>
            </a:r>
            <a:endParaRPr lang="zh-CN" altLang="en-US" dirty="0">
              <a:latin typeface="华文中宋" panose="02010600040101010101" pitchFamily="2" charset="-122"/>
              <a:ea typeface="华文中宋" panose="02010600040101010101" pitchFamily="2" charset="-122"/>
            </a:endParaRPr>
          </a:p>
        </p:txBody>
      </p:sp>
      <p:sp>
        <p:nvSpPr>
          <p:cNvPr id="21" name="文本框 20">
            <a:extLst>
              <a:ext uri="{FF2B5EF4-FFF2-40B4-BE49-F238E27FC236}">
                <a16:creationId xmlns:a16="http://schemas.microsoft.com/office/drawing/2014/main" id="{25B260A1-8C4B-1BEB-FF3E-F5AB3DC5253A}"/>
              </a:ext>
            </a:extLst>
          </p:cNvPr>
          <p:cNvSpPr txBox="1"/>
          <p:nvPr/>
        </p:nvSpPr>
        <p:spPr>
          <a:xfrm>
            <a:off x="7653694" y="5150569"/>
            <a:ext cx="3978479" cy="1477328"/>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对于用户地址空间，为便于堆空间的增长和用户程序的动态访问，将用户地址的代码从Proc_base进行加载。每当用户对内存进行申请时，采用对 p _sz 指针的移动进行扩张。</a:t>
            </a:r>
          </a:p>
        </p:txBody>
      </p:sp>
    </p:spTree>
    <p:extLst>
      <p:ext uri="{BB962C8B-B14F-4D97-AF65-F5344CB8AC3E}">
        <p14:creationId xmlns:p14="http://schemas.microsoft.com/office/powerpoint/2010/main" val="191920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C6C4F-0076-225D-3F06-4DA0F6CC87D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3E6A180-E62A-FA30-8396-BE9BDD82CEF7}"/>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2.3 </a:t>
            </a:r>
            <a:r>
              <a:rPr lang="zh-CN" altLang="en-US" dirty="0">
                <a:latin typeface="华文中宋" panose="02010600040101010101" pitchFamily="2" charset="-122"/>
                <a:ea typeface="华文中宋" panose="02010600040101010101" pitchFamily="2" charset="-122"/>
              </a:rPr>
              <a:t>内存管理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物理内存管理器</a:t>
            </a:r>
          </a:p>
        </p:txBody>
      </p:sp>
      <p:sp>
        <p:nvSpPr>
          <p:cNvPr id="2" name="AutoShape 2">
            <a:extLst>
              <a:ext uri="{FF2B5EF4-FFF2-40B4-BE49-F238E27FC236}">
                <a16:creationId xmlns:a16="http://schemas.microsoft.com/office/drawing/2014/main" id="{CBB0C12D-BEFB-85DC-BF65-3E06B6DF1917}"/>
              </a:ext>
            </a:extLst>
          </p:cNvPr>
          <p:cNvSpPr>
            <a:spLocks noChangeAspect="1" noChangeArrowheads="1"/>
          </p:cNvSpPr>
          <p:nvPr/>
        </p:nvSpPr>
        <p:spPr bwMode="auto">
          <a:xfrm>
            <a:off x="3714750" y="1047750"/>
            <a:ext cx="4762500" cy="476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华文中宋" panose="02010600040101010101" pitchFamily="2" charset="-122"/>
              <a:ea typeface="华文中宋" panose="02010600040101010101" pitchFamily="2" charset="-122"/>
            </a:endParaRPr>
          </a:p>
        </p:txBody>
      </p:sp>
      <p:pic>
        <p:nvPicPr>
          <p:cNvPr id="5" name="图片 4">
            <a:extLst>
              <a:ext uri="{FF2B5EF4-FFF2-40B4-BE49-F238E27FC236}">
                <a16:creationId xmlns:a16="http://schemas.microsoft.com/office/drawing/2014/main" id="{3EEE313D-49B2-B32A-5657-213D26F51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748" y="1157728"/>
            <a:ext cx="5384019" cy="4845617"/>
          </a:xfrm>
          <a:prstGeom prst="rect">
            <a:avLst/>
          </a:prstGeom>
        </p:spPr>
      </p:pic>
      <p:sp>
        <p:nvSpPr>
          <p:cNvPr id="7" name="文本框 6">
            <a:extLst>
              <a:ext uri="{FF2B5EF4-FFF2-40B4-BE49-F238E27FC236}">
                <a16:creationId xmlns:a16="http://schemas.microsoft.com/office/drawing/2014/main" id="{2A4202DC-02CA-0145-CD14-45D300ED6E20}"/>
              </a:ext>
            </a:extLst>
          </p:cNvPr>
          <p:cNvSpPr txBox="1"/>
          <p:nvPr/>
        </p:nvSpPr>
        <p:spPr>
          <a:xfrm>
            <a:off x="526409" y="1863995"/>
            <a:ext cx="6102990" cy="3139321"/>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物理内存管理类PhysicalMemoryManager</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使用粗细粒度混合分配管理内核所需的物理内存，统一使用伙伴内存分配器进行粗粒度分配。</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更细粒度的大小分配（函数</a:t>
            </a:r>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kmalloc</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）采用了</a:t>
            </a:r>
            <a:r>
              <a:rPr lang="en-US" altLang="zh-CN" dirty="0" err="1">
                <a:latin typeface="华文中宋" panose="02010600040101010101" pitchFamily="2" charset="-122"/>
                <a:ea typeface="华文中宋" panose="02010600040101010101" pitchFamily="2" charset="-122"/>
              </a:rPr>
              <a:t>linux</a:t>
            </a:r>
            <a:r>
              <a:rPr lang="zh-CN" altLang="en-US" dirty="0">
                <a:latin typeface="华文中宋" panose="02010600040101010101" pitchFamily="2" charset="-122"/>
                <a:ea typeface="华文中宋" panose="02010600040101010101" pitchFamily="2" charset="-122"/>
              </a:rPr>
              <a:t>的</a:t>
            </a:r>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SlabAllocator</a:t>
            </a:r>
            <a:r>
              <a:rPr lang="en-US" altLang="zh-CN" dirty="0">
                <a:latin typeface="华文中宋" panose="02010600040101010101" pitchFamily="2" charset="-122"/>
                <a:ea typeface="华文中宋" panose="02010600040101010101" pitchFamily="2" charset="-122"/>
              </a:rPr>
              <a:t> </a:t>
            </a:r>
          </a:p>
          <a:p>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目的就是缓存一些被释放的</a:t>
            </a:r>
            <a:r>
              <a:rPr lang="en-US" altLang="zh-CN" dirty="0">
                <a:latin typeface="华文中宋" panose="02010600040101010101" pitchFamily="2" charset="-122"/>
                <a:ea typeface="华文中宋" panose="02010600040101010101" pitchFamily="2" charset="-122"/>
              </a:rPr>
              <a:t>object</a:t>
            </a:r>
            <a:r>
              <a:rPr lang="zh-CN" altLang="en-US" dirty="0">
                <a:latin typeface="华文中宋" panose="02010600040101010101" pitchFamily="2" charset="-122"/>
                <a:ea typeface="华文中宋" panose="02010600040101010101" pitchFamily="2" charset="-122"/>
              </a:rPr>
              <a:t>因此这些基础的</a:t>
            </a:r>
            <a:r>
              <a:rPr lang="en-US" altLang="zh-CN" dirty="0">
                <a:latin typeface="华文中宋" panose="02010600040101010101" pitchFamily="2" charset="-122"/>
                <a:ea typeface="华文中宋" panose="02010600040101010101" pitchFamily="2" charset="-122"/>
              </a:rPr>
              <a:t>structures</a:t>
            </a:r>
            <a:r>
              <a:rPr lang="zh-CN" altLang="en-US" dirty="0">
                <a:latin typeface="华文中宋" panose="02010600040101010101" pitchFamily="2" charset="-122"/>
                <a:ea typeface="华文中宋" panose="02010600040101010101" pitchFamily="2" charset="-122"/>
              </a:rPr>
              <a:t>在多次调用期间被预留起来。</a:t>
            </a:r>
            <a:endParaRPr lang="en-US" altLang="zh-CN" dirty="0">
              <a:latin typeface="华文中宋" panose="02010600040101010101" pitchFamily="2" charset="-122"/>
              <a:ea typeface="华文中宋" panose="02010600040101010101" pitchFamily="2" charset="-122"/>
            </a:endParaRPr>
          </a:p>
          <a:p>
            <a:endParaRPr lang="zh-CN" altLang="en-US" dirty="0">
              <a:latin typeface="华文中宋" panose="02010600040101010101" pitchFamily="2" charset="-122"/>
              <a:ea typeface="华文中宋" panose="02010600040101010101" pitchFamily="2" charset="-122"/>
            </a:endParaRPr>
          </a:p>
        </p:txBody>
      </p:sp>
      <p:sp>
        <p:nvSpPr>
          <p:cNvPr id="4" name="文本框 3">
            <a:extLst>
              <a:ext uri="{FF2B5EF4-FFF2-40B4-BE49-F238E27FC236}">
                <a16:creationId xmlns:a16="http://schemas.microsoft.com/office/drawing/2014/main" id="{AE519486-CBCB-9F1B-4725-9821946EDAD0}"/>
              </a:ext>
            </a:extLst>
          </p:cNvPr>
          <p:cNvSpPr txBox="1"/>
          <p:nvPr/>
        </p:nvSpPr>
        <p:spPr>
          <a:xfrm>
            <a:off x="8795657" y="6214746"/>
            <a:ext cx="2937245" cy="369332"/>
          </a:xfrm>
          <a:prstGeom prst="rect">
            <a:avLst/>
          </a:prstGeom>
          <a:noFill/>
        </p:spPr>
        <p:txBody>
          <a:bodyPr wrap="square">
            <a:spAutoFit/>
          </a:bodyPr>
          <a:lstStyle/>
          <a:p>
            <a:r>
              <a:rPr lang="zh-CN" altLang="en-US" dirty="0">
                <a:solidFill>
                  <a:srgbClr val="C00000"/>
                </a:solidFill>
              </a:rPr>
              <a:t>物理</a:t>
            </a:r>
            <a:r>
              <a:rPr lang="zh-CN" altLang="en-US" sz="1800" dirty="0">
                <a:solidFill>
                  <a:srgbClr val="C00000"/>
                </a:solidFill>
              </a:rPr>
              <a:t>内存管理器结构图</a:t>
            </a:r>
          </a:p>
        </p:txBody>
      </p:sp>
    </p:spTree>
    <p:extLst>
      <p:ext uri="{BB962C8B-B14F-4D97-AF65-F5344CB8AC3E}">
        <p14:creationId xmlns:p14="http://schemas.microsoft.com/office/powerpoint/2010/main" val="901264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39E7F-BA4A-EEEB-591B-A9F1BF7C8F1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05F9B64-3F9D-36C3-29C2-BE27B6276EC3}"/>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2.3 </a:t>
            </a:r>
            <a:r>
              <a:rPr lang="zh-CN" altLang="en-US" dirty="0">
                <a:latin typeface="华文中宋" panose="02010600040101010101" pitchFamily="2" charset="-122"/>
                <a:ea typeface="华文中宋" panose="02010600040101010101" pitchFamily="2" charset="-122"/>
              </a:rPr>
              <a:t>内存管理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堆内存管理器</a:t>
            </a:r>
          </a:p>
        </p:txBody>
      </p:sp>
      <p:sp>
        <p:nvSpPr>
          <p:cNvPr id="2" name="AutoShape 2">
            <a:extLst>
              <a:ext uri="{FF2B5EF4-FFF2-40B4-BE49-F238E27FC236}">
                <a16:creationId xmlns:a16="http://schemas.microsoft.com/office/drawing/2014/main" id="{401B8591-4CD1-DB6B-E46F-706CCD7413E0}"/>
              </a:ext>
            </a:extLst>
          </p:cNvPr>
          <p:cNvSpPr>
            <a:spLocks noChangeAspect="1" noChangeArrowheads="1"/>
          </p:cNvSpPr>
          <p:nvPr/>
        </p:nvSpPr>
        <p:spPr bwMode="auto">
          <a:xfrm>
            <a:off x="3714750" y="1047750"/>
            <a:ext cx="4762500" cy="476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华文中宋" panose="02010600040101010101" pitchFamily="2" charset="-122"/>
              <a:ea typeface="华文中宋" panose="02010600040101010101" pitchFamily="2" charset="-122"/>
            </a:endParaRPr>
          </a:p>
        </p:txBody>
      </p:sp>
      <p:sp>
        <p:nvSpPr>
          <p:cNvPr id="7" name="文本框 6">
            <a:extLst>
              <a:ext uri="{FF2B5EF4-FFF2-40B4-BE49-F238E27FC236}">
                <a16:creationId xmlns:a16="http://schemas.microsoft.com/office/drawing/2014/main" id="{B3127DF0-499E-C323-4FC0-2B78977AD67C}"/>
              </a:ext>
            </a:extLst>
          </p:cNvPr>
          <p:cNvSpPr txBox="1"/>
          <p:nvPr/>
        </p:nvSpPr>
        <p:spPr>
          <a:xfrm>
            <a:off x="543187" y="2002494"/>
            <a:ext cx="5790501" cy="2862322"/>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堆内存管理类</a:t>
            </a:r>
            <a:r>
              <a:rPr lang="en-US" altLang="zh-CN" dirty="0">
                <a:latin typeface="华文中宋" panose="02010600040101010101" pitchFamily="2" charset="-122"/>
                <a:ea typeface="华文中宋" panose="02010600040101010101" pitchFamily="2" charset="-122"/>
              </a:rPr>
              <a:t>Heap</a:t>
            </a:r>
            <a:r>
              <a:rPr lang="zh-CN" altLang="en-US" dirty="0">
                <a:latin typeface="华文中宋" panose="02010600040101010101" pitchFamily="2" charset="-122"/>
                <a:ea typeface="华文中宋" panose="02010600040101010101" pitchFamily="2" charset="-122"/>
              </a:rPr>
              <a:t>MemoryManager</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使用粗细粒度混合分配管理内核所需的物理内存，使用伙伴内存分配器进行粗粒度分配。</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引入了第三方高效内存分配器</a:t>
            </a:r>
            <a:r>
              <a:rPr lang="en-US" altLang="zh-CN" dirty="0" err="1">
                <a:latin typeface="华文中宋" panose="02010600040101010101" pitchFamily="2" charset="-122"/>
                <a:ea typeface="华文中宋" panose="02010600040101010101" pitchFamily="2" charset="-122"/>
              </a:rPr>
              <a:t>LibAllocator</a:t>
            </a:r>
            <a:r>
              <a:rPr lang="en-US" altLang="zh-CN" dirty="0">
                <a:latin typeface="华文中宋" panose="02010600040101010101" pitchFamily="2" charset="-122"/>
                <a:ea typeface="华文中宋" panose="02010600040101010101" pitchFamily="2" charset="-122"/>
              </a:rPr>
              <a:t> ( </a:t>
            </a:r>
            <a:r>
              <a:rPr lang="en-US" altLang="zh-CN" dirty="0">
                <a:latin typeface="华文中宋" panose="02010600040101010101" pitchFamily="2" charset="-122"/>
                <a:ea typeface="华文中宋" panose="02010600040101010101" pitchFamily="2" charset="-122"/>
                <a:hlinkClick r:id="rId3"/>
              </a:rPr>
              <a:t>https://github.com/blanham/liballoc</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，主要用于进行高效内存管理。</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endParaRPr lang="zh-CN" altLang="en-US" dirty="0">
              <a:latin typeface="华文中宋" panose="02010600040101010101" pitchFamily="2" charset="-122"/>
              <a:ea typeface="华文中宋" panose="02010600040101010101" pitchFamily="2" charset="-122"/>
            </a:endParaRPr>
          </a:p>
        </p:txBody>
      </p:sp>
      <p:pic>
        <p:nvPicPr>
          <p:cNvPr id="9" name="图片 8">
            <a:extLst>
              <a:ext uri="{FF2B5EF4-FFF2-40B4-BE49-F238E27FC236}">
                <a16:creationId xmlns:a16="http://schemas.microsoft.com/office/drawing/2014/main" id="{15F824E0-9BAE-451F-5548-8DF083439B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6501" y="1463981"/>
            <a:ext cx="5615499" cy="4762500"/>
          </a:xfrm>
          <a:prstGeom prst="rect">
            <a:avLst/>
          </a:prstGeom>
        </p:spPr>
      </p:pic>
      <p:sp>
        <p:nvSpPr>
          <p:cNvPr id="4" name="文本框 3">
            <a:extLst>
              <a:ext uri="{FF2B5EF4-FFF2-40B4-BE49-F238E27FC236}">
                <a16:creationId xmlns:a16="http://schemas.microsoft.com/office/drawing/2014/main" id="{94E249E4-EB9A-8BF2-25F9-93A32BCECDBE}"/>
              </a:ext>
            </a:extLst>
          </p:cNvPr>
          <p:cNvSpPr txBox="1"/>
          <p:nvPr/>
        </p:nvSpPr>
        <p:spPr>
          <a:xfrm>
            <a:off x="9232616" y="6272803"/>
            <a:ext cx="2340629" cy="369332"/>
          </a:xfrm>
          <a:prstGeom prst="rect">
            <a:avLst/>
          </a:prstGeom>
          <a:noFill/>
        </p:spPr>
        <p:txBody>
          <a:bodyPr wrap="square">
            <a:spAutoFit/>
          </a:bodyPr>
          <a:lstStyle/>
          <a:p>
            <a:r>
              <a:rPr lang="zh-CN" altLang="en-US" sz="1800" dirty="0">
                <a:solidFill>
                  <a:srgbClr val="C00000"/>
                </a:solidFill>
              </a:rPr>
              <a:t>堆内存管理器结构图</a:t>
            </a:r>
          </a:p>
        </p:txBody>
      </p:sp>
    </p:spTree>
    <p:extLst>
      <p:ext uri="{BB962C8B-B14F-4D97-AF65-F5344CB8AC3E}">
        <p14:creationId xmlns:p14="http://schemas.microsoft.com/office/powerpoint/2010/main" val="21556542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C46EE-2CE0-849C-B0EC-EA1C9988A6A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D443D42-6A90-1D19-AF96-5FE99F8D1014}"/>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2.3 </a:t>
            </a:r>
            <a:r>
              <a:rPr lang="zh-CN" altLang="en-US" dirty="0">
                <a:latin typeface="华文中宋" panose="02010600040101010101" pitchFamily="2" charset="-122"/>
                <a:ea typeface="华文中宋" panose="02010600040101010101" pitchFamily="2" charset="-122"/>
              </a:rPr>
              <a:t>内存管理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堆内存管理器</a:t>
            </a:r>
          </a:p>
        </p:txBody>
      </p:sp>
      <p:sp>
        <p:nvSpPr>
          <p:cNvPr id="2" name="AutoShape 2">
            <a:extLst>
              <a:ext uri="{FF2B5EF4-FFF2-40B4-BE49-F238E27FC236}">
                <a16:creationId xmlns:a16="http://schemas.microsoft.com/office/drawing/2014/main" id="{0E837F26-C4C9-EC70-81A5-976F12471FD6}"/>
              </a:ext>
            </a:extLst>
          </p:cNvPr>
          <p:cNvSpPr>
            <a:spLocks noChangeAspect="1" noChangeArrowheads="1"/>
          </p:cNvSpPr>
          <p:nvPr/>
        </p:nvSpPr>
        <p:spPr bwMode="auto">
          <a:xfrm>
            <a:off x="3714750" y="1047750"/>
            <a:ext cx="4762500" cy="476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华文中宋" panose="02010600040101010101" pitchFamily="2" charset="-122"/>
              <a:ea typeface="华文中宋" panose="02010600040101010101" pitchFamily="2" charset="-122"/>
            </a:endParaRPr>
          </a:p>
        </p:txBody>
      </p:sp>
      <p:sp>
        <p:nvSpPr>
          <p:cNvPr id="7" name="文本框 6">
            <a:extLst>
              <a:ext uri="{FF2B5EF4-FFF2-40B4-BE49-F238E27FC236}">
                <a16:creationId xmlns:a16="http://schemas.microsoft.com/office/drawing/2014/main" id="{8CC34AC5-458C-5588-35D0-7C53A26E382E}"/>
              </a:ext>
            </a:extLst>
          </p:cNvPr>
          <p:cNvSpPr txBox="1"/>
          <p:nvPr/>
        </p:nvSpPr>
        <p:spPr>
          <a:xfrm>
            <a:off x="559965" y="1859339"/>
            <a:ext cx="3154785" cy="3416320"/>
          </a:xfrm>
          <a:prstGeom prst="rect">
            <a:avLst/>
          </a:prstGeom>
          <a:noFill/>
        </p:spPr>
        <p:txBody>
          <a:bodyPr wrap="square">
            <a:spAutoFit/>
          </a:bodyPr>
          <a:lstStyle/>
          <a:p>
            <a:r>
              <a:rPr lang="en-US" altLang="zh-CN" dirty="0">
                <a:latin typeface="华文中宋" panose="02010600040101010101" pitchFamily="2" charset="-122"/>
                <a:ea typeface="华文中宋" panose="02010600040101010101" pitchFamily="2" charset="-122"/>
              </a:rPr>
              <a:t>F7LY </a:t>
            </a:r>
            <a:r>
              <a:rPr lang="zh-CN" altLang="en-US" dirty="0">
                <a:latin typeface="华文中宋" panose="02010600040101010101" pitchFamily="2" charset="-122"/>
                <a:ea typeface="华文中宋" panose="02010600040101010101" pitchFamily="2" charset="-122"/>
              </a:rPr>
              <a:t>对 </a:t>
            </a:r>
            <a:r>
              <a:rPr lang="en-US" altLang="zh-CN" dirty="0" err="1">
                <a:latin typeface="华文中宋" panose="02010600040101010101" pitchFamily="2" charset="-122"/>
                <a:ea typeface="华文中宋" panose="02010600040101010101" pitchFamily="2" charset="-122"/>
              </a:rPr>
              <a:t>LibAllocator</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进行了定制性适配，使其不再从物理内存中直接申请页帧，而是通过内核内部的 </a:t>
            </a:r>
            <a:r>
              <a:rPr lang="en-US" altLang="zh-CN" dirty="0" err="1">
                <a:latin typeface="华文中宋" panose="02010600040101010101" pitchFamily="2" charset="-122"/>
                <a:ea typeface="华文中宋" panose="02010600040101010101" pitchFamily="2" charset="-122"/>
              </a:rPr>
              <a:t>BuddyAllocator</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分配大块内存作为 </a:t>
            </a:r>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L'Major</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的来源。这种结构层次分明、责任明确，既保持了 </a:t>
            </a:r>
            <a:r>
              <a:rPr lang="en-US" altLang="zh-CN" dirty="0">
                <a:latin typeface="华文中宋" panose="02010600040101010101" pitchFamily="2" charset="-122"/>
                <a:ea typeface="华文中宋" panose="02010600040101010101" pitchFamily="2" charset="-122"/>
              </a:rPr>
              <a:t>Buddy </a:t>
            </a:r>
            <a:r>
              <a:rPr lang="zh-CN" altLang="en-US" dirty="0">
                <a:latin typeface="华文中宋" panose="02010600040101010101" pitchFamily="2" charset="-122"/>
                <a:ea typeface="华文中宋" panose="02010600040101010101" pitchFamily="2" charset="-122"/>
              </a:rPr>
              <a:t>分配器的可控性，也引入了 </a:t>
            </a:r>
            <a:r>
              <a:rPr lang="en-US" altLang="zh-CN" dirty="0" err="1">
                <a:latin typeface="华文中宋" panose="02010600040101010101" pitchFamily="2" charset="-122"/>
                <a:ea typeface="华文中宋" panose="02010600040101010101" pitchFamily="2" charset="-122"/>
              </a:rPr>
              <a:t>LibAllocator</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在细粒度分配上的高效策略。</a:t>
            </a:r>
            <a:endParaRPr lang="en-US" altLang="zh-CN" dirty="0">
              <a:latin typeface="华文中宋" panose="02010600040101010101" pitchFamily="2" charset="-122"/>
              <a:ea typeface="华文中宋" panose="02010600040101010101" pitchFamily="2" charset="-122"/>
            </a:endParaRPr>
          </a:p>
          <a:p>
            <a:endParaRPr lang="zh-CN" altLang="en-US" dirty="0">
              <a:latin typeface="华文中宋" panose="02010600040101010101" pitchFamily="2" charset="-122"/>
              <a:ea typeface="华文中宋" panose="02010600040101010101" pitchFamily="2" charset="-122"/>
            </a:endParaRPr>
          </a:p>
        </p:txBody>
      </p:sp>
      <p:pic>
        <p:nvPicPr>
          <p:cNvPr id="5" name="图片 4">
            <a:extLst>
              <a:ext uri="{FF2B5EF4-FFF2-40B4-BE49-F238E27FC236}">
                <a16:creationId xmlns:a16="http://schemas.microsoft.com/office/drawing/2014/main" id="{0DB65B1F-79C9-08C7-67A4-D98A3552EF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4574" y="1057061"/>
            <a:ext cx="7629403" cy="5722053"/>
          </a:xfrm>
          <a:prstGeom prst="rect">
            <a:avLst/>
          </a:prstGeom>
        </p:spPr>
      </p:pic>
      <p:sp>
        <p:nvSpPr>
          <p:cNvPr id="4" name="文本框 3">
            <a:extLst>
              <a:ext uri="{FF2B5EF4-FFF2-40B4-BE49-F238E27FC236}">
                <a16:creationId xmlns:a16="http://schemas.microsoft.com/office/drawing/2014/main" id="{96BBEFFA-9937-EE8E-EDF8-75A7A12109A4}"/>
              </a:ext>
            </a:extLst>
          </p:cNvPr>
          <p:cNvSpPr txBox="1"/>
          <p:nvPr/>
        </p:nvSpPr>
        <p:spPr>
          <a:xfrm>
            <a:off x="4577866" y="6059038"/>
            <a:ext cx="2867963" cy="369332"/>
          </a:xfrm>
          <a:prstGeom prst="rect">
            <a:avLst/>
          </a:prstGeom>
          <a:noFill/>
        </p:spPr>
        <p:txBody>
          <a:bodyPr wrap="square">
            <a:spAutoFit/>
          </a:bodyPr>
          <a:lstStyle/>
          <a:p>
            <a:r>
              <a:rPr lang="zh-CN" altLang="en-US" sz="1800" dirty="0">
                <a:solidFill>
                  <a:srgbClr val="C00000"/>
                </a:solidFill>
              </a:rPr>
              <a:t>堆内存内存的分配管理</a:t>
            </a:r>
          </a:p>
        </p:txBody>
      </p:sp>
    </p:spTree>
    <p:extLst>
      <p:ext uri="{BB962C8B-B14F-4D97-AF65-F5344CB8AC3E}">
        <p14:creationId xmlns:p14="http://schemas.microsoft.com/office/powerpoint/2010/main" val="15674347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7F273-1F8B-7BBC-FA5B-ED2C5B5E180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42A3034-5B60-4379-A0CA-7FCAB7149F59}"/>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2.3 </a:t>
            </a:r>
            <a:r>
              <a:rPr lang="zh-CN" altLang="en-US" dirty="0">
                <a:latin typeface="华文中宋" panose="02010600040101010101" pitchFamily="2" charset="-122"/>
                <a:ea typeface="华文中宋" panose="02010600040101010101" pitchFamily="2" charset="-122"/>
              </a:rPr>
              <a:t>内存管理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虚拟内存管理器</a:t>
            </a:r>
          </a:p>
        </p:txBody>
      </p:sp>
      <p:sp>
        <p:nvSpPr>
          <p:cNvPr id="2" name="AutoShape 2">
            <a:extLst>
              <a:ext uri="{FF2B5EF4-FFF2-40B4-BE49-F238E27FC236}">
                <a16:creationId xmlns:a16="http://schemas.microsoft.com/office/drawing/2014/main" id="{BB6B3A33-D9CA-F010-892D-38599B601006}"/>
              </a:ext>
            </a:extLst>
          </p:cNvPr>
          <p:cNvSpPr>
            <a:spLocks noChangeAspect="1" noChangeArrowheads="1"/>
          </p:cNvSpPr>
          <p:nvPr/>
        </p:nvSpPr>
        <p:spPr bwMode="auto">
          <a:xfrm>
            <a:off x="3714750" y="1047750"/>
            <a:ext cx="4762500" cy="476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华文中宋" panose="02010600040101010101" pitchFamily="2" charset="-122"/>
              <a:ea typeface="华文中宋" panose="02010600040101010101" pitchFamily="2" charset="-122"/>
            </a:endParaRPr>
          </a:p>
        </p:txBody>
      </p:sp>
      <p:sp>
        <p:nvSpPr>
          <p:cNvPr id="7" name="文本框 6">
            <a:extLst>
              <a:ext uri="{FF2B5EF4-FFF2-40B4-BE49-F238E27FC236}">
                <a16:creationId xmlns:a16="http://schemas.microsoft.com/office/drawing/2014/main" id="{DDFA7FAC-F84E-5F53-41C4-56223F303B7A}"/>
              </a:ext>
            </a:extLst>
          </p:cNvPr>
          <p:cNvSpPr txBox="1"/>
          <p:nvPr/>
        </p:nvSpPr>
        <p:spPr>
          <a:xfrm>
            <a:off x="576743" y="2178120"/>
            <a:ext cx="4347595" cy="2862322"/>
          </a:xfrm>
          <a:prstGeom prst="rect">
            <a:avLst/>
          </a:prstGeom>
          <a:noFill/>
        </p:spPr>
        <p:txBody>
          <a:bodyPr wrap="square">
            <a:spAutoFit/>
          </a:bodyPr>
          <a:lstStyle/>
          <a:p>
            <a:r>
              <a:rPr lang="en-US" altLang="zh-CN" dirty="0">
                <a:latin typeface="华文中宋" panose="02010600040101010101" pitchFamily="2" charset="-122"/>
                <a:ea typeface="华文中宋" panose="02010600040101010101" pitchFamily="2" charset="-122"/>
              </a:rPr>
              <a:t>F7LY</a:t>
            </a:r>
            <a:r>
              <a:rPr lang="zh-CN" altLang="en-US" dirty="0">
                <a:latin typeface="华文中宋" panose="02010600040101010101" pitchFamily="2" charset="-122"/>
                <a:ea typeface="华文中宋" panose="02010600040101010101" pitchFamily="2" charset="-122"/>
              </a:rPr>
              <a:t>采用静态预配置</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管理器分派的机制进行地址空间管理。</a:t>
            </a: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核心由 </a:t>
            </a:r>
            <a:r>
              <a:rPr lang="en-US" altLang="zh-CN" dirty="0" err="1">
                <a:latin typeface="华文中宋" panose="02010600040101010101" pitchFamily="2" charset="-122"/>
                <a:ea typeface="华文中宋" panose="02010600040101010101" pitchFamily="2" charset="-122"/>
              </a:rPr>
              <a:t>VirtualMemoryManager</a:t>
            </a:r>
            <a:r>
              <a:rPr lang="zh-CN" altLang="en-US" dirty="0">
                <a:latin typeface="华文中宋" panose="02010600040101010101" pitchFamily="2" charset="-122"/>
                <a:ea typeface="华文中宋" panose="02010600040101010101" pitchFamily="2" charset="-122"/>
              </a:rPr>
              <a:t>管理器统一负责虚拟地址的分配、映射与回收。</a:t>
            </a: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底层则由 </a:t>
            </a:r>
            <a:r>
              <a:rPr lang="en-US" altLang="zh-CN" dirty="0" err="1">
                <a:latin typeface="华文中宋" panose="02010600040101010101" pitchFamily="2" charset="-122"/>
                <a:ea typeface="华文中宋" panose="02010600040101010101" pitchFamily="2" charset="-122"/>
              </a:rPr>
              <a:t>PageTable</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类协助完成页表操作与维护。</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这种结构设计不仅提升了内存管理的确定性和效率，也使得地址空间的生命周期管理更为清晰。</a:t>
            </a:r>
          </a:p>
        </p:txBody>
      </p:sp>
      <p:pic>
        <p:nvPicPr>
          <p:cNvPr id="12" name="Picture 2">
            <a:extLst>
              <a:ext uri="{FF2B5EF4-FFF2-40B4-BE49-F238E27FC236}">
                <a16:creationId xmlns:a16="http://schemas.microsoft.com/office/drawing/2014/main" id="{2DB67EC8-3739-0C10-34F4-70BFE46EAF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1059" y="1711325"/>
            <a:ext cx="4336865" cy="3207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33BDF702-559F-F61F-A2F7-9398201C77C7}"/>
              </a:ext>
            </a:extLst>
          </p:cNvPr>
          <p:cNvSpPr txBox="1"/>
          <p:nvPr/>
        </p:nvSpPr>
        <p:spPr>
          <a:xfrm>
            <a:off x="7807295" y="4918587"/>
            <a:ext cx="2340629" cy="383422"/>
          </a:xfrm>
          <a:prstGeom prst="rect">
            <a:avLst/>
          </a:prstGeom>
          <a:noFill/>
        </p:spPr>
        <p:txBody>
          <a:bodyPr wrap="square">
            <a:spAutoFit/>
          </a:bodyPr>
          <a:lstStyle/>
          <a:p>
            <a:r>
              <a:rPr lang="zh-CN" altLang="en-US" sz="1800" dirty="0">
                <a:solidFill>
                  <a:srgbClr val="C00000"/>
                </a:solidFill>
              </a:rPr>
              <a:t>虚拟内存的管理结构</a:t>
            </a:r>
          </a:p>
        </p:txBody>
      </p:sp>
    </p:spTree>
    <p:extLst>
      <p:ext uri="{BB962C8B-B14F-4D97-AF65-F5344CB8AC3E}">
        <p14:creationId xmlns:p14="http://schemas.microsoft.com/office/powerpoint/2010/main" val="112750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96C3C-4E0D-8881-8170-704D552807E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9E4274D-4EFA-FD26-C7B0-8584091BEE73}"/>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2.3 </a:t>
            </a:r>
            <a:r>
              <a:rPr lang="zh-CN" altLang="en-US" dirty="0">
                <a:latin typeface="华文中宋" panose="02010600040101010101" pitchFamily="2" charset="-122"/>
                <a:ea typeface="华文中宋" panose="02010600040101010101" pitchFamily="2" charset="-122"/>
              </a:rPr>
              <a:t>内存管理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缺页处理</a:t>
            </a:r>
          </a:p>
        </p:txBody>
      </p:sp>
      <p:sp>
        <p:nvSpPr>
          <p:cNvPr id="2" name="AutoShape 2">
            <a:extLst>
              <a:ext uri="{FF2B5EF4-FFF2-40B4-BE49-F238E27FC236}">
                <a16:creationId xmlns:a16="http://schemas.microsoft.com/office/drawing/2014/main" id="{371AAC0F-EF1D-D094-35F8-0AB614C6B460}"/>
              </a:ext>
            </a:extLst>
          </p:cNvPr>
          <p:cNvSpPr>
            <a:spLocks noChangeAspect="1" noChangeArrowheads="1"/>
          </p:cNvSpPr>
          <p:nvPr/>
        </p:nvSpPr>
        <p:spPr bwMode="auto">
          <a:xfrm>
            <a:off x="3714750" y="1047750"/>
            <a:ext cx="4762500" cy="476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华文中宋" panose="02010600040101010101" pitchFamily="2" charset="-122"/>
              <a:ea typeface="华文中宋" panose="02010600040101010101" pitchFamily="2" charset="-122"/>
            </a:endParaRPr>
          </a:p>
        </p:txBody>
      </p:sp>
      <p:sp>
        <p:nvSpPr>
          <p:cNvPr id="15" name="文本框 14">
            <a:extLst>
              <a:ext uri="{FF2B5EF4-FFF2-40B4-BE49-F238E27FC236}">
                <a16:creationId xmlns:a16="http://schemas.microsoft.com/office/drawing/2014/main" id="{ECC5A8F0-81B3-1C40-ADFB-505EF71928F6}"/>
              </a:ext>
            </a:extLst>
          </p:cNvPr>
          <p:cNvSpPr txBox="1"/>
          <p:nvPr/>
        </p:nvSpPr>
        <p:spPr>
          <a:xfrm>
            <a:off x="5969995" y="2268097"/>
            <a:ext cx="5233303" cy="923330"/>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F7LY目前能够利用缺页异常处理来实现写时复制（Copy on write）、地址空间的懒分配（Lazy page allocation）以及用户的地址检查机制。</a:t>
            </a:r>
          </a:p>
        </p:txBody>
      </p:sp>
      <p:pic>
        <p:nvPicPr>
          <p:cNvPr id="17" name="图片 16">
            <a:extLst>
              <a:ext uri="{FF2B5EF4-FFF2-40B4-BE49-F238E27FC236}">
                <a16:creationId xmlns:a16="http://schemas.microsoft.com/office/drawing/2014/main" id="{13782378-D531-94B6-817C-E05BF6332F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575" y="1240620"/>
            <a:ext cx="5274597" cy="4762500"/>
          </a:xfrm>
          <a:prstGeom prst="rect">
            <a:avLst/>
          </a:prstGeom>
        </p:spPr>
      </p:pic>
      <p:sp>
        <p:nvSpPr>
          <p:cNvPr id="19" name="文本框 18">
            <a:extLst>
              <a:ext uri="{FF2B5EF4-FFF2-40B4-BE49-F238E27FC236}">
                <a16:creationId xmlns:a16="http://schemas.microsoft.com/office/drawing/2014/main" id="{9836538B-2414-7B91-4BD4-487D6C605978}"/>
              </a:ext>
            </a:extLst>
          </p:cNvPr>
          <p:cNvSpPr txBox="1"/>
          <p:nvPr/>
        </p:nvSpPr>
        <p:spPr>
          <a:xfrm>
            <a:off x="5937852" y="3980224"/>
            <a:ext cx="5789957" cy="1200329"/>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当用户程序因缺页异常进入内核时，两个架构的异常处理程序使用同样的处理逻辑，先检查缺页的地址是否处于物理空间，或处于vma记录的地址空间内，若是，则分配物理页面并建立映射。若不是，则抛出缺页错误。</a:t>
            </a:r>
          </a:p>
        </p:txBody>
      </p:sp>
      <p:sp>
        <p:nvSpPr>
          <p:cNvPr id="5" name="文本框 4">
            <a:extLst>
              <a:ext uri="{FF2B5EF4-FFF2-40B4-BE49-F238E27FC236}">
                <a16:creationId xmlns:a16="http://schemas.microsoft.com/office/drawing/2014/main" id="{754140D9-5EB0-72A2-65F9-253F56AAA7F2}"/>
              </a:ext>
            </a:extLst>
          </p:cNvPr>
          <p:cNvSpPr txBox="1"/>
          <p:nvPr/>
        </p:nvSpPr>
        <p:spPr>
          <a:xfrm>
            <a:off x="3325585" y="6028185"/>
            <a:ext cx="3285672" cy="369332"/>
          </a:xfrm>
          <a:prstGeom prst="rect">
            <a:avLst/>
          </a:prstGeom>
          <a:noFill/>
        </p:spPr>
        <p:txBody>
          <a:bodyPr wrap="square">
            <a:spAutoFit/>
          </a:bodyPr>
          <a:lstStyle/>
          <a:p>
            <a:r>
              <a:rPr lang="en-US" altLang="zh-CN" sz="1800" dirty="0">
                <a:solidFill>
                  <a:srgbClr val="C00000"/>
                </a:solidFill>
              </a:rPr>
              <a:t>VMA</a:t>
            </a:r>
            <a:r>
              <a:rPr lang="zh-CN" altLang="en-US" sz="1800" dirty="0">
                <a:solidFill>
                  <a:srgbClr val="C00000"/>
                </a:solidFill>
              </a:rPr>
              <a:t>的懒分配处理流程</a:t>
            </a:r>
          </a:p>
        </p:txBody>
      </p:sp>
    </p:spTree>
    <p:extLst>
      <p:ext uri="{BB962C8B-B14F-4D97-AF65-F5344CB8AC3E}">
        <p14:creationId xmlns:p14="http://schemas.microsoft.com/office/powerpoint/2010/main" val="33651116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CD764-E459-876E-073F-C588051F227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9EAEED3-CF0E-AD1C-7F0E-EA6BF4BF4906}"/>
              </a:ext>
            </a:extLst>
          </p:cNvPr>
          <p:cNvSpPr>
            <a:spLocks noGrp="1"/>
          </p:cNvSpPr>
          <p:nvPr>
            <p:ph type="title"/>
          </p:nvPr>
        </p:nvSpPr>
        <p:spPr>
          <a:xfrm>
            <a:off x="803275" y="432896"/>
            <a:ext cx="8970989" cy="663575"/>
          </a:xfrm>
        </p:spPr>
        <p:txBody>
          <a:bodyPr/>
          <a:lstStyle/>
          <a:p>
            <a:r>
              <a:rPr lang="en-US" altLang="zh-CN" dirty="0">
                <a:latin typeface="华文中宋" panose="02010600040101010101" pitchFamily="2" charset="-122"/>
                <a:ea typeface="华文中宋" panose="02010600040101010101" pitchFamily="2" charset="-122"/>
              </a:rPr>
              <a:t>2.4  </a:t>
            </a:r>
            <a:r>
              <a:rPr lang="zh-CN" altLang="en-US" dirty="0">
                <a:latin typeface="华文中宋" panose="02010600040101010101" pitchFamily="2" charset="-122"/>
                <a:ea typeface="华文中宋" panose="02010600040101010101" pitchFamily="2" charset="-122"/>
              </a:rPr>
              <a:t>进程管理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进程控制块</a:t>
            </a:r>
          </a:p>
        </p:txBody>
      </p:sp>
      <p:pic>
        <p:nvPicPr>
          <p:cNvPr id="6" name="图片 5">
            <a:extLst>
              <a:ext uri="{FF2B5EF4-FFF2-40B4-BE49-F238E27FC236}">
                <a16:creationId xmlns:a16="http://schemas.microsoft.com/office/drawing/2014/main" id="{5B02BD64-BAA0-841B-6B2A-6FEF42FF0E6D}"/>
              </a:ext>
            </a:extLst>
          </p:cNvPr>
          <p:cNvPicPr>
            <a:picLocks noChangeAspect="1"/>
          </p:cNvPicPr>
          <p:nvPr/>
        </p:nvPicPr>
        <p:blipFill>
          <a:blip r:embed="rId3"/>
          <a:stretch>
            <a:fillRect/>
          </a:stretch>
        </p:blipFill>
        <p:spPr>
          <a:xfrm>
            <a:off x="0" y="1035363"/>
            <a:ext cx="6080544" cy="792844"/>
          </a:xfrm>
          <a:prstGeom prst="rect">
            <a:avLst/>
          </a:prstGeom>
        </p:spPr>
      </p:pic>
      <p:sp>
        <p:nvSpPr>
          <p:cNvPr id="16" name="文本框 15">
            <a:extLst>
              <a:ext uri="{FF2B5EF4-FFF2-40B4-BE49-F238E27FC236}">
                <a16:creationId xmlns:a16="http://schemas.microsoft.com/office/drawing/2014/main" id="{77413897-8025-BF6D-FD6F-1A389F084414}"/>
              </a:ext>
            </a:extLst>
          </p:cNvPr>
          <p:cNvSpPr txBox="1"/>
          <p:nvPr/>
        </p:nvSpPr>
        <p:spPr>
          <a:xfrm>
            <a:off x="0" y="1865724"/>
            <a:ext cx="6451134" cy="646331"/>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F7LY此处统一使用Pcb结构体来记录任务，可以通过标志位决定任务的具体属性，而不需要区分进程结构体和线程结构体。</a:t>
            </a:r>
          </a:p>
        </p:txBody>
      </p:sp>
      <p:pic>
        <p:nvPicPr>
          <p:cNvPr id="18" name="图片 17">
            <a:extLst>
              <a:ext uri="{FF2B5EF4-FFF2-40B4-BE49-F238E27FC236}">
                <a16:creationId xmlns:a16="http://schemas.microsoft.com/office/drawing/2014/main" id="{0D86236A-B4F3-2FE8-1C49-C2EBEAF4D52A}"/>
              </a:ext>
            </a:extLst>
          </p:cNvPr>
          <p:cNvPicPr>
            <a:picLocks noChangeAspect="1"/>
          </p:cNvPicPr>
          <p:nvPr/>
        </p:nvPicPr>
        <p:blipFill>
          <a:blip r:embed="rId4"/>
          <a:stretch>
            <a:fillRect/>
          </a:stretch>
        </p:blipFill>
        <p:spPr>
          <a:xfrm>
            <a:off x="-1" y="2549572"/>
            <a:ext cx="6151319" cy="4345945"/>
          </a:xfrm>
          <a:prstGeom prst="rect">
            <a:avLst/>
          </a:prstGeom>
        </p:spPr>
      </p:pic>
      <p:pic>
        <p:nvPicPr>
          <p:cNvPr id="22" name="图片 21">
            <a:extLst>
              <a:ext uri="{FF2B5EF4-FFF2-40B4-BE49-F238E27FC236}">
                <a16:creationId xmlns:a16="http://schemas.microsoft.com/office/drawing/2014/main" id="{E1AECB29-B204-1A55-E06B-EA5E79CB996A}"/>
              </a:ext>
            </a:extLst>
          </p:cNvPr>
          <p:cNvPicPr>
            <a:picLocks noChangeAspect="1"/>
          </p:cNvPicPr>
          <p:nvPr/>
        </p:nvPicPr>
        <p:blipFill>
          <a:blip r:embed="rId5"/>
          <a:stretch>
            <a:fillRect/>
          </a:stretch>
        </p:blipFill>
        <p:spPr>
          <a:xfrm>
            <a:off x="6059648" y="1035363"/>
            <a:ext cx="6132352" cy="5822637"/>
          </a:xfrm>
          <a:prstGeom prst="rect">
            <a:avLst/>
          </a:prstGeom>
        </p:spPr>
      </p:pic>
    </p:spTree>
    <p:extLst>
      <p:ext uri="{BB962C8B-B14F-4D97-AF65-F5344CB8AC3E}">
        <p14:creationId xmlns:p14="http://schemas.microsoft.com/office/powerpoint/2010/main" val="17942877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A80C9-7F58-08B7-38F0-A0F3798CDBA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0E12FF2-04C0-9E83-AAD1-DBB09234E194}"/>
              </a:ext>
            </a:extLst>
          </p:cNvPr>
          <p:cNvSpPr>
            <a:spLocks noGrp="1"/>
          </p:cNvSpPr>
          <p:nvPr>
            <p:ph type="title"/>
          </p:nvPr>
        </p:nvSpPr>
        <p:spPr>
          <a:xfrm>
            <a:off x="803275" y="432896"/>
            <a:ext cx="8970989" cy="663575"/>
          </a:xfrm>
        </p:spPr>
        <p:txBody>
          <a:bodyPr/>
          <a:lstStyle/>
          <a:p>
            <a:r>
              <a:rPr lang="en-US" altLang="zh-CN" dirty="0">
                <a:latin typeface="华文中宋" panose="02010600040101010101" pitchFamily="2" charset="-122"/>
                <a:ea typeface="华文中宋" panose="02010600040101010101" pitchFamily="2" charset="-122"/>
              </a:rPr>
              <a:t>2.4  </a:t>
            </a:r>
            <a:r>
              <a:rPr lang="zh-CN" altLang="en-US" dirty="0">
                <a:latin typeface="华文中宋" panose="02010600040101010101" pitchFamily="2" charset="-122"/>
                <a:ea typeface="华文中宋" panose="02010600040101010101" pitchFamily="2" charset="-122"/>
              </a:rPr>
              <a:t>进程管理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进程状态</a:t>
            </a:r>
          </a:p>
        </p:txBody>
      </p:sp>
      <p:pic>
        <p:nvPicPr>
          <p:cNvPr id="4" name="图片 3">
            <a:extLst>
              <a:ext uri="{FF2B5EF4-FFF2-40B4-BE49-F238E27FC236}">
                <a16:creationId xmlns:a16="http://schemas.microsoft.com/office/drawing/2014/main" id="{63341029-ACB6-5E83-19FC-5CC02FD02ACD}"/>
              </a:ext>
            </a:extLst>
          </p:cNvPr>
          <p:cNvPicPr>
            <a:picLocks noChangeAspect="1"/>
          </p:cNvPicPr>
          <p:nvPr/>
        </p:nvPicPr>
        <p:blipFill>
          <a:blip r:embed="rId3"/>
          <a:stretch>
            <a:fillRect/>
          </a:stretch>
        </p:blipFill>
        <p:spPr>
          <a:xfrm>
            <a:off x="0" y="1018209"/>
            <a:ext cx="8735735" cy="2481231"/>
          </a:xfrm>
          <a:prstGeom prst="rect">
            <a:avLst/>
          </a:prstGeom>
        </p:spPr>
      </p:pic>
      <p:pic>
        <p:nvPicPr>
          <p:cNvPr id="5" name="Picture 1">
            <a:extLst>
              <a:ext uri="{FF2B5EF4-FFF2-40B4-BE49-F238E27FC236}">
                <a16:creationId xmlns:a16="http://schemas.microsoft.com/office/drawing/2014/main" id="{0A6186DE-2C72-8D87-A420-A7086D6A392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35024" y="4018943"/>
            <a:ext cx="5539530" cy="2159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A1DBBD7C-87A1-6978-602F-95B922DA2F48}"/>
              </a:ext>
            </a:extLst>
          </p:cNvPr>
          <p:cNvSpPr txBox="1"/>
          <p:nvPr/>
        </p:nvSpPr>
        <p:spPr>
          <a:xfrm>
            <a:off x="432034" y="3742721"/>
            <a:ext cx="6102990" cy="2462213"/>
          </a:xfrm>
          <a:prstGeom prst="rect">
            <a:avLst/>
          </a:prstGeom>
          <a:noFill/>
        </p:spPr>
        <p:txBody>
          <a:bodyPr wrap="square">
            <a:spAutoFit/>
          </a:bodyPr>
          <a:lstStyle/>
          <a:p>
            <a:pPr marL="285750" indent="-285750">
              <a:buFontTx/>
              <a:buChar char="-"/>
            </a:pPr>
            <a:r>
              <a:rPr lang="zh-CN" altLang="en-US" sz="1400" dirty="0">
                <a:latin typeface="华文中宋" panose="02010600040101010101" pitchFamily="2" charset="-122"/>
                <a:ea typeface="华文中宋" panose="02010600040101010101" pitchFamily="2" charset="-122"/>
              </a:rPr>
              <a:t>创建进程池时构造函数中赋值UNUSED </a:t>
            </a:r>
            <a:endParaRPr lang="en-US" altLang="zh-CN" sz="1400" dirty="0">
              <a:latin typeface="华文中宋" panose="02010600040101010101" pitchFamily="2" charset="-122"/>
              <a:ea typeface="华文中宋" panose="02010600040101010101" pitchFamily="2" charset="-122"/>
            </a:endParaRPr>
          </a:p>
          <a:p>
            <a:pPr marL="285750" indent="-285750">
              <a:buFontTx/>
              <a:buChar char="-"/>
            </a:pPr>
            <a:r>
              <a:rPr lang="zh-CN" altLang="en-US" sz="1400" dirty="0">
                <a:latin typeface="华文中宋" panose="02010600040101010101" pitchFamily="2" charset="-122"/>
                <a:ea typeface="华文中宋" panose="02010600040101010101" pitchFamily="2" charset="-122"/>
              </a:rPr>
              <a:t>alloc_proc() 从空闲进程中初始化时创建用户页表分配物理空间，并切换为USED </a:t>
            </a:r>
            <a:endParaRPr lang="en-US" altLang="zh-CN" sz="1400" dirty="0">
              <a:latin typeface="华文中宋" panose="02010600040101010101" pitchFamily="2" charset="-122"/>
              <a:ea typeface="华文中宋" panose="02010600040101010101" pitchFamily="2" charset="-122"/>
            </a:endParaRPr>
          </a:p>
          <a:p>
            <a:pPr marL="285750" indent="-285750">
              <a:buFontTx/>
              <a:buChar char="-"/>
            </a:pPr>
            <a:r>
              <a:rPr lang="zh-CN" altLang="en-US" sz="1400" dirty="0">
                <a:latin typeface="华文中宋" panose="02010600040101010101" pitchFamily="2" charset="-122"/>
                <a:ea typeface="华文中宋" panose="02010600040101010101" pitchFamily="2" charset="-122"/>
              </a:rPr>
              <a:t>user_init() 中初始化进程，并在所有初始化完成后切换为RUNNABLE </a:t>
            </a:r>
            <a:endParaRPr lang="en-US" altLang="zh-CN" sz="1400" dirty="0">
              <a:latin typeface="华文中宋" panose="02010600040101010101" pitchFamily="2" charset="-122"/>
              <a:ea typeface="华文中宋" panose="02010600040101010101" pitchFamily="2" charset="-122"/>
            </a:endParaRPr>
          </a:p>
          <a:p>
            <a:pPr marL="285750" indent="-285750">
              <a:buFontTx/>
              <a:buChar char="-"/>
            </a:pPr>
            <a:r>
              <a:rPr lang="zh-CN" altLang="en-US" sz="1400" dirty="0">
                <a:latin typeface="华文中宋" panose="02010600040101010101" pitchFamily="2" charset="-122"/>
                <a:ea typeface="华文中宋" panose="02010600040101010101" pitchFamily="2" charset="-122"/>
              </a:rPr>
              <a:t>调度器从就绪队列中找到优先级最高的进程，开始运行，并将状态设为RUNNING </a:t>
            </a:r>
            <a:endParaRPr lang="en-US" altLang="zh-CN" sz="1400" dirty="0">
              <a:latin typeface="华文中宋" panose="02010600040101010101" pitchFamily="2" charset="-122"/>
              <a:ea typeface="华文中宋" panose="02010600040101010101" pitchFamily="2" charset="-122"/>
            </a:endParaRPr>
          </a:p>
          <a:p>
            <a:pPr marL="285750" indent="-285750">
              <a:buFontTx/>
              <a:buChar char="-"/>
            </a:pPr>
            <a:r>
              <a:rPr lang="zh-CN" altLang="en-US" sz="1400" dirty="0">
                <a:latin typeface="华文中宋" panose="02010600040101010101" pitchFamily="2" charset="-122"/>
                <a:ea typeface="华文中宋" panose="02010600040101010101" pitchFamily="2" charset="-122"/>
              </a:rPr>
              <a:t>当被系统调用终止或时间片用尽时进程放弃CPU，状态回到RUNNABLE </a:t>
            </a:r>
            <a:endParaRPr lang="en-US" altLang="zh-CN" sz="1400" dirty="0">
              <a:latin typeface="华文中宋" panose="02010600040101010101" pitchFamily="2" charset="-122"/>
              <a:ea typeface="华文中宋" panose="02010600040101010101" pitchFamily="2" charset="-122"/>
            </a:endParaRPr>
          </a:p>
          <a:p>
            <a:pPr marL="285750" indent="-285750">
              <a:buFontTx/>
              <a:buChar char="-"/>
            </a:pPr>
            <a:r>
              <a:rPr lang="zh-CN" altLang="en-US" sz="1400" dirty="0">
                <a:latin typeface="华文中宋" panose="02010600040101010101" pitchFamily="2" charset="-122"/>
                <a:ea typeface="华文中宋" panose="02010600040101010101" pitchFamily="2" charset="-122"/>
              </a:rPr>
              <a:t>当futex或sleep系统调用让进程进入休眠时，进程切换为SLEEPING，此时等待信号唤醒进程 </a:t>
            </a:r>
            <a:endParaRPr lang="en-US" altLang="zh-CN" sz="1400" dirty="0">
              <a:latin typeface="华文中宋" panose="02010600040101010101" pitchFamily="2" charset="-122"/>
              <a:ea typeface="华文中宋" panose="02010600040101010101" pitchFamily="2" charset="-122"/>
            </a:endParaRPr>
          </a:p>
          <a:p>
            <a:pPr marL="285750" indent="-285750">
              <a:buFontTx/>
              <a:buChar char="-"/>
            </a:pPr>
            <a:r>
              <a:rPr lang="zh-CN" altLang="en-US" sz="1400" dirty="0">
                <a:latin typeface="华文中宋" panose="02010600040101010101" pitchFamily="2" charset="-122"/>
                <a:ea typeface="华文中宋" panose="02010600040101010101" pitchFamily="2" charset="-122"/>
              </a:rPr>
              <a:t>进程使用 exit 退出时状态切换为ZOMBIE</a:t>
            </a:r>
          </a:p>
        </p:txBody>
      </p:sp>
      <p:sp>
        <p:nvSpPr>
          <p:cNvPr id="6" name="文本框 5">
            <a:extLst>
              <a:ext uri="{FF2B5EF4-FFF2-40B4-BE49-F238E27FC236}">
                <a16:creationId xmlns:a16="http://schemas.microsoft.com/office/drawing/2014/main" id="{38E3D42E-7D3B-4030-3AF7-5EF7F3E71040}"/>
              </a:ext>
            </a:extLst>
          </p:cNvPr>
          <p:cNvSpPr txBox="1"/>
          <p:nvPr/>
        </p:nvSpPr>
        <p:spPr>
          <a:xfrm>
            <a:off x="9653814" y="6328619"/>
            <a:ext cx="2647043" cy="369332"/>
          </a:xfrm>
          <a:prstGeom prst="rect">
            <a:avLst/>
          </a:prstGeom>
          <a:noFill/>
        </p:spPr>
        <p:txBody>
          <a:bodyPr wrap="square">
            <a:spAutoFit/>
          </a:bodyPr>
          <a:lstStyle/>
          <a:p>
            <a:r>
              <a:rPr lang="zh-CN" altLang="en-US" sz="1800" dirty="0">
                <a:solidFill>
                  <a:srgbClr val="C00000"/>
                </a:solidFill>
              </a:rPr>
              <a:t>进程状态的切换逻辑</a:t>
            </a:r>
          </a:p>
        </p:txBody>
      </p:sp>
    </p:spTree>
    <p:extLst>
      <p:ext uri="{BB962C8B-B14F-4D97-AF65-F5344CB8AC3E}">
        <p14:creationId xmlns:p14="http://schemas.microsoft.com/office/powerpoint/2010/main" val="4111170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D8459-B2FD-C215-819D-4B4320B1AA00}"/>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50954170-F17B-99DA-86E9-D69F51A2B9AF}"/>
              </a:ext>
            </a:extLst>
          </p:cNvPr>
          <p:cNvSpPr txBox="1"/>
          <p:nvPr/>
        </p:nvSpPr>
        <p:spPr>
          <a:xfrm>
            <a:off x="6891937" y="1916692"/>
            <a:ext cx="4877817" cy="738664"/>
          </a:xfrm>
          <a:prstGeom prst="rect">
            <a:avLst/>
          </a:prstGeom>
          <a:noFill/>
        </p:spPr>
        <p:txBody>
          <a:bodyPr wrap="square">
            <a:spAutoFit/>
          </a:bodyPr>
          <a:lstStyle/>
          <a:p>
            <a:r>
              <a:rPr lang="zh-CN" altLang="en-US" sz="1400" dirty="0">
                <a:latin typeface="华文中宋" panose="02010600040101010101" pitchFamily="2" charset="-122"/>
                <a:ea typeface="华文中宋" panose="02010600040101010101" pitchFamily="2" charset="-122"/>
              </a:rPr>
              <a:t>为便于调用，</a:t>
            </a:r>
            <a:r>
              <a:rPr lang="en-US" altLang="zh-CN" sz="1400" dirty="0">
                <a:latin typeface="华文中宋" panose="02010600040101010101" pitchFamily="2" charset="-122"/>
                <a:ea typeface="华文中宋" panose="02010600040101010101" pitchFamily="2" charset="-122"/>
              </a:rPr>
              <a:t>F7LY</a:t>
            </a:r>
            <a:r>
              <a:rPr lang="zh-CN" altLang="en-US" sz="1400" dirty="0">
                <a:latin typeface="华文中宋" panose="02010600040101010101" pitchFamily="2" charset="-122"/>
                <a:ea typeface="华文中宋" panose="02010600040101010101" pitchFamily="2" charset="-122"/>
              </a:rPr>
              <a:t>使用调度器</a:t>
            </a:r>
            <a:r>
              <a:rPr lang="en-US" altLang="zh-CN" sz="1400" dirty="0">
                <a:latin typeface="华文中宋" panose="02010600040101010101" pitchFamily="2" charset="-122"/>
                <a:ea typeface="华文中宋" panose="02010600040101010101" pitchFamily="2" charset="-122"/>
              </a:rPr>
              <a:t>Scheduler</a:t>
            </a:r>
            <a:r>
              <a:rPr lang="zh-CN" altLang="en-US" sz="1400" dirty="0">
                <a:latin typeface="华文中宋" panose="02010600040101010101" pitchFamily="2" charset="-122"/>
                <a:ea typeface="华文中宋" panose="02010600040101010101" pitchFamily="2" charset="-122"/>
              </a:rPr>
              <a:t>类以及全局对象</a:t>
            </a:r>
            <a:r>
              <a:rPr lang="en-US" altLang="zh-CN" sz="1400" dirty="0">
                <a:latin typeface="华文中宋" panose="02010600040101010101" pitchFamily="2" charset="-122"/>
                <a:ea typeface="华文中宋" panose="02010600040101010101" pitchFamily="2" charset="-122"/>
              </a:rPr>
              <a:t> </a:t>
            </a:r>
            <a:r>
              <a:rPr lang="en-US" altLang="zh-CN" sz="1400" dirty="0" err="1">
                <a:latin typeface="华文中宋" panose="02010600040101010101" pitchFamily="2" charset="-122"/>
                <a:ea typeface="华文中宋" panose="02010600040101010101" pitchFamily="2" charset="-122"/>
              </a:rPr>
              <a:t>k_scheduler</a:t>
            </a:r>
            <a:r>
              <a:rPr lang="en-US" altLang="zh-CN" sz="1400" dirty="0">
                <a:latin typeface="华文中宋" panose="02010600040101010101" pitchFamily="2" charset="-122"/>
                <a:ea typeface="华文中宋" panose="02010600040101010101" pitchFamily="2" charset="-122"/>
              </a:rPr>
              <a:t> </a:t>
            </a:r>
            <a:r>
              <a:rPr lang="zh-CN" altLang="en-US" sz="1400" dirty="0">
                <a:latin typeface="华文中宋" panose="02010600040101010101" pitchFamily="2" charset="-122"/>
                <a:ea typeface="华文中宋" panose="02010600040101010101" pitchFamily="2" charset="-122"/>
              </a:rPr>
              <a:t>进行进程调度管理，其中具体的调度方法使用了与</a:t>
            </a:r>
            <a:r>
              <a:rPr lang="en-US" altLang="zh-CN" sz="1400" dirty="0">
                <a:latin typeface="华文中宋" panose="02010600040101010101" pitchFamily="2" charset="-122"/>
                <a:ea typeface="华文中宋" panose="02010600040101010101" pitchFamily="2" charset="-122"/>
              </a:rPr>
              <a:t>MIT xv6</a:t>
            </a:r>
            <a:r>
              <a:rPr lang="zh-CN" altLang="en-US" sz="1400" dirty="0">
                <a:latin typeface="华文中宋" panose="02010600040101010101" pitchFamily="2" charset="-122"/>
                <a:ea typeface="华文中宋" panose="02010600040101010101" pitchFamily="2" charset="-122"/>
              </a:rPr>
              <a:t>类似的逻辑方法。</a:t>
            </a:r>
          </a:p>
        </p:txBody>
      </p:sp>
      <p:sp>
        <p:nvSpPr>
          <p:cNvPr id="2" name="标题 1">
            <a:extLst>
              <a:ext uri="{FF2B5EF4-FFF2-40B4-BE49-F238E27FC236}">
                <a16:creationId xmlns:a16="http://schemas.microsoft.com/office/drawing/2014/main" id="{026D712B-00AD-6BF5-F6B4-0C71A5BE4B54}"/>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2.4 </a:t>
            </a:r>
            <a:r>
              <a:rPr lang="zh-CN" altLang="en-US" dirty="0">
                <a:latin typeface="华文中宋" panose="02010600040101010101" pitchFamily="2" charset="-122"/>
                <a:ea typeface="华文中宋" panose="02010600040101010101" pitchFamily="2" charset="-122"/>
              </a:rPr>
              <a:t>进程管理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进程调度</a:t>
            </a:r>
          </a:p>
        </p:txBody>
      </p:sp>
      <p:pic>
        <p:nvPicPr>
          <p:cNvPr id="7" name="图片 6">
            <a:extLst>
              <a:ext uri="{FF2B5EF4-FFF2-40B4-BE49-F238E27FC236}">
                <a16:creationId xmlns:a16="http://schemas.microsoft.com/office/drawing/2014/main" id="{A6734959-4564-F334-9E90-218645828DB6}"/>
              </a:ext>
            </a:extLst>
          </p:cNvPr>
          <p:cNvPicPr>
            <a:picLocks noChangeAspect="1"/>
          </p:cNvPicPr>
          <p:nvPr/>
        </p:nvPicPr>
        <p:blipFill>
          <a:blip r:embed="rId3"/>
          <a:stretch>
            <a:fillRect/>
          </a:stretch>
        </p:blipFill>
        <p:spPr>
          <a:xfrm>
            <a:off x="227140" y="1829876"/>
            <a:ext cx="6577032" cy="3637513"/>
          </a:xfrm>
          <a:prstGeom prst="rect">
            <a:avLst/>
          </a:prstGeom>
        </p:spPr>
      </p:pic>
      <p:sp>
        <p:nvSpPr>
          <p:cNvPr id="10" name="文本框 9">
            <a:extLst>
              <a:ext uri="{FF2B5EF4-FFF2-40B4-BE49-F238E27FC236}">
                <a16:creationId xmlns:a16="http://schemas.microsoft.com/office/drawing/2014/main" id="{A4DB7C21-94DA-EB54-FAE0-80B338F69FED}"/>
              </a:ext>
            </a:extLst>
          </p:cNvPr>
          <p:cNvSpPr txBox="1"/>
          <p:nvPr/>
        </p:nvSpPr>
        <p:spPr>
          <a:xfrm>
            <a:off x="6891937" y="3514987"/>
            <a:ext cx="5253605" cy="2800767"/>
          </a:xfrm>
          <a:prstGeom prst="rect">
            <a:avLst/>
          </a:prstGeom>
          <a:noFill/>
        </p:spPr>
        <p:txBody>
          <a:bodyPr wrap="square">
            <a:spAutoFit/>
          </a:bodyPr>
          <a:lstStyle/>
          <a:p>
            <a:r>
              <a:rPr lang="zh-CN" altLang="en-US" sz="1600" dirty="0">
                <a:latin typeface="华文中宋" panose="02010600040101010101" pitchFamily="2" charset="-122"/>
                <a:ea typeface="华文中宋" panose="02010600040101010101" pitchFamily="2" charset="-122"/>
              </a:rPr>
              <a:t>Scheduler类承担了原本c语言书写的xv6中的调度任务。</a:t>
            </a:r>
            <a:endParaRPr lang="en-US" altLang="zh-CN" sz="1600" dirty="0">
              <a:latin typeface="华文中宋" panose="02010600040101010101" pitchFamily="2" charset="-122"/>
              <a:ea typeface="华文中宋" panose="02010600040101010101" pitchFamily="2" charset="-122"/>
            </a:endParaRPr>
          </a:p>
          <a:p>
            <a:r>
              <a:rPr lang="zh-CN" altLang="en-US" sz="1600" dirty="0">
                <a:latin typeface="华文中宋" panose="02010600040101010101" pitchFamily="2" charset="-122"/>
                <a:ea typeface="华文中宋" panose="02010600040101010101" pitchFamily="2" charset="-122"/>
              </a:rPr>
              <a:t> Scheduler （运行一个简单的循环：根据优先级找到要运行的进程，运行它直到它让步，然后重复循环。 scheduler 在进程表上循环查找可运行的进程，比较它们的优先级并选出最高优先级，该进程具有 p-&gt;state == RUNNABLE 。</a:t>
            </a:r>
            <a:endParaRPr lang="en-US" altLang="zh-CN" sz="1600" dirty="0">
              <a:latin typeface="华文中宋" panose="02010600040101010101" pitchFamily="2" charset="-122"/>
              <a:ea typeface="华文中宋" panose="02010600040101010101" pitchFamily="2" charset="-122"/>
            </a:endParaRPr>
          </a:p>
          <a:p>
            <a:r>
              <a:rPr lang="zh-CN" altLang="en-US" sz="1600" dirty="0">
                <a:latin typeface="华文中宋" panose="02010600040101010101" pitchFamily="2" charset="-122"/>
                <a:ea typeface="华文中宋" panose="02010600040101010101" pitchFamily="2" charset="-122"/>
              </a:rPr>
              <a:t>一旦找到一个进程，它将设置CPU当前进程 ，将该进程标记为 RUNINING ，然后调用 swtch 开始运行它。</a:t>
            </a:r>
            <a:endParaRPr lang="en-US" altLang="zh-CN" sz="1600" dirty="0">
              <a:latin typeface="华文中宋" panose="02010600040101010101" pitchFamily="2" charset="-122"/>
              <a:ea typeface="华文中宋" panose="02010600040101010101" pitchFamily="2" charset="-122"/>
            </a:endParaRPr>
          </a:p>
          <a:p>
            <a:r>
              <a:rPr lang="zh-CN" altLang="en-US" sz="1600" dirty="0">
                <a:latin typeface="华文中宋" panose="02010600040101010101" pitchFamily="2" charset="-122"/>
                <a:ea typeface="华文中宋" panose="02010600040101010101" pitchFamily="2" charset="-122"/>
              </a:rPr>
              <a:t>这种用对象封装两个有栈协程 call_sched 和 start_schedule 的方法可以使F7LY比xv6有更清晰和高效的调度方法。</a:t>
            </a:r>
          </a:p>
        </p:txBody>
      </p:sp>
      <p:sp>
        <p:nvSpPr>
          <p:cNvPr id="4" name="文本框 3">
            <a:extLst>
              <a:ext uri="{FF2B5EF4-FFF2-40B4-BE49-F238E27FC236}">
                <a16:creationId xmlns:a16="http://schemas.microsoft.com/office/drawing/2014/main" id="{B35A6A95-B07E-85FD-65FA-BE2FC989F7BF}"/>
              </a:ext>
            </a:extLst>
          </p:cNvPr>
          <p:cNvSpPr txBox="1"/>
          <p:nvPr/>
        </p:nvSpPr>
        <p:spPr>
          <a:xfrm>
            <a:off x="227140" y="5704506"/>
            <a:ext cx="1746803" cy="369332"/>
          </a:xfrm>
          <a:prstGeom prst="rect">
            <a:avLst/>
          </a:prstGeom>
          <a:noFill/>
        </p:spPr>
        <p:txBody>
          <a:bodyPr wrap="square">
            <a:spAutoFit/>
          </a:bodyPr>
          <a:lstStyle/>
          <a:p>
            <a:r>
              <a:rPr lang="zh-CN" altLang="en-US" sz="1800" dirty="0">
                <a:solidFill>
                  <a:srgbClr val="C00000"/>
                </a:solidFill>
              </a:rPr>
              <a:t>调度器类代码</a:t>
            </a:r>
          </a:p>
        </p:txBody>
      </p:sp>
    </p:spTree>
    <p:extLst>
      <p:ext uri="{BB962C8B-B14F-4D97-AF65-F5344CB8AC3E}">
        <p14:creationId xmlns:p14="http://schemas.microsoft.com/office/powerpoint/2010/main" val="2099129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3434-F04A-A1B7-6D89-25E30F3E7460}"/>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E4BAC494-E952-56E9-2763-A48DD6C21E1C}"/>
              </a:ext>
            </a:extLst>
          </p:cNvPr>
          <p:cNvSpPr txBox="1"/>
          <p:nvPr/>
        </p:nvSpPr>
        <p:spPr>
          <a:xfrm>
            <a:off x="184620" y="1057061"/>
            <a:ext cx="5511504" cy="1815882"/>
          </a:xfrm>
          <a:prstGeom prst="rect">
            <a:avLst/>
          </a:prstGeom>
          <a:noFill/>
        </p:spPr>
        <p:txBody>
          <a:bodyPr wrap="square">
            <a:spAutoFit/>
          </a:bodyPr>
          <a:lstStyle/>
          <a:p>
            <a:endParaRPr lang="en-US" altLang="zh-CN" sz="1400" dirty="0">
              <a:latin typeface="华文中宋" panose="02010600040101010101" pitchFamily="2" charset="-122"/>
              <a:ea typeface="华文中宋" panose="02010600040101010101" pitchFamily="2" charset="-122"/>
            </a:endParaRPr>
          </a:p>
          <a:p>
            <a:r>
              <a:rPr lang="en-US" altLang="en-US" sz="1400" dirty="0" err="1">
                <a:latin typeface="华文中宋" panose="02010600040101010101" pitchFamily="2" charset="-122"/>
                <a:ea typeface="华文中宋" panose="02010600040101010101" pitchFamily="2" charset="-122"/>
              </a:rPr>
              <a:t>当CPU从一个进程切换到另一个进程时</a:t>
            </a:r>
            <a:r>
              <a:rPr lang="zh-CN" altLang="en-US" sz="1400" dirty="0">
                <a:latin typeface="华文中宋" panose="02010600040101010101" pitchFamily="2" charset="-122"/>
                <a:ea typeface="华文中宋" panose="02010600040101010101" pitchFamily="2" charset="-122"/>
              </a:rPr>
              <a:t>，就会发生上下文切换</a:t>
            </a:r>
            <a:endParaRPr lang="en-US" altLang="en-US" sz="1400" dirty="0">
              <a:latin typeface="华文中宋" panose="02010600040101010101" pitchFamily="2" charset="-122"/>
              <a:ea typeface="华文中宋" panose="02010600040101010101" pitchFamily="2" charset="-122"/>
            </a:endParaRPr>
          </a:p>
          <a:p>
            <a:endParaRPr lang="en-US" altLang="zh-CN" sz="1400" dirty="0">
              <a:latin typeface="华文中宋" panose="02010600040101010101" pitchFamily="2" charset="-122"/>
              <a:ea typeface="华文中宋" panose="02010600040101010101" pitchFamily="2" charset="-122"/>
            </a:endParaRPr>
          </a:p>
          <a:p>
            <a:endParaRPr lang="en-US" altLang="zh-CN" sz="1400" dirty="0">
              <a:latin typeface="华文中宋" panose="02010600040101010101" pitchFamily="2" charset="-122"/>
              <a:ea typeface="华文中宋" panose="02010600040101010101" pitchFamily="2" charset="-122"/>
            </a:endParaRPr>
          </a:p>
          <a:p>
            <a:r>
              <a:rPr lang="zh-CN" altLang="en-US" sz="1400" dirty="0">
                <a:latin typeface="华文中宋" panose="02010600040101010101" pitchFamily="2" charset="-122"/>
                <a:ea typeface="华文中宋" panose="02010600040101010101" pitchFamily="2" charset="-122"/>
              </a:rPr>
              <a:t>汇编函数</a:t>
            </a:r>
            <a:r>
              <a:rPr lang="en-US" altLang="zh-CN" sz="1400" dirty="0">
                <a:latin typeface="华文中宋" panose="02010600040101010101" pitchFamily="2" charset="-122"/>
                <a:ea typeface="华文中宋" panose="02010600040101010101" pitchFamily="2" charset="-122"/>
              </a:rPr>
              <a:t>`</a:t>
            </a:r>
            <a:r>
              <a:rPr lang="en-US" altLang="zh-CN" sz="1400" dirty="0" err="1">
                <a:latin typeface="华文中宋" panose="02010600040101010101" pitchFamily="2" charset="-122"/>
                <a:ea typeface="华文中宋" panose="02010600040101010101" pitchFamily="2" charset="-122"/>
              </a:rPr>
              <a:t>swtch.S</a:t>
            </a:r>
            <a:r>
              <a:rPr lang="en-US" altLang="zh-CN" sz="1400" dirty="0">
                <a:latin typeface="华文中宋" panose="02010600040101010101" pitchFamily="2" charset="-122"/>
                <a:ea typeface="华文中宋" panose="02010600040101010101" pitchFamily="2" charset="-122"/>
              </a:rPr>
              <a:t>`</a:t>
            </a:r>
            <a:r>
              <a:rPr lang="zh-CN" altLang="en-US" sz="1400" dirty="0">
                <a:latin typeface="华文中宋" panose="02010600040101010101" pitchFamily="2" charset="-122"/>
                <a:ea typeface="华文中宋" panose="02010600040101010101" pitchFamily="2" charset="-122"/>
              </a:rPr>
              <a:t>用于管理一个到旧进程内核线程的用户</a:t>
            </a:r>
            <a:r>
              <a:rPr lang="en-US" altLang="zh-CN" sz="1400" dirty="0">
                <a:latin typeface="华文中宋" panose="02010600040101010101" pitchFamily="2" charset="-122"/>
                <a:ea typeface="华文中宋" panose="02010600040101010101" pitchFamily="2" charset="-122"/>
              </a:rPr>
              <a:t>-</a:t>
            </a:r>
            <a:r>
              <a:rPr lang="zh-CN" altLang="en-US" sz="1400" dirty="0">
                <a:latin typeface="华文中宋" panose="02010600040101010101" pitchFamily="2" charset="-122"/>
                <a:ea typeface="华文中宋" panose="02010600040101010101" pitchFamily="2" charset="-122"/>
              </a:rPr>
              <a:t>内核转换（系统调用或中断），一个到当前</a:t>
            </a:r>
            <a:r>
              <a:rPr lang="en-US" altLang="zh-CN" sz="1400" dirty="0">
                <a:latin typeface="华文中宋" panose="02010600040101010101" pitchFamily="2" charset="-122"/>
                <a:ea typeface="华文中宋" panose="02010600040101010101" pitchFamily="2" charset="-122"/>
              </a:rPr>
              <a:t>CPU</a:t>
            </a:r>
            <a:r>
              <a:rPr lang="zh-CN" altLang="en-US" sz="1400" dirty="0">
                <a:latin typeface="华文中宋" panose="02010600040101010101" pitchFamily="2" charset="-122"/>
                <a:ea typeface="华文中宋" panose="02010600040101010101" pitchFamily="2" charset="-122"/>
              </a:rPr>
              <a:t>调度程序线程的上下文切换，一个到新进程内核线程的上下文切换，以及一个返回到用户级进程的陷阱。</a:t>
            </a:r>
            <a:endParaRPr lang="en-US" altLang="zh-CN" sz="1400" dirty="0">
              <a:latin typeface="华文中宋" panose="02010600040101010101" pitchFamily="2" charset="-122"/>
              <a:ea typeface="华文中宋" panose="02010600040101010101" pitchFamily="2" charset="-122"/>
            </a:endParaRPr>
          </a:p>
        </p:txBody>
      </p:sp>
      <p:sp>
        <p:nvSpPr>
          <p:cNvPr id="2" name="标题 1">
            <a:extLst>
              <a:ext uri="{FF2B5EF4-FFF2-40B4-BE49-F238E27FC236}">
                <a16:creationId xmlns:a16="http://schemas.microsoft.com/office/drawing/2014/main" id="{87745BA3-A356-9F19-7FE6-91C7C9E9FAD2}"/>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2.4 </a:t>
            </a:r>
            <a:r>
              <a:rPr lang="zh-CN" altLang="en-US" dirty="0">
                <a:latin typeface="华文中宋" panose="02010600040101010101" pitchFamily="2" charset="-122"/>
                <a:ea typeface="华文中宋" panose="02010600040101010101" pitchFamily="2" charset="-122"/>
              </a:rPr>
              <a:t>进程管理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上下文切换</a:t>
            </a:r>
          </a:p>
        </p:txBody>
      </p:sp>
      <p:pic>
        <p:nvPicPr>
          <p:cNvPr id="3" name="Picture 1">
            <a:extLst>
              <a:ext uri="{FF2B5EF4-FFF2-40B4-BE49-F238E27FC236}">
                <a16:creationId xmlns:a16="http://schemas.microsoft.com/office/drawing/2014/main" id="{1F5C03FF-0742-AFF7-2E7D-0A09F8D2B44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75682" y="1597402"/>
            <a:ext cx="5512726" cy="4505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BDB0952A-717B-F968-842D-160870058E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3592" y="2872943"/>
            <a:ext cx="5513545" cy="3213270"/>
          </a:xfrm>
          <a:prstGeom prst="rect">
            <a:avLst/>
          </a:prstGeom>
        </p:spPr>
      </p:pic>
    </p:spTree>
    <p:extLst>
      <p:ext uri="{BB962C8B-B14F-4D97-AF65-F5344CB8AC3E}">
        <p14:creationId xmlns:p14="http://schemas.microsoft.com/office/powerpoint/2010/main" val="20356133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3D4537-5D30-1C9A-E871-46ABCB833F34}"/>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2.4</a:t>
            </a:r>
            <a:r>
              <a:rPr lang="zh-CN" altLang="en-US" dirty="0">
                <a:latin typeface="华文中宋" panose="02010600040101010101" pitchFamily="2" charset="-122"/>
                <a:ea typeface="华文中宋" panose="02010600040101010101" pitchFamily="2" charset="-122"/>
              </a:rPr>
              <a:t>进程管理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进程操作</a:t>
            </a:r>
          </a:p>
        </p:txBody>
      </p:sp>
      <p:sp>
        <p:nvSpPr>
          <p:cNvPr id="15" name="文本框 14">
            <a:extLst>
              <a:ext uri="{FF2B5EF4-FFF2-40B4-BE49-F238E27FC236}">
                <a16:creationId xmlns:a16="http://schemas.microsoft.com/office/drawing/2014/main" id="{591DF4AA-758D-FA0F-D814-A8EBCE49B263}"/>
              </a:ext>
            </a:extLst>
          </p:cNvPr>
          <p:cNvSpPr txBox="1"/>
          <p:nvPr/>
        </p:nvSpPr>
        <p:spPr>
          <a:xfrm>
            <a:off x="434130" y="1312688"/>
            <a:ext cx="6102990" cy="646331"/>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F7LY的进程管理使用类ProcessManager封装对进程的许多操作，并使用全局对象k_pmm进行管理</a:t>
            </a:r>
          </a:p>
        </p:txBody>
      </p:sp>
      <p:pic>
        <p:nvPicPr>
          <p:cNvPr id="17" name="图片 16">
            <a:extLst>
              <a:ext uri="{FF2B5EF4-FFF2-40B4-BE49-F238E27FC236}">
                <a16:creationId xmlns:a16="http://schemas.microsoft.com/office/drawing/2014/main" id="{51CD816B-E12F-2F54-5514-3F3840551180}"/>
              </a:ext>
            </a:extLst>
          </p:cNvPr>
          <p:cNvPicPr>
            <a:picLocks noChangeAspect="1"/>
          </p:cNvPicPr>
          <p:nvPr/>
        </p:nvPicPr>
        <p:blipFill>
          <a:blip r:embed="rId2"/>
          <a:stretch>
            <a:fillRect/>
          </a:stretch>
        </p:blipFill>
        <p:spPr>
          <a:xfrm>
            <a:off x="519424" y="2063536"/>
            <a:ext cx="4708688" cy="3481776"/>
          </a:xfrm>
          <a:prstGeom prst="rect">
            <a:avLst/>
          </a:prstGeom>
        </p:spPr>
      </p:pic>
      <p:sp>
        <p:nvSpPr>
          <p:cNvPr id="18" name="文本框 17">
            <a:extLst>
              <a:ext uri="{FF2B5EF4-FFF2-40B4-BE49-F238E27FC236}">
                <a16:creationId xmlns:a16="http://schemas.microsoft.com/office/drawing/2014/main" id="{B6E5B952-F7AE-4B4C-FD9D-F0FF13946C93}"/>
              </a:ext>
            </a:extLst>
          </p:cNvPr>
          <p:cNvSpPr txBox="1"/>
          <p:nvPr/>
        </p:nvSpPr>
        <p:spPr>
          <a:xfrm>
            <a:off x="6785994" y="2063380"/>
            <a:ext cx="4413309" cy="4247317"/>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ProcessManager类包含了公共接口：</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对于当前进程的状态信息获取和修改。</a:t>
            </a: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又作为系统调用和进程结构体这一个体之间的桥梁便于通过系统调用直接对进程进行操作。</a:t>
            </a: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当用户态程序需要申请内核资源或执行特权操作时，会通过系统调用进入内核。这一过程由硬件触发用户态到内核态的陷入（</a:t>
            </a:r>
            <a:r>
              <a:rPr lang="en-US" altLang="zh-CN" dirty="0">
                <a:latin typeface="华文中宋" panose="02010600040101010101" pitchFamily="2" charset="-122"/>
                <a:ea typeface="华文中宋" panose="02010600040101010101" pitchFamily="2" charset="-122"/>
              </a:rPr>
              <a:t>`</a:t>
            </a:r>
            <a:r>
              <a:rPr lang="en-US" altLang="zh-CN" dirty="0" err="1">
                <a:latin typeface="华文中宋" panose="02010600040101010101" pitchFamily="2" charset="-122"/>
                <a:ea typeface="华文中宋" panose="02010600040101010101" pitchFamily="2" charset="-122"/>
              </a:rPr>
              <a:t>usertrap</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），在陷入点内核会根据异常码进行判断，并通过 </a:t>
            </a:r>
            <a:r>
              <a:rPr lang="en-US" altLang="zh-CN" dirty="0">
                <a:latin typeface="华文中宋" panose="02010600040101010101" pitchFamily="2" charset="-122"/>
                <a:ea typeface="华文中宋" panose="02010600040101010101" pitchFamily="2" charset="-122"/>
              </a:rPr>
              <a:t>`</a:t>
            </a:r>
            <a:r>
              <a:rPr lang="en-US" altLang="zh-CN" dirty="0" err="1">
                <a:latin typeface="华文中宋" panose="02010600040101010101" pitchFamily="2" charset="-122"/>
                <a:ea typeface="华文中宋" panose="02010600040101010101" pitchFamily="2" charset="-122"/>
              </a:rPr>
              <a:t>syscall_handler</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包装逻辑进入具体的系统调用处理流程。</a:t>
            </a:r>
          </a:p>
        </p:txBody>
      </p:sp>
    </p:spTree>
    <p:extLst>
      <p:ext uri="{BB962C8B-B14F-4D97-AF65-F5344CB8AC3E}">
        <p14:creationId xmlns:p14="http://schemas.microsoft.com/office/powerpoint/2010/main" val="2574443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A5717-E3FE-9FB8-5BAA-4F9B164690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A275FB-B851-CF79-AEAB-7FBB7520D4CD}"/>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2.4</a:t>
            </a:r>
            <a:r>
              <a:rPr lang="zh-CN" altLang="en-US" dirty="0">
                <a:latin typeface="华文中宋" panose="02010600040101010101" pitchFamily="2" charset="-122"/>
                <a:ea typeface="华文中宋" panose="02010600040101010101" pitchFamily="2" charset="-122"/>
              </a:rPr>
              <a:t>进程管理</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系统调用</a:t>
            </a:r>
          </a:p>
        </p:txBody>
      </p:sp>
      <p:pic>
        <p:nvPicPr>
          <p:cNvPr id="4" name="图片 3">
            <a:extLst>
              <a:ext uri="{FF2B5EF4-FFF2-40B4-BE49-F238E27FC236}">
                <a16:creationId xmlns:a16="http://schemas.microsoft.com/office/drawing/2014/main" id="{B85B2B38-0910-0421-AD13-417DE6DB59DD}"/>
              </a:ext>
            </a:extLst>
          </p:cNvPr>
          <p:cNvPicPr>
            <a:picLocks noChangeAspect="1"/>
          </p:cNvPicPr>
          <p:nvPr/>
        </p:nvPicPr>
        <p:blipFill>
          <a:blip r:embed="rId2"/>
          <a:stretch>
            <a:fillRect/>
          </a:stretch>
        </p:blipFill>
        <p:spPr>
          <a:xfrm>
            <a:off x="0" y="989949"/>
            <a:ext cx="6501468" cy="2330890"/>
          </a:xfrm>
          <a:prstGeom prst="rect">
            <a:avLst/>
          </a:prstGeom>
        </p:spPr>
      </p:pic>
      <p:sp>
        <p:nvSpPr>
          <p:cNvPr id="6" name="文本框 5">
            <a:extLst>
              <a:ext uri="{FF2B5EF4-FFF2-40B4-BE49-F238E27FC236}">
                <a16:creationId xmlns:a16="http://schemas.microsoft.com/office/drawing/2014/main" id="{2C75CEB2-034D-7669-7E11-9B7079FCAB34}"/>
              </a:ext>
            </a:extLst>
          </p:cNvPr>
          <p:cNvSpPr txBox="1"/>
          <p:nvPr/>
        </p:nvSpPr>
        <p:spPr>
          <a:xfrm>
            <a:off x="358630" y="4009505"/>
            <a:ext cx="5491294" cy="1477328"/>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在系统调用流程中，SyscallHandler 的入口首先接收用户态传递的参数，然后分发到对应的系统调用处理函数。如果系统调用涉及进程管理相关操作（如 `fork`、`execve`、`wait` 等），SyscallHandler 会调用 `ProcessManager` 负责实际的逻辑执行</a:t>
            </a:r>
          </a:p>
        </p:txBody>
      </p:sp>
      <p:pic>
        <p:nvPicPr>
          <p:cNvPr id="8" name="图片 7">
            <a:extLst>
              <a:ext uri="{FF2B5EF4-FFF2-40B4-BE49-F238E27FC236}">
                <a16:creationId xmlns:a16="http://schemas.microsoft.com/office/drawing/2014/main" id="{DAC9BA0F-CE01-6A47-78EB-0E174B174E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1468" y="1074638"/>
            <a:ext cx="5643927" cy="5079534"/>
          </a:xfrm>
          <a:prstGeom prst="rect">
            <a:avLst/>
          </a:prstGeom>
        </p:spPr>
      </p:pic>
    </p:spTree>
    <p:extLst>
      <p:ext uri="{BB962C8B-B14F-4D97-AF65-F5344CB8AC3E}">
        <p14:creationId xmlns:p14="http://schemas.microsoft.com/office/powerpoint/2010/main" val="3242626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1170C-3FF7-5F32-EE1B-13A20B1CDE8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AC7D083-2F52-7108-2431-DFC1AE910E7F}"/>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2.5  </a:t>
            </a:r>
            <a:r>
              <a:rPr lang="zh-CN" altLang="en-US" dirty="0">
                <a:latin typeface="华文中宋" panose="02010600040101010101" pitchFamily="2" charset="-122"/>
                <a:ea typeface="华文中宋" panose="02010600040101010101" pitchFamily="2" charset="-122"/>
              </a:rPr>
              <a:t>文件系统</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虚拟文件系统</a:t>
            </a:r>
            <a:br>
              <a:rPr lang="zh-CN" altLang="en-US" dirty="0">
                <a:latin typeface="华文中宋" panose="02010600040101010101" pitchFamily="2" charset="-122"/>
                <a:ea typeface="华文中宋" panose="02010600040101010101" pitchFamily="2" charset="-122"/>
              </a:rPr>
            </a:br>
            <a:endParaRPr lang="zh-CN" altLang="en-US" dirty="0">
              <a:latin typeface="华文中宋" panose="02010600040101010101" pitchFamily="2" charset="-122"/>
              <a:ea typeface="华文中宋" panose="02010600040101010101" pitchFamily="2" charset="-122"/>
            </a:endParaRPr>
          </a:p>
        </p:txBody>
      </p:sp>
      <p:pic>
        <p:nvPicPr>
          <p:cNvPr id="4" name="图片 3">
            <a:extLst>
              <a:ext uri="{FF2B5EF4-FFF2-40B4-BE49-F238E27FC236}">
                <a16:creationId xmlns:a16="http://schemas.microsoft.com/office/drawing/2014/main" id="{5CA635C8-E7EF-346E-4BBA-021DC4C128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561" y="1308730"/>
            <a:ext cx="5721293" cy="4792081"/>
          </a:xfrm>
          <a:prstGeom prst="rect">
            <a:avLst/>
          </a:prstGeom>
        </p:spPr>
      </p:pic>
      <p:sp>
        <p:nvSpPr>
          <p:cNvPr id="10" name="文本框 9">
            <a:extLst>
              <a:ext uri="{FF2B5EF4-FFF2-40B4-BE49-F238E27FC236}">
                <a16:creationId xmlns:a16="http://schemas.microsoft.com/office/drawing/2014/main" id="{ED9C5FF8-5A7D-A8A5-4793-998CFB6C3761}"/>
              </a:ext>
            </a:extLst>
          </p:cNvPr>
          <p:cNvSpPr txBox="1"/>
          <p:nvPr/>
        </p:nvSpPr>
        <p:spPr>
          <a:xfrm>
            <a:off x="6951362" y="2388119"/>
            <a:ext cx="4483451" cy="2585323"/>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F7LY系统采用更符合现代编程范式的面向对象设计，使用C++的多态特性构建VFS虚基类：</a:t>
            </a: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en-US" altLang="zh-CN" dirty="0" err="1">
                <a:latin typeface="华文中宋" panose="02010600040101010101" pitchFamily="2" charset="-122"/>
                <a:ea typeface="华文中宋" panose="02010600040101010101" pitchFamily="2" charset="-122"/>
              </a:rPr>
              <a:t>SuperBlock</a:t>
            </a: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en-US" altLang="zh-CN" dirty="0" err="1">
                <a:latin typeface="华文中宋" panose="02010600040101010101" pitchFamily="2" charset="-122"/>
                <a:ea typeface="华文中宋" panose="02010600040101010101" pitchFamily="2" charset="-122"/>
              </a:rPr>
              <a:t>Dentry</a:t>
            </a: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en-US" altLang="zh-CN" dirty="0" err="1">
                <a:latin typeface="华文中宋" panose="02010600040101010101" pitchFamily="2" charset="-122"/>
                <a:ea typeface="华文中宋" panose="02010600040101010101" pitchFamily="2" charset="-122"/>
              </a:rPr>
              <a:t>Inode</a:t>
            </a: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en-US" altLang="zh-CN" dirty="0" err="1">
                <a:latin typeface="华文中宋" panose="02010600040101010101" pitchFamily="2" charset="-122"/>
                <a:ea typeface="华文中宋" panose="02010600040101010101" pitchFamily="2" charset="-122"/>
              </a:rPr>
              <a:t>FileSystem</a:t>
            </a:r>
            <a:endParaRPr lang="en-US" altLang="zh-CN" dirty="0">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并使用实际文件系统实现子类</a:t>
            </a:r>
            <a:endParaRPr lang="en-US" altLang="zh-CN" dirty="0">
              <a:latin typeface="华文中宋" panose="02010600040101010101" pitchFamily="2" charset="-122"/>
              <a:ea typeface="华文中宋" panose="02010600040101010101" pitchFamily="2" charset="-122"/>
            </a:endParaRPr>
          </a:p>
        </p:txBody>
      </p:sp>
      <p:sp>
        <p:nvSpPr>
          <p:cNvPr id="5" name="文本框 4">
            <a:extLst>
              <a:ext uri="{FF2B5EF4-FFF2-40B4-BE49-F238E27FC236}">
                <a16:creationId xmlns:a16="http://schemas.microsoft.com/office/drawing/2014/main" id="{99BCD0E8-4A0C-6F27-869F-6B00BF11DA4E}"/>
              </a:ext>
            </a:extLst>
          </p:cNvPr>
          <p:cNvSpPr txBox="1"/>
          <p:nvPr/>
        </p:nvSpPr>
        <p:spPr>
          <a:xfrm>
            <a:off x="705756" y="5916145"/>
            <a:ext cx="6099628" cy="369332"/>
          </a:xfrm>
          <a:prstGeom prst="rect">
            <a:avLst/>
          </a:prstGeom>
          <a:noFill/>
        </p:spPr>
        <p:txBody>
          <a:bodyPr wrap="square">
            <a:spAutoFit/>
          </a:bodyPr>
          <a:lstStyle/>
          <a:p>
            <a:r>
              <a:rPr lang="zh-CN" altLang="en-US" sz="1800" dirty="0">
                <a:solidFill>
                  <a:srgbClr val="C00000"/>
                </a:solidFill>
              </a:rPr>
              <a:t>虚拟文件系统结构</a:t>
            </a:r>
          </a:p>
        </p:txBody>
      </p:sp>
    </p:spTree>
    <p:extLst>
      <p:ext uri="{BB962C8B-B14F-4D97-AF65-F5344CB8AC3E}">
        <p14:creationId xmlns:p14="http://schemas.microsoft.com/office/powerpoint/2010/main" val="4204552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36C85-2883-348C-7790-A3F42F87FA0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E8089E1-63DE-FD5B-2726-A13502584697}"/>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2.5  </a:t>
            </a:r>
            <a:r>
              <a:rPr lang="zh-CN" altLang="en-US" dirty="0">
                <a:latin typeface="华文中宋" panose="02010600040101010101" pitchFamily="2" charset="-122"/>
                <a:ea typeface="华文中宋" panose="02010600040101010101" pitchFamily="2" charset="-122"/>
              </a:rPr>
              <a:t>文件系统</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虚拟文件架构</a:t>
            </a:r>
            <a:br>
              <a:rPr lang="zh-CN" altLang="en-US" dirty="0">
                <a:latin typeface="华文中宋" panose="02010600040101010101" pitchFamily="2" charset="-122"/>
                <a:ea typeface="华文中宋" panose="02010600040101010101" pitchFamily="2" charset="-122"/>
              </a:rPr>
            </a:br>
            <a:endParaRPr lang="zh-CN" altLang="en-US" dirty="0">
              <a:latin typeface="华文中宋" panose="02010600040101010101" pitchFamily="2" charset="-122"/>
              <a:ea typeface="华文中宋" panose="02010600040101010101" pitchFamily="2" charset="-122"/>
            </a:endParaRPr>
          </a:p>
        </p:txBody>
      </p:sp>
      <p:pic>
        <p:nvPicPr>
          <p:cNvPr id="8" name="图片 7">
            <a:extLst>
              <a:ext uri="{FF2B5EF4-FFF2-40B4-BE49-F238E27FC236}">
                <a16:creationId xmlns:a16="http://schemas.microsoft.com/office/drawing/2014/main" id="{E09764AB-1B2A-B721-6647-0BC2020D1B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429" y="1138868"/>
            <a:ext cx="3772949" cy="4518591"/>
          </a:xfrm>
          <a:prstGeom prst="rect">
            <a:avLst/>
          </a:prstGeom>
        </p:spPr>
      </p:pic>
      <p:sp>
        <p:nvSpPr>
          <p:cNvPr id="3" name="文本框 2">
            <a:extLst>
              <a:ext uri="{FF2B5EF4-FFF2-40B4-BE49-F238E27FC236}">
                <a16:creationId xmlns:a16="http://schemas.microsoft.com/office/drawing/2014/main" id="{7CBA5F7E-B051-125C-3001-AE122E8ED37C}"/>
              </a:ext>
            </a:extLst>
          </p:cNvPr>
          <p:cNvSpPr txBox="1"/>
          <p:nvPr/>
        </p:nvSpPr>
        <p:spPr>
          <a:xfrm>
            <a:off x="5931084" y="1964608"/>
            <a:ext cx="4483451" cy="2031325"/>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在操作系统中一切皆文件。</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F7LY使用</a:t>
            </a:r>
            <a:r>
              <a:rPr lang="en-US" altLang="zh-CN" dirty="0">
                <a:latin typeface="华文中宋" panose="02010600040101010101" pitchFamily="2" charset="-122"/>
                <a:ea typeface="华文中宋" panose="02010600040101010101" pitchFamily="2" charset="-122"/>
              </a:rPr>
              <a:t>file</a:t>
            </a:r>
            <a:r>
              <a:rPr lang="zh-CN" altLang="en-US" dirty="0">
                <a:latin typeface="华文中宋" panose="02010600040101010101" pitchFamily="2" charset="-122"/>
                <a:ea typeface="华文中宋" panose="02010600040101010101" pitchFamily="2" charset="-122"/>
              </a:rPr>
              <a:t>类记录对文件的操作以及属性，以此连接文件和</a:t>
            </a:r>
            <a:r>
              <a:rPr lang="en-US" altLang="zh-CN" dirty="0" err="1">
                <a:latin typeface="华文中宋" panose="02010600040101010101" pitchFamily="2" charset="-122"/>
                <a:ea typeface="华文中宋" panose="02010600040101010101" pitchFamily="2" charset="-122"/>
              </a:rPr>
              <a:t>inode</a:t>
            </a:r>
            <a:r>
              <a:rPr lang="zh-CN" altLang="en-US" dirty="0">
                <a:latin typeface="华文中宋" panose="02010600040101010101" pitchFamily="2" charset="-122"/>
                <a:ea typeface="华文中宋" panose="02010600040101010101" pitchFamily="2" charset="-122"/>
              </a:rPr>
              <a:t>数据。</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依据文件类型的不同派生出不同的类型并实现对应的操作</a:t>
            </a:r>
            <a:endParaRPr lang="en-US" altLang="zh-CN" dirty="0">
              <a:latin typeface="华文中宋" panose="02010600040101010101" pitchFamily="2" charset="-122"/>
              <a:ea typeface="华文中宋" panose="02010600040101010101" pitchFamily="2" charset="-122"/>
            </a:endParaRPr>
          </a:p>
        </p:txBody>
      </p:sp>
      <p:sp>
        <p:nvSpPr>
          <p:cNvPr id="4" name="文本框 3">
            <a:extLst>
              <a:ext uri="{FF2B5EF4-FFF2-40B4-BE49-F238E27FC236}">
                <a16:creationId xmlns:a16="http://schemas.microsoft.com/office/drawing/2014/main" id="{CE8E2A17-C4F5-A2CF-6556-B8349B8D48BB}"/>
              </a:ext>
            </a:extLst>
          </p:cNvPr>
          <p:cNvSpPr txBox="1"/>
          <p:nvPr/>
        </p:nvSpPr>
        <p:spPr>
          <a:xfrm>
            <a:off x="1650236" y="5739266"/>
            <a:ext cx="3066142" cy="338554"/>
          </a:xfrm>
          <a:prstGeom prst="rect">
            <a:avLst/>
          </a:prstGeom>
          <a:noFill/>
        </p:spPr>
        <p:txBody>
          <a:bodyPr wrap="square">
            <a:spAutoFit/>
          </a:bodyPr>
          <a:lstStyle/>
          <a:p>
            <a:r>
              <a:rPr lang="zh-CN" altLang="en-US" sz="1600" dirty="0">
                <a:solidFill>
                  <a:srgbClr val="C00000"/>
                </a:solidFill>
              </a:rPr>
              <a:t>虚拟文件的继承结构</a:t>
            </a:r>
          </a:p>
        </p:txBody>
      </p:sp>
    </p:spTree>
    <p:extLst>
      <p:ext uri="{BB962C8B-B14F-4D97-AF65-F5344CB8AC3E}">
        <p14:creationId xmlns:p14="http://schemas.microsoft.com/office/powerpoint/2010/main" val="4208768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1238B-E647-798B-93DD-2110CCC5D0C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1E17CB7-CF06-E139-D942-5B1103431F6C}"/>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2.5  </a:t>
            </a:r>
            <a:r>
              <a:rPr lang="zh-CN" altLang="en-US" dirty="0">
                <a:latin typeface="华文中宋" panose="02010600040101010101" pitchFamily="2" charset="-122"/>
                <a:ea typeface="华文中宋" panose="02010600040101010101" pitchFamily="2" charset="-122"/>
              </a:rPr>
              <a:t>文件系统</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磁盘缓冲</a:t>
            </a:r>
            <a:br>
              <a:rPr lang="zh-CN" altLang="en-US" dirty="0">
                <a:latin typeface="华文中宋" panose="02010600040101010101" pitchFamily="2" charset="-122"/>
                <a:ea typeface="华文中宋" panose="02010600040101010101" pitchFamily="2" charset="-122"/>
              </a:rPr>
            </a:br>
            <a:endParaRPr lang="zh-CN" altLang="en-US" dirty="0">
              <a:latin typeface="华文中宋" panose="02010600040101010101" pitchFamily="2" charset="-122"/>
              <a:ea typeface="华文中宋" panose="02010600040101010101" pitchFamily="2" charset="-122"/>
            </a:endParaRPr>
          </a:p>
        </p:txBody>
      </p:sp>
      <p:sp>
        <p:nvSpPr>
          <p:cNvPr id="7" name="文本框 6">
            <a:extLst>
              <a:ext uri="{FF2B5EF4-FFF2-40B4-BE49-F238E27FC236}">
                <a16:creationId xmlns:a16="http://schemas.microsoft.com/office/drawing/2014/main" id="{C6012240-7B32-F3D8-0E0B-0625B6E71AC9}"/>
              </a:ext>
            </a:extLst>
          </p:cNvPr>
          <p:cNvSpPr txBox="1"/>
          <p:nvPr/>
        </p:nvSpPr>
        <p:spPr>
          <a:xfrm>
            <a:off x="1804303" y="2166738"/>
            <a:ext cx="2450064" cy="3139321"/>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Buffer用于管理磁盘数据的内存缓冲区。它提供了磁盘扇区数据在内存中的抽象表示。F7LY的缓冲区容器（BufferBlock）, 组织和管理一组相关的磁盘缓冲区，用于组成了链表节点，串接而成一块缓冲数据链。</a:t>
            </a:r>
          </a:p>
        </p:txBody>
      </p:sp>
      <p:pic>
        <p:nvPicPr>
          <p:cNvPr id="10" name="图片 9">
            <a:extLst>
              <a:ext uri="{FF2B5EF4-FFF2-40B4-BE49-F238E27FC236}">
                <a16:creationId xmlns:a16="http://schemas.microsoft.com/office/drawing/2014/main" id="{D49D0257-0924-7114-3920-48AA00763B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7388" y="978347"/>
            <a:ext cx="6388714" cy="5879653"/>
          </a:xfrm>
          <a:prstGeom prst="rect">
            <a:avLst/>
          </a:prstGeom>
        </p:spPr>
      </p:pic>
      <p:sp>
        <p:nvSpPr>
          <p:cNvPr id="3" name="文本框 2">
            <a:extLst>
              <a:ext uri="{FF2B5EF4-FFF2-40B4-BE49-F238E27FC236}">
                <a16:creationId xmlns:a16="http://schemas.microsoft.com/office/drawing/2014/main" id="{4A2CFC85-B579-47A2-57C2-4EEFC76E1489}"/>
              </a:ext>
            </a:extLst>
          </p:cNvPr>
          <p:cNvSpPr txBox="1"/>
          <p:nvPr/>
        </p:nvSpPr>
        <p:spPr>
          <a:xfrm>
            <a:off x="10842171" y="4767450"/>
            <a:ext cx="1291773" cy="830997"/>
          </a:xfrm>
          <a:prstGeom prst="rect">
            <a:avLst/>
          </a:prstGeom>
          <a:noFill/>
        </p:spPr>
        <p:txBody>
          <a:bodyPr wrap="square">
            <a:spAutoFit/>
          </a:bodyPr>
          <a:lstStyle/>
          <a:p>
            <a:r>
              <a:rPr lang="en-US" altLang="zh-CN" sz="1600" dirty="0">
                <a:solidFill>
                  <a:srgbClr val="C00000"/>
                </a:solidFill>
              </a:rPr>
              <a:t>Buffer</a:t>
            </a:r>
            <a:r>
              <a:rPr lang="zh-CN" altLang="en-US" sz="1600" dirty="0">
                <a:solidFill>
                  <a:srgbClr val="C00000"/>
                </a:solidFill>
              </a:rPr>
              <a:t>处理逻辑流程</a:t>
            </a:r>
          </a:p>
          <a:p>
            <a:endParaRPr lang="zh-CN" altLang="en-US" sz="1600" dirty="0"/>
          </a:p>
        </p:txBody>
      </p:sp>
    </p:spTree>
    <p:extLst>
      <p:ext uri="{BB962C8B-B14F-4D97-AF65-F5344CB8AC3E}">
        <p14:creationId xmlns:p14="http://schemas.microsoft.com/office/powerpoint/2010/main" val="1992752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E3F44-EB73-551A-B287-F7DE5DADC80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6C6977-0493-9AF6-5788-D7B6B7B26B6B}"/>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2.5  </a:t>
            </a:r>
            <a:r>
              <a:rPr lang="zh-CN" altLang="en-US" dirty="0">
                <a:latin typeface="华文中宋" panose="02010600040101010101" pitchFamily="2" charset="-122"/>
                <a:ea typeface="华文中宋" panose="02010600040101010101" pitchFamily="2" charset="-122"/>
              </a:rPr>
              <a:t>文件系统</a:t>
            </a:r>
            <a:r>
              <a:rPr lang="en-US" altLang="zh-CN" dirty="0">
                <a:latin typeface="华文中宋" panose="02010600040101010101" pitchFamily="2" charset="-122"/>
                <a:ea typeface="华文中宋" panose="02010600040101010101" pitchFamily="2" charset="-122"/>
              </a:rPr>
              <a:t>——</a:t>
            </a:r>
            <a:r>
              <a:rPr lang="en-US" altLang="zh-CN" dirty="0" err="1">
                <a:latin typeface="华文中宋" panose="02010600040101010101" pitchFamily="2" charset="-122"/>
                <a:ea typeface="华文中宋" panose="02010600040101010101" pitchFamily="2" charset="-122"/>
              </a:rPr>
              <a:t>SuperBlock</a:t>
            </a:r>
            <a:br>
              <a:rPr lang="zh-CN" altLang="en-US" dirty="0">
                <a:latin typeface="华文中宋" panose="02010600040101010101" pitchFamily="2" charset="-122"/>
                <a:ea typeface="华文中宋" panose="02010600040101010101" pitchFamily="2" charset="-122"/>
              </a:rPr>
            </a:br>
            <a:endParaRPr lang="zh-CN" altLang="en-US" dirty="0">
              <a:latin typeface="华文中宋" panose="02010600040101010101" pitchFamily="2" charset="-122"/>
              <a:ea typeface="华文中宋" panose="02010600040101010101" pitchFamily="2" charset="-122"/>
            </a:endParaRPr>
          </a:p>
        </p:txBody>
      </p:sp>
      <p:sp>
        <p:nvSpPr>
          <p:cNvPr id="4" name="文本框 3">
            <a:extLst>
              <a:ext uri="{FF2B5EF4-FFF2-40B4-BE49-F238E27FC236}">
                <a16:creationId xmlns:a16="http://schemas.microsoft.com/office/drawing/2014/main" id="{F5771DF8-A8A3-DE06-F162-DEBC528EB474}"/>
              </a:ext>
            </a:extLst>
          </p:cNvPr>
          <p:cNvSpPr txBox="1"/>
          <p:nvPr/>
        </p:nvSpPr>
        <p:spPr>
          <a:xfrm>
            <a:off x="427663" y="5043289"/>
            <a:ext cx="6102416" cy="923330"/>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超级块作为文件系统的核心元数据结构，承担着存储文件系统全局配置信息的重要职责。</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F7LY</a:t>
            </a:r>
            <a:r>
              <a:rPr lang="zh-CN" altLang="en-US" dirty="0">
                <a:latin typeface="华文中宋" panose="02010600040101010101" pitchFamily="2" charset="-122"/>
                <a:ea typeface="华文中宋" panose="02010600040101010101" pitchFamily="2" charset="-122"/>
              </a:rPr>
              <a:t>的</a:t>
            </a:r>
            <a:r>
              <a:rPr lang="en-US" altLang="zh-CN" dirty="0">
                <a:latin typeface="华文中宋" panose="02010600040101010101" pitchFamily="2" charset="-122"/>
                <a:ea typeface="华文中宋" panose="02010600040101010101" pitchFamily="2" charset="-122"/>
              </a:rPr>
              <a:t>VFS</a:t>
            </a:r>
            <a:r>
              <a:rPr lang="zh-CN" altLang="en-US" dirty="0">
                <a:latin typeface="华文中宋" panose="02010600040101010101" pitchFamily="2" charset="-122"/>
                <a:ea typeface="华文中宋" panose="02010600040101010101" pitchFamily="2" charset="-122"/>
              </a:rPr>
              <a:t>超级块由</a:t>
            </a:r>
            <a:r>
              <a:rPr lang="en-US" altLang="zh-CN" dirty="0" err="1">
                <a:latin typeface="华文中宋" panose="02010600040101010101" pitchFamily="2" charset="-122"/>
                <a:ea typeface="华文中宋" panose="02010600040101010101" pitchFamily="2" charset="-122"/>
              </a:rPr>
              <a:t>SuperBlock</a:t>
            </a:r>
            <a:r>
              <a:rPr lang="zh-CN" altLang="en-US" dirty="0">
                <a:latin typeface="华文中宋" panose="02010600040101010101" pitchFamily="2" charset="-122"/>
                <a:ea typeface="华文中宋" panose="02010600040101010101" pitchFamily="2" charset="-122"/>
              </a:rPr>
              <a:t>定义并提供抽象接口：</a:t>
            </a:r>
          </a:p>
        </p:txBody>
      </p:sp>
      <p:pic>
        <p:nvPicPr>
          <p:cNvPr id="6" name="图片 5">
            <a:extLst>
              <a:ext uri="{FF2B5EF4-FFF2-40B4-BE49-F238E27FC236}">
                <a16:creationId xmlns:a16="http://schemas.microsoft.com/office/drawing/2014/main" id="{827674BF-C24C-2738-EEB6-CC13CDDBF795}"/>
              </a:ext>
            </a:extLst>
          </p:cNvPr>
          <p:cNvPicPr>
            <a:picLocks noChangeAspect="1"/>
          </p:cNvPicPr>
          <p:nvPr/>
        </p:nvPicPr>
        <p:blipFill>
          <a:blip r:embed="rId2"/>
          <a:stretch>
            <a:fillRect/>
          </a:stretch>
        </p:blipFill>
        <p:spPr>
          <a:xfrm>
            <a:off x="341006" y="1234954"/>
            <a:ext cx="5754994" cy="3630442"/>
          </a:xfrm>
          <a:prstGeom prst="rect">
            <a:avLst/>
          </a:prstGeom>
        </p:spPr>
      </p:pic>
      <p:sp>
        <p:nvSpPr>
          <p:cNvPr id="9" name="文本框 8">
            <a:extLst>
              <a:ext uri="{FF2B5EF4-FFF2-40B4-BE49-F238E27FC236}">
                <a16:creationId xmlns:a16="http://schemas.microsoft.com/office/drawing/2014/main" id="{03FDC992-0E2B-50F9-F67F-1F8923168F44}"/>
              </a:ext>
            </a:extLst>
          </p:cNvPr>
          <p:cNvSpPr txBox="1"/>
          <p:nvPr/>
        </p:nvSpPr>
        <p:spPr>
          <a:xfrm>
            <a:off x="6530079" y="1071788"/>
            <a:ext cx="5226518" cy="1200329"/>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对于具体的文件系统，只需要实现自己的超级块对象，完成继承对超级块基类的继承。以Ext4文件系统的派生为例。Ext4文件系统通过`Ext4SB`类实现其特有的超级块管理机制。</a:t>
            </a:r>
          </a:p>
        </p:txBody>
      </p:sp>
      <p:pic>
        <p:nvPicPr>
          <p:cNvPr id="12" name="图片 11">
            <a:extLst>
              <a:ext uri="{FF2B5EF4-FFF2-40B4-BE49-F238E27FC236}">
                <a16:creationId xmlns:a16="http://schemas.microsoft.com/office/drawing/2014/main" id="{FCF99B57-9C22-7D9B-350A-27050486AB00}"/>
              </a:ext>
            </a:extLst>
          </p:cNvPr>
          <p:cNvPicPr>
            <a:picLocks noChangeAspect="1"/>
          </p:cNvPicPr>
          <p:nvPr/>
        </p:nvPicPr>
        <p:blipFill>
          <a:blip r:embed="rId3"/>
          <a:stretch>
            <a:fillRect/>
          </a:stretch>
        </p:blipFill>
        <p:spPr>
          <a:xfrm>
            <a:off x="6723526" y="2286844"/>
            <a:ext cx="4432154" cy="4314881"/>
          </a:xfrm>
          <a:prstGeom prst="rect">
            <a:avLst/>
          </a:prstGeom>
        </p:spPr>
      </p:pic>
    </p:spTree>
    <p:extLst>
      <p:ext uri="{BB962C8B-B14F-4D97-AF65-F5344CB8AC3E}">
        <p14:creationId xmlns:p14="http://schemas.microsoft.com/office/powerpoint/2010/main" val="330934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06BC8-3029-C58E-4683-5911AA09FBC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132D0B-4494-6DCC-2E80-CF5783A4F23E}"/>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2.5  </a:t>
            </a:r>
            <a:r>
              <a:rPr lang="zh-CN" altLang="en-US" dirty="0">
                <a:latin typeface="华文中宋" panose="02010600040101010101" pitchFamily="2" charset="-122"/>
                <a:ea typeface="华文中宋" panose="02010600040101010101" pitchFamily="2" charset="-122"/>
              </a:rPr>
              <a:t>文件系统</a:t>
            </a:r>
            <a:r>
              <a:rPr lang="en-US" altLang="zh-CN" dirty="0">
                <a:latin typeface="华文中宋" panose="02010600040101010101" pitchFamily="2" charset="-122"/>
                <a:ea typeface="华文中宋" panose="02010600040101010101" pitchFamily="2" charset="-122"/>
              </a:rPr>
              <a:t>——</a:t>
            </a:r>
            <a:r>
              <a:rPr lang="en-US" altLang="zh-CN" dirty="0" err="1">
                <a:latin typeface="华文中宋" panose="02010600040101010101" pitchFamily="2" charset="-122"/>
                <a:ea typeface="华文中宋" panose="02010600040101010101" pitchFamily="2" charset="-122"/>
              </a:rPr>
              <a:t>Inode</a:t>
            </a:r>
            <a:br>
              <a:rPr lang="zh-CN" altLang="en-US" dirty="0">
                <a:latin typeface="华文中宋" panose="02010600040101010101" pitchFamily="2" charset="-122"/>
                <a:ea typeface="华文中宋" panose="02010600040101010101" pitchFamily="2" charset="-122"/>
              </a:rPr>
            </a:br>
            <a:endParaRPr lang="zh-CN" altLang="en-US" dirty="0">
              <a:latin typeface="华文中宋" panose="02010600040101010101" pitchFamily="2" charset="-122"/>
              <a:ea typeface="华文中宋" panose="02010600040101010101" pitchFamily="2" charset="-122"/>
            </a:endParaRPr>
          </a:p>
        </p:txBody>
      </p:sp>
      <p:sp>
        <p:nvSpPr>
          <p:cNvPr id="4" name="文本框 3">
            <a:extLst>
              <a:ext uri="{FF2B5EF4-FFF2-40B4-BE49-F238E27FC236}">
                <a16:creationId xmlns:a16="http://schemas.microsoft.com/office/drawing/2014/main" id="{50204A2C-DCF2-D05E-E7BE-AF9EDAEE77ED}"/>
              </a:ext>
            </a:extLst>
          </p:cNvPr>
          <p:cNvSpPr txBox="1"/>
          <p:nvPr/>
        </p:nvSpPr>
        <p:spPr>
          <a:xfrm>
            <a:off x="427663" y="1236408"/>
            <a:ext cx="3172185" cy="2308324"/>
          </a:xfrm>
          <a:prstGeom prst="rect">
            <a:avLst/>
          </a:prstGeom>
          <a:noFill/>
        </p:spPr>
        <p:txBody>
          <a:bodyPr wrap="square">
            <a:spAutoFit/>
          </a:bodyPr>
          <a:lstStyle/>
          <a:p>
            <a:r>
              <a:rPr lang="en-US" altLang="zh-CN" dirty="0" err="1">
                <a:latin typeface="华文中宋" panose="02010600040101010101" pitchFamily="2" charset="-122"/>
                <a:ea typeface="华文中宋" panose="02010600040101010101" pitchFamily="2" charset="-122"/>
              </a:rPr>
              <a:t>Inode</a:t>
            </a:r>
            <a:r>
              <a:rPr lang="zh-CN" altLang="en-US" dirty="0">
                <a:latin typeface="华文中宋" panose="02010600040101010101" pitchFamily="2" charset="-122"/>
                <a:ea typeface="华文中宋" panose="02010600040101010101" pitchFamily="2" charset="-122"/>
              </a:rPr>
              <a:t>（索引节点）是文件系统的核心元数据结构</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在虚拟文件系统层（</a:t>
            </a:r>
            <a:r>
              <a:rPr lang="en-US" altLang="zh-CN" dirty="0">
                <a:latin typeface="华文中宋" panose="02010600040101010101" pitchFamily="2" charset="-122"/>
                <a:ea typeface="华文中宋" panose="02010600040101010101" pitchFamily="2" charset="-122"/>
              </a:rPr>
              <a:t>VFS</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F7LY </a:t>
            </a:r>
            <a:r>
              <a:rPr lang="zh-CN" altLang="en-US" dirty="0">
                <a:latin typeface="华文中宋" panose="02010600040101010101" pitchFamily="2" charset="-122"/>
                <a:ea typeface="华文中宋" panose="02010600040101010101" pitchFamily="2" charset="-122"/>
              </a:rPr>
              <a:t>实现了对 </a:t>
            </a:r>
            <a:r>
              <a:rPr lang="en-US" altLang="zh-CN" dirty="0" err="1">
                <a:latin typeface="华文中宋" panose="02010600040101010101" pitchFamily="2" charset="-122"/>
                <a:ea typeface="华文中宋" panose="02010600040101010101" pitchFamily="2" charset="-122"/>
              </a:rPr>
              <a:t>Inode</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的抽象，使不同文件系统的 </a:t>
            </a:r>
            <a:r>
              <a:rPr lang="en-US" altLang="zh-CN" dirty="0" err="1">
                <a:latin typeface="华文中宋" panose="02010600040101010101" pitchFamily="2" charset="-122"/>
                <a:ea typeface="华文中宋" panose="02010600040101010101" pitchFamily="2" charset="-122"/>
              </a:rPr>
              <a:t>Inode</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在保持各自特性的同时，对上层提供一致的操作接口。</a:t>
            </a:r>
          </a:p>
        </p:txBody>
      </p:sp>
      <p:pic>
        <p:nvPicPr>
          <p:cNvPr id="5" name="图片 4">
            <a:extLst>
              <a:ext uri="{FF2B5EF4-FFF2-40B4-BE49-F238E27FC236}">
                <a16:creationId xmlns:a16="http://schemas.microsoft.com/office/drawing/2014/main" id="{D422D878-0DA5-9E22-6996-FAB260AF3B3E}"/>
              </a:ext>
            </a:extLst>
          </p:cNvPr>
          <p:cNvPicPr>
            <a:picLocks noChangeAspect="1"/>
          </p:cNvPicPr>
          <p:nvPr/>
        </p:nvPicPr>
        <p:blipFill>
          <a:blip r:embed="rId2"/>
          <a:stretch>
            <a:fillRect/>
          </a:stretch>
        </p:blipFill>
        <p:spPr>
          <a:xfrm>
            <a:off x="4004654" y="1236408"/>
            <a:ext cx="5438619" cy="4641878"/>
          </a:xfrm>
          <a:prstGeom prst="rect">
            <a:avLst/>
          </a:prstGeom>
        </p:spPr>
      </p:pic>
      <p:sp>
        <p:nvSpPr>
          <p:cNvPr id="8" name="文本框 7">
            <a:extLst>
              <a:ext uri="{FF2B5EF4-FFF2-40B4-BE49-F238E27FC236}">
                <a16:creationId xmlns:a16="http://schemas.microsoft.com/office/drawing/2014/main" id="{18ABF49D-EB84-D01C-0FFB-9586484123AD}"/>
              </a:ext>
            </a:extLst>
          </p:cNvPr>
          <p:cNvSpPr txBox="1"/>
          <p:nvPr/>
        </p:nvSpPr>
        <p:spPr>
          <a:xfrm>
            <a:off x="9897035" y="4378776"/>
            <a:ext cx="1876926" cy="1754326"/>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Ext4等具体文件系统的派生与SuperBlock类似，很好的利用了现代编程语言的多态机制。</a:t>
            </a:r>
          </a:p>
        </p:txBody>
      </p:sp>
      <p:sp>
        <p:nvSpPr>
          <p:cNvPr id="3" name="文本框 2">
            <a:extLst>
              <a:ext uri="{FF2B5EF4-FFF2-40B4-BE49-F238E27FC236}">
                <a16:creationId xmlns:a16="http://schemas.microsoft.com/office/drawing/2014/main" id="{DD1BAF5E-750D-9A2F-A44E-7A9BC10D9400}"/>
              </a:ext>
            </a:extLst>
          </p:cNvPr>
          <p:cNvSpPr txBox="1"/>
          <p:nvPr/>
        </p:nvSpPr>
        <p:spPr>
          <a:xfrm>
            <a:off x="3944259" y="6057633"/>
            <a:ext cx="3066142" cy="338554"/>
          </a:xfrm>
          <a:prstGeom prst="rect">
            <a:avLst/>
          </a:prstGeom>
          <a:noFill/>
        </p:spPr>
        <p:txBody>
          <a:bodyPr wrap="square">
            <a:spAutoFit/>
          </a:bodyPr>
          <a:lstStyle/>
          <a:p>
            <a:r>
              <a:rPr lang="en-US" altLang="zh-CN" sz="1600" dirty="0" err="1">
                <a:solidFill>
                  <a:srgbClr val="C00000"/>
                </a:solidFill>
              </a:rPr>
              <a:t>Inode</a:t>
            </a:r>
            <a:r>
              <a:rPr lang="zh-CN" altLang="en-US" sz="1600" dirty="0">
                <a:solidFill>
                  <a:srgbClr val="C00000"/>
                </a:solidFill>
              </a:rPr>
              <a:t>数据结构代码</a:t>
            </a:r>
            <a:endParaRPr lang="zh-CN" altLang="en-US" sz="1600" dirty="0"/>
          </a:p>
        </p:txBody>
      </p:sp>
    </p:spTree>
    <p:extLst>
      <p:ext uri="{BB962C8B-B14F-4D97-AF65-F5344CB8AC3E}">
        <p14:creationId xmlns:p14="http://schemas.microsoft.com/office/powerpoint/2010/main" val="2272592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661E7-2F51-C3F4-7CE2-698EC191121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1BF06C-2703-48DA-6BF3-AFA726D72260}"/>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2.5  </a:t>
            </a:r>
            <a:r>
              <a:rPr lang="zh-CN" altLang="en-US" dirty="0">
                <a:latin typeface="华文中宋" panose="02010600040101010101" pitchFamily="2" charset="-122"/>
                <a:ea typeface="华文中宋" panose="02010600040101010101" pitchFamily="2" charset="-122"/>
              </a:rPr>
              <a:t>文件系统</a:t>
            </a:r>
            <a:r>
              <a:rPr lang="en-US" altLang="zh-CN" dirty="0">
                <a:latin typeface="华文中宋" panose="02010600040101010101" pitchFamily="2" charset="-122"/>
                <a:ea typeface="华文中宋" panose="02010600040101010101" pitchFamily="2" charset="-122"/>
              </a:rPr>
              <a:t>——</a:t>
            </a:r>
            <a:r>
              <a:rPr lang="en-US" altLang="zh-CN" dirty="0" err="1">
                <a:latin typeface="华文中宋" panose="02010600040101010101" pitchFamily="2" charset="-122"/>
                <a:ea typeface="华文中宋" panose="02010600040101010101" pitchFamily="2" charset="-122"/>
              </a:rPr>
              <a:t>Dentry</a:t>
            </a:r>
            <a:r>
              <a:rPr lang="zh-CN" altLang="en-US" dirty="0">
                <a:latin typeface="华文中宋" panose="02010600040101010101" pitchFamily="2" charset="-122"/>
                <a:ea typeface="华文中宋" panose="02010600040101010101" pitchFamily="2" charset="-122"/>
              </a:rPr>
              <a:t>缓冲</a:t>
            </a:r>
            <a:br>
              <a:rPr lang="zh-CN" altLang="en-US" dirty="0">
                <a:latin typeface="华文中宋" panose="02010600040101010101" pitchFamily="2" charset="-122"/>
                <a:ea typeface="华文中宋" panose="02010600040101010101" pitchFamily="2" charset="-122"/>
              </a:rPr>
            </a:br>
            <a:endParaRPr lang="zh-CN" altLang="en-US" dirty="0">
              <a:latin typeface="华文中宋" panose="02010600040101010101" pitchFamily="2" charset="-122"/>
              <a:ea typeface="华文中宋" panose="02010600040101010101" pitchFamily="2" charset="-122"/>
            </a:endParaRPr>
          </a:p>
        </p:txBody>
      </p:sp>
      <p:sp>
        <p:nvSpPr>
          <p:cNvPr id="7" name="文本框 6">
            <a:extLst>
              <a:ext uri="{FF2B5EF4-FFF2-40B4-BE49-F238E27FC236}">
                <a16:creationId xmlns:a16="http://schemas.microsoft.com/office/drawing/2014/main" id="{EABE16D0-7DF0-FDAE-2AFE-082A96268AC1}"/>
              </a:ext>
            </a:extLst>
          </p:cNvPr>
          <p:cNvSpPr txBox="1"/>
          <p:nvPr/>
        </p:nvSpPr>
        <p:spPr>
          <a:xfrm>
            <a:off x="200863" y="4069768"/>
            <a:ext cx="4427621" cy="2308324"/>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每个</a:t>
            </a:r>
            <a:r>
              <a:rPr lang="en-US" altLang="zh-CN" dirty="0" err="1">
                <a:latin typeface="华文中宋" panose="02010600040101010101" pitchFamily="2" charset="-122"/>
                <a:ea typeface="华文中宋" panose="02010600040101010101" pitchFamily="2" charset="-122"/>
              </a:rPr>
              <a:t>dentry</a:t>
            </a:r>
            <a:r>
              <a:rPr lang="zh-CN" altLang="en-US" dirty="0">
                <a:latin typeface="华文中宋" panose="02010600040101010101" pitchFamily="2" charset="-122"/>
                <a:ea typeface="华文中宋" panose="02010600040101010101" pitchFamily="2" charset="-122"/>
              </a:rPr>
              <a:t>都代表文件路径中的一个组成部分，通过父子关系连接形成完整的路径树，其根节点通常是文件系统的挂载点。</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err="1">
                <a:latin typeface="华文中宋" panose="02010600040101010101" pitchFamily="2" charset="-122"/>
                <a:ea typeface="华文中宋" panose="02010600040101010101" pitchFamily="2" charset="-122"/>
              </a:rPr>
              <a:t>DentryCache</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负责缓存目录项（</a:t>
            </a:r>
            <a:r>
              <a:rPr lang="en-US" altLang="zh-CN" dirty="0" err="1">
                <a:latin typeface="华文中宋" panose="02010600040101010101" pitchFamily="2" charset="-122"/>
                <a:ea typeface="华文中宋" panose="02010600040101010101" pitchFamily="2" charset="-122"/>
              </a:rPr>
              <a:t>dentry</a:t>
            </a:r>
            <a:r>
              <a:rPr lang="zh-CN" altLang="en-US" dirty="0">
                <a:latin typeface="华文中宋" panose="02010600040101010101" pitchFamily="2" charset="-122"/>
                <a:ea typeface="华文中宋" panose="02010600040101010101" pitchFamily="2" charset="-122"/>
              </a:rPr>
              <a:t>），提高文件系统性能。通过缓存目录项，系统能减少磁盘 </a:t>
            </a:r>
            <a:r>
              <a:rPr lang="en-US" altLang="zh-CN" dirty="0">
                <a:latin typeface="华文中宋" panose="02010600040101010101" pitchFamily="2" charset="-122"/>
                <a:ea typeface="华文中宋" panose="02010600040101010101" pitchFamily="2" charset="-122"/>
              </a:rPr>
              <a:t>I/O</a:t>
            </a:r>
            <a:r>
              <a:rPr lang="zh-CN" altLang="en-US" dirty="0">
                <a:latin typeface="华文中宋" panose="02010600040101010101" pitchFamily="2" charset="-122"/>
                <a:ea typeface="华文中宋" panose="02010600040101010101" pitchFamily="2" charset="-122"/>
              </a:rPr>
              <a:t>，快速解析路径。</a:t>
            </a:r>
          </a:p>
        </p:txBody>
      </p:sp>
      <p:pic>
        <p:nvPicPr>
          <p:cNvPr id="4" name="图片 3">
            <a:extLst>
              <a:ext uri="{FF2B5EF4-FFF2-40B4-BE49-F238E27FC236}">
                <a16:creationId xmlns:a16="http://schemas.microsoft.com/office/drawing/2014/main" id="{631F9B0A-8F95-787D-172A-BE73726441C3}"/>
              </a:ext>
            </a:extLst>
          </p:cNvPr>
          <p:cNvPicPr>
            <a:picLocks noChangeAspect="1"/>
          </p:cNvPicPr>
          <p:nvPr/>
        </p:nvPicPr>
        <p:blipFill>
          <a:blip r:embed="rId2"/>
          <a:stretch>
            <a:fillRect/>
          </a:stretch>
        </p:blipFill>
        <p:spPr>
          <a:xfrm>
            <a:off x="115503" y="1066739"/>
            <a:ext cx="5086411" cy="2993351"/>
          </a:xfrm>
          <a:prstGeom prst="rect">
            <a:avLst/>
          </a:prstGeom>
        </p:spPr>
      </p:pic>
      <p:pic>
        <p:nvPicPr>
          <p:cNvPr id="9" name="图片 8">
            <a:extLst>
              <a:ext uri="{FF2B5EF4-FFF2-40B4-BE49-F238E27FC236}">
                <a16:creationId xmlns:a16="http://schemas.microsoft.com/office/drawing/2014/main" id="{67D57EB0-7A23-F6C9-AD7A-458ABCEB07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1271" y="1693250"/>
            <a:ext cx="6860729" cy="4209240"/>
          </a:xfrm>
          <a:prstGeom prst="rect">
            <a:avLst/>
          </a:prstGeom>
        </p:spPr>
      </p:pic>
      <p:sp>
        <p:nvSpPr>
          <p:cNvPr id="3" name="文本框 2">
            <a:extLst>
              <a:ext uri="{FF2B5EF4-FFF2-40B4-BE49-F238E27FC236}">
                <a16:creationId xmlns:a16="http://schemas.microsoft.com/office/drawing/2014/main" id="{FE841B23-5CCD-A56B-2CAA-0E9E5A759911}"/>
              </a:ext>
            </a:extLst>
          </p:cNvPr>
          <p:cNvSpPr txBox="1"/>
          <p:nvPr/>
        </p:nvSpPr>
        <p:spPr>
          <a:xfrm>
            <a:off x="7762222" y="6008760"/>
            <a:ext cx="3066142" cy="338554"/>
          </a:xfrm>
          <a:prstGeom prst="rect">
            <a:avLst/>
          </a:prstGeom>
          <a:noFill/>
        </p:spPr>
        <p:txBody>
          <a:bodyPr wrap="square">
            <a:spAutoFit/>
          </a:bodyPr>
          <a:lstStyle/>
          <a:p>
            <a:r>
              <a:rPr lang="zh-CN" altLang="en-US" sz="1600" dirty="0">
                <a:solidFill>
                  <a:srgbClr val="C00000"/>
                </a:solidFill>
              </a:rPr>
              <a:t>目录缓冲项的申请逻辑</a:t>
            </a:r>
            <a:endParaRPr lang="zh-CN" altLang="en-US" sz="1600" dirty="0"/>
          </a:p>
        </p:txBody>
      </p:sp>
    </p:spTree>
    <p:extLst>
      <p:ext uri="{BB962C8B-B14F-4D97-AF65-F5344CB8AC3E}">
        <p14:creationId xmlns:p14="http://schemas.microsoft.com/office/powerpoint/2010/main" val="3439331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BD40E-0566-EF17-3B6B-0BC407D0DF1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4EDAF3-4773-EE91-C783-BC4B6EF4E515}"/>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2.5  </a:t>
            </a:r>
            <a:r>
              <a:rPr lang="zh-CN" altLang="en-US" dirty="0">
                <a:latin typeface="华文中宋" panose="02010600040101010101" pitchFamily="2" charset="-122"/>
                <a:ea typeface="华文中宋" panose="02010600040101010101" pitchFamily="2" charset="-122"/>
              </a:rPr>
              <a:t>支持的文件系统</a:t>
            </a:r>
            <a:br>
              <a:rPr lang="zh-CN" altLang="en-US" dirty="0">
                <a:latin typeface="华文中宋" panose="02010600040101010101" pitchFamily="2" charset="-122"/>
                <a:ea typeface="华文中宋" panose="02010600040101010101" pitchFamily="2" charset="-122"/>
              </a:rPr>
            </a:br>
            <a:endParaRPr lang="zh-CN" altLang="en-US" dirty="0">
              <a:latin typeface="华文中宋" panose="02010600040101010101" pitchFamily="2" charset="-122"/>
              <a:ea typeface="华文中宋" panose="02010600040101010101" pitchFamily="2" charset="-122"/>
            </a:endParaRPr>
          </a:p>
        </p:txBody>
      </p:sp>
      <p:sp>
        <p:nvSpPr>
          <p:cNvPr id="7" name="文本框 6">
            <a:extLst>
              <a:ext uri="{FF2B5EF4-FFF2-40B4-BE49-F238E27FC236}">
                <a16:creationId xmlns:a16="http://schemas.microsoft.com/office/drawing/2014/main" id="{C02A7672-08D2-9CE5-82C6-F690A292A050}"/>
              </a:ext>
            </a:extLst>
          </p:cNvPr>
          <p:cNvSpPr txBox="1"/>
          <p:nvPr/>
        </p:nvSpPr>
        <p:spPr>
          <a:xfrm>
            <a:off x="1041401" y="2413337"/>
            <a:ext cx="4427621" cy="2308324"/>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目前文件系统</a:t>
            </a:r>
            <a:r>
              <a:rPr lang="en-US" altLang="zh-CN" dirty="0">
                <a:latin typeface="华文中宋" panose="02010600040101010101" pitchFamily="2" charset="-122"/>
                <a:ea typeface="华文中宋" panose="02010600040101010101" pitchFamily="2" charset="-122"/>
              </a:rPr>
              <a:t>F7LY</a:t>
            </a:r>
            <a:r>
              <a:rPr lang="zh-CN" altLang="en-US" dirty="0">
                <a:latin typeface="华文中宋" panose="02010600040101010101" pitchFamily="2" charset="-122"/>
                <a:ea typeface="华文中宋" panose="02010600040101010101" pitchFamily="2" charset="-122"/>
              </a:rPr>
              <a:t>支持</a:t>
            </a:r>
            <a:r>
              <a:rPr lang="en-US" altLang="zh-CN" dirty="0">
                <a:latin typeface="华文中宋" panose="02010600040101010101" pitchFamily="2" charset="-122"/>
                <a:ea typeface="华文中宋" panose="02010600040101010101" pitchFamily="2" charset="-122"/>
              </a:rPr>
              <a:t>Fat32</a:t>
            </a:r>
            <a:r>
              <a:rPr lang="zh-CN" altLang="en-US" dirty="0">
                <a:latin typeface="华文中宋" panose="02010600040101010101" pitchFamily="2" charset="-122"/>
                <a:ea typeface="华文中宋" panose="02010600040101010101" pitchFamily="2" charset="-122"/>
              </a:rPr>
              <a:t>与</a:t>
            </a:r>
            <a:r>
              <a:rPr lang="en-US" altLang="zh-CN" dirty="0">
                <a:latin typeface="华文中宋" panose="02010600040101010101" pitchFamily="2" charset="-122"/>
                <a:ea typeface="华文中宋" panose="02010600040101010101" pitchFamily="2" charset="-122"/>
              </a:rPr>
              <a:t>Ext4</a:t>
            </a:r>
            <a:r>
              <a:rPr lang="zh-CN" altLang="en-US" dirty="0">
                <a:latin typeface="华文中宋" panose="02010600040101010101" pitchFamily="2" charset="-122"/>
                <a:ea typeface="华文中宋" panose="02010600040101010101" pitchFamily="2" charset="-122"/>
              </a:rPr>
              <a:t>，以及硬盘中的结点操作。</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借鉴了</a:t>
            </a:r>
            <a:r>
              <a:rPr lang="en-US" altLang="zh-CN" dirty="0">
                <a:latin typeface="华文中宋" panose="02010600040101010101" pitchFamily="2" charset="-122"/>
                <a:ea typeface="华文中宋" panose="02010600040101010101" pitchFamily="2" charset="-122"/>
              </a:rPr>
              <a:t>2024</a:t>
            </a:r>
            <a:r>
              <a:rPr lang="zh-CN" altLang="en-US" dirty="0">
                <a:latin typeface="华文中宋" panose="02010600040101010101" pitchFamily="2" charset="-122"/>
                <a:ea typeface="华文中宋" panose="02010600040101010101" pitchFamily="2" charset="-122"/>
              </a:rPr>
              <a:t>武汉大学优秀开源作品的</a:t>
            </a:r>
            <a:r>
              <a:rPr lang="en-US" altLang="zh-CN" dirty="0">
                <a:latin typeface="华文中宋" panose="02010600040101010101" pitchFamily="2" charset="-122"/>
                <a:ea typeface="华文中宋" panose="02010600040101010101" pitchFamily="2" charset="-122"/>
              </a:rPr>
              <a:t>FAT32</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EXT4</a:t>
            </a:r>
            <a:r>
              <a:rPr lang="zh-CN" altLang="en-US" dirty="0">
                <a:latin typeface="华文中宋" panose="02010600040101010101" pitchFamily="2" charset="-122"/>
                <a:ea typeface="华文中宋" panose="02010600040101010101" pitchFamily="2" charset="-122"/>
              </a:rPr>
              <a:t>实现，并使用了其改编自开源</a:t>
            </a:r>
            <a:r>
              <a:rPr lang="en-US" altLang="zh-CN" dirty="0">
                <a:latin typeface="华文中宋" panose="02010600040101010101" pitchFamily="2" charset="-122"/>
                <a:ea typeface="华文中宋" panose="02010600040101010101" pitchFamily="2" charset="-122"/>
              </a:rPr>
              <a:t>c</a:t>
            </a:r>
            <a:r>
              <a:rPr lang="zh-CN" altLang="en-US" dirty="0">
                <a:latin typeface="华文中宋" panose="02010600040101010101" pitchFamily="2" charset="-122"/>
                <a:ea typeface="华文中宋" panose="02010600040101010101" pitchFamily="2" charset="-122"/>
              </a:rPr>
              <a:t>语言</a:t>
            </a:r>
            <a:r>
              <a:rPr lang="en-US" altLang="zh-CN" dirty="0" err="1">
                <a:latin typeface="华文中宋" panose="02010600040101010101" pitchFamily="2" charset="-122"/>
                <a:ea typeface="华文中宋" panose="02010600040101010101" pitchFamily="2" charset="-122"/>
              </a:rPr>
              <a:t>fatfs</a:t>
            </a:r>
            <a:r>
              <a:rPr lang="zh-CN" altLang="en-US" dirty="0">
                <a:latin typeface="华文中宋" panose="02010600040101010101" pitchFamily="2" charset="-122"/>
                <a:ea typeface="华文中宋" panose="02010600040101010101" pitchFamily="2" charset="-122"/>
              </a:rPr>
              <a:t>与</a:t>
            </a:r>
            <a:r>
              <a:rPr lang="en-US" altLang="zh-CN" dirty="0">
                <a:latin typeface="华文中宋" panose="02010600040101010101" pitchFamily="2" charset="-122"/>
                <a:ea typeface="华文中宋" panose="02010600040101010101" pitchFamily="2" charset="-122"/>
              </a:rPr>
              <a:t>ext4fs</a:t>
            </a:r>
            <a:r>
              <a:rPr lang="zh-CN" altLang="en-US" dirty="0">
                <a:latin typeface="华文中宋" panose="02010600040101010101" pitchFamily="2" charset="-122"/>
                <a:ea typeface="华文中宋" panose="02010600040101010101" pitchFamily="2" charset="-122"/>
              </a:rPr>
              <a:t>库的文件操作。通过实现二者对应的</a:t>
            </a:r>
            <a:r>
              <a:rPr lang="en-US" altLang="zh-CN" dirty="0">
                <a:latin typeface="华文中宋" panose="02010600040101010101" pitchFamily="2" charset="-122"/>
                <a:ea typeface="华文中宋" panose="02010600040101010101" pitchFamily="2" charset="-122"/>
              </a:rPr>
              <a:t>VFS</a:t>
            </a:r>
            <a:r>
              <a:rPr lang="zh-CN" altLang="en-US" dirty="0">
                <a:latin typeface="华文中宋" panose="02010600040101010101" pitchFamily="2" charset="-122"/>
                <a:ea typeface="华文中宋" panose="02010600040101010101" pitchFamily="2" charset="-122"/>
              </a:rPr>
              <a:t>层接口完成了文件系统的对接。</a:t>
            </a:r>
          </a:p>
        </p:txBody>
      </p:sp>
      <p:pic>
        <p:nvPicPr>
          <p:cNvPr id="4100" name="Picture 4">
            <a:extLst>
              <a:ext uri="{FF2B5EF4-FFF2-40B4-BE49-F238E27FC236}">
                <a16:creationId xmlns:a16="http://schemas.microsoft.com/office/drawing/2014/main" id="{0EA360A1-D9D5-B5E6-C52C-5269D98901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5337" y="1949918"/>
            <a:ext cx="3742795" cy="3742795"/>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8DA92C7B-DDD2-306F-9342-7304BC111695}"/>
              </a:ext>
            </a:extLst>
          </p:cNvPr>
          <p:cNvSpPr txBox="1"/>
          <p:nvPr/>
        </p:nvSpPr>
        <p:spPr>
          <a:xfrm>
            <a:off x="7929136" y="5692713"/>
            <a:ext cx="3066142" cy="338554"/>
          </a:xfrm>
          <a:prstGeom prst="rect">
            <a:avLst/>
          </a:prstGeom>
          <a:noFill/>
        </p:spPr>
        <p:txBody>
          <a:bodyPr wrap="square">
            <a:spAutoFit/>
          </a:bodyPr>
          <a:lstStyle/>
          <a:p>
            <a:r>
              <a:rPr lang="zh-CN" altLang="en-US" sz="1600" dirty="0">
                <a:solidFill>
                  <a:srgbClr val="C00000"/>
                </a:solidFill>
              </a:rPr>
              <a:t>文件系统支持结构图</a:t>
            </a:r>
            <a:endParaRPr lang="zh-CN" altLang="en-US" sz="1600" dirty="0"/>
          </a:p>
        </p:txBody>
      </p:sp>
    </p:spTree>
    <p:extLst>
      <p:ext uri="{BB962C8B-B14F-4D97-AF65-F5344CB8AC3E}">
        <p14:creationId xmlns:p14="http://schemas.microsoft.com/office/powerpoint/2010/main" val="3956821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FC18F-60A5-E4FF-0C03-465DC8FAABA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027A7D2-2F01-7B1E-5CBE-4022F722D197}"/>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2.6  </a:t>
            </a:r>
            <a:r>
              <a:rPr lang="zh-CN" altLang="en-US" dirty="0">
                <a:latin typeface="华文中宋" panose="02010600040101010101" pitchFamily="2" charset="-122"/>
                <a:ea typeface="华文中宋" panose="02010600040101010101" pitchFamily="2" charset="-122"/>
              </a:rPr>
              <a:t>进程间通信</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信号机制</a:t>
            </a:r>
            <a:br>
              <a:rPr lang="zh-CN" altLang="en-US" dirty="0">
                <a:latin typeface="华文中宋" panose="02010600040101010101" pitchFamily="2" charset="-122"/>
                <a:ea typeface="华文中宋" panose="02010600040101010101" pitchFamily="2" charset="-122"/>
              </a:rPr>
            </a:br>
            <a:endParaRPr lang="zh-CN" altLang="en-US" dirty="0">
              <a:latin typeface="华文中宋" panose="02010600040101010101" pitchFamily="2" charset="-122"/>
              <a:ea typeface="华文中宋" panose="02010600040101010101" pitchFamily="2" charset="-122"/>
            </a:endParaRPr>
          </a:p>
        </p:txBody>
      </p:sp>
      <p:sp>
        <p:nvSpPr>
          <p:cNvPr id="7" name="文本框 6">
            <a:extLst>
              <a:ext uri="{FF2B5EF4-FFF2-40B4-BE49-F238E27FC236}">
                <a16:creationId xmlns:a16="http://schemas.microsoft.com/office/drawing/2014/main" id="{7E35B157-AB16-4B6A-1702-01380FC082B6}"/>
              </a:ext>
            </a:extLst>
          </p:cNvPr>
          <p:cNvSpPr txBox="1"/>
          <p:nvPr/>
        </p:nvSpPr>
        <p:spPr>
          <a:xfrm>
            <a:off x="482601" y="1488253"/>
            <a:ext cx="4427621" cy="923330"/>
          </a:xfrm>
          <a:prstGeom prst="rect">
            <a:avLst/>
          </a:prstGeom>
          <a:noFill/>
        </p:spPr>
        <p:txBody>
          <a:bodyPr wrap="square">
            <a:spAutoFit/>
          </a:bodyPr>
          <a:lstStyle/>
          <a:p>
            <a:r>
              <a:rPr lang="en-US" altLang="zh-CN" dirty="0">
                <a:latin typeface="华文中宋" panose="02010600040101010101" pitchFamily="2" charset="-122"/>
                <a:ea typeface="华文中宋" panose="02010600040101010101" pitchFamily="2" charset="-122"/>
              </a:rPr>
              <a:t>F7LY </a:t>
            </a:r>
            <a:r>
              <a:rPr lang="zh-CN" altLang="en-US" dirty="0">
                <a:latin typeface="华文中宋" panose="02010600040101010101" pitchFamily="2" charset="-122"/>
                <a:ea typeface="华文中宋" panose="02010600040101010101" pitchFamily="2" charset="-122"/>
              </a:rPr>
              <a:t>借鉴 </a:t>
            </a:r>
            <a:r>
              <a:rPr lang="en-US" altLang="zh-CN" dirty="0">
                <a:latin typeface="华文中宋" panose="02010600040101010101" pitchFamily="2" charset="-122"/>
                <a:ea typeface="华文中宋" panose="02010600040101010101" pitchFamily="2" charset="-122"/>
              </a:rPr>
              <a:t>Linux </a:t>
            </a:r>
            <a:r>
              <a:rPr lang="zh-CN" altLang="en-US" dirty="0">
                <a:latin typeface="华文中宋" panose="02010600040101010101" pitchFamily="2" charset="-122"/>
                <a:ea typeface="华文中宋" panose="02010600040101010101" pitchFamily="2" charset="-122"/>
              </a:rPr>
              <a:t>的设计，支持符合 </a:t>
            </a:r>
            <a:r>
              <a:rPr lang="en-US" altLang="zh-CN" dirty="0">
                <a:latin typeface="华文中宋" panose="02010600040101010101" pitchFamily="2" charset="-122"/>
                <a:ea typeface="华文中宋" panose="02010600040101010101" pitchFamily="2" charset="-122"/>
              </a:rPr>
              <a:t>POSIX </a:t>
            </a:r>
            <a:r>
              <a:rPr lang="zh-CN" altLang="en-US" dirty="0">
                <a:latin typeface="华文中宋" panose="02010600040101010101" pitchFamily="2" charset="-122"/>
                <a:ea typeface="华文中宋" panose="02010600040101010101" pitchFamily="2" charset="-122"/>
              </a:rPr>
              <a:t>标准的信号机制，并在 </a:t>
            </a:r>
            <a:r>
              <a:rPr lang="en-US" altLang="zh-CN" dirty="0">
                <a:latin typeface="华文中宋" panose="02010600040101010101" pitchFamily="2" charset="-122"/>
                <a:ea typeface="华文中宋" panose="02010600040101010101" pitchFamily="2" charset="-122"/>
              </a:rPr>
              <a:t>PCB </a:t>
            </a:r>
            <a:r>
              <a:rPr lang="zh-CN" altLang="en-US" dirty="0">
                <a:latin typeface="华文中宋" panose="02010600040101010101" pitchFamily="2" charset="-122"/>
                <a:ea typeface="华文中宋" panose="02010600040101010101" pitchFamily="2" charset="-122"/>
              </a:rPr>
              <a:t>中内置信号处理所需的关键数据结构。</a:t>
            </a:r>
          </a:p>
        </p:txBody>
      </p:sp>
      <p:pic>
        <p:nvPicPr>
          <p:cNvPr id="6" name="图片 5">
            <a:extLst>
              <a:ext uri="{FF2B5EF4-FFF2-40B4-BE49-F238E27FC236}">
                <a16:creationId xmlns:a16="http://schemas.microsoft.com/office/drawing/2014/main" id="{E9BD3D23-D01B-580B-B317-292366C12188}"/>
              </a:ext>
            </a:extLst>
          </p:cNvPr>
          <p:cNvPicPr>
            <a:picLocks noChangeAspect="1"/>
          </p:cNvPicPr>
          <p:nvPr/>
        </p:nvPicPr>
        <p:blipFill>
          <a:blip r:embed="rId2"/>
          <a:stretch>
            <a:fillRect/>
          </a:stretch>
        </p:blipFill>
        <p:spPr>
          <a:xfrm>
            <a:off x="5797568" y="1194946"/>
            <a:ext cx="6111404" cy="4340085"/>
          </a:xfrm>
          <a:prstGeom prst="rect">
            <a:avLst/>
          </a:prstGeom>
        </p:spPr>
      </p:pic>
      <p:sp>
        <p:nvSpPr>
          <p:cNvPr id="11" name="文本框 10">
            <a:extLst>
              <a:ext uri="{FF2B5EF4-FFF2-40B4-BE49-F238E27FC236}">
                <a16:creationId xmlns:a16="http://schemas.microsoft.com/office/drawing/2014/main" id="{7B43DE52-A8FD-DACC-4F47-D1621BC4EEB6}"/>
              </a:ext>
            </a:extLst>
          </p:cNvPr>
          <p:cNvSpPr txBox="1"/>
          <p:nvPr/>
        </p:nvSpPr>
        <p:spPr>
          <a:xfrm>
            <a:off x="424544" y="3494650"/>
            <a:ext cx="5119913" cy="1754326"/>
          </a:xfrm>
          <a:prstGeom prst="rect">
            <a:avLst/>
          </a:prstGeom>
          <a:noFill/>
        </p:spPr>
        <p:txBody>
          <a:bodyPr wrap="square">
            <a:spAutoFit/>
          </a:bodyPr>
          <a:lstStyle/>
          <a:p>
            <a:pPr marL="285750" indent="-285750">
              <a:buFont typeface="Arial" panose="020B0604020202020204" pitchFamily="34" charset="0"/>
              <a:buChar char="•"/>
            </a:pPr>
            <a:r>
              <a:rPr lang="zh-CN" altLang="en-US" dirty="0"/>
              <a:t>signal_frame 用于保存信号处理过程中的进程上下文；</a:t>
            </a:r>
          </a:p>
          <a:p>
            <a:pPr marL="285750" indent="-285750">
              <a:buFont typeface="Arial" panose="020B0604020202020204" pitchFamily="34" charset="0"/>
              <a:buChar char="•"/>
            </a:pPr>
            <a:r>
              <a:rPr lang="zh-CN" altLang="en-US" dirty="0"/>
              <a:t>sigaction 定义每个信号对应的处理行为。</a:t>
            </a:r>
            <a:endParaRPr lang="en-US" altLang="zh-CN" dirty="0"/>
          </a:p>
          <a:p>
            <a:pPr marL="285750" indent="-285750">
              <a:buFont typeface="Arial" panose="020B0604020202020204" pitchFamily="34" charset="0"/>
              <a:buChar char="•"/>
            </a:pPr>
            <a:endParaRPr lang="zh-CN" altLang="en-US" dirty="0"/>
          </a:p>
          <a:p>
            <a:r>
              <a:rPr lang="zh-CN" altLang="en-US" dirty="0"/>
              <a:t>F7LY 的信号机制支持包括 `SIGCHLD` 在内的常用信号。</a:t>
            </a:r>
          </a:p>
        </p:txBody>
      </p:sp>
      <p:sp>
        <p:nvSpPr>
          <p:cNvPr id="12" name="文本框 11">
            <a:extLst>
              <a:ext uri="{FF2B5EF4-FFF2-40B4-BE49-F238E27FC236}">
                <a16:creationId xmlns:a16="http://schemas.microsoft.com/office/drawing/2014/main" id="{0D225501-EB58-911A-0F64-FC496D539222}"/>
              </a:ext>
            </a:extLst>
          </p:cNvPr>
          <p:cNvSpPr txBox="1"/>
          <p:nvPr/>
        </p:nvSpPr>
        <p:spPr>
          <a:xfrm>
            <a:off x="7630887" y="5672916"/>
            <a:ext cx="3066142" cy="338554"/>
          </a:xfrm>
          <a:prstGeom prst="rect">
            <a:avLst/>
          </a:prstGeom>
          <a:noFill/>
        </p:spPr>
        <p:txBody>
          <a:bodyPr wrap="square">
            <a:spAutoFit/>
          </a:bodyPr>
          <a:lstStyle/>
          <a:p>
            <a:r>
              <a:rPr lang="zh-CN" altLang="en-US" sz="1600" dirty="0">
                <a:solidFill>
                  <a:srgbClr val="C00000"/>
                </a:solidFill>
              </a:rPr>
              <a:t>信号相关结构体代码</a:t>
            </a:r>
            <a:endParaRPr lang="zh-CN" altLang="en-US" sz="1600" dirty="0"/>
          </a:p>
        </p:txBody>
      </p:sp>
    </p:spTree>
    <p:extLst>
      <p:ext uri="{BB962C8B-B14F-4D97-AF65-F5344CB8AC3E}">
        <p14:creationId xmlns:p14="http://schemas.microsoft.com/office/powerpoint/2010/main" val="1844558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DBCD5-BD74-A5B7-AC13-61A2B59F066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04C94DC-2483-1E64-0C34-D02FC2DFA9A8}"/>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2.6  </a:t>
            </a:r>
            <a:r>
              <a:rPr lang="zh-CN" altLang="en-US" dirty="0">
                <a:latin typeface="华文中宋" panose="02010600040101010101" pitchFamily="2" charset="-122"/>
                <a:ea typeface="华文中宋" panose="02010600040101010101" pitchFamily="2" charset="-122"/>
              </a:rPr>
              <a:t>进程间通信</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信号处理函数</a:t>
            </a:r>
            <a:br>
              <a:rPr lang="zh-CN" altLang="en-US" dirty="0">
                <a:latin typeface="华文中宋" panose="02010600040101010101" pitchFamily="2" charset="-122"/>
                <a:ea typeface="华文中宋" panose="02010600040101010101" pitchFamily="2" charset="-122"/>
              </a:rPr>
            </a:br>
            <a:endParaRPr lang="zh-CN" altLang="en-US" dirty="0">
              <a:latin typeface="华文中宋" panose="02010600040101010101" pitchFamily="2" charset="-122"/>
              <a:ea typeface="华文中宋" panose="02010600040101010101" pitchFamily="2" charset="-122"/>
            </a:endParaRPr>
          </a:p>
        </p:txBody>
      </p:sp>
      <p:sp>
        <p:nvSpPr>
          <p:cNvPr id="7" name="文本框 6">
            <a:extLst>
              <a:ext uri="{FF2B5EF4-FFF2-40B4-BE49-F238E27FC236}">
                <a16:creationId xmlns:a16="http://schemas.microsoft.com/office/drawing/2014/main" id="{FE029DF0-E9F0-FC3F-E524-4003F51697FE}"/>
              </a:ext>
            </a:extLst>
          </p:cNvPr>
          <p:cNvSpPr txBox="1"/>
          <p:nvPr/>
        </p:nvSpPr>
        <p:spPr>
          <a:xfrm>
            <a:off x="482601" y="1488254"/>
            <a:ext cx="4691742" cy="1200329"/>
          </a:xfrm>
          <a:prstGeom prst="rect">
            <a:avLst/>
          </a:prstGeom>
          <a:noFill/>
        </p:spPr>
        <p:txBody>
          <a:bodyPr wrap="square">
            <a:spAutoFit/>
          </a:bodyPr>
          <a:lstStyle/>
          <a:p>
            <a:r>
              <a:rPr lang="zh-CN" altLang="en-US" dirty="0">
                <a:latin typeface="华文中宋" panose="02010600040101010101" pitchFamily="2" charset="-122"/>
                <a:ea typeface="华文中宋" panose="02010600040101010101" pitchFamily="2" charset="-122"/>
              </a:rPr>
              <a:t>在任务从内核态返回用户态前，需要处理挂起的信号。</a:t>
            </a:r>
            <a:r>
              <a:rPr lang="en-US" altLang="zh-CN" dirty="0">
                <a:latin typeface="华文中宋" panose="02010600040101010101" pitchFamily="2" charset="-122"/>
                <a:ea typeface="华文中宋" panose="02010600040101010101" pitchFamily="2" charset="-122"/>
              </a:rPr>
              <a:t>F7LY </a:t>
            </a:r>
            <a:r>
              <a:rPr lang="zh-CN" altLang="en-US" dirty="0">
                <a:latin typeface="华文中宋" panose="02010600040101010101" pitchFamily="2" charset="-122"/>
                <a:ea typeface="华文中宋" panose="02010600040101010101" pitchFamily="2" charset="-122"/>
              </a:rPr>
              <a:t>在中断处理器 </a:t>
            </a:r>
            <a:r>
              <a:rPr lang="en-US" altLang="zh-CN" dirty="0" err="1">
                <a:latin typeface="华文中宋" panose="02010600040101010101" pitchFamily="2" charset="-122"/>
                <a:ea typeface="华文中宋" panose="02010600040101010101" pitchFamily="2" charset="-122"/>
              </a:rPr>
              <a:t>usertrap</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中加入 </a:t>
            </a:r>
            <a:r>
              <a:rPr lang="en-US" altLang="zh-CN" dirty="0" err="1">
                <a:latin typeface="华文中宋" panose="02010600040101010101" pitchFamily="2" charset="-122"/>
                <a:ea typeface="华文中宋" panose="02010600040101010101" pitchFamily="2" charset="-122"/>
              </a:rPr>
              <a:t>handle_signal</a:t>
            </a:r>
            <a:r>
              <a:rPr lang="zh-CN" altLang="en-US" dirty="0">
                <a:latin typeface="华文中宋" panose="02010600040101010101" pitchFamily="2" charset="-122"/>
                <a:ea typeface="华文中宋" panose="02010600040101010101" pitchFamily="2" charset="-122"/>
              </a:rPr>
              <a:t>，在时钟中断或其他中断后及时执行挂起信号：</a:t>
            </a:r>
          </a:p>
        </p:txBody>
      </p:sp>
      <p:sp>
        <p:nvSpPr>
          <p:cNvPr id="11" name="文本框 10">
            <a:extLst>
              <a:ext uri="{FF2B5EF4-FFF2-40B4-BE49-F238E27FC236}">
                <a16:creationId xmlns:a16="http://schemas.microsoft.com/office/drawing/2014/main" id="{A399307B-175F-E165-5D0A-1C5E2BFA1BEC}"/>
              </a:ext>
            </a:extLst>
          </p:cNvPr>
          <p:cNvSpPr txBox="1"/>
          <p:nvPr/>
        </p:nvSpPr>
        <p:spPr>
          <a:xfrm>
            <a:off x="482601" y="3119776"/>
            <a:ext cx="5119913" cy="2308324"/>
          </a:xfrm>
          <a:prstGeom prst="rect">
            <a:avLst/>
          </a:prstGeom>
          <a:noFill/>
        </p:spPr>
        <p:txBody>
          <a:bodyPr wrap="square">
            <a:spAutoFit/>
          </a:bodyPr>
          <a:lstStyle/>
          <a:p>
            <a:r>
              <a:rPr lang="en-US" altLang="zh-CN" dirty="0" err="1"/>
              <a:t>handle_signal</a:t>
            </a:r>
            <a:r>
              <a:rPr lang="en-US" altLang="zh-CN" dirty="0"/>
              <a:t>()</a:t>
            </a:r>
            <a:r>
              <a:rPr lang="zh-CN" altLang="en-US" dirty="0"/>
              <a:t>的核心逻辑是：</a:t>
            </a:r>
          </a:p>
          <a:p>
            <a:pPr marL="285750" indent="-285750">
              <a:buFont typeface="Arial" panose="020B0604020202020204" pitchFamily="34" charset="0"/>
              <a:buChar char="•"/>
            </a:pPr>
            <a:r>
              <a:rPr lang="zh-CN" altLang="en-US" dirty="0"/>
              <a:t>获取当前进程 </a:t>
            </a:r>
            <a:r>
              <a:rPr lang="en-US" altLang="zh-CN" dirty="0"/>
              <a:t>PCB</a:t>
            </a:r>
            <a:r>
              <a:rPr lang="zh-CN" altLang="en-US" dirty="0"/>
              <a:t>；</a:t>
            </a:r>
          </a:p>
          <a:p>
            <a:pPr marL="285750" indent="-285750">
              <a:buFont typeface="Arial" panose="020B0604020202020204" pitchFamily="34" charset="0"/>
              <a:buChar char="•"/>
            </a:pPr>
            <a:r>
              <a:rPr lang="zh-CN" altLang="en-US" dirty="0"/>
              <a:t>遍历进程挂起的信号位掩码，检查每个信号的有效性；</a:t>
            </a:r>
          </a:p>
          <a:p>
            <a:pPr marL="285750" indent="-285750">
              <a:buFont typeface="Arial" panose="020B0604020202020204" pitchFamily="34" charset="0"/>
              <a:buChar char="•"/>
            </a:pPr>
            <a:r>
              <a:rPr lang="zh-CN" altLang="en-US" dirty="0"/>
              <a:t>根据 </a:t>
            </a:r>
            <a:r>
              <a:rPr lang="en-US" altLang="zh-CN" dirty="0"/>
              <a:t>`</a:t>
            </a:r>
            <a:r>
              <a:rPr lang="en-US" altLang="zh-CN" dirty="0" err="1"/>
              <a:t>sigaction</a:t>
            </a:r>
            <a:r>
              <a:rPr lang="en-US" altLang="zh-CN" dirty="0"/>
              <a:t>` </a:t>
            </a:r>
            <a:r>
              <a:rPr lang="zh-CN" altLang="en-US" dirty="0"/>
              <a:t>判断信号是否需要自定义处理：</a:t>
            </a:r>
          </a:p>
          <a:p>
            <a:pPr marL="742950" lvl="1" indent="-285750">
              <a:buFont typeface="Arial" panose="020B0604020202020204" pitchFamily="34" charset="0"/>
              <a:buChar char="•"/>
            </a:pPr>
            <a:r>
              <a:rPr lang="zh-CN" altLang="en-US" dirty="0"/>
              <a:t>若 </a:t>
            </a:r>
            <a:r>
              <a:rPr lang="en-US" altLang="zh-CN" dirty="0"/>
              <a:t>`</a:t>
            </a:r>
            <a:r>
              <a:rPr lang="en-US" altLang="zh-CN" dirty="0" err="1"/>
              <a:t>sa_handler</a:t>
            </a:r>
            <a:r>
              <a:rPr lang="en-US" altLang="zh-CN" dirty="0"/>
              <a:t> == </a:t>
            </a:r>
            <a:r>
              <a:rPr lang="en-US" altLang="zh-CN" dirty="0" err="1"/>
              <a:t>nullptr</a:t>
            </a:r>
            <a:r>
              <a:rPr lang="en-US" altLang="zh-CN" dirty="0"/>
              <a:t>`</a:t>
            </a:r>
            <a:r>
              <a:rPr lang="zh-CN" altLang="en-US" dirty="0"/>
              <a:t>，使用默认处理；</a:t>
            </a:r>
          </a:p>
          <a:p>
            <a:pPr marL="742950" lvl="1" indent="-285750">
              <a:buFont typeface="Arial" panose="020B0604020202020204" pitchFamily="34" charset="0"/>
              <a:buChar char="•"/>
            </a:pPr>
            <a:r>
              <a:rPr lang="zh-CN" altLang="en-US" dirty="0"/>
              <a:t>否则调用用户自定义的信号处理函数；</a:t>
            </a:r>
          </a:p>
          <a:p>
            <a:pPr marL="285750" indent="-285750">
              <a:buFont typeface="Arial" panose="020B0604020202020204" pitchFamily="34" charset="0"/>
              <a:buChar char="•"/>
            </a:pPr>
            <a:r>
              <a:rPr lang="zh-CN" altLang="en-US" dirty="0"/>
              <a:t>通过位掩码保留剩余信号，不会丢失其他信号 。</a:t>
            </a:r>
          </a:p>
        </p:txBody>
      </p:sp>
      <p:pic>
        <p:nvPicPr>
          <p:cNvPr id="4" name="图片 3">
            <a:extLst>
              <a:ext uri="{FF2B5EF4-FFF2-40B4-BE49-F238E27FC236}">
                <a16:creationId xmlns:a16="http://schemas.microsoft.com/office/drawing/2014/main" id="{2494B724-A0B1-5D5A-D209-A8AF187994B2}"/>
              </a:ext>
            </a:extLst>
          </p:cNvPr>
          <p:cNvPicPr>
            <a:picLocks noChangeAspect="1"/>
          </p:cNvPicPr>
          <p:nvPr/>
        </p:nvPicPr>
        <p:blipFill>
          <a:blip r:embed="rId2"/>
          <a:stretch>
            <a:fillRect/>
          </a:stretch>
        </p:blipFill>
        <p:spPr>
          <a:xfrm>
            <a:off x="7249886" y="1206359"/>
            <a:ext cx="4561218" cy="4024146"/>
          </a:xfrm>
          <a:prstGeom prst="rect">
            <a:avLst/>
          </a:prstGeom>
        </p:spPr>
      </p:pic>
      <p:sp>
        <p:nvSpPr>
          <p:cNvPr id="5" name="文本框 4">
            <a:extLst>
              <a:ext uri="{FF2B5EF4-FFF2-40B4-BE49-F238E27FC236}">
                <a16:creationId xmlns:a16="http://schemas.microsoft.com/office/drawing/2014/main" id="{CDA47F69-A381-EEFE-323C-C4CEB5C5666B}"/>
              </a:ext>
            </a:extLst>
          </p:cNvPr>
          <p:cNvSpPr txBox="1"/>
          <p:nvPr/>
        </p:nvSpPr>
        <p:spPr>
          <a:xfrm>
            <a:off x="8501745" y="5328475"/>
            <a:ext cx="3066142" cy="584775"/>
          </a:xfrm>
          <a:prstGeom prst="rect">
            <a:avLst/>
          </a:prstGeom>
          <a:noFill/>
        </p:spPr>
        <p:txBody>
          <a:bodyPr wrap="square">
            <a:spAutoFit/>
          </a:bodyPr>
          <a:lstStyle/>
          <a:p>
            <a:r>
              <a:rPr lang="zh-CN" altLang="en-US" sz="1600" dirty="0">
                <a:solidFill>
                  <a:srgbClr val="C00000"/>
                </a:solidFill>
              </a:rPr>
              <a:t>信号在中断中的处理逻辑代码</a:t>
            </a:r>
          </a:p>
          <a:p>
            <a:endParaRPr lang="zh-CN" altLang="en-US" sz="1600" dirty="0"/>
          </a:p>
        </p:txBody>
      </p:sp>
    </p:spTree>
    <p:extLst>
      <p:ext uri="{BB962C8B-B14F-4D97-AF65-F5344CB8AC3E}">
        <p14:creationId xmlns:p14="http://schemas.microsoft.com/office/powerpoint/2010/main" val="36881046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2562B-538B-AC1D-1FBD-ABE77122F3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619A42C-18A7-AC71-89C1-4334B5FE8120}"/>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2.6  </a:t>
            </a:r>
            <a:r>
              <a:rPr lang="zh-CN" altLang="en-US" dirty="0">
                <a:latin typeface="华文中宋" panose="02010600040101010101" pitchFamily="2" charset="-122"/>
                <a:ea typeface="华文中宋" panose="02010600040101010101" pitchFamily="2" charset="-122"/>
              </a:rPr>
              <a:t>进程间通信</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信号上下文保存与恢复</a:t>
            </a:r>
            <a:br>
              <a:rPr lang="zh-CN" altLang="en-US" dirty="0">
                <a:latin typeface="华文中宋" panose="02010600040101010101" pitchFamily="2" charset="-122"/>
                <a:ea typeface="华文中宋" panose="02010600040101010101" pitchFamily="2" charset="-122"/>
              </a:rPr>
            </a:br>
            <a:endParaRPr lang="zh-CN" altLang="en-US" dirty="0">
              <a:latin typeface="华文中宋" panose="02010600040101010101" pitchFamily="2" charset="-122"/>
              <a:ea typeface="华文中宋" panose="02010600040101010101" pitchFamily="2" charset="-122"/>
            </a:endParaRPr>
          </a:p>
        </p:txBody>
      </p:sp>
      <p:sp>
        <p:nvSpPr>
          <p:cNvPr id="11" name="文本框 10">
            <a:extLst>
              <a:ext uri="{FF2B5EF4-FFF2-40B4-BE49-F238E27FC236}">
                <a16:creationId xmlns:a16="http://schemas.microsoft.com/office/drawing/2014/main" id="{BAA6AB83-4E02-2970-EBCB-585A21AD33B2}"/>
              </a:ext>
            </a:extLst>
          </p:cNvPr>
          <p:cNvSpPr txBox="1"/>
          <p:nvPr/>
        </p:nvSpPr>
        <p:spPr>
          <a:xfrm>
            <a:off x="380896" y="1479661"/>
            <a:ext cx="5794933" cy="4247317"/>
          </a:xfrm>
          <a:prstGeom prst="rect">
            <a:avLst/>
          </a:prstGeom>
          <a:noFill/>
        </p:spPr>
        <p:txBody>
          <a:bodyPr wrap="square">
            <a:spAutoFit/>
          </a:bodyPr>
          <a:lstStyle/>
          <a:p>
            <a:r>
              <a:rPr lang="en-US" altLang="zh-CN" dirty="0"/>
              <a:t>F7LY </a:t>
            </a:r>
            <a:r>
              <a:rPr lang="zh-CN" altLang="en-US" dirty="0"/>
              <a:t>实现的信号处理支持完整的上下文保存与恢复：</a:t>
            </a:r>
          </a:p>
          <a:p>
            <a:pPr marL="285750" indent="-285750">
              <a:buFont typeface="Arial" panose="020B0604020202020204" pitchFamily="34" charset="0"/>
              <a:buChar char="•"/>
            </a:pPr>
            <a:r>
              <a:rPr lang="zh-CN" altLang="en-US" dirty="0"/>
              <a:t>当内核准备进入用户态执行信号处理函数时，会将当前上下文保存到 </a:t>
            </a:r>
            <a:r>
              <a:rPr lang="en-US" altLang="zh-CN" dirty="0"/>
              <a:t>`</a:t>
            </a:r>
            <a:r>
              <a:rPr lang="en-US" altLang="zh-CN" dirty="0" err="1"/>
              <a:t>sig_trapframe</a:t>
            </a:r>
            <a:r>
              <a:rPr lang="en-US" altLang="zh-CN" dirty="0"/>
              <a:t>` </a:t>
            </a:r>
            <a:r>
              <a:rPr lang="zh-CN" altLang="en-US" dirty="0"/>
              <a:t>中；</a:t>
            </a:r>
          </a:p>
          <a:p>
            <a:pPr marL="285750" indent="-285750">
              <a:buFont typeface="Arial" panose="020B0604020202020204" pitchFamily="34" charset="0"/>
              <a:buChar char="•"/>
            </a:pPr>
            <a:r>
              <a:rPr lang="zh-CN" altLang="en-US" dirty="0"/>
              <a:t>信号处理完成后，程序需回到原执行状态。此过程使用 </a:t>
            </a:r>
            <a:r>
              <a:rPr lang="en-US" altLang="zh-CN" dirty="0"/>
              <a:t>`</a:t>
            </a:r>
            <a:r>
              <a:rPr lang="en-US" altLang="zh-CN" dirty="0" err="1"/>
              <a:t>sigreturn</a:t>
            </a:r>
            <a:r>
              <a:rPr lang="en-US" altLang="zh-CN" dirty="0"/>
              <a:t>` </a:t>
            </a:r>
            <a:r>
              <a:rPr lang="zh-CN" altLang="en-US" dirty="0"/>
              <a:t>系统调用恢复上下文。</a:t>
            </a:r>
            <a:endParaRPr lang="en-US" altLang="zh-CN" dirty="0"/>
          </a:p>
          <a:p>
            <a:r>
              <a:rPr lang="zh-CN" altLang="en-US" dirty="0"/>
              <a:t> </a:t>
            </a:r>
          </a:p>
          <a:p>
            <a:r>
              <a:rPr lang="zh-CN" altLang="en-US" dirty="0"/>
              <a:t>为了实现从信号处理返回，</a:t>
            </a:r>
            <a:r>
              <a:rPr lang="en-US" altLang="zh-CN" dirty="0"/>
              <a:t>F7LY </a:t>
            </a:r>
            <a:r>
              <a:rPr lang="zh-CN" altLang="en-US" dirty="0"/>
              <a:t>设计了类似 </a:t>
            </a:r>
            <a:r>
              <a:rPr lang="en-US" altLang="zh-CN" dirty="0"/>
              <a:t>`trampoline` </a:t>
            </a:r>
            <a:r>
              <a:rPr lang="zh-CN" altLang="en-US" dirty="0"/>
              <a:t>的机制：</a:t>
            </a:r>
          </a:p>
          <a:p>
            <a:pPr marL="285750" indent="-285750">
              <a:buFont typeface="Arial" panose="020B0604020202020204" pitchFamily="34" charset="0"/>
              <a:buChar char="•"/>
            </a:pPr>
            <a:r>
              <a:rPr lang="zh-CN" altLang="en-US" dirty="0"/>
              <a:t>信号处理时将 </a:t>
            </a:r>
            <a:r>
              <a:rPr lang="en-US" altLang="zh-CN" dirty="0"/>
              <a:t>EPC</a:t>
            </a:r>
            <a:r>
              <a:rPr lang="zh-CN" altLang="en-US" dirty="0"/>
              <a:t>（返回地址）设置到汇编实现的 </a:t>
            </a:r>
            <a:r>
              <a:rPr lang="en-US" altLang="zh-CN" dirty="0"/>
              <a:t>`</a:t>
            </a:r>
            <a:r>
              <a:rPr lang="en-US" altLang="zh-CN" dirty="0" err="1"/>
              <a:t>sig_trampoline</a:t>
            </a:r>
            <a:r>
              <a:rPr lang="en-US" altLang="zh-CN" dirty="0"/>
              <a:t>` </a:t>
            </a:r>
            <a:r>
              <a:rPr lang="zh-CN" altLang="en-US" dirty="0"/>
              <a:t>函数；    </a:t>
            </a:r>
          </a:p>
          <a:p>
            <a:pPr marL="285750" indent="-285750">
              <a:buFont typeface="Arial" panose="020B0604020202020204" pitchFamily="34" charset="0"/>
              <a:buChar char="•"/>
            </a:pPr>
            <a:r>
              <a:rPr lang="en-US" altLang="zh-CN" dirty="0"/>
              <a:t>`</a:t>
            </a:r>
            <a:r>
              <a:rPr lang="en-US" altLang="zh-CN" dirty="0" err="1"/>
              <a:t>sig_trampoline</a:t>
            </a:r>
            <a:r>
              <a:rPr lang="en-US" altLang="zh-CN" dirty="0"/>
              <a:t>` </a:t>
            </a:r>
            <a:r>
              <a:rPr lang="zh-CN" altLang="en-US" dirty="0"/>
              <a:t>唯一作用是触发 </a:t>
            </a:r>
            <a:r>
              <a:rPr lang="en-US" altLang="zh-CN" dirty="0"/>
              <a:t>`</a:t>
            </a:r>
            <a:r>
              <a:rPr lang="en-US" altLang="zh-CN" dirty="0" err="1"/>
              <a:t>ecall</a:t>
            </a:r>
            <a:r>
              <a:rPr lang="en-US" altLang="zh-CN" dirty="0"/>
              <a:t>`</a:t>
            </a:r>
            <a:r>
              <a:rPr lang="zh-CN" altLang="en-US" dirty="0"/>
              <a:t>，调用 </a:t>
            </a:r>
            <a:r>
              <a:rPr lang="en-US" altLang="zh-CN" dirty="0"/>
              <a:t>`</a:t>
            </a:r>
            <a:r>
              <a:rPr lang="en-US" altLang="zh-CN" dirty="0" err="1"/>
              <a:t>SYS_rt_sigreturn</a:t>
            </a:r>
            <a:r>
              <a:rPr lang="en-US" altLang="zh-CN" dirty="0"/>
              <a:t>` </a:t>
            </a:r>
            <a:r>
              <a:rPr lang="zh-CN" altLang="en-US" dirty="0"/>
              <a:t>系统调用，执行上下文恢复。  </a:t>
            </a:r>
            <a:endParaRPr lang="en-US" altLang="zh-CN" dirty="0"/>
          </a:p>
          <a:p>
            <a:endParaRPr lang="zh-CN" altLang="en-US" dirty="0"/>
          </a:p>
          <a:p>
            <a:r>
              <a:rPr lang="zh-CN" altLang="en-US" dirty="0"/>
              <a:t>这一设计使得 </a:t>
            </a:r>
            <a:r>
              <a:rPr lang="en-US" altLang="zh-CN" dirty="0"/>
              <a:t>F7LY </a:t>
            </a:r>
            <a:r>
              <a:rPr lang="zh-CN" altLang="en-US" dirty="0"/>
              <a:t>在支持自定义信号处理时能保证上下文正确性，安全地完成用户态与内核态的切换。</a:t>
            </a:r>
          </a:p>
        </p:txBody>
      </p:sp>
      <p:sp>
        <p:nvSpPr>
          <p:cNvPr id="5" name="文本框 4">
            <a:extLst>
              <a:ext uri="{FF2B5EF4-FFF2-40B4-BE49-F238E27FC236}">
                <a16:creationId xmlns:a16="http://schemas.microsoft.com/office/drawing/2014/main" id="{14C07803-E6A2-697E-AA2B-BE9776E4BBEF}"/>
              </a:ext>
            </a:extLst>
          </p:cNvPr>
          <p:cNvSpPr txBox="1"/>
          <p:nvPr/>
        </p:nvSpPr>
        <p:spPr>
          <a:xfrm>
            <a:off x="8781143" y="5589221"/>
            <a:ext cx="3261334" cy="338554"/>
          </a:xfrm>
          <a:prstGeom prst="rect">
            <a:avLst/>
          </a:prstGeom>
          <a:noFill/>
        </p:spPr>
        <p:txBody>
          <a:bodyPr wrap="square">
            <a:spAutoFit/>
          </a:bodyPr>
          <a:lstStyle/>
          <a:p>
            <a:r>
              <a:rPr lang="zh-CN" altLang="en-US" sz="1600" dirty="0">
                <a:solidFill>
                  <a:srgbClr val="C00000"/>
                </a:solidFill>
              </a:rPr>
              <a:t>信号上下文处理的逻辑示意图</a:t>
            </a:r>
          </a:p>
        </p:txBody>
      </p:sp>
      <p:pic>
        <p:nvPicPr>
          <p:cNvPr id="6" name="图片 5">
            <a:extLst>
              <a:ext uri="{FF2B5EF4-FFF2-40B4-BE49-F238E27FC236}">
                <a16:creationId xmlns:a16="http://schemas.microsoft.com/office/drawing/2014/main" id="{9DFCA94B-94F8-9F62-38A0-B901FF74C1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2134" y="1632217"/>
            <a:ext cx="5930343" cy="4094761"/>
          </a:xfrm>
          <a:prstGeom prst="rect">
            <a:avLst/>
          </a:prstGeom>
        </p:spPr>
      </p:pic>
    </p:spTree>
    <p:extLst>
      <p:ext uri="{BB962C8B-B14F-4D97-AF65-F5344CB8AC3E}">
        <p14:creationId xmlns:p14="http://schemas.microsoft.com/office/powerpoint/2010/main" val="4027911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CC816-D9E8-67E7-84DC-6CB0B6BE8ECA}"/>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1A78505E-94F6-8BF2-7C63-4A47E8F57303}"/>
              </a:ext>
            </a:extLst>
          </p:cNvPr>
          <p:cNvSpPr txBox="1"/>
          <p:nvPr/>
        </p:nvSpPr>
        <p:spPr>
          <a:xfrm>
            <a:off x="5102102" y="1696052"/>
            <a:ext cx="1980670" cy="2215991"/>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3800" b="1" i="0" u="none" strike="noStrike" kern="1200" cap="none" spc="0" normalizeH="0" baseline="0" noProof="0" dirty="0">
                <a:ln>
                  <a:noFill/>
                </a:ln>
                <a:gradFill>
                  <a:gsLst>
                    <a:gs pos="0">
                      <a:srgbClr val="FC5960">
                        <a:lumMod val="60000"/>
                        <a:lumOff val="40000"/>
                      </a:srgbClr>
                    </a:gs>
                    <a:gs pos="100000">
                      <a:srgbClr val="FC5960">
                        <a:lumMod val="20000"/>
                        <a:lumOff val="80000"/>
                        <a:alpha val="0"/>
                      </a:srgbClr>
                    </a:gs>
                  </a:gsLst>
                  <a:lin ang="5400000" scaled="1"/>
                </a:gradFill>
                <a:effectLst/>
                <a:uLnTx/>
                <a:uFillTx/>
                <a:latin typeface="Impact" panose="020B0806030902050204" pitchFamily="34" charset="0"/>
                <a:ea typeface="华文中宋"/>
                <a:cs typeface="+mn-cs"/>
              </a:rPr>
              <a:t>03</a:t>
            </a:r>
            <a:endParaRPr kumimoji="1" lang="zh-CN" altLang="en-US" sz="13800" b="1" i="0" u="none" strike="noStrike" kern="1200" cap="none" spc="0" normalizeH="0" baseline="0" noProof="0" dirty="0">
              <a:ln>
                <a:noFill/>
              </a:ln>
              <a:gradFill>
                <a:gsLst>
                  <a:gs pos="0">
                    <a:srgbClr val="FC5960">
                      <a:lumMod val="60000"/>
                      <a:lumOff val="40000"/>
                    </a:srgbClr>
                  </a:gs>
                  <a:gs pos="100000">
                    <a:srgbClr val="FC5960">
                      <a:lumMod val="20000"/>
                      <a:lumOff val="80000"/>
                      <a:alpha val="0"/>
                    </a:srgbClr>
                  </a:gs>
                </a:gsLst>
                <a:lin ang="5400000" scaled="1"/>
              </a:gradFill>
              <a:effectLst/>
              <a:uLnTx/>
              <a:uFillTx/>
              <a:latin typeface="Impact" panose="020B0806030902050204" pitchFamily="34" charset="0"/>
              <a:ea typeface="华文中宋"/>
              <a:cs typeface="+mn-cs"/>
            </a:endParaRPr>
          </a:p>
        </p:txBody>
      </p:sp>
      <p:sp>
        <p:nvSpPr>
          <p:cNvPr id="9" name="文本占位符 39">
            <a:extLst>
              <a:ext uri="{FF2B5EF4-FFF2-40B4-BE49-F238E27FC236}">
                <a16:creationId xmlns:a16="http://schemas.microsoft.com/office/drawing/2014/main" id="{BBCE4775-CE2F-2264-D8C5-A2B87C497EF0}"/>
              </a:ext>
            </a:extLst>
          </p:cNvPr>
          <p:cNvSpPr txBox="1">
            <a:spLocks/>
          </p:cNvSpPr>
          <p:nvPr/>
        </p:nvSpPr>
        <p:spPr>
          <a:xfrm>
            <a:off x="3595341" y="3149389"/>
            <a:ext cx="4994192" cy="883197"/>
          </a:xfrm>
          <a:prstGeom prst="rect">
            <a:avLst/>
          </a:prstGeom>
        </p:spPr>
        <p:txBody>
          <a:bodyPr lIns="0" tIns="0" rIns="0" b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4800" b="1" i="0" u="none" strike="noStrike" kern="1200" cap="none" spc="0" normalizeH="0" baseline="0" noProof="0" dirty="0">
                <a:ln>
                  <a:noFill/>
                </a:ln>
                <a:solidFill>
                  <a:srgbClr val="013785"/>
                </a:solidFill>
                <a:effectLst/>
                <a:uLnTx/>
                <a:uFillTx/>
                <a:latin typeface="+mn-ea"/>
                <a:cs typeface="+mn-cs"/>
              </a:rPr>
              <a:t>总结与展望</a:t>
            </a:r>
          </a:p>
        </p:txBody>
      </p:sp>
      <p:sp>
        <p:nvSpPr>
          <p:cNvPr id="83" name="文本框 82">
            <a:extLst>
              <a:ext uri="{FF2B5EF4-FFF2-40B4-BE49-F238E27FC236}">
                <a16:creationId xmlns:a16="http://schemas.microsoft.com/office/drawing/2014/main" id="{897A65FF-AF57-736A-7CC5-5A3A5D365299}"/>
              </a:ext>
            </a:extLst>
          </p:cNvPr>
          <p:cNvSpPr txBox="1"/>
          <p:nvPr/>
        </p:nvSpPr>
        <p:spPr>
          <a:xfrm>
            <a:off x="2688872" y="3776344"/>
            <a:ext cx="6807130" cy="675611"/>
          </a:xfrm>
          <a:prstGeom prst="rect">
            <a:avLst/>
          </a:prstGeom>
          <a:noFill/>
        </p:spPr>
        <p:txBody>
          <a:bodyPr wrap="square" lIns="0" tIns="0" rIns="0" bIns="0" rtlCol="0" anchor="ctr" anchorCtr="0">
            <a:normAutofit/>
          </a:bodyPr>
          <a:lstStyle/>
          <a:p>
            <a:pPr lvl="0" algn="dist">
              <a:defRPr/>
            </a:pPr>
            <a:r>
              <a:rPr kumimoji="1" lang="en-US" altLang="zh-CN" sz="3200" dirty="0">
                <a:solidFill>
                  <a:srgbClr val="FFFFFF">
                    <a:lumMod val="65000"/>
                  </a:srgbClr>
                </a:solidFill>
                <a:latin typeface="方正小标宋简体" panose="03000509000000000000" pitchFamily="65" charset="-122"/>
                <a:ea typeface="方正小标宋简体" panose="03000509000000000000" pitchFamily="65" charset="-122"/>
              </a:rPr>
              <a:t>Summarization and Prospect</a:t>
            </a:r>
            <a:endParaRPr kumimoji="1" lang="en-US" altLang="zh-CN" sz="3200" b="0" i="0" u="none" strike="noStrike" kern="1200" cap="none" spc="0" normalizeH="0" baseline="0" noProof="0" dirty="0">
              <a:ln>
                <a:noFill/>
              </a:ln>
              <a:solidFill>
                <a:srgbClr val="FFFFFF">
                  <a:lumMod val="65000"/>
                </a:srgbClr>
              </a:solidFill>
              <a:effectLst/>
              <a:uLnTx/>
              <a:uFillTx/>
              <a:latin typeface="方正小标宋简体" panose="03000509000000000000" pitchFamily="65" charset="-122"/>
              <a:ea typeface="方正小标宋简体" panose="03000509000000000000" pitchFamily="65" charset="-122"/>
              <a:cs typeface="+mn-cs"/>
            </a:endParaRPr>
          </a:p>
        </p:txBody>
      </p:sp>
    </p:spTree>
    <p:extLst>
      <p:ext uri="{BB962C8B-B14F-4D97-AF65-F5344CB8AC3E}">
        <p14:creationId xmlns:p14="http://schemas.microsoft.com/office/powerpoint/2010/main" val="3999354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83DAE-0986-0FB5-6701-6521554BFC9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936D5C-F744-F64A-4971-1190750F471E}"/>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3.1</a:t>
            </a:r>
            <a:r>
              <a:rPr lang="zh-CN" altLang="en-US" dirty="0">
                <a:latin typeface="华文中宋" panose="02010600040101010101" pitchFamily="2" charset="-122"/>
                <a:ea typeface="华文中宋" panose="02010600040101010101" pitchFamily="2" charset="-122"/>
              </a:rPr>
              <a:t>  工作总结</a:t>
            </a:r>
          </a:p>
        </p:txBody>
      </p:sp>
      <p:sp>
        <p:nvSpPr>
          <p:cNvPr id="3" name="文本框 2">
            <a:extLst>
              <a:ext uri="{FF2B5EF4-FFF2-40B4-BE49-F238E27FC236}">
                <a16:creationId xmlns:a16="http://schemas.microsoft.com/office/drawing/2014/main" id="{5F620D65-EE47-25BF-0F80-938508D0349C}"/>
              </a:ext>
            </a:extLst>
          </p:cNvPr>
          <p:cNvSpPr txBox="1"/>
          <p:nvPr/>
        </p:nvSpPr>
        <p:spPr>
          <a:xfrm>
            <a:off x="98074" y="948125"/>
            <a:ext cx="5828593" cy="2070330"/>
          </a:xfrm>
          <a:prstGeom prst="rect">
            <a:avLst/>
          </a:prstGeom>
          <a:noFill/>
        </p:spPr>
        <p:txBody>
          <a:bodyPr wrap="square" lIns="180000" tIns="180000" rIns="180000" bIns="180000" rtlCol="0">
            <a:spAutoFit/>
          </a:bodyPr>
          <a:lstStyle/>
          <a:p>
            <a:pPr algn="just">
              <a:lnSpc>
                <a:spcPct val="130000"/>
              </a:lnSpc>
              <a:spcAft>
                <a:spcPts val="600"/>
              </a:spcAft>
            </a:pPr>
            <a:r>
              <a:rPr kumimoji="1" lang="zh-CN" altLang="en-US" sz="3200" b="1" dirty="0">
                <a:solidFill>
                  <a:schemeClr val="tx1">
                    <a:lumMod val="75000"/>
                    <a:lumOff val="25000"/>
                  </a:schemeClr>
                </a:solidFill>
                <a:latin typeface="华文中宋" panose="02010600040101010101" pitchFamily="2" charset="-122"/>
                <a:ea typeface="华文中宋" panose="02010600040101010101" pitchFamily="2" charset="-122"/>
              </a:rPr>
              <a:t>双架构驱动</a:t>
            </a:r>
            <a:endParaRPr kumimoji="1" lang="en-US" altLang="zh-CN" sz="3200" b="1"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①</a:t>
            </a: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RISC-V</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a:t>
            </a:r>
            <a:r>
              <a:rPr kumimoji="1" lang="en-US" altLang="zh-CN" sz="2400" dirty="0" err="1">
                <a:solidFill>
                  <a:schemeClr val="tx1">
                    <a:lumMod val="75000"/>
                    <a:lumOff val="25000"/>
                  </a:schemeClr>
                </a:solidFill>
                <a:latin typeface="华文中宋" panose="02010600040101010101" pitchFamily="2" charset="-122"/>
                <a:ea typeface="华文中宋" panose="02010600040101010101" pitchFamily="2" charset="-122"/>
              </a:rPr>
              <a:t>LoongArch</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的硬件抽象驱动</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②完成合逻辑的中断处理程序。</a:t>
            </a:r>
          </a:p>
        </p:txBody>
      </p:sp>
      <p:sp>
        <p:nvSpPr>
          <p:cNvPr id="5" name="文本框 4">
            <a:extLst>
              <a:ext uri="{FF2B5EF4-FFF2-40B4-BE49-F238E27FC236}">
                <a16:creationId xmlns:a16="http://schemas.microsoft.com/office/drawing/2014/main" id="{CA5A6A44-CFF5-7C73-40C7-08B9F5750FED}"/>
              </a:ext>
            </a:extLst>
          </p:cNvPr>
          <p:cNvSpPr txBox="1"/>
          <p:nvPr/>
        </p:nvSpPr>
        <p:spPr>
          <a:xfrm>
            <a:off x="241299" y="3018455"/>
            <a:ext cx="4881034" cy="2910797"/>
          </a:xfrm>
          <a:prstGeom prst="rect">
            <a:avLst/>
          </a:prstGeom>
          <a:noFill/>
        </p:spPr>
        <p:txBody>
          <a:bodyPr wrap="square">
            <a:spAutoFit/>
          </a:bodyPr>
          <a:lstStyle/>
          <a:p>
            <a:pPr algn="just">
              <a:lnSpc>
                <a:spcPct val="130000"/>
              </a:lnSpc>
              <a:spcAft>
                <a:spcPts val="600"/>
              </a:spcAft>
            </a:pPr>
            <a:r>
              <a:rPr kumimoji="1" lang="zh-CN" altLang="en-US" sz="3200" b="1" dirty="0">
                <a:solidFill>
                  <a:schemeClr val="tx1">
                    <a:lumMod val="75000"/>
                    <a:lumOff val="25000"/>
                  </a:schemeClr>
                </a:solidFill>
                <a:latin typeface="华文中宋" panose="02010600040101010101" pitchFamily="2" charset="-122"/>
                <a:ea typeface="华文中宋" panose="02010600040101010101" pitchFamily="2" charset="-122"/>
              </a:rPr>
              <a:t>面向对象设计</a:t>
            </a:r>
            <a:endParaRPr kumimoji="1" lang="en-US" altLang="zh-CN" sz="3200" b="1"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①完成进程管理和内存管理模块</a:t>
            </a:r>
          </a:p>
          <a:p>
            <a:pPr algn="just">
              <a:lnSpc>
                <a:spcPct val="130000"/>
              </a:lnSpc>
              <a:spcAft>
                <a:spcPts val="600"/>
              </a:spcAft>
            </a:pP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②支持线程任务的创建与调度</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③</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实现底层架构无关性松耦合结构</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4" name="文本框 3">
            <a:extLst>
              <a:ext uri="{FF2B5EF4-FFF2-40B4-BE49-F238E27FC236}">
                <a16:creationId xmlns:a16="http://schemas.microsoft.com/office/drawing/2014/main" id="{2FAB74A9-DB7F-469A-495B-4FF225924F13}"/>
              </a:ext>
            </a:extLst>
          </p:cNvPr>
          <p:cNvSpPr txBox="1"/>
          <p:nvPr/>
        </p:nvSpPr>
        <p:spPr>
          <a:xfrm>
            <a:off x="6265334" y="1057062"/>
            <a:ext cx="5926666" cy="2910797"/>
          </a:xfrm>
          <a:prstGeom prst="rect">
            <a:avLst/>
          </a:prstGeom>
          <a:noFill/>
        </p:spPr>
        <p:txBody>
          <a:bodyPr wrap="square">
            <a:spAutoFit/>
          </a:bodyPr>
          <a:lstStyle/>
          <a:p>
            <a:pPr algn="just">
              <a:lnSpc>
                <a:spcPct val="130000"/>
              </a:lnSpc>
              <a:spcAft>
                <a:spcPts val="600"/>
              </a:spcAft>
            </a:pPr>
            <a:r>
              <a:rPr kumimoji="1" lang="zh-CN" altLang="en-US" sz="3200" b="1" dirty="0">
                <a:solidFill>
                  <a:schemeClr val="tx1">
                    <a:lumMod val="75000"/>
                    <a:lumOff val="25000"/>
                  </a:schemeClr>
                </a:solidFill>
                <a:latin typeface="华文中宋" panose="02010600040101010101" pitchFamily="2" charset="-122"/>
                <a:ea typeface="华文中宋" panose="02010600040101010101" pitchFamily="2" charset="-122"/>
              </a:rPr>
              <a:t>独立的虚拟文件系统层</a:t>
            </a:r>
            <a:endParaRPr kumimoji="1" lang="en-US" altLang="zh-CN" sz="3200" b="1"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①支持</a:t>
            </a: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EXT4</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与</a:t>
            </a: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FAT32</a:t>
            </a:r>
          </a:p>
          <a:p>
            <a:pPr algn="just">
              <a:lnSpc>
                <a:spcPct val="130000"/>
              </a:lnSpc>
              <a:spcAft>
                <a:spcPts val="600"/>
              </a:spcAft>
            </a:pP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②支持</a:t>
            </a:r>
            <a:r>
              <a:rPr kumimoji="1" lang="en-US" altLang="zh-CN" sz="2400" dirty="0" err="1">
                <a:solidFill>
                  <a:schemeClr val="tx1">
                    <a:lumMod val="75000"/>
                    <a:lumOff val="25000"/>
                  </a:schemeClr>
                </a:solidFill>
                <a:latin typeface="华文中宋" panose="02010600040101010101" pitchFamily="2" charset="-122"/>
                <a:ea typeface="华文中宋" panose="02010600040101010101" pitchFamily="2" charset="-122"/>
              </a:rPr>
              <a:t>sdcard</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驱动</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③</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为支持更多文件系统格式提供继承接口</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6" name="文本框 5">
            <a:extLst>
              <a:ext uri="{FF2B5EF4-FFF2-40B4-BE49-F238E27FC236}">
                <a16:creationId xmlns:a16="http://schemas.microsoft.com/office/drawing/2014/main" id="{430CE3AA-950D-6537-1D04-E8E305651D25}"/>
              </a:ext>
            </a:extLst>
          </p:cNvPr>
          <p:cNvSpPr txBox="1"/>
          <p:nvPr/>
        </p:nvSpPr>
        <p:spPr>
          <a:xfrm>
            <a:off x="6273801" y="3513667"/>
            <a:ext cx="5926666" cy="2836354"/>
          </a:xfrm>
          <a:prstGeom prst="rect">
            <a:avLst/>
          </a:prstGeom>
          <a:noFill/>
        </p:spPr>
        <p:txBody>
          <a:bodyPr wrap="square">
            <a:spAutoFit/>
          </a:bodyPr>
          <a:lstStyle/>
          <a:p>
            <a:pPr algn="just">
              <a:lnSpc>
                <a:spcPct val="130000"/>
              </a:lnSpc>
              <a:spcAft>
                <a:spcPts val="600"/>
              </a:spcAft>
            </a:pPr>
            <a:r>
              <a:rPr kumimoji="1" lang="zh-CN" altLang="en-US" sz="3200" b="1" dirty="0">
                <a:solidFill>
                  <a:schemeClr val="tx1">
                    <a:lumMod val="75000"/>
                    <a:lumOff val="25000"/>
                  </a:schemeClr>
                </a:solidFill>
                <a:latin typeface="华文中宋" panose="02010600040101010101" pitchFamily="2" charset="-122"/>
                <a:ea typeface="华文中宋" panose="02010600040101010101" pitchFamily="2" charset="-122"/>
              </a:rPr>
              <a:t>适配</a:t>
            </a:r>
            <a:r>
              <a:rPr kumimoji="1" lang="en-US" altLang="zh-CN" sz="3200" b="1" dirty="0" err="1">
                <a:solidFill>
                  <a:schemeClr val="tx1">
                    <a:lumMod val="75000"/>
                    <a:lumOff val="25000"/>
                  </a:schemeClr>
                </a:solidFill>
                <a:latin typeface="华文中宋" panose="02010600040101010101" pitchFamily="2" charset="-122"/>
                <a:ea typeface="华文中宋" panose="02010600040101010101" pitchFamily="2" charset="-122"/>
              </a:rPr>
              <a:t>Busybox</a:t>
            </a:r>
            <a:r>
              <a:rPr kumimoji="1" lang="en-US" altLang="zh-CN" sz="3200" b="1" dirty="0">
                <a:solidFill>
                  <a:schemeClr val="tx1">
                    <a:lumMod val="75000"/>
                    <a:lumOff val="25000"/>
                  </a:schemeClr>
                </a:solidFill>
                <a:latin typeface="华文中宋" panose="02010600040101010101" pitchFamily="2" charset="-122"/>
                <a:ea typeface="华文中宋" panose="02010600040101010101" pitchFamily="2" charset="-122"/>
              </a:rPr>
              <a:t> </a:t>
            </a:r>
            <a:r>
              <a:rPr kumimoji="1" lang="zh-CN" altLang="en-US" sz="3200" b="1" dirty="0">
                <a:solidFill>
                  <a:schemeClr val="tx1">
                    <a:lumMod val="75000"/>
                    <a:lumOff val="25000"/>
                  </a:schemeClr>
                </a:solidFill>
                <a:latin typeface="华文中宋" panose="02010600040101010101" pitchFamily="2" charset="-122"/>
                <a:ea typeface="华文中宋" panose="02010600040101010101" pitchFamily="2" charset="-122"/>
              </a:rPr>
              <a:t>和 </a:t>
            </a:r>
            <a:r>
              <a:rPr kumimoji="1" lang="en-US" altLang="zh-CN" sz="3200" b="1" dirty="0" err="1">
                <a:solidFill>
                  <a:schemeClr val="tx1">
                    <a:lumMod val="75000"/>
                    <a:lumOff val="25000"/>
                  </a:schemeClr>
                </a:solidFill>
                <a:latin typeface="华文中宋" panose="02010600040101010101" pitchFamily="2" charset="-122"/>
                <a:ea typeface="华文中宋" panose="02010600040101010101" pitchFamily="2" charset="-122"/>
              </a:rPr>
              <a:t>libc</a:t>
            </a:r>
            <a:endParaRPr kumimoji="1" lang="en-US" altLang="zh-CN" sz="3200" b="1"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①基础实现进程间通信（</a:t>
            </a: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IPC</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）机制和信号处理功能</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②补充和完善系统调用接口与相关功能</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a:p>
            <a:pPr algn="just">
              <a:lnSpc>
                <a:spcPct val="130000"/>
              </a:lnSpc>
              <a:spcAft>
                <a:spcPts val="600"/>
              </a:spcAft>
            </a:pPr>
            <a:r>
              <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rPr>
              <a:t>③</a:t>
            </a:r>
            <a:r>
              <a:rPr kumimoji="1" lang="zh-CN" altLang="en-US" sz="2400" dirty="0">
                <a:solidFill>
                  <a:schemeClr val="tx1">
                    <a:lumMod val="75000"/>
                    <a:lumOff val="25000"/>
                  </a:schemeClr>
                </a:solidFill>
                <a:latin typeface="华文中宋" panose="02010600040101010101" pitchFamily="2" charset="-122"/>
                <a:ea typeface="华文中宋" panose="02010600040101010101" pitchFamily="2" charset="-122"/>
              </a:rPr>
              <a:t>构建多等级调试日志，方便问题定位</a:t>
            </a:r>
            <a:endParaRPr kumimoji="1" lang="en-US" altLang="zh-CN" sz="2400" dirty="0">
              <a:solidFill>
                <a:schemeClr val="tx1">
                  <a:lumMod val="75000"/>
                  <a:lumOff val="25000"/>
                </a:schemeClr>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66902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786472-319B-1101-9642-F22FEDF07308}"/>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3.2  </a:t>
            </a:r>
            <a:r>
              <a:rPr lang="zh-CN" altLang="en-US" dirty="0">
                <a:latin typeface="华文中宋" panose="02010600040101010101" pitchFamily="2" charset="-122"/>
                <a:ea typeface="华文中宋" panose="02010600040101010101" pitchFamily="2" charset="-122"/>
              </a:rPr>
              <a:t>经验总结</a:t>
            </a:r>
          </a:p>
        </p:txBody>
      </p:sp>
      <p:sp>
        <p:nvSpPr>
          <p:cNvPr id="4" name="文本框 3">
            <a:extLst>
              <a:ext uri="{FF2B5EF4-FFF2-40B4-BE49-F238E27FC236}">
                <a16:creationId xmlns:a16="http://schemas.microsoft.com/office/drawing/2014/main" id="{67F89635-B491-D233-E06D-407CF3821406}"/>
              </a:ext>
            </a:extLst>
          </p:cNvPr>
          <p:cNvSpPr txBox="1"/>
          <p:nvPr/>
        </p:nvSpPr>
        <p:spPr>
          <a:xfrm>
            <a:off x="213304" y="1193423"/>
            <a:ext cx="6458429" cy="2677656"/>
          </a:xfrm>
          <a:prstGeom prst="rect">
            <a:avLst/>
          </a:prstGeom>
          <a:noFill/>
        </p:spPr>
        <p:txBody>
          <a:bodyPr wrap="square">
            <a:spAutoFit/>
          </a:bodyPr>
          <a:lstStyle/>
          <a:p>
            <a:r>
              <a:rPr lang="en-US" altLang="zh-CN" sz="2400" dirty="0">
                <a:latin typeface="华文中宋" panose="02010600040101010101" pitchFamily="2" charset="-122"/>
                <a:ea typeface="华文中宋" panose="02010600040101010101" pitchFamily="2" charset="-122"/>
              </a:rPr>
              <a:t>1. </a:t>
            </a:r>
            <a:r>
              <a:rPr lang="zh-CN" altLang="en-US" sz="2400" dirty="0">
                <a:latin typeface="华文中宋" panose="02010600040101010101" pitchFamily="2" charset="-122"/>
                <a:ea typeface="华文中宋" panose="02010600040101010101" pitchFamily="2" charset="-122"/>
              </a:rPr>
              <a:t>积累从零开始构建内核的系统化经验，包括：</a:t>
            </a:r>
          </a:p>
          <a:p>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a:t>
            </a:r>
            <a:r>
              <a:rPr lang="zh-CN" altLang="en-US" sz="2400" dirty="0">
                <a:latin typeface="华文中宋" panose="02010600040101010101" pitchFamily="2" charset="-122"/>
                <a:ea typeface="华文中宋" panose="02010600040101010101" pitchFamily="2" charset="-122"/>
              </a:rPr>
              <a:t>完成机器引导；  </a:t>
            </a:r>
          </a:p>
          <a:p>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 </a:t>
            </a:r>
            <a:r>
              <a:rPr lang="zh-CN" altLang="en-US" sz="2400" dirty="0">
                <a:latin typeface="华文中宋" panose="02010600040101010101" pitchFamily="2" charset="-122"/>
                <a:ea typeface="华文中宋" panose="02010600040101010101" pitchFamily="2" charset="-122"/>
              </a:rPr>
              <a:t>初始化串口输出；    </a:t>
            </a:r>
          </a:p>
          <a:p>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 </a:t>
            </a:r>
            <a:r>
              <a:rPr lang="zh-CN" altLang="en-US" sz="2400" dirty="0">
                <a:latin typeface="华文中宋" panose="02010600040101010101" pitchFamily="2" charset="-122"/>
                <a:ea typeface="华文中宋" panose="02010600040101010101" pitchFamily="2" charset="-122"/>
              </a:rPr>
              <a:t>搭建内存布局；    </a:t>
            </a:r>
          </a:p>
          <a:p>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 </a:t>
            </a:r>
            <a:r>
              <a:rPr lang="zh-CN" altLang="en-US" sz="2400" dirty="0">
                <a:latin typeface="华文中宋" panose="02010600040101010101" pitchFamily="2" charset="-122"/>
                <a:ea typeface="华文中宋" panose="02010600040101010101" pitchFamily="2" charset="-122"/>
              </a:rPr>
              <a:t>编写中断处理；    </a:t>
            </a:r>
          </a:p>
          <a:p>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 </a:t>
            </a:r>
            <a:r>
              <a:rPr lang="zh-CN" altLang="en-US" sz="2400" dirty="0">
                <a:latin typeface="华文中宋" panose="02010600040101010101" pitchFamily="2" charset="-122"/>
                <a:ea typeface="华文中宋" panose="02010600040101010101" pitchFamily="2" charset="-122"/>
              </a:rPr>
              <a:t>实现最小可用内核；    </a:t>
            </a:r>
          </a:p>
          <a:p>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 </a:t>
            </a:r>
            <a:r>
              <a:rPr lang="zh-CN" altLang="en-US" sz="2400" dirty="0">
                <a:latin typeface="华文中宋" panose="02010600040101010101" pitchFamily="2" charset="-122"/>
                <a:ea typeface="华文中宋" panose="02010600040101010101" pitchFamily="2" charset="-122"/>
              </a:rPr>
              <a:t>逐步完善核心功能。</a:t>
            </a:r>
          </a:p>
        </p:txBody>
      </p:sp>
      <p:sp>
        <p:nvSpPr>
          <p:cNvPr id="3" name="文本框 2">
            <a:extLst>
              <a:ext uri="{FF2B5EF4-FFF2-40B4-BE49-F238E27FC236}">
                <a16:creationId xmlns:a16="http://schemas.microsoft.com/office/drawing/2014/main" id="{E9E18192-F3F2-2B10-1D1D-021511C7E38A}"/>
              </a:ext>
            </a:extLst>
          </p:cNvPr>
          <p:cNvSpPr txBox="1"/>
          <p:nvPr/>
        </p:nvSpPr>
        <p:spPr>
          <a:xfrm>
            <a:off x="5607869" y="2387418"/>
            <a:ext cx="6458429" cy="1200329"/>
          </a:xfrm>
          <a:prstGeom prst="rect">
            <a:avLst/>
          </a:prstGeom>
          <a:noFill/>
        </p:spPr>
        <p:txBody>
          <a:bodyPr wrap="square">
            <a:spAutoFit/>
          </a:bodyPr>
          <a:lstStyle/>
          <a:p>
            <a:r>
              <a:rPr lang="en-US" altLang="zh-CN" sz="2400" dirty="0">
                <a:latin typeface="华文中宋" panose="02010600040101010101" pitchFamily="2" charset="-122"/>
                <a:ea typeface="华文中宋" panose="02010600040101010101" pitchFamily="2" charset="-122"/>
              </a:rPr>
              <a:t>2. </a:t>
            </a:r>
            <a:r>
              <a:rPr lang="zh-CN" altLang="en-US" sz="2400" dirty="0">
                <a:latin typeface="华文中宋" panose="02010600040101010101" pitchFamily="2" charset="-122"/>
                <a:ea typeface="华文中宋" panose="02010600040101010101" pitchFamily="2" charset="-122"/>
              </a:rPr>
              <a:t>系统调用的实现结合</a:t>
            </a:r>
            <a:r>
              <a:rPr lang="en-US" altLang="zh-CN" sz="2400" dirty="0">
                <a:latin typeface="华文中宋" panose="02010600040101010101" pitchFamily="2" charset="-122"/>
                <a:ea typeface="华文中宋" panose="02010600040101010101" pitchFamily="2" charset="-122"/>
              </a:rPr>
              <a:t>《System Calls Manual》</a:t>
            </a:r>
            <a:r>
              <a:rPr lang="zh-CN" altLang="en-US" sz="2400" dirty="0">
                <a:latin typeface="华文中宋" panose="02010600040101010101" pitchFamily="2" charset="-122"/>
                <a:ea typeface="华文中宋" panose="02010600040101010101" pitchFamily="2" charset="-122"/>
              </a:rPr>
              <a:t>和参考其他优秀项目成果，符合 </a:t>
            </a:r>
            <a:r>
              <a:rPr lang="en-US" altLang="zh-CN" sz="2400" dirty="0">
                <a:latin typeface="华文中宋" panose="02010600040101010101" pitchFamily="2" charset="-122"/>
                <a:ea typeface="华文中宋" panose="02010600040101010101" pitchFamily="2" charset="-122"/>
              </a:rPr>
              <a:t>Linux </a:t>
            </a:r>
            <a:r>
              <a:rPr lang="zh-CN" altLang="en-US" sz="2400" dirty="0">
                <a:latin typeface="华文中宋" panose="02010600040101010101" pitchFamily="2" charset="-122"/>
                <a:ea typeface="华文中宋" panose="02010600040101010101" pitchFamily="2" charset="-122"/>
              </a:rPr>
              <a:t>原生 </a:t>
            </a:r>
            <a:r>
              <a:rPr lang="en-US" altLang="zh-CN" sz="2400" dirty="0">
                <a:latin typeface="华文中宋" panose="02010600040101010101" pitchFamily="2" charset="-122"/>
                <a:ea typeface="华文中宋" panose="02010600040101010101" pitchFamily="2" charset="-122"/>
              </a:rPr>
              <a:t>raw </a:t>
            </a:r>
            <a:r>
              <a:rPr lang="en-US" altLang="zh-CN" sz="2400" dirty="0" err="1">
                <a:latin typeface="华文中宋" panose="02010600040101010101" pitchFamily="2" charset="-122"/>
                <a:ea typeface="华文中宋" panose="02010600040101010101" pitchFamily="2" charset="-122"/>
              </a:rPr>
              <a:t>syscall</a:t>
            </a:r>
            <a:r>
              <a:rPr lang="en-US" altLang="zh-CN" sz="2400" dirty="0">
                <a:latin typeface="华文中宋" panose="02010600040101010101" pitchFamily="2" charset="-122"/>
                <a:ea typeface="华文中宋" panose="02010600040101010101" pitchFamily="2" charset="-122"/>
              </a:rPr>
              <a:t> </a:t>
            </a:r>
            <a:r>
              <a:rPr lang="zh-CN" altLang="en-US" sz="2400" dirty="0">
                <a:latin typeface="华文中宋" panose="02010600040101010101" pitchFamily="2" charset="-122"/>
                <a:ea typeface="华文中宋" panose="02010600040101010101" pitchFamily="2" charset="-122"/>
              </a:rPr>
              <a:t>规范。</a:t>
            </a:r>
          </a:p>
        </p:txBody>
      </p:sp>
      <p:sp>
        <p:nvSpPr>
          <p:cNvPr id="7" name="文本框 6">
            <a:extLst>
              <a:ext uri="{FF2B5EF4-FFF2-40B4-BE49-F238E27FC236}">
                <a16:creationId xmlns:a16="http://schemas.microsoft.com/office/drawing/2014/main" id="{C70DD5BA-5AEE-C581-CABA-B770551C35E5}"/>
              </a:ext>
            </a:extLst>
          </p:cNvPr>
          <p:cNvSpPr txBox="1"/>
          <p:nvPr/>
        </p:nvSpPr>
        <p:spPr>
          <a:xfrm>
            <a:off x="3111502" y="4437009"/>
            <a:ext cx="6100232" cy="1938992"/>
          </a:xfrm>
          <a:prstGeom prst="rect">
            <a:avLst/>
          </a:prstGeom>
          <a:noFill/>
        </p:spPr>
        <p:txBody>
          <a:bodyPr wrap="square">
            <a:spAutoFit/>
          </a:bodyPr>
          <a:lstStyle/>
          <a:p>
            <a:r>
              <a:rPr lang="zh-CN" altLang="en-US" sz="2400" dirty="0">
                <a:latin typeface="华文中宋" panose="02010600040101010101" pitchFamily="2" charset="-122"/>
                <a:ea typeface="华文中宋" panose="02010600040101010101" pitchFamily="2" charset="-122"/>
              </a:rPr>
              <a:t>3. 不断积累调试经验，包括：</a:t>
            </a:r>
          </a:p>
          <a:p>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a:t>
            </a:r>
            <a:r>
              <a:rPr lang="zh-CN" altLang="en-US" sz="2400" dirty="0">
                <a:latin typeface="华文中宋" panose="02010600040101010101" pitchFamily="2" charset="-122"/>
                <a:ea typeface="华文中宋" panose="02010600040101010101" pitchFamily="2" charset="-122"/>
              </a:rPr>
              <a:t> 用户态程序的单步调试；</a:t>
            </a:r>
          </a:p>
          <a:p>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a:t>
            </a:r>
            <a:r>
              <a:rPr lang="zh-CN" altLang="en-US" sz="2400" dirty="0">
                <a:latin typeface="华文中宋" panose="02010600040101010101" pitchFamily="2" charset="-122"/>
                <a:ea typeface="华文中宋" panose="02010600040101010101" pitchFamily="2" charset="-122"/>
              </a:rPr>
              <a:t> 利用 GDB 跟踪调用栈；    </a:t>
            </a:r>
          </a:p>
          <a:p>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a:t>
            </a:r>
            <a:r>
              <a:rPr lang="zh-CN" altLang="en-US" sz="2400" dirty="0">
                <a:latin typeface="华文中宋" panose="02010600040101010101" pitchFamily="2" charset="-122"/>
                <a:ea typeface="华文中宋" panose="02010600040101010101" pitchFamily="2" charset="-122"/>
              </a:rPr>
              <a:t> 精准定位出错变量；    </a:t>
            </a:r>
          </a:p>
          <a:p>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a:t>
            </a:r>
            <a:r>
              <a:rPr lang="zh-CN" altLang="en-US" sz="2400" dirty="0">
                <a:latin typeface="华文中宋" panose="02010600040101010101" pitchFamily="2" charset="-122"/>
                <a:ea typeface="华文中宋" panose="02010600040101010101" pitchFamily="2" charset="-122"/>
              </a:rPr>
              <a:t> 依靠完善的日志获取运行关键信息</a:t>
            </a:r>
            <a:r>
              <a:rPr lang="zh-CN" altLang="en-US" dirty="0">
                <a:latin typeface="华文中宋" panose="02010600040101010101" pitchFamily="2" charset="-122"/>
                <a:ea typeface="华文中宋" panose="02010600040101010101" pitchFamily="2" charset="-122"/>
              </a:rPr>
              <a:t>。</a:t>
            </a:r>
          </a:p>
        </p:txBody>
      </p:sp>
    </p:spTree>
    <p:extLst>
      <p:ext uri="{BB962C8B-B14F-4D97-AF65-F5344CB8AC3E}">
        <p14:creationId xmlns:p14="http://schemas.microsoft.com/office/powerpoint/2010/main" val="24389197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646D7-FB57-90D3-21D7-EA8C11AB883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4A261ED-C1E5-B048-8C38-F3ECA2361A74}"/>
              </a:ext>
            </a:extLst>
          </p:cNvPr>
          <p:cNvSpPr>
            <a:spLocks noGrp="1"/>
          </p:cNvSpPr>
          <p:nvPr>
            <p:ph type="title"/>
          </p:nvPr>
        </p:nvSpPr>
        <p:spPr/>
        <p:txBody>
          <a:bodyPr/>
          <a:lstStyle/>
          <a:p>
            <a:r>
              <a:rPr lang="en-US" altLang="zh-CN" dirty="0">
                <a:latin typeface="华文中宋" panose="02010600040101010101" pitchFamily="2" charset="-122"/>
                <a:ea typeface="华文中宋" panose="02010600040101010101" pitchFamily="2" charset="-122"/>
              </a:rPr>
              <a:t>3.3    </a:t>
            </a:r>
            <a:r>
              <a:rPr lang="zh-CN" altLang="en-US" dirty="0">
                <a:latin typeface="华文中宋" panose="02010600040101010101" pitchFamily="2" charset="-122"/>
                <a:ea typeface="华文中宋" panose="02010600040101010101" pitchFamily="2" charset="-122"/>
              </a:rPr>
              <a:t>未来计划</a:t>
            </a:r>
          </a:p>
        </p:txBody>
      </p:sp>
      <p:sp>
        <p:nvSpPr>
          <p:cNvPr id="6" name="文本框 5">
            <a:extLst>
              <a:ext uri="{FF2B5EF4-FFF2-40B4-BE49-F238E27FC236}">
                <a16:creationId xmlns:a16="http://schemas.microsoft.com/office/drawing/2014/main" id="{C2C4712C-8FEA-C593-6C4A-4BA2F3A3C206}"/>
              </a:ext>
            </a:extLst>
          </p:cNvPr>
          <p:cNvSpPr txBox="1"/>
          <p:nvPr/>
        </p:nvSpPr>
        <p:spPr>
          <a:xfrm>
            <a:off x="149750" y="1778145"/>
            <a:ext cx="11771317" cy="3349974"/>
          </a:xfrm>
          <a:prstGeom prst="rect">
            <a:avLst/>
          </a:prstGeom>
          <a:noFill/>
        </p:spPr>
        <p:txBody>
          <a:bodyPr wrap="square" lIns="180000" tIns="180000" rIns="180000" bIns="180000" rtlCol="0">
            <a:spAutoFit/>
          </a:bodyPr>
          <a:lstStyle/>
          <a:p>
            <a:pPr algn="just">
              <a:lnSpc>
                <a:spcPct val="130000"/>
              </a:lnSpc>
              <a:spcAft>
                <a:spcPts val="600"/>
              </a:spcAft>
            </a:pPr>
            <a:r>
              <a:rPr kumimoji="1" lang="en-US" altLang="zh-CN" sz="2800" dirty="0">
                <a:solidFill>
                  <a:schemeClr val="tx1">
                    <a:lumMod val="75000"/>
                    <a:lumOff val="25000"/>
                  </a:schemeClr>
                </a:solidFill>
                <a:latin typeface="+mn-ea"/>
              </a:rPr>
              <a:t>1</a:t>
            </a:r>
            <a:r>
              <a:rPr kumimoji="1" lang="zh-CN" altLang="en-US" sz="2800" dirty="0">
                <a:solidFill>
                  <a:schemeClr val="tx1">
                    <a:lumMod val="75000"/>
                    <a:lumOff val="25000"/>
                  </a:schemeClr>
                </a:solidFill>
                <a:latin typeface="+mn-ea"/>
              </a:rPr>
              <a:t>、优化内存布局，进一步提升内存空间利用率。</a:t>
            </a:r>
            <a:endParaRPr kumimoji="1" lang="en-US" altLang="zh-CN" sz="2800" dirty="0">
              <a:solidFill>
                <a:schemeClr val="tx1">
                  <a:lumMod val="75000"/>
                  <a:lumOff val="25000"/>
                </a:schemeClr>
              </a:solidFill>
              <a:latin typeface="+mn-ea"/>
            </a:endParaRPr>
          </a:p>
          <a:p>
            <a:pPr algn="just">
              <a:lnSpc>
                <a:spcPct val="130000"/>
              </a:lnSpc>
              <a:spcAft>
                <a:spcPts val="600"/>
              </a:spcAft>
            </a:pPr>
            <a:r>
              <a:rPr kumimoji="1" lang="en-US" altLang="zh-CN" sz="2800" dirty="0">
                <a:solidFill>
                  <a:schemeClr val="tx1">
                    <a:lumMod val="75000"/>
                    <a:lumOff val="25000"/>
                  </a:schemeClr>
                </a:solidFill>
                <a:latin typeface="+mn-ea"/>
              </a:rPr>
              <a:t>2</a:t>
            </a:r>
            <a:r>
              <a:rPr kumimoji="1" lang="zh-CN" altLang="en-US" sz="2800" dirty="0">
                <a:solidFill>
                  <a:schemeClr val="tx1">
                    <a:lumMod val="75000"/>
                    <a:lumOff val="25000"/>
                  </a:schemeClr>
                </a:solidFill>
                <a:latin typeface="+mn-ea"/>
              </a:rPr>
              <a:t>、根据决赛可能提供的硬件平台，适配并完善必要的驱动程序。</a:t>
            </a:r>
            <a:endParaRPr kumimoji="1" lang="en-US" altLang="zh-CN" sz="2800" dirty="0">
              <a:solidFill>
                <a:schemeClr val="tx1">
                  <a:lumMod val="75000"/>
                  <a:lumOff val="25000"/>
                </a:schemeClr>
              </a:solidFill>
              <a:latin typeface="+mn-ea"/>
            </a:endParaRPr>
          </a:p>
          <a:p>
            <a:pPr algn="just">
              <a:lnSpc>
                <a:spcPct val="130000"/>
              </a:lnSpc>
              <a:spcAft>
                <a:spcPts val="600"/>
              </a:spcAft>
            </a:pPr>
            <a:r>
              <a:rPr kumimoji="1" lang="en-US" altLang="zh-CN" sz="2800" dirty="0">
                <a:solidFill>
                  <a:schemeClr val="tx1">
                    <a:lumMod val="75000"/>
                    <a:lumOff val="25000"/>
                  </a:schemeClr>
                </a:solidFill>
                <a:latin typeface="+mn-ea"/>
              </a:rPr>
              <a:t>3</a:t>
            </a:r>
            <a:r>
              <a:rPr kumimoji="1" lang="zh-CN" altLang="en-US" sz="2800" dirty="0">
                <a:solidFill>
                  <a:schemeClr val="tx1">
                    <a:lumMod val="75000"/>
                    <a:lumOff val="25000"/>
                  </a:schemeClr>
                </a:solidFill>
                <a:latin typeface="+mn-ea"/>
              </a:rPr>
              <a:t>、针对 </a:t>
            </a:r>
            <a:r>
              <a:rPr kumimoji="1" lang="en-US" altLang="zh-CN" sz="2800" dirty="0">
                <a:solidFill>
                  <a:schemeClr val="tx1">
                    <a:lumMod val="75000"/>
                    <a:lumOff val="25000"/>
                  </a:schemeClr>
                </a:solidFill>
                <a:latin typeface="+mn-ea"/>
              </a:rPr>
              <a:t>Linux Test Project</a:t>
            </a:r>
            <a:r>
              <a:rPr kumimoji="1" lang="zh-CN" altLang="en-US" sz="2800" dirty="0">
                <a:solidFill>
                  <a:schemeClr val="tx1">
                    <a:lumMod val="75000"/>
                    <a:lumOff val="25000"/>
                  </a:schemeClr>
                </a:solidFill>
                <a:latin typeface="+mn-ea"/>
              </a:rPr>
              <a:t>（</a:t>
            </a:r>
            <a:r>
              <a:rPr kumimoji="1" lang="en-US" altLang="zh-CN" sz="2800" dirty="0">
                <a:solidFill>
                  <a:schemeClr val="tx1">
                    <a:lumMod val="75000"/>
                    <a:lumOff val="25000"/>
                  </a:schemeClr>
                </a:solidFill>
                <a:latin typeface="+mn-ea"/>
              </a:rPr>
              <a:t>LTP</a:t>
            </a:r>
            <a:r>
              <a:rPr kumimoji="1" lang="zh-CN" altLang="en-US" sz="2800" dirty="0">
                <a:solidFill>
                  <a:schemeClr val="tx1">
                    <a:lumMod val="75000"/>
                    <a:lumOff val="25000"/>
                  </a:schemeClr>
                </a:solidFill>
                <a:latin typeface="+mn-ea"/>
              </a:rPr>
              <a:t>）压力测试结果，改进内核结构以提升稳定性和兼容性。</a:t>
            </a:r>
            <a:endParaRPr kumimoji="1" lang="en-US" altLang="zh-CN" sz="2800" dirty="0">
              <a:solidFill>
                <a:schemeClr val="tx1">
                  <a:lumMod val="75000"/>
                  <a:lumOff val="25000"/>
                </a:schemeClr>
              </a:solidFill>
              <a:latin typeface="+mn-ea"/>
            </a:endParaRPr>
          </a:p>
          <a:p>
            <a:pPr algn="just">
              <a:lnSpc>
                <a:spcPct val="130000"/>
              </a:lnSpc>
              <a:spcAft>
                <a:spcPts val="600"/>
              </a:spcAft>
            </a:pPr>
            <a:r>
              <a:rPr kumimoji="1" lang="en-US" altLang="zh-CN" sz="2800" dirty="0">
                <a:solidFill>
                  <a:schemeClr val="tx1">
                    <a:lumMod val="75000"/>
                    <a:lumOff val="25000"/>
                  </a:schemeClr>
                </a:solidFill>
                <a:latin typeface="+mn-ea"/>
              </a:rPr>
              <a:t>4. </a:t>
            </a:r>
            <a:r>
              <a:rPr kumimoji="1" lang="zh-CN" altLang="en-US" sz="2800" dirty="0">
                <a:solidFill>
                  <a:schemeClr val="tx1">
                    <a:lumMod val="75000"/>
                    <a:lumOff val="25000"/>
                  </a:schemeClr>
                </a:solidFill>
                <a:latin typeface="+mn-ea"/>
              </a:rPr>
              <a:t>实现完善的网络协议栈，通过决赛测例验证网络功能。</a:t>
            </a:r>
            <a:endParaRPr kumimoji="1" lang="en-US" altLang="zh-CN" sz="2800" dirty="0">
              <a:solidFill>
                <a:schemeClr val="tx1">
                  <a:lumMod val="75000"/>
                  <a:lumOff val="25000"/>
                </a:schemeClr>
              </a:solidFill>
              <a:latin typeface="+mn-ea"/>
            </a:endParaRPr>
          </a:p>
        </p:txBody>
      </p:sp>
    </p:spTree>
    <p:extLst>
      <p:ext uri="{BB962C8B-B14F-4D97-AF65-F5344CB8AC3E}">
        <p14:creationId xmlns:p14="http://schemas.microsoft.com/office/powerpoint/2010/main" val="185707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descr="建筑外的招牌&#10;&#10;中度可信度描述已自动生成">
            <a:extLst>
              <a:ext uri="{FF2B5EF4-FFF2-40B4-BE49-F238E27FC236}">
                <a16:creationId xmlns:a16="http://schemas.microsoft.com/office/drawing/2014/main" id="{D6B63863-114A-B812-877F-534A4C5F5C79}"/>
              </a:ext>
            </a:extLst>
          </p:cNvPr>
          <p:cNvPicPr>
            <a:picLocks noChangeAspect="1"/>
          </p:cNvPicPr>
          <p:nvPr/>
        </p:nvPicPr>
        <p:blipFill rotWithShape="1">
          <a:blip r:embed="rId2">
            <a:extLst>
              <a:ext uri="{28A0092B-C50C-407E-A947-70E740481C1C}">
                <a14:useLocalDpi xmlns:a14="http://schemas.microsoft.com/office/drawing/2010/main" val="0"/>
              </a:ext>
            </a:extLst>
          </a:blip>
          <a:srcRect b="15703"/>
          <a:stretch/>
        </p:blipFill>
        <p:spPr>
          <a:xfrm>
            <a:off x="1270" y="3724"/>
            <a:ext cx="12190730" cy="6854276"/>
          </a:xfrm>
          <a:prstGeom prst="rect">
            <a:avLst/>
          </a:prstGeom>
        </p:spPr>
      </p:pic>
      <p:sp>
        <p:nvSpPr>
          <p:cNvPr id="13" name="矩形 12">
            <a:extLst>
              <a:ext uri="{FF2B5EF4-FFF2-40B4-BE49-F238E27FC236}">
                <a16:creationId xmlns:a16="http://schemas.microsoft.com/office/drawing/2014/main" id="{6B7043DB-BFA5-97EE-3783-4BC6E44D7E19}"/>
              </a:ext>
            </a:extLst>
          </p:cNvPr>
          <p:cNvSpPr/>
          <p:nvPr/>
        </p:nvSpPr>
        <p:spPr>
          <a:xfrm>
            <a:off x="0" y="-3724"/>
            <a:ext cx="12192000" cy="6858000"/>
          </a:xfrm>
          <a:prstGeom prst="rect">
            <a:avLst/>
          </a:prstGeom>
          <a:gradFill>
            <a:gsLst>
              <a:gs pos="50000">
                <a:srgbClr val="FFFFFF">
                  <a:alpha val="90000"/>
                </a:srgbClr>
              </a:gs>
              <a:gs pos="100000">
                <a:schemeClr val="bg1">
                  <a:alpha val="0"/>
                </a:schemeClr>
              </a:gs>
              <a:gs pos="0">
                <a:schemeClr val="bg1">
                  <a:alpha val="9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p>
            <a:pPr algn="l">
              <a:lnSpc>
                <a:spcPct val="130000"/>
              </a:lnSpc>
            </a:pPr>
            <a:endParaRPr kumimoji="1" lang="zh-CN" altLang="en-US" sz="2000" dirty="0">
              <a:solidFill>
                <a:schemeClr val="tx1">
                  <a:lumMod val="75000"/>
                  <a:lumOff val="25000"/>
                </a:schemeClr>
              </a:solidFill>
            </a:endParaRPr>
          </a:p>
        </p:txBody>
      </p:sp>
      <p:sp>
        <p:nvSpPr>
          <p:cNvPr id="6" name="文本框 5">
            <a:extLst>
              <a:ext uri="{FF2B5EF4-FFF2-40B4-BE49-F238E27FC236}">
                <a16:creationId xmlns:a16="http://schemas.microsoft.com/office/drawing/2014/main" id="{BE1D5BEB-6E35-C158-4C18-72BDFE2B9D90}"/>
              </a:ext>
            </a:extLst>
          </p:cNvPr>
          <p:cNvSpPr txBox="1"/>
          <p:nvPr/>
        </p:nvSpPr>
        <p:spPr>
          <a:xfrm>
            <a:off x="4566429" y="2730107"/>
            <a:ext cx="3647152" cy="923330"/>
          </a:xfrm>
          <a:prstGeom prst="rect">
            <a:avLst/>
          </a:prstGeom>
          <a:noFill/>
        </p:spPr>
        <p:txBody>
          <a:bodyPr wrap="none" rtlCol="0">
            <a:spAutoFit/>
          </a:bodyPr>
          <a:lstStyle/>
          <a:p>
            <a:pPr algn="l"/>
            <a:r>
              <a:rPr lang="zh-CN" altLang="en-US" sz="5400" dirty="0">
                <a:solidFill>
                  <a:schemeClr val="accent1"/>
                </a:solidFill>
                <a:latin typeface="Sitka Small Semibold" pitchFamily="2" charset="0"/>
                <a:ea typeface="方正小标宋简体" panose="03000509000000000000" pitchFamily="65" charset="-122"/>
                <a:cs typeface="思源黑体 CN Heavy" panose="020B0A00000000000000" charset="-122"/>
              </a:rPr>
              <a:t>感谢聆听！</a:t>
            </a:r>
            <a:endParaRPr lang="en-US" altLang="zh-CN" sz="5400" dirty="0">
              <a:solidFill>
                <a:schemeClr val="accent1"/>
              </a:solidFill>
              <a:latin typeface="Sitka Small Semibold" pitchFamily="2" charset="0"/>
              <a:ea typeface="方正小标宋简体" panose="03000509000000000000" pitchFamily="65" charset="-122"/>
              <a:cs typeface="思源黑体 CN Heavy" panose="020B0A00000000000000" charset="-122"/>
            </a:endParaRPr>
          </a:p>
        </p:txBody>
      </p:sp>
      <p:sp>
        <p:nvSpPr>
          <p:cNvPr id="3" name="文本框 2">
            <a:extLst>
              <a:ext uri="{FF2B5EF4-FFF2-40B4-BE49-F238E27FC236}">
                <a16:creationId xmlns:a16="http://schemas.microsoft.com/office/drawing/2014/main" id="{D73188B8-5873-3EDF-7867-11AB8175CDB2}"/>
              </a:ext>
            </a:extLst>
          </p:cNvPr>
          <p:cNvSpPr txBox="1"/>
          <p:nvPr/>
        </p:nvSpPr>
        <p:spPr>
          <a:xfrm>
            <a:off x="4755818" y="5299186"/>
            <a:ext cx="2680363" cy="796455"/>
          </a:xfrm>
          <a:prstGeom prst="rect">
            <a:avLst/>
          </a:prstGeom>
          <a:noFill/>
        </p:spPr>
        <p:txBody>
          <a:bodyPr wrap="square" lIns="180000" tIns="180000" rIns="180000" bIns="180000" rtlCol="0">
            <a:spAutoFit/>
          </a:bodyPr>
          <a:lstStyle/>
          <a:p>
            <a:pPr algn="just">
              <a:lnSpc>
                <a:spcPct val="130000"/>
              </a:lnSpc>
              <a:spcAft>
                <a:spcPts val="600"/>
              </a:spcAft>
            </a:pPr>
            <a:r>
              <a:rPr kumimoji="1" lang="zh-CN" altLang="en-US" sz="2400" dirty="0">
                <a:solidFill>
                  <a:schemeClr val="tx1">
                    <a:lumMod val="95000"/>
                    <a:lumOff val="5000"/>
                  </a:schemeClr>
                </a:solidFill>
                <a:latin typeface="Sitka Small Semibold" pitchFamily="2" charset="0"/>
              </a:rPr>
              <a:t>欢迎交流、指正</a:t>
            </a:r>
          </a:p>
        </p:txBody>
      </p:sp>
    </p:spTree>
    <p:extLst>
      <p:ext uri="{BB962C8B-B14F-4D97-AF65-F5344CB8AC3E}">
        <p14:creationId xmlns:p14="http://schemas.microsoft.com/office/powerpoint/2010/main" val="1234134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ags/tag2.xml><?xml version="1.0" encoding="utf-8"?>
<p:tagLst xmlns:a="http://schemas.openxmlformats.org/drawingml/2006/main" xmlns:r="http://schemas.openxmlformats.org/officeDocument/2006/relationships" xmlns:p="http://schemas.openxmlformats.org/presentationml/2006/main">
  <p:tag name="MD-PA" val="v1.0.0"/>
</p:tagLst>
</file>

<file path=ppt/tags/tag3.xml><?xml version="1.0" encoding="utf-8"?>
<p:tagLst xmlns:a="http://schemas.openxmlformats.org/drawingml/2006/main" xmlns:r="http://schemas.openxmlformats.org/officeDocument/2006/relationships" xmlns:p="http://schemas.openxmlformats.org/presentationml/2006/main">
  <p:tag name="MD-PA" val="v1.0.0"/>
</p:tagLst>
</file>

<file path=ppt/tags/tag4.xml><?xml version="1.0" encoding="utf-8"?>
<p:tagLst xmlns:a="http://schemas.openxmlformats.org/drawingml/2006/main" xmlns:r="http://schemas.openxmlformats.org/officeDocument/2006/relationships" xmlns:p="http://schemas.openxmlformats.org/presentationml/2006/main">
  <p:tag name="MD-PA" val="v1.0.0"/>
</p:tagLst>
</file>

<file path=ppt/tags/tag5.xml><?xml version="1.0" encoding="utf-8"?>
<p:tagLst xmlns:a="http://schemas.openxmlformats.org/drawingml/2006/main" xmlns:r="http://schemas.openxmlformats.org/officeDocument/2006/relationships" xmlns:p="http://schemas.openxmlformats.org/presentationml/2006/main">
  <p:tag name="MD-PA" val="v1.0.0"/>
</p:tagLst>
</file>

<file path=ppt/tags/tag6.xml><?xml version="1.0" encoding="utf-8"?>
<p:tagLst xmlns:a="http://schemas.openxmlformats.org/drawingml/2006/main" xmlns:r="http://schemas.openxmlformats.org/officeDocument/2006/relationships" xmlns:p="http://schemas.openxmlformats.org/presentationml/2006/main">
  <p:tag name="MD-PA" val="v1.0.0"/>
</p:tagLst>
</file>

<file path=ppt/tags/tag7.xml><?xml version="1.0" encoding="utf-8"?>
<p:tagLst xmlns:a="http://schemas.openxmlformats.org/drawingml/2006/main" xmlns:r="http://schemas.openxmlformats.org/officeDocument/2006/relationships" xmlns:p="http://schemas.openxmlformats.org/presentationml/2006/main">
  <p:tag name="MD-PA" val="v1.0.0"/>
</p:tagLst>
</file>

<file path=ppt/tags/tag8.xml><?xml version="1.0" encoding="utf-8"?>
<p:tagLst xmlns:a="http://schemas.openxmlformats.org/drawingml/2006/main" xmlns:r="http://schemas.openxmlformats.org/officeDocument/2006/relationships" xmlns:p="http://schemas.openxmlformats.org/presentationml/2006/main">
  <p:tag name="MD-PA" val="v1.0.0"/>
</p:tagLst>
</file>

<file path=ppt/tags/tag9.xml><?xml version="1.0" encoding="utf-8"?>
<p:tagLst xmlns:a="http://schemas.openxmlformats.org/drawingml/2006/main" xmlns:r="http://schemas.openxmlformats.org/officeDocument/2006/relationships" xmlns:p="http://schemas.openxmlformats.org/presentationml/2006/main">
  <p:tag name="MD-PA" val="v1.0.0"/>
</p:tagLst>
</file>

<file path=ppt/tags/tag10.xml><?xml version="1.0" encoding="utf-8"?>
<p:tagLst xmlns:a="http://schemas.openxmlformats.org/drawingml/2006/main" xmlns:r="http://schemas.openxmlformats.org/officeDocument/2006/relationships" xmlns:p="http://schemas.openxmlformats.org/presentationml/2006/main">
  <p:tag name="MD-PA" val="v1.0.0"/>
</p:tagLst>
</file>

<file path=ppt/tags/tag11.xml><?xml version="1.0" encoding="utf-8"?>
<p:tagLst xmlns:a="http://schemas.openxmlformats.org/drawingml/2006/main" xmlns:r="http://schemas.openxmlformats.org/officeDocument/2006/relationships" xmlns:p="http://schemas.openxmlformats.org/presentationml/2006/main">
  <p:tag name="MD-PA" val="v1.0.0"/>
</p:tagLst>
</file>

<file path=ppt/tags/tag12.xml><?xml version="1.0" encoding="utf-8"?>
<p:tagLst xmlns:a="http://schemas.openxmlformats.org/drawingml/2006/main" xmlns:r="http://schemas.openxmlformats.org/officeDocument/2006/relationships" xmlns:p="http://schemas.openxmlformats.org/presentationml/2006/main">
  <p:tag name="MD-PA" val="v1.0.0"/>
</p:tagLst>
</file>

<file path=ppt/theme/theme1.xml><?xml version="1.0" encoding="utf-8"?>
<a:theme xmlns:a="http://schemas.openxmlformats.org/drawingml/2006/main" name="Office 主题​​">
  <a:themeElements>
    <a:clrScheme name="自定义 91">
      <a:dk1>
        <a:srgbClr val="000000"/>
      </a:dk1>
      <a:lt1>
        <a:srgbClr val="FFFFFF"/>
      </a:lt1>
      <a:dk2>
        <a:srgbClr val="768395"/>
      </a:dk2>
      <a:lt2>
        <a:srgbClr val="F0F0F0"/>
      </a:lt2>
      <a:accent1>
        <a:srgbClr val="074996"/>
      </a:accent1>
      <a:accent2>
        <a:srgbClr val="013785"/>
      </a:accent2>
      <a:accent3>
        <a:srgbClr val="FC5960"/>
      </a:accent3>
      <a:accent4>
        <a:srgbClr val="0D86D9"/>
      </a:accent4>
      <a:accent5>
        <a:srgbClr val="1E7CB1"/>
      </a:accent5>
      <a:accent6>
        <a:srgbClr val="93CCEB"/>
      </a:accent6>
      <a:hlink>
        <a:srgbClr val="4472C4"/>
      </a:hlink>
      <a:folHlink>
        <a:srgbClr val="BFBFBF"/>
      </a:folHlink>
    </a:clrScheme>
    <a:fontScheme name="自定义 22">
      <a:majorFont>
        <a:latin typeface="Arial"/>
        <a:ea typeface="微软雅黑"/>
        <a:cs typeface=""/>
      </a:majorFont>
      <a:minorFont>
        <a:latin typeface="Arial"/>
        <a:ea typeface="华文中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ot="0" spcFirstLastPara="0" vertOverflow="overflow" horzOverflow="overflow" vert="horz" wrap="square" lIns="180000" tIns="180000" rIns="180000" bIns="180000" numCol="1" spcCol="0" rtlCol="0" fromWordArt="0" anchor="t" anchorCtr="0" forceAA="0" compatLnSpc="1">
        <a:prstTxWarp prst="textNoShape">
          <a:avLst/>
        </a:prstTxWarp>
        <a:normAutofit/>
      </a:bodyPr>
      <a:lstStyle>
        <a:defPPr algn="l">
          <a:lnSpc>
            <a:spcPct val="130000"/>
          </a:lnSpc>
          <a:defRPr kumimoji="1" sz="2000" dirty="0">
            <a:solidFill>
              <a:schemeClr val="tx1">
                <a:lumMod val="75000"/>
                <a:lumOff val="25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180000" tIns="180000" rIns="180000" bIns="180000" rtlCol="0">
        <a:spAutoFit/>
      </a:bodyPr>
      <a:lstStyle>
        <a:defPPr algn="just">
          <a:lnSpc>
            <a:spcPct val="130000"/>
          </a:lnSpc>
          <a:spcAft>
            <a:spcPts val="600"/>
          </a:spcAft>
          <a:defRPr kumimoji="1" dirty="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91">
      <a:dk1>
        <a:srgbClr val="000000"/>
      </a:dk1>
      <a:lt1>
        <a:srgbClr val="FFFFFF"/>
      </a:lt1>
      <a:dk2>
        <a:srgbClr val="768395"/>
      </a:dk2>
      <a:lt2>
        <a:srgbClr val="F0F0F0"/>
      </a:lt2>
      <a:accent1>
        <a:srgbClr val="074996"/>
      </a:accent1>
      <a:accent2>
        <a:srgbClr val="013785"/>
      </a:accent2>
      <a:accent3>
        <a:srgbClr val="FC5960"/>
      </a:accent3>
      <a:accent4>
        <a:srgbClr val="0D86D9"/>
      </a:accent4>
      <a:accent5>
        <a:srgbClr val="1E7CB1"/>
      </a:accent5>
      <a:accent6>
        <a:srgbClr val="93CCEB"/>
      </a:accent6>
      <a:hlink>
        <a:srgbClr val="4472C4"/>
      </a:hlink>
      <a:folHlink>
        <a:srgbClr val="BFBFBF"/>
      </a:folHlink>
    </a:clrScheme>
    <a:fontScheme name="自定义 22">
      <a:majorFont>
        <a:latin typeface="Arial"/>
        <a:ea typeface="微软雅黑"/>
        <a:cs typeface=""/>
      </a:majorFont>
      <a:minorFont>
        <a:latin typeface="Arial"/>
        <a:ea typeface="华文中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ot="0" spcFirstLastPara="0" vertOverflow="overflow" horzOverflow="overflow" vert="horz" wrap="square" lIns="180000" tIns="180000" rIns="180000" bIns="180000" numCol="1" spcCol="0" rtlCol="0" fromWordArt="0" anchor="t" anchorCtr="0" forceAA="0" compatLnSpc="1">
        <a:normAutofit/>
      </a:bodyPr>
      <a:lstStyle>
        <a:defPPr algn="l">
          <a:lnSpc>
            <a:spcPct val="130000"/>
          </a:lnSpc>
          <a:defRPr kumimoji="1" sz="2000" dirty="0">
            <a:solidFill>
              <a:schemeClr val="tx1">
                <a:lumMod val="75000"/>
                <a:lumOff val="25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180000" tIns="180000" rIns="180000" bIns="180000" rtlCol="0">
        <a:spAutoFit/>
      </a:bodyPr>
      <a:lstStyle>
        <a:defPPr algn="just">
          <a:lnSpc>
            <a:spcPct val="130000"/>
          </a:lnSpc>
          <a:spcAft>
            <a:spcPts val="600"/>
          </a:spcAft>
          <a:defRPr kumimoji="1" dirty="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6292</TotalTime>
  <Words>2910</Words>
  <Application>Microsoft Office PowerPoint</Application>
  <PresentationFormat>宽屏</PresentationFormat>
  <Paragraphs>255</Paragraphs>
  <Slides>37</Slides>
  <Notes>19</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37</vt:i4>
      </vt:variant>
    </vt:vector>
  </HeadingPairs>
  <TitlesOfParts>
    <vt:vector size="47" baseType="lpstr">
      <vt:lpstr>华文中宋</vt:lpstr>
      <vt:lpstr>Arial</vt:lpstr>
      <vt:lpstr>Impact</vt:lpstr>
      <vt:lpstr>方正小标宋简体</vt:lpstr>
      <vt:lpstr>Calibri</vt:lpstr>
      <vt:lpstr>Sitka Small Semibold</vt:lpstr>
      <vt:lpstr>Wingdings</vt:lpstr>
      <vt:lpstr>等线</vt:lpstr>
      <vt:lpstr>Office 主题​​</vt:lpstr>
      <vt:lpstr>1_Office 主题​​</vt:lpstr>
      <vt:lpstr>PowerPoint 演示文稿</vt:lpstr>
      <vt:lpstr>PowerPoint 演示文稿</vt:lpstr>
      <vt:lpstr>PowerPoint 演示文稿</vt:lpstr>
      <vt:lpstr>PowerPoint 演示文稿</vt:lpstr>
      <vt:lpstr>PowerPoint 演示文稿</vt:lpstr>
      <vt:lpstr>整体架构</vt:lpstr>
      <vt:lpstr>PowerPoint 演示文稿</vt:lpstr>
      <vt:lpstr>2.1  机器启动</vt:lpstr>
      <vt:lpstr>2.1  总体逻辑路线 </vt:lpstr>
      <vt:lpstr>2.2  中断管理器</vt:lpstr>
      <vt:lpstr>2.3 内存管理——地址空间</vt:lpstr>
      <vt:lpstr>2.3 内存管理——物理内存管理器</vt:lpstr>
      <vt:lpstr>2.3 内存管理——堆内存管理器</vt:lpstr>
      <vt:lpstr>2.3 内存管理——堆内存管理器</vt:lpstr>
      <vt:lpstr>2.3 内存管理——虚拟内存管理器</vt:lpstr>
      <vt:lpstr>2.3 内存管理——缺页处理</vt:lpstr>
      <vt:lpstr>2.4  进程管理——进程控制块</vt:lpstr>
      <vt:lpstr>2.4  进程管理——进程状态</vt:lpstr>
      <vt:lpstr>2.4 进程管理——进程调度</vt:lpstr>
      <vt:lpstr>2.4 进程管理——上下文切换</vt:lpstr>
      <vt:lpstr>2.4进程管理——进程操作</vt:lpstr>
      <vt:lpstr>2.4进程管理——系统调用</vt:lpstr>
      <vt:lpstr>2.5  文件系统——虚拟文件系统 </vt:lpstr>
      <vt:lpstr>2.5  文件系统———虚拟文件架构 </vt:lpstr>
      <vt:lpstr>2.5  文件系统——磁盘缓冲 </vt:lpstr>
      <vt:lpstr>2.5  文件系统——SuperBlock </vt:lpstr>
      <vt:lpstr>2.5  文件系统——Inode </vt:lpstr>
      <vt:lpstr>2.5  文件系统——Dentry缓冲 </vt:lpstr>
      <vt:lpstr>2.5  支持的文件系统 </vt:lpstr>
      <vt:lpstr>2.6  进程间通信——信号机制 </vt:lpstr>
      <vt:lpstr>2.6  进程间通信——信号处理函数 </vt:lpstr>
      <vt:lpstr>2.6  进程间通信——信号上下文保存与恢复 </vt:lpstr>
      <vt:lpstr>PowerPoint 演示文稿</vt:lpstr>
      <vt:lpstr>3.1  工作总结</vt:lpstr>
      <vt:lpstr>3.2  经验总结</vt:lpstr>
      <vt:lpstr>3.3    未来计划</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Daniel Cao</cp:lastModifiedBy>
  <cp:revision>44</cp:revision>
  <cp:lastPrinted>2019-04-07T21:47:54Z</cp:lastPrinted>
  <dcterms:created xsi:type="dcterms:W3CDTF">2019-03-13T22:13:12Z</dcterms:created>
  <dcterms:modified xsi:type="dcterms:W3CDTF">2025-06-30T09:49:32Z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2019-05-10T09:28:08.0350032Z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a3d39c64-67eb-4225-a22b-7af955a92bde</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